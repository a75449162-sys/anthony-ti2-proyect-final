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4" autoAdjust="0"/>
    <p:restoredTop sz="94660"/>
  </p:normalViewPr>
  <p:slideViewPr>
    <p:cSldViewPr snapToGrid="0">
      <p:cViewPr varScale="1">
        <p:scale>
          <a:sx n="50" d="100"/>
          <a:sy n="50" d="100"/>
        </p:scale>
        <p:origin x="9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9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Click to edit the notes format</a:t>
            </a:r>
          </a:p>
        </p:txBody>
      </p:sp>
      <p:sp>
        <p:nvSpPr>
          <p:cNvPr id="38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&lt;header&gt;</a:t>
            </a:r>
          </a:p>
        </p:txBody>
      </p:sp>
      <p:sp>
        <p:nvSpPr>
          <p:cNvPr id="390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&lt;date/time&gt;</a:t>
            </a:r>
          </a:p>
        </p:txBody>
      </p:sp>
      <p:sp>
        <p:nvSpPr>
          <p:cNvPr id="390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&lt;footer&gt;</a:t>
            </a:r>
          </a:p>
        </p:txBody>
      </p:sp>
      <p:sp>
        <p:nvSpPr>
          <p:cNvPr id="390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defRPr>
            </a:lvl1pPr>
          </a:lstStyle>
          <a:p>
            <a:pPr indent="0" algn="r">
              <a:buNone/>
            </a:pPr>
            <a:fld id="{DA419AD3-9528-47BE-BB23-942DF3F1F57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16150" y="0"/>
            <a:ext cx="7518400" cy="4229100"/>
          </a:xfrm>
          <a:prstGeom prst="rect">
            <a:avLst/>
          </a:prstGeom>
          <a:ln w="0">
            <a:noFill/>
          </a:ln>
        </p:spPr>
      </p:sp>
      <p:sp>
        <p:nvSpPr>
          <p:cNvPr id="3947" name="PlaceHolder 2"/>
          <p:cNvSpPr>
            <a:spLocks noGrp="1"/>
          </p:cNvSpPr>
          <p:nvPr>
            <p:ph type="body"/>
          </p:nvPr>
        </p:nvSpPr>
        <p:spPr>
          <a:xfrm>
            <a:off x="685800" y="85726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Big text and subtitle. You can add graphic resources to the composition (photo or vector)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16150" y="0"/>
            <a:ext cx="7518400" cy="4229100"/>
          </a:xfrm>
          <a:prstGeom prst="rect">
            <a:avLst/>
          </a:prstGeom>
          <a:ln w="0">
            <a:noFill/>
          </a:ln>
        </p:spPr>
      </p:sp>
      <p:sp>
        <p:nvSpPr>
          <p:cNvPr id="3949" name="PlaceHolder 2"/>
          <p:cNvSpPr>
            <a:spLocks noGrp="1"/>
          </p:cNvSpPr>
          <p:nvPr>
            <p:ph type="body"/>
          </p:nvPr>
        </p:nvSpPr>
        <p:spPr>
          <a:xfrm>
            <a:off x="685800" y="85726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Big text and subtitle. You can add graphic resources to the composition (photo or vector)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16150" y="0"/>
            <a:ext cx="7518400" cy="4229100"/>
          </a:xfrm>
          <a:prstGeom prst="rect">
            <a:avLst/>
          </a:prstGeom>
          <a:ln w="0">
            <a:noFill/>
          </a:ln>
        </p:spPr>
      </p:sp>
      <p:sp>
        <p:nvSpPr>
          <p:cNvPr id="3951" name="PlaceHolder 2"/>
          <p:cNvSpPr>
            <a:spLocks noGrp="1"/>
          </p:cNvSpPr>
          <p:nvPr>
            <p:ph type="body"/>
          </p:nvPr>
        </p:nvSpPr>
        <p:spPr>
          <a:xfrm>
            <a:off x="685800" y="85726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Big text and subtitle. You can add graphic resources to the composition (photo or vector)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16150" y="0"/>
            <a:ext cx="7518400" cy="4229100"/>
          </a:xfrm>
          <a:prstGeom prst="rect">
            <a:avLst/>
          </a:prstGeom>
          <a:ln w="0">
            <a:noFill/>
          </a:ln>
        </p:spPr>
      </p:sp>
      <p:sp>
        <p:nvSpPr>
          <p:cNvPr id="3953" name="PlaceHolder 2"/>
          <p:cNvSpPr>
            <a:spLocks noGrp="1"/>
          </p:cNvSpPr>
          <p:nvPr>
            <p:ph type="body"/>
          </p:nvPr>
        </p:nvSpPr>
        <p:spPr>
          <a:xfrm>
            <a:off x="685800" y="85726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Big text and subtitle. You can add graphic resources to the composition (photo or vector)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16150" y="0"/>
            <a:ext cx="7518400" cy="4229100"/>
          </a:xfrm>
          <a:prstGeom prst="rect">
            <a:avLst/>
          </a:prstGeom>
          <a:ln w="0">
            <a:noFill/>
          </a:ln>
        </p:spPr>
      </p:sp>
      <p:sp>
        <p:nvSpPr>
          <p:cNvPr id="3955" name="PlaceHolder 2"/>
          <p:cNvSpPr>
            <a:spLocks noGrp="1"/>
          </p:cNvSpPr>
          <p:nvPr>
            <p:ph type="body"/>
          </p:nvPr>
        </p:nvSpPr>
        <p:spPr>
          <a:xfrm>
            <a:off x="685800" y="85726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Big text and subtitle. You can add graphic resources to the composition (photo or vector)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9;p2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14600" y="1098000"/>
            <a:ext cx="7714080" cy="199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Google Shape;12;p2"/>
          <p:cNvSpPr/>
          <p:nvPr/>
        </p:nvSpPr>
        <p:spPr>
          <a:xfrm>
            <a:off x="1830960" y="278280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13;p2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4;p2"/>
          <p:cNvSpPr/>
          <p:nvPr/>
        </p:nvSpPr>
        <p:spPr>
          <a:xfrm>
            <a:off x="6056280" y="337680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15;p2"/>
          <p:cNvSpPr/>
          <p:nvPr/>
        </p:nvSpPr>
        <p:spPr>
          <a:xfrm>
            <a:off x="3550680" y="26496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16;p2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17;p2"/>
          <p:cNvSpPr/>
          <p:nvPr/>
        </p:nvSpPr>
        <p:spPr>
          <a:xfrm>
            <a:off x="3054600" y="372708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18;p2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19;p2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20;p2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21;p2"/>
          <p:cNvSpPr/>
          <p:nvPr/>
        </p:nvSpPr>
        <p:spPr>
          <a:xfrm>
            <a:off x="745560" y="143100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22;p2"/>
          <p:cNvSpPr/>
          <p:nvPr/>
        </p:nvSpPr>
        <p:spPr>
          <a:xfrm>
            <a:off x="4722480" y="438444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23;p2"/>
          <p:cNvSpPr/>
          <p:nvPr/>
        </p:nvSpPr>
        <p:spPr>
          <a:xfrm>
            <a:off x="8484840" y="19026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24;p2"/>
          <p:cNvSpPr/>
          <p:nvPr/>
        </p:nvSpPr>
        <p:spPr>
          <a:xfrm>
            <a:off x="7119720" y="7344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25;p2"/>
          <p:cNvSpPr/>
          <p:nvPr/>
        </p:nvSpPr>
        <p:spPr>
          <a:xfrm>
            <a:off x="1204200" y="25048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26;p2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27;p2"/>
          <p:cNvSpPr/>
          <p:nvPr/>
        </p:nvSpPr>
        <p:spPr>
          <a:xfrm>
            <a:off x="3290040" y="417240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28;p2"/>
          <p:cNvSpPr/>
          <p:nvPr/>
        </p:nvSpPr>
        <p:spPr>
          <a:xfrm>
            <a:off x="2594520" y="24717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9;p2"/>
          <p:cNvSpPr/>
          <p:nvPr/>
        </p:nvSpPr>
        <p:spPr>
          <a:xfrm>
            <a:off x="7368840" y="217404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30;p2"/>
          <p:cNvSpPr/>
          <p:nvPr/>
        </p:nvSpPr>
        <p:spPr>
          <a:xfrm>
            <a:off x="6795720" y="306000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4" h="965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31;p2"/>
          <p:cNvSpPr/>
          <p:nvPr/>
        </p:nvSpPr>
        <p:spPr>
          <a:xfrm>
            <a:off x="5737320" y="4287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32;p2"/>
          <p:cNvSpPr/>
          <p:nvPr/>
        </p:nvSpPr>
        <p:spPr>
          <a:xfrm>
            <a:off x="6543360" y="46436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3;p2"/>
          <p:cNvSpPr/>
          <p:nvPr/>
        </p:nvSpPr>
        <p:spPr>
          <a:xfrm>
            <a:off x="6516360" y="214920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34;p2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35;p2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Google Shape;36;p2"/>
          <p:cNvSpPr/>
          <p:nvPr/>
        </p:nvSpPr>
        <p:spPr>
          <a:xfrm>
            <a:off x="5040720" y="33048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9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Google Shape;37;p2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Google Shape;38;p2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Google Shape;39;p2"/>
          <p:cNvSpPr/>
          <p:nvPr/>
        </p:nvSpPr>
        <p:spPr>
          <a:xfrm>
            <a:off x="2164320" y="315360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Google Shape;40;p2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Google Shape;41;p2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Google Shape;42;p2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Google Shape;43;p2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44;p2"/>
          <p:cNvSpPr/>
          <p:nvPr/>
        </p:nvSpPr>
        <p:spPr>
          <a:xfrm>
            <a:off x="5825160" y="130320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Google Shape;45;p2"/>
          <p:cNvSpPr/>
          <p:nvPr/>
        </p:nvSpPr>
        <p:spPr>
          <a:xfrm>
            <a:off x="4901760" y="84276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Google Shape;46;p2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Google Shape;47;p2"/>
          <p:cNvSpPr/>
          <p:nvPr/>
        </p:nvSpPr>
        <p:spPr>
          <a:xfrm>
            <a:off x="7435440" y="332568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Google Shape;48;p2"/>
          <p:cNvSpPr/>
          <p:nvPr/>
        </p:nvSpPr>
        <p:spPr>
          <a:xfrm>
            <a:off x="7863840" y="167040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Google Shape;49;p2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50;p2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Google Shape;51;p2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Google Shape;52;p2"/>
          <p:cNvSpPr/>
          <p:nvPr/>
        </p:nvSpPr>
        <p:spPr>
          <a:xfrm>
            <a:off x="2455560" y="99900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Google Shape;53;p2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Google Shape;54;p2"/>
          <p:cNvSpPr/>
          <p:nvPr/>
        </p:nvSpPr>
        <p:spPr>
          <a:xfrm>
            <a:off x="3934800" y="494856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Google Shape;55;p2"/>
          <p:cNvSpPr/>
          <p:nvPr/>
        </p:nvSpPr>
        <p:spPr>
          <a:xfrm>
            <a:off x="3006000" y="45990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6" name="Google Shape;56;p2"/>
          <p:cNvPicPr/>
          <p:nvPr/>
        </p:nvPicPr>
        <p:blipFill>
          <a:blip r:embed="rId3"/>
          <a:stretch/>
        </p:blipFill>
        <p:spPr>
          <a:xfrm rot="1507800">
            <a:off x="6867000" y="2197800"/>
            <a:ext cx="1277280" cy="4566240"/>
          </a:xfrm>
          <a:prstGeom prst="rect">
            <a:avLst/>
          </a:prstGeom>
          <a:noFill/>
          <a:ln w="0">
            <a:noFill/>
          </a:ln>
          <a:effectLst>
            <a:outerShdw blurRad="243000" algn="bl" rotWithShape="0">
              <a:srgbClr val="000000">
                <a:alpha val="36000"/>
              </a:srgbClr>
            </a:outerShdw>
          </a:effectLst>
        </p:spPr>
      </p:pic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711;p11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14960" y="1106280"/>
            <a:ext cx="592020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500" b="0" u="none" strike="noStrike">
                <a:solidFill>
                  <a:schemeClr val="accent1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8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714;p11"/>
          <p:cNvSpPr/>
          <p:nvPr/>
        </p:nvSpPr>
        <p:spPr>
          <a:xfrm>
            <a:off x="4708800" y="3910680"/>
            <a:ext cx="188280" cy="371160"/>
          </a:xfrm>
          <a:custGeom>
            <a:avLst/>
            <a:gdLst>
              <a:gd name="textAreaLeft" fmla="*/ 0 w 188280"/>
              <a:gd name="textAreaRight" fmla="*/ 188640 w 188280"/>
              <a:gd name="textAreaTop" fmla="*/ 0 h 371160"/>
              <a:gd name="textAreaBottom" fmla="*/ 371520 h 371160"/>
            </a:gdLst>
            <a:ahLst/>
            <a:cxnLst/>
            <a:rect l="textAreaLeft" t="textAreaTop" r="textAreaRight" b="textAreaBottom"/>
            <a:pathLst>
              <a:path w="8906" h="17556">
                <a:moveTo>
                  <a:pt x="663" y="3739"/>
                </a:moveTo>
                <a:cubicBezTo>
                  <a:pt x="661" y="3746"/>
                  <a:pt x="659" y="3753"/>
                  <a:pt x="657" y="3763"/>
                </a:cubicBezTo>
                <a:cubicBezTo>
                  <a:pt x="657" y="3763"/>
                  <a:pt x="657" y="3753"/>
                  <a:pt x="663" y="3739"/>
                </a:cubicBezTo>
                <a:close/>
                <a:moveTo>
                  <a:pt x="2087" y="0"/>
                </a:moveTo>
                <a:cubicBezTo>
                  <a:pt x="1980" y="0"/>
                  <a:pt x="1873" y="49"/>
                  <a:pt x="1807" y="148"/>
                </a:cubicBezTo>
                <a:lnTo>
                  <a:pt x="164" y="3270"/>
                </a:lnTo>
                <a:cubicBezTo>
                  <a:pt x="132" y="3335"/>
                  <a:pt x="99" y="3368"/>
                  <a:pt x="66" y="3434"/>
                </a:cubicBezTo>
                <a:cubicBezTo>
                  <a:pt x="0" y="3730"/>
                  <a:pt x="0" y="4025"/>
                  <a:pt x="33" y="4321"/>
                </a:cubicBezTo>
                <a:lnTo>
                  <a:pt x="33" y="16940"/>
                </a:lnTo>
                <a:cubicBezTo>
                  <a:pt x="49" y="17137"/>
                  <a:pt x="197" y="17235"/>
                  <a:pt x="349" y="17235"/>
                </a:cubicBezTo>
                <a:cubicBezTo>
                  <a:pt x="501" y="17235"/>
                  <a:pt x="657" y="17137"/>
                  <a:pt x="690" y="16940"/>
                </a:cubicBezTo>
                <a:lnTo>
                  <a:pt x="690" y="3927"/>
                </a:lnTo>
                <a:cubicBezTo>
                  <a:pt x="690" y="3879"/>
                  <a:pt x="690" y="3729"/>
                  <a:pt x="678" y="3711"/>
                </a:cubicBezTo>
                <a:lnTo>
                  <a:pt x="678" y="3711"/>
                </a:lnTo>
                <a:cubicBezTo>
                  <a:pt x="681" y="3706"/>
                  <a:pt x="685" y="3702"/>
                  <a:pt x="690" y="3697"/>
                </a:cubicBezTo>
                <a:cubicBezTo>
                  <a:pt x="953" y="3138"/>
                  <a:pt x="1249" y="2613"/>
                  <a:pt x="1545" y="2054"/>
                </a:cubicBezTo>
                <a:lnTo>
                  <a:pt x="2138" y="915"/>
                </a:lnTo>
                <a:lnTo>
                  <a:pt x="2138" y="915"/>
                </a:lnTo>
                <a:lnTo>
                  <a:pt x="4929" y="4617"/>
                </a:lnTo>
                <a:lnTo>
                  <a:pt x="7164" y="7509"/>
                </a:lnTo>
                <a:lnTo>
                  <a:pt x="7887" y="8462"/>
                </a:lnTo>
                <a:cubicBezTo>
                  <a:pt x="8000" y="8575"/>
                  <a:pt x="8089" y="8714"/>
                  <a:pt x="8175" y="8834"/>
                </a:cubicBezTo>
                <a:lnTo>
                  <a:pt x="8175" y="8834"/>
                </a:lnTo>
                <a:cubicBezTo>
                  <a:pt x="8170" y="8847"/>
                  <a:pt x="8182" y="8902"/>
                  <a:pt x="8182" y="8922"/>
                </a:cubicBezTo>
                <a:cubicBezTo>
                  <a:pt x="8149" y="9119"/>
                  <a:pt x="8149" y="9316"/>
                  <a:pt x="8182" y="9513"/>
                </a:cubicBezTo>
                <a:lnTo>
                  <a:pt x="8182" y="17235"/>
                </a:lnTo>
                <a:cubicBezTo>
                  <a:pt x="8182" y="17449"/>
                  <a:pt x="8347" y="17556"/>
                  <a:pt x="8511" y="17556"/>
                </a:cubicBezTo>
                <a:cubicBezTo>
                  <a:pt x="8675" y="17556"/>
                  <a:pt x="8840" y="17449"/>
                  <a:pt x="8840" y="17235"/>
                </a:cubicBezTo>
                <a:lnTo>
                  <a:pt x="8840" y="9349"/>
                </a:lnTo>
                <a:cubicBezTo>
                  <a:pt x="8840" y="9119"/>
                  <a:pt x="8905" y="8757"/>
                  <a:pt x="8774" y="8527"/>
                </a:cubicBezTo>
                <a:cubicBezTo>
                  <a:pt x="8708" y="8462"/>
                  <a:pt x="8642" y="8396"/>
                  <a:pt x="8609" y="8330"/>
                </a:cubicBezTo>
                <a:lnTo>
                  <a:pt x="7985" y="7509"/>
                </a:lnTo>
                <a:lnTo>
                  <a:pt x="3582" y="1758"/>
                </a:lnTo>
                <a:lnTo>
                  <a:pt x="2366" y="148"/>
                </a:lnTo>
                <a:cubicBezTo>
                  <a:pt x="2300" y="49"/>
                  <a:pt x="2194" y="0"/>
                  <a:pt x="208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Google Shape;715;p11"/>
          <p:cNvSpPr/>
          <p:nvPr/>
        </p:nvSpPr>
        <p:spPr>
          <a:xfrm>
            <a:off x="4752720" y="3889080"/>
            <a:ext cx="779400" cy="207000"/>
          </a:xfrm>
          <a:custGeom>
            <a:avLst/>
            <a:gdLst>
              <a:gd name="textAreaLeft" fmla="*/ 0 w 779400"/>
              <a:gd name="textAreaRight" fmla="*/ 779760 w 779400"/>
              <a:gd name="textAreaTop" fmla="*/ 0 h 207000"/>
              <a:gd name="textAreaBottom" fmla="*/ 207360 h 207000"/>
            </a:gdLst>
            <a:ahLst/>
            <a:cxnLst/>
            <a:rect l="textAreaLeft" t="textAreaTop" r="textAreaRight" b="textAreaBottom"/>
            <a:pathLst>
              <a:path w="36837" h="9793" fill="none">
                <a:moveTo>
                  <a:pt x="6441" y="9792"/>
                </a:moveTo>
                <a:lnTo>
                  <a:pt x="36837" y="8149"/>
                </a:lnTo>
                <a:lnTo>
                  <a:pt x="30725" y="0"/>
                </a:lnTo>
                <a:lnTo>
                  <a:pt x="0" y="1347"/>
                </a:lnTo>
              </a:path>
            </a:pathLst>
          </a:custGeom>
          <a:solidFill>
            <a:schemeClr val="dk1"/>
          </a:solidFill>
          <a:ln w="164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716;p11"/>
          <p:cNvSpPr/>
          <p:nvPr/>
        </p:nvSpPr>
        <p:spPr>
          <a:xfrm>
            <a:off x="4542840" y="4020480"/>
            <a:ext cx="173520" cy="75600"/>
          </a:xfrm>
          <a:custGeom>
            <a:avLst/>
            <a:gdLst>
              <a:gd name="textAreaLeft" fmla="*/ 0 w 173520"/>
              <a:gd name="textAreaRight" fmla="*/ 173880 w 173520"/>
              <a:gd name="textAreaTop" fmla="*/ 0 h 75600"/>
              <a:gd name="textAreaBottom" fmla="*/ 75960 h 75600"/>
            </a:gdLst>
            <a:ahLst/>
            <a:cxnLst/>
            <a:rect l="textAreaLeft" t="textAreaTop" r="textAreaRight" b="textAreaBottom"/>
            <a:pathLst>
              <a:path w="8216" h="3583" fill="none">
                <a:moveTo>
                  <a:pt x="8216" y="1"/>
                </a:moveTo>
                <a:lnTo>
                  <a:pt x="1" y="2202"/>
                </a:lnTo>
                <a:lnTo>
                  <a:pt x="691" y="3582"/>
                </a:lnTo>
                <a:lnTo>
                  <a:pt x="8216" y="1446"/>
                </a:lnTo>
                <a:close/>
              </a:path>
            </a:pathLst>
          </a:custGeom>
          <a:solidFill>
            <a:schemeClr val="dk1"/>
          </a:solidFill>
          <a:ln w="164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800" bIns="37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Google Shape;717;p11"/>
          <p:cNvSpPr/>
          <p:nvPr/>
        </p:nvSpPr>
        <p:spPr>
          <a:xfrm>
            <a:off x="4574880" y="4096080"/>
            <a:ext cx="360" cy="178920"/>
          </a:xfrm>
          <a:custGeom>
            <a:avLst/>
            <a:gdLst>
              <a:gd name="textAreaLeft" fmla="*/ 0 w 360"/>
              <a:gd name="textAreaRight" fmla="*/ 720 w 360"/>
              <a:gd name="textAreaTop" fmla="*/ 0 h 178920"/>
              <a:gd name="textAreaBottom" fmla="*/ 179280 h 178920"/>
            </a:gdLst>
            <a:ahLst/>
            <a:cxnLst/>
            <a:rect l="textAreaLeft" t="textAreaTop" r="textAreaRight" b="textAreaBottom"/>
            <a:pathLst>
              <a:path w="1" h="8479" fill="none">
                <a:moveTo>
                  <a:pt x="0" y="0"/>
                </a:moveTo>
                <a:lnTo>
                  <a:pt x="0" y="8478"/>
                </a:lnTo>
              </a:path>
            </a:pathLst>
          </a:custGeom>
          <a:solidFill>
            <a:schemeClr val="dk1"/>
          </a:solidFill>
          <a:ln w="164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9640" bIns="89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Google Shape;718;p11"/>
          <p:cNvSpPr/>
          <p:nvPr/>
        </p:nvSpPr>
        <p:spPr>
          <a:xfrm>
            <a:off x="5500440" y="4062960"/>
            <a:ext cx="360" cy="264600"/>
          </a:xfrm>
          <a:custGeom>
            <a:avLst/>
            <a:gdLst>
              <a:gd name="textAreaLeft" fmla="*/ 0 w 360"/>
              <a:gd name="textAreaRight" fmla="*/ 720 w 360"/>
              <a:gd name="textAreaTop" fmla="*/ 0 h 264600"/>
              <a:gd name="textAreaBottom" fmla="*/ 264960 h 264600"/>
            </a:gdLst>
            <a:ahLst/>
            <a:cxnLst/>
            <a:rect l="textAreaLeft" t="textAreaTop" r="textAreaRight" b="textAreaBottom"/>
            <a:pathLst>
              <a:path w="1" h="12520" fill="none">
                <a:moveTo>
                  <a:pt x="0" y="0"/>
                </a:moveTo>
                <a:lnTo>
                  <a:pt x="0" y="12520"/>
                </a:lnTo>
              </a:path>
            </a:pathLst>
          </a:custGeom>
          <a:solidFill>
            <a:schemeClr val="dk1"/>
          </a:solidFill>
          <a:ln w="164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Google Shape;719;p11"/>
          <p:cNvSpPr/>
          <p:nvPr/>
        </p:nvSpPr>
        <p:spPr>
          <a:xfrm>
            <a:off x="4590720" y="3582720"/>
            <a:ext cx="1819080" cy="320400"/>
          </a:xfrm>
          <a:custGeom>
            <a:avLst/>
            <a:gdLst>
              <a:gd name="textAreaLeft" fmla="*/ 0 w 1819080"/>
              <a:gd name="textAreaRight" fmla="*/ 1819440 w 1819080"/>
              <a:gd name="textAreaTop" fmla="*/ 0 h 320400"/>
              <a:gd name="textAreaBottom" fmla="*/ 320760 h 320400"/>
            </a:gdLst>
            <a:ahLst/>
            <a:cxnLst/>
            <a:rect l="textAreaLeft" t="textAreaTop" r="textAreaRight" b="textAreaBottom"/>
            <a:pathLst>
              <a:path w="85964" h="15150" fill="none">
                <a:moveTo>
                  <a:pt x="1" y="15149"/>
                </a:moveTo>
                <a:lnTo>
                  <a:pt x="24580" y="15083"/>
                </a:lnTo>
                <a:lnTo>
                  <a:pt x="58525" y="1183"/>
                </a:lnTo>
                <a:lnTo>
                  <a:pt x="84616" y="1644"/>
                </a:lnTo>
                <a:lnTo>
                  <a:pt x="85963" y="526"/>
                </a:lnTo>
                <a:lnTo>
                  <a:pt x="56619" y="0"/>
                </a:lnTo>
                <a:lnTo>
                  <a:pt x="31152" y="2662"/>
                </a:lnTo>
                <a:close/>
              </a:path>
            </a:pathLst>
          </a:custGeom>
          <a:solidFill>
            <a:schemeClr val="dk1"/>
          </a:solidFill>
          <a:ln w="164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720;p11"/>
          <p:cNvSpPr/>
          <p:nvPr/>
        </p:nvSpPr>
        <p:spPr>
          <a:xfrm>
            <a:off x="4640760" y="3903480"/>
            <a:ext cx="360" cy="136800"/>
          </a:xfrm>
          <a:custGeom>
            <a:avLst/>
            <a:gdLst>
              <a:gd name="textAreaLeft" fmla="*/ 0 w 360"/>
              <a:gd name="textAreaRight" fmla="*/ 720 w 360"/>
              <a:gd name="textAreaTop" fmla="*/ 0 h 136800"/>
              <a:gd name="textAreaBottom" fmla="*/ 137160 h 136800"/>
            </a:gdLst>
            <a:ahLst/>
            <a:cxnLst/>
            <a:rect l="textAreaLeft" t="textAreaTop" r="textAreaRight" b="textAreaBottom"/>
            <a:pathLst>
              <a:path w="1" h="6474" fill="none">
                <a:moveTo>
                  <a:pt x="1" y="6474"/>
                </a:moveTo>
                <a:lnTo>
                  <a:pt x="1" y="0"/>
                </a:lnTo>
              </a:path>
            </a:pathLst>
          </a:custGeom>
          <a:solidFill>
            <a:schemeClr val="dk1"/>
          </a:solidFill>
          <a:ln w="164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0" bIns="68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Google Shape;721;p11"/>
          <p:cNvSpPr/>
          <p:nvPr/>
        </p:nvSpPr>
        <p:spPr>
          <a:xfrm>
            <a:off x="6023520" y="3548880"/>
            <a:ext cx="996480" cy="353520"/>
          </a:xfrm>
          <a:custGeom>
            <a:avLst/>
            <a:gdLst>
              <a:gd name="textAreaLeft" fmla="*/ 0 w 996480"/>
              <a:gd name="textAreaRight" fmla="*/ 996840 w 996480"/>
              <a:gd name="textAreaTop" fmla="*/ 0 h 353520"/>
              <a:gd name="textAreaBottom" fmla="*/ 353880 h 353520"/>
            </a:gdLst>
            <a:ahLst/>
            <a:cxnLst/>
            <a:rect l="textAreaLeft" t="textAreaTop" r="textAreaRight" b="textAreaBottom"/>
            <a:pathLst>
              <a:path w="47090" h="16727" fill="none">
                <a:moveTo>
                  <a:pt x="44296" y="7788"/>
                </a:moveTo>
                <a:lnTo>
                  <a:pt x="33880" y="16003"/>
                </a:lnTo>
                <a:lnTo>
                  <a:pt x="1" y="16726"/>
                </a:lnTo>
                <a:lnTo>
                  <a:pt x="19783" y="1052"/>
                </a:lnTo>
                <a:lnTo>
                  <a:pt x="47090" y="0"/>
                </a:lnTo>
              </a:path>
            </a:pathLst>
          </a:custGeom>
          <a:solidFill>
            <a:schemeClr val="dk1"/>
          </a:solidFill>
          <a:ln w="164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Google Shape;722;p11"/>
          <p:cNvSpPr/>
          <p:nvPr/>
        </p:nvSpPr>
        <p:spPr>
          <a:xfrm>
            <a:off x="6745320" y="3884040"/>
            <a:ext cx="3240" cy="222840"/>
          </a:xfrm>
          <a:custGeom>
            <a:avLst/>
            <a:gdLst>
              <a:gd name="textAreaLeft" fmla="*/ 0 w 3240"/>
              <a:gd name="textAreaRight" fmla="*/ 3600 w 324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166" h="10550" fill="none">
                <a:moveTo>
                  <a:pt x="1" y="10549"/>
                </a:moveTo>
                <a:lnTo>
                  <a:pt x="165" y="1"/>
                </a:lnTo>
              </a:path>
            </a:pathLst>
          </a:custGeom>
          <a:solidFill>
            <a:schemeClr val="dk1"/>
          </a:solidFill>
          <a:ln w="164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Google Shape;723;p11"/>
          <p:cNvSpPr/>
          <p:nvPr/>
        </p:nvSpPr>
        <p:spPr>
          <a:xfrm>
            <a:off x="6078960" y="3903480"/>
            <a:ext cx="5760" cy="405720"/>
          </a:xfrm>
          <a:custGeom>
            <a:avLst/>
            <a:gdLst>
              <a:gd name="textAreaLeft" fmla="*/ 0 w 5760"/>
              <a:gd name="textAreaRight" fmla="*/ 6120 w 5760"/>
              <a:gd name="textAreaTop" fmla="*/ 0 h 405720"/>
              <a:gd name="textAreaBottom" fmla="*/ 406080 h 405720"/>
            </a:gdLst>
            <a:ahLst/>
            <a:cxnLst/>
            <a:rect l="textAreaLeft" t="textAreaTop" r="textAreaRight" b="textAreaBottom"/>
            <a:pathLst>
              <a:path w="297" h="19191" fill="none">
                <a:moveTo>
                  <a:pt x="1" y="0"/>
                </a:moveTo>
                <a:lnTo>
                  <a:pt x="296" y="19190"/>
                </a:lnTo>
              </a:path>
            </a:pathLst>
          </a:custGeom>
          <a:solidFill>
            <a:schemeClr val="dk1"/>
          </a:solidFill>
          <a:ln w="16425">
            <a:solidFill>
              <a:srgbClr val="3A4EB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Google Shape;724;p11"/>
          <p:cNvSpPr/>
          <p:nvPr/>
        </p:nvSpPr>
        <p:spPr>
          <a:xfrm>
            <a:off x="5807880" y="3621240"/>
            <a:ext cx="6480" cy="300960"/>
          </a:xfrm>
          <a:custGeom>
            <a:avLst/>
            <a:gdLst>
              <a:gd name="textAreaLeft" fmla="*/ 0 w 6480"/>
              <a:gd name="textAreaRight" fmla="*/ 6840 w 6480"/>
              <a:gd name="textAreaTop" fmla="*/ 0 h 300960"/>
              <a:gd name="textAreaBottom" fmla="*/ 301320 h 300960"/>
            </a:gdLst>
            <a:ahLst/>
            <a:cxnLst/>
            <a:rect l="textAreaLeft" t="textAreaTop" r="textAreaRight" b="textAreaBottom"/>
            <a:pathLst>
              <a:path w="329" h="14230" fill="none">
                <a:moveTo>
                  <a:pt x="329" y="14229"/>
                </a:moveTo>
                <a:lnTo>
                  <a:pt x="0" y="1"/>
                </a:lnTo>
              </a:path>
            </a:pathLst>
          </a:custGeom>
          <a:solidFill>
            <a:schemeClr val="dk1"/>
          </a:solidFill>
          <a:ln w="16425">
            <a:solidFill>
              <a:srgbClr val="3A4EB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Google Shape;725;p11"/>
          <p:cNvSpPr/>
          <p:nvPr/>
        </p:nvSpPr>
        <p:spPr>
          <a:xfrm>
            <a:off x="5814720" y="3922200"/>
            <a:ext cx="263880" cy="405000"/>
          </a:xfrm>
          <a:custGeom>
            <a:avLst/>
            <a:gdLst>
              <a:gd name="textAreaLeft" fmla="*/ 0 w 263880"/>
              <a:gd name="textAreaRight" fmla="*/ 264240 w 263880"/>
              <a:gd name="textAreaTop" fmla="*/ 0 h 405000"/>
              <a:gd name="textAreaBottom" fmla="*/ 405360 h 405000"/>
            </a:gdLst>
            <a:ahLst/>
            <a:cxnLst/>
            <a:rect l="textAreaLeft" t="textAreaTop" r="textAreaRight" b="textAreaBottom"/>
            <a:pathLst>
              <a:path w="12488" h="19158" fill="none">
                <a:moveTo>
                  <a:pt x="12488" y="4831"/>
                </a:moveTo>
                <a:lnTo>
                  <a:pt x="11173" y="4831"/>
                </a:lnTo>
                <a:lnTo>
                  <a:pt x="1" y="0"/>
                </a:lnTo>
                <a:lnTo>
                  <a:pt x="329" y="19158"/>
                </a:lnTo>
              </a:path>
            </a:pathLst>
          </a:custGeom>
          <a:solidFill>
            <a:schemeClr val="dk1"/>
          </a:solidFill>
          <a:ln w="16425">
            <a:solidFill>
              <a:srgbClr val="3A4EB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726;p11"/>
          <p:cNvSpPr/>
          <p:nvPr/>
        </p:nvSpPr>
        <p:spPr>
          <a:xfrm>
            <a:off x="5815440" y="3879000"/>
            <a:ext cx="237600" cy="360"/>
          </a:xfrm>
          <a:custGeom>
            <a:avLst/>
            <a:gdLst>
              <a:gd name="textAreaLeft" fmla="*/ 0 w 237600"/>
              <a:gd name="textAreaRight" fmla="*/ 237960 w 2376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1239" h="1" fill="none">
                <a:moveTo>
                  <a:pt x="1" y="1"/>
                </a:moveTo>
                <a:lnTo>
                  <a:pt x="11239" y="1"/>
                </a:lnTo>
              </a:path>
            </a:pathLst>
          </a:custGeom>
          <a:solidFill>
            <a:schemeClr val="dk1"/>
          </a:solidFill>
          <a:ln w="16425">
            <a:solidFill>
              <a:srgbClr val="3A4EB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727;p11"/>
          <p:cNvSpPr/>
          <p:nvPr/>
        </p:nvSpPr>
        <p:spPr>
          <a:xfrm>
            <a:off x="5313240" y="3310920"/>
            <a:ext cx="392760" cy="321840"/>
          </a:xfrm>
          <a:custGeom>
            <a:avLst/>
            <a:gdLst>
              <a:gd name="textAreaLeft" fmla="*/ 0 w 392760"/>
              <a:gd name="textAreaRight" fmla="*/ 393120 w 39276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8567" h="15215" fill="none">
                <a:moveTo>
                  <a:pt x="1" y="15214"/>
                </a:moveTo>
                <a:lnTo>
                  <a:pt x="1" y="13473"/>
                </a:lnTo>
                <a:lnTo>
                  <a:pt x="8511" y="0"/>
                </a:lnTo>
                <a:lnTo>
                  <a:pt x="18567" y="13243"/>
                </a:lnTo>
              </a:path>
            </a:pathLst>
          </a:custGeom>
          <a:solidFill>
            <a:schemeClr val="dk1"/>
          </a:solidFill>
          <a:ln w="16425">
            <a:solidFill>
              <a:srgbClr val="3A4EB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Google Shape;728;p11"/>
          <p:cNvSpPr/>
          <p:nvPr/>
        </p:nvSpPr>
        <p:spPr>
          <a:xfrm>
            <a:off x="5257080" y="3274200"/>
            <a:ext cx="1422720" cy="340560"/>
          </a:xfrm>
          <a:custGeom>
            <a:avLst/>
            <a:gdLst>
              <a:gd name="textAreaLeft" fmla="*/ 0 w 1422720"/>
              <a:gd name="textAreaRight" fmla="*/ 1423080 w 1422720"/>
              <a:gd name="textAreaTop" fmla="*/ 0 h 340560"/>
              <a:gd name="textAreaBottom" fmla="*/ 340920 h 340560"/>
            </a:gdLst>
            <a:ahLst/>
            <a:cxnLst/>
            <a:rect l="textAreaLeft" t="textAreaTop" r="textAreaRight" b="textAreaBottom"/>
            <a:pathLst>
              <a:path w="67233" h="16103" fill="none">
                <a:moveTo>
                  <a:pt x="2663" y="16102"/>
                </a:moveTo>
                <a:lnTo>
                  <a:pt x="1" y="16102"/>
                </a:lnTo>
                <a:lnTo>
                  <a:pt x="10253" y="1"/>
                </a:lnTo>
                <a:cubicBezTo>
                  <a:pt x="10253" y="1"/>
                  <a:pt x="49554" y="2892"/>
                  <a:pt x="56225" y="1183"/>
                </a:cubicBezTo>
                <a:cubicBezTo>
                  <a:pt x="56225" y="1183"/>
                  <a:pt x="65458" y="13342"/>
                  <a:pt x="67233" y="13605"/>
                </a:cubicBezTo>
              </a:path>
            </a:pathLst>
          </a:custGeom>
          <a:solidFill>
            <a:schemeClr val="dk1"/>
          </a:solidFill>
          <a:ln w="16425">
            <a:solidFill>
              <a:srgbClr val="3A4EB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729;p11"/>
          <p:cNvSpPr/>
          <p:nvPr/>
        </p:nvSpPr>
        <p:spPr>
          <a:xfrm>
            <a:off x="5487120" y="3392280"/>
            <a:ext cx="25920" cy="92160"/>
          </a:xfrm>
          <a:custGeom>
            <a:avLst/>
            <a:gdLst>
              <a:gd name="textAreaLeft" fmla="*/ 0 w 25920"/>
              <a:gd name="textAreaRight" fmla="*/ 26280 w 2592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1250" h="4372">
                <a:moveTo>
                  <a:pt x="1249" y="1"/>
                </a:moveTo>
                <a:lnTo>
                  <a:pt x="1" y="198"/>
                </a:lnTo>
                <a:lnTo>
                  <a:pt x="1" y="4371"/>
                </a:lnTo>
                <a:lnTo>
                  <a:pt x="1249" y="4174"/>
                </a:lnTo>
                <a:lnTo>
                  <a:pt x="1249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730;p11"/>
          <p:cNvSpPr/>
          <p:nvPr/>
        </p:nvSpPr>
        <p:spPr>
          <a:xfrm>
            <a:off x="4752720" y="4046760"/>
            <a:ext cx="33120" cy="231840"/>
          </a:xfrm>
          <a:custGeom>
            <a:avLst/>
            <a:gdLst>
              <a:gd name="textAreaLeft" fmla="*/ 0 w 33120"/>
              <a:gd name="textAreaRight" fmla="*/ 33480 w 3312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1578" h="10976">
                <a:moveTo>
                  <a:pt x="1578" y="0"/>
                </a:moveTo>
                <a:lnTo>
                  <a:pt x="0" y="263"/>
                </a:lnTo>
                <a:lnTo>
                  <a:pt x="0" y="10976"/>
                </a:lnTo>
                <a:lnTo>
                  <a:pt x="1578" y="10976"/>
                </a:lnTo>
                <a:lnTo>
                  <a:pt x="1578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Google Shape;731;p11"/>
          <p:cNvSpPr/>
          <p:nvPr/>
        </p:nvSpPr>
        <p:spPr>
          <a:xfrm>
            <a:off x="6146640" y="4016880"/>
            <a:ext cx="25920" cy="92160"/>
          </a:xfrm>
          <a:custGeom>
            <a:avLst/>
            <a:gdLst>
              <a:gd name="textAreaLeft" fmla="*/ 0 w 25920"/>
              <a:gd name="textAreaRight" fmla="*/ 26280 w 2592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1249" h="4371">
                <a:moveTo>
                  <a:pt x="1249" y="0"/>
                </a:moveTo>
                <a:lnTo>
                  <a:pt x="0" y="197"/>
                </a:lnTo>
                <a:lnTo>
                  <a:pt x="0" y="4371"/>
                </a:lnTo>
                <a:lnTo>
                  <a:pt x="1249" y="4174"/>
                </a:lnTo>
                <a:lnTo>
                  <a:pt x="1249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Google Shape;732;p11"/>
          <p:cNvSpPr/>
          <p:nvPr/>
        </p:nvSpPr>
        <p:spPr>
          <a:xfrm>
            <a:off x="6550560" y="4016880"/>
            <a:ext cx="25920" cy="92160"/>
          </a:xfrm>
          <a:custGeom>
            <a:avLst/>
            <a:gdLst>
              <a:gd name="textAreaLeft" fmla="*/ 0 w 25920"/>
              <a:gd name="textAreaRight" fmla="*/ 26280 w 2592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1250" h="4371">
                <a:moveTo>
                  <a:pt x="1250" y="0"/>
                </a:moveTo>
                <a:lnTo>
                  <a:pt x="1" y="197"/>
                </a:lnTo>
                <a:lnTo>
                  <a:pt x="1" y="4371"/>
                </a:lnTo>
                <a:lnTo>
                  <a:pt x="1250" y="4174"/>
                </a:lnTo>
                <a:lnTo>
                  <a:pt x="1250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Google Shape;733;p11"/>
          <p:cNvSpPr/>
          <p:nvPr/>
        </p:nvSpPr>
        <p:spPr>
          <a:xfrm>
            <a:off x="5543640" y="3310560"/>
            <a:ext cx="144360" cy="171000"/>
          </a:xfrm>
          <a:custGeom>
            <a:avLst/>
            <a:gdLst>
              <a:gd name="textAreaLeft" fmla="*/ 0 w 144360"/>
              <a:gd name="textAreaRight" fmla="*/ 144720 w 144360"/>
              <a:gd name="textAreaTop" fmla="*/ 0 h 171000"/>
              <a:gd name="textAreaBottom" fmla="*/ 171360 h 171000"/>
            </a:gdLst>
            <a:ahLst/>
            <a:cxnLst/>
            <a:rect l="textAreaLeft" t="textAreaTop" r="textAreaRight" b="textAreaBottom"/>
            <a:pathLst>
              <a:path w="6838" h="8099">
                <a:moveTo>
                  <a:pt x="223" y="0"/>
                </a:moveTo>
                <a:cubicBezTo>
                  <a:pt x="108" y="0"/>
                  <a:pt x="0" y="163"/>
                  <a:pt x="100" y="287"/>
                </a:cubicBezTo>
                <a:cubicBezTo>
                  <a:pt x="2269" y="2817"/>
                  <a:pt x="4437" y="5413"/>
                  <a:pt x="6508" y="8042"/>
                </a:cubicBezTo>
                <a:cubicBezTo>
                  <a:pt x="6540" y="8082"/>
                  <a:pt x="6577" y="8099"/>
                  <a:pt x="6614" y="8099"/>
                </a:cubicBezTo>
                <a:cubicBezTo>
                  <a:pt x="6729" y="8099"/>
                  <a:pt x="6837" y="7936"/>
                  <a:pt x="6738" y="7812"/>
                </a:cubicBezTo>
                <a:cubicBezTo>
                  <a:pt x="4635" y="5183"/>
                  <a:pt x="2499" y="2587"/>
                  <a:pt x="330" y="57"/>
                </a:cubicBezTo>
                <a:cubicBezTo>
                  <a:pt x="298" y="17"/>
                  <a:pt x="260" y="0"/>
                  <a:pt x="2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680" bIns="85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734;p11"/>
          <p:cNvSpPr/>
          <p:nvPr/>
        </p:nvSpPr>
        <p:spPr>
          <a:xfrm>
            <a:off x="5696280" y="3504960"/>
            <a:ext cx="81000" cy="79920"/>
          </a:xfrm>
          <a:custGeom>
            <a:avLst/>
            <a:gdLst>
              <a:gd name="textAreaLeft" fmla="*/ 0 w 81000"/>
              <a:gd name="textAreaRight" fmla="*/ 81360 w 81000"/>
              <a:gd name="textAreaTop" fmla="*/ 0 h 79920"/>
              <a:gd name="textAreaBottom" fmla="*/ 80280 h 79920"/>
            </a:gdLst>
            <a:ahLst/>
            <a:cxnLst/>
            <a:rect l="textAreaLeft" t="textAreaTop" r="textAreaRight" b="textAreaBottom"/>
            <a:pathLst>
              <a:path w="3849" h="3793">
                <a:moveTo>
                  <a:pt x="243" y="1"/>
                </a:moveTo>
                <a:cubicBezTo>
                  <a:pt x="122" y="1"/>
                  <a:pt x="0" y="166"/>
                  <a:pt x="104" y="270"/>
                </a:cubicBezTo>
                <a:cubicBezTo>
                  <a:pt x="1156" y="1519"/>
                  <a:pt x="2306" y="2669"/>
                  <a:pt x="3489" y="3753"/>
                </a:cubicBezTo>
                <a:cubicBezTo>
                  <a:pt x="3523" y="3781"/>
                  <a:pt x="3561" y="3792"/>
                  <a:pt x="3597" y="3792"/>
                </a:cubicBezTo>
                <a:cubicBezTo>
                  <a:pt x="3732" y="3792"/>
                  <a:pt x="3849" y="3627"/>
                  <a:pt x="3719" y="3523"/>
                </a:cubicBezTo>
                <a:cubicBezTo>
                  <a:pt x="2536" y="2439"/>
                  <a:pt x="1386" y="1289"/>
                  <a:pt x="334" y="40"/>
                </a:cubicBezTo>
                <a:cubicBezTo>
                  <a:pt x="307" y="12"/>
                  <a:pt x="275" y="1"/>
                  <a:pt x="2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960" bIns="39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Google Shape;735;p11"/>
          <p:cNvSpPr/>
          <p:nvPr/>
        </p:nvSpPr>
        <p:spPr>
          <a:xfrm>
            <a:off x="5801040" y="3296880"/>
            <a:ext cx="186480" cy="233280"/>
          </a:xfrm>
          <a:custGeom>
            <a:avLst/>
            <a:gdLst>
              <a:gd name="textAreaLeft" fmla="*/ 0 w 186480"/>
              <a:gd name="textAreaRight" fmla="*/ 186840 w 186480"/>
              <a:gd name="textAreaTop" fmla="*/ 0 h 233280"/>
              <a:gd name="textAreaBottom" fmla="*/ 233640 h 233280"/>
            </a:gdLst>
            <a:ahLst/>
            <a:cxnLst/>
            <a:rect l="textAreaLeft" t="textAreaTop" r="textAreaRight" b="textAreaBottom"/>
            <a:pathLst>
              <a:path w="8835" h="11035">
                <a:moveTo>
                  <a:pt x="246" y="1"/>
                </a:moveTo>
                <a:cubicBezTo>
                  <a:pt x="121" y="1"/>
                  <a:pt x="0" y="117"/>
                  <a:pt x="93" y="233"/>
                </a:cubicBezTo>
                <a:cubicBezTo>
                  <a:pt x="2163" y="3125"/>
                  <a:pt x="4299" y="5918"/>
                  <a:pt x="6567" y="8645"/>
                </a:cubicBezTo>
                <a:cubicBezTo>
                  <a:pt x="7191" y="9434"/>
                  <a:pt x="7848" y="10222"/>
                  <a:pt x="8505" y="10978"/>
                </a:cubicBezTo>
                <a:cubicBezTo>
                  <a:pt x="8537" y="11018"/>
                  <a:pt x="8575" y="11035"/>
                  <a:pt x="8612" y="11035"/>
                </a:cubicBezTo>
                <a:cubicBezTo>
                  <a:pt x="8727" y="11035"/>
                  <a:pt x="8835" y="10873"/>
                  <a:pt x="8735" y="10748"/>
                </a:cubicBezTo>
                <a:cubicBezTo>
                  <a:pt x="6435" y="8087"/>
                  <a:pt x="4234" y="5326"/>
                  <a:pt x="2131" y="2500"/>
                </a:cubicBezTo>
                <a:cubicBezTo>
                  <a:pt x="1539" y="1679"/>
                  <a:pt x="948" y="890"/>
                  <a:pt x="389" y="69"/>
                </a:cubicBezTo>
                <a:cubicBezTo>
                  <a:pt x="350" y="21"/>
                  <a:pt x="298" y="1"/>
                  <a:pt x="2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Google Shape;736;p11"/>
          <p:cNvSpPr/>
          <p:nvPr/>
        </p:nvSpPr>
        <p:spPr>
          <a:xfrm>
            <a:off x="5994720" y="3542760"/>
            <a:ext cx="37440" cy="43560"/>
          </a:xfrm>
          <a:custGeom>
            <a:avLst/>
            <a:gdLst>
              <a:gd name="textAreaLeft" fmla="*/ 0 w 37440"/>
              <a:gd name="textAreaRight" fmla="*/ 37800 w 37440"/>
              <a:gd name="textAreaTop" fmla="*/ 0 h 43560"/>
              <a:gd name="textAreaBottom" fmla="*/ 43920 h 43560"/>
            </a:gdLst>
            <a:ahLst/>
            <a:cxnLst/>
            <a:rect l="textAreaLeft" t="textAreaTop" r="textAreaRight" b="textAreaBottom"/>
            <a:pathLst>
              <a:path w="1782" h="2068">
                <a:moveTo>
                  <a:pt x="213" y="0"/>
                </a:moveTo>
                <a:cubicBezTo>
                  <a:pt x="101" y="0"/>
                  <a:pt x="0" y="119"/>
                  <a:pt x="67" y="253"/>
                </a:cubicBezTo>
                <a:cubicBezTo>
                  <a:pt x="462" y="878"/>
                  <a:pt x="922" y="1469"/>
                  <a:pt x="1447" y="2028"/>
                </a:cubicBezTo>
                <a:cubicBezTo>
                  <a:pt x="1482" y="2056"/>
                  <a:pt x="1518" y="2067"/>
                  <a:pt x="1552" y="2067"/>
                </a:cubicBezTo>
                <a:cubicBezTo>
                  <a:pt x="1680" y="2067"/>
                  <a:pt x="1781" y="1902"/>
                  <a:pt x="1677" y="1798"/>
                </a:cubicBezTo>
                <a:cubicBezTo>
                  <a:pt x="1185" y="1272"/>
                  <a:pt x="725" y="681"/>
                  <a:pt x="363" y="89"/>
                </a:cubicBezTo>
                <a:cubicBezTo>
                  <a:pt x="321" y="26"/>
                  <a:pt x="266" y="0"/>
                  <a:pt x="21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737;p11"/>
          <p:cNvSpPr/>
          <p:nvPr/>
        </p:nvSpPr>
        <p:spPr>
          <a:xfrm>
            <a:off x="5820480" y="3296160"/>
            <a:ext cx="93960" cy="115200"/>
          </a:xfrm>
          <a:custGeom>
            <a:avLst/>
            <a:gdLst>
              <a:gd name="textAreaLeft" fmla="*/ 0 w 93960"/>
              <a:gd name="textAreaRight" fmla="*/ 94320 w 93960"/>
              <a:gd name="textAreaTop" fmla="*/ 0 h 115200"/>
              <a:gd name="textAreaBottom" fmla="*/ 115560 h 115200"/>
            </a:gdLst>
            <a:ahLst/>
            <a:cxnLst/>
            <a:rect l="textAreaLeft" t="textAreaTop" r="textAreaRight" b="textAreaBottom"/>
            <a:pathLst>
              <a:path w="4463" h="5465">
                <a:moveTo>
                  <a:pt x="246" y="1"/>
                </a:moveTo>
                <a:cubicBezTo>
                  <a:pt x="121" y="1"/>
                  <a:pt x="0" y="117"/>
                  <a:pt x="93" y="233"/>
                </a:cubicBezTo>
                <a:cubicBezTo>
                  <a:pt x="1243" y="2106"/>
                  <a:pt x="2591" y="3848"/>
                  <a:pt x="4102" y="5425"/>
                </a:cubicBezTo>
                <a:cubicBezTo>
                  <a:pt x="4137" y="5453"/>
                  <a:pt x="4174" y="5464"/>
                  <a:pt x="4210" y="5464"/>
                </a:cubicBezTo>
                <a:cubicBezTo>
                  <a:pt x="4346" y="5464"/>
                  <a:pt x="4462" y="5299"/>
                  <a:pt x="4332" y="5195"/>
                </a:cubicBezTo>
                <a:cubicBezTo>
                  <a:pt x="2854" y="3618"/>
                  <a:pt x="1506" y="1909"/>
                  <a:pt x="389" y="69"/>
                </a:cubicBezTo>
                <a:cubicBezTo>
                  <a:pt x="351" y="21"/>
                  <a:pt x="298" y="1"/>
                  <a:pt x="2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0" bIns="57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Google Shape;738;p11"/>
          <p:cNvSpPr/>
          <p:nvPr/>
        </p:nvSpPr>
        <p:spPr>
          <a:xfrm>
            <a:off x="5919120" y="3426480"/>
            <a:ext cx="110520" cy="134280"/>
          </a:xfrm>
          <a:custGeom>
            <a:avLst/>
            <a:gdLst>
              <a:gd name="textAreaLeft" fmla="*/ 0 w 110520"/>
              <a:gd name="textAreaRight" fmla="*/ 110880 w 1105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5246" h="6369">
                <a:moveTo>
                  <a:pt x="231" y="0"/>
                </a:moveTo>
                <a:cubicBezTo>
                  <a:pt x="103" y="0"/>
                  <a:pt x="1" y="162"/>
                  <a:pt x="125" y="287"/>
                </a:cubicBezTo>
                <a:cubicBezTo>
                  <a:pt x="1013" y="1141"/>
                  <a:pt x="1834" y="2061"/>
                  <a:pt x="2557" y="3080"/>
                </a:cubicBezTo>
                <a:cubicBezTo>
                  <a:pt x="3346" y="4131"/>
                  <a:pt x="4101" y="5216"/>
                  <a:pt x="4857" y="6300"/>
                </a:cubicBezTo>
                <a:cubicBezTo>
                  <a:pt x="4896" y="6348"/>
                  <a:pt x="4948" y="6368"/>
                  <a:pt x="5000" y="6368"/>
                </a:cubicBezTo>
                <a:cubicBezTo>
                  <a:pt x="5125" y="6368"/>
                  <a:pt x="5246" y="6252"/>
                  <a:pt x="5153" y="6136"/>
                </a:cubicBezTo>
                <a:cubicBezTo>
                  <a:pt x="4364" y="5019"/>
                  <a:pt x="3576" y="3934"/>
                  <a:pt x="2787" y="2850"/>
                </a:cubicBezTo>
                <a:cubicBezTo>
                  <a:pt x="2064" y="1831"/>
                  <a:pt x="1243" y="878"/>
                  <a:pt x="355" y="57"/>
                </a:cubicBezTo>
                <a:cubicBezTo>
                  <a:pt x="315" y="17"/>
                  <a:pt x="272" y="0"/>
                  <a:pt x="2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Google Shape;739;p11"/>
          <p:cNvSpPr/>
          <p:nvPr/>
        </p:nvSpPr>
        <p:spPr>
          <a:xfrm>
            <a:off x="6134040" y="3310920"/>
            <a:ext cx="160920" cy="204840"/>
          </a:xfrm>
          <a:custGeom>
            <a:avLst/>
            <a:gdLst>
              <a:gd name="textAreaLeft" fmla="*/ 0 w 160920"/>
              <a:gd name="textAreaRight" fmla="*/ 161280 w 160920"/>
              <a:gd name="textAreaTop" fmla="*/ 0 h 204840"/>
              <a:gd name="textAreaBottom" fmla="*/ 205200 h 204840"/>
            </a:gdLst>
            <a:ahLst/>
            <a:cxnLst/>
            <a:rect l="textAreaLeft" t="textAreaTop" r="textAreaRight" b="textAreaBottom"/>
            <a:pathLst>
              <a:path w="7613" h="9700">
                <a:moveTo>
                  <a:pt x="246" y="1"/>
                </a:moveTo>
                <a:cubicBezTo>
                  <a:pt x="121" y="1"/>
                  <a:pt x="0" y="117"/>
                  <a:pt x="93" y="233"/>
                </a:cubicBezTo>
                <a:lnTo>
                  <a:pt x="7257" y="9631"/>
                </a:lnTo>
                <a:cubicBezTo>
                  <a:pt x="7295" y="9679"/>
                  <a:pt x="7345" y="9699"/>
                  <a:pt x="7393" y="9699"/>
                </a:cubicBezTo>
                <a:cubicBezTo>
                  <a:pt x="7508" y="9699"/>
                  <a:pt x="7613" y="9583"/>
                  <a:pt x="7520" y="9467"/>
                </a:cubicBezTo>
                <a:lnTo>
                  <a:pt x="389" y="69"/>
                </a:lnTo>
                <a:cubicBezTo>
                  <a:pt x="350" y="21"/>
                  <a:pt x="298" y="1"/>
                  <a:pt x="2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Google Shape;740;p11"/>
          <p:cNvSpPr/>
          <p:nvPr/>
        </p:nvSpPr>
        <p:spPr>
          <a:xfrm>
            <a:off x="6294240" y="3526560"/>
            <a:ext cx="64800" cy="68040"/>
          </a:xfrm>
          <a:custGeom>
            <a:avLst/>
            <a:gdLst>
              <a:gd name="textAreaLeft" fmla="*/ 0 w 64800"/>
              <a:gd name="textAreaRight" fmla="*/ 65160 w 64800"/>
              <a:gd name="textAreaTop" fmla="*/ 0 h 68040"/>
              <a:gd name="textAreaBottom" fmla="*/ 68400 h 68040"/>
            </a:gdLst>
            <a:ahLst/>
            <a:cxnLst/>
            <a:rect l="textAreaLeft" t="textAreaTop" r="textAreaRight" b="textAreaBottom"/>
            <a:pathLst>
              <a:path w="3082" h="3230">
                <a:moveTo>
                  <a:pt x="246" y="0"/>
                </a:moveTo>
                <a:cubicBezTo>
                  <a:pt x="121" y="0"/>
                  <a:pt x="0" y="117"/>
                  <a:pt x="93" y="233"/>
                </a:cubicBezTo>
                <a:lnTo>
                  <a:pt x="93" y="266"/>
                </a:lnTo>
                <a:cubicBezTo>
                  <a:pt x="783" y="1383"/>
                  <a:pt x="1670" y="2369"/>
                  <a:pt x="2722" y="3190"/>
                </a:cubicBezTo>
                <a:cubicBezTo>
                  <a:pt x="2756" y="3218"/>
                  <a:pt x="2794" y="3230"/>
                  <a:pt x="2830" y="3230"/>
                </a:cubicBezTo>
                <a:cubicBezTo>
                  <a:pt x="2965" y="3230"/>
                  <a:pt x="3082" y="3064"/>
                  <a:pt x="2952" y="2960"/>
                </a:cubicBezTo>
                <a:cubicBezTo>
                  <a:pt x="1933" y="2139"/>
                  <a:pt x="1046" y="1186"/>
                  <a:pt x="389" y="69"/>
                </a:cubicBezTo>
                <a:cubicBezTo>
                  <a:pt x="350" y="20"/>
                  <a:pt x="298" y="0"/>
                  <a:pt x="24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741;p11"/>
          <p:cNvSpPr/>
          <p:nvPr/>
        </p:nvSpPr>
        <p:spPr>
          <a:xfrm>
            <a:off x="6152760" y="3310560"/>
            <a:ext cx="100440" cy="118080"/>
          </a:xfrm>
          <a:custGeom>
            <a:avLst/>
            <a:gdLst>
              <a:gd name="textAreaLeft" fmla="*/ 0 w 100440"/>
              <a:gd name="textAreaRight" fmla="*/ 100800 w 100440"/>
              <a:gd name="textAreaTop" fmla="*/ 0 h 118080"/>
              <a:gd name="textAreaBottom" fmla="*/ 118440 h 118080"/>
            </a:gdLst>
            <a:ahLst/>
            <a:cxnLst/>
            <a:rect l="textAreaLeft" t="textAreaTop" r="textAreaRight" b="textAreaBottom"/>
            <a:pathLst>
              <a:path w="4770" h="5598">
                <a:moveTo>
                  <a:pt x="234" y="1"/>
                </a:moveTo>
                <a:cubicBezTo>
                  <a:pt x="116" y="1"/>
                  <a:pt x="1" y="181"/>
                  <a:pt x="102" y="283"/>
                </a:cubicBezTo>
                <a:cubicBezTo>
                  <a:pt x="793" y="1203"/>
                  <a:pt x="1483" y="2090"/>
                  <a:pt x="2206" y="3010"/>
                </a:cubicBezTo>
                <a:cubicBezTo>
                  <a:pt x="2928" y="3898"/>
                  <a:pt x="3651" y="4719"/>
                  <a:pt x="4440" y="5541"/>
                </a:cubicBezTo>
                <a:cubicBezTo>
                  <a:pt x="4472" y="5581"/>
                  <a:pt x="4510" y="5597"/>
                  <a:pt x="4547" y="5597"/>
                </a:cubicBezTo>
                <a:cubicBezTo>
                  <a:pt x="4662" y="5597"/>
                  <a:pt x="4770" y="5435"/>
                  <a:pt x="4670" y="5311"/>
                </a:cubicBezTo>
                <a:cubicBezTo>
                  <a:pt x="3881" y="4489"/>
                  <a:pt x="3158" y="3668"/>
                  <a:pt x="2436" y="2780"/>
                </a:cubicBezTo>
                <a:cubicBezTo>
                  <a:pt x="1745" y="1893"/>
                  <a:pt x="1023" y="973"/>
                  <a:pt x="332" y="53"/>
                </a:cubicBezTo>
                <a:cubicBezTo>
                  <a:pt x="303" y="16"/>
                  <a:pt x="268" y="1"/>
                  <a:pt x="2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9040" bIns="59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Google Shape;742;p11"/>
          <p:cNvSpPr/>
          <p:nvPr/>
        </p:nvSpPr>
        <p:spPr>
          <a:xfrm>
            <a:off x="6261840" y="3445200"/>
            <a:ext cx="122040" cy="148680"/>
          </a:xfrm>
          <a:custGeom>
            <a:avLst/>
            <a:gdLst>
              <a:gd name="textAreaLeft" fmla="*/ 0 w 122040"/>
              <a:gd name="textAreaRight" fmla="*/ 122400 w 122040"/>
              <a:gd name="textAreaTop" fmla="*/ 0 h 148680"/>
              <a:gd name="textAreaBottom" fmla="*/ 149040 h 148680"/>
            </a:gdLst>
            <a:ahLst/>
            <a:cxnLst/>
            <a:rect l="textAreaLeft" t="textAreaTop" r="textAreaRight" b="textAreaBottom"/>
            <a:pathLst>
              <a:path w="5784" h="7046">
                <a:moveTo>
                  <a:pt x="244" y="1"/>
                </a:moveTo>
                <a:cubicBezTo>
                  <a:pt x="128" y="1"/>
                  <a:pt x="1" y="117"/>
                  <a:pt x="71" y="233"/>
                </a:cubicBezTo>
                <a:lnTo>
                  <a:pt x="103" y="233"/>
                </a:lnTo>
                <a:cubicBezTo>
                  <a:pt x="1451" y="2796"/>
                  <a:pt x="3258" y="5096"/>
                  <a:pt x="5427" y="7002"/>
                </a:cubicBezTo>
                <a:cubicBezTo>
                  <a:pt x="5464" y="7032"/>
                  <a:pt x="5505" y="7045"/>
                  <a:pt x="5544" y="7045"/>
                </a:cubicBezTo>
                <a:cubicBezTo>
                  <a:pt x="5676" y="7045"/>
                  <a:pt x="5784" y="6899"/>
                  <a:pt x="5657" y="6772"/>
                </a:cubicBezTo>
                <a:cubicBezTo>
                  <a:pt x="3521" y="4866"/>
                  <a:pt x="1714" y="2599"/>
                  <a:pt x="366" y="69"/>
                </a:cubicBezTo>
                <a:cubicBezTo>
                  <a:pt x="338" y="21"/>
                  <a:pt x="292" y="1"/>
                  <a:pt x="2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4520" bIns="74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743;p11"/>
          <p:cNvSpPr/>
          <p:nvPr/>
        </p:nvSpPr>
        <p:spPr>
          <a:xfrm>
            <a:off x="6427440" y="3327480"/>
            <a:ext cx="175680" cy="237240"/>
          </a:xfrm>
          <a:custGeom>
            <a:avLst/>
            <a:gdLst>
              <a:gd name="textAreaLeft" fmla="*/ 0 w 175680"/>
              <a:gd name="textAreaRight" fmla="*/ 176040 w 175680"/>
              <a:gd name="textAreaTop" fmla="*/ 0 h 237240"/>
              <a:gd name="textAreaBottom" fmla="*/ 237600 h 237240"/>
            </a:gdLst>
            <a:ahLst/>
            <a:cxnLst/>
            <a:rect l="textAreaLeft" t="textAreaTop" r="textAreaRight" b="textAreaBottom"/>
            <a:pathLst>
              <a:path w="8320" h="11231">
                <a:moveTo>
                  <a:pt x="246" y="0"/>
                </a:moveTo>
                <a:cubicBezTo>
                  <a:pt x="130" y="0"/>
                  <a:pt x="0" y="124"/>
                  <a:pt x="70" y="265"/>
                </a:cubicBezTo>
                <a:cubicBezTo>
                  <a:pt x="1779" y="3321"/>
                  <a:pt x="3751" y="6245"/>
                  <a:pt x="5985" y="8940"/>
                </a:cubicBezTo>
                <a:cubicBezTo>
                  <a:pt x="6642" y="9696"/>
                  <a:pt x="7300" y="10451"/>
                  <a:pt x="7990" y="11174"/>
                </a:cubicBezTo>
                <a:cubicBezTo>
                  <a:pt x="8022" y="11214"/>
                  <a:pt x="8059" y="11231"/>
                  <a:pt x="8096" y="11231"/>
                </a:cubicBezTo>
                <a:cubicBezTo>
                  <a:pt x="8211" y="11231"/>
                  <a:pt x="8319" y="11069"/>
                  <a:pt x="8220" y="10944"/>
                </a:cubicBezTo>
                <a:cubicBezTo>
                  <a:pt x="5821" y="8381"/>
                  <a:pt x="3685" y="5588"/>
                  <a:pt x="1845" y="2631"/>
                </a:cubicBezTo>
                <a:cubicBezTo>
                  <a:pt x="1319" y="1809"/>
                  <a:pt x="826" y="955"/>
                  <a:pt x="366" y="67"/>
                </a:cubicBezTo>
                <a:cubicBezTo>
                  <a:pt x="338" y="20"/>
                  <a:pt x="293" y="0"/>
                  <a:pt x="24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Google Shape;744;p11"/>
          <p:cNvSpPr/>
          <p:nvPr/>
        </p:nvSpPr>
        <p:spPr>
          <a:xfrm>
            <a:off x="5726520" y="4134600"/>
            <a:ext cx="496080" cy="195480"/>
          </a:xfrm>
          <a:custGeom>
            <a:avLst/>
            <a:gdLst>
              <a:gd name="textAreaLeft" fmla="*/ 0 w 496080"/>
              <a:gd name="textAreaRight" fmla="*/ 496440 w 496080"/>
              <a:gd name="textAreaTop" fmla="*/ 0 h 195480"/>
              <a:gd name="textAreaBottom" fmla="*/ 195840 h 195480"/>
            </a:gdLst>
            <a:ahLst/>
            <a:cxnLst/>
            <a:rect l="textAreaLeft" t="textAreaTop" r="textAreaRight" b="textAreaBottom"/>
            <a:pathLst>
              <a:path w="23463" h="9245">
                <a:moveTo>
                  <a:pt x="10171" y="0"/>
                </a:moveTo>
                <a:cubicBezTo>
                  <a:pt x="9674" y="0"/>
                  <a:pt x="9221" y="254"/>
                  <a:pt x="8939" y="678"/>
                </a:cubicBezTo>
                <a:cubicBezTo>
                  <a:pt x="8643" y="1171"/>
                  <a:pt x="8676" y="1795"/>
                  <a:pt x="9004" y="2255"/>
                </a:cubicBezTo>
                <a:cubicBezTo>
                  <a:pt x="8947" y="2230"/>
                  <a:pt x="8887" y="2219"/>
                  <a:pt x="8829" y="2219"/>
                </a:cubicBezTo>
                <a:cubicBezTo>
                  <a:pt x="8418" y="2219"/>
                  <a:pt x="8027" y="2769"/>
                  <a:pt x="8314" y="3142"/>
                </a:cubicBezTo>
                <a:cubicBezTo>
                  <a:pt x="7953" y="3274"/>
                  <a:pt x="7690" y="3537"/>
                  <a:pt x="7526" y="3898"/>
                </a:cubicBezTo>
                <a:cubicBezTo>
                  <a:pt x="7467" y="3811"/>
                  <a:pt x="7377" y="3769"/>
                  <a:pt x="7286" y="3769"/>
                </a:cubicBezTo>
                <a:cubicBezTo>
                  <a:pt x="7171" y="3769"/>
                  <a:pt x="7055" y="3836"/>
                  <a:pt x="7000" y="3964"/>
                </a:cubicBezTo>
                <a:cubicBezTo>
                  <a:pt x="6969" y="3590"/>
                  <a:pt x="6641" y="3304"/>
                  <a:pt x="6243" y="3304"/>
                </a:cubicBezTo>
                <a:cubicBezTo>
                  <a:pt x="6222" y="3304"/>
                  <a:pt x="6200" y="3305"/>
                  <a:pt x="6178" y="3307"/>
                </a:cubicBezTo>
                <a:cubicBezTo>
                  <a:pt x="5784" y="3372"/>
                  <a:pt x="5488" y="3668"/>
                  <a:pt x="5390" y="4030"/>
                </a:cubicBezTo>
                <a:cubicBezTo>
                  <a:pt x="5333" y="3931"/>
                  <a:pt x="5228" y="3886"/>
                  <a:pt x="5113" y="3886"/>
                </a:cubicBezTo>
                <a:cubicBezTo>
                  <a:pt x="4962" y="3886"/>
                  <a:pt x="4793" y="3964"/>
                  <a:pt x="4700" y="4095"/>
                </a:cubicBezTo>
                <a:cubicBezTo>
                  <a:pt x="4568" y="4358"/>
                  <a:pt x="4535" y="4654"/>
                  <a:pt x="4601" y="4917"/>
                </a:cubicBezTo>
                <a:cubicBezTo>
                  <a:pt x="4667" y="5180"/>
                  <a:pt x="4667" y="5475"/>
                  <a:pt x="4568" y="5738"/>
                </a:cubicBezTo>
                <a:cubicBezTo>
                  <a:pt x="4406" y="6108"/>
                  <a:pt x="4001" y="6202"/>
                  <a:pt x="3580" y="6202"/>
                </a:cubicBezTo>
                <a:cubicBezTo>
                  <a:pt x="3402" y="6202"/>
                  <a:pt x="3222" y="6185"/>
                  <a:pt x="3057" y="6165"/>
                </a:cubicBezTo>
                <a:cubicBezTo>
                  <a:pt x="2991" y="5870"/>
                  <a:pt x="2728" y="5705"/>
                  <a:pt x="2465" y="5705"/>
                </a:cubicBezTo>
                <a:cubicBezTo>
                  <a:pt x="2169" y="5705"/>
                  <a:pt x="1906" y="5804"/>
                  <a:pt x="1676" y="5968"/>
                </a:cubicBezTo>
                <a:cubicBezTo>
                  <a:pt x="1348" y="6165"/>
                  <a:pt x="1052" y="6395"/>
                  <a:pt x="756" y="6658"/>
                </a:cubicBezTo>
                <a:cubicBezTo>
                  <a:pt x="673" y="6638"/>
                  <a:pt x="590" y="6627"/>
                  <a:pt x="508" y="6627"/>
                </a:cubicBezTo>
                <a:cubicBezTo>
                  <a:pt x="330" y="6627"/>
                  <a:pt x="158" y="6677"/>
                  <a:pt x="1" y="6790"/>
                </a:cubicBezTo>
                <a:cubicBezTo>
                  <a:pt x="202" y="7623"/>
                  <a:pt x="714" y="8320"/>
                  <a:pt x="1417" y="8762"/>
                </a:cubicBezTo>
                <a:lnTo>
                  <a:pt x="1417" y="8762"/>
                </a:lnTo>
                <a:cubicBezTo>
                  <a:pt x="1781" y="9144"/>
                  <a:pt x="2397" y="9244"/>
                  <a:pt x="3004" y="9244"/>
                </a:cubicBezTo>
                <a:cubicBezTo>
                  <a:pt x="3189" y="9244"/>
                  <a:pt x="3373" y="9235"/>
                  <a:pt x="3549" y="9221"/>
                </a:cubicBezTo>
                <a:cubicBezTo>
                  <a:pt x="9497" y="8729"/>
                  <a:pt x="15478" y="8433"/>
                  <a:pt x="21458" y="8334"/>
                </a:cubicBezTo>
                <a:cubicBezTo>
                  <a:pt x="21918" y="8334"/>
                  <a:pt x="22378" y="8268"/>
                  <a:pt x="22806" y="8071"/>
                </a:cubicBezTo>
                <a:cubicBezTo>
                  <a:pt x="23233" y="7874"/>
                  <a:pt x="23463" y="7414"/>
                  <a:pt x="23364" y="6954"/>
                </a:cubicBezTo>
                <a:cubicBezTo>
                  <a:pt x="23288" y="6929"/>
                  <a:pt x="23211" y="6917"/>
                  <a:pt x="23137" y="6917"/>
                </a:cubicBezTo>
                <a:cubicBezTo>
                  <a:pt x="22826" y="6917"/>
                  <a:pt x="22544" y="7123"/>
                  <a:pt x="22411" y="7414"/>
                </a:cubicBezTo>
                <a:cubicBezTo>
                  <a:pt x="22214" y="6757"/>
                  <a:pt x="21721" y="6264"/>
                  <a:pt x="21097" y="6034"/>
                </a:cubicBezTo>
                <a:cubicBezTo>
                  <a:pt x="21019" y="6017"/>
                  <a:pt x="20932" y="6006"/>
                  <a:pt x="20844" y="6006"/>
                </a:cubicBezTo>
                <a:cubicBezTo>
                  <a:pt x="20737" y="6006"/>
                  <a:pt x="20630" y="6022"/>
                  <a:pt x="20539" y="6060"/>
                </a:cubicBezTo>
                <a:lnTo>
                  <a:pt x="20539" y="6060"/>
                </a:lnTo>
                <a:cubicBezTo>
                  <a:pt x="20954" y="5429"/>
                  <a:pt x="20803" y="4536"/>
                  <a:pt x="20604" y="3767"/>
                </a:cubicBezTo>
                <a:cubicBezTo>
                  <a:pt x="20571" y="3602"/>
                  <a:pt x="20505" y="3471"/>
                  <a:pt x="20407" y="3339"/>
                </a:cubicBezTo>
                <a:cubicBezTo>
                  <a:pt x="20308" y="3224"/>
                  <a:pt x="20169" y="3183"/>
                  <a:pt x="20012" y="3183"/>
                </a:cubicBezTo>
                <a:cubicBezTo>
                  <a:pt x="19856" y="3183"/>
                  <a:pt x="19684" y="3224"/>
                  <a:pt x="19520" y="3274"/>
                </a:cubicBezTo>
                <a:lnTo>
                  <a:pt x="18698" y="3471"/>
                </a:lnTo>
                <a:cubicBezTo>
                  <a:pt x="18632" y="3471"/>
                  <a:pt x="18567" y="3537"/>
                  <a:pt x="18501" y="3569"/>
                </a:cubicBezTo>
                <a:cubicBezTo>
                  <a:pt x="18271" y="3832"/>
                  <a:pt x="18698" y="4292"/>
                  <a:pt x="18534" y="4522"/>
                </a:cubicBezTo>
                <a:cubicBezTo>
                  <a:pt x="18484" y="4602"/>
                  <a:pt x="18414" y="4633"/>
                  <a:pt x="18335" y="4633"/>
                </a:cubicBezTo>
                <a:cubicBezTo>
                  <a:pt x="18150" y="4633"/>
                  <a:pt x="17916" y="4463"/>
                  <a:pt x="17778" y="4325"/>
                </a:cubicBezTo>
                <a:cubicBezTo>
                  <a:pt x="17660" y="4207"/>
                  <a:pt x="17472" y="4132"/>
                  <a:pt x="17321" y="4132"/>
                </a:cubicBezTo>
                <a:cubicBezTo>
                  <a:pt x="17235" y="4132"/>
                  <a:pt x="17161" y="4157"/>
                  <a:pt x="17120" y="4213"/>
                </a:cubicBezTo>
                <a:lnTo>
                  <a:pt x="17120" y="4213"/>
                </a:lnTo>
                <a:cubicBezTo>
                  <a:pt x="17110" y="4007"/>
                  <a:pt x="16875" y="3832"/>
                  <a:pt x="16661" y="3832"/>
                </a:cubicBezTo>
                <a:cubicBezTo>
                  <a:pt x="16365" y="3865"/>
                  <a:pt x="16135" y="3997"/>
                  <a:pt x="15905" y="4128"/>
                </a:cubicBezTo>
                <a:cubicBezTo>
                  <a:pt x="15790" y="4210"/>
                  <a:pt x="15650" y="4251"/>
                  <a:pt x="15511" y="4251"/>
                </a:cubicBezTo>
                <a:cubicBezTo>
                  <a:pt x="15371" y="4251"/>
                  <a:pt x="15231" y="4210"/>
                  <a:pt x="15116" y="4128"/>
                </a:cubicBezTo>
                <a:cubicBezTo>
                  <a:pt x="14853" y="3865"/>
                  <a:pt x="15083" y="3438"/>
                  <a:pt x="15313" y="3142"/>
                </a:cubicBezTo>
                <a:lnTo>
                  <a:pt x="14689" y="3044"/>
                </a:lnTo>
                <a:cubicBezTo>
                  <a:pt x="14952" y="2682"/>
                  <a:pt x="15116" y="2058"/>
                  <a:pt x="14722" y="1894"/>
                </a:cubicBezTo>
                <a:cubicBezTo>
                  <a:pt x="14656" y="1877"/>
                  <a:pt x="14582" y="1869"/>
                  <a:pt x="14508" y="1869"/>
                </a:cubicBezTo>
                <a:cubicBezTo>
                  <a:pt x="14434" y="1869"/>
                  <a:pt x="14360" y="1877"/>
                  <a:pt x="14295" y="1894"/>
                </a:cubicBezTo>
                <a:cubicBezTo>
                  <a:pt x="13703" y="2025"/>
                  <a:pt x="12915" y="2321"/>
                  <a:pt x="12882" y="2945"/>
                </a:cubicBezTo>
                <a:cubicBezTo>
                  <a:pt x="12520" y="2945"/>
                  <a:pt x="12192" y="3011"/>
                  <a:pt x="11896" y="3142"/>
                </a:cubicBezTo>
                <a:cubicBezTo>
                  <a:pt x="11995" y="2945"/>
                  <a:pt x="11995" y="2682"/>
                  <a:pt x="11896" y="2485"/>
                </a:cubicBezTo>
                <a:cubicBezTo>
                  <a:pt x="11830" y="2354"/>
                  <a:pt x="11732" y="2288"/>
                  <a:pt x="11666" y="2156"/>
                </a:cubicBezTo>
                <a:cubicBezTo>
                  <a:pt x="11600" y="1926"/>
                  <a:pt x="11567" y="1696"/>
                  <a:pt x="11633" y="1434"/>
                </a:cubicBezTo>
                <a:cubicBezTo>
                  <a:pt x="11605" y="1235"/>
                  <a:pt x="11454" y="987"/>
                  <a:pt x="11265" y="987"/>
                </a:cubicBezTo>
                <a:cubicBezTo>
                  <a:pt x="11235" y="987"/>
                  <a:pt x="11204" y="993"/>
                  <a:pt x="11173" y="1006"/>
                </a:cubicBezTo>
                <a:cubicBezTo>
                  <a:pt x="11337" y="546"/>
                  <a:pt x="10877" y="86"/>
                  <a:pt x="10417" y="21"/>
                </a:cubicBezTo>
                <a:cubicBezTo>
                  <a:pt x="10334" y="7"/>
                  <a:pt x="10252" y="0"/>
                  <a:pt x="1017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Google Shape;745;p11"/>
          <p:cNvSpPr/>
          <p:nvPr/>
        </p:nvSpPr>
        <p:spPr>
          <a:xfrm>
            <a:off x="6028920" y="3628800"/>
            <a:ext cx="6480" cy="176040"/>
          </a:xfrm>
          <a:custGeom>
            <a:avLst/>
            <a:gdLst>
              <a:gd name="textAreaLeft" fmla="*/ 0 w 6480"/>
              <a:gd name="textAreaRight" fmla="*/ 6840 w 6480"/>
              <a:gd name="textAreaTop" fmla="*/ 0 h 176040"/>
              <a:gd name="textAreaBottom" fmla="*/ 176400 h 176040"/>
            </a:gdLst>
            <a:ahLst/>
            <a:cxnLst/>
            <a:rect l="textAreaLeft" t="textAreaTop" r="textAreaRight" b="textAreaBottom"/>
            <a:pathLst>
              <a:path w="330" h="8339">
                <a:moveTo>
                  <a:pt x="165" y="0"/>
                </a:moveTo>
                <a:cubicBezTo>
                  <a:pt x="83" y="0"/>
                  <a:pt x="1" y="58"/>
                  <a:pt x="1" y="173"/>
                </a:cubicBezTo>
                <a:lnTo>
                  <a:pt x="1" y="8190"/>
                </a:lnTo>
                <a:cubicBezTo>
                  <a:pt x="1" y="8289"/>
                  <a:pt x="83" y="8338"/>
                  <a:pt x="165" y="8338"/>
                </a:cubicBezTo>
                <a:cubicBezTo>
                  <a:pt x="247" y="8338"/>
                  <a:pt x="329" y="8289"/>
                  <a:pt x="329" y="8190"/>
                </a:cubicBezTo>
                <a:lnTo>
                  <a:pt x="329" y="173"/>
                </a:lnTo>
                <a:cubicBezTo>
                  <a:pt x="329" y="58"/>
                  <a:pt x="247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8200" bIns="88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Google Shape;746;p11"/>
          <p:cNvSpPr/>
          <p:nvPr/>
        </p:nvSpPr>
        <p:spPr>
          <a:xfrm>
            <a:off x="6028920" y="3827520"/>
            <a:ext cx="6480" cy="48960"/>
          </a:xfrm>
          <a:custGeom>
            <a:avLst/>
            <a:gdLst>
              <a:gd name="textAreaLeft" fmla="*/ 0 w 6480"/>
              <a:gd name="textAreaRight" fmla="*/ 6840 w 6480"/>
              <a:gd name="textAreaTop" fmla="*/ 0 h 48960"/>
              <a:gd name="textAreaBottom" fmla="*/ 49320 h 48960"/>
            </a:gdLst>
            <a:ahLst/>
            <a:cxnLst/>
            <a:rect l="textAreaLeft" t="textAreaTop" r="textAreaRight" b="textAreaBottom"/>
            <a:pathLst>
              <a:path w="330" h="2326">
                <a:moveTo>
                  <a:pt x="165" y="1"/>
                </a:moveTo>
                <a:cubicBezTo>
                  <a:pt x="83" y="1"/>
                  <a:pt x="1" y="50"/>
                  <a:pt x="1" y="149"/>
                </a:cubicBezTo>
                <a:lnTo>
                  <a:pt x="1" y="2153"/>
                </a:lnTo>
                <a:cubicBezTo>
                  <a:pt x="1" y="2268"/>
                  <a:pt x="83" y="2326"/>
                  <a:pt x="165" y="2326"/>
                </a:cubicBezTo>
                <a:cubicBezTo>
                  <a:pt x="247" y="2326"/>
                  <a:pt x="329" y="2268"/>
                  <a:pt x="329" y="2153"/>
                </a:cubicBezTo>
                <a:lnTo>
                  <a:pt x="329" y="149"/>
                </a:lnTo>
                <a:cubicBezTo>
                  <a:pt x="329" y="50"/>
                  <a:pt x="247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Google Shape;747;p11"/>
          <p:cNvSpPr/>
          <p:nvPr/>
        </p:nvSpPr>
        <p:spPr>
          <a:xfrm>
            <a:off x="6043680" y="3622320"/>
            <a:ext cx="5760" cy="132840"/>
          </a:xfrm>
          <a:custGeom>
            <a:avLst/>
            <a:gdLst>
              <a:gd name="textAreaLeft" fmla="*/ 0 w 5760"/>
              <a:gd name="textAreaRight" fmla="*/ 6120 w 5760"/>
              <a:gd name="textAreaTop" fmla="*/ 0 h 132840"/>
              <a:gd name="textAreaBottom" fmla="*/ 133200 h 132840"/>
            </a:gdLst>
            <a:ahLst/>
            <a:cxnLst/>
            <a:rect l="textAreaLeft" t="textAreaTop" r="textAreaRight" b="textAreaBottom"/>
            <a:pathLst>
              <a:path w="297" h="6285">
                <a:moveTo>
                  <a:pt x="136" y="0"/>
                </a:moveTo>
                <a:cubicBezTo>
                  <a:pt x="67" y="0"/>
                  <a:pt x="1" y="49"/>
                  <a:pt x="1" y="148"/>
                </a:cubicBezTo>
                <a:lnTo>
                  <a:pt x="1" y="6161"/>
                </a:lnTo>
                <a:cubicBezTo>
                  <a:pt x="1" y="6244"/>
                  <a:pt x="67" y="6285"/>
                  <a:pt x="136" y="6285"/>
                </a:cubicBezTo>
                <a:cubicBezTo>
                  <a:pt x="206" y="6285"/>
                  <a:pt x="280" y="6244"/>
                  <a:pt x="297" y="6161"/>
                </a:cubicBezTo>
                <a:lnTo>
                  <a:pt x="297" y="148"/>
                </a:lnTo>
                <a:cubicBezTo>
                  <a:pt x="280" y="49"/>
                  <a:pt x="206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600" bIns="66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Google Shape;748;p11"/>
          <p:cNvSpPr/>
          <p:nvPr/>
        </p:nvSpPr>
        <p:spPr>
          <a:xfrm>
            <a:off x="6045120" y="3780000"/>
            <a:ext cx="6480" cy="99720"/>
          </a:xfrm>
          <a:custGeom>
            <a:avLst/>
            <a:gdLst>
              <a:gd name="textAreaLeft" fmla="*/ 0 w 6480"/>
              <a:gd name="textAreaRight" fmla="*/ 6840 w 6480"/>
              <a:gd name="textAreaTop" fmla="*/ 0 h 99720"/>
              <a:gd name="textAreaBottom" fmla="*/ 100080 h 99720"/>
            </a:gdLst>
            <a:ahLst/>
            <a:cxnLst/>
            <a:rect l="textAreaLeft" t="textAreaTop" r="textAreaRight" b="textAreaBottom"/>
            <a:pathLst>
              <a:path w="330" h="4733">
                <a:moveTo>
                  <a:pt x="165" y="0"/>
                </a:moveTo>
                <a:cubicBezTo>
                  <a:pt x="91" y="0"/>
                  <a:pt x="17" y="50"/>
                  <a:pt x="1" y="148"/>
                </a:cubicBezTo>
                <a:lnTo>
                  <a:pt x="1" y="4584"/>
                </a:lnTo>
                <a:cubicBezTo>
                  <a:pt x="17" y="4683"/>
                  <a:pt x="91" y="4732"/>
                  <a:pt x="165" y="4732"/>
                </a:cubicBezTo>
                <a:cubicBezTo>
                  <a:pt x="239" y="4732"/>
                  <a:pt x="313" y="4683"/>
                  <a:pt x="329" y="4584"/>
                </a:cubicBezTo>
                <a:lnTo>
                  <a:pt x="329" y="148"/>
                </a:lnTo>
                <a:cubicBezTo>
                  <a:pt x="313" y="50"/>
                  <a:pt x="239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040" bIns="50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Google Shape;749;p11"/>
          <p:cNvSpPr/>
          <p:nvPr/>
        </p:nvSpPr>
        <p:spPr>
          <a:xfrm>
            <a:off x="6251400" y="3643200"/>
            <a:ext cx="8640" cy="71640"/>
          </a:xfrm>
          <a:custGeom>
            <a:avLst/>
            <a:gdLst>
              <a:gd name="textAreaLeft" fmla="*/ 0 w 8640"/>
              <a:gd name="textAreaRight" fmla="*/ 9000 w 8640"/>
              <a:gd name="textAreaTop" fmla="*/ 0 h 71640"/>
              <a:gd name="textAreaBottom" fmla="*/ 72000 h 71640"/>
            </a:gdLst>
            <a:ahLst/>
            <a:cxnLst/>
            <a:rect l="textAreaLeft" t="textAreaTop" r="textAreaRight" b="textAreaBottom"/>
            <a:pathLst>
              <a:path w="428" h="3410">
                <a:moveTo>
                  <a:pt x="164" y="0"/>
                </a:moveTo>
                <a:cubicBezTo>
                  <a:pt x="82" y="0"/>
                  <a:pt x="0" y="58"/>
                  <a:pt x="0" y="173"/>
                </a:cubicBezTo>
                <a:lnTo>
                  <a:pt x="99" y="3262"/>
                </a:lnTo>
                <a:cubicBezTo>
                  <a:pt x="99" y="3360"/>
                  <a:pt x="181" y="3409"/>
                  <a:pt x="263" y="3409"/>
                </a:cubicBezTo>
                <a:cubicBezTo>
                  <a:pt x="345" y="3409"/>
                  <a:pt x="427" y="3360"/>
                  <a:pt x="427" y="3262"/>
                </a:cubicBezTo>
                <a:lnTo>
                  <a:pt x="329" y="173"/>
                </a:lnTo>
                <a:cubicBezTo>
                  <a:pt x="329" y="58"/>
                  <a:pt x="246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0" bIns="36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Google Shape;750;p11"/>
          <p:cNvSpPr/>
          <p:nvPr/>
        </p:nvSpPr>
        <p:spPr>
          <a:xfrm>
            <a:off x="5884920" y="3999960"/>
            <a:ext cx="6480" cy="216360"/>
          </a:xfrm>
          <a:custGeom>
            <a:avLst/>
            <a:gdLst>
              <a:gd name="textAreaLeft" fmla="*/ 0 w 6480"/>
              <a:gd name="textAreaRight" fmla="*/ 6840 w 6480"/>
              <a:gd name="textAreaTop" fmla="*/ 0 h 216360"/>
              <a:gd name="textAreaBottom" fmla="*/ 216720 h 216360"/>
            </a:gdLst>
            <a:ahLst/>
            <a:cxnLst/>
            <a:rect l="textAreaLeft" t="textAreaTop" r="textAreaRight" b="textAreaBottom"/>
            <a:pathLst>
              <a:path w="330" h="10245">
                <a:moveTo>
                  <a:pt x="165" y="0"/>
                </a:moveTo>
                <a:cubicBezTo>
                  <a:pt x="83" y="0"/>
                  <a:pt x="1" y="50"/>
                  <a:pt x="1" y="148"/>
                </a:cubicBezTo>
                <a:lnTo>
                  <a:pt x="1" y="10072"/>
                </a:lnTo>
                <a:cubicBezTo>
                  <a:pt x="1" y="10187"/>
                  <a:pt x="83" y="10244"/>
                  <a:pt x="165" y="10244"/>
                </a:cubicBezTo>
                <a:cubicBezTo>
                  <a:pt x="247" y="10244"/>
                  <a:pt x="329" y="10187"/>
                  <a:pt x="329" y="10072"/>
                </a:cubicBezTo>
                <a:lnTo>
                  <a:pt x="329" y="148"/>
                </a:lnTo>
                <a:cubicBezTo>
                  <a:pt x="329" y="50"/>
                  <a:pt x="247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Google Shape;751;p11"/>
          <p:cNvSpPr/>
          <p:nvPr/>
        </p:nvSpPr>
        <p:spPr>
          <a:xfrm>
            <a:off x="5898960" y="3988080"/>
            <a:ext cx="6480" cy="110880"/>
          </a:xfrm>
          <a:custGeom>
            <a:avLst/>
            <a:gdLst>
              <a:gd name="textAreaLeft" fmla="*/ 0 w 6480"/>
              <a:gd name="textAreaRight" fmla="*/ 6840 w 6480"/>
              <a:gd name="textAreaTop" fmla="*/ 0 h 110880"/>
              <a:gd name="textAreaBottom" fmla="*/ 111240 h 110880"/>
            </a:gdLst>
            <a:ahLst/>
            <a:cxnLst/>
            <a:rect l="textAreaLeft" t="textAreaTop" r="textAreaRight" b="textAreaBottom"/>
            <a:pathLst>
              <a:path w="330" h="5251">
                <a:moveTo>
                  <a:pt x="165" y="1"/>
                </a:moveTo>
                <a:cubicBezTo>
                  <a:pt x="83" y="1"/>
                  <a:pt x="1" y="58"/>
                  <a:pt x="1" y="173"/>
                </a:cubicBezTo>
                <a:lnTo>
                  <a:pt x="1" y="5102"/>
                </a:lnTo>
                <a:cubicBezTo>
                  <a:pt x="1" y="5201"/>
                  <a:pt x="83" y="5250"/>
                  <a:pt x="165" y="5250"/>
                </a:cubicBezTo>
                <a:cubicBezTo>
                  <a:pt x="247" y="5250"/>
                  <a:pt x="329" y="5201"/>
                  <a:pt x="329" y="5102"/>
                </a:cubicBezTo>
                <a:lnTo>
                  <a:pt x="329" y="173"/>
                </a:lnTo>
                <a:cubicBezTo>
                  <a:pt x="329" y="58"/>
                  <a:pt x="247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5440" bIns="55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Google Shape;752;p11"/>
          <p:cNvSpPr/>
          <p:nvPr/>
        </p:nvSpPr>
        <p:spPr>
          <a:xfrm>
            <a:off x="5896800" y="4113360"/>
            <a:ext cx="7200" cy="97200"/>
          </a:xfrm>
          <a:custGeom>
            <a:avLst/>
            <a:gdLst>
              <a:gd name="textAreaLeft" fmla="*/ 0 w 7200"/>
              <a:gd name="textAreaRight" fmla="*/ 7560 w 7200"/>
              <a:gd name="textAreaTop" fmla="*/ 0 h 97200"/>
              <a:gd name="textAreaBottom" fmla="*/ 97560 h 97200"/>
            </a:gdLst>
            <a:ahLst/>
            <a:cxnLst/>
            <a:rect l="textAreaLeft" t="textAreaTop" r="textAreaRight" b="textAreaBottom"/>
            <a:pathLst>
              <a:path w="362" h="4601">
                <a:moveTo>
                  <a:pt x="165" y="0"/>
                </a:moveTo>
                <a:cubicBezTo>
                  <a:pt x="91" y="0"/>
                  <a:pt x="17" y="50"/>
                  <a:pt x="0" y="148"/>
                </a:cubicBezTo>
                <a:lnTo>
                  <a:pt x="33" y="4453"/>
                </a:lnTo>
                <a:cubicBezTo>
                  <a:pt x="50" y="4552"/>
                  <a:pt x="124" y="4601"/>
                  <a:pt x="197" y="4601"/>
                </a:cubicBezTo>
                <a:cubicBezTo>
                  <a:pt x="271" y="4601"/>
                  <a:pt x="345" y="4552"/>
                  <a:pt x="362" y="4453"/>
                </a:cubicBezTo>
                <a:lnTo>
                  <a:pt x="329" y="148"/>
                </a:lnTo>
                <a:cubicBezTo>
                  <a:pt x="312" y="50"/>
                  <a:pt x="239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600" bIns="4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Google Shape;753;p11"/>
          <p:cNvSpPr/>
          <p:nvPr/>
        </p:nvSpPr>
        <p:spPr>
          <a:xfrm>
            <a:off x="6289920" y="3671280"/>
            <a:ext cx="209880" cy="212400"/>
          </a:xfrm>
          <a:custGeom>
            <a:avLst/>
            <a:gdLst>
              <a:gd name="textAreaLeft" fmla="*/ 0 w 209880"/>
              <a:gd name="textAreaRight" fmla="*/ 210240 w 209880"/>
              <a:gd name="textAreaTop" fmla="*/ 0 h 212400"/>
              <a:gd name="textAreaBottom" fmla="*/ 212760 h 212400"/>
            </a:gdLst>
            <a:ahLst/>
            <a:cxnLst/>
            <a:rect l="textAreaLeft" t="textAreaTop" r="textAreaRight" b="textAreaBottom"/>
            <a:pathLst>
              <a:path w="9938" h="10057">
                <a:moveTo>
                  <a:pt x="9706" y="1"/>
                </a:moveTo>
                <a:cubicBezTo>
                  <a:pt x="9679" y="1"/>
                  <a:pt x="9652" y="9"/>
                  <a:pt x="9627" y="28"/>
                </a:cubicBezTo>
                <a:lnTo>
                  <a:pt x="2234" y="7585"/>
                </a:lnTo>
                <a:lnTo>
                  <a:pt x="131" y="9787"/>
                </a:lnTo>
                <a:cubicBezTo>
                  <a:pt x="1" y="9891"/>
                  <a:pt x="117" y="10056"/>
                  <a:pt x="253" y="10056"/>
                </a:cubicBezTo>
                <a:cubicBezTo>
                  <a:pt x="289" y="10056"/>
                  <a:pt x="326" y="10045"/>
                  <a:pt x="361" y="10017"/>
                </a:cubicBezTo>
                <a:lnTo>
                  <a:pt x="361" y="9984"/>
                </a:lnTo>
                <a:lnTo>
                  <a:pt x="7754" y="2426"/>
                </a:lnTo>
                <a:lnTo>
                  <a:pt x="9857" y="258"/>
                </a:lnTo>
                <a:cubicBezTo>
                  <a:pt x="9937" y="151"/>
                  <a:pt x="9823" y="1"/>
                  <a:pt x="970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Google Shape;754;p11"/>
          <p:cNvSpPr/>
          <p:nvPr/>
        </p:nvSpPr>
        <p:spPr>
          <a:xfrm>
            <a:off x="6499800" y="3567240"/>
            <a:ext cx="92160" cy="101880"/>
          </a:xfrm>
          <a:custGeom>
            <a:avLst/>
            <a:gdLst>
              <a:gd name="textAreaLeft" fmla="*/ 0 w 92160"/>
              <a:gd name="textAreaRight" fmla="*/ 92520 w 92160"/>
              <a:gd name="textAreaTop" fmla="*/ 0 h 101880"/>
              <a:gd name="textAreaBottom" fmla="*/ 102240 h 101880"/>
            </a:gdLst>
            <a:ahLst/>
            <a:cxnLst/>
            <a:rect l="textAreaLeft" t="textAreaTop" r="textAreaRight" b="textAreaBottom"/>
            <a:pathLst>
              <a:path w="4372" h="4827">
                <a:moveTo>
                  <a:pt x="4148" y="1"/>
                </a:moveTo>
                <a:cubicBezTo>
                  <a:pt x="4112" y="1"/>
                  <a:pt x="4074" y="18"/>
                  <a:pt x="4042" y="57"/>
                </a:cubicBezTo>
                <a:cubicBezTo>
                  <a:pt x="2727" y="1536"/>
                  <a:pt x="1413" y="3048"/>
                  <a:pt x="99" y="4526"/>
                </a:cubicBezTo>
                <a:cubicBezTo>
                  <a:pt x="1" y="4649"/>
                  <a:pt x="104" y="4827"/>
                  <a:pt x="217" y="4827"/>
                </a:cubicBezTo>
                <a:cubicBezTo>
                  <a:pt x="256" y="4827"/>
                  <a:pt x="295" y="4806"/>
                  <a:pt x="329" y="4756"/>
                </a:cubicBezTo>
                <a:cubicBezTo>
                  <a:pt x="1643" y="3278"/>
                  <a:pt x="2958" y="1766"/>
                  <a:pt x="4272" y="287"/>
                </a:cubicBezTo>
                <a:cubicBezTo>
                  <a:pt x="4371" y="163"/>
                  <a:pt x="4264" y="1"/>
                  <a:pt x="41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1120" bIns="51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Google Shape;755;p11"/>
          <p:cNvSpPr/>
          <p:nvPr/>
        </p:nvSpPr>
        <p:spPr>
          <a:xfrm>
            <a:off x="6299640" y="3738240"/>
            <a:ext cx="159480" cy="159120"/>
          </a:xfrm>
          <a:custGeom>
            <a:avLst/>
            <a:gdLst>
              <a:gd name="textAreaLeft" fmla="*/ 0 w 159480"/>
              <a:gd name="textAreaRight" fmla="*/ 159840 w 159480"/>
              <a:gd name="textAreaTop" fmla="*/ 0 h 159120"/>
              <a:gd name="textAreaBottom" fmla="*/ 159480 h 159120"/>
            </a:gdLst>
            <a:ahLst/>
            <a:cxnLst/>
            <a:rect l="textAreaLeft" t="textAreaTop" r="textAreaRight" b="textAreaBottom"/>
            <a:pathLst>
              <a:path w="7553" h="7540">
                <a:moveTo>
                  <a:pt x="7322" y="1"/>
                </a:moveTo>
                <a:cubicBezTo>
                  <a:pt x="7281" y="1"/>
                  <a:pt x="7238" y="17"/>
                  <a:pt x="7198" y="57"/>
                </a:cubicBezTo>
                <a:cubicBezTo>
                  <a:pt x="4766" y="2357"/>
                  <a:pt x="2400" y="4756"/>
                  <a:pt x="100" y="7253"/>
                </a:cubicBezTo>
                <a:cubicBezTo>
                  <a:pt x="0" y="7378"/>
                  <a:pt x="108" y="7540"/>
                  <a:pt x="223" y="7540"/>
                </a:cubicBezTo>
                <a:cubicBezTo>
                  <a:pt x="260" y="7540"/>
                  <a:pt x="298" y="7523"/>
                  <a:pt x="330" y="7483"/>
                </a:cubicBezTo>
                <a:cubicBezTo>
                  <a:pt x="2630" y="4986"/>
                  <a:pt x="4996" y="2587"/>
                  <a:pt x="7428" y="287"/>
                </a:cubicBezTo>
                <a:cubicBezTo>
                  <a:pt x="7552" y="163"/>
                  <a:pt x="7450" y="1"/>
                  <a:pt x="73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560" bIns="79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756;p11"/>
          <p:cNvSpPr/>
          <p:nvPr/>
        </p:nvSpPr>
        <p:spPr>
          <a:xfrm>
            <a:off x="6463080" y="3556080"/>
            <a:ext cx="172080" cy="179640"/>
          </a:xfrm>
          <a:custGeom>
            <a:avLst/>
            <a:gdLst>
              <a:gd name="textAreaLeft" fmla="*/ 0 w 172080"/>
              <a:gd name="textAreaRight" fmla="*/ 172440 w 172080"/>
              <a:gd name="textAreaTop" fmla="*/ 0 h 179640"/>
              <a:gd name="textAreaBottom" fmla="*/ 180000 h 179640"/>
            </a:gdLst>
            <a:ahLst/>
            <a:cxnLst/>
            <a:rect l="textAreaLeft" t="textAreaTop" r="textAreaRight" b="textAreaBottom"/>
            <a:pathLst>
              <a:path w="8155" h="8505">
                <a:moveTo>
                  <a:pt x="7932" y="0"/>
                </a:moveTo>
                <a:cubicBezTo>
                  <a:pt x="7895" y="0"/>
                  <a:pt x="7857" y="17"/>
                  <a:pt x="7825" y="57"/>
                </a:cubicBezTo>
                <a:cubicBezTo>
                  <a:pt x="5032" y="2587"/>
                  <a:pt x="2206" y="5150"/>
                  <a:pt x="70" y="8272"/>
                </a:cubicBezTo>
                <a:cubicBezTo>
                  <a:pt x="1" y="8388"/>
                  <a:pt x="112" y="8504"/>
                  <a:pt x="229" y="8504"/>
                </a:cubicBezTo>
                <a:cubicBezTo>
                  <a:pt x="278" y="8504"/>
                  <a:pt x="327" y="8484"/>
                  <a:pt x="366" y="8436"/>
                </a:cubicBezTo>
                <a:cubicBezTo>
                  <a:pt x="2469" y="5347"/>
                  <a:pt x="5295" y="2784"/>
                  <a:pt x="8055" y="287"/>
                </a:cubicBezTo>
                <a:cubicBezTo>
                  <a:pt x="8155" y="162"/>
                  <a:pt x="8047" y="0"/>
                  <a:pt x="79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0" bIns="90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757;p11"/>
          <p:cNvSpPr/>
          <p:nvPr/>
        </p:nvSpPr>
        <p:spPr>
          <a:xfrm>
            <a:off x="6663960" y="3682440"/>
            <a:ext cx="178560" cy="200880"/>
          </a:xfrm>
          <a:custGeom>
            <a:avLst/>
            <a:gdLst>
              <a:gd name="textAreaLeft" fmla="*/ 0 w 178560"/>
              <a:gd name="textAreaRight" fmla="*/ 178920 w 178560"/>
              <a:gd name="textAreaTop" fmla="*/ 0 h 200880"/>
              <a:gd name="textAreaBottom" fmla="*/ 201240 h 200880"/>
            </a:gdLst>
            <a:ahLst/>
            <a:cxnLst/>
            <a:rect l="textAreaLeft" t="textAreaTop" r="textAreaRight" b="textAreaBottom"/>
            <a:pathLst>
              <a:path w="8448" h="9512">
                <a:moveTo>
                  <a:pt x="8224" y="1"/>
                </a:moveTo>
                <a:cubicBezTo>
                  <a:pt x="8187" y="1"/>
                  <a:pt x="8149" y="17"/>
                  <a:pt x="8118" y="57"/>
                </a:cubicBezTo>
                <a:cubicBezTo>
                  <a:pt x="5554" y="3212"/>
                  <a:pt x="2893" y="6268"/>
                  <a:pt x="100" y="9225"/>
                </a:cubicBezTo>
                <a:cubicBezTo>
                  <a:pt x="0" y="9350"/>
                  <a:pt x="108" y="9512"/>
                  <a:pt x="223" y="9512"/>
                </a:cubicBezTo>
                <a:cubicBezTo>
                  <a:pt x="260" y="9512"/>
                  <a:pt x="298" y="9495"/>
                  <a:pt x="330" y="9455"/>
                </a:cubicBezTo>
                <a:cubicBezTo>
                  <a:pt x="3090" y="6498"/>
                  <a:pt x="5785" y="3442"/>
                  <a:pt x="8348" y="287"/>
                </a:cubicBezTo>
                <a:cubicBezTo>
                  <a:pt x="8447" y="163"/>
                  <a:pt x="8339" y="1"/>
                  <a:pt x="822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758;p11"/>
          <p:cNvSpPr/>
          <p:nvPr/>
        </p:nvSpPr>
        <p:spPr>
          <a:xfrm>
            <a:off x="6837840" y="3549960"/>
            <a:ext cx="98280" cy="120960"/>
          </a:xfrm>
          <a:custGeom>
            <a:avLst/>
            <a:gdLst>
              <a:gd name="textAreaLeft" fmla="*/ 0 w 98280"/>
              <a:gd name="textAreaRight" fmla="*/ 98640 w 98280"/>
              <a:gd name="textAreaTop" fmla="*/ 0 h 120960"/>
              <a:gd name="textAreaBottom" fmla="*/ 121320 h 120960"/>
            </a:gdLst>
            <a:ahLst/>
            <a:cxnLst/>
            <a:rect l="textAreaLeft" t="textAreaTop" r="textAreaRight" b="textAreaBottom"/>
            <a:pathLst>
              <a:path w="4668" h="5732">
                <a:moveTo>
                  <a:pt x="4464" y="0"/>
                </a:moveTo>
                <a:cubicBezTo>
                  <a:pt x="4417" y="0"/>
                  <a:pt x="4369" y="23"/>
                  <a:pt x="4338" y="75"/>
                </a:cubicBezTo>
                <a:cubicBezTo>
                  <a:pt x="3713" y="1028"/>
                  <a:pt x="3023" y="1915"/>
                  <a:pt x="2268" y="2769"/>
                </a:cubicBezTo>
                <a:lnTo>
                  <a:pt x="99" y="5431"/>
                </a:lnTo>
                <a:cubicBezTo>
                  <a:pt x="1" y="5554"/>
                  <a:pt x="104" y="5731"/>
                  <a:pt x="217" y="5731"/>
                </a:cubicBezTo>
                <a:cubicBezTo>
                  <a:pt x="256" y="5731"/>
                  <a:pt x="295" y="5711"/>
                  <a:pt x="329" y="5661"/>
                </a:cubicBezTo>
                <a:lnTo>
                  <a:pt x="2563" y="2901"/>
                </a:lnTo>
                <a:cubicBezTo>
                  <a:pt x="3319" y="2079"/>
                  <a:pt x="4009" y="1192"/>
                  <a:pt x="4601" y="239"/>
                </a:cubicBezTo>
                <a:cubicBezTo>
                  <a:pt x="4668" y="104"/>
                  <a:pt x="4567" y="0"/>
                  <a:pt x="44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480" bIns="60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759;p11"/>
          <p:cNvSpPr/>
          <p:nvPr/>
        </p:nvSpPr>
        <p:spPr>
          <a:xfrm>
            <a:off x="6749280" y="3635280"/>
            <a:ext cx="95040" cy="101160"/>
          </a:xfrm>
          <a:custGeom>
            <a:avLst/>
            <a:gdLst>
              <a:gd name="textAreaLeft" fmla="*/ 0 w 95040"/>
              <a:gd name="textAreaRight" fmla="*/ 95400 w 95040"/>
              <a:gd name="textAreaTop" fmla="*/ 0 h 101160"/>
              <a:gd name="textAreaBottom" fmla="*/ 101520 h 101160"/>
            </a:gdLst>
            <a:ahLst/>
            <a:cxnLst/>
            <a:rect l="textAreaLeft" t="textAreaTop" r="textAreaRight" b="textAreaBottom"/>
            <a:pathLst>
              <a:path w="4509" h="4799">
                <a:moveTo>
                  <a:pt x="4279" y="0"/>
                </a:moveTo>
                <a:cubicBezTo>
                  <a:pt x="4244" y="0"/>
                  <a:pt x="4208" y="12"/>
                  <a:pt x="4173" y="40"/>
                </a:cubicBezTo>
                <a:lnTo>
                  <a:pt x="4173" y="40"/>
                </a:lnTo>
                <a:cubicBezTo>
                  <a:pt x="4178" y="34"/>
                  <a:pt x="4183" y="29"/>
                  <a:pt x="4187" y="24"/>
                </a:cubicBezTo>
                <a:lnTo>
                  <a:pt x="4187" y="24"/>
                </a:lnTo>
                <a:lnTo>
                  <a:pt x="4154" y="57"/>
                </a:lnTo>
                <a:cubicBezTo>
                  <a:pt x="4161" y="50"/>
                  <a:pt x="4167" y="45"/>
                  <a:pt x="4173" y="40"/>
                </a:cubicBezTo>
                <a:lnTo>
                  <a:pt x="4173" y="40"/>
                </a:lnTo>
                <a:cubicBezTo>
                  <a:pt x="3488" y="823"/>
                  <a:pt x="2802" y="1607"/>
                  <a:pt x="2117" y="2423"/>
                </a:cubicBezTo>
                <a:cubicBezTo>
                  <a:pt x="1788" y="2850"/>
                  <a:pt x="1460" y="3211"/>
                  <a:pt x="1164" y="3639"/>
                </a:cubicBezTo>
                <a:cubicBezTo>
                  <a:pt x="901" y="4000"/>
                  <a:pt x="573" y="4296"/>
                  <a:pt x="178" y="4460"/>
                </a:cubicBezTo>
                <a:cubicBezTo>
                  <a:pt x="0" y="4549"/>
                  <a:pt x="36" y="4798"/>
                  <a:pt x="190" y="4798"/>
                </a:cubicBezTo>
                <a:cubicBezTo>
                  <a:pt x="206" y="4798"/>
                  <a:pt x="225" y="4795"/>
                  <a:pt x="244" y="4789"/>
                </a:cubicBezTo>
                <a:cubicBezTo>
                  <a:pt x="638" y="4624"/>
                  <a:pt x="967" y="4361"/>
                  <a:pt x="1230" y="4033"/>
                </a:cubicBezTo>
                <a:cubicBezTo>
                  <a:pt x="1558" y="3639"/>
                  <a:pt x="1887" y="3211"/>
                  <a:pt x="2248" y="2817"/>
                </a:cubicBezTo>
                <a:cubicBezTo>
                  <a:pt x="2938" y="1963"/>
                  <a:pt x="3661" y="1108"/>
                  <a:pt x="4384" y="287"/>
                </a:cubicBezTo>
                <a:cubicBezTo>
                  <a:pt x="4509" y="162"/>
                  <a:pt x="4407" y="0"/>
                  <a:pt x="427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760" bIns="50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760;p11"/>
          <p:cNvSpPr/>
          <p:nvPr/>
        </p:nvSpPr>
        <p:spPr>
          <a:xfrm>
            <a:off x="6710400" y="3772440"/>
            <a:ext cx="79560" cy="93960"/>
          </a:xfrm>
          <a:custGeom>
            <a:avLst/>
            <a:gdLst>
              <a:gd name="textAreaLeft" fmla="*/ 0 w 79560"/>
              <a:gd name="textAreaRight" fmla="*/ 79920 w 79560"/>
              <a:gd name="textAreaTop" fmla="*/ 0 h 93960"/>
              <a:gd name="textAreaBottom" fmla="*/ 94320 h 93960"/>
            </a:gdLst>
            <a:ahLst/>
            <a:cxnLst/>
            <a:rect l="textAreaLeft" t="textAreaTop" r="textAreaRight" b="textAreaBottom"/>
            <a:pathLst>
              <a:path w="3782" h="4452">
                <a:moveTo>
                  <a:pt x="3559" y="1"/>
                </a:moveTo>
                <a:cubicBezTo>
                  <a:pt x="3522" y="1"/>
                  <a:pt x="3484" y="17"/>
                  <a:pt x="3452" y="57"/>
                </a:cubicBezTo>
                <a:lnTo>
                  <a:pt x="100" y="4165"/>
                </a:lnTo>
                <a:cubicBezTo>
                  <a:pt x="1" y="4289"/>
                  <a:pt x="109" y="4451"/>
                  <a:pt x="224" y="4451"/>
                </a:cubicBezTo>
                <a:cubicBezTo>
                  <a:pt x="261" y="4451"/>
                  <a:pt x="298" y="4435"/>
                  <a:pt x="330" y="4395"/>
                </a:cubicBezTo>
                <a:lnTo>
                  <a:pt x="3682" y="287"/>
                </a:lnTo>
                <a:cubicBezTo>
                  <a:pt x="3782" y="163"/>
                  <a:pt x="3674" y="1"/>
                  <a:pt x="35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160" bIns="47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Google Shape;761;p11"/>
          <p:cNvSpPr/>
          <p:nvPr/>
        </p:nvSpPr>
        <p:spPr>
          <a:xfrm>
            <a:off x="6075000" y="3769560"/>
            <a:ext cx="160560" cy="135360"/>
          </a:xfrm>
          <a:custGeom>
            <a:avLst/>
            <a:gdLst>
              <a:gd name="textAreaLeft" fmla="*/ 0 w 160560"/>
              <a:gd name="textAreaRight" fmla="*/ 160920 w 160560"/>
              <a:gd name="textAreaTop" fmla="*/ 0 h 135360"/>
              <a:gd name="textAreaBottom" fmla="*/ 135720 h 135360"/>
            </a:gdLst>
            <a:ahLst/>
            <a:cxnLst/>
            <a:rect l="textAreaLeft" t="textAreaTop" r="textAreaRight" b="textAreaBottom"/>
            <a:pathLst>
              <a:path w="7606" h="6405">
                <a:moveTo>
                  <a:pt x="7375" y="0"/>
                </a:moveTo>
                <a:cubicBezTo>
                  <a:pt x="7334" y="0"/>
                  <a:pt x="7291" y="17"/>
                  <a:pt x="7251" y="57"/>
                </a:cubicBezTo>
                <a:lnTo>
                  <a:pt x="3833" y="3113"/>
                </a:lnTo>
                <a:lnTo>
                  <a:pt x="2157" y="4624"/>
                </a:lnTo>
                <a:lnTo>
                  <a:pt x="1336" y="5380"/>
                </a:lnTo>
                <a:lnTo>
                  <a:pt x="876" y="5774"/>
                </a:lnTo>
                <a:cubicBezTo>
                  <a:pt x="731" y="5890"/>
                  <a:pt x="561" y="6082"/>
                  <a:pt x="366" y="6082"/>
                </a:cubicBezTo>
                <a:cubicBezTo>
                  <a:pt x="339" y="6082"/>
                  <a:pt x="312" y="6078"/>
                  <a:pt x="284" y="6070"/>
                </a:cubicBezTo>
                <a:cubicBezTo>
                  <a:pt x="272" y="6068"/>
                  <a:pt x="261" y="6068"/>
                  <a:pt x="250" y="6068"/>
                </a:cubicBezTo>
                <a:cubicBezTo>
                  <a:pt x="48" y="6068"/>
                  <a:pt x="1" y="6337"/>
                  <a:pt x="219" y="6399"/>
                </a:cubicBezTo>
                <a:lnTo>
                  <a:pt x="186" y="6399"/>
                </a:lnTo>
                <a:cubicBezTo>
                  <a:pt x="223" y="6403"/>
                  <a:pt x="260" y="6405"/>
                  <a:pt x="296" y="6405"/>
                </a:cubicBezTo>
                <a:cubicBezTo>
                  <a:pt x="554" y="6405"/>
                  <a:pt x="802" y="6304"/>
                  <a:pt x="974" y="6103"/>
                </a:cubicBezTo>
                <a:cubicBezTo>
                  <a:pt x="1303" y="5840"/>
                  <a:pt x="1599" y="5577"/>
                  <a:pt x="1894" y="5282"/>
                </a:cubicBezTo>
                <a:lnTo>
                  <a:pt x="3735" y="3606"/>
                </a:lnTo>
                <a:lnTo>
                  <a:pt x="7481" y="287"/>
                </a:lnTo>
                <a:cubicBezTo>
                  <a:pt x="7605" y="162"/>
                  <a:pt x="7503" y="0"/>
                  <a:pt x="737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680" bIns="67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Google Shape;762;p11"/>
          <p:cNvSpPr/>
          <p:nvPr/>
        </p:nvSpPr>
        <p:spPr>
          <a:xfrm>
            <a:off x="6373440" y="3566520"/>
            <a:ext cx="90720" cy="84600"/>
          </a:xfrm>
          <a:custGeom>
            <a:avLst/>
            <a:gdLst>
              <a:gd name="textAreaLeft" fmla="*/ 0 w 90720"/>
              <a:gd name="textAreaRight" fmla="*/ 91080 w 90720"/>
              <a:gd name="textAreaTop" fmla="*/ 0 h 84600"/>
              <a:gd name="textAreaBottom" fmla="*/ 84960 h 84600"/>
            </a:gdLst>
            <a:ahLst/>
            <a:cxnLst/>
            <a:rect l="textAreaLeft" t="textAreaTop" r="textAreaRight" b="textAreaBottom"/>
            <a:pathLst>
              <a:path w="4305" h="4007">
                <a:moveTo>
                  <a:pt x="4081" y="0"/>
                </a:moveTo>
                <a:cubicBezTo>
                  <a:pt x="4044" y="0"/>
                  <a:pt x="4007" y="17"/>
                  <a:pt x="3975" y="57"/>
                </a:cubicBezTo>
                <a:cubicBezTo>
                  <a:pt x="2759" y="1371"/>
                  <a:pt x="1477" y="2587"/>
                  <a:pt x="130" y="3737"/>
                </a:cubicBezTo>
                <a:cubicBezTo>
                  <a:pt x="0" y="3841"/>
                  <a:pt x="117" y="4006"/>
                  <a:pt x="252" y="4006"/>
                </a:cubicBezTo>
                <a:cubicBezTo>
                  <a:pt x="288" y="4006"/>
                  <a:pt x="326" y="3995"/>
                  <a:pt x="360" y="3967"/>
                </a:cubicBezTo>
                <a:cubicBezTo>
                  <a:pt x="1707" y="2817"/>
                  <a:pt x="2989" y="1601"/>
                  <a:pt x="4205" y="287"/>
                </a:cubicBezTo>
                <a:cubicBezTo>
                  <a:pt x="4304" y="162"/>
                  <a:pt x="4196" y="0"/>
                  <a:pt x="40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480" bIns="42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Google Shape;763;p11"/>
          <p:cNvSpPr/>
          <p:nvPr/>
        </p:nvSpPr>
        <p:spPr>
          <a:xfrm>
            <a:off x="6803640" y="3884400"/>
            <a:ext cx="8640" cy="132840"/>
          </a:xfrm>
          <a:custGeom>
            <a:avLst/>
            <a:gdLst>
              <a:gd name="textAreaLeft" fmla="*/ 0 w 8640"/>
              <a:gd name="textAreaRight" fmla="*/ 9000 w 8640"/>
              <a:gd name="textAreaTop" fmla="*/ 0 h 132840"/>
              <a:gd name="textAreaBottom" fmla="*/ 133200 h 132840"/>
            </a:gdLst>
            <a:ahLst/>
            <a:cxnLst/>
            <a:rect l="textAreaLeft" t="textAreaTop" r="textAreaRight" b="textAreaBottom"/>
            <a:pathLst>
              <a:path w="428" h="6294">
                <a:moveTo>
                  <a:pt x="230" y="0"/>
                </a:moveTo>
                <a:cubicBezTo>
                  <a:pt x="156" y="0"/>
                  <a:pt x="82" y="50"/>
                  <a:pt x="66" y="148"/>
                </a:cubicBezTo>
                <a:cubicBezTo>
                  <a:pt x="66" y="1430"/>
                  <a:pt x="66" y="2744"/>
                  <a:pt x="66" y="4026"/>
                </a:cubicBezTo>
                <a:cubicBezTo>
                  <a:pt x="66" y="4683"/>
                  <a:pt x="0" y="5307"/>
                  <a:pt x="0" y="5965"/>
                </a:cubicBezTo>
                <a:cubicBezTo>
                  <a:pt x="0" y="6096"/>
                  <a:pt x="33" y="6293"/>
                  <a:pt x="197" y="6293"/>
                </a:cubicBezTo>
                <a:cubicBezTo>
                  <a:pt x="361" y="6293"/>
                  <a:pt x="427" y="6129"/>
                  <a:pt x="394" y="6030"/>
                </a:cubicBezTo>
                <a:cubicBezTo>
                  <a:pt x="380" y="5988"/>
                  <a:pt x="360" y="5957"/>
                  <a:pt x="336" y="5936"/>
                </a:cubicBezTo>
                <a:lnTo>
                  <a:pt x="336" y="5936"/>
                </a:lnTo>
                <a:cubicBezTo>
                  <a:pt x="334" y="5925"/>
                  <a:pt x="332" y="5912"/>
                  <a:pt x="329" y="5899"/>
                </a:cubicBezTo>
                <a:cubicBezTo>
                  <a:pt x="296" y="5800"/>
                  <a:pt x="329" y="5767"/>
                  <a:pt x="329" y="5702"/>
                </a:cubicBezTo>
                <a:lnTo>
                  <a:pt x="329" y="5307"/>
                </a:lnTo>
                <a:lnTo>
                  <a:pt x="361" y="4584"/>
                </a:lnTo>
                <a:cubicBezTo>
                  <a:pt x="361" y="4092"/>
                  <a:pt x="394" y="3599"/>
                  <a:pt x="394" y="3106"/>
                </a:cubicBezTo>
                <a:lnTo>
                  <a:pt x="394" y="148"/>
                </a:lnTo>
                <a:cubicBezTo>
                  <a:pt x="378" y="50"/>
                  <a:pt x="304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600" bIns="66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" name="Google Shape;764;p11"/>
          <p:cNvSpPr/>
          <p:nvPr/>
        </p:nvSpPr>
        <p:spPr>
          <a:xfrm>
            <a:off x="6883200" y="3762720"/>
            <a:ext cx="10800" cy="82440"/>
          </a:xfrm>
          <a:custGeom>
            <a:avLst/>
            <a:gdLst>
              <a:gd name="textAreaLeft" fmla="*/ 0 w 10800"/>
              <a:gd name="textAreaRight" fmla="*/ 11160 w 10800"/>
              <a:gd name="textAreaTop" fmla="*/ 0 h 82440"/>
              <a:gd name="textAreaBottom" fmla="*/ 82800 h 82440"/>
            </a:gdLst>
            <a:ahLst/>
            <a:cxnLst/>
            <a:rect l="textAreaLeft" t="textAreaTop" r="textAreaRight" b="textAreaBottom"/>
            <a:pathLst>
              <a:path w="526" h="3912">
                <a:moveTo>
                  <a:pt x="362" y="1"/>
                </a:moveTo>
                <a:cubicBezTo>
                  <a:pt x="288" y="1"/>
                  <a:pt x="214" y="50"/>
                  <a:pt x="197" y="149"/>
                </a:cubicBezTo>
                <a:cubicBezTo>
                  <a:pt x="197" y="1365"/>
                  <a:pt x="132" y="2548"/>
                  <a:pt x="0" y="3763"/>
                </a:cubicBezTo>
                <a:cubicBezTo>
                  <a:pt x="0" y="3862"/>
                  <a:pt x="82" y="3911"/>
                  <a:pt x="164" y="3911"/>
                </a:cubicBezTo>
                <a:cubicBezTo>
                  <a:pt x="247" y="3911"/>
                  <a:pt x="329" y="3862"/>
                  <a:pt x="329" y="3763"/>
                </a:cubicBezTo>
                <a:cubicBezTo>
                  <a:pt x="460" y="2548"/>
                  <a:pt x="526" y="1365"/>
                  <a:pt x="526" y="149"/>
                </a:cubicBezTo>
                <a:cubicBezTo>
                  <a:pt x="509" y="50"/>
                  <a:pt x="435" y="1"/>
                  <a:pt x="3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400" bIns="41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Google Shape;765;p11"/>
          <p:cNvSpPr/>
          <p:nvPr/>
        </p:nvSpPr>
        <p:spPr>
          <a:xfrm>
            <a:off x="6918120" y="3777120"/>
            <a:ext cx="7200" cy="25920"/>
          </a:xfrm>
          <a:custGeom>
            <a:avLst/>
            <a:gdLst>
              <a:gd name="textAreaLeft" fmla="*/ 0 w 7200"/>
              <a:gd name="textAreaRight" fmla="*/ 7560 w 720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362" h="1241">
                <a:moveTo>
                  <a:pt x="181" y="1"/>
                </a:moveTo>
                <a:cubicBezTo>
                  <a:pt x="83" y="1"/>
                  <a:pt x="17" y="66"/>
                  <a:pt x="17" y="165"/>
                </a:cubicBezTo>
                <a:lnTo>
                  <a:pt x="17" y="1118"/>
                </a:lnTo>
                <a:cubicBezTo>
                  <a:pt x="1" y="1200"/>
                  <a:pt x="91" y="1241"/>
                  <a:pt x="181" y="1241"/>
                </a:cubicBezTo>
                <a:cubicBezTo>
                  <a:pt x="272" y="1241"/>
                  <a:pt x="362" y="1200"/>
                  <a:pt x="346" y="1118"/>
                </a:cubicBezTo>
                <a:lnTo>
                  <a:pt x="346" y="165"/>
                </a:lnTo>
                <a:cubicBezTo>
                  <a:pt x="346" y="66"/>
                  <a:pt x="247" y="1"/>
                  <a:pt x="1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" name="Google Shape;766;p11"/>
          <p:cNvSpPr/>
          <p:nvPr/>
        </p:nvSpPr>
        <p:spPr>
          <a:xfrm>
            <a:off x="6254280" y="4017240"/>
            <a:ext cx="11520" cy="280080"/>
          </a:xfrm>
          <a:custGeom>
            <a:avLst/>
            <a:gdLst>
              <a:gd name="textAreaLeft" fmla="*/ 0 w 11520"/>
              <a:gd name="textAreaRight" fmla="*/ 11880 w 11520"/>
              <a:gd name="textAreaTop" fmla="*/ 0 h 280080"/>
              <a:gd name="textAreaBottom" fmla="*/ 280440 h 280080"/>
            </a:gdLst>
            <a:ahLst/>
            <a:cxnLst/>
            <a:rect l="textAreaLeft" t="textAreaTop" r="textAreaRight" b="textAreaBottom"/>
            <a:pathLst>
              <a:path w="560" h="13244">
                <a:moveTo>
                  <a:pt x="395" y="1"/>
                </a:moveTo>
                <a:cubicBezTo>
                  <a:pt x="313" y="1"/>
                  <a:pt x="230" y="50"/>
                  <a:pt x="230" y="149"/>
                </a:cubicBezTo>
                <a:lnTo>
                  <a:pt x="0" y="13096"/>
                </a:lnTo>
                <a:cubicBezTo>
                  <a:pt x="17" y="13194"/>
                  <a:pt x="91" y="13243"/>
                  <a:pt x="165" y="13243"/>
                </a:cubicBezTo>
                <a:cubicBezTo>
                  <a:pt x="239" y="13243"/>
                  <a:pt x="313" y="13194"/>
                  <a:pt x="329" y="13096"/>
                </a:cubicBezTo>
                <a:lnTo>
                  <a:pt x="559" y="149"/>
                </a:lnTo>
                <a:cubicBezTo>
                  <a:pt x="559" y="50"/>
                  <a:pt x="477" y="1"/>
                  <a:pt x="39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Google Shape;767;p11"/>
          <p:cNvSpPr/>
          <p:nvPr/>
        </p:nvSpPr>
        <p:spPr>
          <a:xfrm>
            <a:off x="6245280" y="3899880"/>
            <a:ext cx="8640" cy="36720"/>
          </a:xfrm>
          <a:custGeom>
            <a:avLst/>
            <a:gdLst>
              <a:gd name="textAreaLeft" fmla="*/ 0 w 8640"/>
              <a:gd name="textAreaRight" fmla="*/ 9000 w 864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428" h="1760">
                <a:moveTo>
                  <a:pt x="242" y="0"/>
                </a:moveTo>
                <a:cubicBezTo>
                  <a:pt x="165" y="0"/>
                  <a:pt x="99" y="54"/>
                  <a:pt x="99" y="107"/>
                </a:cubicBezTo>
                <a:cubicBezTo>
                  <a:pt x="0" y="633"/>
                  <a:pt x="0" y="1126"/>
                  <a:pt x="99" y="1652"/>
                </a:cubicBezTo>
                <a:cubicBezTo>
                  <a:pt x="99" y="1705"/>
                  <a:pt x="165" y="1759"/>
                  <a:pt x="242" y="1759"/>
                </a:cubicBezTo>
                <a:cubicBezTo>
                  <a:pt x="260" y="1759"/>
                  <a:pt x="278" y="1756"/>
                  <a:pt x="296" y="1750"/>
                </a:cubicBezTo>
                <a:cubicBezTo>
                  <a:pt x="362" y="1718"/>
                  <a:pt x="427" y="1652"/>
                  <a:pt x="395" y="1553"/>
                </a:cubicBezTo>
                <a:cubicBezTo>
                  <a:pt x="329" y="1093"/>
                  <a:pt x="329" y="633"/>
                  <a:pt x="395" y="206"/>
                </a:cubicBezTo>
                <a:cubicBezTo>
                  <a:pt x="427" y="107"/>
                  <a:pt x="362" y="9"/>
                  <a:pt x="296" y="9"/>
                </a:cubicBezTo>
                <a:cubicBezTo>
                  <a:pt x="278" y="3"/>
                  <a:pt x="260" y="0"/>
                  <a:pt x="24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" name="Google Shape;768;p11"/>
          <p:cNvSpPr/>
          <p:nvPr/>
        </p:nvSpPr>
        <p:spPr>
          <a:xfrm>
            <a:off x="6461640" y="3891240"/>
            <a:ext cx="14400" cy="164160"/>
          </a:xfrm>
          <a:custGeom>
            <a:avLst/>
            <a:gdLst>
              <a:gd name="textAreaLeft" fmla="*/ 0 w 14400"/>
              <a:gd name="textAreaRight" fmla="*/ 14760 w 14400"/>
              <a:gd name="textAreaTop" fmla="*/ 0 h 164160"/>
              <a:gd name="textAreaBottom" fmla="*/ 164520 h 164160"/>
            </a:gdLst>
            <a:ahLst/>
            <a:cxnLst/>
            <a:rect l="textAreaLeft" t="textAreaTop" r="textAreaRight" b="textAreaBottom"/>
            <a:pathLst>
              <a:path w="691" h="7781">
                <a:moveTo>
                  <a:pt x="527" y="0"/>
                </a:moveTo>
                <a:cubicBezTo>
                  <a:pt x="444" y="0"/>
                  <a:pt x="362" y="49"/>
                  <a:pt x="362" y="148"/>
                </a:cubicBezTo>
                <a:lnTo>
                  <a:pt x="329" y="148"/>
                </a:lnTo>
                <a:lnTo>
                  <a:pt x="165" y="3993"/>
                </a:lnTo>
                <a:lnTo>
                  <a:pt x="99" y="5866"/>
                </a:lnTo>
                <a:cubicBezTo>
                  <a:pt x="1" y="6457"/>
                  <a:pt x="34" y="7081"/>
                  <a:pt x="132" y="7673"/>
                </a:cubicBezTo>
                <a:cubicBezTo>
                  <a:pt x="157" y="7748"/>
                  <a:pt x="216" y="7780"/>
                  <a:pt x="277" y="7780"/>
                </a:cubicBezTo>
                <a:cubicBezTo>
                  <a:pt x="376" y="7780"/>
                  <a:pt x="481" y="7696"/>
                  <a:pt x="461" y="7574"/>
                </a:cubicBezTo>
                <a:cubicBezTo>
                  <a:pt x="362" y="6983"/>
                  <a:pt x="329" y="6358"/>
                  <a:pt x="428" y="5767"/>
                </a:cubicBezTo>
                <a:lnTo>
                  <a:pt x="527" y="3894"/>
                </a:lnTo>
                <a:lnTo>
                  <a:pt x="691" y="148"/>
                </a:lnTo>
                <a:cubicBezTo>
                  <a:pt x="691" y="49"/>
                  <a:pt x="609" y="0"/>
                  <a:pt x="52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080" bIns="82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" name="Google Shape;769;p11"/>
          <p:cNvSpPr/>
          <p:nvPr/>
        </p:nvSpPr>
        <p:spPr>
          <a:xfrm>
            <a:off x="6467760" y="4076640"/>
            <a:ext cx="7200" cy="203400"/>
          </a:xfrm>
          <a:custGeom>
            <a:avLst/>
            <a:gdLst>
              <a:gd name="textAreaLeft" fmla="*/ 0 w 7200"/>
              <a:gd name="textAreaRight" fmla="*/ 7560 w 7200"/>
              <a:gd name="textAreaTop" fmla="*/ 0 h 203400"/>
              <a:gd name="textAreaBottom" fmla="*/ 203760 h 203400"/>
            </a:gdLst>
            <a:ahLst/>
            <a:cxnLst/>
            <a:rect l="textAreaLeft" t="textAreaTop" r="textAreaRight" b="textAreaBottom"/>
            <a:pathLst>
              <a:path w="362" h="9620">
                <a:moveTo>
                  <a:pt x="165" y="0"/>
                </a:moveTo>
                <a:cubicBezTo>
                  <a:pt x="83" y="0"/>
                  <a:pt x="1" y="58"/>
                  <a:pt x="1" y="173"/>
                </a:cubicBezTo>
                <a:cubicBezTo>
                  <a:pt x="33" y="3261"/>
                  <a:pt x="33" y="6383"/>
                  <a:pt x="1" y="9472"/>
                </a:cubicBezTo>
                <a:cubicBezTo>
                  <a:pt x="17" y="9571"/>
                  <a:pt x="91" y="9620"/>
                  <a:pt x="165" y="9620"/>
                </a:cubicBezTo>
                <a:cubicBezTo>
                  <a:pt x="239" y="9620"/>
                  <a:pt x="313" y="9571"/>
                  <a:pt x="329" y="9472"/>
                </a:cubicBezTo>
                <a:cubicBezTo>
                  <a:pt x="362" y="6383"/>
                  <a:pt x="362" y="3261"/>
                  <a:pt x="329" y="173"/>
                </a:cubicBezTo>
                <a:cubicBezTo>
                  <a:pt x="329" y="58"/>
                  <a:pt x="247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Google Shape;770;p11"/>
          <p:cNvSpPr/>
          <p:nvPr/>
        </p:nvSpPr>
        <p:spPr>
          <a:xfrm>
            <a:off x="6476040" y="4001400"/>
            <a:ext cx="17640" cy="236160"/>
          </a:xfrm>
          <a:custGeom>
            <a:avLst/>
            <a:gdLst>
              <a:gd name="textAreaLeft" fmla="*/ 0 w 17640"/>
              <a:gd name="textAreaRight" fmla="*/ 18000 w 17640"/>
              <a:gd name="textAreaTop" fmla="*/ 0 h 236160"/>
              <a:gd name="textAreaBottom" fmla="*/ 236520 h 236160"/>
            </a:gdLst>
            <a:ahLst/>
            <a:cxnLst/>
            <a:rect l="textAreaLeft" t="textAreaTop" r="textAreaRight" b="textAreaBottom"/>
            <a:pathLst>
              <a:path w="856" h="11173">
                <a:moveTo>
                  <a:pt x="165" y="0"/>
                </a:moveTo>
                <a:cubicBezTo>
                  <a:pt x="83" y="0"/>
                  <a:pt x="1" y="58"/>
                  <a:pt x="1" y="173"/>
                </a:cubicBezTo>
                <a:cubicBezTo>
                  <a:pt x="297" y="3787"/>
                  <a:pt x="461" y="7402"/>
                  <a:pt x="527" y="11049"/>
                </a:cubicBezTo>
                <a:cubicBezTo>
                  <a:pt x="543" y="11132"/>
                  <a:pt x="617" y="11173"/>
                  <a:pt x="691" y="11173"/>
                </a:cubicBezTo>
                <a:cubicBezTo>
                  <a:pt x="765" y="11173"/>
                  <a:pt x="839" y="11132"/>
                  <a:pt x="855" y="11049"/>
                </a:cubicBezTo>
                <a:cubicBezTo>
                  <a:pt x="790" y="7402"/>
                  <a:pt x="625" y="3787"/>
                  <a:pt x="329" y="173"/>
                </a:cubicBezTo>
                <a:cubicBezTo>
                  <a:pt x="329" y="58"/>
                  <a:pt x="247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" name="Google Shape;771;p11"/>
          <p:cNvSpPr/>
          <p:nvPr/>
        </p:nvSpPr>
        <p:spPr>
          <a:xfrm>
            <a:off x="6484680" y="4242960"/>
            <a:ext cx="8640" cy="28440"/>
          </a:xfrm>
          <a:custGeom>
            <a:avLst/>
            <a:gdLst>
              <a:gd name="textAreaLeft" fmla="*/ 0 w 8640"/>
              <a:gd name="textAreaRight" fmla="*/ 9000 w 864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428" h="1361">
                <a:moveTo>
                  <a:pt x="197" y="1"/>
                </a:moveTo>
                <a:cubicBezTo>
                  <a:pt x="99" y="1"/>
                  <a:pt x="33" y="99"/>
                  <a:pt x="33" y="165"/>
                </a:cubicBezTo>
                <a:cubicBezTo>
                  <a:pt x="0" y="527"/>
                  <a:pt x="33" y="888"/>
                  <a:pt x="99" y="1250"/>
                </a:cubicBezTo>
                <a:cubicBezTo>
                  <a:pt x="123" y="1324"/>
                  <a:pt x="167" y="1360"/>
                  <a:pt x="228" y="1360"/>
                </a:cubicBezTo>
                <a:cubicBezTo>
                  <a:pt x="249" y="1360"/>
                  <a:pt x="271" y="1356"/>
                  <a:pt x="296" y="1348"/>
                </a:cubicBezTo>
                <a:cubicBezTo>
                  <a:pt x="395" y="1348"/>
                  <a:pt x="427" y="1250"/>
                  <a:pt x="427" y="1151"/>
                </a:cubicBezTo>
                <a:cubicBezTo>
                  <a:pt x="329" y="855"/>
                  <a:pt x="329" y="494"/>
                  <a:pt x="362" y="165"/>
                </a:cubicBezTo>
                <a:cubicBezTo>
                  <a:pt x="362" y="99"/>
                  <a:pt x="296" y="1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Google Shape;772;p11"/>
          <p:cNvSpPr/>
          <p:nvPr/>
        </p:nvSpPr>
        <p:spPr>
          <a:xfrm>
            <a:off x="6480360" y="3894120"/>
            <a:ext cx="7920" cy="68400"/>
          </a:xfrm>
          <a:custGeom>
            <a:avLst/>
            <a:gdLst>
              <a:gd name="textAreaLeft" fmla="*/ 0 w 7920"/>
              <a:gd name="textAreaRight" fmla="*/ 8280 w 7920"/>
              <a:gd name="textAreaTop" fmla="*/ 0 h 68400"/>
              <a:gd name="textAreaBottom" fmla="*/ 68760 h 68400"/>
            </a:gdLst>
            <a:ahLst/>
            <a:cxnLst/>
            <a:rect l="textAreaLeft" t="textAreaTop" r="textAreaRight" b="textAreaBottom"/>
            <a:pathLst>
              <a:path w="395" h="3254">
                <a:moveTo>
                  <a:pt x="164" y="0"/>
                </a:moveTo>
                <a:cubicBezTo>
                  <a:pt x="82" y="0"/>
                  <a:pt x="0" y="50"/>
                  <a:pt x="0" y="148"/>
                </a:cubicBezTo>
                <a:cubicBezTo>
                  <a:pt x="66" y="1134"/>
                  <a:pt x="66" y="2120"/>
                  <a:pt x="0" y="3106"/>
                </a:cubicBezTo>
                <a:cubicBezTo>
                  <a:pt x="0" y="3204"/>
                  <a:pt x="74" y="3254"/>
                  <a:pt x="152" y="3254"/>
                </a:cubicBezTo>
                <a:cubicBezTo>
                  <a:pt x="230" y="3254"/>
                  <a:pt x="312" y="3204"/>
                  <a:pt x="329" y="3106"/>
                </a:cubicBezTo>
                <a:cubicBezTo>
                  <a:pt x="394" y="2120"/>
                  <a:pt x="394" y="1134"/>
                  <a:pt x="329" y="148"/>
                </a:cubicBezTo>
                <a:cubicBezTo>
                  <a:pt x="329" y="50"/>
                  <a:pt x="246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" name="Google Shape;773;p11"/>
          <p:cNvSpPr/>
          <p:nvPr/>
        </p:nvSpPr>
        <p:spPr>
          <a:xfrm>
            <a:off x="6692400" y="3898440"/>
            <a:ext cx="12960" cy="168480"/>
          </a:xfrm>
          <a:custGeom>
            <a:avLst/>
            <a:gdLst>
              <a:gd name="textAreaLeft" fmla="*/ 0 w 12960"/>
              <a:gd name="textAreaRight" fmla="*/ 13320 w 12960"/>
              <a:gd name="textAreaTop" fmla="*/ 0 h 168480"/>
              <a:gd name="textAreaBottom" fmla="*/ 168840 h 168480"/>
            </a:gdLst>
            <a:ahLst/>
            <a:cxnLst/>
            <a:rect l="textAreaLeft" t="textAreaTop" r="textAreaRight" b="textAreaBottom"/>
            <a:pathLst>
              <a:path w="625" h="7971">
                <a:moveTo>
                  <a:pt x="230" y="1"/>
                </a:moveTo>
                <a:cubicBezTo>
                  <a:pt x="148" y="1"/>
                  <a:pt x="66" y="58"/>
                  <a:pt x="66" y="173"/>
                </a:cubicBezTo>
                <a:cubicBezTo>
                  <a:pt x="132" y="1488"/>
                  <a:pt x="296" y="2835"/>
                  <a:pt x="296" y="4149"/>
                </a:cubicBezTo>
                <a:cubicBezTo>
                  <a:pt x="263" y="4807"/>
                  <a:pt x="230" y="5431"/>
                  <a:pt x="132" y="6055"/>
                </a:cubicBezTo>
                <a:cubicBezTo>
                  <a:pt x="0" y="6647"/>
                  <a:pt x="33" y="7271"/>
                  <a:pt x="230" y="7863"/>
                </a:cubicBezTo>
                <a:cubicBezTo>
                  <a:pt x="255" y="7938"/>
                  <a:pt x="319" y="7970"/>
                  <a:pt x="382" y="7970"/>
                </a:cubicBezTo>
                <a:cubicBezTo>
                  <a:pt x="485" y="7970"/>
                  <a:pt x="587" y="7886"/>
                  <a:pt x="526" y="7764"/>
                </a:cubicBezTo>
                <a:cubicBezTo>
                  <a:pt x="362" y="7173"/>
                  <a:pt x="329" y="6515"/>
                  <a:pt x="460" y="5858"/>
                </a:cubicBezTo>
                <a:cubicBezTo>
                  <a:pt x="559" y="5267"/>
                  <a:pt x="625" y="4675"/>
                  <a:pt x="625" y="4051"/>
                </a:cubicBezTo>
                <a:cubicBezTo>
                  <a:pt x="592" y="2769"/>
                  <a:pt x="460" y="1455"/>
                  <a:pt x="395" y="173"/>
                </a:cubicBezTo>
                <a:cubicBezTo>
                  <a:pt x="395" y="58"/>
                  <a:pt x="313" y="1"/>
                  <a:pt x="2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4240" bIns="84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" name="Google Shape;774;p11"/>
          <p:cNvSpPr/>
          <p:nvPr/>
        </p:nvSpPr>
        <p:spPr>
          <a:xfrm>
            <a:off x="6690960" y="4079160"/>
            <a:ext cx="12600" cy="60120"/>
          </a:xfrm>
          <a:custGeom>
            <a:avLst/>
            <a:gdLst>
              <a:gd name="textAreaLeft" fmla="*/ 0 w 12600"/>
              <a:gd name="textAreaRight" fmla="*/ 12960 w 12600"/>
              <a:gd name="textAreaTop" fmla="*/ 0 h 60120"/>
              <a:gd name="textAreaBottom" fmla="*/ 60480 h 60120"/>
            </a:gdLst>
            <a:ahLst/>
            <a:cxnLst/>
            <a:rect l="textAreaLeft" t="textAreaTop" r="textAreaRight" b="textAreaBottom"/>
            <a:pathLst>
              <a:path w="612" h="2858">
                <a:moveTo>
                  <a:pt x="420" y="1"/>
                </a:moveTo>
                <a:cubicBezTo>
                  <a:pt x="355" y="1"/>
                  <a:pt x="290" y="37"/>
                  <a:pt x="264" y="117"/>
                </a:cubicBezTo>
                <a:cubicBezTo>
                  <a:pt x="34" y="972"/>
                  <a:pt x="1" y="1859"/>
                  <a:pt x="132" y="2746"/>
                </a:cubicBezTo>
                <a:cubicBezTo>
                  <a:pt x="132" y="2820"/>
                  <a:pt x="188" y="2857"/>
                  <a:pt x="257" y="2857"/>
                </a:cubicBezTo>
                <a:cubicBezTo>
                  <a:pt x="280" y="2857"/>
                  <a:pt x="305" y="2853"/>
                  <a:pt x="329" y="2845"/>
                </a:cubicBezTo>
                <a:cubicBezTo>
                  <a:pt x="395" y="2845"/>
                  <a:pt x="461" y="2746"/>
                  <a:pt x="428" y="2648"/>
                </a:cubicBezTo>
                <a:lnTo>
                  <a:pt x="428" y="2648"/>
                </a:lnTo>
                <a:lnTo>
                  <a:pt x="428" y="2680"/>
                </a:lnTo>
                <a:cubicBezTo>
                  <a:pt x="296" y="1859"/>
                  <a:pt x="362" y="1005"/>
                  <a:pt x="592" y="216"/>
                </a:cubicBezTo>
                <a:cubicBezTo>
                  <a:pt x="612" y="79"/>
                  <a:pt x="515" y="1"/>
                  <a:pt x="42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Google Shape;775;p11"/>
          <p:cNvSpPr/>
          <p:nvPr/>
        </p:nvSpPr>
        <p:spPr>
          <a:xfrm>
            <a:off x="6696000" y="4078080"/>
            <a:ext cx="7920" cy="6480"/>
          </a:xfrm>
          <a:custGeom>
            <a:avLst/>
            <a:gdLst>
              <a:gd name="textAreaLeft" fmla="*/ 0 w 7920"/>
              <a:gd name="textAreaRight" fmla="*/ 8280 w 792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395" h="329">
                <a:moveTo>
                  <a:pt x="198" y="0"/>
                </a:moveTo>
                <a:cubicBezTo>
                  <a:pt x="1" y="33"/>
                  <a:pt x="1" y="296"/>
                  <a:pt x="198" y="329"/>
                </a:cubicBezTo>
                <a:cubicBezTo>
                  <a:pt x="395" y="296"/>
                  <a:pt x="395" y="33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Google Shape;776;p11"/>
          <p:cNvSpPr/>
          <p:nvPr/>
        </p:nvSpPr>
        <p:spPr>
          <a:xfrm>
            <a:off x="6101280" y="3904200"/>
            <a:ext cx="9360" cy="183600"/>
          </a:xfrm>
          <a:custGeom>
            <a:avLst/>
            <a:gdLst>
              <a:gd name="textAreaLeft" fmla="*/ 0 w 9360"/>
              <a:gd name="textAreaRight" fmla="*/ 9720 w 9360"/>
              <a:gd name="textAreaTop" fmla="*/ 0 h 183600"/>
              <a:gd name="textAreaBottom" fmla="*/ 183960 h 183600"/>
            </a:gdLst>
            <a:ahLst/>
            <a:cxnLst/>
            <a:rect l="textAreaLeft" t="textAreaTop" r="textAreaRight" b="textAreaBottom"/>
            <a:pathLst>
              <a:path w="461" h="8693">
                <a:moveTo>
                  <a:pt x="165" y="1"/>
                </a:moveTo>
                <a:cubicBezTo>
                  <a:pt x="82" y="1"/>
                  <a:pt x="0" y="58"/>
                  <a:pt x="0" y="173"/>
                </a:cubicBezTo>
                <a:cubicBezTo>
                  <a:pt x="99" y="2966"/>
                  <a:pt x="132" y="5727"/>
                  <a:pt x="99" y="8520"/>
                </a:cubicBezTo>
                <a:cubicBezTo>
                  <a:pt x="99" y="8635"/>
                  <a:pt x="181" y="8692"/>
                  <a:pt x="263" y="8692"/>
                </a:cubicBezTo>
                <a:cubicBezTo>
                  <a:pt x="345" y="8692"/>
                  <a:pt x="427" y="8635"/>
                  <a:pt x="427" y="8520"/>
                </a:cubicBezTo>
                <a:cubicBezTo>
                  <a:pt x="460" y="5727"/>
                  <a:pt x="427" y="2966"/>
                  <a:pt x="329" y="173"/>
                </a:cubicBezTo>
                <a:cubicBezTo>
                  <a:pt x="329" y="58"/>
                  <a:pt x="247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Google Shape;777;p11"/>
          <p:cNvSpPr/>
          <p:nvPr/>
        </p:nvSpPr>
        <p:spPr>
          <a:xfrm>
            <a:off x="6100560" y="4115520"/>
            <a:ext cx="14400" cy="121320"/>
          </a:xfrm>
          <a:custGeom>
            <a:avLst/>
            <a:gdLst>
              <a:gd name="textAreaLeft" fmla="*/ 0 w 14400"/>
              <a:gd name="textAreaRight" fmla="*/ 14760 w 14400"/>
              <a:gd name="textAreaTop" fmla="*/ 0 h 121320"/>
              <a:gd name="textAreaBottom" fmla="*/ 121680 h 121320"/>
            </a:gdLst>
            <a:ahLst/>
            <a:cxnLst/>
            <a:rect l="textAreaLeft" t="textAreaTop" r="textAreaRight" b="textAreaBottom"/>
            <a:pathLst>
              <a:path w="692" h="5750">
                <a:moveTo>
                  <a:pt x="198" y="0"/>
                </a:moveTo>
                <a:cubicBezTo>
                  <a:pt x="115" y="0"/>
                  <a:pt x="33" y="58"/>
                  <a:pt x="33" y="173"/>
                </a:cubicBezTo>
                <a:lnTo>
                  <a:pt x="33" y="3130"/>
                </a:lnTo>
                <a:cubicBezTo>
                  <a:pt x="33" y="3985"/>
                  <a:pt x="0" y="4872"/>
                  <a:pt x="362" y="5660"/>
                </a:cubicBezTo>
                <a:cubicBezTo>
                  <a:pt x="383" y="5723"/>
                  <a:pt x="427" y="5749"/>
                  <a:pt x="475" y="5749"/>
                </a:cubicBezTo>
                <a:cubicBezTo>
                  <a:pt x="576" y="5749"/>
                  <a:pt x="692" y="5630"/>
                  <a:pt x="625" y="5496"/>
                </a:cubicBezTo>
                <a:cubicBezTo>
                  <a:pt x="296" y="4707"/>
                  <a:pt x="362" y="3787"/>
                  <a:pt x="362" y="2933"/>
                </a:cubicBezTo>
                <a:lnTo>
                  <a:pt x="362" y="173"/>
                </a:lnTo>
                <a:cubicBezTo>
                  <a:pt x="362" y="58"/>
                  <a:pt x="280" y="0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840" bIns="60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" name="Google Shape;778;p11"/>
          <p:cNvSpPr/>
          <p:nvPr/>
        </p:nvSpPr>
        <p:spPr>
          <a:xfrm>
            <a:off x="6256080" y="3898440"/>
            <a:ext cx="15120" cy="93240"/>
          </a:xfrm>
          <a:custGeom>
            <a:avLst/>
            <a:gdLst>
              <a:gd name="textAreaLeft" fmla="*/ 0 w 15120"/>
              <a:gd name="textAreaRight" fmla="*/ 15480 w 15120"/>
              <a:gd name="textAreaTop" fmla="*/ 0 h 93240"/>
              <a:gd name="textAreaBottom" fmla="*/ 93600 h 93240"/>
            </a:gdLst>
            <a:ahLst/>
            <a:cxnLst/>
            <a:rect l="textAreaLeft" t="textAreaTop" r="textAreaRight" b="textAreaBottom"/>
            <a:pathLst>
              <a:path w="724" h="4429">
                <a:moveTo>
                  <a:pt x="169" y="1"/>
                </a:moveTo>
                <a:cubicBezTo>
                  <a:pt x="83" y="1"/>
                  <a:pt x="1" y="58"/>
                  <a:pt x="17" y="173"/>
                </a:cubicBezTo>
                <a:cubicBezTo>
                  <a:pt x="116" y="1521"/>
                  <a:pt x="247" y="2901"/>
                  <a:pt x="378" y="4281"/>
                </a:cubicBezTo>
                <a:cubicBezTo>
                  <a:pt x="395" y="4379"/>
                  <a:pt x="485" y="4429"/>
                  <a:pt x="567" y="4429"/>
                </a:cubicBezTo>
                <a:cubicBezTo>
                  <a:pt x="650" y="4429"/>
                  <a:pt x="724" y="4379"/>
                  <a:pt x="707" y="4281"/>
                </a:cubicBezTo>
                <a:cubicBezTo>
                  <a:pt x="576" y="2901"/>
                  <a:pt x="444" y="1521"/>
                  <a:pt x="346" y="173"/>
                </a:cubicBezTo>
                <a:cubicBezTo>
                  <a:pt x="346" y="58"/>
                  <a:pt x="255" y="1"/>
                  <a:pt x="16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0" bIns="46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Google Shape;779;p11"/>
          <p:cNvSpPr/>
          <p:nvPr/>
        </p:nvSpPr>
        <p:spPr>
          <a:xfrm>
            <a:off x="6263640" y="4110480"/>
            <a:ext cx="14760" cy="186840"/>
          </a:xfrm>
          <a:custGeom>
            <a:avLst/>
            <a:gdLst>
              <a:gd name="textAreaLeft" fmla="*/ 0 w 14760"/>
              <a:gd name="textAreaRight" fmla="*/ 15120 w 14760"/>
              <a:gd name="textAreaTop" fmla="*/ 0 h 186840"/>
              <a:gd name="textAreaBottom" fmla="*/ 187200 h 186840"/>
            </a:gdLst>
            <a:ahLst/>
            <a:cxnLst/>
            <a:rect l="textAreaLeft" t="textAreaTop" r="textAreaRight" b="textAreaBottom"/>
            <a:pathLst>
              <a:path w="707" h="8840">
                <a:moveTo>
                  <a:pt x="444" y="0"/>
                </a:moveTo>
                <a:cubicBezTo>
                  <a:pt x="370" y="0"/>
                  <a:pt x="296" y="49"/>
                  <a:pt x="279" y="148"/>
                </a:cubicBezTo>
                <a:cubicBezTo>
                  <a:pt x="378" y="3007"/>
                  <a:pt x="279" y="5833"/>
                  <a:pt x="16" y="8692"/>
                </a:cubicBezTo>
                <a:cubicBezTo>
                  <a:pt x="0" y="8790"/>
                  <a:pt x="74" y="8839"/>
                  <a:pt x="156" y="8839"/>
                </a:cubicBezTo>
                <a:cubicBezTo>
                  <a:pt x="238" y="8839"/>
                  <a:pt x="329" y="8790"/>
                  <a:pt x="345" y="8692"/>
                </a:cubicBezTo>
                <a:cubicBezTo>
                  <a:pt x="608" y="5833"/>
                  <a:pt x="707" y="3007"/>
                  <a:pt x="608" y="148"/>
                </a:cubicBezTo>
                <a:cubicBezTo>
                  <a:pt x="592" y="49"/>
                  <a:pt x="518" y="0"/>
                  <a:pt x="4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" name="Google Shape;780;p11"/>
          <p:cNvSpPr/>
          <p:nvPr/>
        </p:nvSpPr>
        <p:spPr>
          <a:xfrm>
            <a:off x="4898160" y="3904920"/>
            <a:ext cx="106200" cy="120600"/>
          </a:xfrm>
          <a:custGeom>
            <a:avLst/>
            <a:gdLst>
              <a:gd name="textAreaLeft" fmla="*/ 0 w 106200"/>
              <a:gd name="textAreaRight" fmla="*/ 106560 w 106200"/>
              <a:gd name="textAreaTop" fmla="*/ 0 h 120600"/>
              <a:gd name="textAreaBottom" fmla="*/ 120960 h 120600"/>
            </a:gdLst>
            <a:ahLst/>
            <a:cxnLst/>
            <a:rect l="textAreaLeft" t="textAreaTop" r="textAreaRight" b="textAreaBottom"/>
            <a:pathLst>
              <a:path w="5035" h="5716">
                <a:moveTo>
                  <a:pt x="243" y="0"/>
                </a:moveTo>
                <a:cubicBezTo>
                  <a:pt x="123" y="0"/>
                  <a:pt x="1" y="166"/>
                  <a:pt x="105" y="270"/>
                </a:cubicBezTo>
                <a:lnTo>
                  <a:pt x="4705" y="5659"/>
                </a:lnTo>
                <a:cubicBezTo>
                  <a:pt x="4737" y="5699"/>
                  <a:pt x="4775" y="5715"/>
                  <a:pt x="4812" y="5715"/>
                </a:cubicBezTo>
                <a:cubicBezTo>
                  <a:pt x="4927" y="5715"/>
                  <a:pt x="5035" y="5553"/>
                  <a:pt x="4935" y="5429"/>
                </a:cubicBezTo>
                <a:lnTo>
                  <a:pt x="335" y="40"/>
                </a:lnTo>
                <a:cubicBezTo>
                  <a:pt x="307" y="12"/>
                  <a:pt x="275" y="0"/>
                  <a:pt x="2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480" bIns="60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Google Shape;781;p11"/>
          <p:cNvSpPr/>
          <p:nvPr/>
        </p:nvSpPr>
        <p:spPr>
          <a:xfrm>
            <a:off x="5011560" y="4044600"/>
            <a:ext cx="49680" cy="48600"/>
          </a:xfrm>
          <a:custGeom>
            <a:avLst/>
            <a:gdLst>
              <a:gd name="textAreaLeft" fmla="*/ 0 w 49680"/>
              <a:gd name="textAreaRight" fmla="*/ 50040 w 4968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2371" h="2314">
                <a:moveTo>
                  <a:pt x="253" y="0"/>
                </a:moveTo>
                <a:cubicBezTo>
                  <a:pt x="117" y="0"/>
                  <a:pt x="1" y="166"/>
                  <a:pt x="131" y="270"/>
                </a:cubicBezTo>
                <a:lnTo>
                  <a:pt x="2037" y="2274"/>
                </a:lnTo>
                <a:cubicBezTo>
                  <a:pt x="2064" y="2302"/>
                  <a:pt x="2096" y="2313"/>
                  <a:pt x="2128" y="2313"/>
                </a:cubicBezTo>
                <a:cubicBezTo>
                  <a:pt x="2249" y="2313"/>
                  <a:pt x="2371" y="2148"/>
                  <a:pt x="2267" y="2044"/>
                </a:cubicBezTo>
                <a:lnTo>
                  <a:pt x="361" y="40"/>
                </a:lnTo>
                <a:cubicBezTo>
                  <a:pt x="326" y="12"/>
                  <a:pt x="289" y="0"/>
                  <a:pt x="2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" name="Google Shape;782;p11"/>
          <p:cNvSpPr/>
          <p:nvPr/>
        </p:nvSpPr>
        <p:spPr>
          <a:xfrm>
            <a:off x="4919760" y="3900600"/>
            <a:ext cx="149760" cy="168480"/>
          </a:xfrm>
          <a:custGeom>
            <a:avLst/>
            <a:gdLst>
              <a:gd name="textAreaLeft" fmla="*/ 0 w 149760"/>
              <a:gd name="textAreaRight" fmla="*/ 150120 w 149760"/>
              <a:gd name="textAreaTop" fmla="*/ 0 h 168480"/>
              <a:gd name="textAreaBottom" fmla="*/ 168840 h 168480"/>
            </a:gdLst>
            <a:ahLst/>
            <a:cxnLst/>
            <a:rect l="textAreaLeft" t="textAreaTop" r="textAreaRight" b="textAreaBottom"/>
            <a:pathLst>
              <a:path w="7094" h="7979">
                <a:moveTo>
                  <a:pt x="235" y="0"/>
                </a:moveTo>
                <a:cubicBezTo>
                  <a:pt x="121" y="0"/>
                  <a:pt x="0" y="116"/>
                  <a:pt x="93" y="233"/>
                </a:cubicBezTo>
                <a:cubicBezTo>
                  <a:pt x="2098" y="2960"/>
                  <a:pt x="4299" y="5556"/>
                  <a:pt x="6764" y="7922"/>
                </a:cubicBezTo>
                <a:cubicBezTo>
                  <a:pt x="6796" y="7962"/>
                  <a:pt x="6834" y="7978"/>
                  <a:pt x="6870" y="7978"/>
                </a:cubicBezTo>
                <a:cubicBezTo>
                  <a:pt x="6986" y="7978"/>
                  <a:pt x="7094" y="7816"/>
                  <a:pt x="6994" y="7692"/>
                </a:cubicBezTo>
                <a:cubicBezTo>
                  <a:pt x="4562" y="5359"/>
                  <a:pt x="2361" y="2796"/>
                  <a:pt x="356" y="68"/>
                </a:cubicBezTo>
                <a:cubicBezTo>
                  <a:pt x="327" y="20"/>
                  <a:pt x="282" y="0"/>
                  <a:pt x="2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4240" bIns="84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Google Shape;783;p11"/>
          <p:cNvSpPr/>
          <p:nvPr/>
        </p:nvSpPr>
        <p:spPr>
          <a:xfrm>
            <a:off x="5217120" y="3917160"/>
            <a:ext cx="103320" cy="155880"/>
          </a:xfrm>
          <a:custGeom>
            <a:avLst/>
            <a:gdLst>
              <a:gd name="textAreaLeft" fmla="*/ 0 w 103320"/>
              <a:gd name="textAreaRight" fmla="*/ 103680 w 103320"/>
              <a:gd name="textAreaTop" fmla="*/ 0 h 155880"/>
              <a:gd name="textAreaBottom" fmla="*/ 156240 h 155880"/>
            </a:gdLst>
            <a:ahLst/>
            <a:cxnLst/>
            <a:rect l="textAreaLeft" t="textAreaTop" r="textAreaRight" b="textAreaBottom"/>
            <a:pathLst>
              <a:path w="4902" h="7388">
                <a:moveTo>
                  <a:pt x="199" y="1"/>
                </a:moveTo>
                <a:cubicBezTo>
                  <a:pt x="94" y="1"/>
                  <a:pt x="1" y="105"/>
                  <a:pt x="46" y="239"/>
                </a:cubicBezTo>
                <a:cubicBezTo>
                  <a:pt x="1492" y="2638"/>
                  <a:pt x="2970" y="5004"/>
                  <a:pt x="4515" y="7304"/>
                </a:cubicBezTo>
                <a:cubicBezTo>
                  <a:pt x="4555" y="7364"/>
                  <a:pt x="4610" y="7388"/>
                  <a:pt x="4663" y="7388"/>
                </a:cubicBezTo>
                <a:cubicBezTo>
                  <a:pt x="4786" y="7388"/>
                  <a:pt x="4902" y="7264"/>
                  <a:pt x="4810" y="7173"/>
                </a:cubicBezTo>
                <a:cubicBezTo>
                  <a:pt x="3266" y="4840"/>
                  <a:pt x="1755" y="2474"/>
                  <a:pt x="342" y="75"/>
                </a:cubicBezTo>
                <a:cubicBezTo>
                  <a:pt x="300" y="23"/>
                  <a:pt x="248" y="1"/>
                  <a:pt x="1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8120" bIns="78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" name="Google Shape;784;p11"/>
          <p:cNvSpPr/>
          <p:nvPr/>
        </p:nvSpPr>
        <p:spPr>
          <a:xfrm>
            <a:off x="5216760" y="3890520"/>
            <a:ext cx="96840" cy="128880"/>
          </a:xfrm>
          <a:custGeom>
            <a:avLst/>
            <a:gdLst>
              <a:gd name="textAreaLeft" fmla="*/ 0 w 96840"/>
              <a:gd name="textAreaRight" fmla="*/ 97200 w 96840"/>
              <a:gd name="textAreaTop" fmla="*/ 0 h 128880"/>
              <a:gd name="textAreaBottom" fmla="*/ 129240 h 128880"/>
            </a:gdLst>
            <a:ahLst/>
            <a:cxnLst/>
            <a:rect l="textAreaLeft" t="textAreaTop" r="textAreaRight" b="textAreaBottom"/>
            <a:pathLst>
              <a:path w="4589" h="6100">
                <a:moveTo>
                  <a:pt x="243" y="1"/>
                </a:moveTo>
                <a:cubicBezTo>
                  <a:pt x="119" y="1"/>
                  <a:pt x="0" y="132"/>
                  <a:pt x="93" y="248"/>
                </a:cubicBezTo>
                <a:cubicBezTo>
                  <a:pt x="1440" y="2186"/>
                  <a:pt x="2787" y="4125"/>
                  <a:pt x="4200" y="6031"/>
                </a:cubicBezTo>
                <a:cubicBezTo>
                  <a:pt x="4239" y="6079"/>
                  <a:pt x="4291" y="6099"/>
                  <a:pt x="4343" y="6099"/>
                </a:cubicBezTo>
                <a:cubicBezTo>
                  <a:pt x="4468" y="6099"/>
                  <a:pt x="4589" y="5983"/>
                  <a:pt x="4496" y="5867"/>
                </a:cubicBezTo>
                <a:cubicBezTo>
                  <a:pt x="3050" y="3961"/>
                  <a:pt x="1703" y="2022"/>
                  <a:pt x="388" y="83"/>
                </a:cubicBezTo>
                <a:cubicBezTo>
                  <a:pt x="349" y="25"/>
                  <a:pt x="295" y="1"/>
                  <a:pt x="2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440" bIns="64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Google Shape;785;p11"/>
          <p:cNvSpPr/>
          <p:nvPr/>
        </p:nvSpPr>
        <p:spPr>
          <a:xfrm>
            <a:off x="5315400" y="4030200"/>
            <a:ext cx="29520" cy="34920"/>
          </a:xfrm>
          <a:custGeom>
            <a:avLst/>
            <a:gdLst>
              <a:gd name="textAreaLeft" fmla="*/ 0 w 29520"/>
              <a:gd name="textAreaRight" fmla="*/ 29880 w 295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416" h="1662">
                <a:moveTo>
                  <a:pt x="229" y="0"/>
                </a:moveTo>
                <a:cubicBezTo>
                  <a:pt x="111" y="0"/>
                  <a:pt x="0" y="116"/>
                  <a:pt x="70" y="233"/>
                </a:cubicBezTo>
                <a:cubicBezTo>
                  <a:pt x="399" y="693"/>
                  <a:pt x="727" y="1153"/>
                  <a:pt x="1056" y="1613"/>
                </a:cubicBezTo>
                <a:cubicBezTo>
                  <a:pt x="1083" y="1647"/>
                  <a:pt x="1117" y="1662"/>
                  <a:pt x="1151" y="1662"/>
                </a:cubicBezTo>
                <a:cubicBezTo>
                  <a:pt x="1279" y="1662"/>
                  <a:pt x="1416" y="1461"/>
                  <a:pt x="1286" y="1383"/>
                </a:cubicBezTo>
                <a:cubicBezTo>
                  <a:pt x="957" y="956"/>
                  <a:pt x="661" y="528"/>
                  <a:pt x="366" y="68"/>
                </a:cubicBezTo>
                <a:cubicBezTo>
                  <a:pt x="327" y="20"/>
                  <a:pt x="277" y="0"/>
                  <a:pt x="2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Google Shape;786;p11"/>
          <p:cNvSpPr/>
          <p:nvPr/>
        </p:nvSpPr>
        <p:spPr>
          <a:xfrm>
            <a:off x="5385240" y="3933360"/>
            <a:ext cx="105840" cy="131040"/>
          </a:xfrm>
          <a:custGeom>
            <a:avLst/>
            <a:gdLst>
              <a:gd name="textAreaLeft" fmla="*/ 0 w 105840"/>
              <a:gd name="textAreaRight" fmla="*/ 106200 w 105840"/>
              <a:gd name="textAreaTop" fmla="*/ 0 h 131040"/>
              <a:gd name="textAreaBottom" fmla="*/ 131400 h 131040"/>
            </a:gdLst>
            <a:ahLst/>
            <a:cxnLst/>
            <a:rect l="textAreaLeft" t="textAreaTop" r="textAreaRight" b="textAreaBottom"/>
            <a:pathLst>
              <a:path w="5018" h="6216">
                <a:moveTo>
                  <a:pt x="247" y="1"/>
                </a:moveTo>
                <a:cubicBezTo>
                  <a:pt x="122" y="1"/>
                  <a:pt x="1" y="117"/>
                  <a:pt x="94" y="233"/>
                </a:cubicBezTo>
                <a:lnTo>
                  <a:pt x="4661" y="6148"/>
                </a:lnTo>
                <a:cubicBezTo>
                  <a:pt x="4700" y="6196"/>
                  <a:pt x="4750" y="6216"/>
                  <a:pt x="4797" y="6216"/>
                </a:cubicBezTo>
                <a:cubicBezTo>
                  <a:pt x="4913" y="6216"/>
                  <a:pt x="5017" y="6100"/>
                  <a:pt x="4924" y="5984"/>
                </a:cubicBezTo>
                <a:lnTo>
                  <a:pt x="390" y="69"/>
                </a:lnTo>
                <a:cubicBezTo>
                  <a:pt x="351" y="21"/>
                  <a:pt x="298" y="1"/>
                  <a:pt x="24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5520" bIns="65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Google Shape;787;p11"/>
          <p:cNvSpPr/>
          <p:nvPr/>
        </p:nvSpPr>
        <p:spPr>
          <a:xfrm>
            <a:off x="4714920" y="3792600"/>
            <a:ext cx="295560" cy="111600"/>
          </a:xfrm>
          <a:custGeom>
            <a:avLst/>
            <a:gdLst>
              <a:gd name="textAreaLeft" fmla="*/ 0 w 295560"/>
              <a:gd name="textAreaRight" fmla="*/ 295920 w 295560"/>
              <a:gd name="textAreaTop" fmla="*/ 0 h 111600"/>
              <a:gd name="textAreaBottom" fmla="*/ 111960 h 111600"/>
            </a:gdLst>
            <a:ahLst/>
            <a:cxnLst/>
            <a:rect l="textAreaLeft" t="textAreaTop" r="textAreaRight" b="textAreaBottom"/>
            <a:pathLst>
              <a:path w="13987" h="5287">
                <a:moveTo>
                  <a:pt x="13787" y="1"/>
                </a:moveTo>
                <a:cubicBezTo>
                  <a:pt x="13766" y="1"/>
                  <a:pt x="13742" y="7"/>
                  <a:pt x="13717" y="19"/>
                </a:cubicBezTo>
                <a:lnTo>
                  <a:pt x="3168" y="3864"/>
                </a:lnTo>
                <a:lnTo>
                  <a:pt x="178" y="4948"/>
                </a:lnTo>
                <a:cubicBezTo>
                  <a:pt x="0" y="5037"/>
                  <a:pt x="63" y="5286"/>
                  <a:pt x="222" y="5286"/>
                </a:cubicBezTo>
                <a:cubicBezTo>
                  <a:pt x="239" y="5286"/>
                  <a:pt x="257" y="5283"/>
                  <a:pt x="277" y="5277"/>
                </a:cubicBezTo>
                <a:lnTo>
                  <a:pt x="10825" y="1399"/>
                </a:lnTo>
                <a:lnTo>
                  <a:pt x="13815" y="315"/>
                </a:lnTo>
                <a:cubicBezTo>
                  <a:pt x="13987" y="258"/>
                  <a:pt x="13934" y="1"/>
                  <a:pt x="1378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5800" bIns="55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" name="Google Shape;788;p11"/>
          <p:cNvSpPr/>
          <p:nvPr/>
        </p:nvSpPr>
        <p:spPr>
          <a:xfrm>
            <a:off x="5118840" y="3623400"/>
            <a:ext cx="276840" cy="118440"/>
          </a:xfrm>
          <a:custGeom>
            <a:avLst/>
            <a:gdLst>
              <a:gd name="textAreaLeft" fmla="*/ 0 w 276840"/>
              <a:gd name="textAreaRight" fmla="*/ 277200 w 276840"/>
              <a:gd name="textAreaTop" fmla="*/ 0 h 118440"/>
              <a:gd name="textAreaBottom" fmla="*/ 118800 h 118440"/>
            </a:gdLst>
            <a:ahLst/>
            <a:cxnLst/>
            <a:rect l="textAreaLeft" t="textAreaTop" r="textAreaRight" b="textAreaBottom"/>
            <a:pathLst>
              <a:path w="13100" h="5616">
                <a:moveTo>
                  <a:pt x="12845" y="0"/>
                </a:moveTo>
                <a:cubicBezTo>
                  <a:pt x="12820" y="0"/>
                  <a:pt x="12793" y="6"/>
                  <a:pt x="12765" y="20"/>
                </a:cubicBezTo>
                <a:cubicBezTo>
                  <a:pt x="9545" y="1532"/>
                  <a:pt x="6292" y="2945"/>
                  <a:pt x="3006" y="4226"/>
                </a:cubicBezTo>
                <a:cubicBezTo>
                  <a:pt x="2053" y="4588"/>
                  <a:pt x="1133" y="4949"/>
                  <a:pt x="180" y="5278"/>
                </a:cubicBezTo>
                <a:cubicBezTo>
                  <a:pt x="1" y="5338"/>
                  <a:pt x="66" y="5615"/>
                  <a:pt x="228" y="5615"/>
                </a:cubicBezTo>
                <a:cubicBezTo>
                  <a:pt x="244" y="5615"/>
                  <a:pt x="261" y="5612"/>
                  <a:pt x="279" y="5606"/>
                </a:cubicBezTo>
                <a:lnTo>
                  <a:pt x="279" y="5574"/>
                </a:lnTo>
                <a:cubicBezTo>
                  <a:pt x="3630" y="4358"/>
                  <a:pt x="6916" y="3043"/>
                  <a:pt x="10137" y="1598"/>
                </a:cubicBezTo>
                <a:cubicBezTo>
                  <a:pt x="11090" y="1170"/>
                  <a:pt x="12010" y="743"/>
                  <a:pt x="12930" y="316"/>
                </a:cubicBezTo>
                <a:cubicBezTo>
                  <a:pt x="13099" y="231"/>
                  <a:pt x="13001" y="0"/>
                  <a:pt x="1284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9400" bIns="59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Google Shape;789;p11"/>
          <p:cNvSpPr/>
          <p:nvPr/>
        </p:nvSpPr>
        <p:spPr>
          <a:xfrm>
            <a:off x="5079600" y="3633840"/>
            <a:ext cx="524880" cy="235440"/>
          </a:xfrm>
          <a:custGeom>
            <a:avLst/>
            <a:gdLst>
              <a:gd name="textAreaLeft" fmla="*/ 0 w 524880"/>
              <a:gd name="textAreaRight" fmla="*/ 525240 w 524880"/>
              <a:gd name="textAreaTop" fmla="*/ 0 h 235440"/>
              <a:gd name="textAreaBottom" fmla="*/ 235800 h 235440"/>
            </a:gdLst>
            <a:ahLst/>
            <a:cxnLst/>
            <a:rect l="textAreaLeft" t="textAreaTop" r="textAreaRight" b="textAreaBottom"/>
            <a:pathLst>
              <a:path w="24823" h="11146">
                <a:moveTo>
                  <a:pt x="24623" y="1"/>
                </a:moveTo>
                <a:cubicBezTo>
                  <a:pt x="24601" y="1"/>
                  <a:pt x="24578" y="6"/>
                  <a:pt x="24552" y="19"/>
                </a:cubicBezTo>
                <a:cubicBezTo>
                  <a:pt x="21299" y="1169"/>
                  <a:pt x="18079" y="2418"/>
                  <a:pt x="14924" y="3765"/>
                </a:cubicBezTo>
                <a:cubicBezTo>
                  <a:pt x="11737" y="5112"/>
                  <a:pt x="8549" y="6591"/>
                  <a:pt x="5395" y="8136"/>
                </a:cubicBezTo>
                <a:cubicBezTo>
                  <a:pt x="3653" y="9023"/>
                  <a:pt x="1911" y="9910"/>
                  <a:pt x="170" y="10830"/>
                </a:cubicBezTo>
                <a:cubicBezTo>
                  <a:pt x="0" y="10915"/>
                  <a:pt x="123" y="11146"/>
                  <a:pt x="265" y="11146"/>
                </a:cubicBezTo>
                <a:cubicBezTo>
                  <a:pt x="288" y="11146"/>
                  <a:pt x="311" y="11140"/>
                  <a:pt x="334" y="11126"/>
                </a:cubicBezTo>
                <a:cubicBezTo>
                  <a:pt x="3390" y="9483"/>
                  <a:pt x="6479" y="7938"/>
                  <a:pt x="9601" y="6493"/>
                </a:cubicBezTo>
                <a:cubicBezTo>
                  <a:pt x="12722" y="5047"/>
                  <a:pt x="15943" y="3667"/>
                  <a:pt x="19163" y="2385"/>
                </a:cubicBezTo>
                <a:cubicBezTo>
                  <a:pt x="21003" y="1662"/>
                  <a:pt x="22811" y="972"/>
                  <a:pt x="24651" y="315"/>
                </a:cubicBezTo>
                <a:cubicBezTo>
                  <a:pt x="24823" y="258"/>
                  <a:pt x="24770" y="1"/>
                  <a:pt x="246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Google Shape;790;p11"/>
          <p:cNvSpPr/>
          <p:nvPr/>
        </p:nvSpPr>
        <p:spPr>
          <a:xfrm>
            <a:off x="5552280" y="3573720"/>
            <a:ext cx="262440" cy="113400"/>
          </a:xfrm>
          <a:custGeom>
            <a:avLst/>
            <a:gdLst>
              <a:gd name="textAreaLeft" fmla="*/ 0 w 262440"/>
              <a:gd name="textAreaRight" fmla="*/ 262800 w 262440"/>
              <a:gd name="textAreaTop" fmla="*/ 0 h 113400"/>
              <a:gd name="textAreaBottom" fmla="*/ 113760 h 113400"/>
            </a:gdLst>
            <a:ahLst/>
            <a:cxnLst/>
            <a:rect l="textAreaLeft" t="textAreaTop" r="textAreaRight" b="textAreaBottom"/>
            <a:pathLst>
              <a:path w="12414" h="5377">
                <a:moveTo>
                  <a:pt x="12192" y="1"/>
                </a:moveTo>
                <a:cubicBezTo>
                  <a:pt x="12175" y="1"/>
                  <a:pt x="12156" y="4"/>
                  <a:pt x="12137" y="10"/>
                </a:cubicBezTo>
                <a:cubicBezTo>
                  <a:pt x="8982" y="1193"/>
                  <a:pt x="5893" y="2442"/>
                  <a:pt x="2837" y="3822"/>
                </a:cubicBezTo>
                <a:cubicBezTo>
                  <a:pt x="1950" y="4249"/>
                  <a:pt x="1063" y="4644"/>
                  <a:pt x="176" y="5071"/>
                </a:cubicBezTo>
                <a:cubicBezTo>
                  <a:pt x="0" y="5159"/>
                  <a:pt x="111" y="5377"/>
                  <a:pt x="277" y="5377"/>
                </a:cubicBezTo>
                <a:cubicBezTo>
                  <a:pt x="298" y="5377"/>
                  <a:pt x="319" y="5374"/>
                  <a:pt x="340" y="5367"/>
                </a:cubicBezTo>
                <a:cubicBezTo>
                  <a:pt x="3363" y="3921"/>
                  <a:pt x="6419" y="2573"/>
                  <a:pt x="9541" y="1358"/>
                </a:cubicBezTo>
                <a:cubicBezTo>
                  <a:pt x="10428" y="996"/>
                  <a:pt x="11348" y="668"/>
                  <a:pt x="12236" y="306"/>
                </a:cubicBezTo>
                <a:cubicBezTo>
                  <a:pt x="12413" y="247"/>
                  <a:pt x="12351" y="1"/>
                  <a:pt x="1219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880" bIns="56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" name="Google Shape;791;p11"/>
          <p:cNvSpPr/>
          <p:nvPr/>
        </p:nvSpPr>
        <p:spPr>
          <a:xfrm>
            <a:off x="5064120" y="3805200"/>
            <a:ext cx="190440" cy="97200"/>
          </a:xfrm>
          <a:custGeom>
            <a:avLst/>
            <a:gdLst>
              <a:gd name="textAreaLeft" fmla="*/ 0 w 190440"/>
              <a:gd name="textAreaRight" fmla="*/ 190800 w 190440"/>
              <a:gd name="textAreaTop" fmla="*/ 0 h 97200"/>
              <a:gd name="textAreaBottom" fmla="*/ 97560 h 97200"/>
            </a:gdLst>
            <a:ahLst/>
            <a:cxnLst/>
            <a:rect l="textAreaLeft" t="textAreaTop" r="textAreaRight" b="textAreaBottom"/>
            <a:pathLst>
              <a:path w="9018" h="4610">
                <a:moveTo>
                  <a:pt x="8780" y="1"/>
                </a:moveTo>
                <a:cubicBezTo>
                  <a:pt x="8758" y="1"/>
                  <a:pt x="8735" y="7"/>
                  <a:pt x="8712" y="21"/>
                </a:cubicBezTo>
                <a:cubicBezTo>
                  <a:pt x="5787" y="1302"/>
                  <a:pt x="2928" y="2715"/>
                  <a:pt x="168" y="4293"/>
                </a:cubicBezTo>
                <a:cubicBezTo>
                  <a:pt x="1" y="4404"/>
                  <a:pt x="93" y="4610"/>
                  <a:pt x="246" y="4610"/>
                </a:cubicBezTo>
                <a:cubicBezTo>
                  <a:pt x="273" y="4610"/>
                  <a:pt x="302" y="4603"/>
                  <a:pt x="332" y="4588"/>
                </a:cubicBezTo>
                <a:cubicBezTo>
                  <a:pt x="3093" y="3011"/>
                  <a:pt x="5951" y="1565"/>
                  <a:pt x="8876" y="284"/>
                </a:cubicBezTo>
                <a:cubicBezTo>
                  <a:pt x="9017" y="227"/>
                  <a:pt x="8916" y="1"/>
                  <a:pt x="878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600" bIns="4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" name="Google Shape;792;p11"/>
          <p:cNvSpPr/>
          <p:nvPr/>
        </p:nvSpPr>
        <p:spPr>
          <a:xfrm>
            <a:off x="5321160" y="3584880"/>
            <a:ext cx="6480" cy="22320"/>
          </a:xfrm>
          <a:custGeom>
            <a:avLst/>
            <a:gdLst>
              <a:gd name="textAreaLeft" fmla="*/ 0 w 6480"/>
              <a:gd name="textAreaRight" fmla="*/ 6840 w 648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329" h="1065">
                <a:moveTo>
                  <a:pt x="132" y="0"/>
                </a:moveTo>
                <a:cubicBezTo>
                  <a:pt x="66" y="0"/>
                  <a:pt x="33" y="66"/>
                  <a:pt x="33" y="132"/>
                </a:cubicBezTo>
                <a:cubicBezTo>
                  <a:pt x="0" y="427"/>
                  <a:pt x="33" y="723"/>
                  <a:pt x="132" y="986"/>
                </a:cubicBezTo>
                <a:cubicBezTo>
                  <a:pt x="132" y="1034"/>
                  <a:pt x="167" y="1064"/>
                  <a:pt x="211" y="1064"/>
                </a:cubicBezTo>
                <a:cubicBezTo>
                  <a:pt x="228" y="1064"/>
                  <a:pt x="245" y="1060"/>
                  <a:pt x="263" y="1052"/>
                </a:cubicBezTo>
                <a:cubicBezTo>
                  <a:pt x="296" y="1052"/>
                  <a:pt x="329" y="986"/>
                  <a:pt x="329" y="953"/>
                </a:cubicBezTo>
                <a:cubicBezTo>
                  <a:pt x="230" y="690"/>
                  <a:pt x="197" y="394"/>
                  <a:pt x="230" y="132"/>
                </a:cubicBezTo>
                <a:cubicBezTo>
                  <a:pt x="230" y="66"/>
                  <a:pt x="197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Google Shape;793;p11"/>
          <p:cNvSpPr/>
          <p:nvPr/>
        </p:nvSpPr>
        <p:spPr>
          <a:xfrm>
            <a:off x="5330160" y="3570480"/>
            <a:ext cx="4680" cy="25920"/>
          </a:xfrm>
          <a:custGeom>
            <a:avLst/>
            <a:gdLst>
              <a:gd name="textAreaLeft" fmla="*/ 0 w 4680"/>
              <a:gd name="textAreaRight" fmla="*/ 5040 w 468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31" h="1241">
                <a:moveTo>
                  <a:pt x="115" y="0"/>
                </a:moveTo>
                <a:cubicBezTo>
                  <a:pt x="58" y="0"/>
                  <a:pt x="0" y="41"/>
                  <a:pt x="0" y="123"/>
                </a:cubicBezTo>
                <a:lnTo>
                  <a:pt x="0" y="1142"/>
                </a:lnTo>
                <a:cubicBezTo>
                  <a:pt x="0" y="1208"/>
                  <a:pt x="58" y="1241"/>
                  <a:pt x="115" y="1241"/>
                </a:cubicBezTo>
                <a:cubicBezTo>
                  <a:pt x="173" y="1241"/>
                  <a:pt x="230" y="1208"/>
                  <a:pt x="230" y="1142"/>
                </a:cubicBezTo>
                <a:lnTo>
                  <a:pt x="230" y="123"/>
                </a:lnTo>
                <a:cubicBezTo>
                  <a:pt x="230" y="41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" name="Google Shape;794;p11"/>
          <p:cNvSpPr/>
          <p:nvPr/>
        </p:nvSpPr>
        <p:spPr>
          <a:xfrm>
            <a:off x="5339880" y="3554640"/>
            <a:ext cx="3960" cy="37080"/>
          </a:xfrm>
          <a:custGeom>
            <a:avLst/>
            <a:gdLst>
              <a:gd name="textAreaLeft" fmla="*/ 0 w 3960"/>
              <a:gd name="textAreaRight" fmla="*/ 4320 w 396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198" h="1767">
                <a:moveTo>
                  <a:pt x="99" y="0"/>
                </a:moveTo>
                <a:cubicBezTo>
                  <a:pt x="50" y="0"/>
                  <a:pt x="0" y="42"/>
                  <a:pt x="0" y="124"/>
                </a:cubicBezTo>
                <a:lnTo>
                  <a:pt x="0" y="1668"/>
                </a:lnTo>
                <a:cubicBezTo>
                  <a:pt x="0" y="1734"/>
                  <a:pt x="50" y="1767"/>
                  <a:pt x="99" y="1767"/>
                </a:cubicBezTo>
                <a:cubicBezTo>
                  <a:pt x="148" y="1767"/>
                  <a:pt x="197" y="1734"/>
                  <a:pt x="197" y="1668"/>
                </a:cubicBezTo>
                <a:lnTo>
                  <a:pt x="197" y="124"/>
                </a:lnTo>
                <a:cubicBezTo>
                  <a:pt x="197" y="42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" name="Google Shape;795;p11"/>
          <p:cNvSpPr/>
          <p:nvPr/>
        </p:nvSpPr>
        <p:spPr>
          <a:xfrm>
            <a:off x="5345280" y="3534840"/>
            <a:ext cx="8640" cy="35280"/>
          </a:xfrm>
          <a:custGeom>
            <a:avLst/>
            <a:gdLst>
              <a:gd name="textAreaLeft" fmla="*/ 0 w 8640"/>
              <a:gd name="textAreaRight" fmla="*/ 9000 w 864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428" h="1684">
                <a:moveTo>
                  <a:pt x="314" y="0"/>
                </a:moveTo>
                <a:cubicBezTo>
                  <a:pt x="278" y="0"/>
                  <a:pt x="243" y="21"/>
                  <a:pt x="230" y="74"/>
                </a:cubicBezTo>
                <a:cubicBezTo>
                  <a:pt x="66" y="567"/>
                  <a:pt x="0" y="1093"/>
                  <a:pt x="33" y="1585"/>
                </a:cubicBezTo>
                <a:cubicBezTo>
                  <a:pt x="33" y="1651"/>
                  <a:pt x="91" y="1684"/>
                  <a:pt x="144" y="1684"/>
                </a:cubicBezTo>
                <a:cubicBezTo>
                  <a:pt x="197" y="1684"/>
                  <a:pt x="247" y="1651"/>
                  <a:pt x="230" y="1585"/>
                </a:cubicBezTo>
                <a:cubicBezTo>
                  <a:pt x="230" y="1093"/>
                  <a:pt x="296" y="600"/>
                  <a:pt x="427" y="107"/>
                </a:cubicBezTo>
                <a:cubicBezTo>
                  <a:pt x="427" y="48"/>
                  <a:pt x="368" y="0"/>
                  <a:pt x="31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Google Shape;796;p11"/>
          <p:cNvSpPr/>
          <p:nvPr/>
        </p:nvSpPr>
        <p:spPr>
          <a:xfrm>
            <a:off x="5361480" y="3518280"/>
            <a:ext cx="3960" cy="39240"/>
          </a:xfrm>
          <a:custGeom>
            <a:avLst/>
            <a:gdLst>
              <a:gd name="textAreaLeft" fmla="*/ 0 w 3960"/>
              <a:gd name="textAreaRight" fmla="*/ 4320 w 396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99" h="1866">
                <a:moveTo>
                  <a:pt x="100" y="1"/>
                </a:moveTo>
                <a:cubicBezTo>
                  <a:pt x="50" y="1"/>
                  <a:pt x="1" y="42"/>
                  <a:pt x="1" y="124"/>
                </a:cubicBezTo>
                <a:lnTo>
                  <a:pt x="1" y="1767"/>
                </a:lnTo>
                <a:cubicBezTo>
                  <a:pt x="1" y="1833"/>
                  <a:pt x="50" y="1866"/>
                  <a:pt x="100" y="1866"/>
                </a:cubicBezTo>
                <a:cubicBezTo>
                  <a:pt x="149" y="1866"/>
                  <a:pt x="198" y="1833"/>
                  <a:pt x="198" y="1767"/>
                </a:cubicBezTo>
                <a:lnTo>
                  <a:pt x="198" y="124"/>
                </a:lnTo>
                <a:cubicBezTo>
                  <a:pt x="198" y="42"/>
                  <a:pt x="149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" name="Google Shape;797;p11"/>
          <p:cNvSpPr/>
          <p:nvPr/>
        </p:nvSpPr>
        <p:spPr>
          <a:xfrm>
            <a:off x="5371920" y="3503520"/>
            <a:ext cx="5760" cy="38520"/>
          </a:xfrm>
          <a:custGeom>
            <a:avLst/>
            <a:gdLst>
              <a:gd name="textAreaLeft" fmla="*/ 0 w 5760"/>
              <a:gd name="textAreaRight" fmla="*/ 6120 w 576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297" h="1841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cubicBezTo>
                  <a:pt x="34" y="625"/>
                  <a:pt x="67" y="1183"/>
                  <a:pt x="99" y="1742"/>
                </a:cubicBezTo>
                <a:cubicBezTo>
                  <a:pt x="99" y="1808"/>
                  <a:pt x="149" y="1841"/>
                  <a:pt x="198" y="1841"/>
                </a:cubicBezTo>
                <a:cubicBezTo>
                  <a:pt x="247" y="1841"/>
                  <a:pt x="297" y="1808"/>
                  <a:pt x="297" y="1742"/>
                </a:cubicBezTo>
                <a:cubicBezTo>
                  <a:pt x="264" y="1183"/>
                  <a:pt x="231" y="625"/>
                  <a:pt x="198" y="99"/>
                </a:cubicBez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Google Shape;798;p11"/>
          <p:cNvSpPr/>
          <p:nvPr/>
        </p:nvSpPr>
        <p:spPr>
          <a:xfrm>
            <a:off x="5382000" y="3483000"/>
            <a:ext cx="4680" cy="39240"/>
          </a:xfrm>
          <a:custGeom>
            <a:avLst/>
            <a:gdLst>
              <a:gd name="textAreaLeft" fmla="*/ 0 w 4680"/>
              <a:gd name="textAreaRight" fmla="*/ 5040 w 468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231" h="1866">
                <a:moveTo>
                  <a:pt x="116" y="1"/>
                </a:moveTo>
                <a:cubicBezTo>
                  <a:pt x="58" y="1"/>
                  <a:pt x="1" y="42"/>
                  <a:pt x="1" y="124"/>
                </a:cubicBezTo>
                <a:lnTo>
                  <a:pt x="1" y="1767"/>
                </a:lnTo>
                <a:cubicBezTo>
                  <a:pt x="1" y="1833"/>
                  <a:pt x="58" y="1866"/>
                  <a:pt x="116" y="1866"/>
                </a:cubicBezTo>
                <a:cubicBezTo>
                  <a:pt x="173" y="1866"/>
                  <a:pt x="231" y="1833"/>
                  <a:pt x="231" y="1767"/>
                </a:cubicBezTo>
                <a:lnTo>
                  <a:pt x="231" y="124"/>
                </a:lnTo>
                <a:cubicBezTo>
                  <a:pt x="231" y="42"/>
                  <a:pt x="173" y="1"/>
                  <a:pt x="1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Google Shape;799;p11"/>
          <p:cNvSpPr/>
          <p:nvPr/>
        </p:nvSpPr>
        <p:spPr>
          <a:xfrm>
            <a:off x="5394600" y="3466800"/>
            <a:ext cx="5040" cy="37800"/>
          </a:xfrm>
          <a:custGeom>
            <a:avLst/>
            <a:gdLst>
              <a:gd name="textAreaLeft" fmla="*/ 0 w 5040"/>
              <a:gd name="textAreaRight" fmla="*/ 5400 w 504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47" h="1809">
                <a:moveTo>
                  <a:pt x="144" y="1"/>
                </a:moveTo>
                <a:cubicBezTo>
                  <a:pt x="99" y="1"/>
                  <a:pt x="50" y="34"/>
                  <a:pt x="33" y="99"/>
                </a:cubicBezTo>
                <a:cubicBezTo>
                  <a:pt x="0" y="625"/>
                  <a:pt x="0" y="1151"/>
                  <a:pt x="33" y="1710"/>
                </a:cubicBezTo>
                <a:cubicBezTo>
                  <a:pt x="33" y="1775"/>
                  <a:pt x="91" y="1808"/>
                  <a:pt x="144" y="1808"/>
                </a:cubicBezTo>
                <a:cubicBezTo>
                  <a:pt x="197" y="1808"/>
                  <a:pt x="247" y="1775"/>
                  <a:pt x="230" y="1710"/>
                </a:cubicBezTo>
                <a:cubicBezTo>
                  <a:pt x="230" y="1151"/>
                  <a:pt x="230" y="625"/>
                  <a:pt x="230" y="99"/>
                </a:cubicBezTo>
                <a:cubicBezTo>
                  <a:pt x="230" y="34"/>
                  <a:pt x="189" y="1"/>
                  <a:pt x="1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" name="Google Shape;800;p11"/>
          <p:cNvSpPr/>
          <p:nvPr/>
        </p:nvSpPr>
        <p:spPr>
          <a:xfrm>
            <a:off x="5409360" y="3440160"/>
            <a:ext cx="3960" cy="34560"/>
          </a:xfrm>
          <a:custGeom>
            <a:avLst/>
            <a:gdLst>
              <a:gd name="textAreaLeft" fmla="*/ 0 w 3960"/>
              <a:gd name="textAreaRight" fmla="*/ 4320 w 396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98" h="1644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0" y="1545"/>
                </a:lnTo>
                <a:cubicBezTo>
                  <a:pt x="0" y="1610"/>
                  <a:pt x="50" y="1643"/>
                  <a:pt x="99" y="1643"/>
                </a:cubicBezTo>
                <a:cubicBezTo>
                  <a:pt x="148" y="1643"/>
                  <a:pt x="197" y="1610"/>
                  <a:pt x="197" y="1545"/>
                </a:cubicBezTo>
                <a:cubicBezTo>
                  <a:pt x="197" y="1052"/>
                  <a:pt x="165" y="592"/>
                  <a:pt x="197" y="99"/>
                </a:cubicBez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" name="Google Shape;801;p11"/>
          <p:cNvSpPr/>
          <p:nvPr/>
        </p:nvSpPr>
        <p:spPr>
          <a:xfrm>
            <a:off x="5425200" y="3420000"/>
            <a:ext cx="3960" cy="38520"/>
          </a:xfrm>
          <a:custGeom>
            <a:avLst/>
            <a:gdLst>
              <a:gd name="textAreaLeft" fmla="*/ 0 w 3960"/>
              <a:gd name="textAreaRight" fmla="*/ 4320 w 396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198" h="1841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lnTo>
                  <a:pt x="0" y="1742"/>
                </a:lnTo>
                <a:cubicBezTo>
                  <a:pt x="0" y="1807"/>
                  <a:pt x="49" y="1840"/>
                  <a:pt x="99" y="1840"/>
                </a:cubicBezTo>
                <a:cubicBezTo>
                  <a:pt x="148" y="1840"/>
                  <a:pt x="197" y="1807"/>
                  <a:pt x="197" y="1742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" name="Google Shape;802;p11"/>
          <p:cNvSpPr/>
          <p:nvPr/>
        </p:nvSpPr>
        <p:spPr>
          <a:xfrm>
            <a:off x="5440680" y="3386160"/>
            <a:ext cx="6480" cy="50400"/>
          </a:xfrm>
          <a:custGeom>
            <a:avLst/>
            <a:gdLst>
              <a:gd name="textAreaLeft" fmla="*/ 0 w 6480"/>
              <a:gd name="textAreaRight" fmla="*/ 6840 w 64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329" h="2399">
                <a:moveTo>
                  <a:pt x="197" y="0"/>
                </a:moveTo>
                <a:cubicBezTo>
                  <a:pt x="148" y="0"/>
                  <a:pt x="99" y="33"/>
                  <a:pt x="99" y="99"/>
                </a:cubicBezTo>
                <a:cubicBezTo>
                  <a:pt x="99" y="822"/>
                  <a:pt x="66" y="1577"/>
                  <a:pt x="0" y="2300"/>
                </a:cubicBezTo>
                <a:cubicBezTo>
                  <a:pt x="0" y="2366"/>
                  <a:pt x="41" y="2399"/>
                  <a:pt x="86" y="2399"/>
                </a:cubicBezTo>
                <a:cubicBezTo>
                  <a:pt x="131" y="2399"/>
                  <a:pt x="181" y="2366"/>
                  <a:pt x="197" y="2300"/>
                </a:cubicBezTo>
                <a:cubicBezTo>
                  <a:pt x="263" y="1577"/>
                  <a:pt x="329" y="822"/>
                  <a:pt x="296" y="99"/>
                </a:cubicBezTo>
                <a:cubicBezTo>
                  <a:pt x="296" y="33"/>
                  <a:pt x="246" y="0"/>
                  <a:pt x="19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" name="Google Shape;803;p11"/>
          <p:cNvSpPr/>
          <p:nvPr/>
        </p:nvSpPr>
        <p:spPr>
          <a:xfrm>
            <a:off x="5454360" y="3368520"/>
            <a:ext cx="5400" cy="44280"/>
          </a:xfrm>
          <a:custGeom>
            <a:avLst/>
            <a:gdLst>
              <a:gd name="textAreaLeft" fmla="*/ 0 w 5400"/>
              <a:gd name="textAreaRight" fmla="*/ 5760 w 5400"/>
              <a:gd name="textAreaTop" fmla="*/ 0 h 44280"/>
              <a:gd name="textAreaBottom" fmla="*/ 44640 h 44280"/>
            </a:gdLst>
            <a:ahLst/>
            <a:cxnLst/>
            <a:rect l="textAreaLeft" t="textAreaTop" r="textAreaRight" b="textAreaBottom"/>
            <a:pathLst>
              <a:path w="264" h="2104">
                <a:moveTo>
                  <a:pt x="165" y="1"/>
                </a:moveTo>
                <a:cubicBezTo>
                  <a:pt x="115" y="1"/>
                  <a:pt x="66" y="33"/>
                  <a:pt x="66" y="99"/>
                </a:cubicBezTo>
                <a:cubicBezTo>
                  <a:pt x="33" y="723"/>
                  <a:pt x="0" y="1381"/>
                  <a:pt x="0" y="2005"/>
                </a:cubicBezTo>
                <a:cubicBezTo>
                  <a:pt x="0" y="2071"/>
                  <a:pt x="50" y="2104"/>
                  <a:pt x="99" y="2104"/>
                </a:cubicBezTo>
                <a:cubicBezTo>
                  <a:pt x="148" y="2104"/>
                  <a:pt x="197" y="2071"/>
                  <a:pt x="197" y="2005"/>
                </a:cubicBezTo>
                <a:cubicBezTo>
                  <a:pt x="230" y="1381"/>
                  <a:pt x="230" y="723"/>
                  <a:pt x="263" y="99"/>
                </a:cubicBezTo>
                <a:cubicBezTo>
                  <a:pt x="263" y="33"/>
                  <a:pt x="214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" name="Google Shape;804;p11"/>
          <p:cNvSpPr/>
          <p:nvPr/>
        </p:nvSpPr>
        <p:spPr>
          <a:xfrm>
            <a:off x="5463720" y="3351960"/>
            <a:ext cx="6480" cy="51840"/>
          </a:xfrm>
          <a:custGeom>
            <a:avLst/>
            <a:gdLst>
              <a:gd name="textAreaLeft" fmla="*/ 0 w 6480"/>
              <a:gd name="textAreaRight" fmla="*/ 6840 w 6480"/>
              <a:gd name="textAreaTop" fmla="*/ 0 h 51840"/>
              <a:gd name="textAreaBottom" fmla="*/ 52200 h 51840"/>
            </a:gdLst>
            <a:ahLst/>
            <a:cxnLst/>
            <a:rect l="textAreaLeft" t="textAreaTop" r="textAreaRight" b="textAreaBottom"/>
            <a:pathLst>
              <a:path w="330" h="2466">
                <a:moveTo>
                  <a:pt x="198" y="1"/>
                </a:moveTo>
                <a:cubicBezTo>
                  <a:pt x="148" y="1"/>
                  <a:pt x="99" y="34"/>
                  <a:pt x="99" y="99"/>
                </a:cubicBezTo>
                <a:cubicBezTo>
                  <a:pt x="132" y="855"/>
                  <a:pt x="99" y="1611"/>
                  <a:pt x="0" y="2367"/>
                </a:cubicBezTo>
                <a:cubicBezTo>
                  <a:pt x="0" y="2433"/>
                  <a:pt x="50" y="2465"/>
                  <a:pt x="99" y="2465"/>
                </a:cubicBezTo>
                <a:cubicBezTo>
                  <a:pt x="148" y="2465"/>
                  <a:pt x="198" y="2433"/>
                  <a:pt x="198" y="2367"/>
                </a:cubicBezTo>
                <a:cubicBezTo>
                  <a:pt x="296" y="1611"/>
                  <a:pt x="329" y="855"/>
                  <a:pt x="296" y="99"/>
                </a:cubicBezTo>
                <a:cubicBezTo>
                  <a:pt x="296" y="34"/>
                  <a:pt x="247" y="1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" name="Google Shape;805;p11"/>
          <p:cNvSpPr/>
          <p:nvPr/>
        </p:nvSpPr>
        <p:spPr>
          <a:xfrm>
            <a:off x="5475600" y="3336840"/>
            <a:ext cx="5760" cy="39240"/>
          </a:xfrm>
          <a:custGeom>
            <a:avLst/>
            <a:gdLst>
              <a:gd name="textAreaLeft" fmla="*/ 0 w 5760"/>
              <a:gd name="textAreaRight" fmla="*/ 6120 w 576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292" h="1865">
                <a:moveTo>
                  <a:pt x="156" y="0"/>
                </a:moveTo>
                <a:cubicBezTo>
                  <a:pt x="127" y="0"/>
                  <a:pt x="95" y="8"/>
                  <a:pt x="62" y="25"/>
                </a:cubicBezTo>
                <a:cubicBezTo>
                  <a:pt x="1" y="86"/>
                  <a:pt x="40" y="159"/>
                  <a:pt x="95" y="191"/>
                </a:cubicBezTo>
                <a:lnTo>
                  <a:pt x="95" y="191"/>
                </a:lnTo>
                <a:lnTo>
                  <a:pt x="95" y="222"/>
                </a:lnTo>
                <a:cubicBezTo>
                  <a:pt x="95" y="255"/>
                  <a:pt x="95" y="288"/>
                  <a:pt x="95" y="353"/>
                </a:cubicBezTo>
                <a:lnTo>
                  <a:pt x="95" y="551"/>
                </a:lnTo>
                <a:lnTo>
                  <a:pt x="95" y="945"/>
                </a:lnTo>
                <a:cubicBezTo>
                  <a:pt x="95" y="1208"/>
                  <a:pt x="95" y="1504"/>
                  <a:pt x="62" y="1766"/>
                </a:cubicBezTo>
                <a:cubicBezTo>
                  <a:pt x="62" y="1832"/>
                  <a:pt x="111" y="1865"/>
                  <a:pt x="160" y="1865"/>
                </a:cubicBezTo>
                <a:cubicBezTo>
                  <a:pt x="210" y="1865"/>
                  <a:pt x="259" y="1832"/>
                  <a:pt x="259" y="1766"/>
                </a:cubicBezTo>
                <a:cubicBezTo>
                  <a:pt x="292" y="1405"/>
                  <a:pt x="292" y="1076"/>
                  <a:pt x="292" y="715"/>
                </a:cubicBezTo>
                <a:lnTo>
                  <a:pt x="292" y="222"/>
                </a:lnTo>
                <a:cubicBezTo>
                  <a:pt x="292" y="123"/>
                  <a:pt x="292" y="91"/>
                  <a:pt x="226" y="25"/>
                </a:cubicBezTo>
                <a:cubicBezTo>
                  <a:pt x="210" y="8"/>
                  <a:pt x="185" y="0"/>
                  <a:pt x="1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" name="Google Shape;806;p11"/>
          <p:cNvSpPr/>
          <p:nvPr/>
        </p:nvSpPr>
        <p:spPr>
          <a:xfrm>
            <a:off x="5489640" y="3316320"/>
            <a:ext cx="9720" cy="50400"/>
          </a:xfrm>
          <a:custGeom>
            <a:avLst/>
            <a:gdLst>
              <a:gd name="textAreaLeft" fmla="*/ 0 w 9720"/>
              <a:gd name="textAreaRight" fmla="*/ 10080 w 972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482" h="2405">
                <a:moveTo>
                  <a:pt x="131" y="0"/>
                </a:moveTo>
                <a:cubicBezTo>
                  <a:pt x="68" y="0"/>
                  <a:pt x="1" y="56"/>
                  <a:pt x="21" y="137"/>
                </a:cubicBezTo>
                <a:cubicBezTo>
                  <a:pt x="185" y="860"/>
                  <a:pt x="251" y="1583"/>
                  <a:pt x="284" y="2306"/>
                </a:cubicBezTo>
                <a:cubicBezTo>
                  <a:pt x="284" y="2372"/>
                  <a:pt x="333" y="2405"/>
                  <a:pt x="383" y="2405"/>
                </a:cubicBezTo>
                <a:cubicBezTo>
                  <a:pt x="432" y="2405"/>
                  <a:pt x="481" y="2372"/>
                  <a:pt x="481" y="2306"/>
                </a:cubicBezTo>
                <a:cubicBezTo>
                  <a:pt x="481" y="1550"/>
                  <a:pt x="383" y="795"/>
                  <a:pt x="218" y="72"/>
                </a:cubicBezTo>
                <a:cubicBezTo>
                  <a:pt x="206" y="22"/>
                  <a:pt x="169" y="0"/>
                  <a:pt x="1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" name="Google Shape;807;p11"/>
          <p:cNvSpPr/>
          <p:nvPr/>
        </p:nvSpPr>
        <p:spPr>
          <a:xfrm>
            <a:off x="5513040" y="3337200"/>
            <a:ext cx="7200" cy="32400"/>
          </a:xfrm>
          <a:custGeom>
            <a:avLst/>
            <a:gdLst>
              <a:gd name="textAreaLeft" fmla="*/ 0 w 7200"/>
              <a:gd name="textAreaRight" fmla="*/ 7560 w 720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350" h="1552">
                <a:moveTo>
                  <a:pt x="132" y="1"/>
                </a:moveTo>
                <a:cubicBezTo>
                  <a:pt x="83" y="1"/>
                  <a:pt x="33" y="34"/>
                  <a:pt x="33" y="99"/>
                </a:cubicBezTo>
                <a:cubicBezTo>
                  <a:pt x="0" y="559"/>
                  <a:pt x="33" y="1019"/>
                  <a:pt x="132" y="1480"/>
                </a:cubicBezTo>
                <a:cubicBezTo>
                  <a:pt x="144" y="1530"/>
                  <a:pt x="181" y="1551"/>
                  <a:pt x="220" y="1551"/>
                </a:cubicBezTo>
                <a:cubicBezTo>
                  <a:pt x="282" y="1551"/>
                  <a:pt x="349" y="1495"/>
                  <a:pt x="329" y="1414"/>
                </a:cubicBezTo>
                <a:cubicBezTo>
                  <a:pt x="231" y="987"/>
                  <a:pt x="198" y="559"/>
                  <a:pt x="231" y="99"/>
                </a:cubicBezTo>
                <a:cubicBezTo>
                  <a:pt x="231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" name="Google Shape;808;p11"/>
          <p:cNvSpPr/>
          <p:nvPr/>
        </p:nvSpPr>
        <p:spPr>
          <a:xfrm>
            <a:off x="5528880" y="3359520"/>
            <a:ext cx="5400" cy="37800"/>
          </a:xfrm>
          <a:custGeom>
            <a:avLst/>
            <a:gdLst>
              <a:gd name="textAreaLeft" fmla="*/ 0 w 5400"/>
              <a:gd name="textAreaRight" fmla="*/ 5760 w 54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64" h="1800">
                <a:moveTo>
                  <a:pt x="165" y="0"/>
                </a:moveTo>
                <a:cubicBezTo>
                  <a:pt x="115" y="0"/>
                  <a:pt x="66" y="33"/>
                  <a:pt x="66" y="99"/>
                </a:cubicBezTo>
                <a:lnTo>
                  <a:pt x="0" y="1676"/>
                </a:lnTo>
                <a:cubicBezTo>
                  <a:pt x="0" y="1758"/>
                  <a:pt x="58" y="1799"/>
                  <a:pt x="115" y="1799"/>
                </a:cubicBezTo>
                <a:cubicBezTo>
                  <a:pt x="173" y="1799"/>
                  <a:pt x="230" y="1758"/>
                  <a:pt x="230" y="1676"/>
                </a:cubicBezTo>
                <a:lnTo>
                  <a:pt x="263" y="99"/>
                </a:lnTo>
                <a:cubicBezTo>
                  <a:pt x="263" y="33"/>
                  <a:pt x="214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" name="Google Shape;809;p11"/>
          <p:cNvSpPr/>
          <p:nvPr/>
        </p:nvSpPr>
        <p:spPr>
          <a:xfrm>
            <a:off x="5541480" y="3375720"/>
            <a:ext cx="4680" cy="30960"/>
          </a:xfrm>
          <a:custGeom>
            <a:avLst/>
            <a:gdLst>
              <a:gd name="textAreaLeft" fmla="*/ 0 w 4680"/>
              <a:gd name="textAreaRight" fmla="*/ 5040 w 468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31" h="1479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lnTo>
                  <a:pt x="1" y="1380"/>
                </a:lnTo>
                <a:cubicBezTo>
                  <a:pt x="1" y="1446"/>
                  <a:pt x="58" y="1479"/>
                  <a:pt x="116" y="1479"/>
                </a:cubicBezTo>
                <a:cubicBezTo>
                  <a:pt x="173" y="1479"/>
                  <a:pt x="231" y="1446"/>
                  <a:pt x="231" y="1380"/>
                </a:cubicBezTo>
                <a:lnTo>
                  <a:pt x="231" y="99"/>
                </a:ln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" name="Google Shape;810;p11"/>
          <p:cNvSpPr/>
          <p:nvPr/>
        </p:nvSpPr>
        <p:spPr>
          <a:xfrm>
            <a:off x="5556600" y="3403440"/>
            <a:ext cx="4680" cy="21960"/>
          </a:xfrm>
          <a:custGeom>
            <a:avLst/>
            <a:gdLst>
              <a:gd name="textAreaLeft" fmla="*/ 0 w 4680"/>
              <a:gd name="textAreaRight" fmla="*/ 5040 w 468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231" h="1053">
                <a:moveTo>
                  <a:pt x="99" y="1"/>
                </a:moveTo>
                <a:cubicBezTo>
                  <a:pt x="66" y="1"/>
                  <a:pt x="1" y="33"/>
                  <a:pt x="1" y="99"/>
                </a:cubicBezTo>
                <a:cubicBezTo>
                  <a:pt x="1" y="395"/>
                  <a:pt x="1" y="658"/>
                  <a:pt x="34" y="953"/>
                </a:cubicBezTo>
                <a:cubicBezTo>
                  <a:pt x="34" y="1019"/>
                  <a:pt x="99" y="1052"/>
                  <a:pt x="132" y="1052"/>
                </a:cubicBezTo>
                <a:cubicBezTo>
                  <a:pt x="198" y="1052"/>
                  <a:pt x="231" y="1019"/>
                  <a:pt x="231" y="953"/>
                </a:cubicBezTo>
                <a:cubicBezTo>
                  <a:pt x="198" y="658"/>
                  <a:pt x="198" y="395"/>
                  <a:pt x="231" y="99"/>
                </a:cubicBezTo>
                <a:cubicBezTo>
                  <a:pt x="231" y="33"/>
                  <a:pt x="165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" name="Google Shape;811;p11"/>
          <p:cNvSpPr/>
          <p:nvPr/>
        </p:nvSpPr>
        <p:spPr>
          <a:xfrm>
            <a:off x="5571360" y="3417480"/>
            <a:ext cx="5400" cy="24840"/>
          </a:xfrm>
          <a:custGeom>
            <a:avLst/>
            <a:gdLst>
              <a:gd name="textAreaLeft" fmla="*/ 0 w 5400"/>
              <a:gd name="textAreaRight" fmla="*/ 5760 w 540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264" h="1184">
                <a:moveTo>
                  <a:pt x="132" y="1"/>
                </a:moveTo>
                <a:cubicBezTo>
                  <a:pt x="99" y="1"/>
                  <a:pt x="34" y="34"/>
                  <a:pt x="34" y="99"/>
                </a:cubicBezTo>
                <a:cubicBezTo>
                  <a:pt x="1" y="428"/>
                  <a:pt x="1" y="757"/>
                  <a:pt x="1" y="1085"/>
                </a:cubicBezTo>
                <a:cubicBezTo>
                  <a:pt x="1" y="1151"/>
                  <a:pt x="58" y="1184"/>
                  <a:pt x="112" y="1184"/>
                </a:cubicBezTo>
                <a:cubicBezTo>
                  <a:pt x="165" y="1184"/>
                  <a:pt x="214" y="1151"/>
                  <a:pt x="198" y="1085"/>
                </a:cubicBezTo>
                <a:cubicBezTo>
                  <a:pt x="198" y="757"/>
                  <a:pt x="198" y="428"/>
                  <a:pt x="264" y="99"/>
                </a:cubicBezTo>
                <a:cubicBezTo>
                  <a:pt x="264" y="34"/>
                  <a:pt x="198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" name="Google Shape;812;p11"/>
          <p:cNvSpPr/>
          <p:nvPr/>
        </p:nvSpPr>
        <p:spPr>
          <a:xfrm>
            <a:off x="5585400" y="3437640"/>
            <a:ext cx="5400" cy="22680"/>
          </a:xfrm>
          <a:custGeom>
            <a:avLst/>
            <a:gdLst>
              <a:gd name="textAreaLeft" fmla="*/ 0 w 5400"/>
              <a:gd name="textAreaRight" fmla="*/ 5760 w 540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64" h="1086">
                <a:moveTo>
                  <a:pt x="100" y="1"/>
                </a:moveTo>
                <a:cubicBezTo>
                  <a:pt x="67" y="1"/>
                  <a:pt x="1" y="34"/>
                  <a:pt x="1" y="99"/>
                </a:cubicBezTo>
                <a:cubicBezTo>
                  <a:pt x="1" y="395"/>
                  <a:pt x="34" y="691"/>
                  <a:pt x="67" y="986"/>
                </a:cubicBezTo>
                <a:cubicBezTo>
                  <a:pt x="67" y="1052"/>
                  <a:pt x="100" y="1085"/>
                  <a:pt x="165" y="1085"/>
                </a:cubicBezTo>
                <a:cubicBezTo>
                  <a:pt x="231" y="1085"/>
                  <a:pt x="264" y="1052"/>
                  <a:pt x="264" y="986"/>
                </a:cubicBezTo>
                <a:cubicBezTo>
                  <a:pt x="264" y="691"/>
                  <a:pt x="231" y="395"/>
                  <a:pt x="198" y="99"/>
                </a:cubicBezTo>
                <a:cubicBezTo>
                  <a:pt x="198" y="34"/>
                  <a:pt x="165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" name="Google Shape;813;p11"/>
          <p:cNvSpPr/>
          <p:nvPr/>
        </p:nvSpPr>
        <p:spPr>
          <a:xfrm>
            <a:off x="5605560" y="3461760"/>
            <a:ext cx="4680" cy="27360"/>
          </a:xfrm>
          <a:custGeom>
            <a:avLst/>
            <a:gdLst>
              <a:gd name="textAreaLeft" fmla="*/ 0 w 4680"/>
              <a:gd name="textAreaRight" fmla="*/ 5040 w 468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31" h="1316">
                <a:moveTo>
                  <a:pt x="132" y="1"/>
                </a:moveTo>
                <a:cubicBezTo>
                  <a:pt x="83" y="1"/>
                  <a:pt x="34" y="34"/>
                  <a:pt x="34" y="99"/>
                </a:cubicBezTo>
                <a:cubicBezTo>
                  <a:pt x="1" y="461"/>
                  <a:pt x="1" y="855"/>
                  <a:pt x="34" y="1217"/>
                </a:cubicBezTo>
                <a:cubicBezTo>
                  <a:pt x="34" y="1249"/>
                  <a:pt x="67" y="1315"/>
                  <a:pt x="132" y="1315"/>
                </a:cubicBezTo>
                <a:cubicBezTo>
                  <a:pt x="165" y="1315"/>
                  <a:pt x="231" y="1249"/>
                  <a:pt x="231" y="1217"/>
                </a:cubicBezTo>
                <a:cubicBezTo>
                  <a:pt x="198" y="855"/>
                  <a:pt x="198" y="461"/>
                  <a:pt x="231" y="99"/>
                </a:cubicBezTo>
                <a:cubicBezTo>
                  <a:pt x="231" y="34"/>
                  <a:pt x="182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" name="Google Shape;814;p11"/>
          <p:cNvSpPr/>
          <p:nvPr/>
        </p:nvSpPr>
        <p:spPr>
          <a:xfrm>
            <a:off x="5619240" y="3483720"/>
            <a:ext cx="3960" cy="28080"/>
          </a:xfrm>
          <a:custGeom>
            <a:avLst/>
            <a:gdLst>
              <a:gd name="textAreaLeft" fmla="*/ 0 w 3960"/>
              <a:gd name="textAreaRight" fmla="*/ 4320 w 396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198" h="1340">
                <a:moveTo>
                  <a:pt x="99" y="1"/>
                </a:moveTo>
                <a:cubicBezTo>
                  <a:pt x="49" y="1"/>
                  <a:pt x="0" y="42"/>
                  <a:pt x="0" y="124"/>
                </a:cubicBezTo>
                <a:lnTo>
                  <a:pt x="0" y="1241"/>
                </a:lnTo>
                <a:cubicBezTo>
                  <a:pt x="0" y="1307"/>
                  <a:pt x="49" y="1340"/>
                  <a:pt x="99" y="1340"/>
                </a:cubicBezTo>
                <a:cubicBezTo>
                  <a:pt x="148" y="1340"/>
                  <a:pt x="197" y="1307"/>
                  <a:pt x="197" y="1241"/>
                </a:cubicBezTo>
                <a:lnTo>
                  <a:pt x="197" y="124"/>
                </a:lnTo>
                <a:cubicBezTo>
                  <a:pt x="197" y="42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" name="Google Shape;815;p11"/>
          <p:cNvSpPr/>
          <p:nvPr/>
        </p:nvSpPr>
        <p:spPr>
          <a:xfrm>
            <a:off x="5640120" y="3506400"/>
            <a:ext cx="4680" cy="25920"/>
          </a:xfrm>
          <a:custGeom>
            <a:avLst/>
            <a:gdLst>
              <a:gd name="textAreaLeft" fmla="*/ 0 w 4680"/>
              <a:gd name="textAreaRight" fmla="*/ 5040 w 468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31" h="1250">
                <a:moveTo>
                  <a:pt x="99" y="1"/>
                </a:moveTo>
                <a:cubicBezTo>
                  <a:pt x="50" y="1"/>
                  <a:pt x="1" y="34"/>
                  <a:pt x="1" y="99"/>
                </a:cubicBezTo>
                <a:cubicBezTo>
                  <a:pt x="1" y="461"/>
                  <a:pt x="1" y="790"/>
                  <a:pt x="34" y="1151"/>
                </a:cubicBezTo>
                <a:cubicBezTo>
                  <a:pt x="34" y="1184"/>
                  <a:pt x="67" y="1250"/>
                  <a:pt x="132" y="1250"/>
                </a:cubicBezTo>
                <a:cubicBezTo>
                  <a:pt x="198" y="1250"/>
                  <a:pt x="231" y="1184"/>
                  <a:pt x="231" y="1151"/>
                </a:cubicBezTo>
                <a:cubicBezTo>
                  <a:pt x="198" y="790"/>
                  <a:pt x="198" y="461"/>
                  <a:pt x="198" y="99"/>
                </a:cubicBezTo>
                <a:cubicBezTo>
                  <a:pt x="198" y="34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" name="Google Shape;816;p11"/>
          <p:cNvSpPr/>
          <p:nvPr/>
        </p:nvSpPr>
        <p:spPr>
          <a:xfrm>
            <a:off x="5486040" y="3477240"/>
            <a:ext cx="6840" cy="46800"/>
          </a:xfrm>
          <a:custGeom>
            <a:avLst/>
            <a:gdLst>
              <a:gd name="textAreaLeft" fmla="*/ 0 w 6840"/>
              <a:gd name="textAreaRight" fmla="*/ 7200 w 6840"/>
              <a:gd name="textAreaTop" fmla="*/ 0 h 46800"/>
              <a:gd name="textAreaBottom" fmla="*/ 47160 h 46800"/>
            </a:gdLst>
            <a:ahLst/>
            <a:cxnLst/>
            <a:rect l="textAreaLeft" t="textAreaTop" r="textAreaRight" b="textAreaBottom"/>
            <a:pathLst>
              <a:path w="346" h="2236">
                <a:moveTo>
                  <a:pt x="103" y="1"/>
                </a:moveTo>
                <a:cubicBezTo>
                  <a:pt x="50" y="1"/>
                  <a:pt x="0" y="34"/>
                  <a:pt x="17" y="99"/>
                </a:cubicBezTo>
                <a:cubicBezTo>
                  <a:pt x="83" y="789"/>
                  <a:pt x="115" y="1447"/>
                  <a:pt x="148" y="2137"/>
                </a:cubicBezTo>
                <a:cubicBezTo>
                  <a:pt x="148" y="2202"/>
                  <a:pt x="198" y="2235"/>
                  <a:pt x="247" y="2235"/>
                </a:cubicBezTo>
                <a:cubicBezTo>
                  <a:pt x="296" y="2235"/>
                  <a:pt x="345" y="2202"/>
                  <a:pt x="345" y="2137"/>
                </a:cubicBezTo>
                <a:cubicBezTo>
                  <a:pt x="345" y="1447"/>
                  <a:pt x="280" y="789"/>
                  <a:pt x="214" y="99"/>
                </a:cubicBezTo>
                <a:cubicBezTo>
                  <a:pt x="214" y="34"/>
                  <a:pt x="156" y="1"/>
                  <a:pt x="10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Google Shape;817;p11"/>
          <p:cNvSpPr/>
          <p:nvPr/>
        </p:nvSpPr>
        <p:spPr>
          <a:xfrm>
            <a:off x="5495040" y="3473640"/>
            <a:ext cx="4680" cy="25560"/>
          </a:xfrm>
          <a:custGeom>
            <a:avLst/>
            <a:gdLst>
              <a:gd name="textAreaLeft" fmla="*/ 0 w 4680"/>
              <a:gd name="textAreaRight" fmla="*/ 5040 w 468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31" h="1217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lnTo>
                  <a:pt x="33" y="1118"/>
                </a:lnTo>
                <a:cubicBezTo>
                  <a:pt x="33" y="1183"/>
                  <a:pt x="82" y="1216"/>
                  <a:pt x="132" y="1216"/>
                </a:cubicBezTo>
                <a:cubicBezTo>
                  <a:pt x="181" y="1216"/>
                  <a:pt x="230" y="1183"/>
                  <a:pt x="230" y="1118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" name="Google Shape;818;p11"/>
          <p:cNvSpPr/>
          <p:nvPr/>
        </p:nvSpPr>
        <p:spPr>
          <a:xfrm>
            <a:off x="5509440" y="3471480"/>
            <a:ext cx="4680" cy="42120"/>
          </a:xfrm>
          <a:custGeom>
            <a:avLst/>
            <a:gdLst>
              <a:gd name="textAreaLeft" fmla="*/ 0 w 4680"/>
              <a:gd name="textAreaRight" fmla="*/ 5040 w 468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231" h="2006">
                <a:moveTo>
                  <a:pt x="99" y="1"/>
                </a:moveTo>
                <a:cubicBezTo>
                  <a:pt x="49" y="1"/>
                  <a:pt x="0" y="34"/>
                  <a:pt x="0" y="99"/>
                </a:cubicBezTo>
                <a:cubicBezTo>
                  <a:pt x="0" y="691"/>
                  <a:pt x="0" y="1315"/>
                  <a:pt x="33" y="1907"/>
                </a:cubicBezTo>
                <a:cubicBezTo>
                  <a:pt x="33" y="1972"/>
                  <a:pt x="82" y="2005"/>
                  <a:pt x="132" y="2005"/>
                </a:cubicBezTo>
                <a:cubicBezTo>
                  <a:pt x="181" y="2005"/>
                  <a:pt x="230" y="1972"/>
                  <a:pt x="230" y="1907"/>
                </a:cubicBezTo>
                <a:cubicBezTo>
                  <a:pt x="230" y="1315"/>
                  <a:pt x="197" y="691"/>
                  <a:pt x="197" y="99"/>
                </a:cubicBez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Google Shape;819;p11"/>
          <p:cNvSpPr/>
          <p:nvPr/>
        </p:nvSpPr>
        <p:spPr>
          <a:xfrm>
            <a:off x="5510160" y="3604320"/>
            <a:ext cx="5040" cy="4680"/>
          </a:xfrm>
          <a:custGeom>
            <a:avLst/>
            <a:gdLst>
              <a:gd name="textAreaLeft" fmla="*/ 0 w 5040"/>
              <a:gd name="textAreaRight" fmla="*/ 5400 w 5040"/>
              <a:gd name="textAreaTop" fmla="*/ 0 h 4680"/>
              <a:gd name="textAreaBottom" fmla="*/ 5040 h 4680"/>
            </a:gdLst>
            <a:ahLst/>
            <a:cxnLst/>
            <a:rect l="textAreaLeft" t="textAreaTop" r="textAreaRight" b="textAreaBottom"/>
            <a:pathLst>
              <a:path w="263" h="231">
                <a:moveTo>
                  <a:pt x="131" y="0"/>
                </a:moveTo>
                <a:cubicBezTo>
                  <a:pt x="0" y="0"/>
                  <a:pt x="0" y="230"/>
                  <a:pt x="131" y="230"/>
                </a:cubicBezTo>
                <a:cubicBezTo>
                  <a:pt x="263" y="230"/>
                  <a:pt x="263" y="0"/>
                  <a:pt x="1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" bIns="2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" name="Google Shape;820;p11"/>
          <p:cNvSpPr/>
          <p:nvPr/>
        </p:nvSpPr>
        <p:spPr>
          <a:xfrm>
            <a:off x="5508720" y="3536280"/>
            <a:ext cx="5760" cy="72720"/>
          </a:xfrm>
          <a:custGeom>
            <a:avLst/>
            <a:gdLst>
              <a:gd name="textAreaLeft" fmla="*/ 0 w 5760"/>
              <a:gd name="textAreaRight" fmla="*/ 6120 w 5760"/>
              <a:gd name="textAreaTop" fmla="*/ 0 h 72720"/>
              <a:gd name="textAreaBottom" fmla="*/ 73080 h 72720"/>
            </a:gdLst>
            <a:ahLst/>
            <a:cxnLst/>
            <a:rect l="textAreaLeft" t="textAreaTop" r="textAreaRight" b="textAreaBottom"/>
            <a:pathLst>
              <a:path w="297" h="3452">
                <a:moveTo>
                  <a:pt x="115" y="1"/>
                </a:moveTo>
                <a:cubicBezTo>
                  <a:pt x="58" y="1"/>
                  <a:pt x="0" y="34"/>
                  <a:pt x="0" y="99"/>
                </a:cubicBezTo>
                <a:cubicBezTo>
                  <a:pt x="33" y="1184"/>
                  <a:pt x="66" y="2268"/>
                  <a:pt x="99" y="3353"/>
                </a:cubicBezTo>
                <a:cubicBezTo>
                  <a:pt x="99" y="3418"/>
                  <a:pt x="148" y="3451"/>
                  <a:pt x="197" y="3451"/>
                </a:cubicBezTo>
                <a:cubicBezTo>
                  <a:pt x="247" y="3451"/>
                  <a:pt x="296" y="3418"/>
                  <a:pt x="296" y="3353"/>
                </a:cubicBezTo>
                <a:cubicBezTo>
                  <a:pt x="263" y="2268"/>
                  <a:pt x="263" y="1184"/>
                  <a:pt x="230" y="99"/>
                </a:cubicBezTo>
                <a:cubicBezTo>
                  <a:pt x="230" y="34"/>
                  <a:pt x="173" y="1"/>
                  <a:pt x="1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Google Shape;821;p11"/>
          <p:cNvSpPr/>
          <p:nvPr/>
        </p:nvSpPr>
        <p:spPr>
          <a:xfrm>
            <a:off x="5486400" y="3569760"/>
            <a:ext cx="5400" cy="44280"/>
          </a:xfrm>
          <a:custGeom>
            <a:avLst/>
            <a:gdLst>
              <a:gd name="textAreaLeft" fmla="*/ 0 w 5400"/>
              <a:gd name="textAreaRight" fmla="*/ 5760 w 5400"/>
              <a:gd name="textAreaTop" fmla="*/ 0 h 44280"/>
              <a:gd name="textAreaBottom" fmla="*/ 44640 h 44280"/>
            </a:gdLst>
            <a:ahLst/>
            <a:cxnLst/>
            <a:rect l="textAreaLeft" t="textAreaTop" r="textAreaRight" b="textAreaBottom"/>
            <a:pathLst>
              <a:path w="264" h="2104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lnTo>
                  <a:pt x="67" y="2005"/>
                </a:lnTo>
                <a:cubicBezTo>
                  <a:pt x="67" y="2070"/>
                  <a:pt x="116" y="2103"/>
                  <a:pt x="165" y="2103"/>
                </a:cubicBezTo>
                <a:cubicBezTo>
                  <a:pt x="214" y="2103"/>
                  <a:pt x="264" y="2070"/>
                  <a:pt x="264" y="2005"/>
                </a:cubicBezTo>
                <a:lnTo>
                  <a:pt x="198" y="99"/>
                </a:ln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Google Shape;822;p11"/>
          <p:cNvSpPr/>
          <p:nvPr/>
        </p:nvSpPr>
        <p:spPr>
          <a:xfrm>
            <a:off x="5496120" y="3582360"/>
            <a:ext cx="4680" cy="30960"/>
          </a:xfrm>
          <a:custGeom>
            <a:avLst/>
            <a:gdLst>
              <a:gd name="textAreaLeft" fmla="*/ 0 w 4680"/>
              <a:gd name="textAreaRight" fmla="*/ 5040 w 468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31" h="1480">
                <a:moveTo>
                  <a:pt x="116" y="1"/>
                </a:moveTo>
                <a:cubicBezTo>
                  <a:pt x="58" y="1"/>
                  <a:pt x="1" y="33"/>
                  <a:pt x="1" y="99"/>
                </a:cubicBezTo>
                <a:lnTo>
                  <a:pt x="1" y="1381"/>
                </a:lnTo>
                <a:cubicBezTo>
                  <a:pt x="1" y="1446"/>
                  <a:pt x="58" y="1479"/>
                  <a:pt x="116" y="1479"/>
                </a:cubicBezTo>
                <a:cubicBezTo>
                  <a:pt x="173" y="1479"/>
                  <a:pt x="231" y="1446"/>
                  <a:pt x="231" y="1381"/>
                </a:cubicBezTo>
                <a:cubicBezTo>
                  <a:pt x="198" y="954"/>
                  <a:pt x="198" y="526"/>
                  <a:pt x="231" y="99"/>
                </a:cubicBezTo>
                <a:cubicBezTo>
                  <a:pt x="231" y="33"/>
                  <a:pt x="173" y="1"/>
                  <a:pt x="1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9" name="Google Shape;823;p11"/>
          <p:cNvSpPr/>
          <p:nvPr/>
        </p:nvSpPr>
        <p:spPr>
          <a:xfrm>
            <a:off x="5436360" y="3572640"/>
            <a:ext cx="6480" cy="44280"/>
          </a:xfrm>
          <a:custGeom>
            <a:avLst/>
            <a:gdLst>
              <a:gd name="textAreaLeft" fmla="*/ 0 w 6480"/>
              <a:gd name="textAreaRight" fmla="*/ 6840 w 6480"/>
              <a:gd name="textAreaTop" fmla="*/ 0 h 44280"/>
              <a:gd name="textAreaBottom" fmla="*/ 44640 h 44280"/>
            </a:gdLst>
            <a:ahLst/>
            <a:cxnLst/>
            <a:rect l="textAreaLeft" t="textAreaTop" r="textAreaRight" b="textAreaBottom"/>
            <a:pathLst>
              <a:path w="330" h="2104">
                <a:moveTo>
                  <a:pt x="231" y="1"/>
                </a:moveTo>
                <a:cubicBezTo>
                  <a:pt x="182" y="1"/>
                  <a:pt x="132" y="33"/>
                  <a:pt x="132" y="99"/>
                </a:cubicBezTo>
                <a:lnTo>
                  <a:pt x="1" y="2005"/>
                </a:lnTo>
                <a:cubicBezTo>
                  <a:pt x="1" y="2071"/>
                  <a:pt x="50" y="2104"/>
                  <a:pt x="104" y="2104"/>
                </a:cubicBezTo>
                <a:cubicBezTo>
                  <a:pt x="157" y="2104"/>
                  <a:pt x="214" y="2071"/>
                  <a:pt x="231" y="2005"/>
                </a:cubicBezTo>
                <a:lnTo>
                  <a:pt x="329" y="99"/>
                </a:lnTo>
                <a:cubicBezTo>
                  <a:pt x="329" y="33"/>
                  <a:pt x="280" y="1"/>
                  <a:pt x="2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0" name="Google Shape;824;p11"/>
          <p:cNvSpPr/>
          <p:nvPr/>
        </p:nvSpPr>
        <p:spPr>
          <a:xfrm>
            <a:off x="5456520" y="3593880"/>
            <a:ext cx="4680" cy="22680"/>
          </a:xfrm>
          <a:custGeom>
            <a:avLst/>
            <a:gdLst>
              <a:gd name="textAreaLeft" fmla="*/ 0 w 4680"/>
              <a:gd name="textAreaRight" fmla="*/ 5040 w 468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31" h="1085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lnTo>
                  <a:pt x="1" y="986"/>
                </a:lnTo>
                <a:cubicBezTo>
                  <a:pt x="1" y="1052"/>
                  <a:pt x="58" y="1085"/>
                  <a:pt x="116" y="1085"/>
                </a:cubicBezTo>
                <a:cubicBezTo>
                  <a:pt x="173" y="1085"/>
                  <a:pt x="231" y="1052"/>
                  <a:pt x="231" y="986"/>
                </a:cubicBezTo>
                <a:lnTo>
                  <a:pt x="231" y="99"/>
                </a:ln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1" name="Google Shape;825;p11"/>
          <p:cNvSpPr/>
          <p:nvPr/>
        </p:nvSpPr>
        <p:spPr>
          <a:xfrm>
            <a:off x="5468400" y="3599280"/>
            <a:ext cx="5400" cy="15840"/>
          </a:xfrm>
          <a:custGeom>
            <a:avLst/>
            <a:gdLst>
              <a:gd name="textAreaLeft" fmla="*/ 0 w 5400"/>
              <a:gd name="textAreaRight" fmla="*/ 5760 w 540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264" h="769">
                <a:moveTo>
                  <a:pt x="133" y="0"/>
                </a:moveTo>
                <a:cubicBezTo>
                  <a:pt x="99" y="0"/>
                  <a:pt x="57" y="31"/>
                  <a:pt x="33" y="79"/>
                </a:cubicBezTo>
                <a:cubicBezTo>
                  <a:pt x="0" y="276"/>
                  <a:pt x="0" y="473"/>
                  <a:pt x="0" y="670"/>
                </a:cubicBezTo>
                <a:cubicBezTo>
                  <a:pt x="0" y="736"/>
                  <a:pt x="66" y="769"/>
                  <a:pt x="99" y="769"/>
                </a:cubicBezTo>
                <a:cubicBezTo>
                  <a:pt x="165" y="769"/>
                  <a:pt x="230" y="736"/>
                  <a:pt x="230" y="670"/>
                </a:cubicBezTo>
                <a:lnTo>
                  <a:pt x="263" y="670"/>
                </a:lnTo>
                <a:lnTo>
                  <a:pt x="263" y="375"/>
                </a:lnTo>
                <a:lnTo>
                  <a:pt x="263" y="243"/>
                </a:lnTo>
                <a:lnTo>
                  <a:pt x="263" y="210"/>
                </a:lnTo>
                <a:lnTo>
                  <a:pt x="263" y="145"/>
                </a:lnTo>
                <a:cubicBezTo>
                  <a:pt x="263" y="79"/>
                  <a:pt x="230" y="13"/>
                  <a:pt x="165" y="13"/>
                </a:cubicBezTo>
                <a:cubicBezTo>
                  <a:pt x="156" y="4"/>
                  <a:pt x="145" y="0"/>
                  <a:pt x="1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2" name="Google Shape;826;p11"/>
          <p:cNvSpPr/>
          <p:nvPr/>
        </p:nvSpPr>
        <p:spPr>
          <a:xfrm>
            <a:off x="5586120" y="3536280"/>
            <a:ext cx="5760" cy="68400"/>
          </a:xfrm>
          <a:custGeom>
            <a:avLst/>
            <a:gdLst>
              <a:gd name="textAreaLeft" fmla="*/ 0 w 5760"/>
              <a:gd name="textAreaRight" fmla="*/ 6120 w 5760"/>
              <a:gd name="textAreaTop" fmla="*/ 0 h 68400"/>
              <a:gd name="textAreaBottom" fmla="*/ 68760 h 68400"/>
            </a:gdLst>
            <a:ahLst/>
            <a:cxnLst/>
            <a:rect l="textAreaLeft" t="textAreaTop" r="textAreaRight" b="textAreaBottom"/>
            <a:pathLst>
              <a:path w="297" h="3255">
                <a:moveTo>
                  <a:pt x="198" y="1"/>
                </a:moveTo>
                <a:cubicBezTo>
                  <a:pt x="149" y="1"/>
                  <a:pt x="99" y="34"/>
                  <a:pt x="99" y="99"/>
                </a:cubicBezTo>
                <a:cubicBezTo>
                  <a:pt x="1" y="1118"/>
                  <a:pt x="1" y="2137"/>
                  <a:pt x="67" y="3155"/>
                </a:cubicBezTo>
                <a:cubicBezTo>
                  <a:pt x="67" y="3221"/>
                  <a:pt x="124" y="3254"/>
                  <a:pt x="177" y="3254"/>
                </a:cubicBezTo>
                <a:cubicBezTo>
                  <a:pt x="231" y="3254"/>
                  <a:pt x="280" y="3221"/>
                  <a:pt x="264" y="3155"/>
                </a:cubicBezTo>
                <a:cubicBezTo>
                  <a:pt x="198" y="2137"/>
                  <a:pt x="231" y="1118"/>
                  <a:pt x="297" y="99"/>
                </a:cubicBezTo>
                <a:cubicBezTo>
                  <a:pt x="297" y="34"/>
                  <a:pt x="247" y="1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Google Shape;827;p11"/>
          <p:cNvSpPr/>
          <p:nvPr/>
        </p:nvSpPr>
        <p:spPr>
          <a:xfrm>
            <a:off x="5599800" y="3575520"/>
            <a:ext cx="6480" cy="21600"/>
          </a:xfrm>
          <a:custGeom>
            <a:avLst/>
            <a:gdLst>
              <a:gd name="textAreaLeft" fmla="*/ 0 w 6480"/>
              <a:gd name="textAreaRight" fmla="*/ 6840 w 648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317" h="1039">
                <a:moveTo>
                  <a:pt x="133" y="1"/>
                </a:moveTo>
                <a:cubicBezTo>
                  <a:pt x="101" y="1"/>
                  <a:pt x="66" y="31"/>
                  <a:pt x="66" y="80"/>
                </a:cubicBezTo>
                <a:cubicBezTo>
                  <a:pt x="0" y="375"/>
                  <a:pt x="33" y="671"/>
                  <a:pt x="99" y="967"/>
                </a:cubicBezTo>
                <a:cubicBezTo>
                  <a:pt x="111" y="1017"/>
                  <a:pt x="148" y="1038"/>
                  <a:pt x="186" y="1038"/>
                </a:cubicBezTo>
                <a:cubicBezTo>
                  <a:pt x="249" y="1038"/>
                  <a:pt x="316" y="982"/>
                  <a:pt x="296" y="901"/>
                </a:cubicBezTo>
                <a:cubicBezTo>
                  <a:pt x="230" y="638"/>
                  <a:pt x="197" y="375"/>
                  <a:pt x="230" y="145"/>
                </a:cubicBezTo>
                <a:cubicBezTo>
                  <a:pt x="263" y="80"/>
                  <a:pt x="230" y="14"/>
                  <a:pt x="164" y="14"/>
                </a:cubicBezTo>
                <a:cubicBezTo>
                  <a:pt x="156" y="5"/>
                  <a:pt x="144" y="1"/>
                  <a:pt x="13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" name="Google Shape;828;p11"/>
          <p:cNvSpPr/>
          <p:nvPr/>
        </p:nvSpPr>
        <p:spPr>
          <a:xfrm>
            <a:off x="5623560" y="3573000"/>
            <a:ext cx="3960" cy="25560"/>
          </a:xfrm>
          <a:custGeom>
            <a:avLst/>
            <a:gdLst>
              <a:gd name="textAreaLeft" fmla="*/ 0 w 3960"/>
              <a:gd name="textAreaRight" fmla="*/ 4320 w 396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198" h="1217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0" y="1118"/>
                </a:lnTo>
                <a:cubicBezTo>
                  <a:pt x="0" y="1183"/>
                  <a:pt x="50" y="1216"/>
                  <a:pt x="99" y="1216"/>
                </a:cubicBezTo>
                <a:cubicBezTo>
                  <a:pt x="148" y="1216"/>
                  <a:pt x="197" y="1183"/>
                  <a:pt x="197" y="1118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Google Shape;829;p11"/>
          <p:cNvSpPr/>
          <p:nvPr/>
        </p:nvSpPr>
        <p:spPr>
          <a:xfrm>
            <a:off x="5641560" y="3551040"/>
            <a:ext cx="3960" cy="44640"/>
          </a:xfrm>
          <a:custGeom>
            <a:avLst/>
            <a:gdLst>
              <a:gd name="textAreaLeft" fmla="*/ 0 w 3960"/>
              <a:gd name="textAreaRight" fmla="*/ 4320 w 3960"/>
              <a:gd name="textAreaTop" fmla="*/ 0 h 44640"/>
              <a:gd name="textAreaBottom" fmla="*/ 45000 h 44640"/>
            </a:gdLst>
            <a:ahLst/>
            <a:cxnLst/>
            <a:rect l="textAreaLeft" t="textAreaTop" r="textAreaRight" b="textAreaBottom"/>
            <a:pathLst>
              <a:path w="198" h="2128">
                <a:moveTo>
                  <a:pt x="99" y="0"/>
                </a:moveTo>
                <a:cubicBezTo>
                  <a:pt x="50" y="0"/>
                  <a:pt x="1" y="41"/>
                  <a:pt x="1" y="123"/>
                </a:cubicBezTo>
                <a:lnTo>
                  <a:pt x="1" y="2029"/>
                </a:lnTo>
                <a:cubicBezTo>
                  <a:pt x="1" y="2095"/>
                  <a:pt x="50" y="2128"/>
                  <a:pt x="99" y="2128"/>
                </a:cubicBezTo>
                <a:cubicBezTo>
                  <a:pt x="148" y="2128"/>
                  <a:pt x="198" y="2095"/>
                  <a:pt x="198" y="2029"/>
                </a:cubicBezTo>
                <a:lnTo>
                  <a:pt x="198" y="123"/>
                </a:lnTo>
                <a:cubicBezTo>
                  <a:pt x="198" y="41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6" name="Google Shape;830;p11"/>
          <p:cNvSpPr/>
          <p:nvPr/>
        </p:nvSpPr>
        <p:spPr>
          <a:xfrm>
            <a:off x="5340600" y="3611520"/>
            <a:ext cx="3960" cy="13680"/>
          </a:xfrm>
          <a:custGeom>
            <a:avLst/>
            <a:gdLst>
              <a:gd name="textAreaLeft" fmla="*/ 0 w 3960"/>
              <a:gd name="textAreaRight" fmla="*/ 4320 w 396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198" h="658">
                <a:moveTo>
                  <a:pt x="99" y="1"/>
                </a:moveTo>
                <a:cubicBezTo>
                  <a:pt x="33" y="1"/>
                  <a:pt x="0" y="34"/>
                  <a:pt x="0" y="99"/>
                </a:cubicBezTo>
                <a:lnTo>
                  <a:pt x="0" y="527"/>
                </a:lnTo>
                <a:cubicBezTo>
                  <a:pt x="0" y="592"/>
                  <a:pt x="33" y="658"/>
                  <a:pt x="99" y="658"/>
                </a:cubicBezTo>
                <a:cubicBezTo>
                  <a:pt x="164" y="658"/>
                  <a:pt x="197" y="592"/>
                  <a:pt x="197" y="527"/>
                </a:cubicBezTo>
                <a:lnTo>
                  <a:pt x="197" y="99"/>
                </a:lnTo>
                <a:cubicBezTo>
                  <a:pt x="197" y="34"/>
                  <a:pt x="16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Google Shape;831;p11"/>
          <p:cNvSpPr/>
          <p:nvPr/>
        </p:nvSpPr>
        <p:spPr>
          <a:xfrm>
            <a:off x="5351040" y="3616560"/>
            <a:ext cx="5040" cy="11160"/>
          </a:xfrm>
          <a:custGeom>
            <a:avLst/>
            <a:gdLst>
              <a:gd name="textAreaLeft" fmla="*/ 0 w 5040"/>
              <a:gd name="textAreaRight" fmla="*/ 5400 w 504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263" h="537">
                <a:moveTo>
                  <a:pt x="144" y="0"/>
                </a:moveTo>
                <a:cubicBezTo>
                  <a:pt x="116" y="0"/>
                  <a:pt x="85" y="16"/>
                  <a:pt x="66" y="55"/>
                </a:cubicBezTo>
                <a:cubicBezTo>
                  <a:pt x="33" y="120"/>
                  <a:pt x="0" y="186"/>
                  <a:pt x="0" y="252"/>
                </a:cubicBezTo>
                <a:cubicBezTo>
                  <a:pt x="0" y="350"/>
                  <a:pt x="33" y="416"/>
                  <a:pt x="66" y="482"/>
                </a:cubicBezTo>
                <a:cubicBezTo>
                  <a:pt x="85" y="520"/>
                  <a:pt x="116" y="536"/>
                  <a:pt x="144" y="536"/>
                </a:cubicBezTo>
                <a:cubicBezTo>
                  <a:pt x="164" y="536"/>
                  <a:pt x="184" y="528"/>
                  <a:pt x="197" y="515"/>
                </a:cubicBezTo>
                <a:cubicBezTo>
                  <a:pt x="263" y="515"/>
                  <a:pt x="263" y="449"/>
                  <a:pt x="230" y="383"/>
                </a:cubicBezTo>
                <a:cubicBezTo>
                  <a:pt x="230" y="361"/>
                  <a:pt x="230" y="339"/>
                  <a:pt x="230" y="317"/>
                </a:cubicBezTo>
                <a:cubicBezTo>
                  <a:pt x="197" y="285"/>
                  <a:pt x="197" y="219"/>
                  <a:pt x="230" y="186"/>
                </a:cubicBezTo>
                <a:cubicBezTo>
                  <a:pt x="230" y="175"/>
                  <a:pt x="230" y="164"/>
                  <a:pt x="230" y="153"/>
                </a:cubicBezTo>
                <a:cubicBezTo>
                  <a:pt x="263" y="120"/>
                  <a:pt x="263" y="87"/>
                  <a:pt x="230" y="55"/>
                </a:cubicBezTo>
                <a:cubicBezTo>
                  <a:pt x="230" y="55"/>
                  <a:pt x="230" y="22"/>
                  <a:pt x="197" y="22"/>
                </a:cubicBezTo>
                <a:cubicBezTo>
                  <a:pt x="184" y="8"/>
                  <a:pt x="164" y="0"/>
                  <a:pt x="1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Google Shape;832;p11"/>
          <p:cNvSpPr/>
          <p:nvPr/>
        </p:nvSpPr>
        <p:spPr>
          <a:xfrm>
            <a:off x="5382000" y="3575160"/>
            <a:ext cx="5760" cy="48960"/>
          </a:xfrm>
          <a:custGeom>
            <a:avLst/>
            <a:gdLst>
              <a:gd name="textAreaLeft" fmla="*/ 0 w 5760"/>
              <a:gd name="textAreaRight" fmla="*/ 6120 w 5760"/>
              <a:gd name="textAreaTop" fmla="*/ 0 h 48960"/>
              <a:gd name="textAreaBottom" fmla="*/ 49320 h 48960"/>
            </a:gdLst>
            <a:ahLst/>
            <a:cxnLst/>
            <a:rect l="textAreaLeft" t="textAreaTop" r="textAreaRight" b="textAreaBottom"/>
            <a:pathLst>
              <a:path w="297" h="2334">
                <a:moveTo>
                  <a:pt x="165" y="0"/>
                </a:moveTo>
                <a:cubicBezTo>
                  <a:pt x="116" y="0"/>
                  <a:pt x="66" y="33"/>
                  <a:pt x="66" y="99"/>
                </a:cubicBezTo>
                <a:cubicBezTo>
                  <a:pt x="1" y="822"/>
                  <a:pt x="34" y="1544"/>
                  <a:pt x="99" y="2235"/>
                </a:cubicBezTo>
                <a:cubicBezTo>
                  <a:pt x="99" y="2300"/>
                  <a:pt x="149" y="2333"/>
                  <a:pt x="198" y="2333"/>
                </a:cubicBezTo>
                <a:cubicBezTo>
                  <a:pt x="247" y="2333"/>
                  <a:pt x="297" y="2300"/>
                  <a:pt x="297" y="2235"/>
                </a:cubicBezTo>
                <a:cubicBezTo>
                  <a:pt x="231" y="1544"/>
                  <a:pt x="231" y="822"/>
                  <a:pt x="264" y="99"/>
                </a:cubicBezTo>
                <a:cubicBezTo>
                  <a:pt x="264" y="33"/>
                  <a:pt x="214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Google Shape;833;p11"/>
          <p:cNvSpPr/>
          <p:nvPr/>
        </p:nvSpPr>
        <p:spPr>
          <a:xfrm>
            <a:off x="5398920" y="3596040"/>
            <a:ext cx="5760" cy="18720"/>
          </a:xfrm>
          <a:custGeom>
            <a:avLst/>
            <a:gdLst>
              <a:gd name="textAreaLeft" fmla="*/ 0 w 5760"/>
              <a:gd name="textAreaRight" fmla="*/ 6120 w 576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284" h="894">
                <a:moveTo>
                  <a:pt x="99" y="1"/>
                </a:moveTo>
                <a:cubicBezTo>
                  <a:pt x="66" y="1"/>
                  <a:pt x="0" y="34"/>
                  <a:pt x="0" y="99"/>
                </a:cubicBezTo>
                <a:cubicBezTo>
                  <a:pt x="0" y="329"/>
                  <a:pt x="0" y="592"/>
                  <a:pt x="66" y="822"/>
                </a:cubicBezTo>
                <a:cubicBezTo>
                  <a:pt x="79" y="873"/>
                  <a:pt x="115" y="894"/>
                  <a:pt x="154" y="894"/>
                </a:cubicBezTo>
                <a:cubicBezTo>
                  <a:pt x="216" y="894"/>
                  <a:pt x="284" y="838"/>
                  <a:pt x="263" y="757"/>
                </a:cubicBezTo>
                <a:cubicBezTo>
                  <a:pt x="230" y="559"/>
                  <a:pt x="198" y="329"/>
                  <a:pt x="230" y="99"/>
                </a:cubicBezTo>
                <a:cubicBezTo>
                  <a:pt x="230" y="34"/>
                  <a:pt x="165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834;p11"/>
          <p:cNvSpPr/>
          <p:nvPr/>
        </p:nvSpPr>
        <p:spPr>
          <a:xfrm>
            <a:off x="5184720" y="3871440"/>
            <a:ext cx="4680" cy="19800"/>
          </a:xfrm>
          <a:custGeom>
            <a:avLst/>
            <a:gdLst>
              <a:gd name="textAreaLeft" fmla="*/ 0 w 4680"/>
              <a:gd name="textAreaRight" fmla="*/ 5040 w 468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41" h="954">
                <a:moveTo>
                  <a:pt x="132" y="1"/>
                </a:moveTo>
                <a:cubicBezTo>
                  <a:pt x="66" y="1"/>
                  <a:pt x="33" y="33"/>
                  <a:pt x="33" y="99"/>
                </a:cubicBezTo>
                <a:lnTo>
                  <a:pt x="2" y="817"/>
                </a:lnTo>
                <a:lnTo>
                  <a:pt x="0" y="822"/>
                </a:lnTo>
                <a:lnTo>
                  <a:pt x="2" y="822"/>
                </a:lnTo>
                <a:lnTo>
                  <a:pt x="2" y="822"/>
                </a:lnTo>
                <a:lnTo>
                  <a:pt x="0" y="855"/>
                </a:lnTo>
                <a:cubicBezTo>
                  <a:pt x="0" y="888"/>
                  <a:pt x="33" y="953"/>
                  <a:pt x="66" y="953"/>
                </a:cubicBezTo>
                <a:cubicBezTo>
                  <a:pt x="132" y="953"/>
                  <a:pt x="165" y="921"/>
                  <a:pt x="198" y="888"/>
                </a:cubicBezTo>
                <a:lnTo>
                  <a:pt x="231" y="789"/>
                </a:lnTo>
                <a:cubicBezTo>
                  <a:pt x="241" y="747"/>
                  <a:pt x="228" y="712"/>
                  <a:pt x="205" y="688"/>
                </a:cubicBezTo>
                <a:lnTo>
                  <a:pt x="205" y="688"/>
                </a:lnTo>
                <a:lnTo>
                  <a:pt x="231" y="99"/>
                </a:lnTo>
                <a:cubicBezTo>
                  <a:pt x="231" y="33"/>
                  <a:pt x="198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Google Shape;835;p11"/>
          <p:cNvSpPr/>
          <p:nvPr/>
        </p:nvSpPr>
        <p:spPr>
          <a:xfrm>
            <a:off x="5165280" y="3880800"/>
            <a:ext cx="5760" cy="13680"/>
          </a:xfrm>
          <a:custGeom>
            <a:avLst/>
            <a:gdLst>
              <a:gd name="textAreaLeft" fmla="*/ 0 w 5760"/>
              <a:gd name="textAreaRight" fmla="*/ 6120 w 576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297" h="661">
                <a:moveTo>
                  <a:pt x="151" y="1"/>
                </a:moveTo>
                <a:cubicBezTo>
                  <a:pt x="116" y="1"/>
                  <a:pt x="85" y="17"/>
                  <a:pt x="66" y="55"/>
                </a:cubicBezTo>
                <a:cubicBezTo>
                  <a:pt x="0" y="220"/>
                  <a:pt x="0" y="417"/>
                  <a:pt x="66" y="614"/>
                </a:cubicBezTo>
                <a:cubicBezTo>
                  <a:pt x="89" y="637"/>
                  <a:pt x="129" y="661"/>
                  <a:pt x="173" y="661"/>
                </a:cubicBezTo>
                <a:cubicBezTo>
                  <a:pt x="192" y="661"/>
                  <a:pt x="211" y="657"/>
                  <a:pt x="230" y="647"/>
                </a:cubicBezTo>
                <a:cubicBezTo>
                  <a:pt x="263" y="614"/>
                  <a:pt x="296" y="548"/>
                  <a:pt x="263" y="515"/>
                </a:cubicBezTo>
                <a:lnTo>
                  <a:pt x="263" y="483"/>
                </a:lnTo>
                <a:cubicBezTo>
                  <a:pt x="263" y="450"/>
                  <a:pt x="263" y="450"/>
                  <a:pt x="263" y="417"/>
                </a:cubicBezTo>
                <a:lnTo>
                  <a:pt x="263" y="384"/>
                </a:lnTo>
                <a:lnTo>
                  <a:pt x="263" y="285"/>
                </a:lnTo>
                <a:cubicBezTo>
                  <a:pt x="263" y="253"/>
                  <a:pt x="263" y="253"/>
                  <a:pt x="263" y="220"/>
                </a:cubicBezTo>
                <a:cubicBezTo>
                  <a:pt x="263" y="220"/>
                  <a:pt x="263" y="187"/>
                  <a:pt x="263" y="187"/>
                </a:cubicBezTo>
                <a:lnTo>
                  <a:pt x="263" y="154"/>
                </a:lnTo>
                <a:cubicBezTo>
                  <a:pt x="296" y="121"/>
                  <a:pt x="263" y="55"/>
                  <a:pt x="230" y="23"/>
                </a:cubicBezTo>
                <a:cubicBezTo>
                  <a:pt x="203" y="9"/>
                  <a:pt x="176" y="1"/>
                  <a:pt x="15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Google Shape;836;p11"/>
          <p:cNvSpPr/>
          <p:nvPr/>
        </p:nvSpPr>
        <p:spPr>
          <a:xfrm>
            <a:off x="5199120" y="3868200"/>
            <a:ext cx="3960" cy="18360"/>
          </a:xfrm>
          <a:custGeom>
            <a:avLst/>
            <a:gdLst>
              <a:gd name="textAreaLeft" fmla="*/ 0 w 3960"/>
              <a:gd name="textAreaRight" fmla="*/ 4320 w 396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98" h="888">
                <a:moveTo>
                  <a:pt x="99" y="0"/>
                </a:moveTo>
                <a:cubicBezTo>
                  <a:pt x="33" y="0"/>
                  <a:pt x="1" y="33"/>
                  <a:pt x="1" y="99"/>
                </a:cubicBezTo>
                <a:lnTo>
                  <a:pt x="1" y="789"/>
                </a:lnTo>
                <a:cubicBezTo>
                  <a:pt x="1" y="822"/>
                  <a:pt x="33" y="887"/>
                  <a:pt x="99" y="887"/>
                </a:cubicBezTo>
                <a:cubicBezTo>
                  <a:pt x="165" y="887"/>
                  <a:pt x="198" y="822"/>
                  <a:pt x="198" y="789"/>
                </a:cubicBezTo>
                <a:lnTo>
                  <a:pt x="198" y="99"/>
                </a:lnTo>
                <a:cubicBezTo>
                  <a:pt x="198" y="33"/>
                  <a:pt x="165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837;p11"/>
          <p:cNvSpPr/>
          <p:nvPr/>
        </p:nvSpPr>
        <p:spPr>
          <a:xfrm>
            <a:off x="5214600" y="3860280"/>
            <a:ext cx="3960" cy="21240"/>
          </a:xfrm>
          <a:custGeom>
            <a:avLst/>
            <a:gdLst>
              <a:gd name="textAreaLeft" fmla="*/ 0 w 3960"/>
              <a:gd name="textAreaRight" fmla="*/ 4320 w 396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198" h="1020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lnTo>
                  <a:pt x="0" y="921"/>
                </a:lnTo>
                <a:cubicBezTo>
                  <a:pt x="0" y="987"/>
                  <a:pt x="50" y="1019"/>
                  <a:pt x="99" y="1019"/>
                </a:cubicBezTo>
                <a:cubicBezTo>
                  <a:pt x="148" y="1019"/>
                  <a:pt x="198" y="987"/>
                  <a:pt x="198" y="921"/>
                </a:cubicBezTo>
                <a:lnTo>
                  <a:pt x="198" y="99"/>
                </a:lnTo>
                <a:cubicBezTo>
                  <a:pt x="198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Google Shape;838;p11"/>
          <p:cNvSpPr/>
          <p:nvPr/>
        </p:nvSpPr>
        <p:spPr>
          <a:xfrm>
            <a:off x="5233320" y="3852000"/>
            <a:ext cx="3960" cy="30240"/>
          </a:xfrm>
          <a:custGeom>
            <a:avLst/>
            <a:gdLst>
              <a:gd name="textAreaLeft" fmla="*/ 0 w 3960"/>
              <a:gd name="textAreaRight" fmla="*/ 4320 w 396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98" h="1447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lnTo>
                  <a:pt x="1" y="1348"/>
                </a:lnTo>
                <a:cubicBezTo>
                  <a:pt x="1" y="1413"/>
                  <a:pt x="50" y="1446"/>
                  <a:pt x="99" y="1446"/>
                </a:cubicBezTo>
                <a:cubicBezTo>
                  <a:pt x="149" y="1446"/>
                  <a:pt x="198" y="1413"/>
                  <a:pt x="198" y="1348"/>
                </a:cubicBezTo>
                <a:lnTo>
                  <a:pt x="198" y="99"/>
                </a:ln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Google Shape;839;p11"/>
          <p:cNvSpPr/>
          <p:nvPr/>
        </p:nvSpPr>
        <p:spPr>
          <a:xfrm>
            <a:off x="5249520" y="3848040"/>
            <a:ext cx="3960" cy="20880"/>
          </a:xfrm>
          <a:custGeom>
            <a:avLst/>
            <a:gdLst>
              <a:gd name="textAreaLeft" fmla="*/ 0 w 3960"/>
              <a:gd name="textAreaRight" fmla="*/ 4320 w 396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98" h="1011">
                <a:moveTo>
                  <a:pt x="99" y="0"/>
                </a:moveTo>
                <a:cubicBezTo>
                  <a:pt x="50" y="0"/>
                  <a:pt x="0" y="42"/>
                  <a:pt x="0" y="124"/>
                </a:cubicBezTo>
                <a:lnTo>
                  <a:pt x="0" y="912"/>
                </a:lnTo>
                <a:cubicBezTo>
                  <a:pt x="0" y="978"/>
                  <a:pt x="50" y="1011"/>
                  <a:pt x="99" y="1011"/>
                </a:cubicBezTo>
                <a:cubicBezTo>
                  <a:pt x="148" y="1011"/>
                  <a:pt x="198" y="978"/>
                  <a:pt x="198" y="912"/>
                </a:cubicBezTo>
                <a:lnTo>
                  <a:pt x="198" y="124"/>
                </a:lnTo>
                <a:cubicBezTo>
                  <a:pt x="198" y="42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Google Shape;840;p11"/>
          <p:cNvSpPr/>
          <p:nvPr/>
        </p:nvSpPr>
        <p:spPr>
          <a:xfrm>
            <a:off x="5265360" y="3838320"/>
            <a:ext cx="4680" cy="19080"/>
          </a:xfrm>
          <a:custGeom>
            <a:avLst/>
            <a:gdLst>
              <a:gd name="textAreaLeft" fmla="*/ 0 w 4680"/>
              <a:gd name="textAreaRight" fmla="*/ 5040 w 468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231" h="921">
                <a:moveTo>
                  <a:pt x="99" y="0"/>
                </a:moveTo>
                <a:cubicBezTo>
                  <a:pt x="66" y="0"/>
                  <a:pt x="0" y="33"/>
                  <a:pt x="0" y="99"/>
                </a:cubicBezTo>
                <a:cubicBezTo>
                  <a:pt x="0" y="329"/>
                  <a:pt x="0" y="592"/>
                  <a:pt x="0" y="822"/>
                </a:cubicBezTo>
                <a:cubicBezTo>
                  <a:pt x="0" y="887"/>
                  <a:pt x="66" y="920"/>
                  <a:pt x="99" y="920"/>
                </a:cubicBezTo>
                <a:cubicBezTo>
                  <a:pt x="165" y="920"/>
                  <a:pt x="230" y="887"/>
                  <a:pt x="230" y="822"/>
                </a:cubicBezTo>
                <a:cubicBezTo>
                  <a:pt x="197" y="592"/>
                  <a:pt x="197" y="329"/>
                  <a:pt x="230" y="99"/>
                </a:cubicBezTo>
                <a:cubicBezTo>
                  <a:pt x="197" y="33"/>
                  <a:pt x="165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7" name="Google Shape;841;p11"/>
          <p:cNvSpPr/>
          <p:nvPr/>
        </p:nvSpPr>
        <p:spPr>
          <a:xfrm>
            <a:off x="5282640" y="3832560"/>
            <a:ext cx="4680" cy="37080"/>
          </a:xfrm>
          <a:custGeom>
            <a:avLst/>
            <a:gdLst>
              <a:gd name="textAreaLeft" fmla="*/ 0 w 4680"/>
              <a:gd name="textAreaRight" fmla="*/ 5040 w 468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231" h="1775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cubicBezTo>
                  <a:pt x="34" y="625"/>
                  <a:pt x="34" y="1150"/>
                  <a:pt x="1" y="1676"/>
                </a:cubicBezTo>
                <a:cubicBezTo>
                  <a:pt x="1" y="1742"/>
                  <a:pt x="50" y="1775"/>
                  <a:pt x="99" y="1775"/>
                </a:cubicBezTo>
                <a:cubicBezTo>
                  <a:pt x="149" y="1775"/>
                  <a:pt x="198" y="1742"/>
                  <a:pt x="198" y="1676"/>
                </a:cubicBezTo>
                <a:cubicBezTo>
                  <a:pt x="231" y="1150"/>
                  <a:pt x="231" y="625"/>
                  <a:pt x="231" y="99"/>
                </a:cubicBez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8" name="Google Shape;842;p11"/>
          <p:cNvSpPr/>
          <p:nvPr/>
        </p:nvSpPr>
        <p:spPr>
          <a:xfrm>
            <a:off x="5307840" y="3821400"/>
            <a:ext cx="4680" cy="20520"/>
          </a:xfrm>
          <a:custGeom>
            <a:avLst/>
            <a:gdLst>
              <a:gd name="textAreaLeft" fmla="*/ 0 w 4680"/>
              <a:gd name="textAreaRight" fmla="*/ 5040 w 468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231" h="987">
                <a:moveTo>
                  <a:pt x="132" y="1"/>
                </a:moveTo>
                <a:cubicBezTo>
                  <a:pt x="99" y="1"/>
                  <a:pt x="34" y="33"/>
                  <a:pt x="34" y="99"/>
                </a:cubicBezTo>
                <a:cubicBezTo>
                  <a:pt x="34" y="362"/>
                  <a:pt x="1" y="625"/>
                  <a:pt x="1" y="888"/>
                </a:cubicBezTo>
                <a:cubicBezTo>
                  <a:pt x="1" y="954"/>
                  <a:pt x="34" y="986"/>
                  <a:pt x="99" y="986"/>
                </a:cubicBezTo>
                <a:cubicBezTo>
                  <a:pt x="165" y="986"/>
                  <a:pt x="198" y="954"/>
                  <a:pt x="198" y="888"/>
                </a:cubicBezTo>
                <a:cubicBezTo>
                  <a:pt x="198" y="625"/>
                  <a:pt x="231" y="362"/>
                  <a:pt x="231" y="99"/>
                </a:cubicBezTo>
                <a:cubicBezTo>
                  <a:pt x="231" y="33"/>
                  <a:pt x="198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9" name="Google Shape;843;p11"/>
          <p:cNvSpPr/>
          <p:nvPr/>
        </p:nvSpPr>
        <p:spPr>
          <a:xfrm>
            <a:off x="5319720" y="3814560"/>
            <a:ext cx="6480" cy="32400"/>
          </a:xfrm>
          <a:custGeom>
            <a:avLst/>
            <a:gdLst>
              <a:gd name="textAreaLeft" fmla="*/ 0 w 6480"/>
              <a:gd name="textAreaRight" fmla="*/ 6840 w 648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317" h="1552">
                <a:moveTo>
                  <a:pt x="202" y="1"/>
                </a:moveTo>
                <a:cubicBezTo>
                  <a:pt x="144" y="1"/>
                  <a:pt x="87" y="34"/>
                  <a:pt x="87" y="100"/>
                </a:cubicBezTo>
                <a:cubicBezTo>
                  <a:pt x="120" y="527"/>
                  <a:pt x="87" y="987"/>
                  <a:pt x="21" y="1414"/>
                </a:cubicBezTo>
                <a:cubicBezTo>
                  <a:pt x="1" y="1495"/>
                  <a:pt x="68" y="1551"/>
                  <a:pt x="131" y="1551"/>
                </a:cubicBezTo>
                <a:cubicBezTo>
                  <a:pt x="169" y="1551"/>
                  <a:pt x="206" y="1530"/>
                  <a:pt x="218" y="1480"/>
                </a:cubicBezTo>
                <a:cubicBezTo>
                  <a:pt x="317" y="1020"/>
                  <a:pt x="317" y="560"/>
                  <a:pt x="317" y="100"/>
                </a:cubicBezTo>
                <a:cubicBezTo>
                  <a:pt x="317" y="34"/>
                  <a:pt x="259" y="1"/>
                  <a:pt x="20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0" name="Google Shape;844;p11"/>
          <p:cNvSpPr/>
          <p:nvPr/>
        </p:nvSpPr>
        <p:spPr>
          <a:xfrm>
            <a:off x="5334840" y="3809520"/>
            <a:ext cx="6480" cy="31680"/>
          </a:xfrm>
          <a:custGeom>
            <a:avLst/>
            <a:gdLst>
              <a:gd name="textAreaLeft" fmla="*/ 0 w 6480"/>
              <a:gd name="textAreaRight" fmla="*/ 6840 w 648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329" h="1513">
                <a:moveTo>
                  <a:pt x="197" y="1"/>
                </a:moveTo>
                <a:cubicBezTo>
                  <a:pt x="148" y="1"/>
                  <a:pt x="99" y="34"/>
                  <a:pt x="99" y="100"/>
                </a:cubicBezTo>
                <a:cubicBezTo>
                  <a:pt x="132" y="527"/>
                  <a:pt x="99" y="954"/>
                  <a:pt x="0" y="1381"/>
                </a:cubicBezTo>
                <a:cubicBezTo>
                  <a:pt x="0" y="1447"/>
                  <a:pt x="33" y="1480"/>
                  <a:pt x="99" y="1513"/>
                </a:cubicBezTo>
                <a:cubicBezTo>
                  <a:pt x="132" y="1513"/>
                  <a:pt x="197" y="1480"/>
                  <a:pt x="230" y="1447"/>
                </a:cubicBezTo>
                <a:cubicBezTo>
                  <a:pt x="296" y="987"/>
                  <a:pt x="329" y="560"/>
                  <a:pt x="296" y="100"/>
                </a:cubicBezTo>
                <a:cubicBezTo>
                  <a:pt x="296" y="34"/>
                  <a:pt x="247" y="1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1" name="Google Shape;845;p11"/>
          <p:cNvSpPr/>
          <p:nvPr/>
        </p:nvSpPr>
        <p:spPr>
          <a:xfrm>
            <a:off x="5351040" y="3805560"/>
            <a:ext cx="3960" cy="27360"/>
          </a:xfrm>
          <a:custGeom>
            <a:avLst/>
            <a:gdLst>
              <a:gd name="textAreaLeft" fmla="*/ 0 w 3960"/>
              <a:gd name="textAreaRight" fmla="*/ 4320 w 396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198" h="1307">
                <a:moveTo>
                  <a:pt x="99" y="1"/>
                </a:moveTo>
                <a:cubicBezTo>
                  <a:pt x="49" y="1"/>
                  <a:pt x="0" y="34"/>
                  <a:pt x="0" y="99"/>
                </a:cubicBezTo>
                <a:lnTo>
                  <a:pt x="0" y="1184"/>
                </a:lnTo>
                <a:cubicBezTo>
                  <a:pt x="0" y="1266"/>
                  <a:pt x="49" y="1307"/>
                  <a:pt x="99" y="1307"/>
                </a:cubicBezTo>
                <a:cubicBezTo>
                  <a:pt x="148" y="1307"/>
                  <a:pt x="197" y="1266"/>
                  <a:pt x="197" y="1184"/>
                </a:cubicBezTo>
                <a:lnTo>
                  <a:pt x="197" y="99"/>
                </a:ln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2" name="Google Shape;846;p11"/>
          <p:cNvSpPr/>
          <p:nvPr/>
        </p:nvSpPr>
        <p:spPr>
          <a:xfrm>
            <a:off x="5366880" y="3798360"/>
            <a:ext cx="5400" cy="30240"/>
          </a:xfrm>
          <a:custGeom>
            <a:avLst/>
            <a:gdLst>
              <a:gd name="textAreaLeft" fmla="*/ 0 w 5400"/>
              <a:gd name="textAreaRight" fmla="*/ 5760 w 54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264" h="1447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cubicBezTo>
                  <a:pt x="1" y="493"/>
                  <a:pt x="34" y="920"/>
                  <a:pt x="34" y="1347"/>
                </a:cubicBezTo>
                <a:cubicBezTo>
                  <a:pt x="34" y="1413"/>
                  <a:pt x="91" y="1446"/>
                  <a:pt x="149" y="1446"/>
                </a:cubicBezTo>
                <a:cubicBezTo>
                  <a:pt x="206" y="1446"/>
                  <a:pt x="264" y="1413"/>
                  <a:pt x="264" y="1347"/>
                </a:cubicBezTo>
                <a:cubicBezTo>
                  <a:pt x="264" y="953"/>
                  <a:pt x="231" y="493"/>
                  <a:pt x="198" y="99"/>
                </a:cubicBez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Google Shape;847;p11"/>
          <p:cNvSpPr/>
          <p:nvPr/>
        </p:nvSpPr>
        <p:spPr>
          <a:xfrm>
            <a:off x="5382720" y="3791520"/>
            <a:ext cx="5760" cy="48240"/>
          </a:xfrm>
          <a:custGeom>
            <a:avLst/>
            <a:gdLst>
              <a:gd name="textAreaLeft" fmla="*/ 0 w 5760"/>
              <a:gd name="textAreaRight" fmla="*/ 6120 w 576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297" h="2301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cubicBezTo>
                  <a:pt x="66" y="789"/>
                  <a:pt x="99" y="1512"/>
                  <a:pt x="66" y="2202"/>
                </a:cubicBezTo>
                <a:cubicBezTo>
                  <a:pt x="66" y="2268"/>
                  <a:pt x="124" y="2301"/>
                  <a:pt x="181" y="2301"/>
                </a:cubicBezTo>
                <a:cubicBezTo>
                  <a:pt x="239" y="2301"/>
                  <a:pt x="296" y="2268"/>
                  <a:pt x="296" y="2202"/>
                </a:cubicBezTo>
                <a:cubicBezTo>
                  <a:pt x="296" y="1512"/>
                  <a:pt x="296" y="789"/>
                  <a:pt x="198" y="99"/>
                </a:cubicBezTo>
                <a:cubicBezTo>
                  <a:pt x="198" y="33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4" name="Google Shape;848;p11"/>
          <p:cNvSpPr/>
          <p:nvPr/>
        </p:nvSpPr>
        <p:spPr>
          <a:xfrm>
            <a:off x="5394600" y="3785400"/>
            <a:ext cx="3960" cy="23400"/>
          </a:xfrm>
          <a:custGeom>
            <a:avLst/>
            <a:gdLst>
              <a:gd name="textAreaLeft" fmla="*/ 0 w 3960"/>
              <a:gd name="textAreaRight" fmla="*/ 4320 w 396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198" h="1119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lnTo>
                  <a:pt x="0" y="1020"/>
                </a:lnTo>
                <a:cubicBezTo>
                  <a:pt x="0" y="1085"/>
                  <a:pt x="50" y="1118"/>
                  <a:pt x="99" y="1118"/>
                </a:cubicBezTo>
                <a:cubicBezTo>
                  <a:pt x="148" y="1118"/>
                  <a:pt x="197" y="1085"/>
                  <a:pt x="197" y="1020"/>
                </a:cubicBezTo>
                <a:lnTo>
                  <a:pt x="197" y="99"/>
                </a:ln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5" name="Google Shape;849;p11"/>
          <p:cNvSpPr/>
          <p:nvPr/>
        </p:nvSpPr>
        <p:spPr>
          <a:xfrm>
            <a:off x="5410800" y="3778200"/>
            <a:ext cx="5040" cy="25560"/>
          </a:xfrm>
          <a:custGeom>
            <a:avLst/>
            <a:gdLst>
              <a:gd name="textAreaLeft" fmla="*/ 0 w 5040"/>
              <a:gd name="textAreaRight" fmla="*/ 5400 w 504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63" h="1217">
                <a:moveTo>
                  <a:pt x="164" y="0"/>
                </a:moveTo>
                <a:cubicBezTo>
                  <a:pt x="115" y="0"/>
                  <a:pt x="66" y="33"/>
                  <a:pt x="66" y="99"/>
                </a:cubicBezTo>
                <a:cubicBezTo>
                  <a:pt x="66" y="427"/>
                  <a:pt x="0" y="756"/>
                  <a:pt x="0" y="1117"/>
                </a:cubicBezTo>
                <a:cubicBezTo>
                  <a:pt x="0" y="1183"/>
                  <a:pt x="49" y="1216"/>
                  <a:pt x="99" y="1216"/>
                </a:cubicBezTo>
                <a:cubicBezTo>
                  <a:pt x="148" y="1216"/>
                  <a:pt x="197" y="1183"/>
                  <a:pt x="197" y="1117"/>
                </a:cubicBezTo>
                <a:cubicBezTo>
                  <a:pt x="197" y="756"/>
                  <a:pt x="230" y="427"/>
                  <a:pt x="263" y="99"/>
                </a:cubicBezTo>
                <a:cubicBezTo>
                  <a:pt x="263" y="33"/>
                  <a:pt x="214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6" name="Google Shape;850;p11"/>
          <p:cNvSpPr/>
          <p:nvPr/>
        </p:nvSpPr>
        <p:spPr>
          <a:xfrm>
            <a:off x="5427360" y="3772080"/>
            <a:ext cx="4680" cy="25920"/>
          </a:xfrm>
          <a:custGeom>
            <a:avLst/>
            <a:gdLst>
              <a:gd name="textAreaLeft" fmla="*/ 0 w 4680"/>
              <a:gd name="textAreaRight" fmla="*/ 5040 w 468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31" h="1250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34" y="428"/>
                  <a:pt x="1" y="789"/>
                  <a:pt x="1" y="1151"/>
                </a:cubicBezTo>
                <a:cubicBezTo>
                  <a:pt x="1" y="1216"/>
                  <a:pt x="50" y="1249"/>
                  <a:pt x="99" y="1249"/>
                </a:cubicBezTo>
                <a:cubicBezTo>
                  <a:pt x="149" y="1249"/>
                  <a:pt x="198" y="1216"/>
                  <a:pt x="198" y="1151"/>
                </a:cubicBezTo>
                <a:cubicBezTo>
                  <a:pt x="198" y="789"/>
                  <a:pt x="231" y="428"/>
                  <a:pt x="231" y="99"/>
                </a:cubicBezTo>
                <a:cubicBezTo>
                  <a:pt x="231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7" name="Google Shape;851;p11"/>
          <p:cNvSpPr/>
          <p:nvPr/>
        </p:nvSpPr>
        <p:spPr>
          <a:xfrm>
            <a:off x="5446800" y="3764520"/>
            <a:ext cx="5400" cy="30960"/>
          </a:xfrm>
          <a:custGeom>
            <a:avLst/>
            <a:gdLst>
              <a:gd name="textAreaLeft" fmla="*/ 0 w 5400"/>
              <a:gd name="textAreaRight" fmla="*/ 5760 w 540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64" h="1479">
                <a:moveTo>
                  <a:pt x="165" y="0"/>
                </a:moveTo>
                <a:cubicBezTo>
                  <a:pt x="116" y="0"/>
                  <a:pt x="66" y="33"/>
                  <a:pt x="66" y="99"/>
                </a:cubicBezTo>
                <a:cubicBezTo>
                  <a:pt x="66" y="526"/>
                  <a:pt x="34" y="953"/>
                  <a:pt x="1" y="1380"/>
                </a:cubicBezTo>
                <a:cubicBezTo>
                  <a:pt x="1" y="1446"/>
                  <a:pt x="34" y="1479"/>
                  <a:pt x="99" y="1479"/>
                </a:cubicBezTo>
                <a:cubicBezTo>
                  <a:pt x="165" y="1479"/>
                  <a:pt x="198" y="1446"/>
                  <a:pt x="198" y="1380"/>
                </a:cubicBezTo>
                <a:cubicBezTo>
                  <a:pt x="264" y="953"/>
                  <a:pt x="264" y="526"/>
                  <a:pt x="264" y="99"/>
                </a:cubicBezTo>
                <a:cubicBezTo>
                  <a:pt x="264" y="33"/>
                  <a:pt x="214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Google Shape;852;p11"/>
          <p:cNvSpPr/>
          <p:nvPr/>
        </p:nvSpPr>
        <p:spPr>
          <a:xfrm>
            <a:off x="5459040" y="3754800"/>
            <a:ext cx="6480" cy="36720"/>
          </a:xfrm>
          <a:custGeom>
            <a:avLst/>
            <a:gdLst>
              <a:gd name="textAreaLeft" fmla="*/ 0 w 6480"/>
              <a:gd name="textAreaRight" fmla="*/ 6840 w 648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316" h="1751">
                <a:moveTo>
                  <a:pt x="168" y="1"/>
                </a:moveTo>
                <a:cubicBezTo>
                  <a:pt x="111" y="1"/>
                  <a:pt x="53" y="34"/>
                  <a:pt x="53" y="100"/>
                </a:cubicBezTo>
                <a:cubicBezTo>
                  <a:pt x="86" y="592"/>
                  <a:pt x="86" y="1118"/>
                  <a:pt x="20" y="1644"/>
                </a:cubicBezTo>
                <a:cubicBezTo>
                  <a:pt x="1" y="1703"/>
                  <a:pt x="52" y="1750"/>
                  <a:pt x="110" y="1750"/>
                </a:cubicBezTo>
                <a:cubicBezTo>
                  <a:pt x="149" y="1750"/>
                  <a:pt x="191" y="1729"/>
                  <a:pt x="217" y="1677"/>
                </a:cubicBezTo>
                <a:cubicBezTo>
                  <a:pt x="283" y="1151"/>
                  <a:pt x="316" y="625"/>
                  <a:pt x="283" y="100"/>
                </a:cubicBezTo>
                <a:cubicBezTo>
                  <a:pt x="283" y="34"/>
                  <a:pt x="226" y="1"/>
                  <a:pt x="16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9" name="Google Shape;853;p11"/>
          <p:cNvSpPr/>
          <p:nvPr/>
        </p:nvSpPr>
        <p:spPr>
          <a:xfrm>
            <a:off x="5472000" y="3752640"/>
            <a:ext cx="4680" cy="35280"/>
          </a:xfrm>
          <a:custGeom>
            <a:avLst/>
            <a:gdLst>
              <a:gd name="textAreaLeft" fmla="*/ 0 w 4680"/>
              <a:gd name="textAreaRight" fmla="*/ 5040 w 46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231" h="1677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34" y="592"/>
                  <a:pt x="34" y="1085"/>
                  <a:pt x="1" y="1578"/>
                </a:cubicBezTo>
                <a:cubicBezTo>
                  <a:pt x="1" y="1643"/>
                  <a:pt x="50" y="1676"/>
                  <a:pt x="99" y="1676"/>
                </a:cubicBezTo>
                <a:cubicBezTo>
                  <a:pt x="149" y="1676"/>
                  <a:pt x="198" y="1643"/>
                  <a:pt x="198" y="1578"/>
                </a:cubicBezTo>
                <a:cubicBezTo>
                  <a:pt x="198" y="1085"/>
                  <a:pt x="231" y="592"/>
                  <a:pt x="231" y="99"/>
                </a:cubicBezTo>
                <a:cubicBezTo>
                  <a:pt x="231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" name="Google Shape;854;p11"/>
          <p:cNvSpPr/>
          <p:nvPr/>
        </p:nvSpPr>
        <p:spPr>
          <a:xfrm>
            <a:off x="5487120" y="3746880"/>
            <a:ext cx="6120" cy="32400"/>
          </a:xfrm>
          <a:custGeom>
            <a:avLst/>
            <a:gdLst>
              <a:gd name="textAreaLeft" fmla="*/ 0 w 6120"/>
              <a:gd name="textAreaRight" fmla="*/ 6480 w 61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313" h="1545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lnTo>
                  <a:pt x="99" y="1446"/>
                </a:lnTo>
                <a:cubicBezTo>
                  <a:pt x="99" y="1512"/>
                  <a:pt x="157" y="1545"/>
                  <a:pt x="210" y="1545"/>
                </a:cubicBezTo>
                <a:cubicBezTo>
                  <a:pt x="264" y="1545"/>
                  <a:pt x="313" y="1512"/>
                  <a:pt x="296" y="1446"/>
                </a:cubicBezTo>
                <a:lnTo>
                  <a:pt x="198" y="99"/>
                </a:lnTo>
                <a:cubicBezTo>
                  <a:pt x="198" y="33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" name="Google Shape;855;p11"/>
          <p:cNvSpPr/>
          <p:nvPr/>
        </p:nvSpPr>
        <p:spPr>
          <a:xfrm>
            <a:off x="5506560" y="3737160"/>
            <a:ext cx="5760" cy="36360"/>
          </a:xfrm>
          <a:custGeom>
            <a:avLst/>
            <a:gdLst>
              <a:gd name="textAreaLeft" fmla="*/ 0 w 5760"/>
              <a:gd name="textAreaRight" fmla="*/ 6120 w 576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297" h="1743">
                <a:moveTo>
                  <a:pt x="198" y="0"/>
                </a:moveTo>
                <a:cubicBezTo>
                  <a:pt x="149" y="0"/>
                  <a:pt x="99" y="33"/>
                  <a:pt x="99" y="99"/>
                </a:cubicBezTo>
                <a:cubicBezTo>
                  <a:pt x="66" y="625"/>
                  <a:pt x="34" y="1118"/>
                  <a:pt x="1" y="1643"/>
                </a:cubicBezTo>
                <a:cubicBezTo>
                  <a:pt x="1" y="1709"/>
                  <a:pt x="50" y="1742"/>
                  <a:pt x="103" y="1742"/>
                </a:cubicBezTo>
                <a:cubicBezTo>
                  <a:pt x="157" y="1742"/>
                  <a:pt x="214" y="1709"/>
                  <a:pt x="231" y="1643"/>
                </a:cubicBezTo>
                <a:cubicBezTo>
                  <a:pt x="231" y="1118"/>
                  <a:pt x="264" y="625"/>
                  <a:pt x="296" y="99"/>
                </a:cubicBezTo>
                <a:cubicBezTo>
                  <a:pt x="296" y="33"/>
                  <a:pt x="247" y="0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" name="Google Shape;856;p11"/>
          <p:cNvSpPr/>
          <p:nvPr/>
        </p:nvSpPr>
        <p:spPr>
          <a:xfrm>
            <a:off x="5524200" y="3732480"/>
            <a:ext cx="4680" cy="43560"/>
          </a:xfrm>
          <a:custGeom>
            <a:avLst/>
            <a:gdLst>
              <a:gd name="textAreaLeft" fmla="*/ 0 w 4680"/>
              <a:gd name="textAreaRight" fmla="*/ 5040 w 4680"/>
              <a:gd name="textAreaTop" fmla="*/ 0 h 43560"/>
              <a:gd name="textAreaBottom" fmla="*/ 43920 h 43560"/>
            </a:gdLst>
            <a:ahLst/>
            <a:cxnLst/>
            <a:rect l="textAreaLeft" t="textAreaTop" r="textAreaRight" b="textAreaBottom"/>
            <a:pathLst>
              <a:path w="231" h="2071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33" y="1972"/>
                </a:lnTo>
                <a:cubicBezTo>
                  <a:pt x="33" y="2038"/>
                  <a:pt x="82" y="2071"/>
                  <a:pt x="132" y="2071"/>
                </a:cubicBezTo>
                <a:cubicBezTo>
                  <a:pt x="181" y="2071"/>
                  <a:pt x="230" y="2038"/>
                  <a:pt x="230" y="1972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" name="Google Shape;857;p11"/>
          <p:cNvSpPr/>
          <p:nvPr/>
        </p:nvSpPr>
        <p:spPr>
          <a:xfrm>
            <a:off x="5537160" y="3726720"/>
            <a:ext cx="5400" cy="24120"/>
          </a:xfrm>
          <a:custGeom>
            <a:avLst/>
            <a:gdLst>
              <a:gd name="textAreaLeft" fmla="*/ 0 w 5400"/>
              <a:gd name="textAreaRight" fmla="*/ 5760 w 540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264" h="1151">
                <a:moveTo>
                  <a:pt x="148" y="1"/>
                </a:moveTo>
                <a:cubicBezTo>
                  <a:pt x="91" y="1"/>
                  <a:pt x="33" y="33"/>
                  <a:pt x="33" y="99"/>
                </a:cubicBezTo>
                <a:cubicBezTo>
                  <a:pt x="66" y="395"/>
                  <a:pt x="33" y="723"/>
                  <a:pt x="1" y="1052"/>
                </a:cubicBezTo>
                <a:cubicBezTo>
                  <a:pt x="1" y="1085"/>
                  <a:pt x="33" y="1151"/>
                  <a:pt x="99" y="1151"/>
                </a:cubicBezTo>
                <a:cubicBezTo>
                  <a:pt x="165" y="1151"/>
                  <a:pt x="198" y="1085"/>
                  <a:pt x="198" y="1052"/>
                </a:cubicBezTo>
                <a:cubicBezTo>
                  <a:pt x="231" y="723"/>
                  <a:pt x="263" y="395"/>
                  <a:pt x="263" y="99"/>
                </a:cubicBezTo>
                <a:cubicBezTo>
                  <a:pt x="263" y="33"/>
                  <a:pt x="206" y="1"/>
                  <a:pt x="1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" name="Google Shape;858;p11"/>
          <p:cNvSpPr/>
          <p:nvPr/>
        </p:nvSpPr>
        <p:spPr>
          <a:xfrm>
            <a:off x="5554080" y="3723480"/>
            <a:ext cx="3960" cy="15120"/>
          </a:xfrm>
          <a:custGeom>
            <a:avLst/>
            <a:gdLst>
              <a:gd name="textAreaLeft" fmla="*/ 0 w 3960"/>
              <a:gd name="textAreaRight" fmla="*/ 4320 w 396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98" h="724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0" y="625"/>
                </a:lnTo>
                <a:cubicBezTo>
                  <a:pt x="0" y="690"/>
                  <a:pt x="66" y="723"/>
                  <a:pt x="99" y="723"/>
                </a:cubicBezTo>
                <a:cubicBezTo>
                  <a:pt x="165" y="723"/>
                  <a:pt x="197" y="690"/>
                  <a:pt x="197" y="625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" name="Google Shape;859;p11"/>
          <p:cNvSpPr/>
          <p:nvPr/>
        </p:nvSpPr>
        <p:spPr>
          <a:xfrm>
            <a:off x="5570640" y="3717000"/>
            <a:ext cx="5400" cy="37080"/>
          </a:xfrm>
          <a:custGeom>
            <a:avLst/>
            <a:gdLst>
              <a:gd name="textAreaLeft" fmla="*/ 0 w 5400"/>
              <a:gd name="textAreaRight" fmla="*/ 5760 w 540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264" h="1775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cubicBezTo>
                  <a:pt x="34" y="625"/>
                  <a:pt x="67" y="1151"/>
                  <a:pt x="34" y="1676"/>
                </a:cubicBezTo>
                <a:cubicBezTo>
                  <a:pt x="34" y="1742"/>
                  <a:pt x="83" y="1775"/>
                  <a:pt x="132" y="1775"/>
                </a:cubicBezTo>
                <a:cubicBezTo>
                  <a:pt x="182" y="1775"/>
                  <a:pt x="231" y="1742"/>
                  <a:pt x="231" y="1676"/>
                </a:cubicBezTo>
                <a:cubicBezTo>
                  <a:pt x="264" y="1151"/>
                  <a:pt x="264" y="625"/>
                  <a:pt x="198" y="99"/>
                </a:cubicBezTo>
                <a:cubicBezTo>
                  <a:pt x="198" y="33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" name="Google Shape;860;p11"/>
          <p:cNvSpPr/>
          <p:nvPr/>
        </p:nvSpPr>
        <p:spPr>
          <a:xfrm>
            <a:off x="5587200" y="3708720"/>
            <a:ext cx="3960" cy="36720"/>
          </a:xfrm>
          <a:custGeom>
            <a:avLst/>
            <a:gdLst>
              <a:gd name="textAreaLeft" fmla="*/ 0 w 3960"/>
              <a:gd name="textAreaRight" fmla="*/ 4320 w 396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198" h="1751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lnTo>
                  <a:pt x="1" y="1676"/>
                </a:lnTo>
                <a:cubicBezTo>
                  <a:pt x="1" y="1725"/>
                  <a:pt x="50" y="1750"/>
                  <a:pt x="99" y="1750"/>
                </a:cubicBezTo>
                <a:cubicBezTo>
                  <a:pt x="148" y="1750"/>
                  <a:pt x="198" y="1725"/>
                  <a:pt x="198" y="1676"/>
                </a:cubicBezTo>
                <a:cubicBezTo>
                  <a:pt x="198" y="1117"/>
                  <a:pt x="198" y="625"/>
                  <a:pt x="198" y="99"/>
                </a:cubicBez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" name="Google Shape;861;p11"/>
          <p:cNvSpPr/>
          <p:nvPr/>
        </p:nvSpPr>
        <p:spPr>
          <a:xfrm>
            <a:off x="5603040" y="3700440"/>
            <a:ext cx="7200" cy="32400"/>
          </a:xfrm>
          <a:custGeom>
            <a:avLst/>
            <a:gdLst>
              <a:gd name="textAreaLeft" fmla="*/ 0 w 7200"/>
              <a:gd name="textAreaRight" fmla="*/ 7560 w 720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349" h="1552">
                <a:moveTo>
                  <a:pt x="250" y="1"/>
                </a:moveTo>
                <a:cubicBezTo>
                  <a:pt x="201" y="1"/>
                  <a:pt x="152" y="34"/>
                  <a:pt x="152" y="99"/>
                </a:cubicBezTo>
                <a:lnTo>
                  <a:pt x="119" y="99"/>
                </a:lnTo>
                <a:cubicBezTo>
                  <a:pt x="119" y="527"/>
                  <a:pt x="86" y="987"/>
                  <a:pt x="20" y="1414"/>
                </a:cubicBezTo>
                <a:cubicBezTo>
                  <a:pt x="0" y="1495"/>
                  <a:pt x="68" y="1551"/>
                  <a:pt x="130" y="1551"/>
                </a:cubicBezTo>
                <a:cubicBezTo>
                  <a:pt x="168" y="1551"/>
                  <a:pt x="205" y="1530"/>
                  <a:pt x="217" y="1480"/>
                </a:cubicBezTo>
                <a:cubicBezTo>
                  <a:pt x="283" y="1020"/>
                  <a:pt x="349" y="560"/>
                  <a:pt x="349" y="99"/>
                </a:cubicBezTo>
                <a:cubicBezTo>
                  <a:pt x="349" y="34"/>
                  <a:pt x="300" y="1"/>
                  <a:pt x="25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" name="Google Shape;862;p11"/>
          <p:cNvSpPr/>
          <p:nvPr/>
        </p:nvSpPr>
        <p:spPr>
          <a:xfrm>
            <a:off x="5618520" y="3699000"/>
            <a:ext cx="3960" cy="24840"/>
          </a:xfrm>
          <a:custGeom>
            <a:avLst/>
            <a:gdLst>
              <a:gd name="textAreaLeft" fmla="*/ 0 w 3960"/>
              <a:gd name="textAreaRight" fmla="*/ 4320 w 396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198" h="1184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0" y="1085"/>
                </a:lnTo>
                <a:cubicBezTo>
                  <a:pt x="0" y="1150"/>
                  <a:pt x="50" y="1183"/>
                  <a:pt x="99" y="1183"/>
                </a:cubicBezTo>
                <a:cubicBezTo>
                  <a:pt x="148" y="1183"/>
                  <a:pt x="197" y="1150"/>
                  <a:pt x="197" y="1085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" name="Google Shape;863;p11"/>
          <p:cNvSpPr/>
          <p:nvPr/>
        </p:nvSpPr>
        <p:spPr>
          <a:xfrm>
            <a:off x="5631840" y="3689640"/>
            <a:ext cx="5760" cy="53640"/>
          </a:xfrm>
          <a:custGeom>
            <a:avLst/>
            <a:gdLst>
              <a:gd name="textAreaLeft" fmla="*/ 0 w 5760"/>
              <a:gd name="textAreaRight" fmla="*/ 6120 w 5760"/>
              <a:gd name="textAreaTop" fmla="*/ 0 h 53640"/>
              <a:gd name="textAreaBottom" fmla="*/ 54000 h 53640"/>
            </a:gdLst>
            <a:ahLst/>
            <a:cxnLst/>
            <a:rect l="textAreaLeft" t="textAreaTop" r="textAreaRight" b="textAreaBottom"/>
            <a:pathLst>
              <a:path w="297" h="2544">
                <a:moveTo>
                  <a:pt x="157" y="0"/>
                </a:moveTo>
                <a:cubicBezTo>
                  <a:pt x="110" y="0"/>
                  <a:pt x="66" y="34"/>
                  <a:pt x="66" y="112"/>
                </a:cubicBezTo>
                <a:cubicBezTo>
                  <a:pt x="99" y="867"/>
                  <a:pt x="99" y="1656"/>
                  <a:pt x="1" y="2445"/>
                </a:cubicBezTo>
                <a:cubicBezTo>
                  <a:pt x="1" y="2510"/>
                  <a:pt x="50" y="2543"/>
                  <a:pt x="103" y="2543"/>
                </a:cubicBezTo>
                <a:cubicBezTo>
                  <a:pt x="157" y="2543"/>
                  <a:pt x="214" y="2510"/>
                  <a:pt x="231" y="2445"/>
                </a:cubicBezTo>
                <a:cubicBezTo>
                  <a:pt x="296" y="1656"/>
                  <a:pt x="296" y="867"/>
                  <a:pt x="263" y="112"/>
                </a:cubicBezTo>
                <a:cubicBezTo>
                  <a:pt x="263" y="42"/>
                  <a:pt x="209" y="0"/>
                  <a:pt x="15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" name="Google Shape;864;p11"/>
          <p:cNvSpPr/>
          <p:nvPr/>
        </p:nvSpPr>
        <p:spPr>
          <a:xfrm>
            <a:off x="5647680" y="3678840"/>
            <a:ext cx="5040" cy="48240"/>
          </a:xfrm>
          <a:custGeom>
            <a:avLst/>
            <a:gdLst>
              <a:gd name="textAreaLeft" fmla="*/ 0 w 5040"/>
              <a:gd name="textAreaRight" fmla="*/ 5400 w 504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248" h="2301">
                <a:moveTo>
                  <a:pt x="104" y="0"/>
                </a:moveTo>
                <a:cubicBezTo>
                  <a:pt x="50" y="0"/>
                  <a:pt x="1" y="33"/>
                  <a:pt x="17" y="99"/>
                </a:cubicBezTo>
                <a:cubicBezTo>
                  <a:pt x="50" y="789"/>
                  <a:pt x="50" y="1512"/>
                  <a:pt x="17" y="2202"/>
                </a:cubicBezTo>
                <a:cubicBezTo>
                  <a:pt x="17" y="2268"/>
                  <a:pt x="67" y="2300"/>
                  <a:pt x="116" y="2300"/>
                </a:cubicBezTo>
                <a:cubicBezTo>
                  <a:pt x="165" y="2300"/>
                  <a:pt x="215" y="2268"/>
                  <a:pt x="215" y="2202"/>
                </a:cubicBezTo>
                <a:cubicBezTo>
                  <a:pt x="247" y="1512"/>
                  <a:pt x="247" y="789"/>
                  <a:pt x="215" y="99"/>
                </a:cubicBezTo>
                <a:cubicBezTo>
                  <a:pt x="215" y="33"/>
                  <a:pt x="157" y="0"/>
                  <a:pt x="10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" name="Google Shape;865;p11"/>
          <p:cNvSpPr/>
          <p:nvPr/>
        </p:nvSpPr>
        <p:spPr>
          <a:xfrm>
            <a:off x="5649840" y="3730320"/>
            <a:ext cx="3960" cy="25920"/>
          </a:xfrm>
          <a:custGeom>
            <a:avLst/>
            <a:gdLst>
              <a:gd name="textAreaLeft" fmla="*/ 0 w 3960"/>
              <a:gd name="textAreaRight" fmla="*/ 4320 w 396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199" h="1250">
                <a:moveTo>
                  <a:pt x="100" y="1"/>
                </a:moveTo>
                <a:cubicBezTo>
                  <a:pt x="50" y="1"/>
                  <a:pt x="1" y="34"/>
                  <a:pt x="1" y="99"/>
                </a:cubicBezTo>
                <a:lnTo>
                  <a:pt x="1" y="1151"/>
                </a:lnTo>
                <a:cubicBezTo>
                  <a:pt x="1" y="1217"/>
                  <a:pt x="50" y="1250"/>
                  <a:pt x="100" y="1250"/>
                </a:cubicBezTo>
                <a:cubicBezTo>
                  <a:pt x="149" y="1250"/>
                  <a:pt x="198" y="1217"/>
                  <a:pt x="198" y="1151"/>
                </a:cubicBezTo>
                <a:lnTo>
                  <a:pt x="198" y="99"/>
                </a:lnTo>
                <a:cubicBezTo>
                  <a:pt x="198" y="34"/>
                  <a:pt x="149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" name="Google Shape;866;p11"/>
          <p:cNvSpPr/>
          <p:nvPr/>
        </p:nvSpPr>
        <p:spPr>
          <a:xfrm>
            <a:off x="5660640" y="3673440"/>
            <a:ext cx="7920" cy="37440"/>
          </a:xfrm>
          <a:custGeom>
            <a:avLst/>
            <a:gdLst>
              <a:gd name="textAreaLeft" fmla="*/ 0 w 7920"/>
              <a:gd name="textAreaRight" fmla="*/ 8280 w 792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383" h="1780">
                <a:moveTo>
                  <a:pt x="126" y="1"/>
                </a:moveTo>
                <a:cubicBezTo>
                  <a:pt x="65" y="1"/>
                  <a:pt x="1" y="44"/>
                  <a:pt x="21" y="124"/>
                </a:cubicBezTo>
                <a:cubicBezTo>
                  <a:pt x="152" y="617"/>
                  <a:pt x="152" y="1142"/>
                  <a:pt x="86" y="1668"/>
                </a:cubicBezTo>
                <a:cubicBezTo>
                  <a:pt x="86" y="1701"/>
                  <a:pt x="119" y="1767"/>
                  <a:pt x="185" y="1767"/>
                </a:cubicBezTo>
                <a:cubicBezTo>
                  <a:pt x="194" y="1776"/>
                  <a:pt x="205" y="1780"/>
                  <a:pt x="217" y="1780"/>
                </a:cubicBezTo>
                <a:cubicBezTo>
                  <a:pt x="248" y="1780"/>
                  <a:pt x="284" y="1749"/>
                  <a:pt x="284" y="1701"/>
                </a:cubicBezTo>
                <a:cubicBezTo>
                  <a:pt x="382" y="1175"/>
                  <a:pt x="349" y="617"/>
                  <a:pt x="218" y="58"/>
                </a:cubicBezTo>
                <a:cubicBezTo>
                  <a:pt x="205" y="19"/>
                  <a:pt x="166" y="1"/>
                  <a:pt x="12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" name="Google Shape;867;p11"/>
          <p:cNvSpPr/>
          <p:nvPr/>
        </p:nvSpPr>
        <p:spPr>
          <a:xfrm>
            <a:off x="5678640" y="3668400"/>
            <a:ext cx="6480" cy="58320"/>
          </a:xfrm>
          <a:custGeom>
            <a:avLst/>
            <a:gdLst>
              <a:gd name="textAreaLeft" fmla="*/ 0 w 6480"/>
              <a:gd name="textAreaRight" fmla="*/ 6840 w 6480"/>
              <a:gd name="textAreaTop" fmla="*/ 0 h 58320"/>
              <a:gd name="textAreaBottom" fmla="*/ 58680 h 58320"/>
            </a:gdLst>
            <a:ahLst/>
            <a:cxnLst/>
            <a:rect l="textAreaLeft" t="textAreaTop" r="textAreaRight" b="textAreaBottom"/>
            <a:pathLst>
              <a:path w="329" h="2767">
                <a:moveTo>
                  <a:pt x="243" y="0"/>
                </a:moveTo>
                <a:cubicBezTo>
                  <a:pt x="197" y="0"/>
                  <a:pt x="148" y="33"/>
                  <a:pt x="132" y="99"/>
                </a:cubicBezTo>
                <a:cubicBezTo>
                  <a:pt x="99" y="559"/>
                  <a:pt x="66" y="1019"/>
                  <a:pt x="33" y="1479"/>
                </a:cubicBezTo>
                <a:cubicBezTo>
                  <a:pt x="0" y="1873"/>
                  <a:pt x="0" y="2301"/>
                  <a:pt x="99" y="2695"/>
                </a:cubicBezTo>
                <a:cubicBezTo>
                  <a:pt x="111" y="2745"/>
                  <a:pt x="143" y="2766"/>
                  <a:pt x="178" y="2766"/>
                </a:cubicBezTo>
                <a:cubicBezTo>
                  <a:pt x="233" y="2766"/>
                  <a:pt x="296" y="2710"/>
                  <a:pt x="296" y="2629"/>
                </a:cubicBezTo>
                <a:cubicBezTo>
                  <a:pt x="197" y="2235"/>
                  <a:pt x="197" y="1808"/>
                  <a:pt x="263" y="1413"/>
                </a:cubicBezTo>
                <a:lnTo>
                  <a:pt x="329" y="99"/>
                </a:lnTo>
                <a:cubicBezTo>
                  <a:pt x="329" y="33"/>
                  <a:pt x="288" y="0"/>
                  <a:pt x="2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" name="Google Shape;868;p11"/>
          <p:cNvSpPr/>
          <p:nvPr/>
        </p:nvSpPr>
        <p:spPr>
          <a:xfrm>
            <a:off x="5698080" y="3664440"/>
            <a:ext cx="4680" cy="33120"/>
          </a:xfrm>
          <a:custGeom>
            <a:avLst/>
            <a:gdLst>
              <a:gd name="textAreaLeft" fmla="*/ 0 w 4680"/>
              <a:gd name="textAreaRight" fmla="*/ 5040 w 468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31" h="1578">
                <a:moveTo>
                  <a:pt x="115" y="0"/>
                </a:moveTo>
                <a:cubicBezTo>
                  <a:pt x="58" y="0"/>
                  <a:pt x="0" y="33"/>
                  <a:pt x="0" y="99"/>
                </a:cubicBezTo>
                <a:lnTo>
                  <a:pt x="0" y="1479"/>
                </a:lnTo>
                <a:cubicBezTo>
                  <a:pt x="0" y="1545"/>
                  <a:pt x="58" y="1577"/>
                  <a:pt x="115" y="1577"/>
                </a:cubicBezTo>
                <a:cubicBezTo>
                  <a:pt x="173" y="1577"/>
                  <a:pt x="230" y="1545"/>
                  <a:pt x="230" y="1479"/>
                </a:cubicBezTo>
                <a:lnTo>
                  <a:pt x="230" y="99"/>
                </a:lnTo>
                <a:cubicBezTo>
                  <a:pt x="230" y="33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" name="Google Shape;869;p11"/>
          <p:cNvSpPr/>
          <p:nvPr/>
        </p:nvSpPr>
        <p:spPr>
          <a:xfrm>
            <a:off x="5711040" y="3680640"/>
            <a:ext cx="5400" cy="21600"/>
          </a:xfrm>
          <a:custGeom>
            <a:avLst/>
            <a:gdLst>
              <a:gd name="textAreaLeft" fmla="*/ 0 w 5400"/>
              <a:gd name="textAreaRight" fmla="*/ 5760 w 540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264" h="1033">
                <a:moveTo>
                  <a:pt x="146" y="1"/>
                </a:moveTo>
                <a:cubicBezTo>
                  <a:pt x="102" y="1"/>
                  <a:pt x="66" y="31"/>
                  <a:pt x="66" y="80"/>
                </a:cubicBezTo>
                <a:cubicBezTo>
                  <a:pt x="34" y="375"/>
                  <a:pt x="1" y="638"/>
                  <a:pt x="34" y="934"/>
                </a:cubicBezTo>
                <a:cubicBezTo>
                  <a:pt x="34" y="1000"/>
                  <a:pt x="66" y="1032"/>
                  <a:pt x="132" y="1032"/>
                </a:cubicBezTo>
                <a:cubicBezTo>
                  <a:pt x="198" y="1032"/>
                  <a:pt x="231" y="1000"/>
                  <a:pt x="231" y="934"/>
                </a:cubicBezTo>
                <a:cubicBezTo>
                  <a:pt x="231" y="671"/>
                  <a:pt x="231" y="408"/>
                  <a:pt x="264" y="145"/>
                </a:cubicBezTo>
                <a:cubicBezTo>
                  <a:pt x="264" y="80"/>
                  <a:pt x="231" y="14"/>
                  <a:pt x="198" y="14"/>
                </a:cubicBezTo>
                <a:cubicBezTo>
                  <a:pt x="180" y="5"/>
                  <a:pt x="163" y="1"/>
                  <a:pt x="1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" name="Google Shape;870;p11"/>
          <p:cNvSpPr/>
          <p:nvPr/>
        </p:nvSpPr>
        <p:spPr>
          <a:xfrm>
            <a:off x="5712480" y="3651120"/>
            <a:ext cx="5400" cy="25560"/>
          </a:xfrm>
          <a:custGeom>
            <a:avLst/>
            <a:gdLst>
              <a:gd name="textAreaLeft" fmla="*/ 0 w 5400"/>
              <a:gd name="textAreaRight" fmla="*/ 5760 w 54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64" h="1217">
                <a:moveTo>
                  <a:pt x="161" y="1"/>
                </a:moveTo>
                <a:cubicBezTo>
                  <a:pt x="107" y="1"/>
                  <a:pt x="50" y="34"/>
                  <a:pt x="33" y="99"/>
                </a:cubicBezTo>
                <a:cubicBezTo>
                  <a:pt x="33" y="461"/>
                  <a:pt x="33" y="789"/>
                  <a:pt x="0" y="1118"/>
                </a:cubicBezTo>
                <a:cubicBezTo>
                  <a:pt x="0" y="1184"/>
                  <a:pt x="50" y="1217"/>
                  <a:pt x="99" y="1217"/>
                </a:cubicBezTo>
                <a:cubicBezTo>
                  <a:pt x="148" y="1217"/>
                  <a:pt x="198" y="1184"/>
                  <a:pt x="198" y="1118"/>
                </a:cubicBezTo>
                <a:cubicBezTo>
                  <a:pt x="198" y="789"/>
                  <a:pt x="230" y="461"/>
                  <a:pt x="263" y="99"/>
                </a:cubicBezTo>
                <a:cubicBezTo>
                  <a:pt x="263" y="34"/>
                  <a:pt x="214" y="1"/>
                  <a:pt x="16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" name="Google Shape;871;p11"/>
          <p:cNvSpPr/>
          <p:nvPr/>
        </p:nvSpPr>
        <p:spPr>
          <a:xfrm>
            <a:off x="5729760" y="3647520"/>
            <a:ext cx="5760" cy="48240"/>
          </a:xfrm>
          <a:custGeom>
            <a:avLst/>
            <a:gdLst>
              <a:gd name="textAreaLeft" fmla="*/ 0 w 5760"/>
              <a:gd name="textAreaRight" fmla="*/ 6120 w 576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297" h="2301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cubicBezTo>
                  <a:pt x="67" y="789"/>
                  <a:pt x="99" y="1479"/>
                  <a:pt x="99" y="2202"/>
                </a:cubicBezTo>
                <a:cubicBezTo>
                  <a:pt x="99" y="2268"/>
                  <a:pt x="149" y="2301"/>
                  <a:pt x="198" y="2301"/>
                </a:cubicBezTo>
                <a:cubicBezTo>
                  <a:pt x="247" y="2301"/>
                  <a:pt x="297" y="2268"/>
                  <a:pt x="297" y="2202"/>
                </a:cubicBezTo>
                <a:cubicBezTo>
                  <a:pt x="297" y="1479"/>
                  <a:pt x="264" y="789"/>
                  <a:pt x="198" y="99"/>
                </a:cubicBez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" name="Google Shape;872;p11"/>
          <p:cNvSpPr/>
          <p:nvPr/>
        </p:nvSpPr>
        <p:spPr>
          <a:xfrm>
            <a:off x="5729760" y="3703320"/>
            <a:ext cx="5760" cy="33840"/>
          </a:xfrm>
          <a:custGeom>
            <a:avLst/>
            <a:gdLst>
              <a:gd name="textAreaLeft" fmla="*/ 0 w 5760"/>
              <a:gd name="textAreaRight" fmla="*/ 6120 w 576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297" h="1611">
                <a:moveTo>
                  <a:pt x="198" y="0"/>
                </a:moveTo>
                <a:cubicBezTo>
                  <a:pt x="132" y="0"/>
                  <a:pt x="99" y="33"/>
                  <a:pt x="99" y="99"/>
                </a:cubicBezTo>
                <a:cubicBezTo>
                  <a:pt x="34" y="559"/>
                  <a:pt x="1" y="1052"/>
                  <a:pt x="34" y="1512"/>
                </a:cubicBezTo>
                <a:cubicBezTo>
                  <a:pt x="34" y="1578"/>
                  <a:pt x="91" y="1610"/>
                  <a:pt x="149" y="1610"/>
                </a:cubicBezTo>
                <a:cubicBezTo>
                  <a:pt x="206" y="1610"/>
                  <a:pt x="264" y="1578"/>
                  <a:pt x="264" y="1512"/>
                </a:cubicBezTo>
                <a:cubicBezTo>
                  <a:pt x="231" y="1052"/>
                  <a:pt x="231" y="559"/>
                  <a:pt x="297" y="99"/>
                </a:cubicBezTo>
                <a:cubicBezTo>
                  <a:pt x="297" y="33"/>
                  <a:pt x="264" y="0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" name="Google Shape;873;p11"/>
          <p:cNvSpPr/>
          <p:nvPr/>
        </p:nvSpPr>
        <p:spPr>
          <a:xfrm>
            <a:off x="5750640" y="3635640"/>
            <a:ext cx="8640" cy="87840"/>
          </a:xfrm>
          <a:custGeom>
            <a:avLst/>
            <a:gdLst>
              <a:gd name="textAreaLeft" fmla="*/ 0 w 8640"/>
              <a:gd name="textAreaRight" fmla="*/ 9000 w 8640"/>
              <a:gd name="textAreaTop" fmla="*/ 0 h 87840"/>
              <a:gd name="textAreaBottom" fmla="*/ 88200 h 87840"/>
            </a:gdLst>
            <a:ahLst/>
            <a:cxnLst/>
            <a:rect l="textAreaLeft" t="textAreaTop" r="textAreaRight" b="textAreaBottom"/>
            <a:pathLst>
              <a:path w="428" h="4175">
                <a:moveTo>
                  <a:pt x="99" y="1"/>
                </a:moveTo>
                <a:cubicBezTo>
                  <a:pt x="50" y="1"/>
                  <a:pt x="1" y="34"/>
                  <a:pt x="1" y="99"/>
                </a:cubicBezTo>
                <a:cubicBezTo>
                  <a:pt x="66" y="1447"/>
                  <a:pt x="132" y="2761"/>
                  <a:pt x="198" y="4076"/>
                </a:cubicBezTo>
                <a:cubicBezTo>
                  <a:pt x="198" y="4141"/>
                  <a:pt x="255" y="4174"/>
                  <a:pt x="313" y="4174"/>
                </a:cubicBezTo>
                <a:cubicBezTo>
                  <a:pt x="370" y="4174"/>
                  <a:pt x="428" y="4141"/>
                  <a:pt x="428" y="4076"/>
                </a:cubicBezTo>
                <a:cubicBezTo>
                  <a:pt x="362" y="2761"/>
                  <a:pt x="264" y="1447"/>
                  <a:pt x="198" y="99"/>
                </a:cubicBezTo>
                <a:cubicBezTo>
                  <a:pt x="198" y="34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920" bIns="43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" name="Google Shape;874;p11"/>
          <p:cNvSpPr/>
          <p:nvPr/>
        </p:nvSpPr>
        <p:spPr>
          <a:xfrm>
            <a:off x="5753520" y="3737160"/>
            <a:ext cx="5760" cy="35280"/>
          </a:xfrm>
          <a:custGeom>
            <a:avLst/>
            <a:gdLst>
              <a:gd name="textAreaLeft" fmla="*/ 0 w 5760"/>
              <a:gd name="textAreaRight" fmla="*/ 6120 w 576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296" h="1690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592"/>
                  <a:pt x="0" y="1118"/>
                  <a:pt x="99" y="1611"/>
                </a:cubicBezTo>
                <a:cubicBezTo>
                  <a:pt x="99" y="1659"/>
                  <a:pt x="134" y="1689"/>
                  <a:pt x="179" y="1689"/>
                </a:cubicBezTo>
                <a:cubicBezTo>
                  <a:pt x="195" y="1689"/>
                  <a:pt x="213" y="1685"/>
                  <a:pt x="230" y="1676"/>
                </a:cubicBezTo>
                <a:cubicBezTo>
                  <a:pt x="263" y="1676"/>
                  <a:pt x="296" y="1611"/>
                  <a:pt x="296" y="1578"/>
                </a:cubicBezTo>
                <a:cubicBezTo>
                  <a:pt x="230" y="1085"/>
                  <a:pt x="197" y="592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" name="Google Shape;875;p11"/>
          <p:cNvSpPr/>
          <p:nvPr/>
        </p:nvSpPr>
        <p:spPr>
          <a:xfrm>
            <a:off x="5777280" y="3628800"/>
            <a:ext cx="4680" cy="113760"/>
          </a:xfrm>
          <a:custGeom>
            <a:avLst/>
            <a:gdLst>
              <a:gd name="textAreaLeft" fmla="*/ 0 w 4680"/>
              <a:gd name="textAreaRight" fmla="*/ 5040 w 4680"/>
              <a:gd name="textAreaTop" fmla="*/ 0 h 113760"/>
              <a:gd name="textAreaBottom" fmla="*/ 114120 h 113760"/>
            </a:gdLst>
            <a:ahLst/>
            <a:cxnLst/>
            <a:rect l="textAreaLeft" t="textAreaTop" r="textAreaRight" b="textAreaBottom"/>
            <a:pathLst>
              <a:path w="231" h="5390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33" y="5291"/>
                </a:lnTo>
                <a:cubicBezTo>
                  <a:pt x="33" y="5356"/>
                  <a:pt x="83" y="5389"/>
                  <a:pt x="132" y="5389"/>
                </a:cubicBezTo>
                <a:cubicBezTo>
                  <a:pt x="181" y="5389"/>
                  <a:pt x="230" y="5356"/>
                  <a:pt x="230" y="5291"/>
                </a:cubicBezTo>
                <a:lnTo>
                  <a:pt x="198" y="99"/>
                </a:ln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880" bIns="56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2" name="Google Shape;876;p11"/>
          <p:cNvSpPr/>
          <p:nvPr/>
        </p:nvSpPr>
        <p:spPr>
          <a:xfrm>
            <a:off x="5779080" y="3753360"/>
            <a:ext cx="6120" cy="44640"/>
          </a:xfrm>
          <a:custGeom>
            <a:avLst/>
            <a:gdLst>
              <a:gd name="textAreaLeft" fmla="*/ 0 w 6120"/>
              <a:gd name="textAreaRight" fmla="*/ 6480 w 6120"/>
              <a:gd name="textAreaTop" fmla="*/ 0 h 44640"/>
              <a:gd name="textAreaBottom" fmla="*/ 45000 h 44640"/>
            </a:gdLst>
            <a:ahLst/>
            <a:cxnLst/>
            <a:rect l="textAreaLeft" t="textAreaTop" r="textAreaRight" b="textAreaBottom"/>
            <a:pathLst>
              <a:path w="313" h="2128">
                <a:moveTo>
                  <a:pt x="103" y="0"/>
                </a:moveTo>
                <a:cubicBezTo>
                  <a:pt x="50" y="0"/>
                  <a:pt x="1" y="33"/>
                  <a:pt x="17" y="99"/>
                </a:cubicBezTo>
                <a:cubicBezTo>
                  <a:pt x="83" y="723"/>
                  <a:pt x="83" y="1380"/>
                  <a:pt x="83" y="2005"/>
                </a:cubicBezTo>
                <a:cubicBezTo>
                  <a:pt x="83" y="2087"/>
                  <a:pt x="140" y="2128"/>
                  <a:pt x="198" y="2128"/>
                </a:cubicBezTo>
                <a:cubicBezTo>
                  <a:pt x="255" y="2128"/>
                  <a:pt x="313" y="2087"/>
                  <a:pt x="313" y="2005"/>
                </a:cubicBezTo>
                <a:cubicBezTo>
                  <a:pt x="313" y="1380"/>
                  <a:pt x="280" y="723"/>
                  <a:pt x="214" y="99"/>
                </a:cubicBezTo>
                <a:cubicBezTo>
                  <a:pt x="214" y="33"/>
                  <a:pt x="157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3" name="Google Shape;877;p11"/>
          <p:cNvSpPr/>
          <p:nvPr/>
        </p:nvSpPr>
        <p:spPr>
          <a:xfrm>
            <a:off x="5781240" y="3813840"/>
            <a:ext cx="5760" cy="29520"/>
          </a:xfrm>
          <a:custGeom>
            <a:avLst/>
            <a:gdLst>
              <a:gd name="textAreaLeft" fmla="*/ 0 w 5760"/>
              <a:gd name="textAreaRight" fmla="*/ 6120 w 576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297" h="1414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lnTo>
                  <a:pt x="99" y="1315"/>
                </a:lnTo>
                <a:cubicBezTo>
                  <a:pt x="99" y="1380"/>
                  <a:pt x="148" y="1413"/>
                  <a:pt x="198" y="1413"/>
                </a:cubicBezTo>
                <a:cubicBezTo>
                  <a:pt x="247" y="1413"/>
                  <a:pt x="296" y="1380"/>
                  <a:pt x="296" y="1315"/>
                </a:cubicBezTo>
                <a:lnTo>
                  <a:pt x="231" y="99"/>
                </a:ln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4" name="Google Shape;878;p11"/>
          <p:cNvSpPr/>
          <p:nvPr/>
        </p:nvSpPr>
        <p:spPr>
          <a:xfrm>
            <a:off x="5679000" y="3737880"/>
            <a:ext cx="4680" cy="21240"/>
          </a:xfrm>
          <a:custGeom>
            <a:avLst/>
            <a:gdLst>
              <a:gd name="textAreaLeft" fmla="*/ 0 w 4680"/>
              <a:gd name="textAreaRight" fmla="*/ 5040 w 468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231" h="1019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362"/>
                  <a:pt x="0" y="658"/>
                  <a:pt x="33" y="920"/>
                </a:cubicBezTo>
                <a:cubicBezTo>
                  <a:pt x="33" y="986"/>
                  <a:pt x="66" y="1019"/>
                  <a:pt x="132" y="1019"/>
                </a:cubicBezTo>
                <a:cubicBezTo>
                  <a:pt x="197" y="1019"/>
                  <a:pt x="230" y="986"/>
                  <a:pt x="230" y="920"/>
                </a:cubicBezTo>
                <a:cubicBezTo>
                  <a:pt x="230" y="658"/>
                  <a:pt x="230" y="362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5" name="Google Shape;879;p11"/>
          <p:cNvSpPr/>
          <p:nvPr/>
        </p:nvSpPr>
        <p:spPr>
          <a:xfrm>
            <a:off x="5677920" y="3778200"/>
            <a:ext cx="5760" cy="16920"/>
          </a:xfrm>
          <a:custGeom>
            <a:avLst/>
            <a:gdLst>
              <a:gd name="textAreaLeft" fmla="*/ 0 w 5760"/>
              <a:gd name="textAreaRight" fmla="*/ 6120 w 576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297" h="810">
                <a:moveTo>
                  <a:pt x="150" y="0"/>
                </a:moveTo>
                <a:cubicBezTo>
                  <a:pt x="113" y="0"/>
                  <a:pt x="79" y="21"/>
                  <a:pt x="66" y="74"/>
                </a:cubicBezTo>
                <a:lnTo>
                  <a:pt x="33" y="74"/>
                </a:lnTo>
                <a:cubicBezTo>
                  <a:pt x="0" y="304"/>
                  <a:pt x="33" y="534"/>
                  <a:pt x="99" y="731"/>
                </a:cubicBezTo>
                <a:cubicBezTo>
                  <a:pt x="123" y="779"/>
                  <a:pt x="147" y="810"/>
                  <a:pt x="184" y="810"/>
                </a:cubicBezTo>
                <a:cubicBezTo>
                  <a:pt x="198" y="810"/>
                  <a:pt x="213" y="806"/>
                  <a:pt x="230" y="797"/>
                </a:cubicBezTo>
                <a:cubicBezTo>
                  <a:pt x="296" y="797"/>
                  <a:pt x="296" y="731"/>
                  <a:pt x="296" y="698"/>
                </a:cubicBezTo>
                <a:cubicBezTo>
                  <a:pt x="296" y="633"/>
                  <a:pt x="263" y="600"/>
                  <a:pt x="263" y="534"/>
                </a:cubicBezTo>
                <a:lnTo>
                  <a:pt x="263" y="468"/>
                </a:lnTo>
                <a:cubicBezTo>
                  <a:pt x="263" y="435"/>
                  <a:pt x="263" y="435"/>
                  <a:pt x="263" y="403"/>
                </a:cubicBezTo>
                <a:cubicBezTo>
                  <a:pt x="230" y="304"/>
                  <a:pt x="230" y="205"/>
                  <a:pt x="263" y="107"/>
                </a:cubicBezTo>
                <a:cubicBezTo>
                  <a:pt x="263" y="48"/>
                  <a:pt x="204" y="0"/>
                  <a:pt x="15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6" name="Google Shape;880;p11"/>
          <p:cNvSpPr/>
          <p:nvPr/>
        </p:nvSpPr>
        <p:spPr>
          <a:xfrm>
            <a:off x="5415840" y="3868560"/>
            <a:ext cx="10800" cy="49320"/>
          </a:xfrm>
          <a:custGeom>
            <a:avLst/>
            <a:gdLst>
              <a:gd name="textAreaLeft" fmla="*/ 0 w 10800"/>
              <a:gd name="textAreaRight" fmla="*/ 11160 w 10800"/>
              <a:gd name="textAreaTop" fmla="*/ 0 h 49320"/>
              <a:gd name="textAreaBottom" fmla="*/ 49680 h 49320"/>
            </a:gdLst>
            <a:ahLst/>
            <a:cxnLst/>
            <a:rect l="textAreaLeft" t="textAreaTop" r="textAreaRight" b="textAreaBottom"/>
            <a:pathLst>
              <a:path w="531" h="2340">
                <a:moveTo>
                  <a:pt x="130" y="0"/>
                </a:moveTo>
                <a:cubicBezTo>
                  <a:pt x="68" y="0"/>
                  <a:pt x="1" y="56"/>
                  <a:pt x="21" y="138"/>
                </a:cubicBezTo>
                <a:cubicBezTo>
                  <a:pt x="152" y="828"/>
                  <a:pt x="251" y="1551"/>
                  <a:pt x="317" y="2241"/>
                </a:cubicBezTo>
                <a:cubicBezTo>
                  <a:pt x="317" y="2306"/>
                  <a:pt x="374" y="2339"/>
                  <a:pt x="428" y="2339"/>
                </a:cubicBezTo>
                <a:cubicBezTo>
                  <a:pt x="481" y="2339"/>
                  <a:pt x="530" y="2306"/>
                  <a:pt x="514" y="2241"/>
                </a:cubicBezTo>
                <a:cubicBezTo>
                  <a:pt x="448" y="1518"/>
                  <a:pt x="350" y="795"/>
                  <a:pt x="218" y="72"/>
                </a:cubicBezTo>
                <a:cubicBezTo>
                  <a:pt x="206" y="22"/>
                  <a:pt x="169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7" name="Google Shape;881;p11"/>
          <p:cNvSpPr/>
          <p:nvPr/>
        </p:nvSpPr>
        <p:spPr>
          <a:xfrm>
            <a:off x="5434200" y="3903480"/>
            <a:ext cx="4680" cy="31680"/>
          </a:xfrm>
          <a:custGeom>
            <a:avLst/>
            <a:gdLst>
              <a:gd name="textAreaLeft" fmla="*/ 0 w 4680"/>
              <a:gd name="textAreaRight" fmla="*/ 5040 w 468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231" h="1512">
                <a:moveTo>
                  <a:pt x="144" y="0"/>
                </a:moveTo>
                <a:cubicBezTo>
                  <a:pt x="99" y="0"/>
                  <a:pt x="50" y="33"/>
                  <a:pt x="33" y="99"/>
                </a:cubicBezTo>
                <a:cubicBezTo>
                  <a:pt x="0" y="526"/>
                  <a:pt x="0" y="953"/>
                  <a:pt x="33" y="1380"/>
                </a:cubicBezTo>
                <a:cubicBezTo>
                  <a:pt x="33" y="1446"/>
                  <a:pt x="99" y="1512"/>
                  <a:pt x="132" y="1512"/>
                </a:cubicBezTo>
                <a:cubicBezTo>
                  <a:pt x="197" y="1479"/>
                  <a:pt x="230" y="1446"/>
                  <a:pt x="230" y="1380"/>
                </a:cubicBezTo>
                <a:cubicBezTo>
                  <a:pt x="197" y="953"/>
                  <a:pt x="197" y="526"/>
                  <a:pt x="230" y="99"/>
                </a:cubicBezTo>
                <a:cubicBezTo>
                  <a:pt x="230" y="33"/>
                  <a:pt x="189" y="0"/>
                  <a:pt x="1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8" name="Google Shape;882;p11"/>
          <p:cNvSpPr/>
          <p:nvPr/>
        </p:nvSpPr>
        <p:spPr>
          <a:xfrm>
            <a:off x="5450760" y="3886200"/>
            <a:ext cx="7200" cy="63000"/>
          </a:xfrm>
          <a:custGeom>
            <a:avLst/>
            <a:gdLst>
              <a:gd name="textAreaLeft" fmla="*/ 0 w 7200"/>
              <a:gd name="textAreaRight" fmla="*/ 7560 w 7200"/>
              <a:gd name="textAreaTop" fmla="*/ 0 h 63000"/>
              <a:gd name="textAreaBottom" fmla="*/ 63360 h 63000"/>
            </a:gdLst>
            <a:ahLst/>
            <a:cxnLst/>
            <a:rect l="textAreaLeft" t="textAreaTop" r="textAreaRight" b="textAreaBottom"/>
            <a:pathLst>
              <a:path w="362" h="3000">
                <a:moveTo>
                  <a:pt x="103" y="1"/>
                </a:moveTo>
                <a:cubicBezTo>
                  <a:pt x="50" y="1"/>
                  <a:pt x="1" y="33"/>
                  <a:pt x="17" y="99"/>
                </a:cubicBezTo>
                <a:cubicBezTo>
                  <a:pt x="83" y="1052"/>
                  <a:pt x="116" y="1972"/>
                  <a:pt x="148" y="2925"/>
                </a:cubicBezTo>
                <a:cubicBezTo>
                  <a:pt x="148" y="2974"/>
                  <a:pt x="206" y="2999"/>
                  <a:pt x="259" y="2999"/>
                </a:cubicBezTo>
                <a:cubicBezTo>
                  <a:pt x="313" y="2999"/>
                  <a:pt x="362" y="2974"/>
                  <a:pt x="346" y="2925"/>
                </a:cubicBezTo>
                <a:cubicBezTo>
                  <a:pt x="313" y="1972"/>
                  <a:pt x="280" y="1052"/>
                  <a:pt x="214" y="99"/>
                </a:cubicBezTo>
                <a:cubicBezTo>
                  <a:pt x="214" y="33"/>
                  <a:pt x="157" y="1"/>
                  <a:pt x="10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680" bIns="31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9" name="Google Shape;883;p11"/>
          <p:cNvSpPr/>
          <p:nvPr/>
        </p:nvSpPr>
        <p:spPr>
          <a:xfrm>
            <a:off x="5463720" y="3940920"/>
            <a:ext cx="5760" cy="31680"/>
          </a:xfrm>
          <a:custGeom>
            <a:avLst/>
            <a:gdLst>
              <a:gd name="textAreaLeft" fmla="*/ 0 w 5760"/>
              <a:gd name="textAreaRight" fmla="*/ 6120 w 576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297" h="1513">
                <a:moveTo>
                  <a:pt x="132" y="1"/>
                </a:moveTo>
                <a:cubicBezTo>
                  <a:pt x="83" y="1"/>
                  <a:pt x="33" y="33"/>
                  <a:pt x="33" y="99"/>
                </a:cubicBezTo>
                <a:cubicBezTo>
                  <a:pt x="0" y="526"/>
                  <a:pt x="33" y="953"/>
                  <a:pt x="99" y="1414"/>
                </a:cubicBezTo>
                <a:cubicBezTo>
                  <a:pt x="99" y="1446"/>
                  <a:pt x="132" y="1512"/>
                  <a:pt x="198" y="1512"/>
                </a:cubicBezTo>
                <a:cubicBezTo>
                  <a:pt x="230" y="1512"/>
                  <a:pt x="296" y="1446"/>
                  <a:pt x="296" y="1414"/>
                </a:cubicBezTo>
                <a:cubicBezTo>
                  <a:pt x="230" y="953"/>
                  <a:pt x="198" y="526"/>
                  <a:pt x="230" y="99"/>
                </a:cubicBezTo>
                <a:cubicBezTo>
                  <a:pt x="230" y="33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" name="Google Shape;884;p11"/>
          <p:cNvSpPr/>
          <p:nvPr/>
        </p:nvSpPr>
        <p:spPr>
          <a:xfrm>
            <a:off x="5496480" y="3958200"/>
            <a:ext cx="6840" cy="49320"/>
          </a:xfrm>
          <a:custGeom>
            <a:avLst/>
            <a:gdLst>
              <a:gd name="textAreaLeft" fmla="*/ 0 w 6840"/>
              <a:gd name="textAreaRight" fmla="*/ 7200 w 6840"/>
              <a:gd name="textAreaTop" fmla="*/ 0 h 49320"/>
              <a:gd name="textAreaBottom" fmla="*/ 49680 h 49320"/>
            </a:gdLst>
            <a:ahLst/>
            <a:cxnLst/>
            <a:rect l="textAreaLeft" t="textAreaTop" r="textAreaRight" b="textAreaBottom"/>
            <a:pathLst>
              <a:path w="348" h="2352">
                <a:moveTo>
                  <a:pt x="125" y="0"/>
                </a:moveTo>
                <a:cubicBezTo>
                  <a:pt x="65" y="0"/>
                  <a:pt x="0" y="43"/>
                  <a:pt x="19" y="117"/>
                </a:cubicBezTo>
                <a:cubicBezTo>
                  <a:pt x="117" y="840"/>
                  <a:pt x="117" y="1530"/>
                  <a:pt x="84" y="2253"/>
                </a:cubicBezTo>
                <a:cubicBezTo>
                  <a:pt x="84" y="2318"/>
                  <a:pt x="134" y="2351"/>
                  <a:pt x="187" y="2351"/>
                </a:cubicBezTo>
                <a:cubicBezTo>
                  <a:pt x="241" y="2351"/>
                  <a:pt x="298" y="2318"/>
                  <a:pt x="314" y="2253"/>
                </a:cubicBezTo>
                <a:cubicBezTo>
                  <a:pt x="347" y="1530"/>
                  <a:pt x="314" y="807"/>
                  <a:pt x="216" y="84"/>
                </a:cubicBezTo>
                <a:cubicBezTo>
                  <a:pt x="216" y="26"/>
                  <a:pt x="172" y="0"/>
                  <a:pt x="12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" name="Google Shape;885;p11"/>
          <p:cNvSpPr/>
          <p:nvPr/>
        </p:nvSpPr>
        <p:spPr>
          <a:xfrm>
            <a:off x="5513040" y="4013280"/>
            <a:ext cx="3960" cy="18360"/>
          </a:xfrm>
          <a:custGeom>
            <a:avLst/>
            <a:gdLst>
              <a:gd name="textAreaLeft" fmla="*/ 0 w 3960"/>
              <a:gd name="textAreaRight" fmla="*/ 4320 w 396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98" h="880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0" y="756"/>
                </a:lnTo>
                <a:cubicBezTo>
                  <a:pt x="0" y="838"/>
                  <a:pt x="50" y="879"/>
                  <a:pt x="99" y="879"/>
                </a:cubicBezTo>
                <a:cubicBezTo>
                  <a:pt x="148" y="879"/>
                  <a:pt x="198" y="838"/>
                  <a:pt x="198" y="756"/>
                </a:cubicBezTo>
                <a:lnTo>
                  <a:pt x="198" y="99"/>
                </a:ln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" name="Google Shape;886;p11"/>
          <p:cNvSpPr/>
          <p:nvPr/>
        </p:nvSpPr>
        <p:spPr>
          <a:xfrm>
            <a:off x="5527440" y="4219920"/>
            <a:ext cx="4680" cy="106200"/>
          </a:xfrm>
          <a:custGeom>
            <a:avLst/>
            <a:gdLst>
              <a:gd name="textAreaLeft" fmla="*/ 0 w 4680"/>
              <a:gd name="textAreaRight" fmla="*/ 5040 w 4680"/>
              <a:gd name="textAreaTop" fmla="*/ 0 h 106200"/>
              <a:gd name="textAreaBottom" fmla="*/ 106560 h 106200"/>
            </a:gdLst>
            <a:ahLst/>
            <a:cxnLst/>
            <a:rect l="textAreaLeft" t="textAreaTop" r="textAreaRight" b="textAreaBottom"/>
            <a:pathLst>
              <a:path w="231" h="5029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cubicBezTo>
                  <a:pt x="33" y="1709"/>
                  <a:pt x="33" y="3319"/>
                  <a:pt x="1" y="4930"/>
                </a:cubicBezTo>
                <a:cubicBezTo>
                  <a:pt x="1" y="4995"/>
                  <a:pt x="58" y="5028"/>
                  <a:pt x="116" y="5028"/>
                </a:cubicBezTo>
                <a:cubicBezTo>
                  <a:pt x="173" y="5028"/>
                  <a:pt x="231" y="4995"/>
                  <a:pt x="231" y="4930"/>
                </a:cubicBezTo>
                <a:cubicBezTo>
                  <a:pt x="231" y="3319"/>
                  <a:pt x="231" y="1709"/>
                  <a:pt x="198" y="99"/>
                </a:cubicBezTo>
                <a:cubicBezTo>
                  <a:pt x="198" y="33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280" bIns="53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" name="Google Shape;887;p11"/>
          <p:cNvSpPr/>
          <p:nvPr/>
        </p:nvSpPr>
        <p:spPr>
          <a:xfrm>
            <a:off x="5543640" y="4298040"/>
            <a:ext cx="6840" cy="28800"/>
          </a:xfrm>
          <a:custGeom>
            <a:avLst/>
            <a:gdLst>
              <a:gd name="textAreaLeft" fmla="*/ 0 w 6840"/>
              <a:gd name="textAreaRight" fmla="*/ 7200 w 68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348" h="1372">
                <a:moveTo>
                  <a:pt x="237" y="1"/>
                </a:moveTo>
                <a:cubicBezTo>
                  <a:pt x="192" y="1"/>
                  <a:pt x="146" y="27"/>
                  <a:pt x="132" y="84"/>
                </a:cubicBezTo>
                <a:cubicBezTo>
                  <a:pt x="0" y="479"/>
                  <a:pt x="0" y="906"/>
                  <a:pt x="99" y="1300"/>
                </a:cubicBezTo>
                <a:cubicBezTo>
                  <a:pt x="111" y="1350"/>
                  <a:pt x="143" y="1372"/>
                  <a:pt x="178" y="1372"/>
                </a:cubicBezTo>
                <a:cubicBezTo>
                  <a:pt x="227" y="1372"/>
                  <a:pt x="283" y="1327"/>
                  <a:pt x="294" y="1259"/>
                </a:cubicBezTo>
                <a:lnTo>
                  <a:pt x="294" y="1259"/>
                </a:lnTo>
                <a:cubicBezTo>
                  <a:pt x="295" y="1262"/>
                  <a:pt x="295" y="1265"/>
                  <a:pt x="296" y="1267"/>
                </a:cubicBezTo>
                <a:lnTo>
                  <a:pt x="296" y="1235"/>
                </a:lnTo>
                <a:cubicBezTo>
                  <a:pt x="296" y="1243"/>
                  <a:pt x="295" y="1251"/>
                  <a:pt x="294" y="1259"/>
                </a:cubicBezTo>
                <a:lnTo>
                  <a:pt x="294" y="1259"/>
                </a:lnTo>
                <a:cubicBezTo>
                  <a:pt x="198" y="868"/>
                  <a:pt x="198" y="476"/>
                  <a:pt x="329" y="117"/>
                </a:cubicBezTo>
                <a:cubicBezTo>
                  <a:pt x="347" y="43"/>
                  <a:pt x="293" y="1"/>
                  <a:pt x="23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" name="Google Shape;888;p11"/>
          <p:cNvSpPr/>
          <p:nvPr/>
        </p:nvSpPr>
        <p:spPr>
          <a:xfrm>
            <a:off x="5574240" y="4250520"/>
            <a:ext cx="6120" cy="73440"/>
          </a:xfrm>
          <a:custGeom>
            <a:avLst/>
            <a:gdLst>
              <a:gd name="textAreaLeft" fmla="*/ 0 w 6120"/>
              <a:gd name="textAreaRight" fmla="*/ 6480 w 6120"/>
              <a:gd name="textAreaTop" fmla="*/ 0 h 73440"/>
              <a:gd name="textAreaBottom" fmla="*/ 73800 h 73440"/>
            </a:gdLst>
            <a:ahLst/>
            <a:cxnLst/>
            <a:rect l="textAreaLeft" t="textAreaTop" r="textAreaRight" b="textAreaBottom"/>
            <a:pathLst>
              <a:path w="313" h="3484">
                <a:moveTo>
                  <a:pt x="197" y="0"/>
                </a:moveTo>
                <a:cubicBezTo>
                  <a:pt x="148" y="0"/>
                  <a:pt x="99" y="33"/>
                  <a:pt x="99" y="99"/>
                </a:cubicBezTo>
                <a:cubicBezTo>
                  <a:pt x="0" y="1183"/>
                  <a:pt x="0" y="2268"/>
                  <a:pt x="99" y="3385"/>
                </a:cubicBezTo>
                <a:cubicBezTo>
                  <a:pt x="99" y="3451"/>
                  <a:pt x="156" y="3484"/>
                  <a:pt x="210" y="3484"/>
                </a:cubicBezTo>
                <a:cubicBezTo>
                  <a:pt x="263" y="3484"/>
                  <a:pt x="312" y="3451"/>
                  <a:pt x="296" y="3385"/>
                </a:cubicBezTo>
                <a:cubicBezTo>
                  <a:pt x="230" y="2268"/>
                  <a:pt x="230" y="1183"/>
                  <a:pt x="296" y="99"/>
                </a:cubicBezTo>
                <a:cubicBezTo>
                  <a:pt x="296" y="33"/>
                  <a:pt x="247" y="0"/>
                  <a:pt x="19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720" bIns="36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" name="Google Shape;889;p11"/>
          <p:cNvSpPr/>
          <p:nvPr/>
        </p:nvSpPr>
        <p:spPr>
          <a:xfrm>
            <a:off x="5592960" y="4299120"/>
            <a:ext cx="4680" cy="24840"/>
          </a:xfrm>
          <a:custGeom>
            <a:avLst/>
            <a:gdLst>
              <a:gd name="textAreaLeft" fmla="*/ 0 w 4680"/>
              <a:gd name="textAreaRight" fmla="*/ 5040 w 468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231" h="1184">
                <a:moveTo>
                  <a:pt x="115" y="1"/>
                </a:moveTo>
                <a:cubicBezTo>
                  <a:pt x="58" y="1"/>
                  <a:pt x="0" y="33"/>
                  <a:pt x="0" y="99"/>
                </a:cubicBezTo>
                <a:lnTo>
                  <a:pt x="0" y="1085"/>
                </a:lnTo>
                <a:cubicBezTo>
                  <a:pt x="0" y="1151"/>
                  <a:pt x="58" y="1184"/>
                  <a:pt x="115" y="1184"/>
                </a:cubicBezTo>
                <a:cubicBezTo>
                  <a:pt x="173" y="1184"/>
                  <a:pt x="230" y="1151"/>
                  <a:pt x="230" y="1085"/>
                </a:cubicBezTo>
                <a:lnTo>
                  <a:pt x="230" y="99"/>
                </a:lnTo>
                <a:cubicBezTo>
                  <a:pt x="230" y="33"/>
                  <a:pt x="173" y="1"/>
                  <a:pt x="1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" name="Google Shape;890;p11"/>
          <p:cNvSpPr/>
          <p:nvPr/>
        </p:nvSpPr>
        <p:spPr>
          <a:xfrm>
            <a:off x="5609520" y="4304880"/>
            <a:ext cx="4680" cy="17640"/>
          </a:xfrm>
          <a:custGeom>
            <a:avLst/>
            <a:gdLst>
              <a:gd name="textAreaLeft" fmla="*/ 0 w 4680"/>
              <a:gd name="textAreaRight" fmla="*/ 5040 w 468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231" h="855">
                <a:moveTo>
                  <a:pt x="99" y="0"/>
                </a:moveTo>
                <a:cubicBezTo>
                  <a:pt x="33" y="0"/>
                  <a:pt x="0" y="33"/>
                  <a:pt x="0" y="99"/>
                </a:cubicBezTo>
                <a:cubicBezTo>
                  <a:pt x="0" y="329"/>
                  <a:pt x="33" y="526"/>
                  <a:pt x="33" y="756"/>
                </a:cubicBezTo>
                <a:cubicBezTo>
                  <a:pt x="33" y="822"/>
                  <a:pt x="99" y="855"/>
                  <a:pt x="131" y="855"/>
                </a:cubicBezTo>
                <a:cubicBezTo>
                  <a:pt x="197" y="855"/>
                  <a:pt x="230" y="822"/>
                  <a:pt x="230" y="756"/>
                </a:cubicBezTo>
                <a:cubicBezTo>
                  <a:pt x="230" y="526"/>
                  <a:pt x="197" y="329"/>
                  <a:pt x="197" y="99"/>
                </a:cubicBezTo>
                <a:cubicBezTo>
                  <a:pt x="197" y="33"/>
                  <a:pt x="131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" name="Google Shape;891;p11"/>
          <p:cNvSpPr/>
          <p:nvPr/>
        </p:nvSpPr>
        <p:spPr>
          <a:xfrm>
            <a:off x="5623560" y="4268520"/>
            <a:ext cx="4680" cy="65160"/>
          </a:xfrm>
          <a:custGeom>
            <a:avLst/>
            <a:gdLst>
              <a:gd name="textAreaLeft" fmla="*/ 0 w 4680"/>
              <a:gd name="textAreaRight" fmla="*/ 5040 w 4680"/>
              <a:gd name="textAreaTop" fmla="*/ 0 h 65160"/>
              <a:gd name="textAreaBottom" fmla="*/ 65520 h 65160"/>
            </a:gdLst>
            <a:ahLst/>
            <a:cxnLst/>
            <a:rect l="textAreaLeft" t="textAreaTop" r="textAreaRight" b="textAreaBottom"/>
            <a:pathLst>
              <a:path w="231" h="3090">
                <a:moveTo>
                  <a:pt x="132" y="1"/>
                </a:moveTo>
                <a:cubicBezTo>
                  <a:pt x="82" y="1"/>
                  <a:pt x="33" y="34"/>
                  <a:pt x="33" y="99"/>
                </a:cubicBezTo>
                <a:cubicBezTo>
                  <a:pt x="0" y="1052"/>
                  <a:pt x="33" y="2038"/>
                  <a:pt x="33" y="2991"/>
                </a:cubicBezTo>
                <a:cubicBezTo>
                  <a:pt x="33" y="3057"/>
                  <a:pt x="82" y="3090"/>
                  <a:pt x="132" y="3090"/>
                </a:cubicBezTo>
                <a:cubicBezTo>
                  <a:pt x="181" y="3090"/>
                  <a:pt x="230" y="3057"/>
                  <a:pt x="230" y="2991"/>
                </a:cubicBezTo>
                <a:cubicBezTo>
                  <a:pt x="197" y="2038"/>
                  <a:pt x="197" y="1052"/>
                  <a:pt x="230" y="99"/>
                </a:cubicBezTo>
                <a:cubicBezTo>
                  <a:pt x="230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760" bIns="32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" name="Google Shape;892;p11"/>
          <p:cNvSpPr/>
          <p:nvPr/>
        </p:nvSpPr>
        <p:spPr>
          <a:xfrm>
            <a:off x="5604120" y="4262400"/>
            <a:ext cx="4680" cy="33120"/>
          </a:xfrm>
          <a:custGeom>
            <a:avLst/>
            <a:gdLst>
              <a:gd name="textAreaLeft" fmla="*/ 0 w 4680"/>
              <a:gd name="textAreaRight" fmla="*/ 5040 w 468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31" h="1579">
                <a:moveTo>
                  <a:pt x="132" y="1"/>
                </a:moveTo>
                <a:cubicBezTo>
                  <a:pt x="82" y="1"/>
                  <a:pt x="33" y="34"/>
                  <a:pt x="33" y="100"/>
                </a:cubicBezTo>
                <a:cubicBezTo>
                  <a:pt x="0" y="560"/>
                  <a:pt x="0" y="1020"/>
                  <a:pt x="33" y="1480"/>
                </a:cubicBezTo>
                <a:cubicBezTo>
                  <a:pt x="33" y="1545"/>
                  <a:pt x="82" y="1578"/>
                  <a:pt x="132" y="1578"/>
                </a:cubicBezTo>
                <a:cubicBezTo>
                  <a:pt x="181" y="1578"/>
                  <a:pt x="230" y="1545"/>
                  <a:pt x="230" y="1480"/>
                </a:cubicBezTo>
                <a:cubicBezTo>
                  <a:pt x="197" y="1020"/>
                  <a:pt x="197" y="560"/>
                  <a:pt x="230" y="100"/>
                </a:cubicBezTo>
                <a:cubicBezTo>
                  <a:pt x="230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9" name="Google Shape;893;p11"/>
          <p:cNvSpPr/>
          <p:nvPr/>
        </p:nvSpPr>
        <p:spPr>
          <a:xfrm>
            <a:off x="5558040" y="4284000"/>
            <a:ext cx="5400" cy="30960"/>
          </a:xfrm>
          <a:custGeom>
            <a:avLst/>
            <a:gdLst>
              <a:gd name="textAreaLeft" fmla="*/ 0 w 5400"/>
              <a:gd name="textAreaRight" fmla="*/ 5760 w 540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64" h="1480">
                <a:moveTo>
                  <a:pt x="165" y="1"/>
                </a:moveTo>
                <a:cubicBezTo>
                  <a:pt x="99" y="1"/>
                  <a:pt x="66" y="34"/>
                  <a:pt x="66" y="99"/>
                </a:cubicBezTo>
                <a:cubicBezTo>
                  <a:pt x="0" y="526"/>
                  <a:pt x="0" y="954"/>
                  <a:pt x="0" y="1381"/>
                </a:cubicBezTo>
                <a:cubicBezTo>
                  <a:pt x="0" y="1447"/>
                  <a:pt x="58" y="1479"/>
                  <a:pt x="115" y="1479"/>
                </a:cubicBezTo>
                <a:cubicBezTo>
                  <a:pt x="173" y="1479"/>
                  <a:pt x="230" y="1447"/>
                  <a:pt x="230" y="1381"/>
                </a:cubicBezTo>
                <a:cubicBezTo>
                  <a:pt x="198" y="954"/>
                  <a:pt x="230" y="526"/>
                  <a:pt x="263" y="99"/>
                </a:cubicBezTo>
                <a:cubicBezTo>
                  <a:pt x="263" y="66"/>
                  <a:pt x="230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0" name="Google Shape;894;p11"/>
          <p:cNvSpPr/>
          <p:nvPr/>
        </p:nvSpPr>
        <p:spPr>
          <a:xfrm>
            <a:off x="5559480" y="4226400"/>
            <a:ext cx="5040" cy="25920"/>
          </a:xfrm>
          <a:custGeom>
            <a:avLst/>
            <a:gdLst>
              <a:gd name="textAreaLeft" fmla="*/ 0 w 5040"/>
              <a:gd name="textAreaRight" fmla="*/ 5400 w 504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63" h="1249">
                <a:moveTo>
                  <a:pt x="164" y="0"/>
                </a:moveTo>
                <a:cubicBezTo>
                  <a:pt x="115" y="0"/>
                  <a:pt x="66" y="33"/>
                  <a:pt x="66" y="99"/>
                </a:cubicBezTo>
                <a:lnTo>
                  <a:pt x="0" y="1150"/>
                </a:lnTo>
                <a:cubicBezTo>
                  <a:pt x="0" y="1216"/>
                  <a:pt x="49" y="1249"/>
                  <a:pt x="99" y="1249"/>
                </a:cubicBezTo>
                <a:cubicBezTo>
                  <a:pt x="148" y="1249"/>
                  <a:pt x="197" y="1216"/>
                  <a:pt x="197" y="1150"/>
                </a:cubicBezTo>
                <a:lnTo>
                  <a:pt x="263" y="99"/>
                </a:lnTo>
                <a:cubicBezTo>
                  <a:pt x="263" y="33"/>
                  <a:pt x="214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1" name="Google Shape;895;p11"/>
          <p:cNvSpPr/>
          <p:nvPr/>
        </p:nvSpPr>
        <p:spPr>
          <a:xfrm>
            <a:off x="5632560" y="4249080"/>
            <a:ext cx="3960" cy="28800"/>
          </a:xfrm>
          <a:custGeom>
            <a:avLst/>
            <a:gdLst>
              <a:gd name="textAreaLeft" fmla="*/ 0 w 3960"/>
              <a:gd name="textAreaRight" fmla="*/ 4320 w 396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98" h="1381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lnTo>
                  <a:pt x="0" y="1282"/>
                </a:lnTo>
                <a:cubicBezTo>
                  <a:pt x="0" y="1348"/>
                  <a:pt x="50" y="1381"/>
                  <a:pt x="99" y="1381"/>
                </a:cubicBezTo>
                <a:cubicBezTo>
                  <a:pt x="148" y="1381"/>
                  <a:pt x="198" y="1348"/>
                  <a:pt x="198" y="1282"/>
                </a:cubicBezTo>
                <a:lnTo>
                  <a:pt x="198" y="99"/>
                </a:lnTo>
                <a:cubicBezTo>
                  <a:pt x="198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2" name="Google Shape;896;p11"/>
          <p:cNvSpPr/>
          <p:nvPr/>
        </p:nvSpPr>
        <p:spPr>
          <a:xfrm>
            <a:off x="5637600" y="4304880"/>
            <a:ext cx="7200" cy="19440"/>
          </a:xfrm>
          <a:custGeom>
            <a:avLst/>
            <a:gdLst>
              <a:gd name="textAreaLeft" fmla="*/ 0 w 7200"/>
              <a:gd name="textAreaRight" fmla="*/ 7560 w 720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362" h="943">
                <a:moveTo>
                  <a:pt x="198" y="0"/>
                </a:moveTo>
                <a:cubicBezTo>
                  <a:pt x="165" y="0"/>
                  <a:pt x="99" y="33"/>
                  <a:pt x="99" y="99"/>
                </a:cubicBezTo>
                <a:lnTo>
                  <a:pt x="99" y="66"/>
                </a:lnTo>
                <a:lnTo>
                  <a:pt x="99" y="66"/>
                </a:lnTo>
                <a:cubicBezTo>
                  <a:pt x="0" y="329"/>
                  <a:pt x="33" y="625"/>
                  <a:pt x="165" y="888"/>
                </a:cubicBezTo>
                <a:cubicBezTo>
                  <a:pt x="184" y="926"/>
                  <a:pt x="215" y="942"/>
                  <a:pt x="243" y="942"/>
                </a:cubicBezTo>
                <a:cubicBezTo>
                  <a:pt x="263" y="942"/>
                  <a:pt x="283" y="934"/>
                  <a:pt x="296" y="921"/>
                </a:cubicBezTo>
                <a:cubicBezTo>
                  <a:pt x="362" y="888"/>
                  <a:pt x="362" y="822"/>
                  <a:pt x="329" y="789"/>
                </a:cubicBezTo>
                <a:cubicBezTo>
                  <a:pt x="263" y="592"/>
                  <a:pt x="230" y="362"/>
                  <a:pt x="296" y="132"/>
                </a:cubicBezTo>
                <a:cubicBezTo>
                  <a:pt x="296" y="99"/>
                  <a:pt x="263" y="33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3" name="Google Shape;897;p11"/>
          <p:cNvSpPr/>
          <p:nvPr/>
        </p:nvSpPr>
        <p:spPr>
          <a:xfrm>
            <a:off x="5650560" y="4241520"/>
            <a:ext cx="4680" cy="82440"/>
          </a:xfrm>
          <a:custGeom>
            <a:avLst/>
            <a:gdLst>
              <a:gd name="textAreaLeft" fmla="*/ 0 w 4680"/>
              <a:gd name="textAreaRight" fmla="*/ 5040 w 4680"/>
              <a:gd name="textAreaTop" fmla="*/ 0 h 82440"/>
              <a:gd name="textAreaBottom" fmla="*/ 82800 h 82440"/>
            </a:gdLst>
            <a:ahLst/>
            <a:cxnLst/>
            <a:rect l="textAreaLeft" t="textAreaTop" r="textAreaRight" b="textAreaBottom"/>
            <a:pathLst>
              <a:path w="231" h="3911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cubicBezTo>
                  <a:pt x="1" y="1347"/>
                  <a:pt x="1" y="2563"/>
                  <a:pt x="1" y="3812"/>
                </a:cubicBezTo>
                <a:cubicBezTo>
                  <a:pt x="1" y="3878"/>
                  <a:pt x="58" y="3911"/>
                  <a:pt x="116" y="3911"/>
                </a:cubicBezTo>
                <a:cubicBezTo>
                  <a:pt x="173" y="3911"/>
                  <a:pt x="231" y="3878"/>
                  <a:pt x="231" y="3812"/>
                </a:cubicBezTo>
                <a:cubicBezTo>
                  <a:pt x="198" y="2563"/>
                  <a:pt x="198" y="1347"/>
                  <a:pt x="231" y="99"/>
                </a:cubicBez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400" bIns="41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" name="Google Shape;898;p11"/>
          <p:cNvSpPr/>
          <p:nvPr/>
        </p:nvSpPr>
        <p:spPr>
          <a:xfrm>
            <a:off x="5664600" y="4263120"/>
            <a:ext cx="8280" cy="41040"/>
          </a:xfrm>
          <a:custGeom>
            <a:avLst/>
            <a:gdLst>
              <a:gd name="textAreaLeft" fmla="*/ 0 w 8280"/>
              <a:gd name="textAreaRight" fmla="*/ 8640 w 828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413" h="1949">
                <a:moveTo>
                  <a:pt x="99" y="0"/>
                </a:moveTo>
                <a:cubicBezTo>
                  <a:pt x="49" y="0"/>
                  <a:pt x="0" y="41"/>
                  <a:pt x="0" y="123"/>
                </a:cubicBezTo>
                <a:cubicBezTo>
                  <a:pt x="33" y="715"/>
                  <a:pt x="66" y="1306"/>
                  <a:pt x="197" y="1865"/>
                </a:cubicBezTo>
                <a:cubicBezTo>
                  <a:pt x="212" y="1923"/>
                  <a:pt x="258" y="1949"/>
                  <a:pt x="302" y="1949"/>
                </a:cubicBezTo>
                <a:cubicBezTo>
                  <a:pt x="359" y="1949"/>
                  <a:pt x="413" y="1906"/>
                  <a:pt x="394" y="1832"/>
                </a:cubicBezTo>
                <a:cubicBezTo>
                  <a:pt x="296" y="1241"/>
                  <a:pt x="230" y="682"/>
                  <a:pt x="197" y="123"/>
                </a:cubicBezTo>
                <a:cubicBezTo>
                  <a:pt x="197" y="41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" name="Google Shape;899;p11"/>
          <p:cNvSpPr/>
          <p:nvPr/>
        </p:nvSpPr>
        <p:spPr>
          <a:xfrm>
            <a:off x="5666760" y="4310280"/>
            <a:ext cx="5760" cy="14400"/>
          </a:xfrm>
          <a:custGeom>
            <a:avLst/>
            <a:gdLst>
              <a:gd name="textAreaLeft" fmla="*/ 0 w 5760"/>
              <a:gd name="textAreaRight" fmla="*/ 6120 w 576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297" h="691">
                <a:moveTo>
                  <a:pt x="165" y="0"/>
                </a:moveTo>
                <a:cubicBezTo>
                  <a:pt x="132" y="0"/>
                  <a:pt x="66" y="33"/>
                  <a:pt x="66" y="99"/>
                </a:cubicBezTo>
                <a:lnTo>
                  <a:pt x="1" y="592"/>
                </a:lnTo>
                <a:cubicBezTo>
                  <a:pt x="1" y="658"/>
                  <a:pt x="66" y="690"/>
                  <a:pt x="132" y="690"/>
                </a:cubicBezTo>
                <a:cubicBezTo>
                  <a:pt x="165" y="690"/>
                  <a:pt x="231" y="658"/>
                  <a:pt x="231" y="592"/>
                </a:cubicBezTo>
                <a:lnTo>
                  <a:pt x="296" y="99"/>
                </a:lnTo>
                <a:cubicBezTo>
                  <a:pt x="296" y="33"/>
                  <a:pt x="231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" name="Google Shape;900;p11"/>
          <p:cNvSpPr/>
          <p:nvPr/>
        </p:nvSpPr>
        <p:spPr>
          <a:xfrm>
            <a:off x="5682600" y="4256280"/>
            <a:ext cx="6480" cy="70560"/>
          </a:xfrm>
          <a:custGeom>
            <a:avLst/>
            <a:gdLst>
              <a:gd name="textAreaLeft" fmla="*/ 0 w 6480"/>
              <a:gd name="textAreaRight" fmla="*/ 6840 w 6480"/>
              <a:gd name="textAreaTop" fmla="*/ 0 h 70560"/>
              <a:gd name="textAreaBottom" fmla="*/ 70920 h 70560"/>
            </a:gdLst>
            <a:ahLst/>
            <a:cxnLst/>
            <a:rect l="textAreaLeft" t="textAreaTop" r="textAreaRight" b="textAreaBottom"/>
            <a:pathLst>
              <a:path w="329" h="3352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132" y="3253"/>
                </a:lnTo>
                <a:cubicBezTo>
                  <a:pt x="132" y="3319"/>
                  <a:pt x="181" y="3352"/>
                  <a:pt x="230" y="3352"/>
                </a:cubicBezTo>
                <a:cubicBezTo>
                  <a:pt x="280" y="3352"/>
                  <a:pt x="329" y="3319"/>
                  <a:pt x="329" y="3253"/>
                </a:cubicBezTo>
                <a:lnTo>
                  <a:pt x="198" y="99"/>
                </a:ln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" name="Google Shape;901;p11"/>
          <p:cNvSpPr/>
          <p:nvPr/>
        </p:nvSpPr>
        <p:spPr>
          <a:xfrm>
            <a:off x="5695920" y="4309200"/>
            <a:ext cx="6120" cy="14040"/>
          </a:xfrm>
          <a:custGeom>
            <a:avLst/>
            <a:gdLst>
              <a:gd name="textAreaLeft" fmla="*/ 0 w 6120"/>
              <a:gd name="textAreaRight" fmla="*/ 6480 w 612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305" h="679">
                <a:moveTo>
                  <a:pt x="132" y="0"/>
                </a:moveTo>
                <a:cubicBezTo>
                  <a:pt x="90" y="0"/>
                  <a:pt x="47" y="26"/>
                  <a:pt x="34" y="81"/>
                </a:cubicBezTo>
                <a:cubicBezTo>
                  <a:pt x="1" y="246"/>
                  <a:pt x="34" y="443"/>
                  <a:pt x="66" y="607"/>
                </a:cubicBezTo>
                <a:cubicBezTo>
                  <a:pt x="79" y="657"/>
                  <a:pt x="120" y="679"/>
                  <a:pt x="163" y="679"/>
                </a:cubicBezTo>
                <a:cubicBezTo>
                  <a:pt x="232" y="679"/>
                  <a:pt x="304" y="622"/>
                  <a:pt x="264" y="541"/>
                </a:cubicBezTo>
                <a:lnTo>
                  <a:pt x="264" y="508"/>
                </a:lnTo>
                <a:cubicBezTo>
                  <a:pt x="264" y="476"/>
                  <a:pt x="264" y="443"/>
                  <a:pt x="231" y="410"/>
                </a:cubicBezTo>
                <a:lnTo>
                  <a:pt x="231" y="344"/>
                </a:lnTo>
                <a:cubicBezTo>
                  <a:pt x="231" y="311"/>
                  <a:pt x="231" y="246"/>
                  <a:pt x="231" y="213"/>
                </a:cubicBezTo>
                <a:lnTo>
                  <a:pt x="231" y="180"/>
                </a:lnTo>
                <a:lnTo>
                  <a:pt x="231" y="147"/>
                </a:lnTo>
                <a:cubicBezTo>
                  <a:pt x="250" y="51"/>
                  <a:pt x="19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" name="Google Shape;902;p11"/>
          <p:cNvSpPr/>
          <p:nvPr/>
        </p:nvSpPr>
        <p:spPr>
          <a:xfrm>
            <a:off x="5698080" y="4250520"/>
            <a:ext cx="5400" cy="38520"/>
          </a:xfrm>
          <a:custGeom>
            <a:avLst/>
            <a:gdLst>
              <a:gd name="textAreaLeft" fmla="*/ 0 w 5400"/>
              <a:gd name="textAreaRight" fmla="*/ 5760 w 540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280" h="1841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625"/>
                  <a:pt x="33" y="1183"/>
                  <a:pt x="66" y="1742"/>
                </a:cubicBezTo>
                <a:cubicBezTo>
                  <a:pt x="66" y="1808"/>
                  <a:pt x="124" y="1841"/>
                  <a:pt x="177" y="1841"/>
                </a:cubicBezTo>
                <a:cubicBezTo>
                  <a:pt x="230" y="1841"/>
                  <a:pt x="280" y="1808"/>
                  <a:pt x="263" y="1742"/>
                </a:cubicBezTo>
                <a:cubicBezTo>
                  <a:pt x="230" y="1183"/>
                  <a:pt x="230" y="625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" name="Google Shape;903;p11"/>
          <p:cNvSpPr/>
          <p:nvPr/>
        </p:nvSpPr>
        <p:spPr>
          <a:xfrm>
            <a:off x="5714640" y="4249080"/>
            <a:ext cx="4680" cy="74880"/>
          </a:xfrm>
          <a:custGeom>
            <a:avLst/>
            <a:gdLst>
              <a:gd name="textAreaLeft" fmla="*/ 0 w 4680"/>
              <a:gd name="textAreaRight" fmla="*/ 5040 w 4680"/>
              <a:gd name="textAreaTop" fmla="*/ 0 h 74880"/>
              <a:gd name="textAreaBottom" fmla="*/ 75240 h 74880"/>
            </a:gdLst>
            <a:ahLst/>
            <a:cxnLst/>
            <a:rect l="textAreaLeft" t="textAreaTop" r="textAreaRight" b="textAreaBottom"/>
            <a:pathLst>
              <a:path w="231" h="3550">
                <a:moveTo>
                  <a:pt x="132" y="1"/>
                </a:moveTo>
                <a:cubicBezTo>
                  <a:pt x="83" y="1"/>
                  <a:pt x="34" y="34"/>
                  <a:pt x="34" y="99"/>
                </a:cubicBezTo>
                <a:cubicBezTo>
                  <a:pt x="1" y="1216"/>
                  <a:pt x="34" y="2334"/>
                  <a:pt x="34" y="3451"/>
                </a:cubicBezTo>
                <a:cubicBezTo>
                  <a:pt x="34" y="3517"/>
                  <a:pt x="83" y="3550"/>
                  <a:pt x="132" y="3550"/>
                </a:cubicBezTo>
                <a:cubicBezTo>
                  <a:pt x="182" y="3550"/>
                  <a:pt x="231" y="3517"/>
                  <a:pt x="231" y="3451"/>
                </a:cubicBezTo>
                <a:cubicBezTo>
                  <a:pt x="198" y="2334"/>
                  <a:pt x="198" y="1216"/>
                  <a:pt x="231" y="99"/>
                </a:cubicBezTo>
                <a:cubicBezTo>
                  <a:pt x="231" y="34"/>
                  <a:pt x="182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440" bIns="37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" name="Google Shape;904;p11"/>
          <p:cNvSpPr/>
          <p:nvPr/>
        </p:nvSpPr>
        <p:spPr>
          <a:xfrm>
            <a:off x="5722200" y="4301280"/>
            <a:ext cx="7920" cy="22320"/>
          </a:xfrm>
          <a:custGeom>
            <a:avLst/>
            <a:gdLst>
              <a:gd name="textAreaLeft" fmla="*/ 0 w 7920"/>
              <a:gd name="textAreaRight" fmla="*/ 8280 w 792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395" h="1074">
                <a:moveTo>
                  <a:pt x="165" y="0"/>
                </a:moveTo>
                <a:cubicBezTo>
                  <a:pt x="132" y="0"/>
                  <a:pt x="66" y="33"/>
                  <a:pt x="33" y="66"/>
                </a:cubicBezTo>
                <a:cubicBezTo>
                  <a:pt x="0" y="394"/>
                  <a:pt x="33" y="723"/>
                  <a:pt x="165" y="1019"/>
                </a:cubicBezTo>
                <a:cubicBezTo>
                  <a:pt x="184" y="1057"/>
                  <a:pt x="214" y="1073"/>
                  <a:pt x="250" y="1073"/>
                </a:cubicBezTo>
                <a:cubicBezTo>
                  <a:pt x="275" y="1073"/>
                  <a:pt x="302" y="1065"/>
                  <a:pt x="329" y="1052"/>
                </a:cubicBezTo>
                <a:cubicBezTo>
                  <a:pt x="362" y="1052"/>
                  <a:pt x="395" y="986"/>
                  <a:pt x="362" y="920"/>
                </a:cubicBezTo>
                <a:cubicBezTo>
                  <a:pt x="230" y="690"/>
                  <a:pt x="198" y="394"/>
                  <a:pt x="230" y="132"/>
                </a:cubicBezTo>
                <a:cubicBezTo>
                  <a:pt x="263" y="66"/>
                  <a:pt x="230" y="33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" name="Google Shape;905;p11"/>
          <p:cNvSpPr/>
          <p:nvPr/>
        </p:nvSpPr>
        <p:spPr>
          <a:xfrm>
            <a:off x="5737680" y="4300560"/>
            <a:ext cx="7560" cy="26640"/>
          </a:xfrm>
          <a:custGeom>
            <a:avLst/>
            <a:gdLst>
              <a:gd name="textAreaLeft" fmla="*/ 0 w 7560"/>
              <a:gd name="textAreaRight" fmla="*/ 7920 w 756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381" h="1275">
                <a:moveTo>
                  <a:pt x="159" y="0"/>
                </a:moveTo>
                <a:cubicBezTo>
                  <a:pt x="119" y="0"/>
                  <a:pt x="79" y="21"/>
                  <a:pt x="66" y="74"/>
                </a:cubicBezTo>
                <a:cubicBezTo>
                  <a:pt x="0" y="435"/>
                  <a:pt x="33" y="830"/>
                  <a:pt x="165" y="1191"/>
                </a:cubicBezTo>
                <a:cubicBezTo>
                  <a:pt x="179" y="1249"/>
                  <a:pt x="225" y="1275"/>
                  <a:pt x="269" y="1275"/>
                </a:cubicBezTo>
                <a:cubicBezTo>
                  <a:pt x="326" y="1275"/>
                  <a:pt x="380" y="1232"/>
                  <a:pt x="362" y="1158"/>
                </a:cubicBezTo>
                <a:cubicBezTo>
                  <a:pt x="263" y="830"/>
                  <a:pt x="230" y="468"/>
                  <a:pt x="263" y="107"/>
                </a:cubicBezTo>
                <a:cubicBezTo>
                  <a:pt x="283" y="48"/>
                  <a:pt x="220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" name="Google Shape;906;p11"/>
          <p:cNvSpPr/>
          <p:nvPr/>
        </p:nvSpPr>
        <p:spPr>
          <a:xfrm>
            <a:off x="5743080" y="4189320"/>
            <a:ext cx="3960" cy="77040"/>
          </a:xfrm>
          <a:custGeom>
            <a:avLst/>
            <a:gdLst>
              <a:gd name="textAreaLeft" fmla="*/ 0 w 3960"/>
              <a:gd name="textAreaRight" fmla="*/ 4320 w 3960"/>
              <a:gd name="textAreaTop" fmla="*/ 0 h 77040"/>
              <a:gd name="textAreaBottom" fmla="*/ 77400 h 77040"/>
            </a:gdLst>
            <a:ahLst/>
            <a:cxnLst/>
            <a:rect l="textAreaLeft" t="textAreaTop" r="textAreaRight" b="textAreaBottom"/>
            <a:pathLst>
              <a:path w="198" h="3649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lnTo>
                  <a:pt x="0" y="3550"/>
                </a:lnTo>
                <a:cubicBezTo>
                  <a:pt x="0" y="3615"/>
                  <a:pt x="50" y="3648"/>
                  <a:pt x="99" y="3648"/>
                </a:cubicBezTo>
                <a:cubicBezTo>
                  <a:pt x="148" y="3648"/>
                  <a:pt x="197" y="3615"/>
                  <a:pt x="197" y="3550"/>
                </a:cubicBezTo>
                <a:lnTo>
                  <a:pt x="197" y="99"/>
                </a:ln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520" bIns="38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" name="Google Shape;907;p11"/>
          <p:cNvSpPr/>
          <p:nvPr/>
        </p:nvSpPr>
        <p:spPr>
          <a:xfrm>
            <a:off x="5760360" y="4208760"/>
            <a:ext cx="6480" cy="54000"/>
          </a:xfrm>
          <a:custGeom>
            <a:avLst/>
            <a:gdLst>
              <a:gd name="textAreaLeft" fmla="*/ 0 w 6480"/>
              <a:gd name="textAreaRight" fmla="*/ 6840 w 648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330" h="2564">
                <a:moveTo>
                  <a:pt x="227" y="1"/>
                </a:moveTo>
                <a:cubicBezTo>
                  <a:pt x="173" y="1"/>
                  <a:pt x="116" y="34"/>
                  <a:pt x="99" y="99"/>
                </a:cubicBezTo>
                <a:cubicBezTo>
                  <a:pt x="34" y="888"/>
                  <a:pt x="1" y="1677"/>
                  <a:pt x="1" y="2465"/>
                </a:cubicBezTo>
                <a:cubicBezTo>
                  <a:pt x="1" y="2531"/>
                  <a:pt x="50" y="2564"/>
                  <a:pt x="99" y="2564"/>
                </a:cubicBezTo>
                <a:cubicBezTo>
                  <a:pt x="149" y="2564"/>
                  <a:pt x="198" y="2531"/>
                  <a:pt x="198" y="2465"/>
                </a:cubicBezTo>
                <a:cubicBezTo>
                  <a:pt x="198" y="1677"/>
                  <a:pt x="231" y="888"/>
                  <a:pt x="329" y="99"/>
                </a:cubicBezTo>
                <a:cubicBezTo>
                  <a:pt x="329" y="34"/>
                  <a:pt x="280" y="1"/>
                  <a:pt x="22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" name="Google Shape;908;p11"/>
          <p:cNvSpPr/>
          <p:nvPr/>
        </p:nvSpPr>
        <p:spPr>
          <a:xfrm>
            <a:off x="5779440" y="4235400"/>
            <a:ext cx="7200" cy="28800"/>
          </a:xfrm>
          <a:custGeom>
            <a:avLst/>
            <a:gdLst>
              <a:gd name="textAreaLeft" fmla="*/ 0 w 7200"/>
              <a:gd name="textAreaRight" fmla="*/ 7560 w 720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350" h="1373">
                <a:moveTo>
                  <a:pt x="132" y="0"/>
                </a:moveTo>
                <a:cubicBezTo>
                  <a:pt x="100" y="0"/>
                  <a:pt x="34" y="33"/>
                  <a:pt x="34" y="99"/>
                </a:cubicBezTo>
                <a:cubicBezTo>
                  <a:pt x="1" y="493"/>
                  <a:pt x="34" y="921"/>
                  <a:pt x="132" y="1315"/>
                </a:cubicBezTo>
                <a:cubicBezTo>
                  <a:pt x="145" y="1354"/>
                  <a:pt x="184" y="1372"/>
                  <a:pt x="224" y="1372"/>
                </a:cubicBezTo>
                <a:cubicBezTo>
                  <a:pt x="285" y="1372"/>
                  <a:pt x="349" y="1329"/>
                  <a:pt x="330" y="1249"/>
                </a:cubicBezTo>
                <a:cubicBezTo>
                  <a:pt x="231" y="888"/>
                  <a:pt x="198" y="493"/>
                  <a:pt x="264" y="99"/>
                </a:cubicBezTo>
                <a:cubicBezTo>
                  <a:pt x="264" y="33"/>
                  <a:pt x="198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" name="Google Shape;909;p11"/>
          <p:cNvSpPr/>
          <p:nvPr/>
        </p:nvSpPr>
        <p:spPr>
          <a:xfrm>
            <a:off x="5797440" y="4188600"/>
            <a:ext cx="6480" cy="74160"/>
          </a:xfrm>
          <a:custGeom>
            <a:avLst/>
            <a:gdLst>
              <a:gd name="textAreaLeft" fmla="*/ 0 w 6480"/>
              <a:gd name="textAreaRight" fmla="*/ 6840 w 6480"/>
              <a:gd name="textAreaTop" fmla="*/ 0 h 74160"/>
              <a:gd name="textAreaBottom" fmla="*/ 74520 h 74160"/>
            </a:gdLst>
            <a:ahLst/>
            <a:cxnLst/>
            <a:rect l="textAreaLeft" t="textAreaTop" r="textAreaRight" b="textAreaBottom"/>
            <a:pathLst>
              <a:path w="329" h="3517">
                <a:moveTo>
                  <a:pt x="214" y="1"/>
                </a:moveTo>
                <a:cubicBezTo>
                  <a:pt x="156" y="1"/>
                  <a:pt x="99" y="34"/>
                  <a:pt x="99" y="99"/>
                </a:cubicBezTo>
                <a:cubicBezTo>
                  <a:pt x="132" y="1184"/>
                  <a:pt x="99" y="2301"/>
                  <a:pt x="0" y="3418"/>
                </a:cubicBezTo>
                <a:cubicBezTo>
                  <a:pt x="0" y="3484"/>
                  <a:pt x="50" y="3517"/>
                  <a:pt x="99" y="3517"/>
                </a:cubicBezTo>
                <a:cubicBezTo>
                  <a:pt x="148" y="3517"/>
                  <a:pt x="197" y="3484"/>
                  <a:pt x="197" y="3418"/>
                </a:cubicBezTo>
                <a:cubicBezTo>
                  <a:pt x="296" y="2301"/>
                  <a:pt x="329" y="1184"/>
                  <a:pt x="329" y="99"/>
                </a:cubicBezTo>
                <a:cubicBezTo>
                  <a:pt x="329" y="34"/>
                  <a:pt x="271" y="1"/>
                  <a:pt x="21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080" bIns="37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" name="Google Shape;910;p11"/>
          <p:cNvSpPr/>
          <p:nvPr/>
        </p:nvSpPr>
        <p:spPr>
          <a:xfrm>
            <a:off x="5590080" y="3884040"/>
            <a:ext cx="8640" cy="240840"/>
          </a:xfrm>
          <a:custGeom>
            <a:avLst/>
            <a:gdLst>
              <a:gd name="textAreaLeft" fmla="*/ 0 w 8640"/>
              <a:gd name="textAreaRight" fmla="*/ 9000 w 8640"/>
              <a:gd name="textAreaTop" fmla="*/ 0 h 240840"/>
              <a:gd name="textAreaBottom" fmla="*/ 241200 h 240840"/>
            </a:gdLst>
            <a:ahLst/>
            <a:cxnLst/>
            <a:rect l="textAreaLeft" t="textAreaTop" r="textAreaRight" b="textAreaBottom"/>
            <a:pathLst>
              <a:path w="429" h="11404">
                <a:moveTo>
                  <a:pt x="116" y="1"/>
                </a:moveTo>
                <a:cubicBezTo>
                  <a:pt x="58" y="1"/>
                  <a:pt x="1" y="34"/>
                  <a:pt x="1" y="100"/>
                </a:cubicBezTo>
                <a:cubicBezTo>
                  <a:pt x="198" y="3846"/>
                  <a:pt x="231" y="7559"/>
                  <a:pt x="67" y="11305"/>
                </a:cubicBezTo>
                <a:cubicBezTo>
                  <a:pt x="67" y="11371"/>
                  <a:pt x="116" y="11404"/>
                  <a:pt x="165" y="11404"/>
                </a:cubicBezTo>
                <a:cubicBezTo>
                  <a:pt x="215" y="11404"/>
                  <a:pt x="264" y="11371"/>
                  <a:pt x="264" y="11305"/>
                </a:cubicBezTo>
                <a:cubicBezTo>
                  <a:pt x="428" y="7559"/>
                  <a:pt x="395" y="3846"/>
                  <a:pt x="231" y="100"/>
                </a:cubicBezTo>
                <a:cubicBezTo>
                  <a:pt x="231" y="34"/>
                  <a:pt x="173" y="1"/>
                  <a:pt x="1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7" name="Google Shape;911;p11"/>
          <p:cNvSpPr/>
          <p:nvPr/>
        </p:nvSpPr>
        <p:spPr>
          <a:xfrm>
            <a:off x="5606280" y="3971160"/>
            <a:ext cx="8280" cy="62640"/>
          </a:xfrm>
          <a:custGeom>
            <a:avLst/>
            <a:gdLst>
              <a:gd name="textAreaLeft" fmla="*/ 0 w 8280"/>
              <a:gd name="textAreaRight" fmla="*/ 8640 w 8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414" h="2976">
                <a:moveTo>
                  <a:pt x="165" y="1"/>
                </a:moveTo>
                <a:cubicBezTo>
                  <a:pt x="116" y="1"/>
                  <a:pt x="66" y="33"/>
                  <a:pt x="66" y="99"/>
                </a:cubicBezTo>
                <a:cubicBezTo>
                  <a:pt x="1" y="1052"/>
                  <a:pt x="66" y="1972"/>
                  <a:pt x="198" y="2892"/>
                </a:cubicBezTo>
                <a:cubicBezTo>
                  <a:pt x="198" y="2950"/>
                  <a:pt x="242" y="2976"/>
                  <a:pt x="289" y="2976"/>
                </a:cubicBezTo>
                <a:cubicBezTo>
                  <a:pt x="349" y="2976"/>
                  <a:pt x="414" y="2933"/>
                  <a:pt x="395" y="2859"/>
                </a:cubicBezTo>
                <a:cubicBezTo>
                  <a:pt x="264" y="1939"/>
                  <a:pt x="231" y="1019"/>
                  <a:pt x="264" y="99"/>
                </a:cubicBezTo>
                <a:cubicBezTo>
                  <a:pt x="264" y="33"/>
                  <a:pt x="214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8" name="Google Shape;912;p11"/>
          <p:cNvSpPr/>
          <p:nvPr/>
        </p:nvSpPr>
        <p:spPr>
          <a:xfrm>
            <a:off x="5608080" y="4071960"/>
            <a:ext cx="4680" cy="22680"/>
          </a:xfrm>
          <a:custGeom>
            <a:avLst/>
            <a:gdLst>
              <a:gd name="textAreaLeft" fmla="*/ 0 w 4680"/>
              <a:gd name="textAreaRight" fmla="*/ 5040 w 468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31" h="1085">
                <a:moveTo>
                  <a:pt x="115" y="0"/>
                </a:moveTo>
                <a:cubicBezTo>
                  <a:pt x="58" y="0"/>
                  <a:pt x="0" y="33"/>
                  <a:pt x="0" y="99"/>
                </a:cubicBezTo>
                <a:lnTo>
                  <a:pt x="0" y="986"/>
                </a:lnTo>
                <a:cubicBezTo>
                  <a:pt x="0" y="1052"/>
                  <a:pt x="58" y="1085"/>
                  <a:pt x="115" y="1085"/>
                </a:cubicBezTo>
                <a:cubicBezTo>
                  <a:pt x="173" y="1085"/>
                  <a:pt x="230" y="1052"/>
                  <a:pt x="230" y="986"/>
                </a:cubicBezTo>
                <a:lnTo>
                  <a:pt x="230" y="99"/>
                </a:lnTo>
                <a:cubicBezTo>
                  <a:pt x="230" y="33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9" name="Google Shape;913;p11"/>
          <p:cNvSpPr/>
          <p:nvPr/>
        </p:nvSpPr>
        <p:spPr>
          <a:xfrm>
            <a:off x="5720760" y="3920040"/>
            <a:ext cx="6480" cy="69840"/>
          </a:xfrm>
          <a:custGeom>
            <a:avLst/>
            <a:gdLst>
              <a:gd name="textAreaLeft" fmla="*/ 0 w 6480"/>
              <a:gd name="textAreaRight" fmla="*/ 6840 w 6480"/>
              <a:gd name="textAreaTop" fmla="*/ 0 h 69840"/>
              <a:gd name="textAreaBottom" fmla="*/ 70200 h 69840"/>
            </a:gdLst>
            <a:ahLst/>
            <a:cxnLst/>
            <a:rect l="textAreaLeft" t="textAreaTop" r="textAreaRight" b="textAreaBottom"/>
            <a:pathLst>
              <a:path w="330" h="3320">
                <a:moveTo>
                  <a:pt x="132" y="1"/>
                </a:moveTo>
                <a:cubicBezTo>
                  <a:pt x="83" y="1"/>
                  <a:pt x="34" y="34"/>
                  <a:pt x="34" y="99"/>
                </a:cubicBezTo>
                <a:cubicBezTo>
                  <a:pt x="1" y="1118"/>
                  <a:pt x="34" y="2170"/>
                  <a:pt x="99" y="3221"/>
                </a:cubicBezTo>
                <a:cubicBezTo>
                  <a:pt x="99" y="3287"/>
                  <a:pt x="157" y="3320"/>
                  <a:pt x="214" y="3320"/>
                </a:cubicBezTo>
                <a:cubicBezTo>
                  <a:pt x="272" y="3320"/>
                  <a:pt x="329" y="3287"/>
                  <a:pt x="329" y="3221"/>
                </a:cubicBezTo>
                <a:cubicBezTo>
                  <a:pt x="231" y="2170"/>
                  <a:pt x="231" y="1118"/>
                  <a:pt x="231" y="99"/>
                </a:cubicBezTo>
                <a:cubicBezTo>
                  <a:pt x="231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0" name="Google Shape;914;p11"/>
          <p:cNvSpPr/>
          <p:nvPr/>
        </p:nvSpPr>
        <p:spPr>
          <a:xfrm>
            <a:off x="5725800" y="4009320"/>
            <a:ext cx="5400" cy="63720"/>
          </a:xfrm>
          <a:custGeom>
            <a:avLst/>
            <a:gdLst>
              <a:gd name="textAreaLeft" fmla="*/ 0 w 5400"/>
              <a:gd name="textAreaRight" fmla="*/ 5760 w 5400"/>
              <a:gd name="textAreaTop" fmla="*/ 0 h 63720"/>
              <a:gd name="textAreaBottom" fmla="*/ 64080 h 63720"/>
            </a:gdLst>
            <a:ahLst/>
            <a:cxnLst/>
            <a:rect l="textAreaLeft" t="textAreaTop" r="textAreaRight" b="textAreaBottom"/>
            <a:pathLst>
              <a:path w="264" h="3024">
                <a:moveTo>
                  <a:pt x="149" y="1"/>
                </a:moveTo>
                <a:cubicBezTo>
                  <a:pt x="91" y="1"/>
                  <a:pt x="34" y="34"/>
                  <a:pt x="34" y="99"/>
                </a:cubicBezTo>
                <a:cubicBezTo>
                  <a:pt x="66" y="1052"/>
                  <a:pt x="66" y="1972"/>
                  <a:pt x="1" y="2925"/>
                </a:cubicBezTo>
                <a:cubicBezTo>
                  <a:pt x="1" y="2991"/>
                  <a:pt x="50" y="3024"/>
                  <a:pt x="99" y="3024"/>
                </a:cubicBezTo>
                <a:cubicBezTo>
                  <a:pt x="149" y="3024"/>
                  <a:pt x="198" y="2991"/>
                  <a:pt x="198" y="2925"/>
                </a:cubicBezTo>
                <a:cubicBezTo>
                  <a:pt x="264" y="1972"/>
                  <a:pt x="264" y="1020"/>
                  <a:pt x="264" y="99"/>
                </a:cubicBezTo>
                <a:cubicBezTo>
                  <a:pt x="264" y="34"/>
                  <a:pt x="206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1" name="Google Shape;915;p11"/>
          <p:cNvSpPr/>
          <p:nvPr/>
        </p:nvSpPr>
        <p:spPr>
          <a:xfrm>
            <a:off x="5736960" y="4024440"/>
            <a:ext cx="5760" cy="3960"/>
          </a:xfrm>
          <a:custGeom>
            <a:avLst/>
            <a:gdLst>
              <a:gd name="textAreaLeft" fmla="*/ 0 w 5760"/>
              <a:gd name="textAreaRight" fmla="*/ 6120 w 5760"/>
              <a:gd name="textAreaTop" fmla="*/ 0 h 3960"/>
              <a:gd name="textAreaBottom" fmla="*/ 4320 h 3960"/>
            </a:gdLst>
            <a:ahLst/>
            <a:cxnLst/>
            <a:rect l="textAreaLeft" t="textAreaTop" r="textAreaRight" b="textAreaBottom"/>
            <a:pathLst>
              <a:path w="297" h="198">
                <a:moveTo>
                  <a:pt x="132" y="1"/>
                </a:moveTo>
                <a:cubicBezTo>
                  <a:pt x="0" y="1"/>
                  <a:pt x="0" y="198"/>
                  <a:pt x="132" y="198"/>
                </a:cubicBezTo>
                <a:cubicBezTo>
                  <a:pt x="296" y="198"/>
                  <a:pt x="296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" bIns="2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" name="Google Shape;916;p11"/>
          <p:cNvSpPr/>
          <p:nvPr/>
        </p:nvSpPr>
        <p:spPr>
          <a:xfrm>
            <a:off x="5737680" y="3942720"/>
            <a:ext cx="4680" cy="85680"/>
          </a:xfrm>
          <a:custGeom>
            <a:avLst/>
            <a:gdLst>
              <a:gd name="textAreaLeft" fmla="*/ 0 w 4680"/>
              <a:gd name="textAreaRight" fmla="*/ 5040 w 4680"/>
              <a:gd name="textAreaTop" fmla="*/ 0 h 85680"/>
              <a:gd name="textAreaBottom" fmla="*/ 86040 h 85680"/>
            </a:gdLst>
            <a:ahLst/>
            <a:cxnLst/>
            <a:rect l="textAreaLeft" t="textAreaTop" r="textAreaRight" b="textAreaBottom"/>
            <a:pathLst>
              <a:path w="231" h="4067">
                <a:moveTo>
                  <a:pt x="115" y="0"/>
                </a:moveTo>
                <a:cubicBezTo>
                  <a:pt x="58" y="0"/>
                  <a:pt x="0" y="42"/>
                  <a:pt x="0" y="124"/>
                </a:cubicBezTo>
                <a:lnTo>
                  <a:pt x="0" y="3968"/>
                </a:lnTo>
                <a:cubicBezTo>
                  <a:pt x="0" y="4034"/>
                  <a:pt x="58" y="4067"/>
                  <a:pt x="115" y="4067"/>
                </a:cubicBezTo>
                <a:cubicBezTo>
                  <a:pt x="173" y="4067"/>
                  <a:pt x="230" y="4034"/>
                  <a:pt x="230" y="3968"/>
                </a:cubicBezTo>
                <a:lnTo>
                  <a:pt x="230" y="124"/>
                </a:lnTo>
                <a:cubicBezTo>
                  <a:pt x="230" y="42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3" name="Google Shape;917;p11"/>
          <p:cNvSpPr/>
          <p:nvPr/>
        </p:nvSpPr>
        <p:spPr>
          <a:xfrm>
            <a:off x="5767560" y="4089240"/>
            <a:ext cx="5400" cy="30240"/>
          </a:xfrm>
          <a:custGeom>
            <a:avLst/>
            <a:gdLst>
              <a:gd name="textAreaLeft" fmla="*/ 0 w 5400"/>
              <a:gd name="textAreaRight" fmla="*/ 5760 w 54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264" h="1447">
                <a:moveTo>
                  <a:pt x="197" y="1"/>
                </a:moveTo>
                <a:cubicBezTo>
                  <a:pt x="132" y="1"/>
                  <a:pt x="66" y="34"/>
                  <a:pt x="66" y="99"/>
                </a:cubicBezTo>
                <a:cubicBezTo>
                  <a:pt x="0" y="527"/>
                  <a:pt x="0" y="954"/>
                  <a:pt x="66" y="1381"/>
                </a:cubicBezTo>
                <a:cubicBezTo>
                  <a:pt x="66" y="1414"/>
                  <a:pt x="132" y="1447"/>
                  <a:pt x="197" y="1447"/>
                </a:cubicBezTo>
                <a:cubicBezTo>
                  <a:pt x="230" y="1414"/>
                  <a:pt x="263" y="1381"/>
                  <a:pt x="263" y="1315"/>
                </a:cubicBezTo>
                <a:cubicBezTo>
                  <a:pt x="197" y="921"/>
                  <a:pt x="197" y="527"/>
                  <a:pt x="263" y="132"/>
                </a:cubicBezTo>
                <a:cubicBezTo>
                  <a:pt x="263" y="66"/>
                  <a:pt x="230" y="34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4" name="Google Shape;918;p11"/>
          <p:cNvSpPr/>
          <p:nvPr/>
        </p:nvSpPr>
        <p:spPr>
          <a:xfrm>
            <a:off x="4586400" y="4090680"/>
            <a:ext cx="5760" cy="38520"/>
          </a:xfrm>
          <a:custGeom>
            <a:avLst/>
            <a:gdLst>
              <a:gd name="textAreaLeft" fmla="*/ 0 w 5760"/>
              <a:gd name="textAreaRight" fmla="*/ 6120 w 576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297" h="1841">
                <a:moveTo>
                  <a:pt x="198" y="0"/>
                </a:moveTo>
                <a:cubicBezTo>
                  <a:pt x="132" y="0"/>
                  <a:pt x="99" y="33"/>
                  <a:pt x="99" y="99"/>
                </a:cubicBezTo>
                <a:cubicBezTo>
                  <a:pt x="34" y="625"/>
                  <a:pt x="1" y="1183"/>
                  <a:pt x="34" y="1742"/>
                </a:cubicBezTo>
                <a:cubicBezTo>
                  <a:pt x="34" y="1808"/>
                  <a:pt x="83" y="1841"/>
                  <a:pt x="132" y="1841"/>
                </a:cubicBezTo>
                <a:cubicBezTo>
                  <a:pt x="181" y="1841"/>
                  <a:pt x="231" y="1808"/>
                  <a:pt x="231" y="1742"/>
                </a:cubicBezTo>
                <a:cubicBezTo>
                  <a:pt x="198" y="1183"/>
                  <a:pt x="231" y="625"/>
                  <a:pt x="296" y="99"/>
                </a:cubicBezTo>
                <a:cubicBezTo>
                  <a:pt x="296" y="33"/>
                  <a:pt x="264" y="0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5" name="Google Shape;919;p11"/>
          <p:cNvSpPr/>
          <p:nvPr/>
        </p:nvSpPr>
        <p:spPr>
          <a:xfrm>
            <a:off x="4605480" y="4084920"/>
            <a:ext cx="4680" cy="28080"/>
          </a:xfrm>
          <a:custGeom>
            <a:avLst/>
            <a:gdLst>
              <a:gd name="textAreaLeft" fmla="*/ 0 w 4680"/>
              <a:gd name="textAreaRight" fmla="*/ 5040 w 468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31" h="1348">
                <a:moveTo>
                  <a:pt x="132" y="1"/>
                </a:moveTo>
                <a:cubicBezTo>
                  <a:pt x="67" y="1"/>
                  <a:pt x="34" y="33"/>
                  <a:pt x="34" y="99"/>
                </a:cubicBezTo>
                <a:cubicBezTo>
                  <a:pt x="1" y="494"/>
                  <a:pt x="1" y="855"/>
                  <a:pt x="1" y="1249"/>
                </a:cubicBezTo>
                <a:cubicBezTo>
                  <a:pt x="1" y="1315"/>
                  <a:pt x="58" y="1348"/>
                  <a:pt x="116" y="1348"/>
                </a:cubicBezTo>
                <a:cubicBezTo>
                  <a:pt x="173" y="1348"/>
                  <a:pt x="231" y="1315"/>
                  <a:pt x="231" y="1249"/>
                </a:cubicBezTo>
                <a:cubicBezTo>
                  <a:pt x="198" y="855"/>
                  <a:pt x="198" y="494"/>
                  <a:pt x="231" y="99"/>
                </a:cubicBezTo>
                <a:cubicBezTo>
                  <a:pt x="231" y="33"/>
                  <a:pt x="198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6" name="Google Shape;920;p11"/>
          <p:cNvSpPr/>
          <p:nvPr/>
        </p:nvSpPr>
        <p:spPr>
          <a:xfrm>
            <a:off x="4617720" y="4078440"/>
            <a:ext cx="5760" cy="24840"/>
          </a:xfrm>
          <a:custGeom>
            <a:avLst/>
            <a:gdLst>
              <a:gd name="textAreaLeft" fmla="*/ 0 w 5760"/>
              <a:gd name="textAreaRight" fmla="*/ 6120 w 576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297" h="1197">
                <a:moveTo>
                  <a:pt x="145" y="1"/>
                </a:moveTo>
                <a:cubicBezTo>
                  <a:pt x="132" y="1"/>
                  <a:pt x="117" y="5"/>
                  <a:pt x="99" y="14"/>
                </a:cubicBezTo>
                <a:cubicBezTo>
                  <a:pt x="33" y="14"/>
                  <a:pt x="0" y="80"/>
                  <a:pt x="33" y="145"/>
                </a:cubicBezTo>
                <a:cubicBezTo>
                  <a:pt x="66" y="441"/>
                  <a:pt x="99" y="770"/>
                  <a:pt x="66" y="1098"/>
                </a:cubicBezTo>
                <a:cubicBezTo>
                  <a:pt x="66" y="1164"/>
                  <a:pt x="124" y="1197"/>
                  <a:pt x="181" y="1197"/>
                </a:cubicBezTo>
                <a:cubicBezTo>
                  <a:pt x="239" y="1197"/>
                  <a:pt x="296" y="1164"/>
                  <a:pt x="296" y="1098"/>
                </a:cubicBezTo>
                <a:cubicBezTo>
                  <a:pt x="296" y="737"/>
                  <a:pt x="263" y="408"/>
                  <a:pt x="230" y="80"/>
                </a:cubicBezTo>
                <a:cubicBezTo>
                  <a:pt x="206" y="31"/>
                  <a:pt x="182" y="1"/>
                  <a:pt x="14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7" name="Google Shape;921;p11"/>
          <p:cNvSpPr/>
          <p:nvPr/>
        </p:nvSpPr>
        <p:spPr>
          <a:xfrm>
            <a:off x="4633200" y="4073040"/>
            <a:ext cx="5400" cy="28080"/>
          </a:xfrm>
          <a:custGeom>
            <a:avLst/>
            <a:gdLst>
              <a:gd name="textAreaLeft" fmla="*/ 0 w 5400"/>
              <a:gd name="textAreaRight" fmla="*/ 5760 w 540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64" h="1349">
                <a:moveTo>
                  <a:pt x="132" y="1"/>
                </a:moveTo>
                <a:cubicBezTo>
                  <a:pt x="83" y="1"/>
                  <a:pt x="33" y="34"/>
                  <a:pt x="33" y="100"/>
                </a:cubicBezTo>
                <a:cubicBezTo>
                  <a:pt x="0" y="461"/>
                  <a:pt x="0" y="855"/>
                  <a:pt x="66" y="1250"/>
                </a:cubicBezTo>
                <a:cubicBezTo>
                  <a:pt x="66" y="1283"/>
                  <a:pt x="99" y="1348"/>
                  <a:pt x="165" y="1348"/>
                </a:cubicBezTo>
                <a:cubicBezTo>
                  <a:pt x="198" y="1348"/>
                  <a:pt x="263" y="1283"/>
                  <a:pt x="263" y="1250"/>
                </a:cubicBezTo>
                <a:cubicBezTo>
                  <a:pt x="230" y="855"/>
                  <a:pt x="198" y="461"/>
                  <a:pt x="230" y="100"/>
                </a:cubicBezTo>
                <a:cubicBezTo>
                  <a:pt x="230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" name="Google Shape;922;p11"/>
          <p:cNvSpPr/>
          <p:nvPr/>
        </p:nvSpPr>
        <p:spPr>
          <a:xfrm>
            <a:off x="4646880" y="4066920"/>
            <a:ext cx="6480" cy="35280"/>
          </a:xfrm>
          <a:custGeom>
            <a:avLst/>
            <a:gdLst>
              <a:gd name="textAreaLeft" fmla="*/ 0 w 6480"/>
              <a:gd name="textAreaRight" fmla="*/ 6840 w 6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330" h="1683">
                <a:moveTo>
                  <a:pt x="133" y="0"/>
                </a:moveTo>
                <a:cubicBezTo>
                  <a:pt x="76" y="0"/>
                  <a:pt x="1" y="56"/>
                  <a:pt x="1" y="138"/>
                </a:cubicBezTo>
                <a:cubicBezTo>
                  <a:pt x="99" y="598"/>
                  <a:pt x="132" y="1091"/>
                  <a:pt x="132" y="1584"/>
                </a:cubicBezTo>
                <a:cubicBezTo>
                  <a:pt x="132" y="1649"/>
                  <a:pt x="181" y="1682"/>
                  <a:pt x="231" y="1682"/>
                </a:cubicBezTo>
                <a:cubicBezTo>
                  <a:pt x="280" y="1682"/>
                  <a:pt x="329" y="1649"/>
                  <a:pt x="329" y="1584"/>
                </a:cubicBezTo>
                <a:cubicBezTo>
                  <a:pt x="329" y="1058"/>
                  <a:pt x="296" y="565"/>
                  <a:pt x="198" y="72"/>
                </a:cubicBezTo>
                <a:cubicBezTo>
                  <a:pt x="198" y="22"/>
                  <a:pt x="169" y="0"/>
                  <a:pt x="1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" name="Google Shape;923;p11"/>
          <p:cNvSpPr/>
          <p:nvPr/>
        </p:nvSpPr>
        <p:spPr>
          <a:xfrm>
            <a:off x="4660200" y="4062240"/>
            <a:ext cx="6480" cy="46080"/>
          </a:xfrm>
          <a:custGeom>
            <a:avLst/>
            <a:gdLst>
              <a:gd name="textAreaLeft" fmla="*/ 0 w 6480"/>
              <a:gd name="textAreaRight" fmla="*/ 6840 w 6480"/>
              <a:gd name="textAreaTop" fmla="*/ 0 h 46080"/>
              <a:gd name="textAreaBottom" fmla="*/ 46440 h 46080"/>
            </a:gdLst>
            <a:ahLst/>
            <a:cxnLst/>
            <a:rect l="textAreaLeft" t="textAreaTop" r="textAreaRight" b="textAreaBottom"/>
            <a:pathLst>
              <a:path w="330" h="2202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cubicBezTo>
                  <a:pt x="99" y="756"/>
                  <a:pt x="99" y="1446"/>
                  <a:pt x="67" y="2103"/>
                </a:cubicBezTo>
                <a:cubicBezTo>
                  <a:pt x="67" y="2169"/>
                  <a:pt x="116" y="2202"/>
                  <a:pt x="165" y="2202"/>
                </a:cubicBezTo>
                <a:cubicBezTo>
                  <a:pt x="214" y="2202"/>
                  <a:pt x="264" y="2169"/>
                  <a:pt x="264" y="2103"/>
                </a:cubicBezTo>
                <a:cubicBezTo>
                  <a:pt x="330" y="1446"/>
                  <a:pt x="297" y="756"/>
                  <a:pt x="231" y="99"/>
                </a:cubicBez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" name="Google Shape;924;p11"/>
          <p:cNvSpPr/>
          <p:nvPr/>
        </p:nvSpPr>
        <p:spPr>
          <a:xfrm>
            <a:off x="4673520" y="4055760"/>
            <a:ext cx="5760" cy="46440"/>
          </a:xfrm>
          <a:custGeom>
            <a:avLst/>
            <a:gdLst>
              <a:gd name="textAreaLeft" fmla="*/ 0 w 5760"/>
              <a:gd name="textAreaRight" fmla="*/ 6120 w 5760"/>
              <a:gd name="textAreaTop" fmla="*/ 0 h 46440"/>
              <a:gd name="textAreaBottom" fmla="*/ 46800 h 46440"/>
            </a:gdLst>
            <a:ahLst/>
            <a:cxnLst/>
            <a:rect l="textAreaLeft" t="textAreaTop" r="textAreaRight" b="textAreaBottom"/>
            <a:pathLst>
              <a:path w="296" h="2203">
                <a:moveTo>
                  <a:pt x="115" y="0"/>
                </a:moveTo>
                <a:cubicBezTo>
                  <a:pt x="58" y="0"/>
                  <a:pt x="0" y="33"/>
                  <a:pt x="0" y="99"/>
                </a:cubicBezTo>
                <a:cubicBezTo>
                  <a:pt x="0" y="756"/>
                  <a:pt x="66" y="1446"/>
                  <a:pt x="99" y="2104"/>
                </a:cubicBezTo>
                <a:cubicBezTo>
                  <a:pt x="99" y="2169"/>
                  <a:pt x="148" y="2202"/>
                  <a:pt x="197" y="2202"/>
                </a:cubicBezTo>
                <a:cubicBezTo>
                  <a:pt x="247" y="2202"/>
                  <a:pt x="296" y="2169"/>
                  <a:pt x="296" y="2104"/>
                </a:cubicBezTo>
                <a:cubicBezTo>
                  <a:pt x="263" y="1446"/>
                  <a:pt x="230" y="756"/>
                  <a:pt x="230" y="99"/>
                </a:cubicBezTo>
                <a:cubicBezTo>
                  <a:pt x="230" y="33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" name="Google Shape;925;p11"/>
          <p:cNvSpPr/>
          <p:nvPr/>
        </p:nvSpPr>
        <p:spPr>
          <a:xfrm>
            <a:off x="4681800" y="4060080"/>
            <a:ext cx="6480" cy="20520"/>
          </a:xfrm>
          <a:custGeom>
            <a:avLst/>
            <a:gdLst>
              <a:gd name="textAreaLeft" fmla="*/ 0 w 6480"/>
              <a:gd name="textAreaRight" fmla="*/ 6840 w 648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330" h="987">
                <a:moveTo>
                  <a:pt x="165" y="1"/>
                </a:moveTo>
                <a:cubicBezTo>
                  <a:pt x="99" y="1"/>
                  <a:pt x="66" y="34"/>
                  <a:pt x="33" y="66"/>
                </a:cubicBezTo>
                <a:lnTo>
                  <a:pt x="33" y="99"/>
                </a:lnTo>
                <a:cubicBezTo>
                  <a:pt x="1" y="362"/>
                  <a:pt x="33" y="658"/>
                  <a:pt x="132" y="921"/>
                </a:cubicBezTo>
                <a:cubicBezTo>
                  <a:pt x="132" y="954"/>
                  <a:pt x="198" y="986"/>
                  <a:pt x="263" y="986"/>
                </a:cubicBezTo>
                <a:cubicBezTo>
                  <a:pt x="296" y="954"/>
                  <a:pt x="329" y="921"/>
                  <a:pt x="329" y="855"/>
                </a:cubicBezTo>
                <a:cubicBezTo>
                  <a:pt x="231" y="625"/>
                  <a:pt x="198" y="362"/>
                  <a:pt x="231" y="132"/>
                </a:cubicBezTo>
                <a:cubicBezTo>
                  <a:pt x="263" y="66"/>
                  <a:pt x="231" y="34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" name="Google Shape;926;p11"/>
          <p:cNvSpPr/>
          <p:nvPr/>
        </p:nvSpPr>
        <p:spPr>
          <a:xfrm>
            <a:off x="4694400" y="4059360"/>
            <a:ext cx="5040" cy="23400"/>
          </a:xfrm>
          <a:custGeom>
            <a:avLst/>
            <a:gdLst>
              <a:gd name="textAreaLeft" fmla="*/ 0 w 5040"/>
              <a:gd name="textAreaRight" fmla="*/ 5400 w 504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263" h="1119">
                <a:moveTo>
                  <a:pt x="99" y="1"/>
                </a:moveTo>
                <a:cubicBezTo>
                  <a:pt x="66" y="1"/>
                  <a:pt x="0" y="34"/>
                  <a:pt x="0" y="99"/>
                </a:cubicBezTo>
                <a:cubicBezTo>
                  <a:pt x="0" y="395"/>
                  <a:pt x="0" y="724"/>
                  <a:pt x="33" y="1052"/>
                </a:cubicBezTo>
                <a:cubicBezTo>
                  <a:pt x="66" y="1085"/>
                  <a:pt x="99" y="1118"/>
                  <a:pt x="164" y="1118"/>
                </a:cubicBezTo>
                <a:cubicBezTo>
                  <a:pt x="230" y="1085"/>
                  <a:pt x="263" y="1052"/>
                  <a:pt x="230" y="987"/>
                </a:cubicBezTo>
                <a:cubicBezTo>
                  <a:pt x="197" y="691"/>
                  <a:pt x="197" y="395"/>
                  <a:pt x="230" y="99"/>
                </a:cubicBezTo>
                <a:cubicBezTo>
                  <a:pt x="230" y="34"/>
                  <a:pt x="16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" name="Google Shape;927;p11"/>
          <p:cNvSpPr/>
          <p:nvPr/>
        </p:nvSpPr>
        <p:spPr>
          <a:xfrm>
            <a:off x="4658040" y="3904920"/>
            <a:ext cx="5040" cy="37080"/>
          </a:xfrm>
          <a:custGeom>
            <a:avLst/>
            <a:gdLst>
              <a:gd name="textAreaLeft" fmla="*/ 0 w 5040"/>
              <a:gd name="textAreaRight" fmla="*/ 5400 w 504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247" h="1776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cubicBezTo>
                  <a:pt x="0" y="625"/>
                  <a:pt x="0" y="1151"/>
                  <a:pt x="33" y="1677"/>
                </a:cubicBezTo>
                <a:cubicBezTo>
                  <a:pt x="33" y="1742"/>
                  <a:pt x="91" y="1775"/>
                  <a:pt x="144" y="1775"/>
                </a:cubicBezTo>
                <a:cubicBezTo>
                  <a:pt x="197" y="1775"/>
                  <a:pt x="247" y="1742"/>
                  <a:pt x="230" y="1677"/>
                </a:cubicBezTo>
                <a:cubicBezTo>
                  <a:pt x="197" y="1151"/>
                  <a:pt x="197" y="625"/>
                  <a:pt x="197" y="99"/>
                </a:cubicBez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" name="Google Shape;928;p11"/>
          <p:cNvSpPr/>
          <p:nvPr/>
        </p:nvSpPr>
        <p:spPr>
          <a:xfrm>
            <a:off x="4672080" y="3907800"/>
            <a:ext cx="5760" cy="28080"/>
          </a:xfrm>
          <a:custGeom>
            <a:avLst/>
            <a:gdLst>
              <a:gd name="textAreaLeft" fmla="*/ 0 w 5760"/>
              <a:gd name="textAreaRight" fmla="*/ 6120 w 576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97" h="1348">
                <a:moveTo>
                  <a:pt x="132" y="0"/>
                </a:moveTo>
                <a:cubicBezTo>
                  <a:pt x="99" y="0"/>
                  <a:pt x="33" y="66"/>
                  <a:pt x="33" y="132"/>
                </a:cubicBezTo>
                <a:cubicBezTo>
                  <a:pt x="1" y="493"/>
                  <a:pt x="33" y="855"/>
                  <a:pt x="66" y="1249"/>
                </a:cubicBezTo>
                <a:cubicBezTo>
                  <a:pt x="66" y="1315"/>
                  <a:pt x="132" y="1348"/>
                  <a:pt x="165" y="1348"/>
                </a:cubicBezTo>
                <a:cubicBezTo>
                  <a:pt x="231" y="1348"/>
                  <a:pt x="296" y="1315"/>
                  <a:pt x="263" y="1249"/>
                </a:cubicBezTo>
                <a:cubicBezTo>
                  <a:pt x="231" y="855"/>
                  <a:pt x="231" y="493"/>
                  <a:pt x="231" y="132"/>
                </a:cubicBezTo>
                <a:cubicBezTo>
                  <a:pt x="231" y="66"/>
                  <a:pt x="198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" name="Google Shape;929;p11"/>
          <p:cNvSpPr/>
          <p:nvPr/>
        </p:nvSpPr>
        <p:spPr>
          <a:xfrm>
            <a:off x="4685400" y="3904920"/>
            <a:ext cx="5400" cy="45000"/>
          </a:xfrm>
          <a:custGeom>
            <a:avLst/>
            <a:gdLst>
              <a:gd name="textAreaLeft" fmla="*/ 0 w 5400"/>
              <a:gd name="textAreaRight" fmla="*/ 5760 w 540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264" h="2137">
                <a:moveTo>
                  <a:pt x="165" y="1"/>
                </a:moveTo>
                <a:cubicBezTo>
                  <a:pt x="116" y="1"/>
                  <a:pt x="67" y="34"/>
                  <a:pt x="67" y="99"/>
                </a:cubicBezTo>
                <a:cubicBezTo>
                  <a:pt x="1" y="757"/>
                  <a:pt x="1" y="1381"/>
                  <a:pt x="34" y="2038"/>
                </a:cubicBezTo>
                <a:cubicBezTo>
                  <a:pt x="34" y="2104"/>
                  <a:pt x="83" y="2137"/>
                  <a:pt x="132" y="2137"/>
                </a:cubicBezTo>
                <a:cubicBezTo>
                  <a:pt x="182" y="2137"/>
                  <a:pt x="231" y="2104"/>
                  <a:pt x="231" y="2038"/>
                </a:cubicBezTo>
                <a:cubicBezTo>
                  <a:pt x="198" y="1381"/>
                  <a:pt x="231" y="757"/>
                  <a:pt x="264" y="99"/>
                </a:cubicBezTo>
                <a:cubicBezTo>
                  <a:pt x="264" y="34"/>
                  <a:pt x="214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" name="Google Shape;930;p11"/>
          <p:cNvSpPr/>
          <p:nvPr/>
        </p:nvSpPr>
        <p:spPr>
          <a:xfrm>
            <a:off x="4700520" y="3903480"/>
            <a:ext cx="5400" cy="30240"/>
          </a:xfrm>
          <a:custGeom>
            <a:avLst/>
            <a:gdLst>
              <a:gd name="textAreaLeft" fmla="*/ 0 w 5400"/>
              <a:gd name="textAreaRight" fmla="*/ 5760 w 54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264" h="1446">
                <a:moveTo>
                  <a:pt x="165" y="0"/>
                </a:moveTo>
                <a:cubicBezTo>
                  <a:pt x="116" y="0"/>
                  <a:pt x="67" y="33"/>
                  <a:pt x="67" y="99"/>
                </a:cubicBezTo>
                <a:lnTo>
                  <a:pt x="1" y="1347"/>
                </a:lnTo>
                <a:cubicBezTo>
                  <a:pt x="1" y="1413"/>
                  <a:pt x="50" y="1446"/>
                  <a:pt x="99" y="1446"/>
                </a:cubicBezTo>
                <a:cubicBezTo>
                  <a:pt x="149" y="1446"/>
                  <a:pt x="198" y="1413"/>
                  <a:pt x="198" y="1347"/>
                </a:cubicBezTo>
                <a:lnTo>
                  <a:pt x="264" y="99"/>
                </a:lnTo>
                <a:cubicBezTo>
                  <a:pt x="264" y="33"/>
                  <a:pt x="214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" name="Google Shape;931;p11"/>
          <p:cNvSpPr/>
          <p:nvPr/>
        </p:nvSpPr>
        <p:spPr>
          <a:xfrm>
            <a:off x="4718160" y="3905640"/>
            <a:ext cx="5400" cy="25920"/>
          </a:xfrm>
          <a:custGeom>
            <a:avLst/>
            <a:gdLst>
              <a:gd name="textAreaLeft" fmla="*/ 0 w 5400"/>
              <a:gd name="textAreaRight" fmla="*/ 5760 w 540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64" h="1250">
                <a:moveTo>
                  <a:pt x="165" y="1"/>
                </a:moveTo>
                <a:cubicBezTo>
                  <a:pt x="99" y="1"/>
                  <a:pt x="66" y="66"/>
                  <a:pt x="66" y="99"/>
                </a:cubicBezTo>
                <a:cubicBezTo>
                  <a:pt x="0" y="461"/>
                  <a:pt x="0" y="789"/>
                  <a:pt x="33" y="1151"/>
                </a:cubicBezTo>
                <a:cubicBezTo>
                  <a:pt x="33" y="1184"/>
                  <a:pt x="66" y="1249"/>
                  <a:pt x="132" y="1249"/>
                </a:cubicBezTo>
                <a:cubicBezTo>
                  <a:pt x="197" y="1249"/>
                  <a:pt x="230" y="1184"/>
                  <a:pt x="230" y="1151"/>
                </a:cubicBezTo>
                <a:cubicBezTo>
                  <a:pt x="197" y="789"/>
                  <a:pt x="197" y="461"/>
                  <a:pt x="263" y="99"/>
                </a:cubicBezTo>
                <a:cubicBezTo>
                  <a:pt x="263" y="66"/>
                  <a:pt x="197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" name="Google Shape;932;p11"/>
          <p:cNvSpPr/>
          <p:nvPr/>
        </p:nvSpPr>
        <p:spPr>
          <a:xfrm>
            <a:off x="4731120" y="3907080"/>
            <a:ext cx="4680" cy="16920"/>
          </a:xfrm>
          <a:custGeom>
            <a:avLst/>
            <a:gdLst>
              <a:gd name="textAreaLeft" fmla="*/ 0 w 4680"/>
              <a:gd name="textAreaRight" fmla="*/ 5040 w 468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231" h="822">
                <a:moveTo>
                  <a:pt x="132" y="0"/>
                </a:moveTo>
                <a:cubicBezTo>
                  <a:pt x="66" y="0"/>
                  <a:pt x="1" y="33"/>
                  <a:pt x="1" y="99"/>
                </a:cubicBezTo>
                <a:lnTo>
                  <a:pt x="1" y="723"/>
                </a:lnTo>
                <a:cubicBezTo>
                  <a:pt x="1" y="756"/>
                  <a:pt x="66" y="822"/>
                  <a:pt x="132" y="822"/>
                </a:cubicBezTo>
                <a:cubicBezTo>
                  <a:pt x="165" y="822"/>
                  <a:pt x="231" y="756"/>
                  <a:pt x="231" y="723"/>
                </a:cubicBezTo>
                <a:lnTo>
                  <a:pt x="231" y="99"/>
                </a:lnTo>
                <a:cubicBezTo>
                  <a:pt x="231" y="33"/>
                  <a:pt x="165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Google Shape;933;p11"/>
          <p:cNvSpPr/>
          <p:nvPr/>
        </p:nvSpPr>
        <p:spPr>
          <a:xfrm>
            <a:off x="4655520" y="3994920"/>
            <a:ext cx="3960" cy="36720"/>
          </a:xfrm>
          <a:custGeom>
            <a:avLst/>
            <a:gdLst>
              <a:gd name="textAreaLeft" fmla="*/ 0 w 3960"/>
              <a:gd name="textAreaRight" fmla="*/ 4320 w 396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199" h="1760">
                <a:moveTo>
                  <a:pt x="99" y="1"/>
                </a:moveTo>
                <a:cubicBezTo>
                  <a:pt x="50" y="1"/>
                  <a:pt x="1" y="42"/>
                  <a:pt x="1" y="124"/>
                </a:cubicBezTo>
                <a:lnTo>
                  <a:pt x="1" y="1636"/>
                </a:lnTo>
                <a:cubicBezTo>
                  <a:pt x="1" y="1718"/>
                  <a:pt x="50" y="1759"/>
                  <a:pt x="99" y="1759"/>
                </a:cubicBezTo>
                <a:cubicBezTo>
                  <a:pt x="149" y="1759"/>
                  <a:pt x="198" y="1718"/>
                  <a:pt x="198" y="1636"/>
                </a:cubicBezTo>
                <a:lnTo>
                  <a:pt x="198" y="124"/>
                </a:lnTo>
                <a:cubicBezTo>
                  <a:pt x="198" y="42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" name="Google Shape;934;p11"/>
          <p:cNvSpPr/>
          <p:nvPr/>
        </p:nvSpPr>
        <p:spPr>
          <a:xfrm>
            <a:off x="4673520" y="4007880"/>
            <a:ext cx="5400" cy="16200"/>
          </a:xfrm>
          <a:custGeom>
            <a:avLst/>
            <a:gdLst>
              <a:gd name="textAreaLeft" fmla="*/ 0 w 5400"/>
              <a:gd name="textAreaRight" fmla="*/ 5760 w 540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264" h="789">
                <a:moveTo>
                  <a:pt x="99" y="0"/>
                </a:moveTo>
                <a:cubicBezTo>
                  <a:pt x="66" y="0"/>
                  <a:pt x="0" y="66"/>
                  <a:pt x="0" y="99"/>
                </a:cubicBezTo>
                <a:cubicBezTo>
                  <a:pt x="0" y="296"/>
                  <a:pt x="33" y="493"/>
                  <a:pt x="66" y="690"/>
                </a:cubicBezTo>
                <a:cubicBezTo>
                  <a:pt x="66" y="723"/>
                  <a:pt x="99" y="789"/>
                  <a:pt x="165" y="789"/>
                </a:cubicBezTo>
                <a:cubicBezTo>
                  <a:pt x="197" y="789"/>
                  <a:pt x="263" y="723"/>
                  <a:pt x="263" y="690"/>
                </a:cubicBezTo>
                <a:cubicBezTo>
                  <a:pt x="263" y="493"/>
                  <a:pt x="230" y="296"/>
                  <a:pt x="230" y="99"/>
                </a:cubicBezTo>
                <a:cubicBezTo>
                  <a:pt x="197" y="66"/>
                  <a:pt x="165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" name="Google Shape;935;p11"/>
          <p:cNvSpPr/>
          <p:nvPr/>
        </p:nvSpPr>
        <p:spPr>
          <a:xfrm>
            <a:off x="4689360" y="3963240"/>
            <a:ext cx="5040" cy="50400"/>
          </a:xfrm>
          <a:custGeom>
            <a:avLst/>
            <a:gdLst>
              <a:gd name="textAreaLeft" fmla="*/ 0 w 5040"/>
              <a:gd name="textAreaRight" fmla="*/ 5400 w 504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63" h="2399">
                <a:moveTo>
                  <a:pt x="131" y="0"/>
                </a:moveTo>
                <a:cubicBezTo>
                  <a:pt x="82" y="0"/>
                  <a:pt x="33" y="33"/>
                  <a:pt x="33" y="99"/>
                </a:cubicBezTo>
                <a:cubicBezTo>
                  <a:pt x="66" y="854"/>
                  <a:pt x="33" y="1577"/>
                  <a:pt x="0" y="2300"/>
                </a:cubicBezTo>
                <a:cubicBezTo>
                  <a:pt x="0" y="2366"/>
                  <a:pt x="49" y="2399"/>
                  <a:pt x="99" y="2399"/>
                </a:cubicBezTo>
                <a:cubicBezTo>
                  <a:pt x="148" y="2399"/>
                  <a:pt x="197" y="2366"/>
                  <a:pt x="197" y="2300"/>
                </a:cubicBezTo>
                <a:cubicBezTo>
                  <a:pt x="263" y="1577"/>
                  <a:pt x="263" y="854"/>
                  <a:pt x="230" y="99"/>
                </a:cubicBezTo>
                <a:cubicBezTo>
                  <a:pt x="230" y="33"/>
                  <a:pt x="181" y="0"/>
                  <a:pt x="1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Google Shape;936;p11"/>
          <p:cNvSpPr/>
          <p:nvPr/>
        </p:nvSpPr>
        <p:spPr>
          <a:xfrm>
            <a:off x="4699080" y="3984840"/>
            <a:ext cx="5400" cy="36360"/>
          </a:xfrm>
          <a:custGeom>
            <a:avLst/>
            <a:gdLst>
              <a:gd name="textAreaLeft" fmla="*/ 0 w 5400"/>
              <a:gd name="textAreaRight" fmla="*/ 5760 w 540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280" h="1743">
                <a:moveTo>
                  <a:pt x="177" y="1"/>
                </a:moveTo>
                <a:cubicBezTo>
                  <a:pt x="132" y="1"/>
                  <a:pt x="82" y="34"/>
                  <a:pt x="66" y="99"/>
                </a:cubicBezTo>
                <a:cubicBezTo>
                  <a:pt x="0" y="625"/>
                  <a:pt x="0" y="1151"/>
                  <a:pt x="66" y="1644"/>
                </a:cubicBezTo>
                <a:cubicBezTo>
                  <a:pt x="66" y="1709"/>
                  <a:pt x="123" y="1742"/>
                  <a:pt x="177" y="1742"/>
                </a:cubicBezTo>
                <a:cubicBezTo>
                  <a:pt x="230" y="1742"/>
                  <a:pt x="279" y="1709"/>
                  <a:pt x="263" y="1644"/>
                </a:cubicBezTo>
                <a:cubicBezTo>
                  <a:pt x="230" y="1151"/>
                  <a:pt x="230" y="625"/>
                  <a:pt x="263" y="99"/>
                </a:cubicBezTo>
                <a:cubicBezTo>
                  <a:pt x="263" y="34"/>
                  <a:pt x="222" y="1"/>
                  <a:pt x="17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Google Shape;937;p11"/>
          <p:cNvSpPr/>
          <p:nvPr/>
        </p:nvSpPr>
        <p:spPr>
          <a:xfrm>
            <a:off x="4587840" y="4195080"/>
            <a:ext cx="8640" cy="79920"/>
          </a:xfrm>
          <a:custGeom>
            <a:avLst/>
            <a:gdLst>
              <a:gd name="textAreaLeft" fmla="*/ 0 w 8640"/>
              <a:gd name="textAreaRight" fmla="*/ 9000 w 8640"/>
              <a:gd name="textAreaTop" fmla="*/ 0 h 79920"/>
              <a:gd name="textAreaBottom" fmla="*/ 80280 h 79920"/>
            </a:gdLst>
            <a:ahLst/>
            <a:cxnLst/>
            <a:rect l="textAreaLeft" t="textAreaTop" r="textAreaRight" b="textAreaBottom"/>
            <a:pathLst>
              <a:path w="428" h="3788">
                <a:moveTo>
                  <a:pt x="263" y="1"/>
                </a:moveTo>
                <a:cubicBezTo>
                  <a:pt x="214" y="1"/>
                  <a:pt x="165" y="33"/>
                  <a:pt x="165" y="99"/>
                </a:cubicBezTo>
                <a:cubicBezTo>
                  <a:pt x="230" y="1282"/>
                  <a:pt x="198" y="2498"/>
                  <a:pt x="0" y="3681"/>
                </a:cubicBezTo>
                <a:cubicBezTo>
                  <a:pt x="0" y="3740"/>
                  <a:pt x="60" y="3787"/>
                  <a:pt x="114" y="3787"/>
                </a:cubicBezTo>
                <a:cubicBezTo>
                  <a:pt x="150" y="3787"/>
                  <a:pt x="184" y="3766"/>
                  <a:pt x="198" y="3714"/>
                </a:cubicBezTo>
                <a:cubicBezTo>
                  <a:pt x="395" y="2531"/>
                  <a:pt x="428" y="1315"/>
                  <a:pt x="362" y="99"/>
                </a:cubicBezTo>
                <a:cubicBezTo>
                  <a:pt x="362" y="33"/>
                  <a:pt x="313" y="1"/>
                  <a:pt x="26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960" bIns="39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4" name="Google Shape;938;p11"/>
          <p:cNvSpPr/>
          <p:nvPr/>
        </p:nvSpPr>
        <p:spPr>
          <a:xfrm>
            <a:off x="4604760" y="4237200"/>
            <a:ext cx="3960" cy="25200"/>
          </a:xfrm>
          <a:custGeom>
            <a:avLst/>
            <a:gdLst>
              <a:gd name="textAreaLeft" fmla="*/ 0 w 3960"/>
              <a:gd name="textAreaRight" fmla="*/ 4320 w 396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98" h="1216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lnTo>
                  <a:pt x="0" y="1117"/>
                </a:lnTo>
                <a:cubicBezTo>
                  <a:pt x="0" y="1183"/>
                  <a:pt x="49" y="1216"/>
                  <a:pt x="99" y="1216"/>
                </a:cubicBezTo>
                <a:cubicBezTo>
                  <a:pt x="148" y="1216"/>
                  <a:pt x="197" y="1183"/>
                  <a:pt x="197" y="1117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Google Shape;939;p11"/>
          <p:cNvSpPr/>
          <p:nvPr/>
        </p:nvSpPr>
        <p:spPr>
          <a:xfrm>
            <a:off x="4619160" y="4245120"/>
            <a:ext cx="5760" cy="30960"/>
          </a:xfrm>
          <a:custGeom>
            <a:avLst/>
            <a:gdLst>
              <a:gd name="textAreaLeft" fmla="*/ 0 w 5760"/>
              <a:gd name="textAreaRight" fmla="*/ 6120 w 576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96" h="1480">
                <a:moveTo>
                  <a:pt x="164" y="0"/>
                </a:moveTo>
                <a:cubicBezTo>
                  <a:pt x="115" y="0"/>
                  <a:pt x="66" y="33"/>
                  <a:pt x="66" y="99"/>
                </a:cubicBezTo>
                <a:cubicBezTo>
                  <a:pt x="99" y="526"/>
                  <a:pt x="66" y="921"/>
                  <a:pt x="33" y="1348"/>
                </a:cubicBezTo>
                <a:cubicBezTo>
                  <a:pt x="0" y="1413"/>
                  <a:pt x="33" y="1446"/>
                  <a:pt x="99" y="1479"/>
                </a:cubicBezTo>
                <a:cubicBezTo>
                  <a:pt x="132" y="1479"/>
                  <a:pt x="197" y="1446"/>
                  <a:pt x="230" y="1413"/>
                </a:cubicBezTo>
                <a:cubicBezTo>
                  <a:pt x="263" y="986"/>
                  <a:pt x="296" y="526"/>
                  <a:pt x="263" y="99"/>
                </a:cubicBezTo>
                <a:cubicBezTo>
                  <a:pt x="263" y="33"/>
                  <a:pt x="214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6" name="Google Shape;940;p11"/>
          <p:cNvSpPr/>
          <p:nvPr/>
        </p:nvSpPr>
        <p:spPr>
          <a:xfrm>
            <a:off x="4608360" y="4201200"/>
            <a:ext cx="5760" cy="28800"/>
          </a:xfrm>
          <a:custGeom>
            <a:avLst/>
            <a:gdLst>
              <a:gd name="textAreaLeft" fmla="*/ 0 w 5760"/>
              <a:gd name="textAreaRight" fmla="*/ 6120 w 576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281" h="1381">
                <a:moveTo>
                  <a:pt x="104" y="0"/>
                </a:moveTo>
                <a:cubicBezTo>
                  <a:pt x="50" y="0"/>
                  <a:pt x="1" y="33"/>
                  <a:pt x="17" y="99"/>
                </a:cubicBezTo>
                <a:cubicBezTo>
                  <a:pt x="17" y="526"/>
                  <a:pt x="50" y="888"/>
                  <a:pt x="83" y="1282"/>
                </a:cubicBezTo>
                <a:cubicBezTo>
                  <a:pt x="83" y="1348"/>
                  <a:pt x="132" y="1380"/>
                  <a:pt x="182" y="1380"/>
                </a:cubicBezTo>
                <a:cubicBezTo>
                  <a:pt x="231" y="1380"/>
                  <a:pt x="280" y="1348"/>
                  <a:pt x="280" y="1282"/>
                </a:cubicBezTo>
                <a:cubicBezTo>
                  <a:pt x="247" y="888"/>
                  <a:pt x="247" y="493"/>
                  <a:pt x="214" y="99"/>
                </a:cubicBezTo>
                <a:cubicBezTo>
                  <a:pt x="214" y="33"/>
                  <a:pt x="157" y="0"/>
                  <a:pt x="10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" name="Google Shape;941;p11"/>
          <p:cNvSpPr/>
          <p:nvPr/>
        </p:nvSpPr>
        <p:spPr>
          <a:xfrm>
            <a:off x="4637160" y="4233240"/>
            <a:ext cx="5760" cy="30960"/>
          </a:xfrm>
          <a:custGeom>
            <a:avLst/>
            <a:gdLst>
              <a:gd name="textAreaLeft" fmla="*/ 0 w 5760"/>
              <a:gd name="textAreaRight" fmla="*/ 6120 w 576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97" h="1480">
                <a:moveTo>
                  <a:pt x="132" y="1"/>
                </a:moveTo>
                <a:cubicBezTo>
                  <a:pt x="83" y="1"/>
                  <a:pt x="33" y="34"/>
                  <a:pt x="33" y="99"/>
                </a:cubicBezTo>
                <a:cubicBezTo>
                  <a:pt x="1" y="527"/>
                  <a:pt x="33" y="954"/>
                  <a:pt x="66" y="1381"/>
                </a:cubicBezTo>
                <a:cubicBezTo>
                  <a:pt x="66" y="1414"/>
                  <a:pt x="132" y="1480"/>
                  <a:pt x="198" y="1480"/>
                </a:cubicBezTo>
                <a:cubicBezTo>
                  <a:pt x="231" y="1480"/>
                  <a:pt x="296" y="1447"/>
                  <a:pt x="296" y="1381"/>
                </a:cubicBezTo>
                <a:cubicBezTo>
                  <a:pt x="231" y="954"/>
                  <a:pt x="231" y="527"/>
                  <a:pt x="231" y="99"/>
                </a:cubicBezTo>
                <a:cubicBezTo>
                  <a:pt x="231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" name="Google Shape;942;p11"/>
          <p:cNvSpPr/>
          <p:nvPr/>
        </p:nvSpPr>
        <p:spPr>
          <a:xfrm>
            <a:off x="4656240" y="4251240"/>
            <a:ext cx="5400" cy="17280"/>
          </a:xfrm>
          <a:custGeom>
            <a:avLst/>
            <a:gdLst>
              <a:gd name="textAreaLeft" fmla="*/ 0 w 5400"/>
              <a:gd name="textAreaRight" fmla="*/ 5760 w 540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264" h="835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1" y="329"/>
                  <a:pt x="1" y="526"/>
                  <a:pt x="66" y="756"/>
                </a:cubicBezTo>
                <a:cubicBezTo>
                  <a:pt x="66" y="804"/>
                  <a:pt x="102" y="835"/>
                  <a:pt x="146" y="835"/>
                </a:cubicBezTo>
                <a:cubicBezTo>
                  <a:pt x="163" y="835"/>
                  <a:pt x="180" y="831"/>
                  <a:pt x="198" y="822"/>
                </a:cubicBezTo>
                <a:cubicBezTo>
                  <a:pt x="231" y="822"/>
                  <a:pt x="264" y="756"/>
                  <a:pt x="264" y="690"/>
                </a:cubicBezTo>
                <a:cubicBezTo>
                  <a:pt x="198" y="493"/>
                  <a:pt x="198" y="296"/>
                  <a:pt x="231" y="99"/>
                </a:cubicBezTo>
                <a:cubicBezTo>
                  <a:pt x="231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" name="Google Shape;943;p11"/>
          <p:cNvSpPr/>
          <p:nvPr/>
        </p:nvSpPr>
        <p:spPr>
          <a:xfrm>
            <a:off x="4667760" y="4215960"/>
            <a:ext cx="7920" cy="57960"/>
          </a:xfrm>
          <a:custGeom>
            <a:avLst/>
            <a:gdLst>
              <a:gd name="textAreaLeft" fmla="*/ 0 w 7920"/>
              <a:gd name="textAreaRight" fmla="*/ 8280 w 7920"/>
              <a:gd name="textAreaTop" fmla="*/ 0 h 57960"/>
              <a:gd name="textAreaBottom" fmla="*/ 58320 h 57960"/>
            </a:gdLst>
            <a:ahLst/>
            <a:cxnLst/>
            <a:rect l="textAreaLeft" t="textAreaTop" r="textAreaRight" b="textAreaBottom"/>
            <a:pathLst>
              <a:path w="395" h="2761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165" y="2662"/>
                </a:lnTo>
                <a:cubicBezTo>
                  <a:pt x="165" y="2728"/>
                  <a:pt x="222" y="2761"/>
                  <a:pt x="280" y="2761"/>
                </a:cubicBezTo>
                <a:cubicBezTo>
                  <a:pt x="337" y="2761"/>
                  <a:pt x="395" y="2728"/>
                  <a:pt x="395" y="2662"/>
                </a:cubicBezTo>
                <a:lnTo>
                  <a:pt x="198" y="99"/>
                </a:ln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" name="Google Shape;944;p11"/>
          <p:cNvSpPr/>
          <p:nvPr/>
        </p:nvSpPr>
        <p:spPr>
          <a:xfrm>
            <a:off x="4683240" y="4247280"/>
            <a:ext cx="5400" cy="23400"/>
          </a:xfrm>
          <a:custGeom>
            <a:avLst/>
            <a:gdLst>
              <a:gd name="textAreaLeft" fmla="*/ 0 w 5400"/>
              <a:gd name="textAreaRight" fmla="*/ 5760 w 540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264" h="1118">
                <a:moveTo>
                  <a:pt x="132" y="0"/>
                </a:moveTo>
                <a:cubicBezTo>
                  <a:pt x="99" y="0"/>
                  <a:pt x="33" y="33"/>
                  <a:pt x="33" y="99"/>
                </a:cubicBezTo>
                <a:cubicBezTo>
                  <a:pt x="0" y="394"/>
                  <a:pt x="0" y="723"/>
                  <a:pt x="33" y="1019"/>
                </a:cubicBezTo>
                <a:cubicBezTo>
                  <a:pt x="33" y="1084"/>
                  <a:pt x="99" y="1117"/>
                  <a:pt x="132" y="1117"/>
                </a:cubicBezTo>
                <a:cubicBezTo>
                  <a:pt x="197" y="1117"/>
                  <a:pt x="230" y="1084"/>
                  <a:pt x="263" y="1019"/>
                </a:cubicBezTo>
                <a:cubicBezTo>
                  <a:pt x="230" y="723"/>
                  <a:pt x="230" y="394"/>
                  <a:pt x="263" y="99"/>
                </a:cubicBezTo>
                <a:cubicBezTo>
                  <a:pt x="230" y="33"/>
                  <a:pt x="197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1" name="Google Shape;945;p11"/>
          <p:cNvSpPr/>
          <p:nvPr/>
        </p:nvSpPr>
        <p:spPr>
          <a:xfrm>
            <a:off x="4695120" y="4211280"/>
            <a:ext cx="5400" cy="43920"/>
          </a:xfrm>
          <a:custGeom>
            <a:avLst/>
            <a:gdLst>
              <a:gd name="textAreaLeft" fmla="*/ 0 w 5400"/>
              <a:gd name="textAreaRight" fmla="*/ 5760 w 5400"/>
              <a:gd name="textAreaTop" fmla="*/ 0 h 43920"/>
              <a:gd name="textAreaBottom" fmla="*/ 44280 h 43920"/>
            </a:gdLst>
            <a:ahLst/>
            <a:cxnLst/>
            <a:rect l="textAreaLeft" t="textAreaTop" r="textAreaRight" b="textAreaBottom"/>
            <a:pathLst>
              <a:path w="264" h="2096">
                <a:moveTo>
                  <a:pt x="132" y="1"/>
                </a:moveTo>
                <a:cubicBezTo>
                  <a:pt x="83" y="1"/>
                  <a:pt x="34" y="42"/>
                  <a:pt x="34" y="124"/>
                </a:cubicBezTo>
                <a:cubicBezTo>
                  <a:pt x="34" y="748"/>
                  <a:pt x="34" y="1372"/>
                  <a:pt x="1" y="1997"/>
                </a:cubicBezTo>
                <a:cubicBezTo>
                  <a:pt x="1" y="2063"/>
                  <a:pt x="50" y="2095"/>
                  <a:pt x="99" y="2095"/>
                </a:cubicBezTo>
                <a:cubicBezTo>
                  <a:pt x="149" y="2095"/>
                  <a:pt x="198" y="2063"/>
                  <a:pt x="198" y="1997"/>
                </a:cubicBezTo>
                <a:cubicBezTo>
                  <a:pt x="231" y="1372"/>
                  <a:pt x="264" y="748"/>
                  <a:pt x="231" y="124"/>
                </a:cubicBezTo>
                <a:cubicBezTo>
                  <a:pt x="231" y="42"/>
                  <a:pt x="182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2" name="Google Shape;946;p11"/>
          <p:cNvSpPr/>
          <p:nvPr/>
        </p:nvSpPr>
        <p:spPr>
          <a:xfrm>
            <a:off x="4692960" y="4259880"/>
            <a:ext cx="5400" cy="15840"/>
          </a:xfrm>
          <a:custGeom>
            <a:avLst/>
            <a:gdLst>
              <a:gd name="textAreaLeft" fmla="*/ 0 w 5400"/>
              <a:gd name="textAreaRight" fmla="*/ 5760 w 540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264" h="770">
                <a:moveTo>
                  <a:pt x="146" y="1"/>
                </a:moveTo>
                <a:cubicBezTo>
                  <a:pt x="101" y="1"/>
                  <a:pt x="66" y="31"/>
                  <a:pt x="66" y="79"/>
                </a:cubicBezTo>
                <a:cubicBezTo>
                  <a:pt x="0" y="276"/>
                  <a:pt x="0" y="473"/>
                  <a:pt x="33" y="703"/>
                </a:cubicBezTo>
                <a:cubicBezTo>
                  <a:pt x="33" y="736"/>
                  <a:pt x="99" y="769"/>
                  <a:pt x="165" y="769"/>
                </a:cubicBezTo>
                <a:cubicBezTo>
                  <a:pt x="197" y="736"/>
                  <a:pt x="230" y="703"/>
                  <a:pt x="230" y="638"/>
                </a:cubicBezTo>
                <a:lnTo>
                  <a:pt x="230" y="605"/>
                </a:lnTo>
                <a:cubicBezTo>
                  <a:pt x="230" y="572"/>
                  <a:pt x="230" y="539"/>
                  <a:pt x="230" y="539"/>
                </a:cubicBezTo>
                <a:cubicBezTo>
                  <a:pt x="230" y="473"/>
                  <a:pt x="230" y="441"/>
                  <a:pt x="230" y="375"/>
                </a:cubicBezTo>
                <a:lnTo>
                  <a:pt x="230" y="309"/>
                </a:lnTo>
                <a:lnTo>
                  <a:pt x="230" y="276"/>
                </a:lnTo>
                <a:cubicBezTo>
                  <a:pt x="230" y="211"/>
                  <a:pt x="230" y="178"/>
                  <a:pt x="263" y="145"/>
                </a:cubicBezTo>
                <a:cubicBezTo>
                  <a:pt x="263" y="79"/>
                  <a:pt x="230" y="13"/>
                  <a:pt x="197" y="13"/>
                </a:cubicBezTo>
                <a:cubicBezTo>
                  <a:pt x="180" y="5"/>
                  <a:pt x="162" y="1"/>
                  <a:pt x="1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3" name="Google Shape;947;p11"/>
          <p:cNvSpPr/>
          <p:nvPr/>
        </p:nvSpPr>
        <p:spPr>
          <a:xfrm>
            <a:off x="4732560" y="4230720"/>
            <a:ext cx="4680" cy="45360"/>
          </a:xfrm>
          <a:custGeom>
            <a:avLst/>
            <a:gdLst>
              <a:gd name="textAreaLeft" fmla="*/ 0 w 4680"/>
              <a:gd name="textAreaRight" fmla="*/ 5040 w 468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231" h="2162">
                <a:moveTo>
                  <a:pt x="99" y="1"/>
                </a:moveTo>
                <a:cubicBezTo>
                  <a:pt x="50" y="1"/>
                  <a:pt x="0" y="42"/>
                  <a:pt x="0" y="124"/>
                </a:cubicBezTo>
                <a:cubicBezTo>
                  <a:pt x="0" y="748"/>
                  <a:pt x="0" y="1405"/>
                  <a:pt x="33" y="2063"/>
                </a:cubicBezTo>
                <a:cubicBezTo>
                  <a:pt x="33" y="2128"/>
                  <a:pt x="83" y="2161"/>
                  <a:pt x="132" y="2161"/>
                </a:cubicBezTo>
                <a:cubicBezTo>
                  <a:pt x="181" y="2161"/>
                  <a:pt x="230" y="2128"/>
                  <a:pt x="230" y="2063"/>
                </a:cubicBezTo>
                <a:cubicBezTo>
                  <a:pt x="198" y="1405"/>
                  <a:pt x="198" y="748"/>
                  <a:pt x="198" y="124"/>
                </a:cubicBezTo>
                <a:cubicBezTo>
                  <a:pt x="198" y="42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4" name="Google Shape;948;p11"/>
          <p:cNvSpPr/>
          <p:nvPr/>
        </p:nvSpPr>
        <p:spPr>
          <a:xfrm>
            <a:off x="4791600" y="4231080"/>
            <a:ext cx="6120" cy="48240"/>
          </a:xfrm>
          <a:custGeom>
            <a:avLst/>
            <a:gdLst>
              <a:gd name="textAreaLeft" fmla="*/ 0 w 6120"/>
              <a:gd name="textAreaRight" fmla="*/ 6480 w 612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313" h="2301">
                <a:moveTo>
                  <a:pt x="132" y="0"/>
                </a:moveTo>
                <a:cubicBezTo>
                  <a:pt x="83" y="0"/>
                  <a:pt x="33" y="33"/>
                  <a:pt x="33" y="99"/>
                </a:cubicBezTo>
                <a:cubicBezTo>
                  <a:pt x="0" y="789"/>
                  <a:pt x="33" y="1479"/>
                  <a:pt x="99" y="2202"/>
                </a:cubicBezTo>
                <a:cubicBezTo>
                  <a:pt x="99" y="2268"/>
                  <a:pt x="157" y="2300"/>
                  <a:pt x="210" y="2300"/>
                </a:cubicBezTo>
                <a:cubicBezTo>
                  <a:pt x="263" y="2300"/>
                  <a:pt x="313" y="2268"/>
                  <a:pt x="296" y="2202"/>
                </a:cubicBezTo>
                <a:cubicBezTo>
                  <a:pt x="230" y="1479"/>
                  <a:pt x="230" y="789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5" name="Google Shape;949;p11"/>
          <p:cNvSpPr/>
          <p:nvPr/>
        </p:nvSpPr>
        <p:spPr>
          <a:xfrm>
            <a:off x="4805640" y="4246200"/>
            <a:ext cx="5400" cy="29880"/>
          </a:xfrm>
          <a:custGeom>
            <a:avLst/>
            <a:gdLst>
              <a:gd name="textAreaLeft" fmla="*/ 0 w 5400"/>
              <a:gd name="textAreaRight" fmla="*/ 5760 w 540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264" h="1427">
                <a:moveTo>
                  <a:pt x="170" y="1"/>
                </a:moveTo>
                <a:cubicBezTo>
                  <a:pt x="114" y="1"/>
                  <a:pt x="51" y="42"/>
                  <a:pt x="34" y="112"/>
                </a:cubicBezTo>
                <a:cubicBezTo>
                  <a:pt x="1" y="506"/>
                  <a:pt x="34" y="933"/>
                  <a:pt x="66" y="1328"/>
                </a:cubicBezTo>
                <a:cubicBezTo>
                  <a:pt x="66" y="1393"/>
                  <a:pt x="99" y="1426"/>
                  <a:pt x="165" y="1426"/>
                </a:cubicBezTo>
                <a:cubicBezTo>
                  <a:pt x="231" y="1426"/>
                  <a:pt x="264" y="1393"/>
                  <a:pt x="264" y="1328"/>
                </a:cubicBezTo>
                <a:cubicBezTo>
                  <a:pt x="231" y="933"/>
                  <a:pt x="231" y="506"/>
                  <a:pt x="264" y="112"/>
                </a:cubicBezTo>
                <a:cubicBezTo>
                  <a:pt x="264" y="34"/>
                  <a:pt x="220" y="1"/>
                  <a:pt x="17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6" name="Google Shape;950;p11"/>
          <p:cNvSpPr/>
          <p:nvPr/>
        </p:nvSpPr>
        <p:spPr>
          <a:xfrm>
            <a:off x="4818600" y="4231080"/>
            <a:ext cx="6840" cy="46800"/>
          </a:xfrm>
          <a:custGeom>
            <a:avLst/>
            <a:gdLst>
              <a:gd name="textAreaLeft" fmla="*/ 0 w 6840"/>
              <a:gd name="textAreaRight" fmla="*/ 7200 w 6840"/>
              <a:gd name="textAreaTop" fmla="*/ 0 h 46800"/>
              <a:gd name="textAreaBottom" fmla="*/ 47160 h 46800"/>
            </a:gdLst>
            <a:ahLst/>
            <a:cxnLst/>
            <a:rect l="textAreaLeft" t="textAreaTop" r="textAreaRight" b="textAreaBottom"/>
            <a:pathLst>
              <a:path w="346" h="2235">
                <a:moveTo>
                  <a:pt x="103" y="0"/>
                </a:moveTo>
                <a:cubicBezTo>
                  <a:pt x="50" y="0"/>
                  <a:pt x="1" y="33"/>
                  <a:pt x="17" y="99"/>
                </a:cubicBezTo>
                <a:lnTo>
                  <a:pt x="116" y="2136"/>
                </a:lnTo>
                <a:cubicBezTo>
                  <a:pt x="116" y="2202"/>
                  <a:pt x="173" y="2235"/>
                  <a:pt x="231" y="2235"/>
                </a:cubicBezTo>
                <a:cubicBezTo>
                  <a:pt x="288" y="2235"/>
                  <a:pt x="346" y="2202"/>
                  <a:pt x="346" y="2136"/>
                </a:cubicBezTo>
                <a:lnTo>
                  <a:pt x="214" y="99"/>
                </a:lnTo>
                <a:cubicBezTo>
                  <a:pt x="214" y="33"/>
                  <a:pt x="157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7" name="Google Shape;951;p11"/>
          <p:cNvSpPr/>
          <p:nvPr/>
        </p:nvSpPr>
        <p:spPr>
          <a:xfrm>
            <a:off x="4835520" y="4258080"/>
            <a:ext cx="5400" cy="19800"/>
          </a:xfrm>
          <a:custGeom>
            <a:avLst/>
            <a:gdLst>
              <a:gd name="textAreaLeft" fmla="*/ 0 w 5400"/>
              <a:gd name="textAreaRight" fmla="*/ 5760 w 54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72" h="960">
                <a:moveTo>
                  <a:pt x="132" y="1"/>
                </a:moveTo>
                <a:cubicBezTo>
                  <a:pt x="66" y="1"/>
                  <a:pt x="1" y="34"/>
                  <a:pt x="1" y="99"/>
                </a:cubicBezTo>
                <a:cubicBezTo>
                  <a:pt x="1" y="362"/>
                  <a:pt x="1" y="625"/>
                  <a:pt x="34" y="888"/>
                </a:cubicBezTo>
                <a:cubicBezTo>
                  <a:pt x="46" y="938"/>
                  <a:pt x="87" y="960"/>
                  <a:pt x="130" y="960"/>
                </a:cubicBezTo>
                <a:cubicBezTo>
                  <a:pt x="199" y="960"/>
                  <a:pt x="271" y="904"/>
                  <a:pt x="231" y="822"/>
                </a:cubicBezTo>
                <a:cubicBezTo>
                  <a:pt x="198" y="592"/>
                  <a:pt x="198" y="329"/>
                  <a:pt x="231" y="99"/>
                </a:cubicBezTo>
                <a:cubicBezTo>
                  <a:pt x="231" y="34"/>
                  <a:pt x="165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8" name="Google Shape;952;p11"/>
          <p:cNvSpPr/>
          <p:nvPr/>
        </p:nvSpPr>
        <p:spPr>
          <a:xfrm>
            <a:off x="4834800" y="4223520"/>
            <a:ext cx="5400" cy="25560"/>
          </a:xfrm>
          <a:custGeom>
            <a:avLst/>
            <a:gdLst>
              <a:gd name="textAreaLeft" fmla="*/ 0 w 5400"/>
              <a:gd name="textAreaRight" fmla="*/ 5760 w 54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64" h="1217">
                <a:moveTo>
                  <a:pt x="99" y="1"/>
                </a:moveTo>
                <a:cubicBezTo>
                  <a:pt x="34" y="1"/>
                  <a:pt x="1" y="34"/>
                  <a:pt x="1" y="99"/>
                </a:cubicBezTo>
                <a:cubicBezTo>
                  <a:pt x="1" y="428"/>
                  <a:pt x="34" y="789"/>
                  <a:pt x="67" y="1118"/>
                </a:cubicBezTo>
                <a:cubicBezTo>
                  <a:pt x="67" y="1184"/>
                  <a:pt x="99" y="1217"/>
                  <a:pt x="165" y="1217"/>
                </a:cubicBezTo>
                <a:cubicBezTo>
                  <a:pt x="198" y="1217"/>
                  <a:pt x="264" y="1184"/>
                  <a:pt x="264" y="1118"/>
                </a:cubicBezTo>
                <a:cubicBezTo>
                  <a:pt x="231" y="789"/>
                  <a:pt x="231" y="428"/>
                  <a:pt x="198" y="99"/>
                </a:cubicBezTo>
                <a:cubicBezTo>
                  <a:pt x="198" y="34"/>
                  <a:pt x="132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9" name="Google Shape;953;p11"/>
          <p:cNvSpPr/>
          <p:nvPr/>
        </p:nvSpPr>
        <p:spPr>
          <a:xfrm>
            <a:off x="4848840" y="4247280"/>
            <a:ext cx="3960" cy="20160"/>
          </a:xfrm>
          <a:custGeom>
            <a:avLst/>
            <a:gdLst>
              <a:gd name="textAreaLeft" fmla="*/ 0 w 3960"/>
              <a:gd name="textAreaRight" fmla="*/ 4320 w 396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98" h="978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lnTo>
                  <a:pt x="0" y="854"/>
                </a:lnTo>
                <a:cubicBezTo>
                  <a:pt x="0" y="937"/>
                  <a:pt x="49" y="978"/>
                  <a:pt x="99" y="978"/>
                </a:cubicBezTo>
                <a:cubicBezTo>
                  <a:pt x="148" y="978"/>
                  <a:pt x="197" y="937"/>
                  <a:pt x="197" y="854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0" name="Google Shape;954;p11"/>
          <p:cNvSpPr/>
          <p:nvPr/>
        </p:nvSpPr>
        <p:spPr>
          <a:xfrm>
            <a:off x="4848840" y="4271040"/>
            <a:ext cx="5040" cy="10440"/>
          </a:xfrm>
          <a:custGeom>
            <a:avLst/>
            <a:gdLst>
              <a:gd name="textAreaLeft" fmla="*/ 0 w 5040"/>
              <a:gd name="textAreaRight" fmla="*/ 5400 w 504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263" h="516">
                <a:moveTo>
                  <a:pt x="144" y="1"/>
                </a:moveTo>
                <a:cubicBezTo>
                  <a:pt x="116" y="1"/>
                  <a:pt x="85" y="17"/>
                  <a:pt x="66" y="55"/>
                </a:cubicBezTo>
                <a:cubicBezTo>
                  <a:pt x="0" y="154"/>
                  <a:pt x="0" y="285"/>
                  <a:pt x="0" y="416"/>
                </a:cubicBezTo>
                <a:cubicBezTo>
                  <a:pt x="0" y="449"/>
                  <a:pt x="0" y="449"/>
                  <a:pt x="33" y="482"/>
                </a:cubicBezTo>
                <a:cubicBezTo>
                  <a:pt x="66" y="515"/>
                  <a:pt x="66" y="515"/>
                  <a:pt x="99" y="515"/>
                </a:cubicBezTo>
                <a:cubicBezTo>
                  <a:pt x="131" y="515"/>
                  <a:pt x="164" y="515"/>
                  <a:pt x="164" y="482"/>
                </a:cubicBezTo>
                <a:cubicBezTo>
                  <a:pt x="197" y="449"/>
                  <a:pt x="197" y="449"/>
                  <a:pt x="197" y="416"/>
                </a:cubicBezTo>
                <a:cubicBezTo>
                  <a:pt x="197" y="351"/>
                  <a:pt x="197" y="318"/>
                  <a:pt x="197" y="285"/>
                </a:cubicBezTo>
                <a:cubicBezTo>
                  <a:pt x="230" y="252"/>
                  <a:pt x="230" y="219"/>
                  <a:pt x="263" y="154"/>
                </a:cubicBezTo>
                <a:cubicBezTo>
                  <a:pt x="263" y="121"/>
                  <a:pt x="263" y="55"/>
                  <a:pt x="197" y="22"/>
                </a:cubicBezTo>
                <a:cubicBezTo>
                  <a:pt x="184" y="9"/>
                  <a:pt x="164" y="1"/>
                  <a:pt x="1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1" name="Google Shape;955;p11"/>
          <p:cNvSpPr/>
          <p:nvPr/>
        </p:nvSpPr>
        <p:spPr>
          <a:xfrm>
            <a:off x="4865400" y="4231800"/>
            <a:ext cx="9000" cy="48240"/>
          </a:xfrm>
          <a:custGeom>
            <a:avLst/>
            <a:gdLst>
              <a:gd name="textAreaLeft" fmla="*/ 0 w 9000"/>
              <a:gd name="textAreaRight" fmla="*/ 9360 w 900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443" h="2302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1" y="789"/>
                  <a:pt x="34" y="1512"/>
                  <a:pt x="99" y="2202"/>
                </a:cubicBezTo>
                <a:cubicBezTo>
                  <a:pt x="99" y="2265"/>
                  <a:pt x="140" y="2302"/>
                  <a:pt x="187" y="2302"/>
                </a:cubicBezTo>
                <a:cubicBezTo>
                  <a:pt x="213" y="2302"/>
                  <a:pt x="240" y="2291"/>
                  <a:pt x="264" y="2267"/>
                </a:cubicBezTo>
                <a:lnTo>
                  <a:pt x="362" y="2202"/>
                </a:lnTo>
                <a:cubicBezTo>
                  <a:pt x="442" y="2122"/>
                  <a:pt x="370" y="2020"/>
                  <a:pt x="288" y="2020"/>
                </a:cubicBezTo>
                <a:cubicBezTo>
                  <a:pt x="285" y="2020"/>
                  <a:pt x="283" y="2020"/>
                  <a:pt x="281" y="2020"/>
                </a:cubicBezTo>
                <a:lnTo>
                  <a:pt x="281" y="2020"/>
                </a:lnTo>
                <a:cubicBezTo>
                  <a:pt x="231" y="1386"/>
                  <a:pt x="231" y="728"/>
                  <a:pt x="231" y="99"/>
                </a:cubicBezTo>
                <a:cubicBezTo>
                  <a:pt x="231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2" name="Google Shape;956;p11"/>
          <p:cNvSpPr/>
          <p:nvPr/>
        </p:nvSpPr>
        <p:spPr>
          <a:xfrm>
            <a:off x="4862160" y="4066920"/>
            <a:ext cx="5760" cy="60120"/>
          </a:xfrm>
          <a:custGeom>
            <a:avLst/>
            <a:gdLst>
              <a:gd name="textAreaLeft" fmla="*/ 0 w 5760"/>
              <a:gd name="textAreaRight" fmla="*/ 6120 w 5760"/>
              <a:gd name="textAreaTop" fmla="*/ 0 h 60120"/>
              <a:gd name="textAreaBottom" fmla="*/ 60480 h 60120"/>
            </a:gdLst>
            <a:ahLst/>
            <a:cxnLst/>
            <a:rect l="textAreaLeft" t="textAreaTop" r="textAreaRight" b="textAreaBottom"/>
            <a:pathLst>
              <a:path w="281" h="2860">
                <a:moveTo>
                  <a:pt x="103" y="0"/>
                </a:moveTo>
                <a:cubicBezTo>
                  <a:pt x="50" y="0"/>
                  <a:pt x="1" y="33"/>
                  <a:pt x="17" y="99"/>
                </a:cubicBezTo>
                <a:lnTo>
                  <a:pt x="50" y="2761"/>
                </a:lnTo>
                <a:cubicBezTo>
                  <a:pt x="50" y="2826"/>
                  <a:pt x="108" y="2859"/>
                  <a:pt x="165" y="2859"/>
                </a:cubicBezTo>
                <a:cubicBezTo>
                  <a:pt x="223" y="2859"/>
                  <a:pt x="280" y="2826"/>
                  <a:pt x="280" y="2761"/>
                </a:cubicBezTo>
                <a:lnTo>
                  <a:pt x="214" y="99"/>
                </a:lnTo>
                <a:cubicBezTo>
                  <a:pt x="214" y="33"/>
                  <a:pt x="157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3" name="Google Shape;957;p11"/>
          <p:cNvSpPr/>
          <p:nvPr/>
        </p:nvSpPr>
        <p:spPr>
          <a:xfrm>
            <a:off x="4841640" y="4047480"/>
            <a:ext cx="6480" cy="33840"/>
          </a:xfrm>
          <a:custGeom>
            <a:avLst/>
            <a:gdLst>
              <a:gd name="textAreaLeft" fmla="*/ 0 w 6480"/>
              <a:gd name="textAreaRight" fmla="*/ 6840 w 648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330" h="1611">
                <a:moveTo>
                  <a:pt x="115" y="0"/>
                </a:moveTo>
                <a:cubicBezTo>
                  <a:pt x="58" y="0"/>
                  <a:pt x="0" y="33"/>
                  <a:pt x="0" y="99"/>
                </a:cubicBezTo>
                <a:lnTo>
                  <a:pt x="99" y="1512"/>
                </a:lnTo>
                <a:cubicBezTo>
                  <a:pt x="99" y="1577"/>
                  <a:pt x="156" y="1610"/>
                  <a:pt x="214" y="1610"/>
                </a:cubicBezTo>
                <a:cubicBezTo>
                  <a:pt x="272" y="1610"/>
                  <a:pt x="329" y="1577"/>
                  <a:pt x="329" y="1512"/>
                </a:cubicBezTo>
                <a:lnTo>
                  <a:pt x="230" y="99"/>
                </a:lnTo>
                <a:cubicBezTo>
                  <a:pt x="230" y="33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4" name="Google Shape;958;p11"/>
          <p:cNvSpPr/>
          <p:nvPr/>
        </p:nvSpPr>
        <p:spPr>
          <a:xfrm>
            <a:off x="4751280" y="4023000"/>
            <a:ext cx="6480" cy="33120"/>
          </a:xfrm>
          <a:custGeom>
            <a:avLst/>
            <a:gdLst>
              <a:gd name="textAreaLeft" fmla="*/ 0 w 6480"/>
              <a:gd name="textAreaRight" fmla="*/ 6840 w 648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330" h="1584">
                <a:moveTo>
                  <a:pt x="196" y="0"/>
                </a:moveTo>
                <a:cubicBezTo>
                  <a:pt x="161" y="0"/>
                  <a:pt x="132" y="22"/>
                  <a:pt x="132" y="72"/>
                </a:cubicBezTo>
                <a:cubicBezTo>
                  <a:pt x="33" y="532"/>
                  <a:pt x="1" y="1025"/>
                  <a:pt x="33" y="1485"/>
                </a:cubicBezTo>
                <a:cubicBezTo>
                  <a:pt x="33" y="1550"/>
                  <a:pt x="99" y="1583"/>
                  <a:pt x="132" y="1583"/>
                </a:cubicBezTo>
                <a:cubicBezTo>
                  <a:pt x="198" y="1583"/>
                  <a:pt x="263" y="1550"/>
                  <a:pt x="263" y="1485"/>
                </a:cubicBezTo>
                <a:cubicBezTo>
                  <a:pt x="198" y="1025"/>
                  <a:pt x="231" y="565"/>
                  <a:pt x="329" y="137"/>
                </a:cubicBezTo>
                <a:cubicBezTo>
                  <a:pt x="329" y="56"/>
                  <a:pt x="254" y="0"/>
                  <a:pt x="19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5" name="Google Shape;959;p11"/>
          <p:cNvSpPr/>
          <p:nvPr/>
        </p:nvSpPr>
        <p:spPr>
          <a:xfrm>
            <a:off x="4759200" y="4041000"/>
            <a:ext cx="5760" cy="15840"/>
          </a:xfrm>
          <a:custGeom>
            <a:avLst/>
            <a:gdLst>
              <a:gd name="textAreaLeft" fmla="*/ 0 w 5760"/>
              <a:gd name="textAreaRight" fmla="*/ 6120 w 576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296" h="770">
                <a:moveTo>
                  <a:pt x="151" y="1"/>
                </a:moveTo>
                <a:cubicBezTo>
                  <a:pt x="114" y="1"/>
                  <a:pt x="90" y="31"/>
                  <a:pt x="66" y="79"/>
                </a:cubicBezTo>
                <a:cubicBezTo>
                  <a:pt x="33" y="276"/>
                  <a:pt x="0" y="473"/>
                  <a:pt x="33" y="703"/>
                </a:cubicBezTo>
                <a:cubicBezTo>
                  <a:pt x="33" y="736"/>
                  <a:pt x="99" y="769"/>
                  <a:pt x="164" y="769"/>
                </a:cubicBezTo>
                <a:cubicBezTo>
                  <a:pt x="230" y="736"/>
                  <a:pt x="263" y="703"/>
                  <a:pt x="230" y="638"/>
                </a:cubicBezTo>
                <a:lnTo>
                  <a:pt x="230" y="572"/>
                </a:lnTo>
                <a:lnTo>
                  <a:pt x="230" y="506"/>
                </a:lnTo>
                <a:lnTo>
                  <a:pt x="230" y="375"/>
                </a:lnTo>
                <a:cubicBezTo>
                  <a:pt x="230" y="375"/>
                  <a:pt x="230" y="342"/>
                  <a:pt x="230" y="309"/>
                </a:cubicBezTo>
                <a:lnTo>
                  <a:pt x="230" y="276"/>
                </a:lnTo>
                <a:cubicBezTo>
                  <a:pt x="230" y="243"/>
                  <a:pt x="230" y="178"/>
                  <a:pt x="263" y="112"/>
                </a:cubicBezTo>
                <a:cubicBezTo>
                  <a:pt x="296" y="79"/>
                  <a:pt x="263" y="13"/>
                  <a:pt x="197" y="13"/>
                </a:cubicBezTo>
                <a:cubicBezTo>
                  <a:pt x="180" y="5"/>
                  <a:pt x="164" y="1"/>
                  <a:pt x="15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6" name="Google Shape;960;p11"/>
          <p:cNvSpPr/>
          <p:nvPr/>
        </p:nvSpPr>
        <p:spPr>
          <a:xfrm>
            <a:off x="4777920" y="4015440"/>
            <a:ext cx="4680" cy="42120"/>
          </a:xfrm>
          <a:custGeom>
            <a:avLst/>
            <a:gdLst>
              <a:gd name="textAreaLeft" fmla="*/ 0 w 4680"/>
              <a:gd name="textAreaRight" fmla="*/ 5040 w 468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231" h="2006">
                <a:moveTo>
                  <a:pt x="115" y="1"/>
                </a:moveTo>
                <a:cubicBezTo>
                  <a:pt x="58" y="1"/>
                  <a:pt x="0" y="33"/>
                  <a:pt x="0" y="99"/>
                </a:cubicBezTo>
                <a:cubicBezTo>
                  <a:pt x="33" y="691"/>
                  <a:pt x="33" y="1315"/>
                  <a:pt x="0" y="1906"/>
                </a:cubicBezTo>
                <a:cubicBezTo>
                  <a:pt x="0" y="1972"/>
                  <a:pt x="50" y="2005"/>
                  <a:pt x="99" y="2005"/>
                </a:cubicBezTo>
                <a:cubicBezTo>
                  <a:pt x="148" y="2005"/>
                  <a:pt x="197" y="1972"/>
                  <a:pt x="197" y="1906"/>
                </a:cubicBezTo>
                <a:cubicBezTo>
                  <a:pt x="230" y="1315"/>
                  <a:pt x="230" y="691"/>
                  <a:pt x="230" y="99"/>
                </a:cubicBezTo>
                <a:cubicBezTo>
                  <a:pt x="230" y="33"/>
                  <a:pt x="173" y="1"/>
                  <a:pt x="1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7" name="Google Shape;961;p11"/>
          <p:cNvSpPr/>
          <p:nvPr/>
        </p:nvSpPr>
        <p:spPr>
          <a:xfrm>
            <a:off x="4727160" y="3962160"/>
            <a:ext cx="4680" cy="35640"/>
          </a:xfrm>
          <a:custGeom>
            <a:avLst/>
            <a:gdLst>
              <a:gd name="textAreaLeft" fmla="*/ 0 w 4680"/>
              <a:gd name="textAreaRight" fmla="*/ 5040 w 468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231" h="1702">
                <a:moveTo>
                  <a:pt x="132" y="1"/>
                </a:moveTo>
                <a:cubicBezTo>
                  <a:pt x="83" y="1"/>
                  <a:pt x="33" y="42"/>
                  <a:pt x="33" y="124"/>
                </a:cubicBezTo>
                <a:cubicBezTo>
                  <a:pt x="0" y="617"/>
                  <a:pt x="0" y="1110"/>
                  <a:pt x="33" y="1602"/>
                </a:cubicBezTo>
                <a:cubicBezTo>
                  <a:pt x="33" y="1668"/>
                  <a:pt x="83" y="1701"/>
                  <a:pt x="132" y="1701"/>
                </a:cubicBezTo>
                <a:cubicBezTo>
                  <a:pt x="181" y="1701"/>
                  <a:pt x="230" y="1668"/>
                  <a:pt x="230" y="1602"/>
                </a:cubicBezTo>
                <a:cubicBezTo>
                  <a:pt x="198" y="1110"/>
                  <a:pt x="198" y="617"/>
                  <a:pt x="230" y="124"/>
                </a:cubicBezTo>
                <a:cubicBezTo>
                  <a:pt x="230" y="42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8" name="Google Shape;962;p11"/>
          <p:cNvSpPr/>
          <p:nvPr/>
        </p:nvSpPr>
        <p:spPr>
          <a:xfrm>
            <a:off x="4737600" y="3943800"/>
            <a:ext cx="5400" cy="39960"/>
          </a:xfrm>
          <a:custGeom>
            <a:avLst/>
            <a:gdLst>
              <a:gd name="textAreaLeft" fmla="*/ 0 w 5400"/>
              <a:gd name="textAreaRight" fmla="*/ 5760 w 5400"/>
              <a:gd name="textAreaTop" fmla="*/ 0 h 39960"/>
              <a:gd name="textAreaBottom" fmla="*/ 40320 h 39960"/>
            </a:gdLst>
            <a:ahLst/>
            <a:cxnLst/>
            <a:rect l="textAreaLeft" t="textAreaTop" r="textAreaRight" b="textAreaBottom"/>
            <a:pathLst>
              <a:path w="264" h="1907">
                <a:moveTo>
                  <a:pt x="132" y="1"/>
                </a:moveTo>
                <a:cubicBezTo>
                  <a:pt x="83" y="1"/>
                  <a:pt x="33" y="34"/>
                  <a:pt x="33" y="100"/>
                </a:cubicBezTo>
                <a:cubicBezTo>
                  <a:pt x="0" y="658"/>
                  <a:pt x="0" y="1217"/>
                  <a:pt x="66" y="1808"/>
                </a:cubicBezTo>
                <a:cubicBezTo>
                  <a:pt x="66" y="1874"/>
                  <a:pt x="115" y="1907"/>
                  <a:pt x="165" y="1907"/>
                </a:cubicBezTo>
                <a:cubicBezTo>
                  <a:pt x="214" y="1907"/>
                  <a:pt x="263" y="1874"/>
                  <a:pt x="263" y="1808"/>
                </a:cubicBezTo>
                <a:cubicBezTo>
                  <a:pt x="230" y="1217"/>
                  <a:pt x="198" y="658"/>
                  <a:pt x="230" y="100"/>
                </a:cubicBezTo>
                <a:cubicBezTo>
                  <a:pt x="230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9" name="Google Shape;963;p11"/>
          <p:cNvSpPr/>
          <p:nvPr/>
        </p:nvSpPr>
        <p:spPr>
          <a:xfrm>
            <a:off x="4754880" y="3926520"/>
            <a:ext cx="5760" cy="59400"/>
          </a:xfrm>
          <a:custGeom>
            <a:avLst/>
            <a:gdLst>
              <a:gd name="textAreaLeft" fmla="*/ 0 w 5760"/>
              <a:gd name="textAreaRight" fmla="*/ 6120 w 5760"/>
              <a:gd name="textAreaTop" fmla="*/ 0 h 59400"/>
              <a:gd name="textAreaBottom" fmla="*/ 59760 h 59400"/>
            </a:gdLst>
            <a:ahLst/>
            <a:cxnLst/>
            <a:rect l="textAreaLeft" t="textAreaTop" r="textAreaRight" b="textAreaBottom"/>
            <a:pathLst>
              <a:path w="281" h="2827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cubicBezTo>
                  <a:pt x="1" y="986"/>
                  <a:pt x="1" y="1841"/>
                  <a:pt x="67" y="2728"/>
                </a:cubicBezTo>
                <a:cubicBezTo>
                  <a:pt x="67" y="2794"/>
                  <a:pt x="124" y="2826"/>
                  <a:pt x="178" y="2826"/>
                </a:cubicBezTo>
                <a:cubicBezTo>
                  <a:pt x="231" y="2826"/>
                  <a:pt x="280" y="2794"/>
                  <a:pt x="264" y="2728"/>
                </a:cubicBezTo>
                <a:cubicBezTo>
                  <a:pt x="198" y="1841"/>
                  <a:pt x="165" y="986"/>
                  <a:pt x="198" y="99"/>
                </a:cubicBez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880" bIns="29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0" name="Google Shape;964;p11"/>
          <p:cNvSpPr/>
          <p:nvPr/>
        </p:nvSpPr>
        <p:spPr>
          <a:xfrm>
            <a:off x="4768920" y="3951360"/>
            <a:ext cx="3960" cy="28800"/>
          </a:xfrm>
          <a:custGeom>
            <a:avLst/>
            <a:gdLst>
              <a:gd name="textAreaLeft" fmla="*/ 0 w 3960"/>
              <a:gd name="textAreaRight" fmla="*/ 4320 w 396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98" h="1381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lnTo>
                  <a:pt x="0" y="1282"/>
                </a:lnTo>
                <a:cubicBezTo>
                  <a:pt x="0" y="1348"/>
                  <a:pt x="49" y="1381"/>
                  <a:pt x="99" y="1381"/>
                </a:cubicBezTo>
                <a:cubicBezTo>
                  <a:pt x="148" y="1381"/>
                  <a:pt x="197" y="1348"/>
                  <a:pt x="197" y="1282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" name="Google Shape;965;p11"/>
          <p:cNvSpPr/>
          <p:nvPr/>
        </p:nvSpPr>
        <p:spPr>
          <a:xfrm>
            <a:off x="4780440" y="3971160"/>
            <a:ext cx="3960" cy="25920"/>
          </a:xfrm>
          <a:custGeom>
            <a:avLst/>
            <a:gdLst>
              <a:gd name="textAreaLeft" fmla="*/ 0 w 3960"/>
              <a:gd name="textAreaRight" fmla="*/ 4320 w 396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198" h="1241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lnTo>
                  <a:pt x="1" y="1118"/>
                </a:lnTo>
                <a:cubicBezTo>
                  <a:pt x="1" y="1200"/>
                  <a:pt x="50" y="1241"/>
                  <a:pt x="99" y="1241"/>
                </a:cubicBezTo>
                <a:cubicBezTo>
                  <a:pt x="149" y="1241"/>
                  <a:pt x="198" y="1200"/>
                  <a:pt x="198" y="1118"/>
                </a:cubicBezTo>
                <a:lnTo>
                  <a:pt x="198" y="99"/>
                </a:lnTo>
                <a:cubicBezTo>
                  <a:pt x="198" y="33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" name="Google Shape;966;p11"/>
          <p:cNvSpPr/>
          <p:nvPr/>
        </p:nvSpPr>
        <p:spPr>
          <a:xfrm>
            <a:off x="4790880" y="3980880"/>
            <a:ext cx="4680" cy="26640"/>
          </a:xfrm>
          <a:custGeom>
            <a:avLst/>
            <a:gdLst>
              <a:gd name="textAreaLeft" fmla="*/ 0 w 4680"/>
              <a:gd name="textAreaRight" fmla="*/ 5040 w 468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231" h="1283">
                <a:moveTo>
                  <a:pt x="116" y="1"/>
                </a:moveTo>
                <a:cubicBezTo>
                  <a:pt x="58" y="1"/>
                  <a:pt x="1" y="33"/>
                  <a:pt x="1" y="99"/>
                </a:cubicBezTo>
                <a:lnTo>
                  <a:pt x="1" y="1184"/>
                </a:lnTo>
                <a:cubicBezTo>
                  <a:pt x="1" y="1249"/>
                  <a:pt x="58" y="1282"/>
                  <a:pt x="116" y="1282"/>
                </a:cubicBezTo>
                <a:cubicBezTo>
                  <a:pt x="173" y="1282"/>
                  <a:pt x="231" y="1249"/>
                  <a:pt x="231" y="1184"/>
                </a:cubicBezTo>
                <a:lnTo>
                  <a:pt x="231" y="99"/>
                </a:lnTo>
                <a:cubicBezTo>
                  <a:pt x="231" y="33"/>
                  <a:pt x="173" y="1"/>
                  <a:pt x="1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3" name="Google Shape;967;p11"/>
          <p:cNvSpPr/>
          <p:nvPr/>
        </p:nvSpPr>
        <p:spPr>
          <a:xfrm>
            <a:off x="4799520" y="3997440"/>
            <a:ext cx="5760" cy="26280"/>
          </a:xfrm>
          <a:custGeom>
            <a:avLst/>
            <a:gdLst>
              <a:gd name="textAreaLeft" fmla="*/ 0 w 5760"/>
              <a:gd name="textAreaRight" fmla="*/ 6120 w 5760"/>
              <a:gd name="textAreaTop" fmla="*/ 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283" h="1267">
                <a:moveTo>
                  <a:pt x="132" y="0"/>
                </a:moveTo>
                <a:cubicBezTo>
                  <a:pt x="67" y="0"/>
                  <a:pt x="34" y="33"/>
                  <a:pt x="34" y="99"/>
                </a:cubicBezTo>
                <a:cubicBezTo>
                  <a:pt x="1" y="460"/>
                  <a:pt x="1" y="822"/>
                  <a:pt x="67" y="1183"/>
                </a:cubicBezTo>
                <a:cubicBezTo>
                  <a:pt x="81" y="1241"/>
                  <a:pt x="127" y="1267"/>
                  <a:pt x="171" y="1267"/>
                </a:cubicBezTo>
                <a:cubicBezTo>
                  <a:pt x="228" y="1267"/>
                  <a:pt x="282" y="1224"/>
                  <a:pt x="264" y="1150"/>
                </a:cubicBezTo>
                <a:cubicBezTo>
                  <a:pt x="231" y="789"/>
                  <a:pt x="198" y="427"/>
                  <a:pt x="231" y="99"/>
                </a:cubicBezTo>
                <a:cubicBezTo>
                  <a:pt x="231" y="33"/>
                  <a:pt x="198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" name="Google Shape;968;p11"/>
          <p:cNvSpPr/>
          <p:nvPr/>
        </p:nvSpPr>
        <p:spPr>
          <a:xfrm>
            <a:off x="4809240" y="4001760"/>
            <a:ext cx="5040" cy="33120"/>
          </a:xfrm>
          <a:custGeom>
            <a:avLst/>
            <a:gdLst>
              <a:gd name="textAreaLeft" fmla="*/ 0 w 5040"/>
              <a:gd name="textAreaRight" fmla="*/ 5400 w 504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48" h="1578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1" y="559"/>
                  <a:pt x="1" y="1019"/>
                  <a:pt x="34" y="1479"/>
                </a:cubicBezTo>
                <a:cubicBezTo>
                  <a:pt x="34" y="1545"/>
                  <a:pt x="91" y="1578"/>
                  <a:pt x="145" y="1578"/>
                </a:cubicBezTo>
                <a:cubicBezTo>
                  <a:pt x="198" y="1578"/>
                  <a:pt x="247" y="1545"/>
                  <a:pt x="231" y="1479"/>
                </a:cubicBezTo>
                <a:cubicBezTo>
                  <a:pt x="198" y="1019"/>
                  <a:pt x="198" y="559"/>
                  <a:pt x="231" y="99"/>
                </a:cubicBezTo>
                <a:cubicBezTo>
                  <a:pt x="231" y="33"/>
                  <a:pt x="182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" name="Google Shape;969;p11"/>
          <p:cNvSpPr/>
          <p:nvPr/>
        </p:nvSpPr>
        <p:spPr>
          <a:xfrm>
            <a:off x="4820760" y="4012560"/>
            <a:ext cx="5400" cy="31680"/>
          </a:xfrm>
          <a:custGeom>
            <a:avLst/>
            <a:gdLst>
              <a:gd name="textAreaLeft" fmla="*/ 0 w 5400"/>
              <a:gd name="textAreaRight" fmla="*/ 5760 w 5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280" h="1512">
                <a:moveTo>
                  <a:pt x="132" y="0"/>
                </a:moveTo>
                <a:cubicBezTo>
                  <a:pt x="83" y="0"/>
                  <a:pt x="33" y="33"/>
                  <a:pt x="33" y="99"/>
                </a:cubicBezTo>
                <a:cubicBezTo>
                  <a:pt x="1" y="526"/>
                  <a:pt x="33" y="986"/>
                  <a:pt x="66" y="1413"/>
                </a:cubicBezTo>
                <a:cubicBezTo>
                  <a:pt x="66" y="1479"/>
                  <a:pt x="124" y="1512"/>
                  <a:pt x="177" y="1512"/>
                </a:cubicBezTo>
                <a:cubicBezTo>
                  <a:pt x="231" y="1512"/>
                  <a:pt x="280" y="1479"/>
                  <a:pt x="263" y="1413"/>
                </a:cubicBezTo>
                <a:cubicBezTo>
                  <a:pt x="231" y="986"/>
                  <a:pt x="231" y="526"/>
                  <a:pt x="231" y="99"/>
                </a:cubicBezTo>
                <a:cubicBezTo>
                  <a:pt x="231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" name="Google Shape;970;p11"/>
          <p:cNvSpPr/>
          <p:nvPr/>
        </p:nvSpPr>
        <p:spPr>
          <a:xfrm>
            <a:off x="4829400" y="4025160"/>
            <a:ext cx="3960" cy="28080"/>
          </a:xfrm>
          <a:custGeom>
            <a:avLst/>
            <a:gdLst>
              <a:gd name="textAreaLeft" fmla="*/ 0 w 3960"/>
              <a:gd name="textAreaRight" fmla="*/ 4320 w 396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199" h="1348">
                <a:moveTo>
                  <a:pt x="100" y="1"/>
                </a:moveTo>
                <a:cubicBezTo>
                  <a:pt x="50" y="1"/>
                  <a:pt x="1" y="33"/>
                  <a:pt x="1" y="99"/>
                </a:cubicBezTo>
                <a:lnTo>
                  <a:pt x="1" y="1249"/>
                </a:lnTo>
                <a:cubicBezTo>
                  <a:pt x="1" y="1315"/>
                  <a:pt x="50" y="1348"/>
                  <a:pt x="100" y="1348"/>
                </a:cubicBezTo>
                <a:cubicBezTo>
                  <a:pt x="149" y="1348"/>
                  <a:pt x="198" y="1315"/>
                  <a:pt x="198" y="1249"/>
                </a:cubicBezTo>
                <a:lnTo>
                  <a:pt x="198" y="99"/>
                </a:lnTo>
                <a:cubicBezTo>
                  <a:pt x="198" y="33"/>
                  <a:pt x="149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" name="Google Shape;971;p11"/>
          <p:cNvSpPr/>
          <p:nvPr/>
        </p:nvSpPr>
        <p:spPr>
          <a:xfrm>
            <a:off x="4898160" y="4094640"/>
            <a:ext cx="5040" cy="24120"/>
          </a:xfrm>
          <a:custGeom>
            <a:avLst/>
            <a:gdLst>
              <a:gd name="textAreaLeft" fmla="*/ 0 w 5040"/>
              <a:gd name="textAreaRight" fmla="*/ 5400 w 504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263" h="1151">
                <a:moveTo>
                  <a:pt x="99" y="1"/>
                </a:moveTo>
                <a:cubicBezTo>
                  <a:pt x="33" y="1"/>
                  <a:pt x="0" y="66"/>
                  <a:pt x="0" y="99"/>
                </a:cubicBezTo>
                <a:cubicBezTo>
                  <a:pt x="0" y="428"/>
                  <a:pt x="33" y="724"/>
                  <a:pt x="66" y="1052"/>
                </a:cubicBezTo>
                <a:cubicBezTo>
                  <a:pt x="66" y="1085"/>
                  <a:pt x="99" y="1151"/>
                  <a:pt x="164" y="1151"/>
                </a:cubicBezTo>
                <a:cubicBezTo>
                  <a:pt x="197" y="1151"/>
                  <a:pt x="263" y="1085"/>
                  <a:pt x="263" y="1052"/>
                </a:cubicBezTo>
                <a:cubicBezTo>
                  <a:pt x="230" y="724"/>
                  <a:pt x="230" y="428"/>
                  <a:pt x="197" y="99"/>
                </a:cubicBezTo>
                <a:cubicBezTo>
                  <a:pt x="197" y="66"/>
                  <a:pt x="132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8" name="Google Shape;972;p11"/>
          <p:cNvSpPr/>
          <p:nvPr/>
        </p:nvSpPr>
        <p:spPr>
          <a:xfrm>
            <a:off x="4911480" y="4088520"/>
            <a:ext cx="5400" cy="26640"/>
          </a:xfrm>
          <a:custGeom>
            <a:avLst/>
            <a:gdLst>
              <a:gd name="textAreaLeft" fmla="*/ 0 w 5400"/>
              <a:gd name="textAreaRight" fmla="*/ 5760 w 540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264" h="1283">
                <a:moveTo>
                  <a:pt x="132" y="1"/>
                </a:moveTo>
                <a:cubicBezTo>
                  <a:pt x="83" y="1"/>
                  <a:pt x="33" y="34"/>
                  <a:pt x="33" y="99"/>
                </a:cubicBezTo>
                <a:cubicBezTo>
                  <a:pt x="0" y="461"/>
                  <a:pt x="0" y="822"/>
                  <a:pt x="66" y="1184"/>
                </a:cubicBezTo>
                <a:cubicBezTo>
                  <a:pt x="66" y="1217"/>
                  <a:pt x="99" y="1282"/>
                  <a:pt x="165" y="1282"/>
                </a:cubicBezTo>
                <a:cubicBezTo>
                  <a:pt x="198" y="1282"/>
                  <a:pt x="263" y="1217"/>
                  <a:pt x="263" y="1184"/>
                </a:cubicBezTo>
                <a:cubicBezTo>
                  <a:pt x="230" y="822"/>
                  <a:pt x="198" y="461"/>
                  <a:pt x="230" y="99"/>
                </a:cubicBezTo>
                <a:cubicBezTo>
                  <a:pt x="230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" name="Google Shape;973;p11"/>
          <p:cNvSpPr/>
          <p:nvPr/>
        </p:nvSpPr>
        <p:spPr>
          <a:xfrm>
            <a:off x="4932360" y="4089600"/>
            <a:ext cx="5400" cy="29880"/>
          </a:xfrm>
          <a:custGeom>
            <a:avLst/>
            <a:gdLst>
              <a:gd name="textAreaLeft" fmla="*/ 0 w 5400"/>
              <a:gd name="textAreaRight" fmla="*/ 5760 w 540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264" h="1427">
                <a:moveTo>
                  <a:pt x="140" y="1"/>
                </a:moveTo>
                <a:cubicBezTo>
                  <a:pt x="88" y="1"/>
                  <a:pt x="33" y="43"/>
                  <a:pt x="33" y="112"/>
                </a:cubicBezTo>
                <a:cubicBezTo>
                  <a:pt x="0" y="507"/>
                  <a:pt x="0" y="934"/>
                  <a:pt x="33" y="1328"/>
                </a:cubicBezTo>
                <a:cubicBezTo>
                  <a:pt x="66" y="1394"/>
                  <a:pt x="99" y="1427"/>
                  <a:pt x="165" y="1427"/>
                </a:cubicBezTo>
                <a:cubicBezTo>
                  <a:pt x="197" y="1427"/>
                  <a:pt x="263" y="1394"/>
                  <a:pt x="263" y="1328"/>
                </a:cubicBezTo>
                <a:cubicBezTo>
                  <a:pt x="197" y="934"/>
                  <a:pt x="197" y="507"/>
                  <a:pt x="230" y="112"/>
                </a:cubicBezTo>
                <a:cubicBezTo>
                  <a:pt x="230" y="35"/>
                  <a:pt x="186" y="1"/>
                  <a:pt x="14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" name="Google Shape;974;p11"/>
          <p:cNvSpPr/>
          <p:nvPr/>
        </p:nvSpPr>
        <p:spPr>
          <a:xfrm>
            <a:off x="4947480" y="4088160"/>
            <a:ext cx="5400" cy="25560"/>
          </a:xfrm>
          <a:custGeom>
            <a:avLst/>
            <a:gdLst>
              <a:gd name="textAreaLeft" fmla="*/ 0 w 5400"/>
              <a:gd name="textAreaRight" fmla="*/ 5760 w 54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64" h="1229">
                <a:moveTo>
                  <a:pt x="132" y="0"/>
                </a:moveTo>
                <a:cubicBezTo>
                  <a:pt x="99" y="0"/>
                  <a:pt x="57" y="31"/>
                  <a:pt x="33" y="79"/>
                </a:cubicBezTo>
                <a:cubicBezTo>
                  <a:pt x="0" y="440"/>
                  <a:pt x="0" y="769"/>
                  <a:pt x="0" y="1130"/>
                </a:cubicBezTo>
                <a:cubicBezTo>
                  <a:pt x="0" y="1196"/>
                  <a:pt x="66" y="1229"/>
                  <a:pt x="132" y="1229"/>
                </a:cubicBezTo>
                <a:cubicBezTo>
                  <a:pt x="164" y="1229"/>
                  <a:pt x="230" y="1196"/>
                  <a:pt x="230" y="1130"/>
                </a:cubicBezTo>
                <a:cubicBezTo>
                  <a:pt x="197" y="802"/>
                  <a:pt x="197" y="473"/>
                  <a:pt x="263" y="144"/>
                </a:cubicBezTo>
                <a:cubicBezTo>
                  <a:pt x="263" y="79"/>
                  <a:pt x="230" y="13"/>
                  <a:pt x="164" y="13"/>
                </a:cubicBezTo>
                <a:cubicBezTo>
                  <a:pt x="156" y="4"/>
                  <a:pt x="144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1" name="Google Shape;975;p11"/>
          <p:cNvSpPr/>
          <p:nvPr/>
        </p:nvSpPr>
        <p:spPr>
          <a:xfrm>
            <a:off x="4962240" y="4093920"/>
            <a:ext cx="5760" cy="19080"/>
          </a:xfrm>
          <a:custGeom>
            <a:avLst/>
            <a:gdLst>
              <a:gd name="textAreaLeft" fmla="*/ 0 w 5760"/>
              <a:gd name="textAreaRight" fmla="*/ 6120 w 576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296" h="921">
                <a:moveTo>
                  <a:pt x="132" y="1"/>
                </a:moveTo>
                <a:cubicBezTo>
                  <a:pt x="99" y="1"/>
                  <a:pt x="33" y="34"/>
                  <a:pt x="33" y="99"/>
                </a:cubicBezTo>
                <a:cubicBezTo>
                  <a:pt x="0" y="329"/>
                  <a:pt x="33" y="592"/>
                  <a:pt x="66" y="855"/>
                </a:cubicBezTo>
                <a:cubicBezTo>
                  <a:pt x="99" y="888"/>
                  <a:pt x="132" y="921"/>
                  <a:pt x="197" y="921"/>
                </a:cubicBezTo>
                <a:cubicBezTo>
                  <a:pt x="263" y="888"/>
                  <a:pt x="296" y="855"/>
                  <a:pt x="263" y="789"/>
                </a:cubicBezTo>
                <a:cubicBezTo>
                  <a:pt x="230" y="559"/>
                  <a:pt x="230" y="329"/>
                  <a:pt x="263" y="99"/>
                </a:cubicBezTo>
                <a:cubicBezTo>
                  <a:pt x="263" y="34"/>
                  <a:pt x="197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2" name="Google Shape;976;p11"/>
          <p:cNvSpPr/>
          <p:nvPr/>
        </p:nvSpPr>
        <p:spPr>
          <a:xfrm>
            <a:off x="4979520" y="4090680"/>
            <a:ext cx="6480" cy="30960"/>
          </a:xfrm>
          <a:custGeom>
            <a:avLst/>
            <a:gdLst>
              <a:gd name="textAreaLeft" fmla="*/ 0 w 6480"/>
              <a:gd name="textAreaRight" fmla="*/ 6840 w 648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317" h="1488">
                <a:moveTo>
                  <a:pt x="198" y="0"/>
                </a:moveTo>
                <a:cubicBezTo>
                  <a:pt x="132" y="0"/>
                  <a:pt x="66" y="33"/>
                  <a:pt x="66" y="66"/>
                </a:cubicBezTo>
                <a:cubicBezTo>
                  <a:pt x="1" y="526"/>
                  <a:pt x="1" y="986"/>
                  <a:pt x="99" y="1413"/>
                </a:cubicBezTo>
                <a:cubicBezTo>
                  <a:pt x="112" y="1466"/>
                  <a:pt x="152" y="1487"/>
                  <a:pt x="192" y="1487"/>
                </a:cubicBezTo>
                <a:cubicBezTo>
                  <a:pt x="253" y="1487"/>
                  <a:pt x="316" y="1440"/>
                  <a:pt x="296" y="1381"/>
                </a:cubicBezTo>
                <a:cubicBezTo>
                  <a:pt x="231" y="953"/>
                  <a:pt x="198" y="526"/>
                  <a:pt x="264" y="132"/>
                </a:cubicBezTo>
                <a:cubicBezTo>
                  <a:pt x="264" y="66"/>
                  <a:pt x="231" y="33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3" name="Google Shape;977;p11"/>
          <p:cNvSpPr/>
          <p:nvPr/>
        </p:nvSpPr>
        <p:spPr>
          <a:xfrm>
            <a:off x="4998240" y="4090680"/>
            <a:ext cx="6120" cy="19440"/>
          </a:xfrm>
          <a:custGeom>
            <a:avLst/>
            <a:gdLst>
              <a:gd name="textAreaLeft" fmla="*/ 0 w 6120"/>
              <a:gd name="textAreaRight" fmla="*/ 6480 w 612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304" h="927">
                <a:moveTo>
                  <a:pt x="172" y="0"/>
                </a:moveTo>
                <a:cubicBezTo>
                  <a:pt x="139" y="0"/>
                  <a:pt x="74" y="33"/>
                  <a:pt x="74" y="99"/>
                </a:cubicBezTo>
                <a:cubicBezTo>
                  <a:pt x="107" y="329"/>
                  <a:pt x="74" y="559"/>
                  <a:pt x="41" y="789"/>
                </a:cubicBezTo>
                <a:cubicBezTo>
                  <a:pt x="0" y="870"/>
                  <a:pt x="73" y="927"/>
                  <a:pt x="141" y="927"/>
                </a:cubicBezTo>
                <a:cubicBezTo>
                  <a:pt x="184" y="927"/>
                  <a:pt x="225" y="905"/>
                  <a:pt x="238" y="855"/>
                </a:cubicBezTo>
                <a:cubicBezTo>
                  <a:pt x="271" y="592"/>
                  <a:pt x="304" y="362"/>
                  <a:pt x="304" y="99"/>
                </a:cubicBezTo>
                <a:cubicBezTo>
                  <a:pt x="271" y="33"/>
                  <a:pt x="238" y="0"/>
                  <a:pt x="17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4" name="Google Shape;978;p11"/>
          <p:cNvSpPr/>
          <p:nvPr/>
        </p:nvSpPr>
        <p:spPr>
          <a:xfrm>
            <a:off x="5019120" y="4088520"/>
            <a:ext cx="4680" cy="23400"/>
          </a:xfrm>
          <a:custGeom>
            <a:avLst/>
            <a:gdLst>
              <a:gd name="textAreaLeft" fmla="*/ 0 w 4680"/>
              <a:gd name="textAreaRight" fmla="*/ 5040 w 468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231" h="1119">
                <a:moveTo>
                  <a:pt x="116" y="1"/>
                </a:moveTo>
                <a:cubicBezTo>
                  <a:pt x="58" y="1"/>
                  <a:pt x="1" y="34"/>
                  <a:pt x="1" y="99"/>
                </a:cubicBezTo>
                <a:lnTo>
                  <a:pt x="1" y="1020"/>
                </a:lnTo>
                <a:cubicBezTo>
                  <a:pt x="1" y="1085"/>
                  <a:pt x="58" y="1118"/>
                  <a:pt x="116" y="1118"/>
                </a:cubicBezTo>
                <a:cubicBezTo>
                  <a:pt x="173" y="1118"/>
                  <a:pt x="231" y="1085"/>
                  <a:pt x="231" y="1020"/>
                </a:cubicBezTo>
                <a:lnTo>
                  <a:pt x="231" y="99"/>
                </a:lnTo>
                <a:cubicBezTo>
                  <a:pt x="231" y="34"/>
                  <a:pt x="173" y="1"/>
                  <a:pt x="1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5" name="Google Shape;979;p11"/>
          <p:cNvSpPr/>
          <p:nvPr/>
        </p:nvSpPr>
        <p:spPr>
          <a:xfrm>
            <a:off x="5034960" y="4084920"/>
            <a:ext cx="5400" cy="25920"/>
          </a:xfrm>
          <a:custGeom>
            <a:avLst/>
            <a:gdLst>
              <a:gd name="textAreaLeft" fmla="*/ 0 w 5400"/>
              <a:gd name="textAreaRight" fmla="*/ 5760 w 540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64" h="1250">
                <a:moveTo>
                  <a:pt x="165" y="1"/>
                </a:moveTo>
                <a:cubicBezTo>
                  <a:pt x="99" y="1"/>
                  <a:pt x="66" y="33"/>
                  <a:pt x="66" y="99"/>
                </a:cubicBezTo>
                <a:cubicBezTo>
                  <a:pt x="33" y="428"/>
                  <a:pt x="1" y="789"/>
                  <a:pt x="33" y="1118"/>
                </a:cubicBezTo>
                <a:cubicBezTo>
                  <a:pt x="33" y="1184"/>
                  <a:pt x="66" y="1249"/>
                  <a:pt x="132" y="1249"/>
                </a:cubicBezTo>
                <a:cubicBezTo>
                  <a:pt x="198" y="1249"/>
                  <a:pt x="231" y="1184"/>
                  <a:pt x="231" y="1118"/>
                </a:cubicBezTo>
                <a:cubicBezTo>
                  <a:pt x="198" y="789"/>
                  <a:pt x="231" y="428"/>
                  <a:pt x="263" y="99"/>
                </a:cubicBezTo>
                <a:cubicBezTo>
                  <a:pt x="263" y="33"/>
                  <a:pt x="198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6" name="Google Shape;980;p11"/>
          <p:cNvSpPr/>
          <p:nvPr/>
        </p:nvSpPr>
        <p:spPr>
          <a:xfrm>
            <a:off x="5053320" y="4081680"/>
            <a:ext cx="3960" cy="33480"/>
          </a:xfrm>
          <a:custGeom>
            <a:avLst/>
            <a:gdLst>
              <a:gd name="textAreaLeft" fmla="*/ 0 w 3960"/>
              <a:gd name="textAreaRight" fmla="*/ 4320 w 396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99" h="1603">
                <a:moveTo>
                  <a:pt x="99" y="1"/>
                </a:moveTo>
                <a:cubicBezTo>
                  <a:pt x="50" y="1"/>
                  <a:pt x="1" y="42"/>
                  <a:pt x="1" y="124"/>
                </a:cubicBezTo>
                <a:lnTo>
                  <a:pt x="1" y="1504"/>
                </a:lnTo>
                <a:cubicBezTo>
                  <a:pt x="1" y="1570"/>
                  <a:pt x="50" y="1602"/>
                  <a:pt x="99" y="1602"/>
                </a:cubicBezTo>
                <a:cubicBezTo>
                  <a:pt x="149" y="1602"/>
                  <a:pt x="198" y="1570"/>
                  <a:pt x="198" y="1504"/>
                </a:cubicBezTo>
                <a:lnTo>
                  <a:pt x="198" y="124"/>
                </a:lnTo>
                <a:cubicBezTo>
                  <a:pt x="198" y="42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7" name="Google Shape;981;p11"/>
          <p:cNvSpPr/>
          <p:nvPr/>
        </p:nvSpPr>
        <p:spPr>
          <a:xfrm>
            <a:off x="5072040" y="4080960"/>
            <a:ext cx="6480" cy="34560"/>
          </a:xfrm>
          <a:custGeom>
            <a:avLst/>
            <a:gdLst>
              <a:gd name="textAreaLeft" fmla="*/ 0 w 6480"/>
              <a:gd name="textAreaRight" fmla="*/ 6840 w 648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329" h="1650">
                <a:moveTo>
                  <a:pt x="144" y="0"/>
                </a:moveTo>
                <a:cubicBezTo>
                  <a:pt x="99" y="0"/>
                  <a:pt x="49" y="33"/>
                  <a:pt x="33" y="99"/>
                </a:cubicBezTo>
                <a:cubicBezTo>
                  <a:pt x="0" y="592"/>
                  <a:pt x="33" y="1085"/>
                  <a:pt x="99" y="1578"/>
                </a:cubicBezTo>
                <a:cubicBezTo>
                  <a:pt x="111" y="1628"/>
                  <a:pt x="148" y="1649"/>
                  <a:pt x="188" y="1649"/>
                </a:cubicBezTo>
                <a:cubicBezTo>
                  <a:pt x="253" y="1649"/>
                  <a:pt x="329" y="1593"/>
                  <a:pt x="329" y="1512"/>
                </a:cubicBezTo>
                <a:cubicBezTo>
                  <a:pt x="230" y="1052"/>
                  <a:pt x="197" y="559"/>
                  <a:pt x="230" y="99"/>
                </a:cubicBezTo>
                <a:cubicBezTo>
                  <a:pt x="230" y="33"/>
                  <a:pt x="189" y="0"/>
                  <a:pt x="1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8" name="Google Shape;982;p11"/>
          <p:cNvSpPr/>
          <p:nvPr/>
        </p:nvSpPr>
        <p:spPr>
          <a:xfrm>
            <a:off x="5088600" y="4080960"/>
            <a:ext cx="5400" cy="28080"/>
          </a:xfrm>
          <a:custGeom>
            <a:avLst/>
            <a:gdLst>
              <a:gd name="textAreaLeft" fmla="*/ 0 w 5400"/>
              <a:gd name="textAreaRight" fmla="*/ 5760 w 540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64" h="1348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1" y="460"/>
                  <a:pt x="1" y="855"/>
                  <a:pt x="34" y="1216"/>
                </a:cubicBezTo>
                <a:cubicBezTo>
                  <a:pt x="34" y="1282"/>
                  <a:pt x="99" y="1315"/>
                  <a:pt x="132" y="1348"/>
                </a:cubicBezTo>
                <a:cubicBezTo>
                  <a:pt x="198" y="1348"/>
                  <a:pt x="264" y="1282"/>
                  <a:pt x="264" y="1216"/>
                </a:cubicBezTo>
                <a:cubicBezTo>
                  <a:pt x="198" y="855"/>
                  <a:pt x="198" y="460"/>
                  <a:pt x="231" y="99"/>
                </a:cubicBezTo>
                <a:cubicBezTo>
                  <a:pt x="231" y="33"/>
                  <a:pt x="182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9" name="Google Shape;983;p11"/>
          <p:cNvSpPr/>
          <p:nvPr/>
        </p:nvSpPr>
        <p:spPr>
          <a:xfrm>
            <a:off x="5104080" y="4082040"/>
            <a:ext cx="5760" cy="35280"/>
          </a:xfrm>
          <a:custGeom>
            <a:avLst/>
            <a:gdLst>
              <a:gd name="textAreaLeft" fmla="*/ 0 w 5760"/>
              <a:gd name="textAreaRight" fmla="*/ 6120 w 576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297" h="1690">
                <a:moveTo>
                  <a:pt x="166" y="0"/>
                </a:moveTo>
                <a:cubicBezTo>
                  <a:pt x="132" y="0"/>
                  <a:pt x="90" y="31"/>
                  <a:pt x="66" y="79"/>
                </a:cubicBezTo>
                <a:cubicBezTo>
                  <a:pt x="1" y="572"/>
                  <a:pt x="1" y="1065"/>
                  <a:pt x="34" y="1590"/>
                </a:cubicBezTo>
                <a:cubicBezTo>
                  <a:pt x="34" y="1656"/>
                  <a:pt x="83" y="1689"/>
                  <a:pt x="132" y="1689"/>
                </a:cubicBezTo>
                <a:cubicBezTo>
                  <a:pt x="181" y="1689"/>
                  <a:pt x="231" y="1656"/>
                  <a:pt x="231" y="1590"/>
                </a:cubicBezTo>
                <a:cubicBezTo>
                  <a:pt x="198" y="1098"/>
                  <a:pt x="198" y="605"/>
                  <a:pt x="264" y="112"/>
                </a:cubicBezTo>
                <a:cubicBezTo>
                  <a:pt x="296" y="79"/>
                  <a:pt x="264" y="13"/>
                  <a:pt x="198" y="13"/>
                </a:cubicBezTo>
                <a:cubicBezTo>
                  <a:pt x="189" y="4"/>
                  <a:pt x="178" y="0"/>
                  <a:pt x="16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0" name="Google Shape;984;p11"/>
          <p:cNvSpPr/>
          <p:nvPr/>
        </p:nvSpPr>
        <p:spPr>
          <a:xfrm>
            <a:off x="5127120" y="4087080"/>
            <a:ext cx="4680" cy="33840"/>
          </a:xfrm>
          <a:custGeom>
            <a:avLst/>
            <a:gdLst>
              <a:gd name="textAreaLeft" fmla="*/ 0 w 4680"/>
              <a:gd name="textAreaRight" fmla="*/ 5040 w 468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231" h="1611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559"/>
                  <a:pt x="0" y="1019"/>
                  <a:pt x="33" y="1512"/>
                </a:cubicBezTo>
                <a:cubicBezTo>
                  <a:pt x="33" y="1577"/>
                  <a:pt x="82" y="1610"/>
                  <a:pt x="132" y="1610"/>
                </a:cubicBezTo>
                <a:cubicBezTo>
                  <a:pt x="181" y="1610"/>
                  <a:pt x="230" y="1577"/>
                  <a:pt x="230" y="1512"/>
                </a:cubicBezTo>
                <a:cubicBezTo>
                  <a:pt x="197" y="1019"/>
                  <a:pt x="197" y="559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1" name="Google Shape;985;p11"/>
          <p:cNvSpPr/>
          <p:nvPr/>
        </p:nvSpPr>
        <p:spPr>
          <a:xfrm>
            <a:off x="5148360" y="4084200"/>
            <a:ext cx="4680" cy="19080"/>
          </a:xfrm>
          <a:custGeom>
            <a:avLst/>
            <a:gdLst>
              <a:gd name="textAreaLeft" fmla="*/ 0 w 4680"/>
              <a:gd name="textAreaRight" fmla="*/ 5040 w 468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231" h="921">
                <a:moveTo>
                  <a:pt x="132" y="1"/>
                </a:moveTo>
                <a:cubicBezTo>
                  <a:pt x="66" y="1"/>
                  <a:pt x="1" y="34"/>
                  <a:pt x="1" y="99"/>
                </a:cubicBezTo>
                <a:lnTo>
                  <a:pt x="1" y="822"/>
                </a:lnTo>
                <a:cubicBezTo>
                  <a:pt x="1" y="888"/>
                  <a:pt x="58" y="921"/>
                  <a:pt x="116" y="921"/>
                </a:cubicBezTo>
                <a:cubicBezTo>
                  <a:pt x="173" y="921"/>
                  <a:pt x="231" y="888"/>
                  <a:pt x="231" y="822"/>
                </a:cubicBezTo>
                <a:lnTo>
                  <a:pt x="231" y="99"/>
                </a:lnTo>
                <a:cubicBezTo>
                  <a:pt x="231" y="34"/>
                  <a:pt x="165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2" name="Google Shape;986;p11"/>
          <p:cNvSpPr/>
          <p:nvPr/>
        </p:nvSpPr>
        <p:spPr>
          <a:xfrm>
            <a:off x="5163840" y="4083480"/>
            <a:ext cx="5760" cy="20520"/>
          </a:xfrm>
          <a:custGeom>
            <a:avLst/>
            <a:gdLst>
              <a:gd name="textAreaLeft" fmla="*/ 0 w 5760"/>
              <a:gd name="textAreaRight" fmla="*/ 6120 w 576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297" h="987">
                <a:moveTo>
                  <a:pt x="198" y="1"/>
                </a:moveTo>
                <a:cubicBezTo>
                  <a:pt x="132" y="1"/>
                  <a:pt x="99" y="67"/>
                  <a:pt x="99" y="132"/>
                </a:cubicBezTo>
                <a:cubicBezTo>
                  <a:pt x="66" y="362"/>
                  <a:pt x="34" y="625"/>
                  <a:pt x="1" y="888"/>
                </a:cubicBezTo>
                <a:cubicBezTo>
                  <a:pt x="1" y="954"/>
                  <a:pt x="34" y="987"/>
                  <a:pt x="99" y="987"/>
                </a:cubicBezTo>
                <a:cubicBezTo>
                  <a:pt x="165" y="987"/>
                  <a:pt x="198" y="954"/>
                  <a:pt x="198" y="888"/>
                </a:cubicBezTo>
                <a:cubicBezTo>
                  <a:pt x="231" y="625"/>
                  <a:pt x="264" y="362"/>
                  <a:pt x="296" y="132"/>
                </a:cubicBezTo>
                <a:cubicBezTo>
                  <a:pt x="296" y="67"/>
                  <a:pt x="231" y="1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3" name="Google Shape;987;p11"/>
          <p:cNvSpPr/>
          <p:nvPr/>
        </p:nvSpPr>
        <p:spPr>
          <a:xfrm>
            <a:off x="5180400" y="4078800"/>
            <a:ext cx="6480" cy="33120"/>
          </a:xfrm>
          <a:custGeom>
            <a:avLst/>
            <a:gdLst>
              <a:gd name="textAreaLeft" fmla="*/ 0 w 6480"/>
              <a:gd name="textAreaRight" fmla="*/ 6840 w 648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317" h="1585">
                <a:moveTo>
                  <a:pt x="165" y="1"/>
                </a:moveTo>
                <a:cubicBezTo>
                  <a:pt x="99" y="1"/>
                  <a:pt x="66" y="34"/>
                  <a:pt x="66" y="99"/>
                </a:cubicBezTo>
                <a:cubicBezTo>
                  <a:pt x="0" y="559"/>
                  <a:pt x="33" y="1052"/>
                  <a:pt x="99" y="1512"/>
                </a:cubicBezTo>
                <a:cubicBezTo>
                  <a:pt x="111" y="1563"/>
                  <a:pt x="148" y="1584"/>
                  <a:pt x="186" y="1584"/>
                </a:cubicBezTo>
                <a:cubicBezTo>
                  <a:pt x="249" y="1584"/>
                  <a:pt x="316" y="1528"/>
                  <a:pt x="296" y="1447"/>
                </a:cubicBezTo>
                <a:cubicBezTo>
                  <a:pt x="230" y="1020"/>
                  <a:pt x="197" y="559"/>
                  <a:pt x="263" y="99"/>
                </a:cubicBezTo>
                <a:cubicBezTo>
                  <a:pt x="263" y="34"/>
                  <a:pt x="197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4" name="Google Shape;988;p11"/>
          <p:cNvSpPr/>
          <p:nvPr/>
        </p:nvSpPr>
        <p:spPr>
          <a:xfrm>
            <a:off x="5198040" y="4073040"/>
            <a:ext cx="5400" cy="37080"/>
          </a:xfrm>
          <a:custGeom>
            <a:avLst/>
            <a:gdLst>
              <a:gd name="textAreaLeft" fmla="*/ 0 w 5400"/>
              <a:gd name="textAreaRight" fmla="*/ 5760 w 540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264" h="1776">
                <a:moveTo>
                  <a:pt x="132" y="1"/>
                </a:moveTo>
                <a:cubicBezTo>
                  <a:pt x="83" y="1"/>
                  <a:pt x="34" y="34"/>
                  <a:pt x="34" y="100"/>
                </a:cubicBezTo>
                <a:cubicBezTo>
                  <a:pt x="67" y="625"/>
                  <a:pt x="34" y="1151"/>
                  <a:pt x="1" y="1677"/>
                </a:cubicBezTo>
                <a:cubicBezTo>
                  <a:pt x="1" y="1743"/>
                  <a:pt x="42" y="1775"/>
                  <a:pt x="87" y="1775"/>
                </a:cubicBezTo>
                <a:cubicBezTo>
                  <a:pt x="132" y="1775"/>
                  <a:pt x="182" y="1743"/>
                  <a:pt x="198" y="1677"/>
                </a:cubicBezTo>
                <a:cubicBezTo>
                  <a:pt x="231" y="1151"/>
                  <a:pt x="264" y="625"/>
                  <a:pt x="231" y="100"/>
                </a:cubicBezTo>
                <a:cubicBezTo>
                  <a:pt x="231" y="34"/>
                  <a:pt x="182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5" name="Google Shape;989;p11"/>
          <p:cNvSpPr/>
          <p:nvPr/>
        </p:nvSpPr>
        <p:spPr>
          <a:xfrm>
            <a:off x="5211720" y="4078080"/>
            <a:ext cx="7200" cy="29160"/>
          </a:xfrm>
          <a:custGeom>
            <a:avLst/>
            <a:gdLst>
              <a:gd name="textAreaLeft" fmla="*/ 0 w 7200"/>
              <a:gd name="textAreaRight" fmla="*/ 7560 w 7200"/>
              <a:gd name="textAreaTop" fmla="*/ 0 h 29160"/>
              <a:gd name="textAreaBottom" fmla="*/ 29520 h 29160"/>
            </a:gdLst>
            <a:ahLst/>
            <a:cxnLst/>
            <a:rect l="textAreaLeft" t="textAreaTop" r="textAreaRight" b="textAreaBottom"/>
            <a:pathLst>
              <a:path w="349" h="1387">
                <a:moveTo>
                  <a:pt x="164" y="0"/>
                </a:moveTo>
                <a:cubicBezTo>
                  <a:pt x="99" y="0"/>
                  <a:pt x="66" y="33"/>
                  <a:pt x="66" y="99"/>
                </a:cubicBezTo>
                <a:lnTo>
                  <a:pt x="66" y="66"/>
                </a:lnTo>
                <a:lnTo>
                  <a:pt x="66" y="66"/>
                </a:lnTo>
                <a:cubicBezTo>
                  <a:pt x="0" y="493"/>
                  <a:pt x="33" y="887"/>
                  <a:pt x="131" y="1314"/>
                </a:cubicBezTo>
                <a:cubicBezTo>
                  <a:pt x="144" y="1365"/>
                  <a:pt x="181" y="1386"/>
                  <a:pt x="219" y="1386"/>
                </a:cubicBezTo>
                <a:cubicBezTo>
                  <a:pt x="281" y="1386"/>
                  <a:pt x="349" y="1330"/>
                  <a:pt x="329" y="1249"/>
                </a:cubicBezTo>
                <a:cubicBezTo>
                  <a:pt x="230" y="854"/>
                  <a:pt x="230" y="493"/>
                  <a:pt x="263" y="99"/>
                </a:cubicBezTo>
                <a:cubicBezTo>
                  <a:pt x="263" y="33"/>
                  <a:pt x="230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6" name="Google Shape;990;p11"/>
          <p:cNvSpPr/>
          <p:nvPr/>
        </p:nvSpPr>
        <p:spPr>
          <a:xfrm>
            <a:off x="5231160" y="4079880"/>
            <a:ext cx="5760" cy="29160"/>
          </a:xfrm>
          <a:custGeom>
            <a:avLst/>
            <a:gdLst>
              <a:gd name="textAreaLeft" fmla="*/ 0 w 5760"/>
              <a:gd name="textAreaRight" fmla="*/ 6120 w 5760"/>
              <a:gd name="textAreaTop" fmla="*/ 0 h 29160"/>
              <a:gd name="textAreaBottom" fmla="*/ 29520 h 29160"/>
            </a:gdLst>
            <a:ahLst/>
            <a:cxnLst/>
            <a:rect l="textAreaLeft" t="textAreaTop" r="textAreaRight" b="textAreaBottom"/>
            <a:pathLst>
              <a:path w="282" h="1399">
                <a:moveTo>
                  <a:pt x="171" y="1"/>
                </a:moveTo>
                <a:cubicBezTo>
                  <a:pt x="126" y="1"/>
                  <a:pt x="80" y="27"/>
                  <a:pt x="66" y="84"/>
                </a:cubicBezTo>
                <a:cubicBezTo>
                  <a:pt x="0" y="479"/>
                  <a:pt x="0" y="873"/>
                  <a:pt x="33" y="1267"/>
                </a:cubicBezTo>
                <a:cubicBezTo>
                  <a:pt x="33" y="1333"/>
                  <a:pt x="66" y="1366"/>
                  <a:pt x="132" y="1399"/>
                </a:cubicBezTo>
                <a:cubicBezTo>
                  <a:pt x="197" y="1399"/>
                  <a:pt x="230" y="1333"/>
                  <a:pt x="230" y="1267"/>
                </a:cubicBezTo>
                <a:cubicBezTo>
                  <a:pt x="197" y="906"/>
                  <a:pt x="197" y="511"/>
                  <a:pt x="263" y="117"/>
                </a:cubicBezTo>
                <a:cubicBezTo>
                  <a:pt x="281" y="43"/>
                  <a:pt x="227" y="1"/>
                  <a:pt x="17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7" name="Google Shape;991;p11"/>
          <p:cNvSpPr/>
          <p:nvPr/>
        </p:nvSpPr>
        <p:spPr>
          <a:xfrm>
            <a:off x="5247360" y="4077720"/>
            <a:ext cx="6840" cy="33480"/>
          </a:xfrm>
          <a:custGeom>
            <a:avLst/>
            <a:gdLst>
              <a:gd name="textAreaLeft" fmla="*/ 0 w 6840"/>
              <a:gd name="textAreaRight" fmla="*/ 7200 w 68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348" h="1596">
                <a:moveTo>
                  <a:pt x="237" y="0"/>
                </a:moveTo>
                <a:cubicBezTo>
                  <a:pt x="193" y="0"/>
                  <a:pt x="147" y="26"/>
                  <a:pt x="132" y="84"/>
                </a:cubicBezTo>
                <a:cubicBezTo>
                  <a:pt x="34" y="544"/>
                  <a:pt x="1" y="1004"/>
                  <a:pt x="34" y="1497"/>
                </a:cubicBezTo>
                <a:cubicBezTo>
                  <a:pt x="34" y="1562"/>
                  <a:pt x="91" y="1595"/>
                  <a:pt x="149" y="1595"/>
                </a:cubicBezTo>
                <a:cubicBezTo>
                  <a:pt x="206" y="1595"/>
                  <a:pt x="264" y="1562"/>
                  <a:pt x="264" y="1497"/>
                </a:cubicBezTo>
                <a:cubicBezTo>
                  <a:pt x="198" y="1037"/>
                  <a:pt x="231" y="577"/>
                  <a:pt x="330" y="117"/>
                </a:cubicBezTo>
                <a:cubicBezTo>
                  <a:pt x="348" y="43"/>
                  <a:pt x="294" y="0"/>
                  <a:pt x="23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8" name="Google Shape;992;p11"/>
          <p:cNvSpPr/>
          <p:nvPr/>
        </p:nvSpPr>
        <p:spPr>
          <a:xfrm>
            <a:off x="5266080" y="4079520"/>
            <a:ext cx="6480" cy="33840"/>
          </a:xfrm>
          <a:custGeom>
            <a:avLst/>
            <a:gdLst>
              <a:gd name="textAreaLeft" fmla="*/ 0 w 6480"/>
              <a:gd name="textAreaRight" fmla="*/ 6840 w 648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329" h="1617">
                <a:moveTo>
                  <a:pt x="164" y="1"/>
                </a:moveTo>
                <a:cubicBezTo>
                  <a:pt x="99" y="1"/>
                  <a:pt x="66" y="66"/>
                  <a:pt x="66" y="99"/>
                </a:cubicBezTo>
                <a:cubicBezTo>
                  <a:pt x="0" y="592"/>
                  <a:pt x="33" y="1052"/>
                  <a:pt x="132" y="1545"/>
                </a:cubicBezTo>
                <a:cubicBezTo>
                  <a:pt x="132" y="1595"/>
                  <a:pt x="160" y="1617"/>
                  <a:pt x="196" y="1617"/>
                </a:cubicBezTo>
                <a:cubicBezTo>
                  <a:pt x="253" y="1617"/>
                  <a:pt x="329" y="1561"/>
                  <a:pt x="329" y="1479"/>
                </a:cubicBezTo>
                <a:cubicBezTo>
                  <a:pt x="230" y="1019"/>
                  <a:pt x="230" y="559"/>
                  <a:pt x="263" y="99"/>
                </a:cubicBezTo>
                <a:cubicBezTo>
                  <a:pt x="263" y="66"/>
                  <a:pt x="230" y="1"/>
                  <a:pt x="16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9" name="Google Shape;993;p11"/>
          <p:cNvSpPr/>
          <p:nvPr/>
        </p:nvSpPr>
        <p:spPr>
          <a:xfrm>
            <a:off x="5284080" y="4073040"/>
            <a:ext cx="5400" cy="34560"/>
          </a:xfrm>
          <a:custGeom>
            <a:avLst/>
            <a:gdLst>
              <a:gd name="textAreaLeft" fmla="*/ 0 w 5400"/>
              <a:gd name="textAreaRight" fmla="*/ 5760 w 540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64" h="1644">
                <a:moveTo>
                  <a:pt x="165" y="1"/>
                </a:moveTo>
                <a:cubicBezTo>
                  <a:pt x="116" y="1"/>
                  <a:pt x="66" y="34"/>
                  <a:pt x="66" y="100"/>
                </a:cubicBezTo>
                <a:cubicBezTo>
                  <a:pt x="0" y="592"/>
                  <a:pt x="0" y="1053"/>
                  <a:pt x="33" y="1545"/>
                </a:cubicBezTo>
                <a:cubicBezTo>
                  <a:pt x="33" y="1611"/>
                  <a:pt x="83" y="1644"/>
                  <a:pt x="132" y="1644"/>
                </a:cubicBezTo>
                <a:cubicBezTo>
                  <a:pt x="181" y="1644"/>
                  <a:pt x="231" y="1611"/>
                  <a:pt x="231" y="1545"/>
                </a:cubicBezTo>
                <a:cubicBezTo>
                  <a:pt x="198" y="1053"/>
                  <a:pt x="198" y="592"/>
                  <a:pt x="263" y="100"/>
                </a:cubicBezTo>
                <a:cubicBezTo>
                  <a:pt x="263" y="34"/>
                  <a:pt x="214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0" name="Google Shape;994;p11"/>
          <p:cNvSpPr/>
          <p:nvPr/>
        </p:nvSpPr>
        <p:spPr>
          <a:xfrm>
            <a:off x="5302080" y="4076640"/>
            <a:ext cx="3960" cy="36360"/>
          </a:xfrm>
          <a:custGeom>
            <a:avLst/>
            <a:gdLst>
              <a:gd name="textAreaLeft" fmla="*/ 0 w 3960"/>
              <a:gd name="textAreaRight" fmla="*/ 4320 w 396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99" h="1742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lnTo>
                  <a:pt x="1" y="1643"/>
                </a:lnTo>
                <a:cubicBezTo>
                  <a:pt x="1" y="1709"/>
                  <a:pt x="50" y="1742"/>
                  <a:pt x="99" y="1742"/>
                </a:cubicBezTo>
                <a:cubicBezTo>
                  <a:pt x="149" y="1742"/>
                  <a:pt x="198" y="1709"/>
                  <a:pt x="198" y="1643"/>
                </a:cubicBezTo>
                <a:cubicBezTo>
                  <a:pt x="165" y="1118"/>
                  <a:pt x="165" y="592"/>
                  <a:pt x="198" y="99"/>
                </a:cubicBez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1" name="Google Shape;995;p11"/>
          <p:cNvSpPr/>
          <p:nvPr/>
        </p:nvSpPr>
        <p:spPr>
          <a:xfrm>
            <a:off x="5317560" y="4077360"/>
            <a:ext cx="5760" cy="25920"/>
          </a:xfrm>
          <a:custGeom>
            <a:avLst/>
            <a:gdLst>
              <a:gd name="textAreaLeft" fmla="*/ 0 w 5760"/>
              <a:gd name="textAreaRight" fmla="*/ 6120 w 576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97" h="1249">
                <a:moveTo>
                  <a:pt x="198" y="0"/>
                </a:moveTo>
                <a:cubicBezTo>
                  <a:pt x="132" y="0"/>
                  <a:pt x="99" y="33"/>
                  <a:pt x="66" y="66"/>
                </a:cubicBezTo>
                <a:cubicBezTo>
                  <a:pt x="1" y="427"/>
                  <a:pt x="1" y="789"/>
                  <a:pt x="66" y="1150"/>
                </a:cubicBezTo>
                <a:cubicBezTo>
                  <a:pt x="99" y="1216"/>
                  <a:pt x="132" y="1249"/>
                  <a:pt x="198" y="1249"/>
                </a:cubicBezTo>
                <a:cubicBezTo>
                  <a:pt x="264" y="1216"/>
                  <a:pt x="297" y="1150"/>
                  <a:pt x="264" y="1117"/>
                </a:cubicBezTo>
                <a:cubicBezTo>
                  <a:pt x="231" y="789"/>
                  <a:pt x="231" y="460"/>
                  <a:pt x="264" y="132"/>
                </a:cubicBezTo>
                <a:cubicBezTo>
                  <a:pt x="297" y="66"/>
                  <a:pt x="264" y="33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2" name="Google Shape;996;p11"/>
          <p:cNvSpPr/>
          <p:nvPr/>
        </p:nvSpPr>
        <p:spPr>
          <a:xfrm>
            <a:off x="5339160" y="4066560"/>
            <a:ext cx="3960" cy="27000"/>
          </a:xfrm>
          <a:custGeom>
            <a:avLst/>
            <a:gdLst>
              <a:gd name="textAreaLeft" fmla="*/ 0 w 3960"/>
              <a:gd name="textAreaRight" fmla="*/ 4320 w 3960"/>
              <a:gd name="textAreaTop" fmla="*/ 0 h 27000"/>
              <a:gd name="textAreaBottom" fmla="*/ 27360 h 27000"/>
            </a:gdLst>
            <a:ahLst/>
            <a:cxnLst/>
            <a:rect l="textAreaLeft" t="textAreaTop" r="textAreaRight" b="textAreaBottom"/>
            <a:pathLst>
              <a:path w="198" h="1299">
                <a:moveTo>
                  <a:pt x="99" y="1"/>
                </a:moveTo>
                <a:cubicBezTo>
                  <a:pt x="50" y="1"/>
                  <a:pt x="0" y="42"/>
                  <a:pt x="0" y="124"/>
                </a:cubicBezTo>
                <a:lnTo>
                  <a:pt x="0" y="1175"/>
                </a:lnTo>
                <a:cubicBezTo>
                  <a:pt x="0" y="1258"/>
                  <a:pt x="50" y="1299"/>
                  <a:pt x="99" y="1299"/>
                </a:cubicBezTo>
                <a:cubicBezTo>
                  <a:pt x="148" y="1299"/>
                  <a:pt x="198" y="1258"/>
                  <a:pt x="198" y="1175"/>
                </a:cubicBezTo>
                <a:lnTo>
                  <a:pt x="198" y="124"/>
                </a:lnTo>
                <a:cubicBezTo>
                  <a:pt x="198" y="42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3" name="Google Shape;997;p11"/>
          <p:cNvSpPr/>
          <p:nvPr/>
        </p:nvSpPr>
        <p:spPr>
          <a:xfrm>
            <a:off x="5360760" y="4064760"/>
            <a:ext cx="7200" cy="33840"/>
          </a:xfrm>
          <a:custGeom>
            <a:avLst/>
            <a:gdLst>
              <a:gd name="textAreaLeft" fmla="*/ 0 w 7200"/>
              <a:gd name="textAreaRight" fmla="*/ 7560 w 720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362" h="1611">
                <a:moveTo>
                  <a:pt x="259" y="1"/>
                </a:moveTo>
                <a:cubicBezTo>
                  <a:pt x="205" y="1"/>
                  <a:pt x="148" y="34"/>
                  <a:pt x="132" y="99"/>
                </a:cubicBezTo>
                <a:cubicBezTo>
                  <a:pt x="99" y="559"/>
                  <a:pt x="33" y="1052"/>
                  <a:pt x="0" y="1512"/>
                </a:cubicBezTo>
                <a:cubicBezTo>
                  <a:pt x="0" y="1578"/>
                  <a:pt x="49" y="1611"/>
                  <a:pt x="99" y="1611"/>
                </a:cubicBezTo>
                <a:cubicBezTo>
                  <a:pt x="148" y="1611"/>
                  <a:pt x="197" y="1578"/>
                  <a:pt x="197" y="1512"/>
                </a:cubicBezTo>
                <a:cubicBezTo>
                  <a:pt x="263" y="1052"/>
                  <a:pt x="296" y="559"/>
                  <a:pt x="362" y="99"/>
                </a:cubicBezTo>
                <a:cubicBezTo>
                  <a:pt x="362" y="34"/>
                  <a:pt x="312" y="1"/>
                  <a:pt x="2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4" name="Google Shape;998;p11"/>
          <p:cNvSpPr/>
          <p:nvPr/>
        </p:nvSpPr>
        <p:spPr>
          <a:xfrm>
            <a:off x="5381640" y="4066200"/>
            <a:ext cx="4680" cy="31680"/>
          </a:xfrm>
          <a:custGeom>
            <a:avLst/>
            <a:gdLst>
              <a:gd name="textAreaLeft" fmla="*/ 0 w 4680"/>
              <a:gd name="textAreaRight" fmla="*/ 5040 w 468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231" h="1512">
                <a:moveTo>
                  <a:pt x="132" y="0"/>
                </a:moveTo>
                <a:cubicBezTo>
                  <a:pt x="67" y="0"/>
                  <a:pt x="34" y="66"/>
                  <a:pt x="34" y="132"/>
                </a:cubicBezTo>
                <a:cubicBezTo>
                  <a:pt x="1" y="559"/>
                  <a:pt x="1" y="986"/>
                  <a:pt x="34" y="1413"/>
                </a:cubicBezTo>
                <a:cubicBezTo>
                  <a:pt x="34" y="1479"/>
                  <a:pt x="83" y="1512"/>
                  <a:pt x="132" y="1512"/>
                </a:cubicBezTo>
                <a:cubicBezTo>
                  <a:pt x="182" y="1512"/>
                  <a:pt x="231" y="1479"/>
                  <a:pt x="231" y="1413"/>
                </a:cubicBezTo>
                <a:cubicBezTo>
                  <a:pt x="198" y="986"/>
                  <a:pt x="198" y="559"/>
                  <a:pt x="231" y="132"/>
                </a:cubicBezTo>
                <a:cubicBezTo>
                  <a:pt x="231" y="66"/>
                  <a:pt x="165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5" name="Google Shape;999;p11"/>
          <p:cNvSpPr/>
          <p:nvPr/>
        </p:nvSpPr>
        <p:spPr>
          <a:xfrm>
            <a:off x="5398200" y="4069800"/>
            <a:ext cx="7200" cy="34560"/>
          </a:xfrm>
          <a:custGeom>
            <a:avLst/>
            <a:gdLst>
              <a:gd name="textAreaLeft" fmla="*/ 0 w 7200"/>
              <a:gd name="textAreaRight" fmla="*/ 7560 w 720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350" h="1650">
                <a:moveTo>
                  <a:pt x="165" y="1"/>
                </a:moveTo>
                <a:cubicBezTo>
                  <a:pt x="99" y="1"/>
                  <a:pt x="66" y="66"/>
                  <a:pt x="66" y="99"/>
                </a:cubicBezTo>
                <a:cubicBezTo>
                  <a:pt x="1" y="592"/>
                  <a:pt x="33" y="1085"/>
                  <a:pt x="132" y="1578"/>
                </a:cubicBezTo>
                <a:cubicBezTo>
                  <a:pt x="145" y="1628"/>
                  <a:pt x="181" y="1650"/>
                  <a:pt x="220" y="1650"/>
                </a:cubicBezTo>
                <a:cubicBezTo>
                  <a:pt x="282" y="1650"/>
                  <a:pt x="349" y="1593"/>
                  <a:pt x="329" y="1512"/>
                </a:cubicBezTo>
                <a:cubicBezTo>
                  <a:pt x="231" y="1052"/>
                  <a:pt x="198" y="592"/>
                  <a:pt x="263" y="99"/>
                </a:cubicBezTo>
                <a:cubicBezTo>
                  <a:pt x="263" y="34"/>
                  <a:pt x="231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" name="Google Shape;1000;p11"/>
          <p:cNvSpPr/>
          <p:nvPr/>
        </p:nvSpPr>
        <p:spPr>
          <a:xfrm>
            <a:off x="5416920" y="4062240"/>
            <a:ext cx="5760" cy="35640"/>
          </a:xfrm>
          <a:custGeom>
            <a:avLst/>
            <a:gdLst>
              <a:gd name="textAreaLeft" fmla="*/ 0 w 5760"/>
              <a:gd name="textAreaRight" fmla="*/ 6120 w 57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297" h="1703">
                <a:moveTo>
                  <a:pt x="192" y="1"/>
                </a:moveTo>
                <a:cubicBezTo>
                  <a:pt x="171" y="1"/>
                  <a:pt x="151" y="9"/>
                  <a:pt x="132" y="27"/>
                </a:cubicBezTo>
                <a:cubicBezTo>
                  <a:pt x="1" y="159"/>
                  <a:pt x="1" y="323"/>
                  <a:pt x="67" y="454"/>
                </a:cubicBezTo>
                <a:cubicBezTo>
                  <a:pt x="76" y="473"/>
                  <a:pt x="87" y="486"/>
                  <a:pt x="99" y="495"/>
                </a:cubicBezTo>
                <a:lnTo>
                  <a:pt x="99" y="495"/>
                </a:lnTo>
                <a:lnTo>
                  <a:pt x="99" y="1604"/>
                </a:lnTo>
                <a:cubicBezTo>
                  <a:pt x="99" y="1670"/>
                  <a:pt x="149" y="1703"/>
                  <a:pt x="198" y="1703"/>
                </a:cubicBezTo>
                <a:cubicBezTo>
                  <a:pt x="247" y="1703"/>
                  <a:pt x="297" y="1670"/>
                  <a:pt x="297" y="1604"/>
                </a:cubicBezTo>
                <a:lnTo>
                  <a:pt x="297" y="126"/>
                </a:lnTo>
                <a:cubicBezTo>
                  <a:pt x="297" y="55"/>
                  <a:pt x="245" y="1"/>
                  <a:pt x="19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" name="Google Shape;1001;p11"/>
          <p:cNvSpPr/>
          <p:nvPr/>
        </p:nvSpPr>
        <p:spPr>
          <a:xfrm>
            <a:off x="5438520" y="4063320"/>
            <a:ext cx="5400" cy="33120"/>
          </a:xfrm>
          <a:custGeom>
            <a:avLst/>
            <a:gdLst>
              <a:gd name="textAreaLeft" fmla="*/ 0 w 5400"/>
              <a:gd name="textAreaRight" fmla="*/ 5760 w 5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80" h="1579">
                <a:moveTo>
                  <a:pt x="99" y="1"/>
                </a:moveTo>
                <a:cubicBezTo>
                  <a:pt x="50" y="1"/>
                  <a:pt x="0" y="34"/>
                  <a:pt x="0" y="100"/>
                </a:cubicBezTo>
                <a:lnTo>
                  <a:pt x="66" y="1480"/>
                </a:lnTo>
                <a:cubicBezTo>
                  <a:pt x="66" y="1545"/>
                  <a:pt x="124" y="1578"/>
                  <a:pt x="177" y="1578"/>
                </a:cubicBezTo>
                <a:cubicBezTo>
                  <a:pt x="230" y="1578"/>
                  <a:pt x="280" y="1545"/>
                  <a:pt x="263" y="1480"/>
                </a:cubicBezTo>
                <a:lnTo>
                  <a:pt x="198" y="100"/>
                </a:lnTo>
                <a:cubicBezTo>
                  <a:pt x="198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8" name="Google Shape;1002;p11"/>
          <p:cNvSpPr/>
          <p:nvPr/>
        </p:nvSpPr>
        <p:spPr>
          <a:xfrm>
            <a:off x="5457240" y="4069080"/>
            <a:ext cx="5760" cy="35280"/>
          </a:xfrm>
          <a:custGeom>
            <a:avLst/>
            <a:gdLst>
              <a:gd name="textAreaLeft" fmla="*/ 0 w 5760"/>
              <a:gd name="textAreaRight" fmla="*/ 6120 w 576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297" h="1677">
                <a:moveTo>
                  <a:pt x="194" y="1"/>
                </a:moveTo>
                <a:cubicBezTo>
                  <a:pt x="140" y="1"/>
                  <a:pt x="83" y="34"/>
                  <a:pt x="66" y="99"/>
                </a:cubicBezTo>
                <a:cubicBezTo>
                  <a:pt x="66" y="592"/>
                  <a:pt x="34" y="1085"/>
                  <a:pt x="1" y="1578"/>
                </a:cubicBezTo>
                <a:cubicBezTo>
                  <a:pt x="1" y="1644"/>
                  <a:pt x="50" y="1677"/>
                  <a:pt x="99" y="1677"/>
                </a:cubicBezTo>
                <a:cubicBezTo>
                  <a:pt x="149" y="1677"/>
                  <a:pt x="198" y="1644"/>
                  <a:pt x="198" y="1578"/>
                </a:cubicBezTo>
                <a:cubicBezTo>
                  <a:pt x="231" y="1085"/>
                  <a:pt x="264" y="592"/>
                  <a:pt x="296" y="99"/>
                </a:cubicBezTo>
                <a:cubicBezTo>
                  <a:pt x="296" y="34"/>
                  <a:pt x="247" y="1"/>
                  <a:pt x="19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" name="Google Shape;1003;p11"/>
          <p:cNvSpPr/>
          <p:nvPr/>
        </p:nvSpPr>
        <p:spPr>
          <a:xfrm>
            <a:off x="5470920" y="4067640"/>
            <a:ext cx="7200" cy="38880"/>
          </a:xfrm>
          <a:custGeom>
            <a:avLst/>
            <a:gdLst>
              <a:gd name="textAreaLeft" fmla="*/ 0 w 7200"/>
              <a:gd name="textAreaRight" fmla="*/ 7560 w 7200"/>
              <a:gd name="textAreaTop" fmla="*/ 0 h 38880"/>
              <a:gd name="textAreaBottom" fmla="*/ 39240 h 38880"/>
            </a:gdLst>
            <a:ahLst/>
            <a:cxnLst/>
            <a:rect l="textAreaLeft" t="textAreaTop" r="textAreaRight" b="textAreaBottom"/>
            <a:pathLst>
              <a:path w="350" h="1847">
                <a:moveTo>
                  <a:pt x="185" y="0"/>
                </a:moveTo>
                <a:cubicBezTo>
                  <a:pt x="136" y="0"/>
                  <a:pt x="87" y="33"/>
                  <a:pt x="87" y="99"/>
                </a:cubicBezTo>
                <a:cubicBezTo>
                  <a:pt x="152" y="657"/>
                  <a:pt x="119" y="1183"/>
                  <a:pt x="21" y="1709"/>
                </a:cubicBezTo>
                <a:cubicBezTo>
                  <a:pt x="1" y="1790"/>
                  <a:pt x="68" y="1846"/>
                  <a:pt x="130" y="1846"/>
                </a:cubicBezTo>
                <a:cubicBezTo>
                  <a:pt x="169" y="1846"/>
                  <a:pt x="205" y="1825"/>
                  <a:pt x="218" y="1775"/>
                </a:cubicBezTo>
                <a:cubicBezTo>
                  <a:pt x="317" y="1216"/>
                  <a:pt x="349" y="657"/>
                  <a:pt x="284" y="99"/>
                </a:cubicBezTo>
                <a:cubicBezTo>
                  <a:pt x="284" y="33"/>
                  <a:pt x="234" y="0"/>
                  <a:pt x="18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" name="Google Shape;1004;p11"/>
          <p:cNvSpPr/>
          <p:nvPr/>
        </p:nvSpPr>
        <p:spPr>
          <a:xfrm>
            <a:off x="4925160" y="4258800"/>
            <a:ext cx="7200" cy="25560"/>
          </a:xfrm>
          <a:custGeom>
            <a:avLst/>
            <a:gdLst>
              <a:gd name="textAreaLeft" fmla="*/ 0 w 7200"/>
              <a:gd name="textAreaRight" fmla="*/ 7560 w 72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363" h="1231">
                <a:moveTo>
                  <a:pt x="264" y="1"/>
                </a:moveTo>
                <a:cubicBezTo>
                  <a:pt x="198" y="1"/>
                  <a:pt x="165" y="34"/>
                  <a:pt x="132" y="66"/>
                </a:cubicBezTo>
                <a:cubicBezTo>
                  <a:pt x="1" y="428"/>
                  <a:pt x="1" y="822"/>
                  <a:pt x="165" y="1184"/>
                </a:cubicBezTo>
                <a:cubicBezTo>
                  <a:pt x="188" y="1207"/>
                  <a:pt x="228" y="1230"/>
                  <a:pt x="261" y="1230"/>
                </a:cubicBezTo>
                <a:cubicBezTo>
                  <a:pt x="274" y="1230"/>
                  <a:pt x="287" y="1226"/>
                  <a:pt x="296" y="1217"/>
                </a:cubicBezTo>
                <a:cubicBezTo>
                  <a:pt x="362" y="1184"/>
                  <a:pt x="362" y="1118"/>
                  <a:pt x="362" y="1085"/>
                </a:cubicBezTo>
                <a:lnTo>
                  <a:pt x="329" y="1085"/>
                </a:lnTo>
                <a:cubicBezTo>
                  <a:pt x="198" y="756"/>
                  <a:pt x="198" y="428"/>
                  <a:pt x="329" y="132"/>
                </a:cubicBezTo>
                <a:cubicBezTo>
                  <a:pt x="362" y="66"/>
                  <a:pt x="329" y="1"/>
                  <a:pt x="26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" name="Google Shape;1005;p11"/>
          <p:cNvSpPr/>
          <p:nvPr/>
        </p:nvSpPr>
        <p:spPr>
          <a:xfrm>
            <a:off x="4946040" y="4267080"/>
            <a:ext cx="6120" cy="16200"/>
          </a:xfrm>
          <a:custGeom>
            <a:avLst/>
            <a:gdLst>
              <a:gd name="textAreaLeft" fmla="*/ 0 w 6120"/>
              <a:gd name="textAreaRight" fmla="*/ 6480 w 612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311" h="778">
                <a:moveTo>
                  <a:pt x="171" y="1"/>
                </a:moveTo>
                <a:cubicBezTo>
                  <a:pt x="144" y="1"/>
                  <a:pt x="118" y="13"/>
                  <a:pt x="99" y="41"/>
                </a:cubicBezTo>
                <a:cubicBezTo>
                  <a:pt x="0" y="271"/>
                  <a:pt x="0" y="501"/>
                  <a:pt x="99" y="731"/>
                </a:cubicBezTo>
                <a:cubicBezTo>
                  <a:pt x="122" y="754"/>
                  <a:pt x="162" y="777"/>
                  <a:pt x="195" y="777"/>
                </a:cubicBezTo>
                <a:cubicBezTo>
                  <a:pt x="208" y="777"/>
                  <a:pt x="221" y="773"/>
                  <a:pt x="230" y="764"/>
                </a:cubicBezTo>
                <a:cubicBezTo>
                  <a:pt x="263" y="731"/>
                  <a:pt x="296" y="665"/>
                  <a:pt x="263" y="632"/>
                </a:cubicBezTo>
                <a:lnTo>
                  <a:pt x="263" y="599"/>
                </a:lnTo>
                <a:lnTo>
                  <a:pt x="263" y="567"/>
                </a:lnTo>
                <a:lnTo>
                  <a:pt x="263" y="501"/>
                </a:lnTo>
                <a:lnTo>
                  <a:pt x="263" y="468"/>
                </a:lnTo>
                <a:lnTo>
                  <a:pt x="263" y="402"/>
                </a:lnTo>
                <a:cubicBezTo>
                  <a:pt x="263" y="369"/>
                  <a:pt x="263" y="337"/>
                  <a:pt x="263" y="337"/>
                </a:cubicBezTo>
                <a:cubicBezTo>
                  <a:pt x="263" y="304"/>
                  <a:pt x="263" y="304"/>
                  <a:pt x="263" y="304"/>
                </a:cubicBezTo>
                <a:lnTo>
                  <a:pt x="263" y="271"/>
                </a:lnTo>
                <a:lnTo>
                  <a:pt x="263" y="205"/>
                </a:lnTo>
                <a:lnTo>
                  <a:pt x="263" y="172"/>
                </a:lnTo>
                <a:cubicBezTo>
                  <a:pt x="310" y="78"/>
                  <a:pt x="239" y="1"/>
                  <a:pt x="17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" name="Google Shape;1006;p11"/>
          <p:cNvSpPr/>
          <p:nvPr/>
        </p:nvSpPr>
        <p:spPr>
          <a:xfrm>
            <a:off x="4962240" y="4210200"/>
            <a:ext cx="5400" cy="76680"/>
          </a:xfrm>
          <a:custGeom>
            <a:avLst/>
            <a:gdLst>
              <a:gd name="textAreaLeft" fmla="*/ 0 w 5400"/>
              <a:gd name="textAreaRight" fmla="*/ 5760 w 5400"/>
              <a:gd name="textAreaTop" fmla="*/ 0 h 76680"/>
              <a:gd name="textAreaBottom" fmla="*/ 77040 h 76680"/>
            </a:gdLst>
            <a:ahLst/>
            <a:cxnLst/>
            <a:rect l="textAreaLeft" t="textAreaTop" r="textAreaRight" b="textAreaBottom"/>
            <a:pathLst>
              <a:path w="264" h="3648">
                <a:moveTo>
                  <a:pt x="148" y="0"/>
                </a:moveTo>
                <a:cubicBezTo>
                  <a:pt x="91" y="0"/>
                  <a:pt x="33" y="33"/>
                  <a:pt x="33" y="99"/>
                </a:cubicBezTo>
                <a:lnTo>
                  <a:pt x="0" y="3549"/>
                </a:lnTo>
                <a:cubicBezTo>
                  <a:pt x="0" y="3615"/>
                  <a:pt x="50" y="3648"/>
                  <a:pt x="99" y="3648"/>
                </a:cubicBezTo>
                <a:cubicBezTo>
                  <a:pt x="148" y="3648"/>
                  <a:pt x="197" y="3615"/>
                  <a:pt x="197" y="3549"/>
                </a:cubicBezTo>
                <a:lnTo>
                  <a:pt x="263" y="99"/>
                </a:lnTo>
                <a:cubicBezTo>
                  <a:pt x="263" y="33"/>
                  <a:pt x="206" y="0"/>
                  <a:pt x="14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520" bIns="38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" name="Google Shape;1007;p11"/>
          <p:cNvSpPr/>
          <p:nvPr/>
        </p:nvSpPr>
        <p:spPr>
          <a:xfrm>
            <a:off x="4984920" y="4280760"/>
            <a:ext cx="8280" cy="16200"/>
          </a:xfrm>
          <a:custGeom>
            <a:avLst/>
            <a:gdLst>
              <a:gd name="textAreaLeft" fmla="*/ 0 w 8280"/>
              <a:gd name="textAreaRight" fmla="*/ 8640 w 828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410" h="788">
                <a:moveTo>
                  <a:pt x="239" y="1"/>
                </a:moveTo>
                <a:cubicBezTo>
                  <a:pt x="195" y="1"/>
                  <a:pt x="155" y="24"/>
                  <a:pt x="132" y="47"/>
                </a:cubicBezTo>
                <a:cubicBezTo>
                  <a:pt x="1" y="277"/>
                  <a:pt x="1" y="573"/>
                  <a:pt x="198" y="770"/>
                </a:cubicBezTo>
                <a:cubicBezTo>
                  <a:pt x="210" y="782"/>
                  <a:pt x="226" y="788"/>
                  <a:pt x="243" y="788"/>
                </a:cubicBezTo>
                <a:cubicBezTo>
                  <a:pt x="316" y="788"/>
                  <a:pt x="409" y="686"/>
                  <a:pt x="329" y="606"/>
                </a:cubicBezTo>
                <a:lnTo>
                  <a:pt x="329" y="540"/>
                </a:lnTo>
                <a:lnTo>
                  <a:pt x="296" y="507"/>
                </a:lnTo>
                <a:lnTo>
                  <a:pt x="296" y="474"/>
                </a:lnTo>
                <a:lnTo>
                  <a:pt x="263" y="409"/>
                </a:lnTo>
                <a:cubicBezTo>
                  <a:pt x="263" y="376"/>
                  <a:pt x="263" y="376"/>
                  <a:pt x="263" y="376"/>
                </a:cubicBezTo>
                <a:lnTo>
                  <a:pt x="263" y="310"/>
                </a:lnTo>
                <a:lnTo>
                  <a:pt x="263" y="244"/>
                </a:lnTo>
                <a:lnTo>
                  <a:pt x="263" y="211"/>
                </a:lnTo>
                <a:cubicBezTo>
                  <a:pt x="296" y="211"/>
                  <a:pt x="296" y="179"/>
                  <a:pt x="329" y="146"/>
                </a:cubicBezTo>
                <a:cubicBezTo>
                  <a:pt x="329" y="113"/>
                  <a:pt x="329" y="47"/>
                  <a:pt x="296" y="14"/>
                </a:cubicBezTo>
                <a:cubicBezTo>
                  <a:pt x="277" y="5"/>
                  <a:pt x="258" y="1"/>
                  <a:pt x="23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" name="Google Shape;1008;p11"/>
          <p:cNvSpPr/>
          <p:nvPr/>
        </p:nvSpPr>
        <p:spPr>
          <a:xfrm>
            <a:off x="5004360" y="4285440"/>
            <a:ext cx="5400" cy="12600"/>
          </a:xfrm>
          <a:custGeom>
            <a:avLst/>
            <a:gdLst>
              <a:gd name="textAreaLeft" fmla="*/ 0 w 5400"/>
              <a:gd name="textAreaRight" fmla="*/ 5760 w 54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264" h="617">
                <a:moveTo>
                  <a:pt x="132" y="0"/>
                </a:moveTo>
                <a:cubicBezTo>
                  <a:pt x="99" y="0"/>
                  <a:pt x="34" y="33"/>
                  <a:pt x="1" y="66"/>
                </a:cubicBezTo>
                <a:cubicBezTo>
                  <a:pt x="1" y="230"/>
                  <a:pt x="1" y="395"/>
                  <a:pt x="66" y="559"/>
                </a:cubicBezTo>
                <a:cubicBezTo>
                  <a:pt x="66" y="559"/>
                  <a:pt x="99" y="592"/>
                  <a:pt x="99" y="592"/>
                </a:cubicBezTo>
                <a:cubicBezTo>
                  <a:pt x="116" y="608"/>
                  <a:pt x="132" y="617"/>
                  <a:pt x="149" y="617"/>
                </a:cubicBezTo>
                <a:cubicBezTo>
                  <a:pt x="165" y="617"/>
                  <a:pt x="181" y="608"/>
                  <a:pt x="198" y="592"/>
                </a:cubicBezTo>
                <a:cubicBezTo>
                  <a:pt x="231" y="592"/>
                  <a:pt x="264" y="526"/>
                  <a:pt x="264" y="493"/>
                </a:cubicBezTo>
                <a:lnTo>
                  <a:pt x="231" y="493"/>
                </a:lnTo>
                <a:cubicBezTo>
                  <a:pt x="231" y="460"/>
                  <a:pt x="198" y="428"/>
                  <a:pt x="198" y="395"/>
                </a:cubicBezTo>
                <a:lnTo>
                  <a:pt x="198" y="329"/>
                </a:lnTo>
                <a:lnTo>
                  <a:pt x="198" y="296"/>
                </a:lnTo>
                <a:cubicBezTo>
                  <a:pt x="198" y="263"/>
                  <a:pt x="198" y="230"/>
                  <a:pt x="198" y="198"/>
                </a:cubicBezTo>
                <a:cubicBezTo>
                  <a:pt x="198" y="198"/>
                  <a:pt x="198" y="165"/>
                  <a:pt x="198" y="165"/>
                </a:cubicBezTo>
                <a:lnTo>
                  <a:pt x="198" y="132"/>
                </a:lnTo>
                <a:cubicBezTo>
                  <a:pt x="198" y="99"/>
                  <a:pt x="198" y="99"/>
                  <a:pt x="198" y="66"/>
                </a:cubicBezTo>
                <a:cubicBezTo>
                  <a:pt x="198" y="33"/>
                  <a:pt x="165" y="33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5" name="Google Shape;1009;p11"/>
          <p:cNvSpPr/>
          <p:nvPr/>
        </p:nvSpPr>
        <p:spPr>
          <a:xfrm>
            <a:off x="5023440" y="4264560"/>
            <a:ext cx="5400" cy="34560"/>
          </a:xfrm>
          <a:custGeom>
            <a:avLst/>
            <a:gdLst>
              <a:gd name="textAreaLeft" fmla="*/ 0 w 5400"/>
              <a:gd name="textAreaRight" fmla="*/ 5760 w 540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64" h="1644">
                <a:moveTo>
                  <a:pt x="165" y="1"/>
                </a:moveTo>
                <a:cubicBezTo>
                  <a:pt x="99" y="1"/>
                  <a:pt x="67" y="33"/>
                  <a:pt x="67" y="99"/>
                </a:cubicBezTo>
                <a:cubicBezTo>
                  <a:pt x="1" y="592"/>
                  <a:pt x="1" y="1052"/>
                  <a:pt x="34" y="1545"/>
                </a:cubicBezTo>
                <a:cubicBezTo>
                  <a:pt x="34" y="1611"/>
                  <a:pt x="83" y="1644"/>
                  <a:pt x="132" y="1644"/>
                </a:cubicBezTo>
                <a:cubicBezTo>
                  <a:pt x="182" y="1644"/>
                  <a:pt x="231" y="1611"/>
                  <a:pt x="231" y="1545"/>
                </a:cubicBezTo>
                <a:cubicBezTo>
                  <a:pt x="198" y="1052"/>
                  <a:pt x="231" y="592"/>
                  <a:pt x="264" y="99"/>
                </a:cubicBezTo>
                <a:cubicBezTo>
                  <a:pt x="264" y="33"/>
                  <a:pt x="231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6" name="Google Shape;1010;p11"/>
          <p:cNvSpPr/>
          <p:nvPr/>
        </p:nvSpPr>
        <p:spPr>
          <a:xfrm>
            <a:off x="5076720" y="4154040"/>
            <a:ext cx="5760" cy="62280"/>
          </a:xfrm>
          <a:custGeom>
            <a:avLst/>
            <a:gdLst>
              <a:gd name="textAreaLeft" fmla="*/ 0 w 5760"/>
              <a:gd name="textAreaRight" fmla="*/ 6120 w 5760"/>
              <a:gd name="textAreaTop" fmla="*/ 0 h 62280"/>
              <a:gd name="textAreaBottom" fmla="*/ 62640 h 62280"/>
            </a:gdLst>
            <a:ahLst/>
            <a:cxnLst/>
            <a:rect l="textAreaLeft" t="textAreaTop" r="textAreaRight" b="textAreaBottom"/>
            <a:pathLst>
              <a:path w="296" h="2959">
                <a:moveTo>
                  <a:pt x="99" y="1"/>
                </a:moveTo>
                <a:cubicBezTo>
                  <a:pt x="49" y="1"/>
                  <a:pt x="0" y="34"/>
                  <a:pt x="0" y="99"/>
                </a:cubicBezTo>
                <a:cubicBezTo>
                  <a:pt x="33" y="1019"/>
                  <a:pt x="66" y="1940"/>
                  <a:pt x="99" y="2860"/>
                </a:cubicBezTo>
                <a:cubicBezTo>
                  <a:pt x="99" y="2925"/>
                  <a:pt x="148" y="2958"/>
                  <a:pt x="197" y="2958"/>
                </a:cubicBezTo>
                <a:cubicBezTo>
                  <a:pt x="247" y="2958"/>
                  <a:pt x="296" y="2925"/>
                  <a:pt x="296" y="2860"/>
                </a:cubicBezTo>
                <a:cubicBezTo>
                  <a:pt x="263" y="1940"/>
                  <a:pt x="230" y="1019"/>
                  <a:pt x="197" y="99"/>
                </a:cubicBez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7" name="Google Shape;1011;p11"/>
          <p:cNvSpPr/>
          <p:nvPr/>
        </p:nvSpPr>
        <p:spPr>
          <a:xfrm>
            <a:off x="5092920" y="4192920"/>
            <a:ext cx="5400" cy="30960"/>
          </a:xfrm>
          <a:custGeom>
            <a:avLst/>
            <a:gdLst>
              <a:gd name="textAreaLeft" fmla="*/ 0 w 5400"/>
              <a:gd name="textAreaRight" fmla="*/ 5760 w 540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64" h="1480">
                <a:moveTo>
                  <a:pt x="165" y="1"/>
                </a:moveTo>
                <a:cubicBezTo>
                  <a:pt x="100" y="1"/>
                  <a:pt x="67" y="34"/>
                  <a:pt x="67" y="100"/>
                </a:cubicBezTo>
                <a:cubicBezTo>
                  <a:pt x="1" y="527"/>
                  <a:pt x="1" y="954"/>
                  <a:pt x="34" y="1381"/>
                </a:cubicBezTo>
                <a:cubicBezTo>
                  <a:pt x="34" y="1447"/>
                  <a:pt x="83" y="1480"/>
                  <a:pt x="132" y="1480"/>
                </a:cubicBezTo>
                <a:cubicBezTo>
                  <a:pt x="182" y="1480"/>
                  <a:pt x="231" y="1447"/>
                  <a:pt x="231" y="1381"/>
                </a:cubicBezTo>
                <a:cubicBezTo>
                  <a:pt x="198" y="954"/>
                  <a:pt x="231" y="527"/>
                  <a:pt x="264" y="100"/>
                </a:cubicBezTo>
                <a:cubicBezTo>
                  <a:pt x="264" y="34"/>
                  <a:pt x="198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8" name="Google Shape;1012;p11"/>
          <p:cNvSpPr/>
          <p:nvPr/>
        </p:nvSpPr>
        <p:spPr>
          <a:xfrm>
            <a:off x="5104800" y="4224240"/>
            <a:ext cx="5400" cy="25920"/>
          </a:xfrm>
          <a:custGeom>
            <a:avLst/>
            <a:gdLst>
              <a:gd name="textAreaLeft" fmla="*/ 0 w 5400"/>
              <a:gd name="textAreaRight" fmla="*/ 5760 w 540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64" h="1250">
                <a:moveTo>
                  <a:pt x="198" y="1"/>
                </a:moveTo>
                <a:cubicBezTo>
                  <a:pt x="132" y="1"/>
                  <a:pt x="66" y="34"/>
                  <a:pt x="66" y="99"/>
                </a:cubicBezTo>
                <a:cubicBezTo>
                  <a:pt x="1" y="428"/>
                  <a:pt x="1" y="822"/>
                  <a:pt x="66" y="1184"/>
                </a:cubicBezTo>
                <a:cubicBezTo>
                  <a:pt x="66" y="1217"/>
                  <a:pt x="132" y="1249"/>
                  <a:pt x="198" y="1249"/>
                </a:cubicBezTo>
                <a:cubicBezTo>
                  <a:pt x="231" y="1217"/>
                  <a:pt x="263" y="1184"/>
                  <a:pt x="263" y="1118"/>
                </a:cubicBezTo>
                <a:cubicBezTo>
                  <a:pt x="198" y="789"/>
                  <a:pt x="198" y="461"/>
                  <a:pt x="263" y="132"/>
                </a:cubicBezTo>
                <a:cubicBezTo>
                  <a:pt x="263" y="66"/>
                  <a:pt x="231" y="34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9" name="Google Shape;1013;p11"/>
          <p:cNvSpPr/>
          <p:nvPr/>
        </p:nvSpPr>
        <p:spPr>
          <a:xfrm>
            <a:off x="5138640" y="4240800"/>
            <a:ext cx="7560" cy="64080"/>
          </a:xfrm>
          <a:custGeom>
            <a:avLst/>
            <a:gdLst>
              <a:gd name="textAreaLeft" fmla="*/ 0 w 7560"/>
              <a:gd name="textAreaRight" fmla="*/ 7920 w 7560"/>
              <a:gd name="textAreaTop" fmla="*/ 0 h 64080"/>
              <a:gd name="textAreaBottom" fmla="*/ 64440 h 64080"/>
            </a:gdLst>
            <a:ahLst/>
            <a:cxnLst/>
            <a:rect l="textAreaLeft" t="textAreaTop" r="textAreaRight" b="textAreaBottom"/>
            <a:pathLst>
              <a:path w="370" h="3051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lnTo>
                  <a:pt x="1" y="2563"/>
                </a:lnTo>
                <a:cubicBezTo>
                  <a:pt x="1" y="2728"/>
                  <a:pt x="1" y="2925"/>
                  <a:pt x="165" y="3023"/>
                </a:cubicBezTo>
                <a:cubicBezTo>
                  <a:pt x="197" y="3043"/>
                  <a:pt x="225" y="3051"/>
                  <a:pt x="249" y="3051"/>
                </a:cubicBezTo>
                <a:cubicBezTo>
                  <a:pt x="347" y="3051"/>
                  <a:pt x="370" y="2912"/>
                  <a:pt x="264" y="2859"/>
                </a:cubicBezTo>
                <a:lnTo>
                  <a:pt x="264" y="2826"/>
                </a:lnTo>
                <a:cubicBezTo>
                  <a:pt x="198" y="2793"/>
                  <a:pt x="231" y="2629"/>
                  <a:pt x="231" y="2563"/>
                </a:cubicBezTo>
                <a:lnTo>
                  <a:pt x="231" y="99"/>
                </a:ln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0" name="Google Shape;1014;p11"/>
          <p:cNvSpPr/>
          <p:nvPr/>
        </p:nvSpPr>
        <p:spPr>
          <a:xfrm>
            <a:off x="5162400" y="4277520"/>
            <a:ext cx="6480" cy="23400"/>
          </a:xfrm>
          <a:custGeom>
            <a:avLst/>
            <a:gdLst>
              <a:gd name="textAreaLeft" fmla="*/ 0 w 6480"/>
              <a:gd name="textAreaRight" fmla="*/ 6840 w 648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330" h="1119">
                <a:moveTo>
                  <a:pt x="132" y="1"/>
                </a:moveTo>
                <a:cubicBezTo>
                  <a:pt x="67" y="1"/>
                  <a:pt x="34" y="34"/>
                  <a:pt x="34" y="99"/>
                </a:cubicBezTo>
                <a:cubicBezTo>
                  <a:pt x="1" y="428"/>
                  <a:pt x="34" y="724"/>
                  <a:pt x="132" y="1052"/>
                </a:cubicBezTo>
                <a:cubicBezTo>
                  <a:pt x="132" y="1085"/>
                  <a:pt x="198" y="1118"/>
                  <a:pt x="264" y="1118"/>
                </a:cubicBezTo>
                <a:cubicBezTo>
                  <a:pt x="297" y="1085"/>
                  <a:pt x="330" y="1052"/>
                  <a:pt x="330" y="987"/>
                </a:cubicBezTo>
                <a:cubicBezTo>
                  <a:pt x="231" y="691"/>
                  <a:pt x="198" y="395"/>
                  <a:pt x="231" y="99"/>
                </a:cubicBezTo>
                <a:cubicBezTo>
                  <a:pt x="231" y="34"/>
                  <a:pt x="198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1" name="Google Shape;1015;p11"/>
          <p:cNvSpPr/>
          <p:nvPr/>
        </p:nvSpPr>
        <p:spPr>
          <a:xfrm>
            <a:off x="5225760" y="4165560"/>
            <a:ext cx="5400" cy="46800"/>
          </a:xfrm>
          <a:custGeom>
            <a:avLst/>
            <a:gdLst>
              <a:gd name="textAreaLeft" fmla="*/ 0 w 5400"/>
              <a:gd name="textAreaRight" fmla="*/ 5760 w 5400"/>
              <a:gd name="textAreaTop" fmla="*/ 0 h 46800"/>
              <a:gd name="textAreaBottom" fmla="*/ 47160 h 46800"/>
            </a:gdLst>
            <a:ahLst/>
            <a:cxnLst/>
            <a:rect l="textAreaLeft" t="textAreaTop" r="textAreaRight" b="textAreaBottom"/>
            <a:pathLst>
              <a:path w="264" h="2235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cubicBezTo>
                  <a:pt x="0" y="789"/>
                  <a:pt x="0" y="1479"/>
                  <a:pt x="66" y="2136"/>
                </a:cubicBezTo>
                <a:cubicBezTo>
                  <a:pt x="66" y="2202"/>
                  <a:pt x="115" y="2235"/>
                  <a:pt x="165" y="2235"/>
                </a:cubicBezTo>
                <a:cubicBezTo>
                  <a:pt x="214" y="2235"/>
                  <a:pt x="263" y="2202"/>
                  <a:pt x="263" y="2136"/>
                </a:cubicBezTo>
                <a:cubicBezTo>
                  <a:pt x="230" y="1479"/>
                  <a:pt x="197" y="789"/>
                  <a:pt x="197" y="99"/>
                </a:cubicBez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2" name="Google Shape;1016;p11"/>
          <p:cNvSpPr/>
          <p:nvPr/>
        </p:nvSpPr>
        <p:spPr>
          <a:xfrm>
            <a:off x="5245920" y="4189680"/>
            <a:ext cx="6480" cy="22320"/>
          </a:xfrm>
          <a:custGeom>
            <a:avLst/>
            <a:gdLst>
              <a:gd name="textAreaLeft" fmla="*/ 0 w 6480"/>
              <a:gd name="textAreaRight" fmla="*/ 6840 w 648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317" h="1076">
                <a:moveTo>
                  <a:pt x="198" y="1"/>
                </a:moveTo>
                <a:cubicBezTo>
                  <a:pt x="149" y="1"/>
                  <a:pt x="95" y="27"/>
                  <a:pt x="66" y="84"/>
                </a:cubicBezTo>
                <a:cubicBezTo>
                  <a:pt x="0" y="380"/>
                  <a:pt x="0" y="709"/>
                  <a:pt x="66" y="1004"/>
                </a:cubicBezTo>
                <a:cubicBezTo>
                  <a:pt x="78" y="1055"/>
                  <a:pt x="120" y="1076"/>
                  <a:pt x="164" y="1076"/>
                </a:cubicBezTo>
                <a:cubicBezTo>
                  <a:pt x="236" y="1076"/>
                  <a:pt x="316" y="1020"/>
                  <a:pt x="296" y="939"/>
                </a:cubicBezTo>
                <a:cubicBezTo>
                  <a:pt x="197" y="676"/>
                  <a:pt x="197" y="380"/>
                  <a:pt x="296" y="117"/>
                </a:cubicBezTo>
                <a:cubicBezTo>
                  <a:pt x="314" y="43"/>
                  <a:pt x="260" y="1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3" name="Google Shape;1017;p11"/>
          <p:cNvSpPr/>
          <p:nvPr/>
        </p:nvSpPr>
        <p:spPr>
          <a:xfrm>
            <a:off x="5266800" y="4258800"/>
            <a:ext cx="3960" cy="54000"/>
          </a:xfrm>
          <a:custGeom>
            <a:avLst/>
            <a:gdLst>
              <a:gd name="textAreaLeft" fmla="*/ 0 w 3960"/>
              <a:gd name="textAreaRight" fmla="*/ 4320 w 396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199" h="2564">
                <a:moveTo>
                  <a:pt x="100" y="1"/>
                </a:moveTo>
                <a:cubicBezTo>
                  <a:pt x="50" y="1"/>
                  <a:pt x="1" y="34"/>
                  <a:pt x="1" y="99"/>
                </a:cubicBezTo>
                <a:lnTo>
                  <a:pt x="1" y="2465"/>
                </a:lnTo>
                <a:cubicBezTo>
                  <a:pt x="1" y="2531"/>
                  <a:pt x="50" y="2564"/>
                  <a:pt x="100" y="2564"/>
                </a:cubicBezTo>
                <a:cubicBezTo>
                  <a:pt x="149" y="2564"/>
                  <a:pt x="198" y="2531"/>
                  <a:pt x="198" y="2465"/>
                </a:cubicBezTo>
                <a:cubicBezTo>
                  <a:pt x="165" y="1677"/>
                  <a:pt x="165" y="888"/>
                  <a:pt x="198" y="99"/>
                </a:cubicBezTo>
                <a:cubicBezTo>
                  <a:pt x="198" y="34"/>
                  <a:pt x="149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4" name="Google Shape;1018;p11"/>
          <p:cNvSpPr/>
          <p:nvPr/>
        </p:nvSpPr>
        <p:spPr>
          <a:xfrm>
            <a:off x="5276520" y="4193640"/>
            <a:ext cx="7200" cy="36000"/>
          </a:xfrm>
          <a:custGeom>
            <a:avLst/>
            <a:gdLst>
              <a:gd name="textAreaLeft" fmla="*/ 0 w 7200"/>
              <a:gd name="textAreaRight" fmla="*/ 7560 w 720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349" h="1716">
                <a:moveTo>
                  <a:pt x="131" y="1"/>
                </a:moveTo>
                <a:cubicBezTo>
                  <a:pt x="82" y="1"/>
                  <a:pt x="33" y="34"/>
                  <a:pt x="33" y="99"/>
                </a:cubicBezTo>
                <a:cubicBezTo>
                  <a:pt x="0" y="625"/>
                  <a:pt x="33" y="1118"/>
                  <a:pt x="131" y="1644"/>
                </a:cubicBezTo>
                <a:cubicBezTo>
                  <a:pt x="144" y="1694"/>
                  <a:pt x="181" y="1715"/>
                  <a:pt x="219" y="1715"/>
                </a:cubicBezTo>
                <a:cubicBezTo>
                  <a:pt x="281" y="1715"/>
                  <a:pt x="349" y="1659"/>
                  <a:pt x="329" y="1578"/>
                </a:cubicBezTo>
                <a:cubicBezTo>
                  <a:pt x="230" y="1085"/>
                  <a:pt x="197" y="592"/>
                  <a:pt x="230" y="99"/>
                </a:cubicBezTo>
                <a:cubicBezTo>
                  <a:pt x="230" y="34"/>
                  <a:pt x="181" y="1"/>
                  <a:pt x="1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5" name="Google Shape;1019;p11"/>
          <p:cNvSpPr/>
          <p:nvPr/>
        </p:nvSpPr>
        <p:spPr>
          <a:xfrm>
            <a:off x="5314680" y="4229640"/>
            <a:ext cx="7200" cy="63720"/>
          </a:xfrm>
          <a:custGeom>
            <a:avLst/>
            <a:gdLst>
              <a:gd name="textAreaLeft" fmla="*/ 0 w 7200"/>
              <a:gd name="textAreaRight" fmla="*/ 7560 w 7200"/>
              <a:gd name="textAreaTop" fmla="*/ 0 h 63720"/>
              <a:gd name="textAreaBottom" fmla="*/ 64080 h 63720"/>
            </a:gdLst>
            <a:ahLst/>
            <a:cxnLst/>
            <a:rect l="textAreaLeft" t="textAreaTop" r="textAreaRight" b="textAreaBottom"/>
            <a:pathLst>
              <a:path w="362" h="3024">
                <a:moveTo>
                  <a:pt x="99" y="1"/>
                </a:moveTo>
                <a:cubicBezTo>
                  <a:pt x="50" y="1"/>
                  <a:pt x="0" y="33"/>
                  <a:pt x="0" y="99"/>
                </a:cubicBezTo>
                <a:lnTo>
                  <a:pt x="165" y="2925"/>
                </a:lnTo>
                <a:cubicBezTo>
                  <a:pt x="165" y="2991"/>
                  <a:pt x="214" y="3024"/>
                  <a:pt x="263" y="3024"/>
                </a:cubicBezTo>
                <a:cubicBezTo>
                  <a:pt x="313" y="3024"/>
                  <a:pt x="362" y="2991"/>
                  <a:pt x="362" y="2925"/>
                </a:cubicBezTo>
                <a:lnTo>
                  <a:pt x="197" y="99"/>
                </a:lnTo>
                <a:cubicBezTo>
                  <a:pt x="197" y="33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6" name="Google Shape;1020;p11"/>
          <p:cNvSpPr/>
          <p:nvPr/>
        </p:nvSpPr>
        <p:spPr>
          <a:xfrm>
            <a:off x="5317560" y="4307040"/>
            <a:ext cx="5760" cy="15120"/>
          </a:xfrm>
          <a:custGeom>
            <a:avLst/>
            <a:gdLst>
              <a:gd name="textAreaLeft" fmla="*/ 0 w 5760"/>
              <a:gd name="textAreaRight" fmla="*/ 6120 w 576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297" h="736">
                <a:moveTo>
                  <a:pt x="99" y="0"/>
                </a:moveTo>
                <a:cubicBezTo>
                  <a:pt x="34" y="0"/>
                  <a:pt x="1" y="66"/>
                  <a:pt x="1" y="99"/>
                </a:cubicBezTo>
                <a:cubicBezTo>
                  <a:pt x="1" y="296"/>
                  <a:pt x="34" y="493"/>
                  <a:pt x="99" y="657"/>
                </a:cubicBezTo>
                <a:cubicBezTo>
                  <a:pt x="99" y="705"/>
                  <a:pt x="135" y="736"/>
                  <a:pt x="179" y="736"/>
                </a:cubicBezTo>
                <a:cubicBezTo>
                  <a:pt x="196" y="736"/>
                  <a:pt x="213" y="732"/>
                  <a:pt x="231" y="723"/>
                </a:cubicBezTo>
                <a:cubicBezTo>
                  <a:pt x="264" y="723"/>
                  <a:pt x="297" y="657"/>
                  <a:pt x="297" y="592"/>
                </a:cubicBezTo>
                <a:lnTo>
                  <a:pt x="264" y="592"/>
                </a:lnTo>
                <a:cubicBezTo>
                  <a:pt x="231" y="493"/>
                  <a:pt x="231" y="427"/>
                  <a:pt x="198" y="329"/>
                </a:cubicBezTo>
                <a:lnTo>
                  <a:pt x="198" y="296"/>
                </a:lnTo>
                <a:lnTo>
                  <a:pt x="198" y="230"/>
                </a:lnTo>
                <a:lnTo>
                  <a:pt x="198" y="99"/>
                </a:lnTo>
                <a:cubicBezTo>
                  <a:pt x="198" y="66"/>
                  <a:pt x="165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7" name="Google Shape;1021;p11"/>
          <p:cNvSpPr/>
          <p:nvPr/>
        </p:nvSpPr>
        <p:spPr>
          <a:xfrm>
            <a:off x="5347440" y="4206600"/>
            <a:ext cx="9000" cy="122760"/>
          </a:xfrm>
          <a:custGeom>
            <a:avLst/>
            <a:gdLst>
              <a:gd name="textAreaLeft" fmla="*/ 0 w 9000"/>
              <a:gd name="textAreaRight" fmla="*/ 9360 w 9000"/>
              <a:gd name="textAreaTop" fmla="*/ 0 h 122760"/>
              <a:gd name="textAreaBottom" fmla="*/ 123120 h 122760"/>
            </a:gdLst>
            <a:ahLst/>
            <a:cxnLst/>
            <a:rect l="textAreaLeft" t="textAreaTop" r="textAreaRight" b="textAreaBottom"/>
            <a:pathLst>
              <a:path w="445" h="5817">
                <a:moveTo>
                  <a:pt x="194" y="0"/>
                </a:moveTo>
                <a:cubicBezTo>
                  <a:pt x="140" y="0"/>
                  <a:pt x="83" y="33"/>
                  <a:pt x="66" y="99"/>
                </a:cubicBezTo>
                <a:cubicBezTo>
                  <a:pt x="1" y="1972"/>
                  <a:pt x="34" y="3845"/>
                  <a:pt x="231" y="5718"/>
                </a:cubicBezTo>
                <a:cubicBezTo>
                  <a:pt x="231" y="5784"/>
                  <a:pt x="288" y="5816"/>
                  <a:pt x="342" y="5816"/>
                </a:cubicBezTo>
                <a:cubicBezTo>
                  <a:pt x="395" y="5816"/>
                  <a:pt x="444" y="5784"/>
                  <a:pt x="428" y="5718"/>
                </a:cubicBezTo>
                <a:cubicBezTo>
                  <a:pt x="231" y="3845"/>
                  <a:pt x="198" y="1972"/>
                  <a:pt x="297" y="99"/>
                </a:cubicBezTo>
                <a:cubicBezTo>
                  <a:pt x="297" y="33"/>
                  <a:pt x="247" y="0"/>
                  <a:pt x="19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560" bIns="61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8" name="Google Shape;1022;p11"/>
          <p:cNvSpPr/>
          <p:nvPr/>
        </p:nvSpPr>
        <p:spPr>
          <a:xfrm>
            <a:off x="5410800" y="4172040"/>
            <a:ext cx="5760" cy="115200"/>
          </a:xfrm>
          <a:custGeom>
            <a:avLst/>
            <a:gdLst>
              <a:gd name="textAreaLeft" fmla="*/ 0 w 5760"/>
              <a:gd name="textAreaRight" fmla="*/ 6120 w 5760"/>
              <a:gd name="textAreaTop" fmla="*/ 0 h 115200"/>
              <a:gd name="textAreaBottom" fmla="*/ 115560 h 115200"/>
            </a:gdLst>
            <a:ahLst/>
            <a:cxnLst/>
            <a:rect l="textAreaLeft" t="textAreaTop" r="textAreaRight" b="textAreaBottom"/>
            <a:pathLst>
              <a:path w="296" h="5455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cubicBezTo>
                  <a:pt x="33" y="1840"/>
                  <a:pt x="66" y="3582"/>
                  <a:pt x="99" y="5356"/>
                </a:cubicBezTo>
                <a:cubicBezTo>
                  <a:pt x="99" y="5422"/>
                  <a:pt x="148" y="5455"/>
                  <a:pt x="197" y="5455"/>
                </a:cubicBezTo>
                <a:cubicBezTo>
                  <a:pt x="246" y="5455"/>
                  <a:pt x="296" y="5422"/>
                  <a:pt x="296" y="5356"/>
                </a:cubicBezTo>
                <a:cubicBezTo>
                  <a:pt x="263" y="3615"/>
                  <a:pt x="230" y="1840"/>
                  <a:pt x="197" y="99"/>
                </a:cubicBez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0" bIns="57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9" name="Google Shape;1023;p11"/>
          <p:cNvSpPr/>
          <p:nvPr/>
        </p:nvSpPr>
        <p:spPr>
          <a:xfrm>
            <a:off x="5412240" y="4304520"/>
            <a:ext cx="5760" cy="21600"/>
          </a:xfrm>
          <a:custGeom>
            <a:avLst/>
            <a:gdLst>
              <a:gd name="textAreaLeft" fmla="*/ 0 w 5760"/>
              <a:gd name="textAreaRight" fmla="*/ 6120 w 576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284" h="1032">
                <a:moveTo>
                  <a:pt x="168" y="1"/>
                </a:moveTo>
                <a:cubicBezTo>
                  <a:pt x="131" y="1"/>
                  <a:pt x="92" y="22"/>
                  <a:pt x="66" y="72"/>
                </a:cubicBezTo>
                <a:cubicBezTo>
                  <a:pt x="1" y="368"/>
                  <a:pt x="1" y="664"/>
                  <a:pt x="66" y="959"/>
                </a:cubicBezTo>
                <a:cubicBezTo>
                  <a:pt x="79" y="1010"/>
                  <a:pt x="116" y="1031"/>
                  <a:pt x="154" y="1031"/>
                </a:cubicBezTo>
                <a:cubicBezTo>
                  <a:pt x="216" y="1031"/>
                  <a:pt x="284" y="975"/>
                  <a:pt x="264" y="894"/>
                </a:cubicBezTo>
                <a:cubicBezTo>
                  <a:pt x="198" y="631"/>
                  <a:pt x="198" y="368"/>
                  <a:pt x="264" y="138"/>
                </a:cubicBezTo>
                <a:cubicBezTo>
                  <a:pt x="284" y="57"/>
                  <a:pt x="229" y="1"/>
                  <a:pt x="16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0" name="Google Shape;1024;p11"/>
          <p:cNvSpPr/>
          <p:nvPr/>
        </p:nvSpPr>
        <p:spPr>
          <a:xfrm>
            <a:off x="5433120" y="4302720"/>
            <a:ext cx="5760" cy="19800"/>
          </a:xfrm>
          <a:custGeom>
            <a:avLst/>
            <a:gdLst>
              <a:gd name="textAreaLeft" fmla="*/ 0 w 5760"/>
              <a:gd name="textAreaRight" fmla="*/ 6120 w 576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84" h="960">
                <a:moveTo>
                  <a:pt x="132" y="1"/>
                </a:moveTo>
                <a:cubicBezTo>
                  <a:pt x="66" y="1"/>
                  <a:pt x="33" y="34"/>
                  <a:pt x="33" y="99"/>
                </a:cubicBezTo>
                <a:cubicBezTo>
                  <a:pt x="1" y="362"/>
                  <a:pt x="1" y="625"/>
                  <a:pt x="66" y="888"/>
                </a:cubicBezTo>
                <a:cubicBezTo>
                  <a:pt x="79" y="938"/>
                  <a:pt x="115" y="960"/>
                  <a:pt x="154" y="960"/>
                </a:cubicBezTo>
                <a:cubicBezTo>
                  <a:pt x="216" y="960"/>
                  <a:pt x="284" y="904"/>
                  <a:pt x="263" y="822"/>
                </a:cubicBezTo>
                <a:cubicBezTo>
                  <a:pt x="231" y="592"/>
                  <a:pt x="198" y="329"/>
                  <a:pt x="231" y="99"/>
                </a:cubicBezTo>
                <a:cubicBezTo>
                  <a:pt x="231" y="34"/>
                  <a:pt x="198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1" name="Google Shape;1025;p11"/>
          <p:cNvSpPr/>
          <p:nvPr/>
        </p:nvSpPr>
        <p:spPr>
          <a:xfrm>
            <a:off x="5446080" y="4299120"/>
            <a:ext cx="5400" cy="25560"/>
          </a:xfrm>
          <a:custGeom>
            <a:avLst/>
            <a:gdLst>
              <a:gd name="textAreaLeft" fmla="*/ 0 w 5400"/>
              <a:gd name="textAreaRight" fmla="*/ 5760 w 54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64" h="1230">
                <a:moveTo>
                  <a:pt x="132" y="1"/>
                </a:moveTo>
                <a:cubicBezTo>
                  <a:pt x="83" y="1"/>
                  <a:pt x="34" y="33"/>
                  <a:pt x="34" y="99"/>
                </a:cubicBezTo>
                <a:cubicBezTo>
                  <a:pt x="1" y="461"/>
                  <a:pt x="1" y="789"/>
                  <a:pt x="67" y="1151"/>
                </a:cubicBezTo>
                <a:cubicBezTo>
                  <a:pt x="67" y="1199"/>
                  <a:pt x="102" y="1229"/>
                  <a:pt x="147" y="1229"/>
                </a:cubicBezTo>
                <a:cubicBezTo>
                  <a:pt x="163" y="1229"/>
                  <a:pt x="180" y="1225"/>
                  <a:pt x="198" y="1216"/>
                </a:cubicBezTo>
                <a:cubicBezTo>
                  <a:pt x="231" y="1216"/>
                  <a:pt x="264" y="1151"/>
                  <a:pt x="264" y="1118"/>
                </a:cubicBezTo>
                <a:cubicBezTo>
                  <a:pt x="198" y="756"/>
                  <a:pt x="198" y="428"/>
                  <a:pt x="231" y="99"/>
                </a:cubicBezTo>
                <a:cubicBezTo>
                  <a:pt x="231" y="33"/>
                  <a:pt x="182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2" name="Google Shape;1026;p11"/>
          <p:cNvSpPr/>
          <p:nvPr/>
        </p:nvSpPr>
        <p:spPr>
          <a:xfrm>
            <a:off x="5463000" y="4267800"/>
            <a:ext cx="8280" cy="56880"/>
          </a:xfrm>
          <a:custGeom>
            <a:avLst/>
            <a:gdLst>
              <a:gd name="textAreaLeft" fmla="*/ 0 w 8280"/>
              <a:gd name="textAreaRight" fmla="*/ 8640 w 8280"/>
              <a:gd name="textAreaTop" fmla="*/ 0 h 56880"/>
              <a:gd name="textAreaBottom" fmla="*/ 57240 h 56880"/>
            </a:gdLst>
            <a:ahLst/>
            <a:cxnLst/>
            <a:rect l="textAreaLeft" t="textAreaTop" r="textAreaRight" b="textAreaBottom"/>
            <a:pathLst>
              <a:path w="415" h="2704">
                <a:moveTo>
                  <a:pt x="165" y="1"/>
                </a:moveTo>
                <a:cubicBezTo>
                  <a:pt x="116" y="1"/>
                  <a:pt x="66" y="34"/>
                  <a:pt x="66" y="99"/>
                </a:cubicBezTo>
                <a:cubicBezTo>
                  <a:pt x="1" y="954"/>
                  <a:pt x="33" y="1808"/>
                  <a:pt x="198" y="2630"/>
                </a:cubicBezTo>
                <a:cubicBezTo>
                  <a:pt x="198" y="2682"/>
                  <a:pt x="235" y="2703"/>
                  <a:pt x="277" y="2703"/>
                </a:cubicBezTo>
                <a:cubicBezTo>
                  <a:pt x="340" y="2703"/>
                  <a:pt x="415" y="2656"/>
                  <a:pt x="395" y="2597"/>
                </a:cubicBezTo>
                <a:cubicBezTo>
                  <a:pt x="263" y="1775"/>
                  <a:pt x="198" y="921"/>
                  <a:pt x="263" y="99"/>
                </a:cubicBezTo>
                <a:cubicBezTo>
                  <a:pt x="263" y="34"/>
                  <a:pt x="214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3" name="Google Shape;1027;p11"/>
          <p:cNvSpPr/>
          <p:nvPr/>
        </p:nvSpPr>
        <p:spPr>
          <a:xfrm>
            <a:off x="5832000" y="3927960"/>
            <a:ext cx="8280" cy="51480"/>
          </a:xfrm>
          <a:custGeom>
            <a:avLst/>
            <a:gdLst>
              <a:gd name="textAreaLeft" fmla="*/ 0 w 8280"/>
              <a:gd name="textAreaRight" fmla="*/ 8640 w 8280"/>
              <a:gd name="textAreaTop" fmla="*/ 0 h 51480"/>
              <a:gd name="textAreaBottom" fmla="*/ 51840 h 51480"/>
            </a:gdLst>
            <a:ahLst/>
            <a:cxnLst/>
            <a:rect l="textAreaLeft" t="textAreaTop" r="textAreaRight" b="textAreaBottom"/>
            <a:pathLst>
              <a:path w="414" h="2450">
                <a:moveTo>
                  <a:pt x="165" y="0"/>
                </a:moveTo>
                <a:cubicBezTo>
                  <a:pt x="115" y="0"/>
                  <a:pt x="66" y="33"/>
                  <a:pt x="66" y="99"/>
                </a:cubicBezTo>
                <a:cubicBezTo>
                  <a:pt x="0" y="855"/>
                  <a:pt x="66" y="1610"/>
                  <a:pt x="197" y="2366"/>
                </a:cubicBezTo>
                <a:cubicBezTo>
                  <a:pt x="212" y="2424"/>
                  <a:pt x="258" y="2450"/>
                  <a:pt x="302" y="2450"/>
                </a:cubicBezTo>
                <a:cubicBezTo>
                  <a:pt x="359" y="2450"/>
                  <a:pt x="413" y="2407"/>
                  <a:pt x="395" y="2333"/>
                </a:cubicBezTo>
                <a:cubicBezTo>
                  <a:pt x="263" y="1577"/>
                  <a:pt x="197" y="822"/>
                  <a:pt x="263" y="99"/>
                </a:cubicBezTo>
                <a:cubicBezTo>
                  <a:pt x="263" y="33"/>
                  <a:pt x="214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" name="Google Shape;1028;p11"/>
          <p:cNvSpPr/>
          <p:nvPr/>
        </p:nvSpPr>
        <p:spPr>
          <a:xfrm>
            <a:off x="5848920" y="3941640"/>
            <a:ext cx="5760" cy="40680"/>
          </a:xfrm>
          <a:custGeom>
            <a:avLst/>
            <a:gdLst>
              <a:gd name="textAreaLeft" fmla="*/ 0 w 5760"/>
              <a:gd name="textAreaRight" fmla="*/ 6120 w 576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297" h="1940">
                <a:moveTo>
                  <a:pt x="149" y="0"/>
                </a:moveTo>
                <a:cubicBezTo>
                  <a:pt x="91" y="0"/>
                  <a:pt x="34" y="33"/>
                  <a:pt x="34" y="99"/>
                </a:cubicBezTo>
                <a:cubicBezTo>
                  <a:pt x="1" y="690"/>
                  <a:pt x="34" y="1249"/>
                  <a:pt x="67" y="1841"/>
                </a:cubicBezTo>
                <a:cubicBezTo>
                  <a:pt x="67" y="1906"/>
                  <a:pt x="124" y="1939"/>
                  <a:pt x="182" y="1939"/>
                </a:cubicBezTo>
                <a:cubicBezTo>
                  <a:pt x="239" y="1939"/>
                  <a:pt x="297" y="1906"/>
                  <a:pt x="297" y="1841"/>
                </a:cubicBezTo>
                <a:cubicBezTo>
                  <a:pt x="231" y="1249"/>
                  <a:pt x="231" y="690"/>
                  <a:pt x="264" y="99"/>
                </a:cubicBezTo>
                <a:cubicBezTo>
                  <a:pt x="264" y="33"/>
                  <a:pt x="206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" name="Google Shape;1029;p11"/>
          <p:cNvSpPr/>
          <p:nvPr/>
        </p:nvSpPr>
        <p:spPr>
          <a:xfrm>
            <a:off x="5863320" y="3945960"/>
            <a:ext cx="5040" cy="30960"/>
          </a:xfrm>
          <a:custGeom>
            <a:avLst/>
            <a:gdLst>
              <a:gd name="textAreaLeft" fmla="*/ 0 w 5040"/>
              <a:gd name="textAreaRight" fmla="*/ 5400 w 504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63" h="1480">
                <a:moveTo>
                  <a:pt x="131" y="1"/>
                </a:moveTo>
                <a:cubicBezTo>
                  <a:pt x="82" y="1"/>
                  <a:pt x="33" y="33"/>
                  <a:pt x="33" y="99"/>
                </a:cubicBezTo>
                <a:cubicBezTo>
                  <a:pt x="0" y="526"/>
                  <a:pt x="0" y="954"/>
                  <a:pt x="66" y="1381"/>
                </a:cubicBezTo>
                <a:cubicBezTo>
                  <a:pt x="66" y="1446"/>
                  <a:pt x="99" y="1479"/>
                  <a:pt x="164" y="1479"/>
                </a:cubicBezTo>
                <a:cubicBezTo>
                  <a:pt x="197" y="1479"/>
                  <a:pt x="263" y="1446"/>
                  <a:pt x="263" y="1381"/>
                </a:cubicBezTo>
                <a:cubicBezTo>
                  <a:pt x="197" y="954"/>
                  <a:pt x="197" y="526"/>
                  <a:pt x="230" y="99"/>
                </a:cubicBezTo>
                <a:cubicBezTo>
                  <a:pt x="230" y="33"/>
                  <a:pt x="181" y="1"/>
                  <a:pt x="1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" name="Google Shape;1030;p11"/>
          <p:cNvSpPr/>
          <p:nvPr/>
        </p:nvSpPr>
        <p:spPr>
          <a:xfrm>
            <a:off x="5875200" y="3955680"/>
            <a:ext cx="5400" cy="20520"/>
          </a:xfrm>
          <a:custGeom>
            <a:avLst/>
            <a:gdLst>
              <a:gd name="textAreaLeft" fmla="*/ 0 w 5400"/>
              <a:gd name="textAreaRight" fmla="*/ 5760 w 540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264" h="987">
                <a:moveTo>
                  <a:pt x="132" y="1"/>
                </a:moveTo>
                <a:cubicBezTo>
                  <a:pt x="66" y="1"/>
                  <a:pt x="34" y="66"/>
                  <a:pt x="34" y="99"/>
                </a:cubicBezTo>
                <a:cubicBezTo>
                  <a:pt x="1" y="362"/>
                  <a:pt x="1" y="658"/>
                  <a:pt x="66" y="921"/>
                </a:cubicBezTo>
                <a:cubicBezTo>
                  <a:pt x="66" y="954"/>
                  <a:pt x="132" y="986"/>
                  <a:pt x="198" y="986"/>
                </a:cubicBezTo>
                <a:cubicBezTo>
                  <a:pt x="231" y="954"/>
                  <a:pt x="264" y="921"/>
                  <a:pt x="264" y="855"/>
                </a:cubicBezTo>
                <a:cubicBezTo>
                  <a:pt x="231" y="592"/>
                  <a:pt x="198" y="362"/>
                  <a:pt x="231" y="99"/>
                </a:cubicBezTo>
                <a:cubicBezTo>
                  <a:pt x="231" y="66"/>
                  <a:pt x="198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" name="Google Shape;1031;p11"/>
          <p:cNvSpPr/>
          <p:nvPr/>
        </p:nvSpPr>
        <p:spPr>
          <a:xfrm>
            <a:off x="5896080" y="3960000"/>
            <a:ext cx="5760" cy="18720"/>
          </a:xfrm>
          <a:custGeom>
            <a:avLst/>
            <a:gdLst>
              <a:gd name="textAreaLeft" fmla="*/ 0 w 5760"/>
              <a:gd name="textAreaRight" fmla="*/ 6120 w 576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284" h="894">
                <a:moveTo>
                  <a:pt x="132" y="1"/>
                </a:moveTo>
                <a:cubicBezTo>
                  <a:pt x="66" y="1"/>
                  <a:pt x="0" y="66"/>
                  <a:pt x="0" y="132"/>
                </a:cubicBezTo>
                <a:cubicBezTo>
                  <a:pt x="0" y="362"/>
                  <a:pt x="0" y="592"/>
                  <a:pt x="66" y="822"/>
                </a:cubicBezTo>
                <a:cubicBezTo>
                  <a:pt x="79" y="872"/>
                  <a:pt x="115" y="894"/>
                  <a:pt x="154" y="894"/>
                </a:cubicBezTo>
                <a:cubicBezTo>
                  <a:pt x="216" y="894"/>
                  <a:pt x="284" y="838"/>
                  <a:pt x="263" y="757"/>
                </a:cubicBezTo>
                <a:cubicBezTo>
                  <a:pt x="198" y="559"/>
                  <a:pt x="198" y="329"/>
                  <a:pt x="230" y="132"/>
                </a:cubicBezTo>
                <a:cubicBezTo>
                  <a:pt x="230" y="66"/>
                  <a:pt x="165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" name="Google Shape;1032;p11"/>
          <p:cNvSpPr/>
          <p:nvPr/>
        </p:nvSpPr>
        <p:spPr>
          <a:xfrm>
            <a:off x="5919120" y="3972240"/>
            <a:ext cx="7200" cy="37440"/>
          </a:xfrm>
          <a:custGeom>
            <a:avLst/>
            <a:gdLst>
              <a:gd name="textAreaLeft" fmla="*/ 0 w 7200"/>
              <a:gd name="textAreaRight" fmla="*/ 7560 w 720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350" h="1781">
                <a:moveTo>
                  <a:pt x="165" y="0"/>
                </a:moveTo>
                <a:cubicBezTo>
                  <a:pt x="116" y="0"/>
                  <a:pt x="67" y="33"/>
                  <a:pt x="67" y="99"/>
                </a:cubicBezTo>
                <a:cubicBezTo>
                  <a:pt x="1" y="625"/>
                  <a:pt x="34" y="1183"/>
                  <a:pt x="132" y="1709"/>
                </a:cubicBezTo>
                <a:cubicBezTo>
                  <a:pt x="145" y="1759"/>
                  <a:pt x="181" y="1781"/>
                  <a:pt x="220" y="1781"/>
                </a:cubicBezTo>
                <a:cubicBezTo>
                  <a:pt x="282" y="1781"/>
                  <a:pt x="350" y="1724"/>
                  <a:pt x="329" y="1643"/>
                </a:cubicBezTo>
                <a:cubicBezTo>
                  <a:pt x="231" y="1150"/>
                  <a:pt x="231" y="625"/>
                  <a:pt x="264" y="99"/>
                </a:cubicBezTo>
                <a:cubicBezTo>
                  <a:pt x="264" y="33"/>
                  <a:pt x="214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" name="Google Shape;1033;p11"/>
          <p:cNvSpPr/>
          <p:nvPr/>
        </p:nvSpPr>
        <p:spPr>
          <a:xfrm>
            <a:off x="5942160" y="3980160"/>
            <a:ext cx="5760" cy="25560"/>
          </a:xfrm>
          <a:custGeom>
            <a:avLst/>
            <a:gdLst>
              <a:gd name="textAreaLeft" fmla="*/ 0 w 5760"/>
              <a:gd name="textAreaRight" fmla="*/ 6120 w 576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96" h="1217">
                <a:moveTo>
                  <a:pt x="99" y="1"/>
                </a:moveTo>
                <a:cubicBezTo>
                  <a:pt x="33" y="1"/>
                  <a:pt x="0" y="34"/>
                  <a:pt x="0" y="99"/>
                </a:cubicBezTo>
                <a:cubicBezTo>
                  <a:pt x="33" y="428"/>
                  <a:pt x="66" y="789"/>
                  <a:pt x="99" y="1118"/>
                </a:cubicBezTo>
                <a:cubicBezTo>
                  <a:pt x="99" y="1184"/>
                  <a:pt x="132" y="1217"/>
                  <a:pt x="197" y="1217"/>
                </a:cubicBezTo>
                <a:cubicBezTo>
                  <a:pt x="263" y="1217"/>
                  <a:pt x="296" y="1184"/>
                  <a:pt x="296" y="1118"/>
                </a:cubicBezTo>
                <a:cubicBezTo>
                  <a:pt x="263" y="789"/>
                  <a:pt x="230" y="428"/>
                  <a:pt x="197" y="99"/>
                </a:cubicBezTo>
                <a:cubicBezTo>
                  <a:pt x="197" y="34"/>
                  <a:pt x="165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" name="Google Shape;1034;p11"/>
          <p:cNvSpPr/>
          <p:nvPr/>
        </p:nvSpPr>
        <p:spPr>
          <a:xfrm>
            <a:off x="5962320" y="3986280"/>
            <a:ext cx="10080" cy="31320"/>
          </a:xfrm>
          <a:custGeom>
            <a:avLst/>
            <a:gdLst>
              <a:gd name="textAreaLeft" fmla="*/ 0 w 10080"/>
              <a:gd name="textAreaRight" fmla="*/ 10440 w 1008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494" h="1493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cubicBezTo>
                  <a:pt x="0" y="559"/>
                  <a:pt x="99" y="986"/>
                  <a:pt x="263" y="1413"/>
                </a:cubicBezTo>
                <a:cubicBezTo>
                  <a:pt x="287" y="1462"/>
                  <a:pt x="311" y="1492"/>
                  <a:pt x="348" y="1492"/>
                </a:cubicBezTo>
                <a:cubicBezTo>
                  <a:pt x="362" y="1492"/>
                  <a:pt x="377" y="1488"/>
                  <a:pt x="394" y="1479"/>
                </a:cubicBezTo>
                <a:cubicBezTo>
                  <a:pt x="460" y="1479"/>
                  <a:pt x="493" y="1413"/>
                  <a:pt x="460" y="1348"/>
                </a:cubicBezTo>
                <a:cubicBezTo>
                  <a:pt x="296" y="953"/>
                  <a:pt x="230" y="526"/>
                  <a:pt x="197" y="99"/>
                </a:cubicBez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" name="Google Shape;1035;p11"/>
          <p:cNvSpPr/>
          <p:nvPr/>
        </p:nvSpPr>
        <p:spPr>
          <a:xfrm>
            <a:off x="5974920" y="3997440"/>
            <a:ext cx="7200" cy="29520"/>
          </a:xfrm>
          <a:custGeom>
            <a:avLst/>
            <a:gdLst>
              <a:gd name="textAreaLeft" fmla="*/ 0 w 7200"/>
              <a:gd name="textAreaRight" fmla="*/ 7560 w 720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350" h="1420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cubicBezTo>
                  <a:pt x="1" y="526"/>
                  <a:pt x="66" y="920"/>
                  <a:pt x="132" y="1347"/>
                </a:cubicBezTo>
                <a:cubicBezTo>
                  <a:pt x="145" y="1398"/>
                  <a:pt x="181" y="1419"/>
                  <a:pt x="220" y="1419"/>
                </a:cubicBezTo>
                <a:cubicBezTo>
                  <a:pt x="282" y="1419"/>
                  <a:pt x="350" y="1363"/>
                  <a:pt x="329" y="1282"/>
                </a:cubicBezTo>
                <a:cubicBezTo>
                  <a:pt x="264" y="887"/>
                  <a:pt x="198" y="493"/>
                  <a:pt x="198" y="99"/>
                </a:cubicBez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" name="Google Shape;1036;p11"/>
          <p:cNvSpPr/>
          <p:nvPr/>
        </p:nvSpPr>
        <p:spPr>
          <a:xfrm>
            <a:off x="5987880" y="3999600"/>
            <a:ext cx="7200" cy="45000"/>
          </a:xfrm>
          <a:custGeom>
            <a:avLst/>
            <a:gdLst>
              <a:gd name="textAreaLeft" fmla="*/ 0 w 7200"/>
              <a:gd name="textAreaRight" fmla="*/ 7560 w 720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362" h="2137">
                <a:moveTo>
                  <a:pt x="99" y="1"/>
                </a:moveTo>
                <a:cubicBezTo>
                  <a:pt x="49" y="1"/>
                  <a:pt x="0" y="34"/>
                  <a:pt x="0" y="99"/>
                </a:cubicBezTo>
                <a:cubicBezTo>
                  <a:pt x="33" y="757"/>
                  <a:pt x="66" y="1381"/>
                  <a:pt x="164" y="2038"/>
                </a:cubicBezTo>
                <a:cubicBezTo>
                  <a:pt x="164" y="2104"/>
                  <a:pt x="214" y="2137"/>
                  <a:pt x="263" y="2137"/>
                </a:cubicBezTo>
                <a:cubicBezTo>
                  <a:pt x="312" y="2137"/>
                  <a:pt x="361" y="2104"/>
                  <a:pt x="361" y="2038"/>
                </a:cubicBezTo>
                <a:cubicBezTo>
                  <a:pt x="296" y="1381"/>
                  <a:pt x="230" y="757"/>
                  <a:pt x="197" y="99"/>
                </a:cubicBez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" name="Google Shape;1037;p11"/>
          <p:cNvSpPr/>
          <p:nvPr/>
        </p:nvSpPr>
        <p:spPr>
          <a:xfrm>
            <a:off x="6002640" y="4007880"/>
            <a:ext cx="5040" cy="40680"/>
          </a:xfrm>
          <a:custGeom>
            <a:avLst/>
            <a:gdLst>
              <a:gd name="textAreaLeft" fmla="*/ 0 w 5040"/>
              <a:gd name="textAreaRight" fmla="*/ 5400 w 504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263" h="1939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690"/>
                  <a:pt x="0" y="1282"/>
                  <a:pt x="66" y="1840"/>
                </a:cubicBezTo>
                <a:cubicBezTo>
                  <a:pt x="66" y="1906"/>
                  <a:pt x="115" y="1939"/>
                  <a:pt x="164" y="1939"/>
                </a:cubicBezTo>
                <a:cubicBezTo>
                  <a:pt x="214" y="1939"/>
                  <a:pt x="263" y="1906"/>
                  <a:pt x="263" y="1840"/>
                </a:cubicBezTo>
                <a:cubicBezTo>
                  <a:pt x="197" y="1282"/>
                  <a:pt x="197" y="690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" name="Google Shape;1038;p11"/>
          <p:cNvSpPr/>
          <p:nvPr/>
        </p:nvSpPr>
        <p:spPr>
          <a:xfrm>
            <a:off x="6013800" y="4013280"/>
            <a:ext cx="4680" cy="40680"/>
          </a:xfrm>
          <a:custGeom>
            <a:avLst/>
            <a:gdLst>
              <a:gd name="textAreaLeft" fmla="*/ 0 w 4680"/>
              <a:gd name="textAreaRight" fmla="*/ 5040 w 468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231" h="1939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cubicBezTo>
                  <a:pt x="1" y="690"/>
                  <a:pt x="1" y="1249"/>
                  <a:pt x="1" y="1840"/>
                </a:cubicBezTo>
                <a:cubicBezTo>
                  <a:pt x="1" y="1906"/>
                  <a:pt x="58" y="1939"/>
                  <a:pt x="116" y="1939"/>
                </a:cubicBezTo>
                <a:cubicBezTo>
                  <a:pt x="173" y="1939"/>
                  <a:pt x="231" y="1906"/>
                  <a:pt x="231" y="1840"/>
                </a:cubicBezTo>
                <a:cubicBezTo>
                  <a:pt x="165" y="1249"/>
                  <a:pt x="165" y="690"/>
                  <a:pt x="231" y="99"/>
                </a:cubicBez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" name="Google Shape;1039;p11"/>
          <p:cNvSpPr/>
          <p:nvPr/>
        </p:nvSpPr>
        <p:spPr>
          <a:xfrm>
            <a:off x="6027480" y="4017600"/>
            <a:ext cx="5760" cy="28080"/>
          </a:xfrm>
          <a:custGeom>
            <a:avLst/>
            <a:gdLst>
              <a:gd name="textAreaLeft" fmla="*/ 0 w 5760"/>
              <a:gd name="textAreaRight" fmla="*/ 6120 w 576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83" h="1340">
                <a:moveTo>
                  <a:pt x="197" y="0"/>
                </a:moveTo>
                <a:cubicBezTo>
                  <a:pt x="131" y="0"/>
                  <a:pt x="99" y="33"/>
                  <a:pt x="66" y="66"/>
                </a:cubicBezTo>
                <a:cubicBezTo>
                  <a:pt x="0" y="460"/>
                  <a:pt x="0" y="887"/>
                  <a:pt x="66" y="1282"/>
                </a:cubicBezTo>
                <a:cubicBezTo>
                  <a:pt x="79" y="1321"/>
                  <a:pt x="117" y="1339"/>
                  <a:pt x="157" y="1339"/>
                </a:cubicBezTo>
                <a:cubicBezTo>
                  <a:pt x="218" y="1339"/>
                  <a:pt x="283" y="1296"/>
                  <a:pt x="263" y="1216"/>
                </a:cubicBezTo>
                <a:cubicBezTo>
                  <a:pt x="230" y="855"/>
                  <a:pt x="230" y="493"/>
                  <a:pt x="263" y="132"/>
                </a:cubicBezTo>
                <a:cubicBezTo>
                  <a:pt x="263" y="66"/>
                  <a:pt x="230" y="33"/>
                  <a:pt x="19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" name="Google Shape;1040;p11"/>
          <p:cNvSpPr/>
          <p:nvPr/>
        </p:nvSpPr>
        <p:spPr>
          <a:xfrm>
            <a:off x="6035400" y="4021200"/>
            <a:ext cx="5760" cy="26640"/>
          </a:xfrm>
          <a:custGeom>
            <a:avLst/>
            <a:gdLst>
              <a:gd name="textAreaLeft" fmla="*/ 0 w 5760"/>
              <a:gd name="textAreaRight" fmla="*/ 6120 w 576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297" h="1283">
                <a:moveTo>
                  <a:pt x="132" y="0"/>
                </a:moveTo>
                <a:cubicBezTo>
                  <a:pt x="99" y="0"/>
                  <a:pt x="33" y="33"/>
                  <a:pt x="33" y="99"/>
                </a:cubicBezTo>
                <a:cubicBezTo>
                  <a:pt x="0" y="461"/>
                  <a:pt x="33" y="855"/>
                  <a:pt x="99" y="1216"/>
                </a:cubicBezTo>
                <a:cubicBezTo>
                  <a:pt x="99" y="1249"/>
                  <a:pt x="165" y="1282"/>
                  <a:pt x="231" y="1282"/>
                </a:cubicBezTo>
                <a:cubicBezTo>
                  <a:pt x="296" y="1249"/>
                  <a:pt x="296" y="1216"/>
                  <a:pt x="296" y="1151"/>
                </a:cubicBezTo>
                <a:cubicBezTo>
                  <a:pt x="231" y="822"/>
                  <a:pt x="231" y="461"/>
                  <a:pt x="231" y="99"/>
                </a:cubicBezTo>
                <a:cubicBezTo>
                  <a:pt x="231" y="33"/>
                  <a:pt x="198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" name="Google Shape;1041;p11"/>
          <p:cNvSpPr/>
          <p:nvPr/>
        </p:nvSpPr>
        <p:spPr>
          <a:xfrm>
            <a:off x="6053400" y="4023000"/>
            <a:ext cx="8280" cy="35640"/>
          </a:xfrm>
          <a:custGeom>
            <a:avLst/>
            <a:gdLst>
              <a:gd name="textAreaLeft" fmla="*/ 0 w 8280"/>
              <a:gd name="textAreaRight" fmla="*/ 8640 w 828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400" h="1694">
                <a:moveTo>
                  <a:pt x="165" y="0"/>
                </a:moveTo>
                <a:cubicBezTo>
                  <a:pt x="116" y="0"/>
                  <a:pt x="67" y="33"/>
                  <a:pt x="67" y="99"/>
                </a:cubicBezTo>
                <a:cubicBezTo>
                  <a:pt x="1" y="624"/>
                  <a:pt x="34" y="1117"/>
                  <a:pt x="165" y="1610"/>
                </a:cubicBezTo>
                <a:cubicBezTo>
                  <a:pt x="194" y="1668"/>
                  <a:pt x="248" y="1694"/>
                  <a:pt x="294" y="1694"/>
                </a:cubicBezTo>
                <a:cubicBezTo>
                  <a:pt x="353" y="1694"/>
                  <a:pt x="399" y="1651"/>
                  <a:pt x="362" y="1577"/>
                </a:cubicBezTo>
                <a:cubicBezTo>
                  <a:pt x="264" y="1084"/>
                  <a:pt x="198" y="592"/>
                  <a:pt x="264" y="99"/>
                </a:cubicBezTo>
                <a:cubicBezTo>
                  <a:pt x="264" y="33"/>
                  <a:pt x="214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" name="Google Shape;1042;p11"/>
          <p:cNvSpPr/>
          <p:nvPr/>
        </p:nvSpPr>
        <p:spPr>
          <a:xfrm>
            <a:off x="6061680" y="4021200"/>
            <a:ext cx="6480" cy="34560"/>
          </a:xfrm>
          <a:custGeom>
            <a:avLst/>
            <a:gdLst>
              <a:gd name="textAreaLeft" fmla="*/ 0 w 6480"/>
              <a:gd name="textAreaRight" fmla="*/ 6840 w 648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317" h="1650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592"/>
                  <a:pt x="0" y="1085"/>
                  <a:pt x="99" y="1578"/>
                </a:cubicBezTo>
                <a:cubicBezTo>
                  <a:pt x="111" y="1628"/>
                  <a:pt x="148" y="1649"/>
                  <a:pt x="186" y="1649"/>
                </a:cubicBezTo>
                <a:cubicBezTo>
                  <a:pt x="249" y="1649"/>
                  <a:pt x="316" y="1593"/>
                  <a:pt x="296" y="1512"/>
                </a:cubicBezTo>
                <a:cubicBezTo>
                  <a:pt x="230" y="1052"/>
                  <a:pt x="197" y="559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" name="Google Shape;1043;p11"/>
          <p:cNvSpPr/>
          <p:nvPr/>
        </p:nvSpPr>
        <p:spPr>
          <a:xfrm>
            <a:off x="6059520" y="4131720"/>
            <a:ext cx="5400" cy="95760"/>
          </a:xfrm>
          <a:custGeom>
            <a:avLst/>
            <a:gdLst>
              <a:gd name="textAreaLeft" fmla="*/ 0 w 5400"/>
              <a:gd name="textAreaRight" fmla="*/ 5760 w 5400"/>
              <a:gd name="textAreaTop" fmla="*/ 0 h 95760"/>
              <a:gd name="textAreaBottom" fmla="*/ 96120 h 95760"/>
            </a:gdLst>
            <a:ahLst/>
            <a:cxnLst/>
            <a:rect l="textAreaLeft" t="textAreaTop" r="textAreaRight" b="textAreaBottom"/>
            <a:pathLst>
              <a:path w="264" h="4535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lnTo>
                  <a:pt x="66" y="4436"/>
                </a:lnTo>
                <a:cubicBezTo>
                  <a:pt x="66" y="4502"/>
                  <a:pt x="116" y="4535"/>
                  <a:pt x="165" y="4535"/>
                </a:cubicBezTo>
                <a:cubicBezTo>
                  <a:pt x="214" y="4535"/>
                  <a:pt x="263" y="4502"/>
                  <a:pt x="263" y="4436"/>
                </a:cubicBezTo>
                <a:lnTo>
                  <a:pt x="198" y="99"/>
                </a:ln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880" bIns="47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0" name="Google Shape;1044;p11"/>
          <p:cNvSpPr/>
          <p:nvPr/>
        </p:nvSpPr>
        <p:spPr>
          <a:xfrm>
            <a:off x="6032520" y="4084200"/>
            <a:ext cx="6840" cy="62280"/>
          </a:xfrm>
          <a:custGeom>
            <a:avLst/>
            <a:gdLst>
              <a:gd name="textAreaLeft" fmla="*/ 0 w 6840"/>
              <a:gd name="textAreaRight" fmla="*/ 7200 w 6840"/>
              <a:gd name="textAreaTop" fmla="*/ 0 h 62280"/>
              <a:gd name="textAreaBottom" fmla="*/ 62640 h 62280"/>
            </a:gdLst>
            <a:ahLst/>
            <a:cxnLst/>
            <a:rect l="textAreaLeft" t="textAreaTop" r="textAreaRight" b="textAreaBottom"/>
            <a:pathLst>
              <a:path w="346" h="2959">
                <a:moveTo>
                  <a:pt x="164" y="1"/>
                </a:moveTo>
                <a:cubicBezTo>
                  <a:pt x="115" y="1"/>
                  <a:pt x="66" y="34"/>
                  <a:pt x="66" y="99"/>
                </a:cubicBezTo>
                <a:cubicBezTo>
                  <a:pt x="0" y="1019"/>
                  <a:pt x="33" y="1940"/>
                  <a:pt x="131" y="2860"/>
                </a:cubicBezTo>
                <a:cubicBezTo>
                  <a:pt x="131" y="2925"/>
                  <a:pt x="189" y="2958"/>
                  <a:pt x="242" y="2958"/>
                </a:cubicBezTo>
                <a:cubicBezTo>
                  <a:pt x="296" y="2958"/>
                  <a:pt x="345" y="2925"/>
                  <a:pt x="329" y="2860"/>
                </a:cubicBezTo>
                <a:cubicBezTo>
                  <a:pt x="230" y="1940"/>
                  <a:pt x="197" y="1019"/>
                  <a:pt x="263" y="99"/>
                </a:cubicBezTo>
                <a:cubicBezTo>
                  <a:pt x="263" y="34"/>
                  <a:pt x="214" y="1"/>
                  <a:pt x="16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" name="Google Shape;1045;p11"/>
          <p:cNvSpPr/>
          <p:nvPr/>
        </p:nvSpPr>
        <p:spPr>
          <a:xfrm>
            <a:off x="5981040" y="4092120"/>
            <a:ext cx="9360" cy="116640"/>
          </a:xfrm>
          <a:custGeom>
            <a:avLst/>
            <a:gdLst>
              <a:gd name="textAreaLeft" fmla="*/ 0 w 9360"/>
              <a:gd name="textAreaRight" fmla="*/ 9720 w 9360"/>
              <a:gd name="textAreaTop" fmla="*/ 0 h 116640"/>
              <a:gd name="textAreaBottom" fmla="*/ 117000 h 116640"/>
            </a:gdLst>
            <a:ahLst/>
            <a:cxnLst/>
            <a:rect l="textAreaLeft" t="textAreaTop" r="textAreaRight" b="textAreaBottom"/>
            <a:pathLst>
              <a:path w="461" h="5521">
                <a:moveTo>
                  <a:pt x="115" y="0"/>
                </a:moveTo>
                <a:cubicBezTo>
                  <a:pt x="58" y="0"/>
                  <a:pt x="0" y="33"/>
                  <a:pt x="0" y="99"/>
                </a:cubicBezTo>
                <a:cubicBezTo>
                  <a:pt x="132" y="1873"/>
                  <a:pt x="230" y="3648"/>
                  <a:pt x="263" y="5422"/>
                </a:cubicBezTo>
                <a:cubicBezTo>
                  <a:pt x="263" y="5488"/>
                  <a:pt x="313" y="5521"/>
                  <a:pt x="362" y="5521"/>
                </a:cubicBezTo>
                <a:cubicBezTo>
                  <a:pt x="411" y="5521"/>
                  <a:pt x="460" y="5488"/>
                  <a:pt x="460" y="5422"/>
                </a:cubicBezTo>
                <a:cubicBezTo>
                  <a:pt x="428" y="3648"/>
                  <a:pt x="362" y="1873"/>
                  <a:pt x="230" y="99"/>
                </a:cubicBezTo>
                <a:cubicBezTo>
                  <a:pt x="230" y="33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8320" bIns="58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" name="Google Shape;1046;p11"/>
          <p:cNvSpPr/>
          <p:nvPr/>
        </p:nvSpPr>
        <p:spPr>
          <a:xfrm>
            <a:off x="5958000" y="4056840"/>
            <a:ext cx="4680" cy="62640"/>
          </a:xfrm>
          <a:custGeom>
            <a:avLst/>
            <a:gdLst>
              <a:gd name="textAreaLeft" fmla="*/ 0 w 4680"/>
              <a:gd name="textAreaRight" fmla="*/ 5040 w 46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231" h="2983">
                <a:moveTo>
                  <a:pt x="131" y="1"/>
                </a:moveTo>
                <a:cubicBezTo>
                  <a:pt x="82" y="1"/>
                  <a:pt x="33" y="42"/>
                  <a:pt x="33" y="124"/>
                </a:cubicBezTo>
                <a:cubicBezTo>
                  <a:pt x="0" y="1044"/>
                  <a:pt x="33" y="1964"/>
                  <a:pt x="33" y="2884"/>
                </a:cubicBezTo>
                <a:cubicBezTo>
                  <a:pt x="33" y="2950"/>
                  <a:pt x="82" y="2983"/>
                  <a:pt x="131" y="2983"/>
                </a:cubicBezTo>
                <a:cubicBezTo>
                  <a:pt x="181" y="2983"/>
                  <a:pt x="230" y="2950"/>
                  <a:pt x="230" y="2884"/>
                </a:cubicBezTo>
                <a:cubicBezTo>
                  <a:pt x="197" y="1964"/>
                  <a:pt x="197" y="1044"/>
                  <a:pt x="230" y="124"/>
                </a:cubicBezTo>
                <a:cubicBezTo>
                  <a:pt x="230" y="42"/>
                  <a:pt x="181" y="1"/>
                  <a:pt x="1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" name="Google Shape;1047;p11"/>
          <p:cNvSpPr/>
          <p:nvPr/>
        </p:nvSpPr>
        <p:spPr>
          <a:xfrm>
            <a:off x="5853960" y="4078800"/>
            <a:ext cx="7560" cy="135360"/>
          </a:xfrm>
          <a:custGeom>
            <a:avLst/>
            <a:gdLst>
              <a:gd name="textAreaLeft" fmla="*/ 0 w 7560"/>
              <a:gd name="textAreaRight" fmla="*/ 7920 w 7560"/>
              <a:gd name="textAreaTop" fmla="*/ 0 h 135360"/>
              <a:gd name="textAreaBottom" fmla="*/ 135720 h 135360"/>
            </a:gdLst>
            <a:ahLst/>
            <a:cxnLst/>
            <a:rect l="textAreaLeft" t="textAreaTop" r="textAreaRight" b="textAreaBottom"/>
            <a:pathLst>
              <a:path w="379" h="6409">
                <a:moveTo>
                  <a:pt x="103" y="1"/>
                </a:moveTo>
                <a:cubicBezTo>
                  <a:pt x="50" y="1"/>
                  <a:pt x="0" y="34"/>
                  <a:pt x="17" y="99"/>
                </a:cubicBezTo>
                <a:cubicBezTo>
                  <a:pt x="148" y="2170"/>
                  <a:pt x="181" y="4240"/>
                  <a:pt x="83" y="6310"/>
                </a:cubicBezTo>
                <a:cubicBezTo>
                  <a:pt x="83" y="6376"/>
                  <a:pt x="132" y="6409"/>
                  <a:pt x="185" y="6409"/>
                </a:cubicBezTo>
                <a:cubicBezTo>
                  <a:pt x="239" y="6409"/>
                  <a:pt x="296" y="6376"/>
                  <a:pt x="313" y="6310"/>
                </a:cubicBezTo>
                <a:cubicBezTo>
                  <a:pt x="378" y="4240"/>
                  <a:pt x="345" y="2170"/>
                  <a:pt x="214" y="99"/>
                </a:cubicBezTo>
                <a:cubicBezTo>
                  <a:pt x="214" y="34"/>
                  <a:pt x="157" y="1"/>
                  <a:pt x="10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680" bIns="67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" name="Google Shape;1048;p11"/>
          <p:cNvSpPr/>
          <p:nvPr/>
        </p:nvSpPr>
        <p:spPr>
          <a:xfrm>
            <a:off x="5873760" y="4173480"/>
            <a:ext cx="3960" cy="41760"/>
          </a:xfrm>
          <a:custGeom>
            <a:avLst/>
            <a:gdLst>
              <a:gd name="textAreaLeft" fmla="*/ 0 w 3960"/>
              <a:gd name="textAreaRight" fmla="*/ 4320 w 3960"/>
              <a:gd name="textAreaTop" fmla="*/ 0 h 41760"/>
              <a:gd name="textAreaBottom" fmla="*/ 42120 h 41760"/>
            </a:gdLst>
            <a:ahLst/>
            <a:cxnLst/>
            <a:rect l="textAreaLeft" t="textAreaTop" r="textAreaRight" b="textAreaBottom"/>
            <a:pathLst>
              <a:path w="199" h="1998">
                <a:moveTo>
                  <a:pt x="100" y="1"/>
                </a:moveTo>
                <a:cubicBezTo>
                  <a:pt x="50" y="1"/>
                  <a:pt x="1" y="34"/>
                  <a:pt x="1" y="99"/>
                </a:cubicBezTo>
                <a:lnTo>
                  <a:pt x="1" y="1874"/>
                </a:lnTo>
                <a:cubicBezTo>
                  <a:pt x="1" y="1956"/>
                  <a:pt x="50" y="1997"/>
                  <a:pt x="100" y="1997"/>
                </a:cubicBezTo>
                <a:cubicBezTo>
                  <a:pt x="149" y="1997"/>
                  <a:pt x="198" y="1956"/>
                  <a:pt x="198" y="1874"/>
                </a:cubicBezTo>
                <a:lnTo>
                  <a:pt x="198" y="99"/>
                </a:lnTo>
                <a:cubicBezTo>
                  <a:pt x="198" y="34"/>
                  <a:pt x="149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" name="Google Shape;1049;p11"/>
          <p:cNvSpPr/>
          <p:nvPr/>
        </p:nvSpPr>
        <p:spPr>
          <a:xfrm>
            <a:off x="5847480" y="3835440"/>
            <a:ext cx="5400" cy="39240"/>
          </a:xfrm>
          <a:custGeom>
            <a:avLst/>
            <a:gdLst>
              <a:gd name="textAreaLeft" fmla="*/ 0 w 5400"/>
              <a:gd name="textAreaRight" fmla="*/ 5760 w 540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264" h="1874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cubicBezTo>
                  <a:pt x="0" y="658"/>
                  <a:pt x="33" y="1217"/>
                  <a:pt x="33" y="1775"/>
                </a:cubicBezTo>
                <a:cubicBezTo>
                  <a:pt x="33" y="1841"/>
                  <a:pt x="91" y="1874"/>
                  <a:pt x="148" y="1874"/>
                </a:cubicBezTo>
                <a:cubicBezTo>
                  <a:pt x="206" y="1874"/>
                  <a:pt x="263" y="1841"/>
                  <a:pt x="263" y="1775"/>
                </a:cubicBezTo>
                <a:cubicBezTo>
                  <a:pt x="230" y="1217"/>
                  <a:pt x="197" y="658"/>
                  <a:pt x="197" y="99"/>
                </a:cubicBez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" name="Google Shape;1050;p11"/>
          <p:cNvSpPr/>
          <p:nvPr/>
        </p:nvSpPr>
        <p:spPr>
          <a:xfrm>
            <a:off x="5873040" y="3854880"/>
            <a:ext cx="5040" cy="21240"/>
          </a:xfrm>
          <a:custGeom>
            <a:avLst/>
            <a:gdLst>
              <a:gd name="textAreaLeft" fmla="*/ 0 w 5040"/>
              <a:gd name="textAreaRight" fmla="*/ 5400 w 504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263" h="1020">
                <a:moveTo>
                  <a:pt x="132" y="1"/>
                </a:moveTo>
                <a:cubicBezTo>
                  <a:pt x="66" y="1"/>
                  <a:pt x="33" y="34"/>
                  <a:pt x="33" y="99"/>
                </a:cubicBezTo>
                <a:cubicBezTo>
                  <a:pt x="0" y="395"/>
                  <a:pt x="0" y="658"/>
                  <a:pt x="66" y="954"/>
                </a:cubicBezTo>
                <a:cubicBezTo>
                  <a:pt x="66" y="987"/>
                  <a:pt x="132" y="1020"/>
                  <a:pt x="197" y="1020"/>
                </a:cubicBezTo>
                <a:cubicBezTo>
                  <a:pt x="263" y="1020"/>
                  <a:pt x="263" y="954"/>
                  <a:pt x="263" y="888"/>
                </a:cubicBezTo>
                <a:cubicBezTo>
                  <a:pt x="230" y="625"/>
                  <a:pt x="197" y="362"/>
                  <a:pt x="230" y="99"/>
                </a:cubicBezTo>
                <a:cubicBezTo>
                  <a:pt x="230" y="34"/>
                  <a:pt x="164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" name="Google Shape;1051;p11"/>
          <p:cNvSpPr/>
          <p:nvPr/>
        </p:nvSpPr>
        <p:spPr>
          <a:xfrm>
            <a:off x="5901840" y="3853440"/>
            <a:ext cx="3960" cy="19080"/>
          </a:xfrm>
          <a:custGeom>
            <a:avLst/>
            <a:gdLst>
              <a:gd name="textAreaLeft" fmla="*/ 0 w 3960"/>
              <a:gd name="textAreaRight" fmla="*/ 4320 w 396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198" h="921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0" y="822"/>
                </a:lnTo>
                <a:cubicBezTo>
                  <a:pt x="0" y="887"/>
                  <a:pt x="66" y="920"/>
                  <a:pt x="99" y="920"/>
                </a:cubicBezTo>
                <a:cubicBezTo>
                  <a:pt x="165" y="920"/>
                  <a:pt x="197" y="887"/>
                  <a:pt x="197" y="822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" name="Google Shape;1052;p11"/>
          <p:cNvSpPr/>
          <p:nvPr/>
        </p:nvSpPr>
        <p:spPr>
          <a:xfrm>
            <a:off x="5920560" y="3774240"/>
            <a:ext cx="4680" cy="95760"/>
          </a:xfrm>
          <a:custGeom>
            <a:avLst/>
            <a:gdLst>
              <a:gd name="textAreaLeft" fmla="*/ 0 w 4680"/>
              <a:gd name="textAreaRight" fmla="*/ 5040 w 4680"/>
              <a:gd name="textAreaTop" fmla="*/ 0 h 95760"/>
              <a:gd name="textAreaBottom" fmla="*/ 96120 h 95760"/>
            </a:gdLst>
            <a:ahLst/>
            <a:cxnLst/>
            <a:rect l="textAreaLeft" t="textAreaTop" r="textAreaRight" b="textAreaBottom"/>
            <a:pathLst>
              <a:path w="231" h="4535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cubicBezTo>
                  <a:pt x="1" y="1545"/>
                  <a:pt x="33" y="2990"/>
                  <a:pt x="33" y="4436"/>
                </a:cubicBezTo>
                <a:cubicBezTo>
                  <a:pt x="33" y="4502"/>
                  <a:pt x="83" y="4535"/>
                  <a:pt x="132" y="4535"/>
                </a:cubicBezTo>
                <a:cubicBezTo>
                  <a:pt x="181" y="4535"/>
                  <a:pt x="231" y="4502"/>
                  <a:pt x="231" y="4436"/>
                </a:cubicBezTo>
                <a:cubicBezTo>
                  <a:pt x="231" y="2990"/>
                  <a:pt x="231" y="1545"/>
                  <a:pt x="198" y="99"/>
                </a:cubicBez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880" bIns="47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9" name="Google Shape;1053;p11"/>
          <p:cNvSpPr/>
          <p:nvPr/>
        </p:nvSpPr>
        <p:spPr>
          <a:xfrm>
            <a:off x="5951880" y="3849120"/>
            <a:ext cx="6480" cy="24840"/>
          </a:xfrm>
          <a:custGeom>
            <a:avLst/>
            <a:gdLst>
              <a:gd name="textAreaLeft" fmla="*/ 0 w 6480"/>
              <a:gd name="textAreaRight" fmla="*/ 6840 w 648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317" h="1190">
                <a:moveTo>
                  <a:pt x="99" y="1"/>
                </a:moveTo>
                <a:cubicBezTo>
                  <a:pt x="50" y="1"/>
                  <a:pt x="0" y="34"/>
                  <a:pt x="0" y="100"/>
                </a:cubicBezTo>
                <a:cubicBezTo>
                  <a:pt x="0" y="428"/>
                  <a:pt x="33" y="790"/>
                  <a:pt x="99" y="1118"/>
                </a:cubicBezTo>
                <a:cubicBezTo>
                  <a:pt x="111" y="1168"/>
                  <a:pt x="148" y="1190"/>
                  <a:pt x="186" y="1190"/>
                </a:cubicBezTo>
                <a:cubicBezTo>
                  <a:pt x="249" y="1190"/>
                  <a:pt x="316" y="1134"/>
                  <a:pt x="296" y="1053"/>
                </a:cubicBezTo>
                <a:cubicBezTo>
                  <a:pt x="230" y="724"/>
                  <a:pt x="197" y="428"/>
                  <a:pt x="197" y="100"/>
                </a:cubicBez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0" name="Google Shape;1054;p11"/>
          <p:cNvSpPr/>
          <p:nvPr/>
        </p:nvSpPr>
        <p:spPr>
          <a:xfrm>
            <a:off x="5967720" y="3849120"/>
            <a:ext cx="5040" cy="23400"/>
          </a:xfrm>
          <a:custGeom>
            <a:avLst/>
            <a:gdLst>
              <a:gd name="textAreaLeft" fmla="*/ 0 w 5040"/>
              <a:gd name="textAreaRight" fmla="*/ 5400 w 504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263" h="1119">
                <a:moveTo>
                  <a:pt x="115" y="1"/>
                </a:moveTo>
                <a:cubicBezTo>
                  <a:pt x="58" y="1"/>
                  <a:pt x="0" y="34"/>
                  <a:pt x="0" y="100"/>
                </a:cubicBezTo>
                <a:cubicBezTo>
                  <a:pt x="0" y="428"/>
                  <a:pt x="33" y="724"/>
                  <a:pt x="66" y="1020"/>
                </a:cubicBezTo>
                <a:cubicBezTo>
                  <a:pt x="66" y="1085"/>
                  <a:pt x="115" y="1118"/>
                  <a:pt x="164" y="1118"/>
                </a:cubicBezTo>
                <a:cubicBezTo>
                  <a:pt x="214" y="1118"/>
                  <a:pt x="263" y="1085"/>
                  <a:pt x="263" y="1020"/>
                </a:cubicBezTo>
                <a:cubicBezTo>
                  <a:pt x="263" y="724"/>
                  <a:pt x="230" y="428"/>
                  <a:pt x="230" y="100"/>
                </a:cubicBezTo>
                <a:cubicBezTo>
                  <a:pt x="230" y="34"/>
                  <a:pt x="173" y="1"/>
                  <a:pt x="1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1" name="Google Shape;1055;p11"/>
          <p:cNvSpPr/>
          <p:nvPr/>
        </p:nvSpPr>
        <p:spPr>
          <a:xfrm>
            <a:off x="5981760" y="3779640"/>
            <a:ext cx="6840" cy="92160"/>
          </a:xfrm>
          <a:custGeom>
            <a:avLst/>
            <a:gdLst>
              <a:gd name="textAreaLeft" fmla="*/ 0 w 6840"/>
              <a:gd name="textAreaRight" fmla="*/ 7200 w 684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346" h="4372">
                <a:moveTo>
                  <a:pt x="193" y="1"/>
                </a:moveTo>
                <a:cubicBezTo>
                  <a:pt x="140" y="1"/>
                  <a:pt x="82" y="34"/>
                  <a:pt x="66" y="100"/>
                </a:cubicBezTo>
                <a:cubicBezTo>
                  <a:pt x="0" y="1480"/>
                  <a:pt x="33" y="2893"/>
                  <a:pt x="132" y="4273"/>
                </a:cubicBezTo>
                <a:cubicBezTo>
                  <a:pt x="132" y="4339"/>
                  <a:pt x="189" y="4371"/>
                  <a:pt x="243" y="4371"/>
                </a:cubicBezTo>
                <a:cubicBezTo>
                  <a:pt x="296" y="4371"/>
                  <a:pt x="345" y="4339"/>
                  <a:pt x="329" y="4273"/>
                </a:cubicBezTo>
                <a:cubicBezTo>
                  <a:pt x="230" y="2893"/>
                  <a:pt x="197" y="1480"/>
                  <a:pt x="296" y="100"/>
                </a:cubicBezTo>
                <a:cubicBezTo>
                  <a:pt x="296" y="34"/>
                  <a:pt x="247" y="1"/>
                  <a:pt x="19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2" name="Google Shape;1056;p11"/>
          <p:cNvSpPr/>
          <p:nvPr/>
        </p:nvSpPr>
        <p:spPr>
          <a:xfrm>
            <a:off x="6001920" y="3829680"/>
            <a:ext cx="7920" cy="40680"/>
          </a:xfrm>
          <a:custGeom>
            <a:avLst/>
            <a:gdLst>
              <a:gd name="textAreaLeft" fmla="*/ 0 w 7920"/>
              <a:gd name="textAreaRight" fmla="*/ 8280 w 792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395" h="1932">
                <a:moveTo>
                  <a:pt x="165" y="1"/>
                </a:moveTo>
                <a:cubicBezTo>
                  <a:pt x="115" y="1"/>
                  <a:pt x="66" y="34"/>
                  <a:pt x="66" y="99"/>
                </a:cubicBezTo>
                <a:cubicBezTo>
                  <a:pt x="0" y="691"/>
                  <a:pt x="33" y="1282"/>
                  <a:pt x="197" y="1874"/>
                </a:cubicBezTo>
                <a:cubicBezTo>
                  <a:pt x="210" y="1913"/>
                  <a:pt x="244" y="1931"/>
                  <a:pt x="279" y="1931"/>
                </a:cubicBezTo>
                <a:cubicBezTo>
                  <a:pt x="334" y="1931"/>
                  <a:pt x="395" y="1888"/>
                  <a:pt x="395" y="1808"/>
                </a:cubicBezTo>
                <a:cubicBezTo>
                  <a:pt x="230" y="1250"/>
                  <a:pt x="197" y="691"/>
                  <a:pt x="263" y="99"/>
                </a:cubicBezTo>
                <a:cubicBezTo>
                  <a:pt x="263" y="34"/>
                  <a:pt x="214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3" name="Google Shape;1057;p11"/>
          <p:cNvSpPr/>
          <p:nvPr/>
        </p:nvSpPr>
        <p:spPr>
          <a:xfrm>
            <a:off x="5988240" y="3616920"/>
            <a:ext cx="5040" cy="46440"/>
          </a:xfrm>
          <a:custGeom>
            <a:avLst/>
            <a:gdLst>
              <a:gd name="textAreaLeft" fmla="*/ 0 w 5040"/>
              <a:gd name="textAreaRight" fmla="*/ 5400 w 5040"/>
              <a:gd name="textAreaTop" fmla="*/ 0 h 46440"/>
              <a:gd name="textAreaBottom" fmla="*/ 46800 h 46440"/>
            </a:gdLst>
            <a:ahLst/>
            <a:cxnLst/>
            <a:rect l="textAreaLeft" t="textAreaTop" r="textAreaRight" b="textAreaBottom"/>
            <a:pathLst>
              <a:path w="247" h="2203">
                <a:moveTo>
                  <a:pt x="103" y="1"/>
                </a:moveTo>
                <a:cubicBezTo>
                  <a:pt x="50" y="1"/>
                  <a:pt x="0" y="34"/>
                  <a:pt x="17" y="99"/>
                </a:cubicBezTo>
                <a:cubicBezTo>
                  <a:pt x="17" y="756"/>
                  <a:pt x="17" y="1414"/>
                  <a:pt x="50" y="2104"/>
                </a:cubicBezTo>
                <a:cubicBezTo>
                  <a:pt x="50" y="2169"/>
                  <a:pt x="99" y="2202"/>
                  <a:pt x="148" y="2202"/>
                </a:cubicBezTo>
                <a:cubicBezTo>
                  <a:pt x="198" y="2202"/>
                  <a:pt x="247" y="2169"/>
                  <a:pt x="247" y="2104"/>
                </a:cubicBezTo>
                <a:cubicBezTo>
                  <a:pt x="247" y="1414"/>
                  <a:pt x="214" y="756"/>
                  <a:pt x="214" y="99"/>
                </a:cubicBezTo>
                <a:cubicBezTo>
                  <a:pt x="214" y="34"/>
                  <a:pt x="157" y="1"/>
                  <a:pt x="10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4" name="Google Shape;1058;p11"/>
          <p:cNvSpPr/>
          <p:nvPr/>
        </p:nvSpPr>
        <p:spPr>
          <a:xfrm>
            <a:off x="5830200" y="3602520"/>
            <a:ext cx="3960" cy="51120"/>
          </a:xfrm>
          <a:custGeom>
            <a:avLst/>
            <a:gdLst>
              <a:gd name="textAreaLeft" fmla="*/ 0 w 3960"/>
              <a:gd name="textAreaRight" fmla="*/ 4320 w 3960"/>
              <a:gd name="textAreaTop" fmla="*/ 0 h 51120"/>
              <a:gd name="textAreaBottom" fmla="*/ 51480 h 51120"/>
            </a:gdLst>
            <a:ahLst/>
            <a:cxnLst/>
            <a:rect l="textAreaLeft" t="textAreaTop" r="textAreaRight" b="textAreaBottom"/>
            <a:pathLst>
              <a:path w="198" h="2433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lnTo>
                  <a:pt x="1" y="2334"/>
                </a:lnTo>
                <a:cubicBezTo>
                  <a:pt x="1" y="2399"/>
                  <a:pt x="50" y="2432"/>
                  <a:pt x="99" y="2432"/>
                </a:cubicBezTo>
                <a:cubicBezTo>
                  <a:pt x="149" y="2432"/>
                  <a:pt x="198" y="2399"/>
                  <a:pt x="198" y="2334"/>
                </a:cubicBezTo>
                <a:lnTo>
                  <a:pt x="198" y="99"/>
                </a:lnTo>
                <a:cubicBezTo>
                  <a:pt x="198" y="33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5" name="Google Shape;1059;p11"/>
          <p:cNvSpPr/>
          <p:nvPr/>
        </p:nvSpPr>
        <p:spPr>
          <a:xfrm>
            <a:off x="5846760" y="3609000"/>
            <a:ext cx="7920" cy="24480"/>
          </a:xfrm>
          <a:custGeom>
            <a:avLst/>
            <a:gdLst>
              <a:gd name="textAreaLeft" fmla="*/ 0 w 7920"/>
              <a:gd name="textAreaRight" fmla="*/ 8280 w 792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395" h="1172">
                <a:moveTo>
                  <a:pt x="145" y="0"/>
                </a:moveTo>
                <a:cubicBezTo>
                  <a:pt x="132" y="0"/>
                  <a:pt x="117" y="4"/>
                  <a:pt x="99" y="13"/>
                </a:cubicBezTo>
                <a:cubicBezTo>
                  <a:pt x="33" y="13"/>
                  <a:pt x="0" y="79"/>
                  <a:pt x="33" y="145"/>
                </a:cubicBezTo>
                <a:lnTo>
                  <a:pt x="198" y="1098"/>
                </a:lnTo>
                <a:cubicBezTo>
                  <a:pt x="211" y="1150"/>
                  <a:pt x="245" y="1171"/>
                  <a:pt x="281" y="1171"/>
                </a:cubicBezTo>
                <a:cubicBezTo>
                  <a:pt x="336" y="1171"/>
                  <a:pt x="395" y="1124"/>
                  <a:pt x="395" y="1065"/>
                </a:cubicBezTo>
                <a:lnTo>
                  <a:pt x="230" y="79"/>
                </a:lnTo>
                <a:cubicBezTo>
                  <a:pt x="206" y="31"/>
                  <a:pt x="182" y="0"/>
                  <a:pt x="14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6" name="Google Shape;1060;p11"/>
          <p:cNvSpPr/>
          <p:nvPr/>
        </p:nvSpPr>
        <p:spPr>
          <a:xfrm>
            <a:off x="5862960" y="3609360"/>
            <a:ext cx="4680" cy="21240"/>
          </a:xfrm>
          <a:custGeom>
            <a:avLst/>
            <a:gdLst>
              <a:gd name="textAreaLeft" fmla="*/ 0 w 4680"/>
              <a:gd name="textAreaRight" fmla="*/ 5040 w 468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231" h="1019">
                <a:moveTo>
                  <a:pt x="99" y="0"/>
                </a:moveTo>
                <a:cubicBezTo>
                  <a:pt x="33" y="0"/>
                  <a:pt x="0" y="33"/>
                  <a:pt x="0" y="99"/>
                </a:cubicBezTo>
                <a:cubicBezTo>
                  <a:pt x="0" y="362"/>
                  <a:pt x="33" y="657"/>
                  <a:pt x="33" y="920"/>
                </a:cubicBezTo>
                <a:cubicBezTo>
                  <a:pt x="33" y="986"/>
                  <a:pt x="66" y="1019"/>
                  <a:pt x="132" y="1019"/>
                </a:cubicBezTo>
                <a:cubicBezTo>
                  <a:pt x="197" y="1019"/>
                  <a:pt x="230" y="986"/>
                  <a:pt x="230" y="920"/>
                </a:cubicBezTo>
                <a:cubicBezTo>
                  <a:pt x="230" y="657"/>
                  <a:pt x="197" y="362"/>
                  <a:pt x="197" y="99"/>
                </a:cubicBezTo>
                <a:cubicBezTo>
                  <a:pt x="197" y="33"/>
                  <a:pt x="132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7" name="Google Shape;1061;p11"/>
          <p:cNvSpPr/>
          <p:nvPr/>
        </p:nvSpPr>
        <p:spPr>
          <a:xfrm>
            <a:off x="5879520" y="3605760"/>
            <a:ext cx="5400" cy="25560"/>
          </a:xfrm>
          <a:custGeom>
            <a:avLst/>
            <a:gdLst>
              <a:gd name="textAreaLeft" fmla="*/ 0 w 5400"/>
              <a:gd name="textAreaRight" fmla="*/ 5760 w 54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64" h="1217">
                <a:moveTo>
                  <a:pt x="99" y="1"/>
                </a:moveTo>
                <a:cubicBezTo>
                  <a:pt x="50" y="1"/>
                  <a:pt x="1" y="34"/>
                  <a:pt x="1" y="99"/>
                </a:cubicBezTo>
                <a:cubicBezTo>
                  <a:pt x="1" y="461"/>
                  <a:pt x="34" y="790"/>
                  <a:pt x="67" y="1118"/>
                </a:cubicBezTo>
                <a:cubicBezTo>
                  <a:pt x="67" y="1184"/>
                  <a:pt x="116" y="1217"/>
                  <a:pt x="165" y="1217"/>
                </a:cubicBezTo>
                <a:cubicBezTo>
                  <a:pt x="214" y="1217"/>
                  <a:pt x="264" y="1184"/>
                  <a:pt x="264" y="1118"/>
                </a:cubicBezTo>
                <a:cubicBezTo>
                  <a:pt x="264" y="790"/>
                  <a:pt x="231" y="461"/>
                  <a:pt x="198" y="99"/>
                </a:cubicBezTo>
                <a:cubicBezTo>
                  <a:pt x="198" y="34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8" name="Google Shape;1062;p11"/>
          <p:cNvSpPr/>
          <p:nvPr/>
        </p:nvSpPr>
        <p:spPr>
          <a:xfrm>
            <a:off x="5892840" y="3611160"/>
            <a:ext cx="5760" cy="21240"/>
          </a:xfrm>
          <a:custGeom>
            <a:avLst/>
            <a:gdLst>
              <a:gd name="textAreaLeft" fmla="*/ 0 w 5760"/>
              <a:gd name="textAreaRight" fmla="*/ 6120 w 576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296" h="1025">
                <a:moveTo>
                  <a:pt x="146" y="1"/>
                </a:moveTo>
                <a:cubicBezTo>
                  <a:pt x="101" y="1"/>
                  <a:pt x="66" y="31"/>
                  <a:pt x="66" y="79"/>
                </a:cubicBezTo>
                <a:cubicBezTo>
                  <a:pt x="0" y="375"/>
                  <a:pt x="0" y="671"/>
                  <a:pt x="99" y="967"/>
                </a:cubicBezTo>
                <a:cubicBezTo>
                  <a:pt x="112" y="1006"/>
                  <a:pt x="145" y="1024"/>
                  <a:pt x="181" y="1024"/>
                </a:cubicBezTo>
                <a:cubicBezTo>
                  <a:pt x="236" y="1024"/>
                  <a:pt x="296" y="981"/>
                  <a:pt x="296" y="901"/>
                </a:cubicBezTo>
                <a:cubicBezTo>
                  <a:pt x="197" y="638"/>
                  <a:pt x="197" y="375"/>
                  <a:pt x="263" y="145"/>
                </a:cubicBezTo>
                <a:cubicBezTo>
                  <a:pt x="263" y="79"/>
                  <a:pt x="230" y="14"/>
                  <a:pt x="197" y="14"/>
                </a:cubicBezTo>
                <a:cubicBezTo>
                  <a:pt x="180" y="5"/>
                  <a:pt x="162" y="1"/>
                  <a:pt x="1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9" name="Google Shape;1063;p11"/>
          <p:cNvSpPr/>
          <p:nvPr/>
        </p:nvSpPr>
        <p:spPr>
          <a:xfrm>
            <a:off x="5910120" y="3614760"/>
            <a:ext cx="6480" cy="24840"/>
          </a:xfrm>
          <a:custGeom>
            <a:avLst/>
            <a:gdLst>
              <a:gd name="textAreaLeft" fmla="*/ 0 w 6480"/>
              <a:gd name="textAreaRight" fmla="*/ 6840 w 648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330" h="1184">
                <a:moveTo>
                  <a:pt x="99" y="0"/>
                </a:moveTo>
                <a:cubicBezTo>
                  <a:pt x="66" y="0"/>
                  <a:pt x="1" y="33"/>
                  <a:pt x="1" y="99"/>
                </a:cubicBezTo>
                <a:cubicBezTo>
                  <a:pt x="34" y="427"/>
                  <a:pt x="66" y="756"/>
                  <a:pt x="132" y="1052"/>
                </a:cubicBezTo>
                <a:cubicBezTo>
                  <a:pt x="132" y="1117"/>
                  <a:pt x="165" y="1183"/>
                  <a:pt x="231" y="1183"/>
                </a:cubicBezTo>
                <a:cubicBezTo>
                  <a:pt x="264" y="1150"/>
                  <a:pt x="329" y="1117"/>
                  <a:pt x="329" y="1052"/>
                </a:cubicBezTo>
                <a:cubicBezTo>
                  <a:pt x="296" y="756"/>
                  <a:pt x="264" y="427"/>
                  <a:pt x="198" y="99"/>
                </a:cubicBezTo>
                <a:cubicBezTo>
                  <a:pt x="198" y="33"/>
                  <a:pt x="165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0" name="Google Shape;1064;p11"/>
          <p:cNvSpPr/>
          <p:nvPr/>
        </p:nvSpPr>
        <p:spPr>
          <a:xfrm>
            <a:off x="5927400" y="3613680"/>
            <a:ext cx="5400" cy="40680"/>
          </a:xfrm>
          <a:custGeom>
            <a:avLst/>
            <a:gdLst>
              <a:gd name="textAreaLeft" fmla="*/ 0 w 5400"/>
              <a:gd name="textAreaRight" fmla="*/ 5760 w 540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264" h="1940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690"/>
                  <a:pt x="0" y="1282"/>
                  <a:pt x="66" y="1841"/>
                </a:cubicBezTo>
                <a:cubicBezTo>
                  <a:pt x="66" y="1906"/>
                  <a:pt x="115" y="1939"/>
                  <a:pt x="164" y="1939"/>
                </a:cubicBezTo>
                <a:cubicBezTo>
                  <a:pt x="214" y="1939"/>
                  <a:pt x="263" y="1906"/>
                  <a:pt x="263" y="1841"/>
                </a:cubicBezTo>
                <a:cubicBezTo>
                  <a:pt x="230" y="1282"/>
                  <a:pt x="197" y="690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1" name="Google Shape;1065;p11"/>
          <p:cNvSpPr/>
          <p:nvPr/>
        </p:nvSpPr>
        <p:spPr>
          <a:xfrm>
            <a:off x="5943600" y="3612240"/>
            <a:ext cx="8280" cy="47520"/>
          </a:xfrm>
          <a:custGeom>
            <a:avLst/>
            <a:gdLst>
              <a:gd name="textAreaLeft" fmla="*/ 0 w 8280"/>
              <a:gd name="textAreaRight" fmla="*/ 8640 w 8280"/>
              <a:gd name="textAreaTop" fmla="*/ 0 h 47520"/>
              <a:gd name="textAreaBottom" fmla="*/ 47880 h 47520"/>
            </a:gdLst>
            <a:ahLst/>
            <a:cxnLst/>
            <a:rect l="textAreaLeft" t="textAreaTop" r="textAreaRight" b="textAreaBottom"/>
            <a:pathLst>
              <a:path w="416" h="2262">
                <a:moveTo>
                  <a:pt x="176" y="1"/>
                </a:moveTo>
                <a:cubicBezTo>
                  <a:pt x="123" y="1"/>
                  <a:pt x="67" y="34"/>
                  <a:pt x="67" y="87"/>
                </a:cubicBezTo>
                <a:cubicBezTo>
                  <a:pt x="1" y="810"/>
                  <a:pt x="67" y="1500"/>
                  <a:pt x="198" y="2190"/>
                </a:cubicBezTo>
                <a:cubicBezTo>
                  <a:pt x="211" y="2240"/>
                  <a:pt x="247" y="2262"/>
                  <a:pt x="286" y="2262"/>
                </a:cubicBezTo>
                <a:cubicBezTo>
                  <a:pt x="348" y="2262"/>
                  <a:pt x="416" y="2206"/>
                  <a:pt x="395" y="2125"/>
                </a:cubicBezTo>
                <a:cubicBezTo>
                  <a:pt x="264" y="1467"/>
                  <a:pt x="198" y="777"/>
                  <a:pt x="264" y="87"/>
                </a:cubicBezTo>
                <a:cubicBezTo>
                  <a:pt x="264" y="26"/>
                  <a:pt x="221" y="1"/>
                  <a:pt x="17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760" bIns="23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2" name="Google Shape;1066;p11"/>
          <p:cNvSpPr/>
          <p:nvPr/>
        </p:nvSpPr>
        <p:spPr>
          <a:xfrm>
            <a:off x="5958000" y="3610080"/>
            <a:ext cx="4680" cy="30960"/>
          </a:xfrm>
          <a:custGeom>
            <a:avLst/>
            <a:gdLst>
              <a:gd name="textAreaLeft" fmla="*/ 0 w 4680"/>
              <a:gd name="textAreaRight" fmla="*/ 5040 w 468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31" h="1487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lnTo>
                  <a:pt x="33" y="1413"/>
                </a:lnTo>
                <a:cubicBezTo>
                  <a:pt x="33" y="1462"/>
                  <a:pt x="82" y="1487"/>
                  <a:pt x="131" y="1487"/>
                </a:cubicBezTo>
                <a:cubicBezTo>
                  <a:pt x="181" y="1487"/>
                  <a:pt x="230" y="1462"/>
                  <a:pt x="230" y="1413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3" name="Google Shape;1067;p11"/>
          <p:cNvSpPr/>
          <p:nvPr/>
        </p:nvSpPr>
        <p:spPr>
          <a:xfrm>
            <a:off x="6004080" y="3612600"/>
            <a:ext cx="7920" cy="30240"/>
          </a:xfrm>
          <a:custGeom>
            <a:avLst/>
            <a:gdLst>
              <a:gd name="textAreaLeft" fmla="*/ 0 w 7920"/>
              <a:gd name="textAreaRight" fmla="*/ 8280 w 792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83" h="1453">
                <a:moveTo>
                  <a:pt x="130" y="1"/>
                </a:moveTo>
                <a:cubicBezTo>
                  <a:pt x="68" y="1"/>
                  <a:pt x="0" y="57"/>
                  <a:pt x="21" y="138"/>
                </a:cubicBezTo>
                <a:lnTo>
                  <a:pt x="21" y="105"/>
                </a:lnTo>
                <a:cubicBezTo>
                  <a:pt x="152" y="499"/>
                  <a:pt x="185" y="927"/>
                  <a:pt x="152" y="1354"/>
                </a:cubicBezTo>
                <a:cubicBezTo>
                  <a:pt x="152" y="1387"/>
                  <a:pt x="185" y="1452"/>
                  <a:pt x="251" y="1452"/>
                </a:cubicBezTo>
                <a:cubicBezTo>
                  <a:pt x="316" y="1452"/>
                  <a:pt x="349" y="1387"/>
                  <a:pt x="349" y="1354"/>
                </a:cubicBezTo>
                <a:cubicBezTo>
                  <a:pt x="382" y="927"/>
                  <a:pt x="349" y="467"/>
                  <a:pt x="218" y="72"/>
                </a:cubicBezTo>
                <a:cubicBezTo>
                  <a:pt x="205" y="22"/>
                  <a:pt x="169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4" name="Google Shape;1068;p11"/>
          <p:cNvSpPr/>
          <p:nvPr/>
        </p:nvSpPr>
        <p:spPr>
          <a:xfrm>
            <a:off x="6069240" y="3614400"/>
            <a:ext cx="6840" cy="32400"/>
          </a:xfrm>
          <a:custGeom>
            <a:avLst/>
            <a:gdLst>
              <a:gd name="textAreaLeft" fmla="*/ 0 w 6840"/>
              <a:gd name="textAreaRight" fmla="*/ 7200 w 684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348" h="1555">
                <a:moveTo>
                  <a:pt x="153" y="0"/>
                </a:moveTo>
                <a:cubicBezTo>
                  <a:pt x="99" y="0"/>
                  <a:pt x="50" y="41"/>
                  <a:pt x="66" y="124"/>
                </a:cubicBezTo>
                <a:cubicBezTo>
                  <a:pt x="1" y="584"/>
                  <a:pt x="34" y="1044"/>
                  <a:pt x="132" y="1471"/>
                </a:cubicBezTo>
                <a:cubicBezTo>
                  <a:pt x="146" y="1529"/>
                  <a:pt x="192" y="1555"/>
                  <a:pt x="237" y="1555"/>
                </a:cubicBezTo>
                <a:cubicBezTo>
                  <a:pt x="294" y="1555"/>
                  <a:pt x="348" y="1512"/>
                  <a:pt x="329" y="1438"/>
                </a:cubicBezTo>
                <a:cubicBezTo>
                  <a:pt x="231" y="978"/>
                  <a:pt x="198" y="551"/>
                  <a:pt x="264" y="124"/>
                </a:cubicBezTo>
                <a:cubicBezTo>
                  <a:pt x="264" y="41"/>
                  <a:pt x="206" y="0"/>
                  <a:pt x="1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5" name="Google Shape;1069;p11"/>
          <p:cNvSpPr/>
          <p:nvPr/>
        </p:nvSpPr>
        <p:spPr>
          <a:xfrm>
            <a:off x="6084000" y="3612960"/>
            <a:ext cx="5760" cy="25920"/>
          </a:xfrm>
          <a:custGeom>
            <a:avLst/>
            <a:gdLst>
              <a:gd name="textAreaLeft" fmla="*/ 0 w 5760"/>
              <a:gd name="textAreaRight" fmla="*/ 6120 w 576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97" h="1250">
                <a:moveTo>
                  <a:pt x="116" y="0"/>
                </a:moveTo>
                <a:cubicBezTo>
                  <a:pt x="58" y="0"/>
                  <a:pt x="1" y="33"/>
                  <a:pt x="1" y="99"/>
                </a:cubicBezTo>
                <a:cubicBezTo>
                  <a:pt x="1" y="461"/>
                  <a:pt x="66" y="789"/>
                  <a:pt x="66" y="1151"/>
                </a:cubicBezTo>
                <a:cubicBezTo>
                  <a:pt x="66" y="1216"/>
                  <a:pt x="124" y="1249"/>
                  <a:pt x="181" y="1249"/>
                </a:cubicBezTo>
                <a:cubicBezTo>
                  <a:pt x="239" y="1249"/>
                  <a:pt x="296" y="1216"/>
                  <a:pt x="296" y="1151"/>
                </a:cubicBezTo>
                <a:cubicBezTo>
                  <a:pt x="264" y="789"/>
                  <a:pt x="231" y="461"/>
                  <a:pt x="231" y="99"/>
                </a:cubicBezTo>
                <a:cubicBezTo>
                  <a:pt x="231" y="33"/>
                  <a:pt x="173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6" name="Google Shape;1070;p11"/>
          <p:cNvSpPr/>
          <p:nvPr/>
        </p:nvSpPr>
        <p:spPr>
          <a:xfrm>
            <a:off x="6107400" y="3613680"/>
            <a:ext cx="5400" cy="40680"/>
          </a:xfrm>
          <a:custGeom>
            <a:avLst/>
            <a:gdLst>
              <a:gd name="textAreaLeft" fmla="*/ 0 w 5400"/>
              <a:gd name="textAreaRight" fmla="*/ 5760 w 540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264" h="1940">
                <a:moveTo>
                  <a:pt x="165" y="0"/>
                </a:moveTo>
                <a:cubicBezTo>
                  <a:pt x="116" y="0"/>
                  <a:pt x="67" y="33"/>
                  <a:pt x="67" y="99"/>
                </a:cubicBezTo>
                <a:cubicBezTo>
                  <a:pt x="34" y="690"/>
                  <a:pt x="1" y="1249"/>
                  <a:pt x="34" y="1841"/>
                </a:cubicBezTo>
                <a:cubicBezTo>
                  <a:pt x="34" y="1906"/>
                  <a:pt x="83" y="1939"/>
                  <a:pt x="132" y="1939"/>
                </a:cubicBezTo>
                <a:cubicBezTo>
                  <a:pt x="182" y="1939"/>
                  <a:pt x="231" y="1906"/>
                  <a:pt x="231" y="1841"/>
                </a:cubicBezTo>
                <a:cubicBezTo>
                  <a:pt x="231" y="1249"/>
                  <a:pt x="231" y="690"/>
                  <a:pt x="264" y="99"/>
                </a:cubicBezTo>
                <a:cubicBezTo>
                  <a:pt x="264" y="33"/>
                  <a:pt x="215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7" name="Google Shape;1071;p11"/>
          <p:cNvSpPr/>
          <p:nvPr/>
        </p:nvSpPr>
        <p:spPr>
          <a:xfrm>
            <a:off x="6127200" y="3610080"/>
            <a:ext cx="5040" cy="34560"/>
          </a:xfrm>
          <a:custGeom>
            <a:avLst/>
            <a:gdLst>
              <a:gd name="textAreaLeft" fmla="*/ 0 w 5040"/>
              <a:gd name="textAreaRight" fmla="*/ 5400 w 50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63" h="1644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cubicBezTo>
                  <a:pt x="0" y="592"/>
                  <a:pt x="33" y="1084"/>
                  <a:pt x="33" y="1544"/>
                </a:cubicBezTo>
                <a:cubicBezTo>
                  <a:pt x="33" y="1610"/>
                  <a:pt x="90" y="1643"/>
                  <a:pt x="148" y="1643"/>
                </a:cubicBezTo>
                <a:cubicBezTo>
                  <a:pt x="205" y="1643"/>
                  <a:pt x="263" y="1610"/>
                  <a:pt x="263" y="1544"/>
                </a:cubicBezTo>
                <a:cubicBezTo>
                  <a:pt x="263" y="1084"/>
                  <a:pt x="230" y="592"/>
                  <a:pt x="197" y="99"/>
                </a:cubicBez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Google Shape;1072;p11"/>
          <p:cNvSpPr/>
          <p:nvPr/>
        </p:nvSpPr>
        <p:spPr>
          <a:xfrm>
            <a:off x="6152760" y="3613680"/>
            <a:ext cx="3960" cy="26640"/>
          </a:xfrm>
          <a:custGeom>
            <a:avLst/>
            <a:gdLst>
              <a:gd name="textAreaLeft" fmla="*/ 0 w 3960"/>
              <a:gd name="textAreaRight" fmla="*/ 4320 w 396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199" h="1282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lnTo>
                  <a:pt x="1" y="1183"/>
                </a:lnTo>
                <a:cubicBezTo>
                  <a:pt x="1" y="1249"/>
                  <a:pt x="50" y="1282"/>
                  <a:pt x="99" y="1282"/>
                </a:cubicBezTo>
                <a:cubicBezTo>
                  <a:pt x="149" y="1282"/>
                  <a:pt x="198" y="1249"/>
                  <a:pt x="198" y="1183"/>
                </a:cubicBezTo>
                <a:lnTo>
                  <a:pt x="198" y="99"/>
                </a:ln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1073;p11"/>
          <p:cNvSpPr/>
          <p:nvPr/>
        </p:nvSpPr>
        <p:spPr>
          <a:xfrm>
            <a:off x="6168240" y="3611520"/>
            <a:ext cx="5760" cy="30960"/>
          </a:xfrm>
          <a:custGeom>
            <a:avLst/>
            <a:gdLst>
              <a:gd name="textAreaLeft" fmla="*/ 0 w 5760"/>
              <a:gd name="textAreaRight" fmla="*/ 6120 w 576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81" h="1480">
                <a:moveTo>
                  <a:pt x="99" y="1"/>
                </a:moveTo>
                <a:cubicBezTo>
                  <a:pt x="50" y="1"/>
                  <a:pt x="1" y="34"/>
                  <a:pt x="1" y="99"/>
                </a:cubicBezTo>
                <a:lnTo>
                  <a:pt x="67" y="1381"/>
                </a:lnTo>
                <a:cubicBezTo>
                  <a:pt x="67" y="1447"/>
                  <a:pt x="124" y="1479"/>
                  <a:pt x="177" y="1479"/>
                </a:cubicBezTo>
                <a:cubicBezTo>
                  <a:pt x="231" y="1479"/>
                  <a:pt x="280" y="1447"/>
                  <a:pt x="264" y="1381"/>
                </a:cubicBezTo>
                <a:lnTo>
                  <a:pt x="198" y="99"/>
                </a:lnTo>
                <a:cubicBezTo>
                  <a:pt x="198" y="34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1074;p11"/>
          <p:cNvSpPr/>
          <p:nvPr/>
        </p:nvSpPr>
        <p:spPr>
          <a:xfrm>
            <a:off x="6185160" y="3609360"/>
            <a:ext cx="7200" cy="48600"/>
          </a:xfrm>
          <a:custGeom>
            <a:avLst/>
            <a:gdLst>
              <a:gd name="textAreaLeft" fmla="*/ 0 w 7200"/>
              <a:gd name="textAreaRight" fmla="*/ 7560 w 720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350" h="2313">
                <a:moveTo>
                  <a:pt x="131" y="0"/>
                </a:moveTo>
                <a:cubicBezTo>
                  <a:pt x="69" y="0"/>
                  <a:pt x="1" y="56"/>
                  <a:pt x="21" y="138"/>
                </a:cubicBezTo>
                <a:cubicBezTo>
                  <a:pt x="153" y="795"/>
                  <a:pt x="153" y="1485"/>
                  <a:pt x="54" y="2175"/>
                </a:cubicBezTo>
                <a:cubicBezTo>
                  <a:pt x="54" y="2256"/>
                  <a:pt x="129" y="2312"/>
                  <a:pt x="187" y="2312"/>
                </a:cubicBezTo>
                <a:cubicBezTo>
                  <a:pt x="223" y="2312"/>
                  <a:pt x="251" y="2291"/>
                  <a:pt x="251" y="2241"/>
                </a:cubicBezTo>
                <a:cubicBezTo>
                  <a:pt x="350" y="1518"/>
                  <a:pt x="350" y="795"/>
                  <a:pt x="218" y="72"/>
                </a:cubicBezTo>
                <a:cubicBezTo>
                  <a:pt x="206" y="22"/>
                  <a:pt x="169" y="0"/>
                  <a:pt x="1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Google Shape;1075;p11"/>
          <p:cNvSpPr/>
          <p:nvPr/>
        </p:nvSpPr>
        <p:spPr>
          <a:xfrm>
            <a:off x="6210360" y="3611520"/>
            <a:ext cx="3960" cy="50400"/>
          </a:xfrm>
          <a:custGeom>
            <a:avLst/>
            <a:gdLst>
              <a:gd name="textAreaLeft" fmla="*/ 0 w 3960"/>
              <a:gd name="textAreaRight" fmla="*/ 4320 w 396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198" h="2400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lnTo>
                  <a:pt x="0" y="2301"/>
                </a:lnTo>
                <a:cubicBezTo>
                  <a:pt x="0" y="2367"/>
                  <a:pt x="50" y="2400"/>
                  <a:pt x="99" y="2400"/>
                </a:cubicBezTo>
                <a:cubicBezTo>
                  <a:pt x="148" y="2400"/>
                  <a:pt x="197" y="2367"/>
                  <a:pt x="197" y="2301"/>
                </a:cubicBezTo>
                <a:lnTo>
                  <a:pt x="197" y="99"/>
                </a:ln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Google Shape;1076;p11"/>
          <p:cNvSpPr/>
          <p:nvPr/>
        </p:nvSpPr>
        <p:spPr>
          <a:xfrm>
            <a:off x="6222960" y="3612240"/>
            <a:ext cx="5400" cy="41760"/>
          </a:xfrm>
          <a:custGeom>
            <a:avLst/>
            <a:gdLst>
              <a:gd name="textAreaLeft" fmla="*/ 0 w 5400"/>
              <a:gd name="textAreaRight" fmla="*/ 5760 w 5400"/>
              <a:gd name="textAreaTop" fmla="*/ 0 h 41760"/>
              <a:gd name="textAreaBottom" fmla="*/ 42120 h 41760"/>
            </a:gdLst>
            <a:ahLst/>
            <a:cxnLst/>
            <a:rect l="textAreaLeft" t="textAreaTop" r="textAreaRight" b="textAreaBottom"/>
            <a:pathLst>
              <a:path w="264" h="1994">
                <a:moveTo>
                  <a:pt x="172" y="1"/>
                </a:moveTo>
                <a:cubicBezTo>
                  <a:pt x="116" y="1"/>
                  <a:pt x="51" y="34"/>
                  <a:pt x="34" y="87"/>
                </a:cubicBezTo>
                <a:cubicBezTo>
                  <a:pt x="1" y="712"/>
                  <a:pt x="1" y="1303"/>
                  <a:pt x="34" y="1895"/>
                </a:cubicBezTo>
                <a:cubicBezTo>
                  <a:pt x="34" y="1960"/>
                  <a:pt x="91" y="1993"/>
                  <a:pt x="149" y="1993"/>
                </a:cubicBezTo>
                <a:cubicBezTo>
                  <a:pt x="206" y="1993"/>
                  <a:pt x="264" y="1960"/>
                  <a:pt x="264" y="1895"/>
                </a:cubicBezTo>
                <a:cubicBezTo>
                  <a:pt x="198" y="1303"/>
                  <a:pt x="198" y="712"/>
                  <a:pt x="264" y="87"/>
                </a:cubicBezTo>
                <a:cubicBezTo>
                  <a:pt x="264" y="26"/>
                  <a:pt x="221" y="1"/>
                  <a:pt x="17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3" name="Google Shape;1077;p11"/>
          <p:cNvSpPr/>
          <p:nvPr/>
        </p:nvSpPr>
        <p:spPr>
          <a:xfrm>
            <a:off x="6237000" y="3613680"/>
            <a:ext cx="5760" cy="40680"/>
          </a:xfrm>
          <a:custGeom>
            <a:avLst/>
            <a:gdLst>
              <a:gd name="textAreaLeft" fmla="*/ 0 w 5760"/>
              <a:gd name="textAreaRight" fmla="*/ 6120 w 576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281" h="1940">
                <a:moveTo>
                  <a:pt x="165" y="0"/>
                </a:moveTo>
                <a:cubicBezTo>
                  <a:pt x="116" y="0"/>
                  <a:pt x="67" y="33"/>
                  <a:pt x="67" y="99"/>
                </a:cubicBezTo>
                <a:cubicBezTo>
                  <a:pt x="1" y="690"/>
                  <a:pt x="1" y="1282"/>
                  <a:pt x="67" y="1841"/>
                </a:cubicBezTo>
                <a:cubicBezTo>
                  <a:pt x="67" y="1906"/>
                  <a:pt x="124" y="1939"/>
                  <a:pt x="178" y="1939"/>
                </a:cubicBezTo>
                <a:cubicBezTo>
                  <a:pt x="231" y="1939"/>
                  <a:pt x="280" y="1906"/>
                  <a:pt x="264" y="1841"/>
                </a:cubicBezTo>
                <a:cubicBezTo>
                  <a:pt x="231" y="1282"/>
                  <a:pt x="231" y="690"/>
                  <a:pt x="264" y="99"/>
                </a:cubicBezTo>
                <a:cubicBezTo>
                  <a:pt x="264" y="33"/>
                  <a:pt x="215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4" name="Google Shape;1078;p11"/>
          <p:cNvSpPr/>
          <p:nvPr/>
        </p:nvSpPr>
        <p:spPr>
          <a:xfrm>
            <a:off x="6289200" y="3623400"/>
            <a:ext cx="5400" cy="25920"/>
          </a:xfrm>
          <a:custGeom>
            <a:avLst/>
            <a:gdLst>
              <a:gd name="textAreaLeft" fmla="*/ 0 w 5400"/>
              <a:gd name="textAreaRight" fmla="*/ 5760 w 540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64" h="1250">
                <a:moveTo>
                  <a:pt x="132" y="0"/>
                </a:moveTo>
                <a:cubicBezTo>
                  <a:pt x="83" y="0"/>
                  <a:pt x="33" y="33"/>
                  <a:pt x="33" y="99"/>
                </a:cubicBezTo>
                <a:cubicBezTo>
                  <a:pt x="0" y="460"/>
                  <a:pt x="0" y="789"/>
                  <a:pt x="33" y="1150"/>
                </a:cubicBezTo>
                <a:cubicBezTo>
                  <a:pt x="33" y="1183"/>
                  <a:pt x="99" y="1249"/>
                  <a:pt x="132" y="1249"/>
                </a:cubicBezTo>
                <a:cubicBezTo>
                  <a:pt x="198" y="1249"/>
                  <a:pt x="263" y="1183"/>
                  <a:pt x="230" y="1150"/>
                </a:cubicBezTo>
                <a:cubicBezTo>
                  <a:pt x="198" y="789"/>
                  <a:pt x="198" y="460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5" name="Google Shape;1079;p11"/>
          <p:cNvSpPr/>
          <p:nvPr/>
        </p:nvSpPr>
        <p:spPr>
          <a:xfrm>
            <a:off x="6267600" y="3618720"/>
            <a:ext cx="5760" cy="25560"/>
          </a:xfrm>
          <a:custGeom>
            <a:avLst/>
            <a:gdLst>
              <a:gd name="textAreaLeft" fmla="*/ 0 w 5760"/>
              <a:gd name="textAreaRight" fmla="*/ 6120 w 576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97" h="1230">
                <a:moveTo>
                  <a:pt x="146" y="0"/>
                </a:moveTo>
                <a:cubicBezTo>
                  <a:pt x="132" y="0"/>
                  <a:pt x="117" y="4"/>
                  <a:pt x="99" y="13"/>
                </a:cubicBezTo>
                <a:cubicBezTo>
                  <a:pt x="34" y="13"/>
                  <a:pt x="1" y="79"/>
                  <a:pt x="34" y="145"/>
                </a:cubicBezTo>
                <a:cubicBezTo>
                  <a:pt x="67" y="473"/>
                  <a:pt x="99" y="802"/>
                  <a:pt x="67" y="1130"/>
                </a:cubicBezTo>
                <a:cubicBezTo>
                  <a:pt x="67" y="1196"/>
                  <a:pt x="132" y="1229"/>
                  <a:pt x="165" y="1229"/>
                </a:cubicBezTo>
                <a:cubicBezTo>
                  <a:pt x="231" y="1229"/>
                  <a:pt x="264" y="1196"/>
                  <a:pt x="264" y="1130"/>
                </a:cubicBezTo>
                <a:cubicBezTo>
                  <a:pt x="297" y="769"/>
                  <a:pt x="297" y="440"/>
                  <a:pt x="231" y="79"/>
                </a:cubicBezTo>
                <a:cubicBezTo>
                  <a:pt x="207" y="31"/>
                  <a:pt x="183" y="0"/>
                  <a:pt x="14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6" name="Google Shape;1080;p11"/>
          <p:cNvSpPr/>
          <p:nvPr/>
        </p:nvSpPr>
        <p:spPr>
          <a:xfrm>
            <a:off x="6310080" y="3615480"/>
            <a:ext cx="5760" cy="33120"/>
          </a:xfrm>
          <a:custGeom>
            <a:avLst/>
            <a:gdLst>
              <a:gd name="textAreaLeft" fmla="*/ 0 w 5760"/>
              <a:gd name="textAreaRight" fmla="*/ 6120 w 57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96" h="1579">
                <a:moveTo>
                  <a:pt x="132" y="1"/>
                </a:moveTo>
                <a:cubicBezTo>
                  <a:pt x="66" y="1"/>
                  <a:pt x="0" y="67"/>
                  <a:pt x="0" y="100"/>
                </a:cubicBezTo>
                <a:cubicBezTo>
                  <a:pt x="66" y="560"/>
                  <a:pt x="99" y="1020"/>
                  <a:pt x="66" y="1480"/>
                </a:cubicBezTo>
                <a:cubicBezTo>
                  <a:pt x="66" y="1545"/>
                  <a:pt x="115" y="1578"/>
                  <a:pt x="165" y="1578"/>
                </a:cubicBezTo>
                <a:cubicBezTo>
                  <a:pt x="214" y="1578"/>
                  <a:pt x="263" y="1545"/>
                  <a:pt x="263" y="1480"/>
                </a:cubicBezTo>
                <a:cubicBezTo>
                  <a:pt x="296" y="1020"/>
                  <a:pt x="263" y="560"/>
                  <a:pt x="230" y="100"/>
                </a:cubicBezTo>
                <a:cubicBezTo>
                  <a:pt x="230" y="67"/>
                  <a:pt x="165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7" name="Google Shape;1081;p11"/>
          <p:cNvSpPr/>
          <p:nvPr/>
        </p:nvSpPr>
        <p:spPr>
          <a:xfrm>
            <a:off x="6328800" y="3617640"/>
            <a:ext cx="5400" cy="28800"/>
          </a:xfrm>
          <a:custGeom>
            <a:avLst/>
            <a:gdLst>
              <a:gd name="textAreaLeft" fmla="*/ 0 w 5400"/>
              <a:gd name="textAreaRight" fmla="*/ 5760 w 540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264" h="1381">
                <a:moveTo>
                  <a:pt x="198" y="1"/>
                </a:moveTo>
                <a:cubicBezTo>
                  <a:pt x="132" y="1"/>
                  <a:pt x="66" y="33"/>
                  <a:pt x="66" y="99"/>
                </a:cubicBezTo>
                <a:cubicBezTo>
                  <a:pt x="0" y="493"/>
                  <a:pt x="0" y="888"/>
                  <a:pt x="0" y="1282"/>
                </a:cubicBezTo>
                <a:cubicBezTo>
                  <a:pt x="0" y="1348"/>
                  <a:pt x="58" y="1381"/>
                  <a:pt x="116" y="1381"/>
                </a:cubicBezTo>
                <a:cubicBezTo>
                  <a:pt x="173" y="1381"/>
                  <a:pt x="231" y="1348"/>
                  <a:pt x="231" y="1282"/>
                </a:cubicBezTo>
                <a:cubicBezTo>
                  <a:pt x="198" y="921"/>
                  <a:pt x="198" y="526"/>
                  <a:pt x="263" y="132"/>
                </a:cubicBezTo>
                <a:cubicBezTo>
                  <a:pt x="263" y="99"/>
                  <a:pt x="231" y="33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8" name="Google Shape;1082;p11"/>
          <p:cNvSpPr/>
          <p:nvPr/>
        </p:nvSpPr>
        <p:spPr>
          <a:xfrm>
            <a:off x="6342120" y="3619800"/>
            <a:ext cx="3960" cy="24120"/>
          </a:xfrm>
          <a:custGeom>
            <a:avLst/>
            <a:gdLst>
              <a:gd name="textAreaLeft" fmla="*/ 0 w 3960"/>
              <a:gd name="textAreaRight" fmla="*/ 4320 w 396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198" h="1151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lnTo>
                  <a:pt x="1" y="1052"/>
                </a:lnTo>
                <a:cubicBezTo>
                  <a:pt x="1" y="1117"/>
                  <a:pt x="50" y="1150"/>
                  <a:pt x="99" y="1150"/>
                </a:cubicBezTo>
                <a:cubicBezTo>
                  <a:pt x="149" y="1150"/>
                  <a:pt x="198" y="1117"/>
                  <a:pt x="198" y="1052"/>
                </a:cubicBezTo>
                <a:lnTo>
                  <a:pt x="198" y="99"/>
                </a:ln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9" name="Google Shape;1083;p11"/>
          <p:cNvSpPr/>
          <p:nvPr/>
        </p:nvSpPr>
        <p:spPr>
          <a:xfrm>
            <a:off x="6082560" y="3779640"/>
            <a:ext cx="7200" cy="67680"/>
          </a:xfrm>
          <a:custGeom>
            <a:avLst/>
            <a:gdLst>
              <a:gd name="textAreaLeft" fmla="*/ 0 w 7200"/>
              <a:gd name="textAreaRight" fmla="*/ 7560 w 7200"/>
              <a:gd name="textAreaTop" fmla="*/ 0 h 67680"/>
              <a:gd name="textAreaBottom" fmla="*/ 68040 h 67680"/>
            </a:gdLst>
            <a:ahLst/>
            <a:cxnLst/>
            <a:rect l="textAreaLeft" t="textAreaTop" r="textAreaRight" b="textAreaBottom"/>
            <a:pathLst>
              <a:path w="363" h="3222">
                <a:moveTo>
                  <a:pt x="260" y="1"/>
                </a:moveTo>
                <a:cubicBezTo>
                  <a:pt x="206" y="1"/>
                  <a:pt x="149" y="34"/>
                  <a:pt x="132" y="100"/>
                </a:cubicBezTo>
                <a:cubicBezTo>
                  <a:pt x="34" y="1118"/>
                  <a:pt x="1" y="2137"/>
                  <a:pt x="67" y="3123"/>
                </a:cubicBezTo>
                <a:cubicBezTo>
                  <a:pt x="67" y="3188"/>
                  <a:pt x="116" y="3221"/>
                  <a:pt x="165" y="3221"/>
                </a:cubicBezTo>
                <a:cubicBezTo>
                  <a:pt x="215" y="3221"/>
                  <a:pt x="264" y="3188"/>
                  <a:pt x="264" y="3123"/>
                </a:cubicBezTo>
                <a:cubicBezTo>
                  <a:pt x="198" y="2137"/>
                  <a:pt x="231" y="1118"/>
                  <a:pt x="362" y="100"/>
                </a:cubicBezTo>
                <a:cubicBezTo>
                  <a:pt x="362" y="34"/>
                  <a:pt x="313" y="1"/>
                  <a:pt x="2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840" bIns="33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0" name="Google Shape;1084;p11"/>
          <p:cNvSpPr/>
          <p:nvPr/>
        </p:nvSpPr>
        <p:spPr>
          <a:xfrm>
            <a:off x="6081120" y="3705840"/>
            <a:ext cx="3960" cy="36360"/>
          </a:xfrm>
          <a:custGeom>
            <a:avLst/>
            <a:gdLst>
              <a:gd name="textAreaLeft" fmla="*/ 0 w 3960"/>
              <a:gd name="textAreaRight" fmla="*/ 4320 w 396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98" h="1743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lnTo>
                  <a:pt x="0" y="1644"/>
                </a:lnTo>
                <a:cubicBezTo>
                  <a:pt x="0" y="1709"/>
                  <a:pt x="50" y="1742"/>
                  <a:pt x="99" y="1742"/>
                </a:cubicBezTo>
                <a:cubicBezTo>
                  <a:pt x="148" y="1742"/>
                  <a:pt x="197" y="1709"/>
                  <a:pt x="197" y="1644"/>
                </a:cubicBezTo>
                <a:lnTo>
                  <a:pt x="197" y="99"/>
                </a:ln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1" name="Google Shape;1085;p11"/>
          <p:cNvSpPr/>
          <p:nvPr/>
        </p:nvSpPr>
        <p:spPr>
          <a:xfrm>
            <a:off x="6106320" y="3709080"/>
            <a:ext cx="3960" cy="28080"/>
          </a:xfrm>
          <a:custGeom>
            <a:avLst/>
            <a:gdLst>
              <a:gd name="textAreaLeft" fmla="*/ 0 w 3960"/>
              <a:gd name="textAreaRight" fmla="*/ 4320 w 396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198" h="1340">
                <a:moveTo>
                  <a:pt x="99" y="0"/>
                </a:moveTo>
                <a:cubicBezTo>
                  <a:pt x="50" y="0"/>
                  <a:pt x="0" y="41"/>
                  <a:pt x="0" y="124"/>
                </a:cubicBezTo>
                <a:lnTo>
                  <a:pt x="0" y="1241"/>
                </a:lnTo>
                <a:cubicBezTo>
                  <a:pt x="0" y="1307"/>
                  <a:pt x="50" y="1339"/>
                  <a:pt x="99" y="1339"/>
                </a:cubicBezTo>
                <a:cubicBezTo>
                  <a:pt x="148" y="1339"/>
                  <a:pt x="197" y="1307"/>
                  <a:pt x="197" y="1241"/>
                </a:cubicBezTo>
                <a:lnTo>
                  <a:pt x="197" y="124"/>
                </a:lnTo>
                <a:cubicBezTo>
                  <a:pt x="197" y="41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2" name="Google Shape;1086;p11"/>
          <p:cNvSpPr/>
          <p:nvPr/>
        </p:nvSpPr>
        <p:spPr>
          <a:xfrm>
            <a:off x="6126480" y="3686400"/>
            <a:ext cx="7200" cy="90720"/>
          </a:xfrm>
          <a:custGeom>
            <a:avLst/>
            <a:gdLst>
              <a:gd name="textAreaLeft" fmla="*/ 0 w 7200"/>
              <a:gd name="textAreaRight" fmla="*/ 7560 w 7200"/>
              <a:gd name="textAreaTop" fmla="*/ 0 h 90720"/>
              <a:gd name="textAreaBottom" fmla="*/ 91080 h 90720"/>
            </a:gdLst>
            <a:ahLst/>
            <a:cxnLst/>
            <a:rect l="textAreaLeft" t="textAreaTop" r="textAreaRight" b="textAreaBottom"/>
            <a:pathLst>
              <a:path w="362" h="4306">
                <a:moveTo>
                  <a:pt x="115" y="1"/>
                </a:moveTo>
                <a:cubicBezTo>
                  <a:pt x="58" y="1"/>
                  <a:pt x="0" y="34"/>
                  <a:pt x="0" y="99"/>
                </a:cubicBezTo>
                <a:cubicBezTo>
                  <a:pt x="132" y="1447"/>
                  <a:pt x="164" y="2827"/>
                  <a:pt x="132" y="4207"/>
                </a:cubicBezTo>
                <a:cubicBezTo>
                  <a:pt x="132" y="4273"/>
                  <a:pt x="181" y="4305"/>
                  <a:pt x="230" y="4305"/>
                </a:cubicBezTo>
                <a:cubicBezTo>
                  <a:pt x="279" y="4305"/>
                  <a:pt x="329" y="4273"/>
                  <a:pt x="329" y="4207"/>
                </a:cubicBezTo>
                <a:cubicBezTo>
                  <a:pt x="362" y="2827"/>
                  <a:pt x="329" y="1447"/>
                  <a:pt x="230" y="99"/>
                </a:cubicBezTo>
                <a:cubicBezTo>
                  <a:pt x="230" y="34"/>
                  <a:pt x="173" y="1"/>
                  <a:pt x="1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360" bIns="45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3" name="Google Shape;1087;p11"/>
          <p:cNvSpPr/>
          <p:nvPr/>
        </p:nvSpPr>
        <p:spPr>
          <a:xfrm>
            <a:off x="6119280" y="3786120"/>
            <a:ext cx="7200" cy="29160"/>
          </a:xfrm>
          <a:custGeom>
            <a:avLst/>
            <a:gdLst>
              <a:gd name="textAreaLeft" fmla="*/ 0 w 7200"/>
              <a:gd name="textAreaRight" fmla="*/ 7560 w 7200"/>
              <a:gd name="textAreaTop" fmla="*/ 0 h 29160"/>
              <a:gd name="textAreaBottom" fmla="*/ 29520 h 29160"/>
            </a:gdLst>
            <a:ahLst/>
            <a:cxnLst/>
            <a:rect l="textAreaLeft" t="textAreaTop" r="textAreaRight" b="textAreaBottom"/>
            <a:pathLst>
              <a:path w="349" h="1388">
                <a:moveTo>
                  <a:pt x="176" y="1"/>
                </a:moveTo>
                <a:cubicBezTo>
                  <a:pt x="129" y="1"/>
                  <a:pt x="80" y="29"/>
                  <a:pt x="66" y="98"/>
                </a:cubicBezTo>
                <a:cubicBezTo>
                  <a:pt x="1" y="493"/>
                  <a:pt x="33" y="920"/>
                  <a:pt x="132" y="1314"/>
                </a:cubicBezTo>
                <a:cubicBezTo>
                  <a:pt x="145" y="1367"/>
                  <a:pt x="185" y="1388"/>
                  <a:pt x="225" y="1388"/>
                </a:cubicBezTo>
                <a:cubicBezTo>
                  <a:pt x="286" y="1388"/>
                  <a:pt x="349" y="1340"/>
                  <a:pt x="329" y="1281"/>
                </a:cubicBezTo>
                <a:cubicBezTo>
                  <a:pt x="231" y="920"/>
                  <a:pt x="198" y="525"/>
                  <a:pt x="263" y="131"/>
                </a:cubicBezTo>
                <a:cubicBezTo>
                  <a:pt x="302" y="55"/>
                  <a:pt x="240" y="1"/>
                  <a:pt x="17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4" name="Google Shape;1088;p11"/>
          <p:cNvSpPr/>
          <p:nvPr/>
        </p:nvSpPr>
        <p:spPr>
          <a:xfrm>
            <a:off x="6154200" y="3759120"/>
            <a:ext cx="6840" cy="29880"/>
          </a:xfrm>
          <a:custGeom>
            <a:avLst/>
            <a:gdLst>
              <a:gd name="textAreaLeft" fmla="*/ 0 w 6840"/>
              <a:gd name="textAreaRight" fmla="*/ 7200 w 68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348" h="1431">
                <a:moveTo>
                  <a:pt x="237" y="0"/>
                </a:moveTo>
                <a:cubicBezTo>
                  <a:pt x="192" y="0"/>
                  <a:pt x="146" y="26"/>
                  <a:pt x="132" y="84"/>
                </a:cubicBezTo>
                <a:cubicBezTo>
                  <a:pt x="33" y="478"/>
                  <a:pt x="1" y="905"/>
                  <a:pt x="33" y="1332"/>
                </a:cubicBezTo>
                <a:cubicBezTo>
                  <a:pt x="33" y="1398"/>
                  <a:pt x="99" y="1431"/>
                  <a:pt x="165" y="1431"/>
                </a:cubicBezTo>
                <a:cubicBezTo>
                  <a:pt x="198" y="1431"/>
                  <a:pt x="263" y="1398"/>
                  <a:pt x="263" y="1332"/>
                </a:cubicBezTo>
                <a:cubicBezTo>
                  <a:pt x="198" y="938"/>
                  <a:pt x="231" y="511"/>
                  <a:pt x="329" y="117"/>
                </a:cubicBezTo>
                <a:cubicBezTo>
                  <a:pt x="348" y="43"/>
                  <a:pt x="294" y="0"/>
                  <a:pt x="23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5" name="Google Shape;1089;p11"/>
          <p:cNvSpPr/>
          <p:nvPr/>
        </p:nvSpPr>
        <p:spPr>
          <a:xfrm>
            <a:off x="6183360" y="3701880"/>
            <a:ext cx="5760" cy="68400"/>
          </a:xfrm>
          <a:custGeom>
            <a:avLst/>
            <a:gdLst>
              <a:gd name="textAreaLeft" fmla="*/ 0 w 5760"/>
              <a:gd name="textAreaRight" fmla="*/ 6120 w 5760"/>
              <a:gd name="textAreaTop" fmla="*/ 0 h 68400"/>
              <a:gd name="textAreaBottom" fmla="*/ 68760 h 68400"/>
            </a:gdLst>
            <a:ahLst/>
            <a:cxnLst/>
            <a:rect l="textAreaLeft" t="textAreaTop" r="textAreaRight" b="textAreaBottom"/>
            <a:pathLst>
              <a:path w="297" h="3254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lnTo>
                  <a:pt x="99" y="3155"/>
                </a:lnTo>
                <a:cubicBezTo>
                  <a:pt x="99" y="3221"/>
                  <a:pt x="149" y="3254"/>
                  <a:pt x="198" y="3254"/>
                </a:cubicBezTo>
                <a:cubicBezTo>
                  <a:pt x="247" y="3254"/>
                  <a:pt x="296" y="3221"/>
                  <a:pt x="296" y="3155"/>
                </a:cubicBezTo>
                <a:lnTo>
                  <a:pt x="198" y="99"/>
                </a:lnTo>
                <a:cubicBezTo>
                  <a:pt x="198" y="33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6" name="Google Shape;1090;p11"/>
          <p:cNvSpPr/>
          <p:nvPr/>
        </p:nvSpPr>
        <p:spPr>
          <a:xfrm>
            <a:off x="6207840" y="3677400"/>
            <a:ext cx="6840" cy="48600"/>
          </a:xfrm>
          <a:custGeom>
            <a:avLst/>
            <a:gdLst>
              <a:gd name="textAreaLeft" fmla="*/ 0 w 6840"/>
              <a:gd name="textAreaRight" fmla="*/ 7200 w 684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348" h="2319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1" y="822"/>
                  <a:pt x="34" y="1545"/>
                  <a:pt x="132" y="2235"/>
                </a:cubicBezTo>
                <a:cubicBezTo>
                  <a:pt x="132" y="2293"/>
                  <a:pt x="176" y="2319"/>
                  <a:pt x="223" y="2319"/>
                </a:cubicBezTo>
                <a:cubicBezTo>
                  <a:pt x="283" y="2319"/>
                  <a:pt x="348" y="2276"/>
                  <a:pt x="329" y="2202"/>
                </a:cubicBezTo>
                <a:cubicBezTo>
                  <a:pt x="231" y="1512"/>
                  <a:pt x="198" y="789"/>
                  <a:pt x="231" y="99"/>
                </a:cubicBezTo>
                <a:cubicBezTo>
                  <a:pt x="231" y="33"/>
                  <a:pt x="182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7" name="Google Shape;1091;p11"/>
          <p:cNvSpPr/>
          <p:nvPr/>
        </p:nvSpPr>
        <p:spPr>
          <a:xfrm>
            <a:off x="6225120" y="3708000"/>
            <a:ext cx="5760" cy="21600"/>
          </a:xfrm>
          <a:custGeom>
            <a:avLst/>
            <a:gdLst>
              <a:gd name="textAreaLeft" fmla="*/ 0 w 5760"/>
              <a:gd name="textAreaRight" fmla="*/ 6120 w 576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297" h="1032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395"/>
                  <a:pt x="33" y="658"/>
                  <a:pt x="66" y="953"/>
                </a:cubicBezTo>
                <a:cubicBezTo>
                  <a:pt x="90" y="1001"/>
                  <a:pt x="132" y="1032"/>
                  <a:pt x="165" y="1032"/>
                </a:cubicBezTo>
                <a:cubicBezTo>
                  <a:pt x="178" y="1032"/>
                  <a:pt x="189" y="1028"/>
                  <a:pt x="197" y="1019"/>
                </a:cubicBezTo>
                <a:cubicBezTo>
                  <a:pt x="263" y="1019"/>
                  <a:pt x="296" y="953"/>
                  <a:pt x="263" y="888"/>
                </a:cubicBezTo>
                <a:cubicBezTo>
                  <a:pt x="230" y="625"/>
                  <a:pt x="197" y="362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8" name="Google Shape;1092;p11"/>
          <p:cNvSpPr/>
          <p:nvPr/>
        </p:nvSpPr>
        <p:spPr>
          <a:xfrm>
            <a:off x="6090120" y="3900240"/>
            <a:ext cx="7200" cy="41040"/>
          </a:xfrm>
          <a:custGeom>
            <a:avLst/>
            <a:gdLst>
              <a:gd name="textAreaLeft" fmla="*/ 0 w 7200"/>
              <a:gd name="textAreaRight" fmla="*/ 7560 w 720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350" h="1964">
                <a:moveTo>
                  <a:pt x="171" y="1"/>
                </a:moveTo>
                <a:cubicBezTo>
                  <a:pt x="127" y="1"/>
                  <a:pt x="81" y="27"/>
                  <a:pt x="66" y="84"/>
                </a:cubicBezTo>
                <a:cubicBezTo>
                  <a:pt x="0" y="676"/>
                  <a:pt x="0" y="1300"/>
                  <a:pt x="132" y="1892"/>
                </a:cubicBezTo>
                <a:cubicBezTo>
                  <a:pt x="144" y="1942"/>
                  <a:pt x="181" y="1963"/>
                  <a:pt x="219" y="1963"/>
                </a:cubicBezTo>
                <a:cubicBezTo>
                  <a:pt x="282" y="1963"/>
                  <a:pt x="349" y="1907"/>
                  <a:pt x="329" y="1826"/>
                </a:cubicBezTo>
                <a:cubicBezTo>
                  <a:pt x="198" y="1267"/>
                  <a:pt x="198" y="709"/>
                  <a:pt x="263" y="117"/>
                </a:cubicBezTo>
                <a:cubicBezTo>
                  <a:pt x="282" y="43"/>
                  <a:pt x="228" y="1"/>
                  <a:pt x="17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9" name="Google Shape;1093;p11"/>
          <p:cNvSpPr/>
          <p:nvPr/>
        </p:nvSpPr>
        <p:spPr>
          <a:xfrm>
            <a:off x="6113880" y="3903480"/>
            <a:ext cx="3960" cy="26640"/>
          </a:xfrm>
          <a:custGeom>
            <a:avLst/>
            <a:gdLst>
              <a:gd name="textAreaLeft" fmla="*/ 0 w 3960"/>
              <a:gd name="textAreaRight" fmla="*/ 4320 w 396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198" h="1282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lnTo>
                  <a:pt x="1" y="1183"/>
                </a:lnTo>
                <a:cubicBezTo>
                  <a:pt x="1" y="1249"/>
                  <a:pt x="50" y="1282"/>
                  <a:pt x="99" y="1282"/>
                </a:cubicBezTo>
                <a:cubicBezTo>
                  <a:pt x="149" y="1282"/>
                  <a:pt x="198" y="1249"/>
                  <a:pt x="198" y="1183"/>
                </a:cubicBezTo>
                <a:lnTo>
                  <a:pt x="198" y="99"/>
                </a:ln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0" name="Google Shape;1094;p11"/>
          <p:cNvSpPr/>
          <p:nvPr/>
        </p:nvSpPr>
        <p:spPr>
          <a:xfrm>
            <a:off x="6122880" y="3898080"/>
            <a:ext cx="5040" cy="28080"/>
          </a:xfrm>
          <a:custGeom>
            <a:avLst/>
            <a:gdLst>
              <a:gd name="textAreaLeft" fmla="*/ 0 w 5040"/>
              <a:gd name="textAreaRight" fmla="*/ 5400 w 504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48" h="1348">
                <a:moveTo>
                  <a:pt x="132" y="0"/>
                </a:moveTo>
                <a:cubicBezTo>
                  <a:pt x="67" y="0"/>
                  <a:pt x="34" y="66"/>
                  <a:pt x="34" y="99"/>
                </a:cubicBezTo>
                <a:cubicBezTo>
                  <a:pt x="1" y="493"/>
                  <a:pt x="1" y="855"/>
                  <a:pt x="34" y="1249"/>
                </a:cubicBezTo>
                <a:cubicBezTo>
                  <a:pt x="34" y="1315"/>
                  <a:pt x="91" y="1347"/>
                  <a:pt x="145" y="1347"/>
                </a:cubicBezTo>
                <a:cubicBezTo>
                  <a:pt x="198" y="1347"/>
                  <a:pt x="247" y="1315"/>
                  <a:pt x="231" y="1249"/>
                </a:cubicBezTo>
                <a:cubicBezTo>
                  <a:pt x="231" y="855"/>
                  <a:pt x="231" y="493"/>
                  <a:pt x="231" y="99"/>
                </a:cubicBezTo>
                <a:cubicBezTo>
                  <a:pt x="231" y="66"/>
                  <a:pt x="198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1" name="Google Shape;1095;p11"/>
          <p:cNvSpPr/>
          <p:nvPr/>
        </p:nvSpPr>
        <p:spPr>
          <a:xfrm>
            <a:off x="6141600" y="3900600"/>
            <a:ext cx="5040" cy="23400"/>
          </a:xfrm>
          <a:custGeom>
            <a:avLst/>
            <a:gdLst>
              <a:gd name="textAreaLeft" fmla="*/ 0 w 5040"/>
              <a:gd name="textAreaRight" fmla="*/ 5400 w 504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263" h="1131">
                <a:moveTo>
                  <a:pt x="146" y="1"/>
                </a:moveTo>
                <a:cubicBezTo>
                  <a:pt x="101" y="1"/>
                  <a:pt x="66" y="31"/>
                  <a:pt x="66" y="79"/>
                </a:cubicBezTo>
                <a:cubicBezTo>
                  <a:pt x="0" y="408"/>
                  <a:pt x="0" y="737"/>
                  <a:pt x="66" y="1065"/>
                </a:cubicBezTo>
                <a:cubicBezTo>
                  <a:pt x="66" y="1098"/>
                  <a:pt x="132" y="1131"/>
                  <a:pt x="197" y="1131"/>
                </a:cubicBezTo>
                <a:cubicBezTo>
                  <a:pt x="230" y="1098"/>
                  <a:pt x="263" y="1065"/>
                  <a:pt x="263" y="999"/>
                </a:cubicBezTo>
                <a:cubicBezTo>
                  <a:pt x="197" y="704"/>
                  <a:pt x="197" y="408"/>
                  <a:pt x="263" y="112"/>
                </a:cubicBezTo>
                <a:cubicBezTo>
                  <a:pt x="263" y="79"/>
                  <a:pt x="230" y="14"/>
                  <a:pt x="197" y="14"/>
                </a:cubicBezTo>
                <a:cubicBezTo>
                  <a:pt x="180" y="5"/>
                  <a:pt x="162" y="1"/>
                  <a:pt x="1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2" name="Google Shape;1096;p11"/>
          <p:cNvSpPr/>
          <p:nvPr/>
        </p:nvSpPr>
        <p:spPr>
          <a:xfrm>
            <a:off x="6156360" y="3899520"/>
            <a:ext cx="5400" cy="25560"/>
          </a:xfrm>
          <a:custGeom>
            <a:avLst/>
            <a:gdLst>
              <a:gd name="textAreaLeft" fmla="*/ 0 w 5400"/>
              <a:gd name="textAreaRight" fmla="*/ 5760 w 54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64" h="1230">
                <a:moveTo>
                  <a:pt x="132" y="1"/>
                </a:moveTo>
                <a:cubicBezTo>
                  <a:pt x="99" y="1"/>
                  <a:pt x="33" y="34"/>
                  <a:pt x="33" y="100"/>
                </a:cubicBezTo>
                <a:cubicBezTo>
                  <a:pt x="66" y="428"/>
                  <a:pt x="66" y="757"/>
                  <a:pt x="0" y="1118"/>
                </a:cubicBezTo>
                <a:cubicBezTo>
                  <a:pt x="0" y="1151"/>
                  <a:pt x="33" y="1217"/>
                  <a:pt x="66" y="1217"/>
                </a:cubicBezTo>
                <a:cubicBezTo>
                  <a:pt x="83" y="1226"/>
                  <a:pt x="101" y="1230"/>
                  <a:pt x="117" y="1230"/>
                </a:cubicBezTo>
                <a:cubicBezTo>
                  <a:pt x="162" y="1230"/>
                  <a:pt x="197" y="1199"/>
                  <a:pt x="197" y="1151"/>
                </a:cubicBezTo>
                <a:cubicBezTo>
                  <a:pt x="263" y="790"/>
                  <a:pt x="263" y="461"/>
                  <a:pt x="230" y="100"/>
                </a:cubicBezTo>
                <a:cubicBezTo>
                  <a:pt x="230" y="34"/>
                  <a:pt x="197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3" name="Google Shape;1097;p11"/>
          <p:cNvSpPr/>
          <p:nvPr/>
        </p:nvSpPr>
        <p:spPr>
          <a:xfrm>
            <a:off x="6168960" y="3895200"/>
            <a:ext cx="5400" cy="28800"/>
          </a:xfrm>
          <a:custGeom>
            <a:avLst/>
            <a:gdLst>
              <a:gd name="textAreaLeft" fmla="*/ 0 w 5400"/>
              <a:gd name="textAreaRight" fmla="*/ 5760 w 540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264" h="1381">
                <a:moveTo>
                  <a:pt x="132" y="1"/>
                </a:moveTo>
                <a:cubicBezTo>
                  <a:pt x="83" y="1"/>
                  <a:pt x="34" y="34"/>
                  <a:pt x="34" y="99"/>
                </a:cubicBezTo>
                <a:cubicBezTo>
                  <a:pt x="1" y="494"/>
                  <a:pt x="1" y="888"/>
                  <a:pt x="66" y="1282"/>
                </a:cubicBezTo>
                <a:cubicBezTo>
                  <a:pt x="66" y="1315"/>
                  <a:pt x="99" y="1381"/>
                  <a:pt x="165" y="1381"/>
                </a:cubicBezTo>
                <a:cubicBezTo>
                  <a:pt x="198" y="1381"/>
                  <a:pt x="264" y="1315"/>
                  <a:pt x="264" y="1282"/>
                </a:cubicBezTo>
                <a:cubicBezTo>
                  <a:pt x="198" y="888"/>
                  <a:pt x="198" y="494"/>
                  <a:pt x="231" y="99"/>
                </a:cubicBezTo>
                <a:cubicBezTo>
                  <a:pt x="231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4" name="Google Shape;1098;p11"/>
          <p:cNvSpPr/>
          <p:nvPr/>
        </p:nvSpPr>
        <p:spPr>
          <a:xfrm>
            <a:off x="6186240" y="3902760"/>
            <a:ext cx="6840" cy="26280"/>
          </a:xfrm>
          <a:custGeom>
            <a:avLst/>
            <a:gdLst>
              <a:gd name="textAreaLeft" fmla="*/ 0 w 6840"/>
              <a:gd name="textAreaRight" fmla="*/ 7200 w 6840"/>
              <a:gd name="textAreaTop" fmla="*/ 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348" h="1267">
                <a:moveTo>
                  <a:pt x="132" y="0"/>
                </a:moveTo>
                <a:cubicBezTo>
                  <a:pt x="66" y="0"/>
                  <a:pt x="0" y="33"/>
                  <a:pt x="0" y="99"/>
                </a:cubicBezTo>
                <a:cubicBezTo>
                  <a:pt x="0" y="460"/>
                  <a:pt x="33" y="822"/>
                  <a:pt x="132" y="1183"/>
                </a:cubicBezTo>
                <a:cubicBezTo>
                  <a:pt x="146" y="1241"/>
                  <a:pt x="192" y="1267"/>
                  <a:pt x="236" y="1267"/>
                </a:cubicBezTo>
                <a:cubicBezTo>
                  <a:pt x="293" y="1267"/>
                  <a:pt x="347" y="1224"/>
                  <a:pt x="329" y="1150"/>
                </a:cubicBezTo>
                <a:cubicBezTo>
                  <a:pt x="230" y="789"/>
                  <a:pt x="197" y="427"/>
                  <a:pt x="230" y="99"/>
                </a:cubicBezTo>
                <a:cubicBezTo>
                  <a:pt x="230" y="33"/>
                  <a:pt x="164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5" name="Google Shape;1099;p11"/>
          <p:cNvSpPr/>
          <p:nvPr/>
        </p:nvSpPr>
        <p:spPr>
          <a:xfrm>
            <a:off x="6206400" y="3904920"/>
            <a:ext cx="5040" cy="34560"/>
          </a:xfrm>
          <a:custGeom>
            <a:avLst/>
            <a:gdLst>
              <a:gd name="textAreaLeft" fmla="*/ 0 w 5040"/>
              <a:gd name="textAreaRight" fmla="*/ 5400 w 50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63" h="1644">
                <a:moveTo>
                  <a:pt x="127" y="1"/>
                </a:moveTo>
                <a:cubicBezTo>
                  <a:pt x="74" y="1"/>
                  <a:pt x="17" y="34"/>
                  <a:pt x="0" y="99"/>
                </a:cubicBezTo>
                <a:cubicBezTo>
                  <a:pt x="0" y="559"/>
                  <a:pt x="0" y="1052"/>
                  <a:pt x="33" y="1545"/>
                </a:cubicBezTo>
                <a:cubicBezTo>
                  <a:pt x="33" y="1611"/>
                  <a:pt x="90" y="1644"/>
                  <a:pt x="148" y="1644"/>
                </a:cubicBezTo>
                <a:cubicBezTo>
                  <a:pt x="205" y="1644"/>
                  <a:pt x="263" y="1611"/>
                  <a:pt x="263" y="1545"/>
                </a:cubicBezTo>
                <a:cubicBezTo>
                  <a:pt x="197" y="1052"/>
                  <a:pt x="197" y="559"/>
                  <a:pt x="230" y="99"/>
                </a:cubicBezTo>
                <a:cubicBezTo>
                  <a:pt x="230" y="34"/>
                  <a:pt x="181" y="1"/>
                  <a:pt x="12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6" name="Google Shape;1100;p11"/>
          <p:cNvSpPr/>
          <p:nvPr/>
        </p:nvSpPr>
        <p:spPr>
          <a:xfrm>
            <a:off x="6220800" y="3898080"/>
            <a:ext cx="7920" cy="46080"/>
          </a:xfrm>
          <a:custGeom>
            <a:avLst/>
            <a:gdLst>
              <a:gd name="textAreaLeft" fmla="*/ 0 w 7920"/>
              <a:gd name="textAreaRight" fmla="*/ 8280 w 7920"/>
              <a:gd name="textAreaTop" fmla="*/ 0 h 46080"/>
              <a:gd name="textAreaBottom" fmla="*/ 46440 h 46080"/>
            </a:gdLst>
            <a:ahLst/>
            <a:cxnLst/>
            <a:rect l="textAreaLeft" t="textAreaTop" r="textAreaRight" b="textAreaBottom"/>
            <a:pathLst>
              <a:path w="395" h="2202">
                <a:moveTo>
                  <a:pt x="115" y="0"/>
                </a:moveTo>
                <a:cubicBezTo>
                  <a:pt x="58" y="0"/>
                  <a:pt x="0" y="41"/>
                  <a:pt x="0" y="124"/>
                </a:cubicBezTo>
                <a:cubicBezTo>
                  <a:pt x="33" y="781"/>
                  <a:pt x="66" y="1471"/>
                  <a:pt x="197" y="2128"/>
                </a:cubicBezTo>
                <a:cubicBezTo>
                  <a:pt x="197" y="2181"/>
                  <a:pt x="229" y="2202"/>
                  <a:pt x="267" y="2202"/>
                </a:cubicBezTo>
                <a:cubicBezTo>
                  <a:pt x="324" y="2202"/>
                  <a:pt x="394" y="2154"/>
                  <a:pt x="394" y="2095"/>
                </a:cubicBezTo>
                <a:cubicBezTo>
                  <a:pt x="296" y="1438"/>
                  <a:pt x="230" y="781"/>
                  <a:pt x="230" y="124"/>
                </a:cubicBezTo>
                <a:cubicBezTo>
                  <a:pt x="230" y="41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7" name="Google Shape;1101;p11"/>
          <p:cNvSpPr/>
          <p:nvPr/>
        </p:nvSpPr>
        <p:spPr>
          <a:xfrm>
            <a:off x="6231960" y="3899520"/>
            <a:ext cx="9720" cy="34560"/>
          </a:xfrm>
          <a:custGeom>
            <a:avLst/>
            <a:gdLst>
              <a:gd name="textAreaLeft" fmla="*/ 0 w 9720"/>
              <a:gd name="textAreaRight" fmla="*/ 10080 w 972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482" h="1650">
                <a:moveTo>
                  <a:pt x="100" y="1"/>
                </a:moveTo>
                <a:cubicBezTo>
                  <a:pt x="67" y="1"/>
                  <a:pt x="1" y="34"/>
                  <a:pt x="1" y="100"/>
                </a:cubicBezTo>
                <a:cubicBezTo>
                  <a:pt x="67" y="592"/>
                  <a:pt x="132" y="1085"/>
                  <a:pt x="264" y="1578"/>
                </a:cubicBezTo>
                <a:cubicBezTo>
                  <a:pt x="276" y="1628"/>
                  <a:pt x="313" y="1650"/>
                  <a:pt x="351" y="1650"/>
                </a:cubicBezTo>
                <a:cubicBezTo>
                  <a:pt x="414" y="1650"/>
                  <a:pt x="481" y="1594"/>
                  <a:pt x="461" y="1512"/>
                </a:cubicBezTo>
                <a:cubicBezTo>
                  <a:pt x="330" y="1052"/>
                  <a:pt x="264" y="592"/>
                  <a:pt x="198" y="100"/>
                </a:cubicBezTo>
                <a:cubicBezTo>
                  <a:pt x="198" y="34"/>
                  <a:pt x="165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8" name="Google Shape;1102;p11"/>
          <p:cNvSpPr/>
          <p:nvPr/>
        </p:nvSpPr>
        <p:spPr>
          <a:xfrm>
            <a:off x="6276240" y="3897000"/>
            <a:ext cx="6480" cy="27720"/>
          </a:xfrm>
          <a:custGeom>
            <a:avLst/>
            <a:gdLst>
              <a:gd name="textAreaLeft" fmla="*/ 0 w 6480"/>
              <a:gd name="textAreaRight" fmla="*/ 6840 w 648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317" h="1329">
                <a:moveTo>
                  <a:pt x="125" y="0"/>
                </a:moveTo>
                <a:cubicBezTo>
                  <a:pt x="64" y="0"/>
                  <a:pt x="1" y="48"/>
                  <a:pt x="21" y="107"/>
                </a:cubicBezTo>
                <a:cubicBezTo>
                  <a:pt x="120" y="468"/>
                  <a:pt x="120" y="863"/>
                  <a:pt x="21" y="1191"/>
                </a:cubicBezTo>
                <a:cubicBezTo>
                  <a:pt x="1" y="1273"/>
                  <a:pt x="68" y="1329"/>
                  <a:pt x="131" y="1329"/>
                </a:cubicBezTo>
                <a:cubicBezTo>
                  <a:pt x="169" y="1329"/>
                  <a:pt x="206" y="1307"/>
                  <a:pt x="218" y="1257"/>
                </a:cubicBezTo>
                <a:cubicBezTo>
                  <a:pt x="317" y="863"/>
                  <a:pt x="317" y="468"/>
                  <a:pt x="218" y="74"/>
                </a:cubicBezTo>
                <a:cubicBezTo>
                  <a:pt x="205" y="21"/>
                  <a:pt x="166" y="0"/>
                  <a:pt x="12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9" name="Google Shape;1103;p11"/>
          <p:cNvSpPr/>
          <p:nvPr/>
        </p:nvSpPr>
        <p:spPr>
          <a:xfrm>
            <a:off x="6293880" y="3897360"/>
            <a:ext cx="5400" cy="34560"/>
          </a:xfrm>
          <a:custGeom>
            <a:avLst/>
            <a:gdLst>
              <a:gd name="textAreaLeft" fmla="*/ 0 w 5400"/>
              <a:gd name="textAreaRight" fmla="*/ 5760 w 540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64" h="1644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66" y="1545"/>
                </a:lnTo>
                <a:cubicBezTo>
                  <a:pt x="66" y="1610"/>
                  <a:pt x="115" y="1643"/>
                  <a:pt x="165" y="1643"/>
                </a:cubicBezTo>
                <a:cubicBezTo>
                  <a:pt x="214" y="1643"/>
                  <a:pt x="263" y="1610"/>
                  <a:pt x="263" y="1545"/>
                </a:cubicBezTo>
                <a:lnTo>
                  <a:pt x="198" y="99"/>
                </a:ln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0" name="Google Shape;1104;p11"/>
          <p:cNvSpPr/>
          <p:nvPr/>
        </p:nvSpPr>
        <p:spPr>
          <a:xfrm>
            <a:off x="6310800" y="3895200"/>
            <a:ext cx="5040" cy="33120"/>
          </a:xfrm>
          <a:custGeom>
            <a:avLst/>
            <a:gdLst>
              <a:gd name="textAreaLeft" fmla="*/ 0 w 5040"/>
              <a:gd name="textAreaRight" fmla="*/ 5400 w 504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63" h="1579">
                <a:moveTo>
                  <a:pt x="115" y="1"/>
                </a:moveTo>
                <a:cubicBezTo>
                  <a:pt x="58" y="1"/>
                  <a:pt x="0" y="34"/>
                  <a:pt x="0" y="99"/>
                </a:cubicBezTo>
                <a:cubicBezTo>
                  <a:pt x="66" y="559"/>
                  <a:pt x="66" y="1019"/>
                  <a:pt x="33" y="1479"/>
                </a:cubicBezTo>
                <a:cubicBezTo>
                  <a:pt x="33" y="1545"/>
                  <a:pt x="82" y="1578"/>
                  <a:pt x="132" y="1578"/>
                </a:cubicBezTo>
                <a:cubicBezTo>
                  <a:pt x="181" y="1578"/>
                  <a:pt x="230" y="1545"/>
                  <a:pt x="230" y="1479"/>
                </a:cubicBezTo>
                <a:cubicBezTo>
                  <a:pt x="263" y="1019"/>
                  <a:pt x="263" y="559"/>
                  <a:pt x="230" y="99"/>
                </a:cubicBezTo>
                <a:cubicBezTo>
                  <a:pt x="230" y="34"/>
                  <a:pt x="173" y="1"/>
                  <a:pt x="1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1" name="Google Shape;1105;p11"/>
          <p:cNvSpPr/>
          <p:nvPr/>
        </p:nvSpPr>
        <p:spPr>
          <a:xfrm>
            <a:off x="6327360" y="3895200"/>
            <a:ext cx="4680" cy="29520"/>
          </a:xfrm>
          <a:custGeom>
            <a:avLst/>
            <a:gdLst>
              <a:gd name="textAreaLeft" fmla="*/ 0 w 4680"/>
              <a:gd name="textAreaRight" fmla="*/ 5040 w 468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231" h="1414">
                <a:moveTo>
                  <a:pt x="132" y="1"/>
                </a:moveTo>
                <a:cubicBezTo>
                  <a:pt x="83" y="1"/>
                  <a:pt x="34" y="34"/>
                  <a:pt x="34" y="99"/>
                </a:cubicBezTo>
                <a:cubicBezTo>
                  <a:pt x="34" y="494"/>
                  <a:pt x="1" y="921"/>
                  <a:pt x="1" y="1315"/>
                </a:cubicBezTo>
                <a:cubicBezTo>
                  <a:pt x="1" y="1381"/>
                  <a:pt x="50" y="1414"/>
                  <a:pt x="99" y="1414"/>
                </a:cubicBezTo>
                <a:cubicBezTo>
                  <a:pt x="149" y="1414"/>
                  <a:pt x="198" y="1381"/>
                  <a:pt x="198" y="1315"/>
                </a:cubicBezTo>
                <a:cubicBezTo>
                  <a:pt x="198" y="921"/>
                  <a:pt x="231" y="494"/>
                  <a:pt x="231" y="99"/>
                </a:cubicBezTo>
                <a:cubicBezTo>
                  <a:pt x="231" y="34"/>
                  <a:pt x="182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2" name="Google Shape;1106;p11"/>
          <p:cNvSpPr/>
          <p:nvPr/>
        </p:nvSpPr>
        <p:spPr>
          <a:xfrm>
            <a:off x="6346800" y="3895200"/>
            <a:ext cx="5400" cy="27360"/>
          </a:xfrm>
          <a:custGeom>
            <a:avLst/>
            <a:gdLst>
              <a:gd name="textAreaLeft" fmla="*/ 0 w 5400"/>
              <a:gd name="textAreaRight" fmla="*/ 5760 w 540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64" h="1316">
                <a:moveTo>
                  <a:pt x="165" y="1"/>
                </a:moveTo>
                <a:cubicBezTo>
                  <a:pt x="99" y="1"/>
                  <a:pt x="67" y="34"/>
                  <a:pt x="67" y="99"/>
                </a:cubicBezTo>
                <a:cubicBezTo>
                  <a:pt x="1" y="461"/>
                  <a:pt x="1" y="855"/>
                  <a:pt x="34" y="1217"/>
                </a:cubicBezTo>
                <a:cubicBezTo>
                  <a:pt x="34" y="1282"/>
                  <a:pt x="83" y="1315"/>
                  <a:pt x="132" y="1315"/>
                </a:cubicBezTo>
                <a:cubicBezTo>
                  <a:pt x="182" y="1315"/>
                  <a:pt x="231" y="1282"/>
                  <a:pt x="231" y="1217"/>
                </a:cubicBezTo>
                <a:cubicBezTo>
                  <a:pt x="198" y="855"/>
                  <a:pt x="231" y="461"/>
                  <a:pt x="264" y="99"/>
                </a:cubicBezTo>
                <a:cubicBezTo>
                  <a:pt x="264" y="34"/>
                  <a:pt x="198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3" name="Google Shape;1107;p11"/>
          <p:cNvSpPr/>
          <p:nvPr/>
        </p:nvSpPr>
        <p:spPr>
          <a:xfrm>
            <a:off x="6366240" y="3895200"/>
            <a:ext cx="5400" cy="33120"/>
          </a:xfrm>
          <a:custGeom>
            <a:avLst/>
            <a:gdLst>
              <a:gd name="textAreaLeft" fmla="*/ 0 w 5400"/>
              <a:gd name="textAreaRight" fmla="*/ 5760 w 5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64" h="1579">
                <a:moveTo>
                  <a:pt x="165" y="1"/>
                </a:moveTo>
                <a:cubicBezTo>
                  <a:pt x="100" y="1"/>
                  <a:pt x="67" y="34"/>
                  <a:pt x="67" y="99"/>
                </a:cubicBezTo>
                <a:cubicBezTo>
                  <a:pt x="1" y="559"/>
                  <a:pt x="1" y="1019"/>
                  <a:pt x="67" y="1479"/>
                </a:cubicBezTo>
                <a:cubicBezTo>
                  <a:pt x="67" y="1545"/>
                  <a:pt x="100" y="1578"/>
                  <a:pt x="165" y="1578"/>
                </a:cubicBezTo>
                <a:cubicBezTo>
                  <a:pt x="231" y="1578"/>
                  <a:pt x="264" y="1545"/>
                  <a:pt x="264" y="1479"/>
                </a:cubicBezTo>
                <a:cubicBezTo>
                  <a:pt x="198" y="1019"/>
                  <a:pt x="198" y="559"/>
                  <a:pt x="264" y="99"/>
                </a:cubicBezTo>
                <a:cubicBezTo>
                  <a:pt x="264" y="34"/>
                  <a:pt x="231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4" name="Google Shape;1108;p11"/>
          <p:cNvSpPr/>
          <p:nvPr/>
        </p:nvSpPr>
        <p:spPr>
          <a:xfrm>
            <a:off x="6382440" y="3893760"/>
            <a:ext cx="7200" cy="37800"/>
          </a:xfrm>
          <a:custGeom>
            <a:avLst/>
            <a:gdLst>
              <a:gd name="textAreaLeft" fmla="*/ 0 w 7200"/>
              <a:gd name="textAreaRight" fmla="*/ 7560 w 7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350" h="1805">
                <a:moveTo>
                  <a:pt x="164" y="0"/>
                </a:moveTo>
                <a:cubicBezTo>
                  <a:pt x="128" y="0"/>
                  <a:pt x="99" y="22"/>
                  <a:pt x="99" y="72"/>
                </a:cubicBezTo>
                <a:lnTo>
                  <a:pt x="99" y="105"/>
                </a:lnTo>
                <a:cubicBezTo>
                  <a:pt x="1" y="630"/>
                  <a:pt x="1" y="1189"/>
                  <a:pt x="132" y="1748"/>
                </a:cubicBezTo>
                <a:cubicBezTo>
                  <a:pt x="145" y="1787"/>
                  <a:pt x="184" y="1805"/>
                  <a:pt x="224" y="1805"/>
                </a:cubicBezTo>
                <a:cubicBezTo>
                  <a:pt x="285" y="1805"/>
                  <a:pt x="349" y="1762"/>
                  <a:pt x="329" y="1682"/>
                </a:cubicBezTo>
                <a:cubicBezTo>
                  <a:pt x="231" y="1156"/>
                  <a:pt x="198" y="630"/>
                  <a:pt x="296" y="137"/>
                </a:cubicBezTo>
                <a:cubicBezTo>
                  <a:pt x="296" y="56"/>
                  <a:pt x="221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5" name="Google Shape;1109;p11"/>
          <p:cNvSpPr/>
          <p:nvPr/>
        </p:nvSpPr>
        <p:spPr>
          <a:xfrm>
            <a:off x="6404400" y="3893760"/>
            <a:ext cx="5400" cy="36360"/>
          </a:xfrm>
          <a:custGeom>
            <a:avLst/>
            <a:gdLst>
              <a:gd name="textAreaLeft" fmla="*/ 0 w 5400"/>
              <a:gd name="textAreaRight" fmla="*/ 5760 w 540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264" h="1742">
                <a:moveTo>
                  <a:pt x="160" y="0"/>
                </a:moveTo>
                <a:cubicBezTo>
                  <a:pt x="107" y="0"/>
                  <a:pt x="50" y="33"/>
                  <a:pt x="33" y="99"/>
                </a:cubicBezTo>
                <a:cubicBezTo>
                  <a:pt x="0" y="624"/>
                  <a:pt x="0" y="1117"/>
                  <a:pt x="33" y="1643"/>
                </a:cubicBezTo>
                <a:cubicBezTo>
                  <a:pt x="33" y="1709"/>
                  <a:pt x="91" y="1742"/>
                  <a:pt x="148" y="1742"/>
                </a:cubicBezTo>
                <a:cubicBezTo>
                  <a:pt x="206" y="1742"/>
                  <a:pt x="263" y="1709"/>
                  <a:pt x="263" y="1643"/>
                </a:cubicBezTo>
                <a:cubicBezTo>
                  <a:pt x="230" y="1117"/>
                  <a:pt x="230" y="624"/>
                  <a:pt x="263" y="99"/>
                </a:cubicBezTo>
                <a:cubicBezTo>
                  <a:pt x="263" y="33"/>
                  <a:pt x="214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6" name="Google Shape;1110;p11"/>
          <p:cNvSpPr/>
          <p:nvPr/>
        </p:nvSpPr>
        <p:spPr>
          <a:xfrm>
            <a:off x="6429600" y="3893760"/>
            <a:ext cx="4680" cy="32400"/>
          </a:xfrm>
          <a:custGeom>
            <a:avLst/>
            <a:gdLst>
              <a:gd name="textAreaLeft" fmla="*/ 0 w 4680"/>
              <a:gd name="textAreaRight" fmla="*/ 5040 w 468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231" h="1545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559"/>
                  <a:pt x="0" y="986"/>
                  <a:pt x="33" y="1446"/>
                </a:cubicBezTo>
                <a:cubicBezTo>
                  <a:pt x="33" y="1512"/>
                  <a:pt x="82" y="1544"/>
                  <a:pt x="132" y="1544"/>
                </a:cubicBezTo>
                <a:cubicBezTo>
                  <a:pt x="181" y="1544"/>
                  <a:pt x="230" y="1512"/>
                  <a:pt x="230" y="1446"/>
                </a:cubicBezTo>
                <a:cubicBezTo>
                  <a:pt x="197" y="986"/>
                  <a:pt x="197" y="559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7" name="Google Shape;1111;p11"/>
          <p:cNvSpPr/>
          <p:nvPr/>
        </p:nvSpPr>
        <p:spPr>
          <a:xfrm>
            <a:off x="6448320" y="3892680"/>
            <a:ext cx="3960" cy="29520"/>
          </a:xfrm>
          <a:custGeom>
            <a:avLst/>
            <a:gdLst>
              <a:gd name="textAreaLeft" fmla="*/ 0 w 3960"/>
              <a:gd name="textAreaRight" fmla="*/ 4320 w 396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198" h="1406">
                <a:moveTo>
                  <a:pt x="99" y="1"/>
                </a:moveTo>
                <a:cubicBezTo>
                  <a:pt x="50" y="1"/>
                  <a:pt x="0" y="42"/>
                  <a:pt x="0" y="124"/>
                </a:cubicBezTo>
                <a:lnTo>
                  <a:pt x="0" y="1307"/>
                </a:lnTo>
                <a:cubicBezTo>
                  <a:pt x="0" y="1372"/>
                  <a:pt x="50" y="1405"/>
                  <a:pt x="99" y="1405"/>
                </a:cubicBezTo>
                <a:cubicBezTo>
                  <a:pt x="148" y="1405"/>
                  <a:pt x="198" y="1372"/>
                  <a:pt x="198" y="1307"/>
                </a:cubicBezTo>
                <a:lnTo>
                  <a:pt x="198" y="124"/>
                </a:lnTo>
                <a:cubicBezTo>
                  <a:pt x="198" y="42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8" name="Google Shape;1112;p11"/>
          <p:cNvSpPr/>
          <p:nvPr/>
        </p:nvSpPr>
        <p:spPr>
          <a:xfrm>
            <a:off x="6504840" y="3897360"/>
            <a:ext cx="4680" cy="25560"/>
          </a:xfrm>
          <a:custGeom>
            <a:avLst/>
            <a:gdLst>
              <a:gd name="textAreaLeft" fmla="*/ 0 w 4680"/>
              <a:gd name="textAreaRight" fmla="*/ 5040 w 468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231" h="1217">
                <a:moveTo>
                  <a:pt x="115" y="0"/>
                </a:moveTo>
                <a:cubicBezTo>
                  <a:pt x="58" y="0"/>
                  <a:pt x="0" y="33"/>
                  <a:pt x="0" y="99"/>
                </a:cubicBezTo>
                <a:lnTo>
                  <a:pt x="0" y="1118"/>
                </a:lnTo>
                <a:cubicBezTo>
                  <a:pt x="0" y="1183"/>
                  <a:pt x="58" y="1216"/>
                  <a:pt x="115" y="1216"/>
                </a:cubicBezTo>
                <a:cubicBezTo>
                  <a:pt x="173" y="1216"/>
                  <a:pt x="230" y="1183"/>
                  <a:pt x="230" y="1118"/>
                </a:cubicBezTo>
                <a:lnTo>
                  <a:pt x="230" y="99"/>
                </a:lnTo>
                <a:cubicBezTo>
                  <a:pt x="230" y="33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9" name="Google Shape;1113;p11"/>
          <p:cNvSpPr/>
          <p:nvPr/>
        </p:nvSpPr>
        <p:spPr>
          <a:xfrm>
            <a:off x="6522840" y="3893760"/>
            <a:ext cx="5400" cy="33120"/>
          </a:xfrm>
          <a:custGeom>
            <a:avLst/>
            <a:gdLst>
              <a:gd name="textAreaLeft" fmla="*/ 0 w 5400"/>
              <a:gd name="textAreaRight" fmla="*/ 5760 w 5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64" h="1578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lnTo>
                  <a:pt x="66" y="1479"/>
                </a:lnTo>
                <a:cubicBezTo>
                  <a:pt x="66" y="1544"/>
                  <a:pt x="115" y="1577"/>
                  <a:pt x="165" y="1577"/>
                </a:cubicBezTo>
                <a:cubicBezTo>
                  <a:pt x="214" y="1577"/>
                  <a:pt x="263" y="1544"/>
                  <a:pt x="263" y="1479"/>
                </a:cubicBezTo>
                <a:lnTo>
                  <a:pt x="198" y="99"/>
                </a:ln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0" name="Google Shape;1114;p11"/>
          <p:cNvSpPr/>
          <p:nvPr/>
        </p:nvSpPr>
        <p:spPr>
          <a:xfrm>
            <a:off x="6546600" y="3891600"/>
            <a:ext cx="7560" cy="25560"/>
          </a:xfrm>
          <a:custGeom>
            <a:avLst/>
            <a:gdLst>
              <a:gd name="textAreaLeft" fmla="*/ 0 w 7560"/>
              <a:gd name="textAreaRight" fmla="*/ 7920 w 756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369" h="1231">
                <a:moveTo>
                  <a:pt x="187" y="1"/>
                </a:moveTo>
                <a:cubicBezTo>
                  <a:pt x="148" y="1"/>
                  <a:pt x="112" y="22"/>
                  <a:pt x="99" y="72"/>
                </a:cubicBezTo>
                <a:cubicBezTo>
                  <a:pt x="1" y="434"/>
                  <a:pt x="34" y="795"/>
                  <a:pt x="132" y="1157"/>
                </a:cubicBezTo>
                <a:cubicBezTo>
                  <a:pt x="158" y="1209"/>
                  <a:pt x="206" y="1230"/>
                  <a:pt x="249" y="1230"/>
                </a:cubicBezTo>
                <a:cubicBezTo>
                  <a:pt x="314" y="1230"/>
                  <a:pt x="369" y="1183"/>
                  <a:pt x="329" y="1124"/>
                </a:cubicBezTo>
                <a:cubicBezTo>
                  <a:pt x="231" y="795"/>
                  <a:pt x="231" y="467"/>
                  <a:pt x="296" y="138"/>
                </a:cubicBezTo>
                <a:cubicBezTo>
                  <a:pt x="317" y="57"/>
                  <a:pt x="249" y="1"/>
                  <a:pt x="18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1" name="Google Shape;1115;p11"/>
          <p:cNvSpPr/>
          <p:nvPr/>
        </p:nvSpPr>
        <p:spPr>
          <a:xfrm>
            <a:off x="6566760" y="3895200"/>
            <a:ext cx="4680" cy="24480"/>
          </a:xfrm>
          <a:custGeom>
            <a:avLst/>
            <a:gdLst>
              <a:gd name="textAreaLeft" fmla="*/ 0 w 4680"/>
              <a:gd name="textAreaRight" fmla="*/ 5040 w 468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231" h="1176">
                <a:moveTo>
                  <a:pt x="116" y="1"/>
                </a:moveTo>
                <a:cubicBezTo>
                  <a:pt x="58" y="1"/>
                  <a:pt x="1" y="34"/>
                  <a:pt x="1" y="99"/>
                </a:cubicBezTo>
                <a:lnTo>
                  <a:pt x="1" y="1052"/>
                </a:lnTo>
                <a:cubicBezTo>
                  <a:pt x="1" y="1134"/>
                  <a:pt x="58" y="1176"/>
                  <a:pt x="116" y="1176"/>
                </a:cubicBezTo>
                <a:cubicBezTo>
                  <a:pt x="173" y="1176"/>
                  <a:pt x="231" y="1134"/>
                  <a:pt x="231" y="1052"/>
                </a:cubicBezTo>
                <a:lnTo>
                  <a:pt x="231" y="99"/>
                </a:lnTo>
                <a:cubicBezTo>
                  <a:pt x="231" y="34"/>
                  <a:pt x="173" y="1"/>
                  <a:pt x="1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2" name="Google Shape;1116;p11"/>
          <p:cNvSpPr/>
          <p:nvPr/>
        </p:nvSpPr>
        <p:spPr>
          <a:xfrm>
            <a:off x="6588720" y="3891600"/>
            <a:ext cx="6480" cy="30240"/>
          </a:xfrm>
          <a:custGeom>
            <a:avLst/>
            <a:gdLst>
              <a:gd name="textAreaLeft" fmla="*/ 0 w 6480"/>
              <a:gd name="textAreaRight" fmla="*/ 6840 w 648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29" h="1447">
                <a:moveTo>
                  <a:pt x="99" y="0"/>
                </a:moveTo>
                <a:cubicBezTo>
                  <a:pt x="33" y="0"/>
                  <a:pt x="0" y="33"/>
                  <a:pt x="0" y="99"/>
                </a:cubicBezTo>
                <a:lnTo>
                  <a:pt x="132" y="1348"/>
                </a:lnTo>
                <a:cubicBezTo>
                  <a:pt x="132" y="1381"/>
                  <a:pt x="165" y="1446"/>
                  <a:pt x="230" y="1446"/>
                </a:cubicBezTo>
                <a:cubicBezTo>
                  <a:pt x="296" y="1446"/>
                  <a:pt x="329" y="1381"/>
                  <a:pt x="329" y="1348"/>
                </a:cubicBezTo>
                <a:lnTo>
                  <a:pt x="197" y="99"/>
                </a:lnTo>
                <a:cubicBezTo>
                  <a:pt x="197" y="33"/>
                  <a:pt x="132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3" name="Google Shape;1117;p11"/>
          <p:cNvSpPr/>
          <p:nvPr/>
        </p:nvSpPr>
        <p:spPr>
          <a:xfrm>
            <a:off x="6608880" y="3890160"/>
            <a:ext cx="6480" cy="29520"/>
          </a:xfrm>
          <a:custGeom>
            <a:avLst/>
            <a:gdLst>
              <a:gd name="textAreaLeft" fmla="*/ 0 w 6480"/>
              <a:gd name="textAreaRight" fmla="*/ 6840 w 648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329" h="1414">
                <a:moveTo>
                  <a:pt x="99" y="1"/>
                </a:moveTo>
                <a:cubicBezTo>
                  <a:pt x="66" y="1"/>
                  <a:pt x="0" y="66"/>
                  <a:pt x="0" y="132"/>
                </a:cubicBezTo>
                <a:lnTo>
                  <a:pt x="132" y="1282"/>
                </a:lnTo>
                <a:cubicBezTo>
                  <a:pt x="132" y="1348"/>
                  <a:pt x="164" y="1414"/>
                  <a:pt x="230" y="1414"/>
                </a:cubicBezTo>
                <a:cubicBezTo>
                  <a:pt x="263" y="1414"/>
                  <a:pt x="329" y="1348"/>
                  <a:pt x="329" y="1282"/>
                </a:cubicBezTo>
                <a:lnTo>
                  <a:pt x="197" y="132"/>
                </a:lnTo>
                <a:cubicBezTo>
                  <a:pt x="197" y="66"/>
                  <a:pt x="16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4" name="Google Shape;1118;p11"/>
          <p:cNvSpPr/>
          <p:nvPr/>
        </p:nvSpPr>
        <p:spPr>
          <a:xfrm>
            <a:off x="6620760" y="3885120"/>
            <a:ext cx="7920" cy="25560"/>
          </a:xfrm>
          <a:custGeom>
            <a:avLst/>
            <a:gdLst>
              <a:gd name="textAreaLeft" fmla="*/ 0 w 7920"/>
              <a:gd name="textAreaRight" fmla="*/ 8280 w 792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396" h="1230">
                <a:moveTo>
                  <a:pt x="146" y="1"/>
                </a:moveTo>
                <a:cubicBezTo>
                  <a:pt x="132" y="1"/>
                  <a:pt x="117" y="5"/>
                  <a:pt x="99" y="14"/>
                </a:cubicBezTo>
                <a:cubicBezTo>
                  <a:pt x="34" y="14"/>
                  <a:pt x="1" y="79"/>
                  <a:pt x="34" y="145"/>
                </a:cubicBezTo>
                <a:lnTo>
                  <a:pt x="198" y="1164"/>
                </a:lnTo>
                <a:cubicBezTo>
                  <a:pt x="198" y="1197"/>
                  <a:pt x="264" y="1230"/>
                  <a:pt x="329" y="1230"/>
                </a:cubicBezTo>
                <a:cubicBezTo>
                  <a:pt x="362" y="1197"/>
                  <a:pt x="395" y="1164"/>
                  <a:pt x="395" y="1098"/>
                </a:cubicBezTo>
                <a:cubicBezTo>
                  <a:pt x="329" y="770"/>
                  <a:pt x="297" y="408"/>
                  <a:pt x="231" y="79"/>
                </a:cubicBezTo>
                <a:cubicBezTo>
                  <a:pt x="207" y="31"/>
                  <a:pt x="183" y="1"/>
                  <a:pt x="1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5" name="Google Shape;1119;p11"/>
          <p:cNvSpPr/>
          <p:nvPr/>
        </p:nvSpPr>
        <p:spPr>
          <a:xfrm>
            <a:off x="6641640" y="3891600"/>
            <a:ext cx="5400" cy="27360"/>
          </a:xfrm>
          <a:custGeom>
            <a:avLst/>
            <a:gdLst>
              <a:gd name="textAreaLeft" fmla="*/ 0 w 5400"/>
              <a:gd name="textAreaRight" fmla="*/ 5760 w 540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64" h="1315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cubicBezTo>
                  <a:pt x="33" y="493"/>
                  <a:pt x="33" y="855"/>
                  <a:pt x="66" y="1216"/>
                </a:cubicBezTo>
                <a:cubicBezTo>
                  <a:pt x="66" y="1282"/>
                  <a:pt x="116" y="1315"/>
                  <a:pt x="165" y="1315"/>
                </a:cubicBezTo>
                <a:cubicBezTo>
                  <a:pt x="214" y="1315"/>
                  <a:pt x="263" y="1282"/>
                  <a:pt x="263" y="1216"/>
                </a:cubicBezTo>
                <a:cubicBezTo>
                  <a:pt x="263" y="855"/>
                  <a:pt x="231" y="493"/>
                  <a:pt x="198" y="99"/>
                </a:cubicBezTo>
                <a:cubicBezTo>
                  <a:pt x="198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6" name="Google Shape;1120;p11"/>
          <p:cNvSpPr/>
          <p:nvPr/>
        </p:nvSpPr>
        <p:spPr>
          <a:xfrm>
            <a:off x="6658200" y="3891600"/>
            <a:ext cx="6840" cy="34560"/>
          </a:xfrm>
          <a:custGeom>
            <a:avLst/>
            <a:gdLst>
              <a:gd name="textAreaLeft" fmla="*/ 0 w 6840"/>
              <a:gd name="textAreaRight" fmla="*/ 7200 w 68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346" h="1644">
                <a:moveTo>
                  <a:pt x="103" y="0"/>
                </a:moveTo>
                <a:cubicBezTo>
                  <a:pt x="50" y="0"/>
                  <a:pt x="1" y="33"/>
                  <a:pt x="17" y="99"/>
                </a:cubicBezTo>
                <a:cubicBezTo>
                  <a:pt x="50" y="592"/>
                  <a:pt x="83" y="1052"/>
                  <a:pt x="116" y="1545"/>
                </a:cubicBezTo>
                <a:cubicBezTo>
                  <a:pt x="116" y="1611"/>
                  <a:pt x="173" y="1643"/>
                  <a:pt x="231" y="1643"/>
                </a:cubicBezTo>
                <a:cubicBezTo>
                  <a:pt x="288" y="1643"/>
                  <a:pt x="346" y="1611"/>
                  <a:pt x="346" y="1545"/>
                </a:cubicBezTo>
                <a:cubicBezTo>
                  <a:pt x="280" y="1052"/>
                  <a:pt x="247" y="592"/>
                  <a:pt x="214" y="99"/>
                </a:cubicBezTo>
                <a:cubicBezTo>
                  <a:pt x="214" y="33"/>
                  <a:pt x="157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7" name="Google Shape;1121;p11"/>
          <p:cNvSpPr/>
          <p:nvPr/>
        </p:nvSpPr>
        <p:spPr>
          <a:xfrm>
            <a:off x="6674400" y="3889440"/>
            <a:ext cx="4680" cy="37080"/>
          </a:xfrm>
          <a:custGeom>
            <a:avLst/>
            <a:gdLst>
              <a:gd name="textAreaLeft" fmla="*/ 0 w 4680"/>
              <a:gd name="textAreaRight" fmla="*/ 5040 w 468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231" h="1776">
                <a:moveTo>
                  <a:pt x="115" y="1"/>
                </a:moveTo>
                <a:cubicBezTo>
                  <a:pt x="58" y="1"/>
                  <a:pt x="0" y="34"/>
                  <a:pt x="0" y="99"/>
                </a:cubicBezTo>
                <a:cubicBezTo>
                  <a:pt x="0" y="625"/>
                  <a:pt x="0" y="1151"/>
                  <a:pt x="0" y="1677"/>
                </a:cubicBezTo>
                <a:cubicBezTo>
                  <a:pt x="0" y="1742"/>
                  <a:pt x="58" y="1775"/>
                  <a:pt x="115" y="1775"/>
                </a:cubicBezTo>
                <a:cubicBezTo>
                  <a:pt x="173" y="1775"/>
                  <a:pt x="230" y="1742"/>
                  <a:pt x="230" y="1677"/>
                </a:cubicBezTo>
                <a:cubicBezTo>
                  <a:pt x="197" y="1151"/>
                  <a:pt x="197" y="625"/>
                  <a:pt x="230" y="99"/>
                </a:cubicBezTo>
                <a:cubicBezTo>
                  <a:pt x="230" y="34"/>
                  <a:pt x="173" y="1"/>
                  <a:pt x="1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8" name="Google Shape;1122;p11"/>
          <p:cNvSpPr/>
          <p:nvPr/>
        </p:nvSpPr>
        <p:spPr>
          <a:xfrm>
            <a:off x="6710400" y="3888360"/>
            <a:ext cx="5400" cy="34560"/>
          </a:xfrm>
          <a:custGeom>
            <a:avLst/>
            <a:gdLst>
              <a:gd name="textAreaLeft" fmla="*/ 0 w 5400"/>
              <a:gd name="textAreaRight" fmla="*/ 5760 w 540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64" h="1644">
                <a:moveTo>
                  <a:pt x="99" y="0"/>
                </a:moveTo>
                <a:cubicBezTo>
                  <a:pt x="50" y="0"/>
                  <a:pt x="1" y="33"/>
                  <a:pt x="1" y="99"/>
                </a:cubicBezTo>
                <a:cubicBezTo>
                  <a:pt x="66" y="592"/>
                  <a:pt x="66" y="1085"/>
                  <a:pt x="34" y="1545"/>
                </a:cubicBezTo>
                <a:cubicBezTo>
                  <a:pt x="34" y="1610"/>
                  <a:pt x="83" y="1643"/>
                  <a:pt x="132" y="1643"/>
                </a:cubicBezTo>
                <a:cubicBezTo>
                  <a:pt x="181" y="1643"/>
                  <a:pt x="231" y="1610"/>
                  <a:pt x="231" y="1545"/>
                </a:cubicBezTo>
                <a:cubicBezTo>
                  <a:pt x="264" y="1085"/>
                  <a:pt x="264" y="592"/>
                  <a:pt x="198" y="99"/>
                </a:cubicBezTo>
                <a:cubicBezTo>
                  <a:pt x="198" y="33"/>
                  <a:pt x="149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9" name="Google Shape;1123;p11"/>
          <p:cNvSpPr/>
          <p:nvPr/>
        </p:nvSpPr>
        <p:spPr>
          <a:xfrm>
            <a:off x="6722280" y="3901320"/>
            <a:ext cx="3960" cy="16920"/>
          </a:xfrm>
          <a:custGeom>
            <a:avLst/>
            <a:gdLst>
              <a:gd name="textAreaLeft" fmla="*/ 0 w 3960"/>
              <a:gd name="textAreaRight" fmla="*/ 4320 w 396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198" h="822">
                <a:moveTo>
                  <a:pt x="99" y="1"/>
                </a:moveTo>
                <a:cubicBezTo>
                  <a:pt x="50" y="1"/>
                  <a:pt x="0" y="33"/>
                  <a:pt x="0" y="99"/>
                </a:cubicBezTo>
                <a:lnTo>
                  <a:pt x="0" y="723"/>
                </a:lnTo>
                <a:cubicBezTo>
                  <a:pt x="0" y="789"/>
                  <a:pt x="33" y="822"/>
                  <a:pt x="99" y="822"/>
                </a:cubicBezTo>
                <a:cubicBezTo>
                  <a:pt x="165" y="822"/>
                  <a:pt x="198" y="789"/>
                  <a:pt x="198" y="723"/>
                </a:cubicBezTo>
                <a:lnTo>
                  <a:pt x="198" y="99"/>
                </a:lnTo>
                <a:cubicBezTo>
                  <a:pt x="198" y="33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0" name="Google Shape;1124;p11"/>
          <p:cNvSpPr/>
          <p:nvPr/>
        </p:nvSpPr>
        <p:spPr>
          <a:xfrm>
            <a:off x="6764760" y="3872160"/>
            <a:ext cx="6480" cy="39600"/>
          </a:xfrm>
          <a:custGeom>
            <a:avLst/>
            <a:gdLst>
              <a:gd name="textAreaLeft" fmla="*/ 0 w 6480"/>
              <a:gd name="textAreaRight" fmla="*/ 6840 w 6480"/>
              <a:gd name="textAreaTop" fmla="*/ 0 h 39600"/>
              <a:gd name="textAreaBottom" fmla="*/ 39960 h 39600"/>
            </a:gdLst>
            <a:ahLst/>
            <a:cxnLst/>
            <a:rect l="textAreaLeft" t="textAreaTop" r="textAreaRight" b="textAreaBottom"/>
            <a:pathLst>
              <a:path w="330" h="1892">
                <a:moveTo>
                  <a:pt x="198" y="0"/>
                </a:moveTo>
                <a:cubicBezTo>
                  <a:pt x="149" y="0"/>
                  <a:pt x="99" y="33"/>
                  <a:pt x="99" y="99"/>
                </a:cubicBezTo>
                <a:cubicBezTo>
                  <a:pt x="132" y="658"/>
                  <a:pt x="67" y="1216"/>
                  <a:pt x="1" y="1775"/>
                </a:cubicBezTo>
                <a:cubicBezTo>
                  <a:pt x="1" y="1849"/>
                  <a:pt x="53" y="1891"/>
                  <a:pt x="104" y="1891"/>
                </a:cubicBezTo>
                <a:cubicBezTo>
                  <a:pt x="144" y="1891"/>
                  <a:pt x="184" y="1865"/>
                  <a:pt x="198" y="1808"/>
                </a:cubicBezTo>
                <a:cubicBezTo>
                  <a:pt x="297" y="1249"/>
                  <a:pt x="329" y="658"/>
                  <a:pt x="297" y="99"/>
                </a:cubicBezTo>
                <a:cubicBezTo>
                  <a:pt x="297" y="33"/>
                  <a:pt x="247" y="0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1" name="Google Shape;1125;p11"/>
          <p:cNvSpPr/>
          <p:nvPr/>
        </p:nvSpPr>
        <p:spPr>
          <a:xfrm>
            <a:off x="6785640" y="3857040"/>
            <a:ext cx="5400" cy="42120"/>
          </a:xfrm>
          <a:custGeom>
            <a:avLst/>
            <a:gdLst>
              <a:gd name="textAreaLeft" fmla="*/ 0 w 5400"/>
              <a:gd name="textAreaRight" fmla="*/ 5760 w 540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264" h="2005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66" y="691"/>
                  <a:pt x="34" y="1315"/>
                  <a:pt x="1" y="1906"/>
                </a:cubicBezTo>
                <a:cubicBezTo>
                  <a:pt x="1" y="1972"/>
                  <a:pt x="50" y="2005"/>
                  <a:pt x="99" y="2005"/>
                </a:cubicBezTo>
                <a:cubicBezTo>
                  <a:pt x="149" y="2005"/>
                  <a:pt x="198" y="1972"/>
                  <a:pt x="198" y="1906"/>
                </a:cubicBezTo>
                <a:cubicBezTo>
                  <a:pt x="264" y="1315"/>
                  <a:pt x="264" y="691"/>
                  <a:pt x="231" y="99"/>
                </a:cubicBezTo>
                <a:cubicBezTo>
                  <a:pt x="231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2" name="Google Shape;1126;p11"/>
          <p:cNvSpPr/>
          <p:nvPr/>
        </p:nvSpPr>
        <p:spPr>
          <a:xfrm>
            <a:off x="6800760" y="3835440"/>
            <a:ext cx="6840" cy="38520"/>
          </a:xfrm>
          <a:custGeom>
            <a:avLst/>
            <a:gdLst>
              <a:gd name="textAreaLeft" fmla="*/ 0 w 6840"/>
              <a:gd name="textAreaRight" fmla="*/ 7200 w 684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346" h="1841">
                <a:moveTo>
                  <a:pt x="103" y="1"/>
                </a:moveTo>
                <a:cubicBezTo>
                  <a:pt x="49" y="1"/>
                  <a:pt x="0" y="34"/>
                  <a:pt x="17" y="99"/>
                </a:cubicBezTo>
                <a:cubicBezTo>
                  <a:pt x="49" y="625"/>
                  <a:pt x="82" y="1184"/>
                  <a:pt x="115" y="1742"/>
                </a:cubicBezTo>
                <a:cubicBezTo>
                  <a:pt x="115" y="1808"/>
                  <a:pt x="173" y="1841"/>
                  <a:pt x="230" y="1841"/>
                </a:cubicBezTo>
                <a:cubicBezTo>
                  <a:pt x="288" y="1841"/>
                  <a:pt x="345" y="1808"/>
                  <a:pt x="345" y="1742"/>
                </a:cubicBezTo>
                <a:cubicBezTo>
                  <a:pt x="279" y="1184"/>
                  <a:pt x="247" y="625"/>
                  <a:pt x="214" y="99"/>
                </a:cubicBezTo>
                <a:cubicBezTo>
                  <a:pt x="214" y="34"/>
                  <a:pt x="156" y="1"/>
                  <a:pt x="10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3" name="Google Shape;1127;p11"/>
          <p:cNvSpPr/>
          <p:nvPr/>
        </p:nvSpPr>
        <p:spPr>
          <a:xfrm>
            <a:off x="6822000" y="3818520"/>
            <a:ext cx="5400" cy="33840"/>
          </a:xfrm>
          <a:custGeom>
            <a:avLst/>
            <a:gdLst>
              <a:gd name="textAreaLeft" fmla="*/ 0 w 5400"/>
              <a:gd name="textAreaRight" fmla="*/ 5760 w 540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264" h="1611">
                <a:moveTo>
                  <a:pt x="161" y="0"/>
                </a:moveTo>
                <a:cubicBezTo>
                  <a:pt x="107" y="0"/>
                  <a:pt x="50" y="33"/>
                  <a:pt x="33" y="99"/>
                </a:cubicBezTo>
                <a:cubicBezTo>
                  <a:pt x="0" y="559"/>
                  <a:pt x="0" y="1019"/>
                  <a:pt x="33" y="1512"/>
                </a:cubicBezTo>
                <a:cubicBezTo>
                  <a:pt x="33" y="1577"/>
                  <a:pt x="83" y="1610"/>
                  <a:pt x="132" y="1610"/>
                </a:cubicBezTo>
                <a:cubicBezTo>
                  <a:pt x="181" y="1610"/>
                  <a:pt x="230" y="1577"/>
                  <a:pt x="230" y="1512"/>
                </a:cubicBezTo>
                <a:cubicBezTo>
                  <a:pt x="198" y="1019"/>
                  <a:pt x="198" y="559"/>
                  <a:pt x="263" y="99"/>
                </a:cubicBezTo>
                <a:cubicBezTo>
                  <a:pt x="263" y="33"/>
                  <a:pt x="214" y="0"/>
                  <a:pt x="16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4" name="Google Shape;1128;p11"/>
          <p:cNvSpPr/>
          <p:nvPr/>
        </p:nvSpPr>
        <p:spPr>
          <a:xfrm>
            <a:off x="6846120" y="3808080"/>
            <a:ext cx="7200" cy="32400"/>
          </a:xfrm>
          <a:custGeom>
            <a:avLst/>
            <a:gdLst>
              <a:gd name="textAreaLeft" fmla="*/ 0 w 7200"/>
              <a:gd name="textAreaRight" fmla="*/ 7560 w 720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349" h="1543">
                <a:moveTo>
                  <a:pt x="187" y="0"/>
                </a:moveTo>
                <a:cubicBezTo>
                  <a:pt x="148" y="0"/>
                  <a:pt x="112" y="22"/>
                  <a:pt x="99" y="72"/>
                </a:cubicBezTo>
                <a:cubicBezTo>
                  <a:pt x="0" y="532"/>
                  <a:pt x="0" y="1025"/>
                  <a:pt x="132" y="1485"/>
                </a:cubicBezTo>
                <a:cubicBezTo>
                  <a:pt x="145" y="1524"/>
                  <a:pt x="183" y="1542"/>
                  <a:pt x="223" y="1542"/>
                </a:cubicBezTo>
                <a:cubicBezTo>
                  <a:pt x="285" y="1542"/>
                  <a:pt x="349" y="1499"/>
                  <a:pt x="329" y="1419"/>
                </a:cubicBezTo>
                <a:cubicBezTo>
                  <a:pt x="230" y="992"/>
                  <a:pt x="198" y="532"/>
                  <a:pt x="296" y="138"/>
                </a:cubicBezTo>
                <a:cubicBezTo>
                  <a:pt x="317" y="56"/>
                  <a:pt x="249" y="0"/>
                  <a:pt x="18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5" name="Google Shape;1129;p11"/>
          <p:cNvSpPr/>
          <p:nvPr/>
        </p:nvSpPr>
        <p:spPr>
          <a:xfrm>
            <a:off x="6861600" y="3798360"/>
            <a:ext cx="5400" cy="33120"/>
          </a:xfrm>
          <a:custGeom>
            <a:avLst/>
            <a:gdLst>
              <a:gd name="textAreaLeft" fmla="*/ 0 w 5400"/>
              <a:gd name="textAreaRight" fmla="*/ 5760 w 5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64" h="1578">
                <a:moveTo>
                  <a:pt x="115" y="0"/>
                </a:moveTo>
                <a:cubicBezTo>
                  <a:pt x="58" y="0"/>
                  <a:pt x="0" y="33"/>
                  <a:pt x="0" y="99"/>
                </a:cubicBezTo>
                <a:cubicBezTo>
                  <a:pt x="66" y="559"/>
                  <a:pt x="66" y="1019"/>
                  <a:pt x="33" y="1479"/>
                </a:cubicBezTo>
                <a:cubicBezTo>
                  <a:pt x="33" y="1545"/>
                  <a:pt x="83" y="1577"/>
                  <a:pt x="136" y="1577"/>
                </a:cubicBezTo>
                <a:cubicBezTo>
                  <a:pt x="189" y="1577"/>
                  <a:pt x="247" y="1545"/>
                  <a:pt x="263" y="1479"/>
                </a:cubicBezTo>
                <a:cubicBezTo>
                  <a:pt x="263" y="1019"/>
                  <a:pt x="263" y="559"/>
                  <a:pt x="230" y="99"/>
                </a:cubicBezTo>
                <a:cubicBezTo>
                  <a:pt x="230" y="33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6" name="Google Shape;1130;p11"/>
          <p:cNvSpPr/>
          <p:nvPr/>
        </p:nvSpPr>
        <p:spPr>
          <a:xfrm>
            <a:off x="6896880" y="3762360"/>
            <a:ext cx="5040" cy="34560"/>
          </a:xfrm>
          <a:custGeom>
            <a:avLst/>
            <a:gdLst>
              <a:gd name="textAreaLeft" fmla="*/ 0 w 5040"/>
              <a:gd name="textAreaRight" fmla="*/ 5400 w 50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47" h="1644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592"/>
                  <a:pt x="0" y="1052"/>
                  <a:pt x="33" y="1545"/>
                </a:cubicBezTo>
                <a:cubicBezTo>
                  <a:pt x="33" y="1611"/>
                  <a:pt x="91" y="1643"/>
                  <a:pt x="144" y="1643"/>
                </a:cubicBezTo>
                <a:cubicBezTo>
                  <a:pt x="197" y="1643"/>
                  <a:pt x="247" y="1611"/>
                  <a:pt x="230" y="1545"/>
                </a:cubicBezTo>
                <a:cubicBezTo>
                  <a:pt x="197" y="1052"/>
                  <a:pt x="197" y="592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7" name="Google Shape;1131;p11"/>
          <p:cNvSpPr/>
          <p:nvPr/>
        </p:nvSpPr>
        <p:spPr>
          <a:xfrm>
            <a:off x="6910200" y="3751200"/>
            <a:ext cx="3960" cy="37800"/>
          </a:xfrm>
          <a:custGeom>
            <a:avLst/>
            <a:gdLst>
              <a:gd name="textAreaLeft" fmla="*/ 0 w 3960"/>
              <a:gd name="textAreaRight" fmla="*/ 4320 w 39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98" h="1800">
                <a:moveTo>
                  <a:pt x="99" y="1"/>
                </a:moveTo>
                <a:cubicBezTo>
                  <a:pt x="50" y="1"/>
                  <a:pt x="1" y="42"/>
                  <a:pt x="1" y="124"/>
                </a:cubicBezTo>
                <a:lnTo>
                  <a:pt x="1" y="1701"/>
                </a:lnTo>
                <a:cubicBezTo>
                  <a:pt x="1" y="1767"/>
                  <a:pt x="50" y="1800"/>
                  <a:pt x="99" y="1800"/>
                </a:cubicBezTo>
                <a:cubicBezTo>
                  <a:pt x="148" y="1800"/>
                  <a:pt x="198" y="1767"/>
                  <a:pt x="198" y="1701"/>
                </a:cubicBezTo>
                <a:lnTo>
                  <a:pt x="198" y="124"/>
                </a:lnTo>
                <a:cubicBezTo>
                  <a:pt x="198" y="42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8" name="Google Shape;1132;p11"/>
          <p:cNvSpPr/>
          <p:nvPr/>
        </p:nvSpPr>
        <p:spPr>
          <a:xfrm>
            <a:off x="6928920" y="3737160"/>
            <a:ext cx="5760" cy="27720"/>
          </a:xfrm>
          <a:custGeom>
            <a:avLst/>
            <a:gdLst>
              <a:gd name="textAreaLeft" fmla="*/ 0 w 5760"/>
              <a:gd name="textAreaRight" fmla="*/ 6120 w 576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283" h="1333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1" y="493"/>
                  <a:pt x="34" y="888"/>
                  <a:pt x="67" y="1249"/>
                </a:cubicBezTo>
                <a:cubicBezTo>
                  <a:pt x="95" y="1307"/>
                  <a:pt x="143" y="1333"/>
                  <a:pt x="185" y="1333"/>
                </a:cubicBezTo>
                <a:cubicBezTo>
                  <a:pt x="238" y="1333"/>
                  <a:pt x="282" y="1290"/>
                  <a:pt x="264" y="1216"/>
                </a:cubicBezTo>
                <a:cubicBezTo>
                  <a:pt x="231" y="855"/>
                  <a:pt x="198" y="461"/>
                  <a:pt x="231" y="99"/>
                </a:cubicBezTo>
                <a:cubicBezTo>
                  <a:pt x="231" y="33"/>
                  <a:pt x="182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69" name="Google Shape;1133;p11"/>
          <p:cNvSpPr/>
          <p:nvPr/>
        </p:nvSpPr>
        <p:spPr>
          <a:xfrm>
            <a:off x="6761880" y="4030200"/>
            <a:ext cx="7560" cy="64440"/>
          </a:xfrm>
          <a:custGeom>
            <a:avLst/>
            <a:gdLst>
              <a:gd name="textAreaLeft" fmla="*/ 0 w 7560"/>
              <a:gd name="textAreaRight" fmla="*/ 7920 w 7560"/>
              <a:gd name="textAreaTop" fmla="*/ 0 h 64440"/>
              <a:gd name="textAreaBottom" fmla="*/ 64800 h 64440"/>
            </a:gdLst>
            <a:ahLst/>
            <a:cxnLst/>
            <a:rect l="textAreaLeft" t="textAreaTop" r="textAreaRight" b="textAreaBottom"/>
            <a:pathLst>
              <a:path w="366" h="3065">
                <a:moveTo>
                  <a:pt x="263" y="1"/>
                </a:moveTo>
                <a:cubicBezTo>
                  <a:pt x="214" y="1"/>
                  <a:pt x="165" y="34"/>
                  <a:pt x="165" y="99"/>
                </a:cubicBezTo>
                <a:lnTo>
                  <a:pt x="66" y="1677"/>
                </a:lnTo>
                <a:cubicBezTo>
                  <a:pt x="66" y="1939"/>
                  <a:pt x="0" y="2202"/>
                  <a:pt x="0" y="2465"/>
                </a:cubicBezTo>
                <a:cubicBezTo>
                  <a:pt x="0" y="2662"/>
                  <a:pt x="33" y="2859"/>
                  <a:pt x="132" y="3024"/>
                </a:cubicBezTo>
                <a:cubicBezTo>
                  <a:pt x="151" y="3053"/>
                  <a:pt x="182" y="3065"/>
                  <a:pt x="213" y="3065"/>
                </a:cubicBezTo>
                <a:cubicBezTo>
                  <a:pt x="288" y="3065"/>
                  <a:pt x="366" y="2995"/>
                  <a:pt x="296" y="2925"/>
                </a:cubicBezTo>
                <a:cubicBezTo>
                  <a:pt x="198" y="2728"/>
                  <a:pt x="165" y="2531"/>
                  <a:pt x="230" y="2301"/>
                </a:cubicBezTo>
                <a:cubicBezTo>
                  <a:pt x="230" y="2071"/>
                  <a:pt x="263" y="1808"/>
                  <a:pt x="263" y="1578"/>
                </a:cubicBezTo>
                <a:lnTo>
                  <a:pt x="362" y="99"/>
                </a:lnTo>
                <a:cubicBezTo>
                  <a:pt x="362" y="34"/>
                  <a:pt x="313" y="1"/>
                  <a:pt x="26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0" bIns="32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0" name="Google Shape;1134;p11"/>
          <p:cNvSpPr/>
          <p:nvPr/>
        </p:nvSpPr>
        <p:spPr>
          <a:xfrm>
            <a:off x="6775200" y="4021920"/>
            <a:ext cx="6480" cy="39960"/>
          </a:xfrm>
          <a:custGeom>
            <a:avLst/>
            <a:gdLst>
              <a:gd name="textAreaLeft" fmla="*/ 0 w 6480"/>
              <a:gd name="textAreaRight" fmla="*/ 6840 w 6480"/>
              <a:gd name="textAreaTop" fmla="*/ 0 h 39960"/>
              <a:gd name="textAreaBottom" fmla="*/ 40320 h 39960"/>
            </a:gdLst>
            <a:ahLst/>
            <a:cxnLst/>
            <a:rect l="textAreaLeft" t="textAreaTop" r="textAreaRight" b="textAreaBottom"/>
            <a:pathLst>
              <a:path w="330" h="1898">
                <a:moveTo>
                  <a:pt x="190" y="0"/>
                </a:moveTo>
                <a:cubicBezTo>
                  <a:pt x="144" y="0"/>
                  <a:pt x="99" y="26"/>
                  <a:pt x="99" y="84"/>
                </a:cubicBezTo>
                <a:cubicBezTo>
                  <a:pt x="1" y="643"/>
                  <a:pt x="1" y="1234"/>
                  <a:pt x="99" y="1826"/>
                </a:cubicBezTo>
                <a:cubicBezTo>
                  <a:pt x="112" y="1876"/>
                  <a:pt x="148" y="1897"/>
                  <a:pt x="189" y="1897"/>
                </a:cubicBezTo>
                <a:cubicBezTo>
                  <a:pt x="254" y="1897"/>
                  <a:pt x="329" y="1841"/>
                  <a:pt x="329" y="1760"/>
                </a:cubicBezTo>
                <a:cubicBezTo>
                  <a:pt x="198" y="1234"/>
                  <a:pt x="198" y="675"/>
                  <a:pt x="296" y="117"/>
                </a:cubicBezTo>
                <a:cubicBezTo>
                  <a:pt x="315" y="43"/>
                  <a:pt x="250" y="0"/>
                  <a:pt x="19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1" name="Google Shape;1135;p11"/>
          <p:cNvSpPr/>
          <p:nvPr/>
        </p:nvSpPr>
        <p:spPr>
          <a:xfrm>
            <a:off x="6787800" y="4014360"/>
            <a:ext cx="3960" cy="24480"/>
          </a:xfrm>
          <a:custGeom>
            <a:avLst/>
            <a:gdLst>
              <a:gd name="textAreaLeft" fmla="*/ 0 w 3960"/>
              <a:gd name="textAreaRight" fmla="*/ 4320 w 396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198" h="1175">
                <a:moveTo>
                  <a:pt x="99" y="0"/>
                </a:moveTo>
                <a:cubicBezTo>
                  <a:pt x="50" y="0"/>
                  <a:pt x="0" y="41"/>
                  <a:pt x="0" y="123"/>
                </a:cubicBezTo>
                <a:lnTo>
                  <a:pt x="0" y="1076"/>
                </a:lnTo>
                <a:cubicBezTo>
                  <a:pt x="0" y="1142"/>
                  <a:pt x="50" y="1175"/>
                  <a:pt x="99" y="1175"/>
                </a:cubicBezTo>
                <a:cubicBezTo>
                  <a:pt x="148" y="1175"/>
                  <a:pt x="197" y="1142"/>
                  <a:pt x="197" y="1076"/>
                </a:cubicBezTo>
                <a:lnTo>
                  <a:pt x="197" y="123"/>
                </a:lnTo>
                <a:cubicBezTo>
                  <a:pt x="197" y="41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2" name="Google Shape;1136;p11"/>
          <p:cNvSpPr/>
          <p:nvPr/>
        </p:nvSpPr>
        <p:spPr>
          <a:xfrm>
            <a:off x="6789240" y="3940560"/>
            <a:ext cx="5400" cy="45720"/>
          </a:xfrm>
          <a:custGeom>
            <a:avLst/>
            <a:gdLst>
              <a:gd name="textAreaLeft" fmla="*/ 0 w 5400"/>
              <a:gd name="textAreaRight" fmla="*/ 5760 w 5400"/>
              <a:gd name="textAreaTop" fmla="*/ 0 h 45720"/>
              <a:gd name="textAreaBottom" fmla="*/ 46080 h 45720"/>
            </a:gdLst>
            <a:ahLst/>
            <a:cxnLst/>
            <a:rect l="textAreaLeft" t="textAreaTop" r="textAreaRight" b="textAreaBottom"/>
            <a:pathLst>
              <a:path w="264" h="2170">
                <a:moveTo>
                  <a:pt x="132" y="1"/>
                </a:moveTo>
                <a:cubicBezTo>
                  <a:pt x="83" y="1"/>
                  <a:pt x="34" y="34"/>
                  <a:pt x="34" y="99"/>
                </a:cubicBezTo>
                <a:cubicBezTo>
                  <a:pt x="1" y="756"/>
                  <a:pt x="1" y="1414"/>
                  <a:pt x="67" y="2071"/>
                </a:cubicBezTo>
                <a:cubicBezTo>
                  <a:pt x="67" y="2137"/>
                  <a:pt x="116" y="2169"/>
                  <a:pt x="165" y="2169"/>
                </a:cubicBezTo>
                <a:cubicBezTo>
                  <a:pt x="215" y="2169"/>
                  <a:pt x="264" y="2137"/>
                  <a:pt x="264" y="2071"/>
                </a:cubicBezTo>
                <a:cubicBezTo>
                  <a:pt x="231" y="1414"/>
                  <a:pt x="198" y="756"/>
                  <a:pt x="231" y="99"/>
                </a:cubicBezTo>
                <a:cubicBezTo>
                  <a:pt x="231" y="34"/>
                  <a:pt x="182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3" name="Google Shape;1137;p11"/>
          <p:cNvSpPr/>
          <p:nvPr/>
        </p:nvSpPr>
        <p:spPr>
          <a:xfrm>
            <a:off x="6828840" y="3890520"/>
            <a:ext cx="3960" cy="37800"/>
          </a:xfrm>
          <a:custGeom>
            <a:avLst/>
            <a:gdLst>
              <a:gd name="textAreaLeft" fmla="*/ 0 w 3960"/>
              <a:gd name="textAreaRight" fmla="*/ 4320 w 39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99" h="1801">
                <a:moveTo>
                  <a:pt x="100" y="1"/>
                </a:moveTo>
                <a:cubicBezTo>
                  <a:pt x="50" y="1"/>
                  <a:pt x="1" y="42"/>
                  <a:pt x="1" y="124"/>
                </a:cubicBezTo>
                <a:lnTo>
                  <a:pt x="1" y="1701"/>
                </a:lnTo>
                <a:cubicBezTo>
                  <a:pt x="1" y="1767"/>
                  <a:pt x="50" y="1800"/>
                  <a:pt x="100" y="1800"/>
                </a:cubicBezTo>
                <a:cubicBezTo>
                  <a:pt x="149" y="1800"/>
                  <a:pt x="198" y="1767"/>
                  <a:pt x="198" y="1701"/>
                </a:cubicBezTo>
                <a:lnTo>
                  <a:pt x="198" y="124"/>
                </a:lnTo>
                <a:cubicBezTo>
                  <a:pt x="198" y="42"/>
                  <a:pt x="149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4" name="Google Shape;1138;p11"/>
          <p:cNvSpPr/>
          <p:nvPr/>
        </p:nvSpPr>
        <p:spPr>
          <a:xfrm>
            <a:off x="6830280" y="3945960"/>
            <a:ext cx="5760" cy="24120"/>
          </a:xfrm>
          <a:custGeom>
            <a:avLst/>
            <a:gdLst>
              <a:gd name="textAreaLeft" fmla="*/ 0 w 5760"/>
              <a:gd name="textAreaRight" fmla="*/ 6120 w 576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297" h="1151">
                <a:moveTo>
                  <a:pt x="198" y="1"/>
                </a:moveTo>
                <a:cubicBezTo>
                  <a:pt x="132" y="1"/>
                  <a:pt x="99" y="33"/>
                  <a:pt x="66" y="99"/>
                </a:cubicBezTo>
                <a:cubicBezTo>
                  <a:pt x="34" y="395"/>
                  <a:pt x="1" y="723"/>
                  <a:pt x="34" y="1019"/>
                </a:cubicBezTo>
                <a:cubicBezTo>
                  <a:pt x="34" y="1085"/>
                  <a:pt x="99" y="1151"/>
                  <a:pt x="132" y="1151"/>
                </a:cubicBezTo>
                <a:cubicBezTo>
                  <a:pt x="198" y="1151"/>
                  <a:pt x="264" y="1085"/>
                  <a:pt x="264" y="1019"/>
                </a:cubicBezTo>
                <a:cubicBezTo>
                  <a:pt x="231" y="723"/>
                  <a:pt x="231" y="428"/>
                  <a:pt x="264" y="132"/>
                </a:cubicBezTo>
                <a:cubicBezTo>
                  <a:pt x="296" y="66"/>
                  <a:pt x="264" y="33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5" name="Google Shape;1139;p11"/>
          <p:cNvSpPr/>
          <p:nvPr/>
        </p:nvSpPr>
        <p:spPr>
          <a:xfrm>
            <a:off x="6848280" y="3889440"/>
            <a:ext cx="6480" cy="42120"/>
          </a:xfrm>
          <a:custGeom>
            <a:avLst/>
            <a:gdLst>
              <a:gd name="textAreaLeft" fmla="*/ 0 w 6480"/>
              <a:gd name="textAreaRight" fmla="*/ 6840 w 648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329" h="2012">
                <a:moveTo>
                  <a:pt x="164" y="1"/>
                </a:moveTo>
                <a:cubicBezTo>
                  <a:pt x="115" y="1"/>
                  <a:pt x="66" y="34"/>
                  <a:pt x="66" y="99"/>
                </a:cubicBezTo>
                <a:cubicBezTo>
                  <a:pt x="0" y="724"/>
                  <a:pt x="33" y="1315"/>
                  <a:pt x="131" y="1940"/>
                </a:cubicBezTo>
                <a:cubicBezTo>
                  <a:pt x="131" y="1990"/>
                  <a:pt x="160" y="2011"/>
                  <a:pt x="196" y="2011"/>
                </a:cubicBezTo>
                <a:cubicBezTo>
                  <a:pt x="253" y="2011"/>
                  <a:pt x="329" y="1955"/>
                  <a:pt x="329" y="1874"/>
                </a:cubicBezTo>
                <a:cubicBezTo>
                  <a:pt x="230" y="1282"/>
                  <a:pt x="230" y="691"/>
                  <a:pt x="263" y="99"/>
                </a:cubicBezTo>
                <a:cubicBezTo>
                  <a:pt x="263" y="34"/>
                  <a:pt x="214" y="1"/>
                  <a:pt x="16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6" name="Google Shape;1140;p11"/>
          <p:cNvSpPr/>
          <p:nvPr/>
        </p:nvSpPr>
        <p:spPr>
          <a:xfrm>
            <a:off x="6869160" y="3865680"/>
            <a:ext cx="5760" cy="23400"/>
          </a:xfrm>
          <a:custGeom>
            <a:avLst/>
            <a:gdLst>
              <a:gd name="textAreaLeft" fmla="*/ 0 w 5760"/>
              <a:gd name="textAreaRight" fmla="*/ 6120 w 576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297" h="1127">
                <a:moveTo>
                  <a:pt x="67" y="1"/>
                </a:moveTo>
                <a:cubicBezTo>
                  <a:pt x="23" y="1"/>
                  <a:pt x="1" y="55"/>
                  <a:pt x="1" y="108"/>
                </a:cubicBezTo>
                <a:lnTo>
                  <a:pt x="99" y="1028"/>
                </a:lnTo>
                <a:cubicBezTo>
                  <a:pt x="99" y="1061"/>
                  <a:pt x="132" y="1127"/>
                  <a:pt x="198" y="1127"/>
                </a:cubicBezTo>
                <a:cubicBezTo>
                  <a:pt x="231" y="1127"/>
                  <a:pt x="297" y="1061"/>
                  <a:pt x="297" y="1028"/>
                </a:cubicBezTo>
                <a:lnTo>
                  <a:pt x="198" y="108"/>
                </a:lnTo>
                <a:cubicBezTo>
                  <a:pt x="198" y="42"/>
                  <a:pt x="165" y="10"/>
                  <a:pt x="99" y="10"/>
                </a:cubicBezTo>
                <a:cubicBezTo>
                  <a:pt x="87" y="4"/>
                  <a:pt x="76" y="1"/>
                  <a:pt x="6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7" name="Google Shape;1141;p11"/>
          <p:cNvSpPr/>
          <p:nvPr/>
        </p:nvSpPr>
        <p:spPr>
          <a:xfrm>
            <a:off x="6892920" y="3837240"/>
            <a:ext cx="5760" cy="22320"/>
          </a:xfrm>
          <a:custGeom>
            <a:avLst/>
            <a:gdLst>
              <a:gd name="textAreaLeft" fmla="*/ 0 w 5760"/>
              <a:gd name="textAreaRight" fmla="*/ 6120 w 576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284" h="1076">
                <a:moveTo>
                  <a:pt x="153" y="0"/>
                </a:moveTo>
                <a:cubicBezTo>
                  <a:pt x="115" y="0"/>
                  <a:pt x="78" y="22"/>
                  <a:pt x="66" y="72"/>
                </a:cubicBezTo>
                <a:cubicBezTo>
                  <a:pt x="0" y="368"/>
                  <a:pt x="0" y="696"/>
                  <a:pt x="66" y="992"/>
                </a:cubicBezTo>
                <a:cubicBezTo>
                  <a:pt x="80" y="1050"/>
                  <a:pt x="126" y="1076"/>
                  <a:pt x="171" y="1076"/>
                </a:cubicBezTo>
                <a:cubicBezTo>
                  <a:pt x="227" y="1076"/>
                  <a:pt x="281" y="1033"/>
                  <a:pt x="263" y="959"/>
                </a:cubicBezTo>
                <a:cubicBezTo>
                  <a:pt x="197" y="696"/>
                  <a:pt x="197" y="401"/>
                  <a:pt x="263" y="138"/>
                </a:cubicBezTo>
                <a:cubicBezTo>
                  <a:pt x="283" y="57"/>
                  <a:pt x="216" y="0"/>
                  <a:pt x="1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8" name="Google Shape;1142;p11"/>
          <p:cNvSpPr/>
          <p:nvPr/>
        </p:nvSpPr>
        <p:spPr>
          <a:xfrm>
            <a:off x="6516000" y="4216680"/>
            <a:ext cx="7200" cy="54000"/>
          </a:xfrm>
          <a:custGeom>
            <a:avLst/>
            <a:gdLst>
              <a:gd name="textAreaLeft" fmla="*/ 0 w 7200"/>
              <a:gd name="textAreaRight" fmla="*/ 7560 w 720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363" h="2564">
                <a:moveTo>
                  <a:pt x="264" y="0"/>
                </a:moveTo>
                <a:cubicBezTo>
                  <a:pt x="214" y="0"/>
                  <a:pt x="165" y="33"/>
                  <a:pt x="165" y="99"/>
                </a:cubicBezTo>
                <a:cubicBezTo>
                  <a:pt x="132" y="887"/>
                  <a:pt x="99" y="1676"/>
                  <a:pt x="1" y="2465"/>
                </a:cubicBezTo>
                <a:cubicBezTo>
                  <a:pt x="1" y="2530"/>
                  <a:pt x="50" y="2563"/>
                  <a:pt x="99" y="2563"/>
                </a:cubicBezTo>
                <a:cubicBezTo>
                  <a:pt x="149" y="2563"/>
                  <a:pt x="198" y="2530"/>
                  <a:pt x="198" y="2465"/>
                </a:cubicBezTo>
                <a:cubicBezTo>
                  <a:pt x="297" y="1676"/>
                  <a:pt x="362" y="887"/>
                  <a:pt x="362" y="99"/>
                </a:cubicBezTo>
                <a:cubicBezTo>
                  <a:pt x="362" y="33"/>
                  <a:pt x="313" y="0"/>
                  <a:pt x="2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9" name="Google Shape;1143;p11"/>
          <p:cNvSpPr/>
          <p:nvPr/>
        </p:nvSpPr>
        <p:spPr>
          <a:xfrm>
            <a:off x="6541560" y="4236840"/>
            <a:ext cx="7200" cy="23040"/>
          </a:xfrm>
          <a:custGeom>
            <a:avLst/>
            <a:gdLst>
              <a:gd name="textAreaLeft" fmla="*/ 0 w 7200"/>
              <a:gd name="textAreaRight" fmla="*/ 7560 w 720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363" h="1099">
                <a:moveTo>
                  <a:pt x="231" y="0"/>
                </a:moveTo>
                <a:cubicBezTo>
                  <a:pt x="198" y="0"/>
                  <a:pt x="132" y="33"/>
                  <a:pt x="132" y="99"/>
                </a:cubicBezTo>
                <a:cubicBezTo>
                  <a:pt x="1" y="394"/>
                  <a:pt x="34" y="756"/>
                  <a:pt x="165" y="1052"/>
                </a:cubicBezTo>
                <a:cubicBezTo>
                  <a:pt x="188" y="1075"/>
                  <a:pt x="228" y="1098"/>
                  <a:pt x="261" y="1098"/>
                </a:cubicBezTo>
                <a:cubicBezTo>
                  <a:pt x="274" y="1098"/>
                  <a:pt x="287" y="1094"/>
                  <a:pt x="296" y="1085"/>
                </a:cubicBezTo>
                <a:cubicBezTo>
                  <a:pt x="362" y="1052"/>
                  <a:pt x="362" y="986"/>
                  <a:pt x="329" y="953"/>
                </a:cubicBezTo>
                <a:cubicBezTo>
                  <a:pt x="231" y="690"/>
                  <a:pt x="231" y="394"/>
                  <a:pt x="329" y="132"/>
                </a:cubicBezTo>
                <a:cubicBezTo>
                  <a:pt x="329" y="99"/>
                  <a:pt x="296" y="33"/>
                  <a:pt x="2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0" name="Google Shape;1144;p11"/>
          <p:cNvSpPr/>
          <p:nvPr/>
        </p:nvSpPr>
        <p:spPr>
          <a:xfrm>
            <a:off x="6558840" y="4226400"/>
            <a:ext cx="6480" cy="30240"/>
          </a:xfrm>
          <a:custGeom>
            <a:avLst/>
            <a:gdLst>
              <a:gd name="textAreaLeft" fmla="*/ 0 w 6480"/>
              <a:gd name="textAreaRight" fmla="*/ 6840 w 648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15" h="1446">
                <a:moveTo>
                  <a:pt x="198" y="0"/>
                </a:moveTo>
                <a:cubicBezTo>
                  <a:pt x="155" y="0"/>
                  <a:pt x="113" y="29"/>
                  <a:pt x="99" y="98"/>
                </a:cubicBezTo>
                <a:cubicBezTo>
                  <a:pt x="0" y="492"/>
                  <a:pt x="0" y="919"/>
                  <a:pt x="33" y="1347"/>
                </a:cubicBezTo>
                <a:cubicBezTo>
                  <a:pt x="33" y="1412"/>
                  <a:pt x="99" y="1445"/>
                  <a:pt x="165" y="1445"/>
                </a:cubicBezTo>
                <a:cubicBezTo>
                  <a:pt x="197" y="1445"/>
                  <a:pt x="263" y="1412"/>
                  <a:pt x="263" y="1347"/>
                </a:cubicBezTo>
                <a:cubicBezTo>
                  <a:pt x="197" y="952"/>
                  <a:pt x="197" y="525"/>
                  <a:pt x="296" y="131"/>
                </a:cubicBezTo>
                <a:cubicBezTo>
                  <a:pt x="315" y="54"/>
                  <a:pt x="257" y="0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1" name="Google Shape;1145;p11"/>
          <p:cNvSpPr/>
          <p:nvPr/>
        </p:nvSpPr>
        <p:spPr>
          <a:xfrm>
            <a:off x="6578280" y="4233960"/>
            <a:ext cx="6480" cy="22320"/>
          </a:xfrm>
          <a:custGeom>
            <a:avLst/>
            <a:gdLst>
              <a:gd name="textAreaLeft" fmla="*/ 0 w 6480"/>
              <a:gd name="textAreaRight" fmla="*/ 6840 w 648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315" h="1071">
                <a:moveTo>
                  <a:pt x="165" y="1"/>
                </a:moveTo>
                <a:cubicBezTo>
                  <a:pt x="132" y="1"/>
                  <a:pt x="66" y="34"/>
                  <a:pt x="66" y="66"/>
                </a:cubicBezTo>
                <a:cubicBezTo>
                  <a:pt x="0" y="395"/>
                  <a:pt x="33" y="691"/>
                  <a:pt x="99" y="987"/>
                </a:cubicBezTo>
                <a:cubicBezTo>
                  <a:pt x="113" y="1044"/>
                  <a:pt x="159" y="1070"/>
                  <a:pt x="204" y="1070"/>
                </a:cubicBezTo>
                <a:cubicBezTo>
                  <a:pt x="260" y="1070"/>
                  <a:pt x="314" y="1027"/>
                  <a:pt x="296" y="954"/>
                </a:cubicBezTo>
                <a:cubicBezTo>
                  <a:pt x="230" y="691"/>
                  <a:pt x="197" y="395"/>
                  <a:pt x="263" y="132"/>
                </a:cubicBezTo>
                <a:cubicBezTo>
                  <a:pt x="263" y="66"/>
                  <a:pt x="230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2" name="Google Shape;1146;p11"/>
          <p:cNvSpPr/>
          <p:nvPr/>
        </p:nvSpPr>
        <p:spPr>
          <a:xfrm>
            <a:off x="6594480" y="4171320"/>
            <a:ext cx="6480" cy="72000"/>
          </a:xfrm>
          <a:custGeom>
            <a:avLst/>
            <a:gdLst>
              <a:gd name="textAreaLeft" fmla="*/ 0 w 6480"/>
              <a:gd name="textAreaRight" fmla="*/ 6840 w 6480"/>
              <a:gd name="textAreaTop" fmla="*/ 0 h 72000"/>
              <a:gd name="textAreaBottom" fmla="*/ 72360 h 72000"/>
            </a:gdLst>
            <a:ahLst/>
            <a:cxnLst/>
            <a:rect l="textAreaLeft" t="textAreaTop" r="textAreaRight" b="textAreaBottom"/>
            <a:pathLst>
              <a:path w="329" h="3418">
                <a:moveTo>
                  <a:pt x="160" y="0"/>
                </a:moveTo>
                <a:cubicBezTo>
                  <a:pt x="107" y="0"/>
                  <a:pt x="49" y="33"/>
                  <a:pt x="33" y="99"/>
                </a:cubicBezTo>
                <a:cubicBezTo>
                  <a:pt x="0" y="1150"/>
                  <a:pt x="0" y="2235"/>
                  <a:pt x="99" y="3319"/>
                </a:cubicBezTo>
                <a:cubicBezTo>
                  <a:pt x="99" y="3385"/>
                  <a:pt x="156" y="3418"/>
                  <a:pt x="214" y="3418"/>
                </a:cubicBezTo>
                <a:cubicBezTo>
                  <a:pt x="271" y="3418"/>
                  <a:pt x="329" y="3385"/>
                  <a:pt x="329" y="3319"/>
                </a:cubicBezTo>
                <a:cubicBezTo>
                  <a:pt x="230" y="2235"/>
                  <a:pt x="197" y="1150"/>
                  <a:pt x="263" y="99"/>
                </a:cubicBezTo>
                <a:cubicBezTo>
                  <a:pt x="263" y="33"/>
                  <a:pt x="214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0" bIns="36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3" name="Google Shape;1147;p11"/>
          <p:cNvSpPr/>
          <p:nvPr/>
        </p:nvSpPr>
        <p:spPr>
          <a:xfrm>
            <a:off x="6554160" y="4136040"/>
            <a:ext cx="3960" cy="52920"/>
          </a:xfrm>
          <a:custGeom>
            <a:avLst/>
            <a:gdLst>
              <a:gd name="textAreaLeft" fmla="*/ 0 w 3960"/>
              <a:gd name="textAreaRight" fmla="*/ 4320 w 3960"/>
              <a:gd name="textAreaTop" fmla="*/ 0 h 52920"/>
              <a:gd name="textAreaBottom" fmla="*/ 53280 h 52920"/>
            </a:gdLst>
            <a:ahLst/>
            <a:cxnLst/>
            <a:rect l="textAreaLeft" t="textAreaTop" r="textAreaRight" b="textAreaBottom"/>
            <a:pathLst>
              <a:path w="198" h="2523">
                <a:moveTo>
                  <a:pt x="99" y="1"/>
                </a:moveTo>
                <a:cubicBezTo>
                  <a:pt x="49" y="1"/>
                  <a:pt x="0" y="42"/>
                  <a:pt x="0" y="124"/>
                </a:cubicBezTo>
                <a:lnTo>
                  <a:pt x="0" y="2424"/>
                </a:lnTo>
                <a:cubicBezTo>
                  <a:pt x="0" y="2490"/>
                  <a:pt x="49" y="2523"/>
                  <a:pt x="99" y="2523"/>
                </a:cubicBezTo>
                <a:cubicBezTo>
                  <a:pt x="148" y="2523"/>
                  <a:pt x="197" y="2490"/>
                  <a:pt x="197" y="2424"/>
                </a:cubicBezTo>
                <a:lnTo>
                  <a:pt x="197" y="124"/>
                </a:lnTo>
                <a:cubicBezTo>
                  <a:pt x="197" y="42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Google Shape;1148;p11"/>
          <p:cNvSpPr/>
          <p:nvPr/>
        </p:nvSpPr>
        <p:spPr>
          <a:xfrm>
            <a:off x="6547680" y="4105800"/>
            <a:ext cx="5760" cy="23760"/>
          </a:xfrm>
          <a:custGeom>
            <a:avLst/>
            <a:gdLst>
              <a:gd name="textAreaLeft" fmla="*/ 0 w 5760"/>
              <a:gd name="textAreaRight" fmla="*/ 6120 w 576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297" h="1137">
                <a:moveTo>
                  <a:pt x="151" y="1"/>
                </a:moveTo>
                <a:cubicBezTo>
                  <a:pt x="114" y="1"/>
                  <a:pt x="90" y="31"/>
                  <a:pt x="66" y="79"/>
                </a:cubicBezTo>
                <a:cubicBezTo>
                  <a:pt x="0" y="408"/>
                  <a:pt x="0" y="736"/>
                  <a:pt x="66" y="1065"/>
                </a:cubicBezTo>
                <a:cubicBezTo>
                  <a:pt x="79" y="1115"/>
                  <a:pt x="115" y="1137"/>
                  <a:pt x="154" y="1137"/>
                </a:cubicBezTo>
                <a:cubicBezTo>
                  <a:pt x="216" y="1137"/>
                  <a:pt x="284" y="1080"/>
                  <a:pt x="263" y="999"/>
                </a:cubicBezTo>
                <a:cubicBezTo>
                  <a:pt x="198" y="703"/>
                  <a:pt x="198" y="408"/>
                  <a:pt x="263" y="145"/>
                </a:cubicBezTo>
                <a:cubicBezTo>
                  <a:pt x="296" y="79"/>
                  <a:pt x="263" y="13"/>
                  <a:pt x="198" y="13"/>
                </a:cubicBezTo>
                <a:cubicBezTo>
                  <a:pt x="180" y="5"/>
                  <a:pt x="165" y="1"/>
                  <a:pt x="15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Google Shape;1149;p11"/>
          <p:cNvSpPr/>
          <p:nvPr/>
        </p:nvSpPr>
        <p:spPr>
          <a:xfrm>
            <a:off x="6559560" y="4102560"/>
            <a:ext cx="5760" cy="20520"/>
          </a:xfrm>
          <a:custGeom>
            <a:avLst/>
            <a:gdLst>
              <a:gd name="textAreaLeft" fmla="*/ 0 w 5760"/>
              <a:gd name="textAreaRight" fmla="*/ 6120 w 576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296" h="986">
                <a:moveTo>
                  <a:pt x="132" y="0"/>
                </a:moveTo>
                <a:cubicBezTo>
                  <a:pt x="99" y="0"/>
                  <a:pt x="33" y="66"/>
                  <a:pt x="33" y="99"/>
                </a:cubicBezTo>
                <a:cubicBezTo>
                  <a:pt x="0" y="362"/>
                  <a:pt x="33" y="657"/>
                  <a:pt x="99" y="920"/>
                </a:cubicBezTo>
                <a:cubicBezTo>
                  <a:pt x="99" y="953"/>
                  <a:pt x="164" y="986"/>
                  <a:pt x="197" y="986"/>
                </a:cubicBezTo>
                <a:cubicBezTo>
                  <a:pt x="263" y="953"/>
                  <a:pt x="296" y="920"/>
                  <a:pt x="296" y="854"/>
                </a:cubicBezTo>
                <a:cubicBezTo>
                  <a:pt x="230" y="592"/>
                  <a:pt x="230" y="362"/>
                  <a:pt x="230" y="99"/>
                </a:cubicBezTo>
                <a:cubicBezTo>
                  <a:pt x="230" y="66"/>
                  <a:pt x="197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6" name="Google Shape;1150;p11"/>
          <p:cNvSpPr/>
          <p:nvPr/>
        </p:nvSpPr>
        <p:spPr>
          <a:xfrm>
            <a:off x="6568560" y="4102560"/>
            <a:ext cx="4680" cy="69120"/>
          </a:xfrm>
          <a:custGeom>
            <a:avLst/>
            <a:gdLst>
              <a:gd name="textAreaLeft" fmla="*/ 0 w 4680"/>
              <a:gd name="textAreaRight" fmla="*/ 5040 w 4680"/>
              <a:gd name="textAreaTop" fmla="*/ 0 h 69120"/>
              <a:gd name="textAreaBottom" fmla="*/ 69480 h 69120"/>
            </a:gdLst>
            <a:ahLst/>
            <a:cxnLst/>
            <a:rect l="textAreaLeft" t="textAreaTop" r="textAreaRight" b="textAreaBottom"/>
            <a:pathLst>
              <a:path w="231" h="3287">
                <a:moveTo>
                  <a:pt x="132" y="0"/>
                </a:moveTo>
                <a:cubicBezTo>
                  <a:pt x="82" y="0"/>
                  <a:pt x="33" y="33"/>
                  <a:pt x="33" y="99"/>
                </a:cubicBezTo>
                <a:cubicBezTo>
                  <a:pt x="0" y="1117"/>
                  <a:pt x="0" y="2169"/>
                  <a:pt x="33" y="3188"/>
                </a:cubicBezTo>
                <a:cubicBezTo>
                  <a:pt x="33" y="3253"/>
                  <a:pt x="82" y="3286"/>
                  <a:pt x="132" y="3286"/>
                </a:cubicBezTo>
                <a:cubicBezTo>
                  <a:pt x="181" y="3286"/>
                  <a:pt x="230" y="3253"/>
                  <a:pt x="230" y="3188"/>
                </a:cubicBezTo>
                <a:cubicBezTo>
                  <a:pt x="197" y="2169"/>
                  <a:pt x="197" y="1150"/>
                  <a:pt x="230" y="99"/>
                </a:cubicBezTo>
                <a:cubicBezTo>
                  <a:pt x="230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560" bIns="34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7" name="Google Shape;1151;p11"/>
          <p:cNvSpPr/>
          <p:nvPr/>
        </p:nvSpPr>
        <p:spPr>
          <a:xfrm>
            <a:off x="6552720" y="3980880"/>
            <a:ext cx="5400" cy="37800"/>
          </a:xfrm>
          <a:custGeom>
            <a:avLst/>
            <a:gdLst>
              <a:gd name="textAreaLeft" fmla="*/ 0 w 5400"/>
              <a:gd name="textAreaRight" fmla="*/ 5760 w 54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80" h="1808">
                <a:moveTo>
                  <a:pt x="165" y="1"/>
                </a:moveTo>
                <a:cubicBezTo>
                  <a:pt x="115" y="1"/>
                  <a:pt x="66" y="33"/>
                  <a:pt x="66" y="99"/>
                </a:cubicBezTo>
                <a:cubicBezTo>
                  <a:pt x="0" y="625"/>
                  <a:pt x="0" y="1184"/>
                  <a:pt x="66" y="1709"/>
                </a:cubicBezTo>
                <a:cubicBezTo>
                  <a:pt x="66" y="1775"/>
                  <a:pt x="124" y="1808"/>
                  <a:pt x="177" y="1808"/>
                </a:cubicBezTo>
                <a:cubicBezTo>
                  <a:pt x="230" y="1808"/>
                  <a:pt x="280" y="1775"/>
                  <a:pt x="263" y="1709"/>
                </a:cubicBezTo>
                <a:cubicBezTo>
                  <a:pt x="198" y="1184"/>
                  <a:pt x="198" y="625"/>
                  <a:pt x="263" y="99"/>
                </a:cubicBezTo>
                <a:cubicBezTo>
                  <a:pt x="263" y="33"/>
                  <a:pt x="214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8" name="Google Shape;1152;p11"/>
          <p:cNvSpPr/>
          <p:nvPr/>
        </p:nvSpPr>
        <p:spPr>
          <a:xfrm>
            <a:off x="6561720" y="4005360"/>
            <a:ext cx="5760" cy="13680"/>
          </a:xfrm>
          <a:custGeom>
            <a:avLst/>
            <a:gdLst>
              <a:gd name="textAreaLeft" fmla="*/ 0 w 5760"/>
              <a:gd name="textAreaRight" fmla="*/ 6120 w 576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297" h="661">
                <a:moveTo>
                  <a:pt x="195" y="1"/>
                </a:moveTo>
                <a:cubicBezTo>
                  <a:pt x="162" y="1"/>
                  <a:pt x="122" y="24"/>
                  <a:pt x="99" y="47"/>
                </a:cubicBezTo>
                <a:cubicBezTo>
                  <a:pt x="1" y="245"/>
                  <a:pt x="1" y="442"/>
                  <a:pt x="99" y="606"/>
                </a:cubicBezTo>
                <a:cubicBezTo>
                  <a:pt x="118" y="645"/>
                  <a:pt x="149" y="660"/>
                  <a:pt x="178" y="660"/>
                </a:cubicBezTo>
                <a:cubicBezTo>
                  <a:pt x="198" y="660"/>
                  <a:pt x="217" y="652"/>
                  <a:pt x="231" y="639"/>
                </a:cubicBezTo>
                <a:cubicBezTo>
                  <a:pt x="296" y="639"/>
                  <a:pt x="296" y="573"/>
                  <a:pt x="264" y="507"/>
                </a:cubicBezTo>
                <a:lnTo>
                  <a:pt x="264" y="475"/>
                </a:lnTo>
                <a:cubicBezTo>
                  <a:pt x="264" y="475"/>
                  <a:pt x="264" y="475"/>
                  <a:pt x="264" y="442"/>
                </a:cubicBezTo>
                <a:cubicBezTo>
                  <a:pt x="264" y="442"/>
                  <a:pt x="264" y="409"/>
                  <a:pt x="264" y="409"/>
                </a:cubicBezTo>
                <a:lnTo>
                  <a:pt x="264" y="376"/>
                </a:lnTo>
                <a:cubicBezTo>
                  <a:pt x="264" y="343"/>
                  <a:pt x="264" y="343"/>
                  <a:pt x="264" y="310"/>
                </a:cubicBezTo>
                <a:cubicBezTo>
                  <a:pt x="264" y="310"/>
                  <a:pt x="264" y="277"/>
                  <a:pt x="264" y="277"/>
                </a:cubicBezTo>
                <a:lnTo>
                  <a:pt x="264" y="245"/>
                </a:lnTo>
                <a:cubicBezTo>
                  <a:pt x="264" y="212"/>
                  <a:pt x="264" y="212"/>
                  <a:pt x="264" y="179"/>
                </a:cubicBezTo>
                <a:lnTo>
                  <a:pt x="264" y="146"/>
                </a:lnTo>
                <a:cubicBezTo>
                  <a:pt x="296" y="113"/>
                  <a:pt x="296" y="47"/>
                  <a:pt x="231" y="15"/>
                </a:cubicBezTo>
                <a:cubicBezTo>
                  <a:pt x="221" y="5"/>
                  <a:pt x="209" y="1"/>
                  <a:pt x="19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9" name="Google Shape;1153;p11"/>
          <p:cNvSpPr/>
          <p:nvPr/>
        </p:nvSpPr>
        <p:spPr>
          <a:xfrm>
            <a:off x="6638400" y="3988440"/>
            <a:ext cx="6120" cy="81000"/>
          </a:xfrm>
          <a:custGeom>
            <a:avLst/>
            <a:gdLst>
              <a:gd name="textAreaLeft" fmla="*/ 0 w 6120"/>
              <a:gd name="textAreaRight" fmla="*/ 6480 w 612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313" h="3845">
                <a:moveTo>
                  <a:pt x="99" y="0"/>
                </a:moveTo>
                <a:cubicBezTo>
                  <a:pt x="50" y="0"/>
                  <a:pt x="0" y="33"/>
                  <a:pt x="0" y="99"/>
                </a:cubicBezTo>
                <a:cubicBezTo>
                  <a:pt x="0" y="1314"/>
                  <a:pt x="33" y="2530"/>
                  <a:pt x="99" y="3746"/>
                </a:cubicBezTo>
                <a:cubicBezTo>
                  <a:pt x="99" y="3812"/>
                  <a:pt x="156" y="3845"/>
                  <a:pt x="210" y="3845"/>
                </a:cubicBezTo>
                <a:cubicBezTo>
                  <a:pt x="263" y="3845"/>
                  <a:pt x="312" y="3812"/>
                  <a:pt x="296" y="3746"/>
                </a:cubicBezTo>
                <a:cubicBezTo>
                  <a:pt x="230" y="2530"/>
                  <a:pt x="197" y="1314"/>
                  <a:pt x="197" y="99"/>
                </a:cubicBez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0" name="Google Shape;1154;p11"/>
          <p:cNvSpPr/>
          <p:nvPr/>
        </p:nvSpPr>
        <p:spPr>
          <a:xfrm>
            <a:off x="6623640" y="4034880"/>
            <a:ext cx="3960" cy="34560"/>
          </a:xfrm>
          <a:custGeom>
            <a:avLst/>
            <a:gdLst>
              <a:gd name="textAreaLeft" fmla="*/ 0 w 3960"/>
              <a:gd name="textAreaRight" fmla="*/ 4320 w 396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98" h="1644">
                <a:moveTo>
                  <a:pt x="99" y="1"/>
                </a:moveTo>
                <a:cubicBezTo>
                  <a:pt x="50" y="1"/>
                  <a:pt x="0" y="34"/>
                  <a:pt x="0" y="99"/>
                </a:cubicBezTo>
                <a:lnTo>
                  <a:pt x="0" y="1545"/>
                </a:lnTo>
                <a:cubicBezTo>
                  <a:pt x="0" y="1611"/>
                  <a:pt x="50" y="1644"/>
                  <a:pt x="99" y="1644"/>
                </a:cubicBezTo>
                <a:cubicBezTo>
                  <a:pt x="148" y="1644"/>
                  <a:pt x="197" y="1611"/>
                  <a:pt x="197" y="1545"/>
                </a:cubicBezTo>
                <a:lnTo>
                  <a:pt x="197" y="99"/>
                </a:lnTo>
                <a:cubicBezTo>
                  <a:pt x="197" y="34"/>
                  <a:pt x="148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1" name="Google Shape;1155;p11"/>
          <p:cNvSpPr/>
          <p:nvPr/>
        </p:nvSpPr>
        <p:spPr>
          <a:xfrm>
            <a:off x="6672960" y="4024080"/>
            <a:ext cx="5400" cy="90000"/>
          </a:xfrm>
          <a:custGeom>
            <a:avLst/>
            <a:gdLst>
              <a:gd name="textAreaLeft" fmla="*/ 0 w 5400"/>
              <a:gd name="textAreaRight" fmla="*/ 5760 w 5400"/>
              <a:gd name="textAreaTop" fmla="*/ 0 h 90000"/>
              <a:gd name="textAreaBottom" fmla="*/ 90360 h 90000"/>
            </a:gdLst>
            <a:ahLst/>
            <a:cxnLst/>
            <a:rect l="textAreaLeft" t="textAreaTop" r="textAreaRight" b="textAreaBottom"/>
            <a:pathLst>
              <a:path w="264" h="4264">
                <a:moveTo>
                  <a:pt x="132" y="0"/>
                </a:moveTo>
                <a:cubicBezTo>
                  <a:pt x="82" y="0"/>
                  <a:pt x="33" y="41"/>
                  <a:pt x="33" y="123"/>
                </a:cubicBezTo>
                <a:cubicBezTo>
                  <a:pt x="0" y="1471"/>
                  <a:pt x="33" y="2818"/>
                  <a:pt x="66" y="4165"/>
                </a:cubicBezTo>
                <a:cubicBezTo>
                  <a:pt x="66" y="4231"/>
                  <a:pt x="115" y="4264"/>
                  <a:pt x="165" y="4264"/>
                </a:cubicBezTo>
                <a:cubicBezTo>
                  <a:pt x="214" y="4264"/>
                  <a:pt x="263" y="4231"/>
                  <a:pt x="263" y="4165"/>
                </a:cubicBezTo>
                <a:cubicBezTo>
                  <a:pt x="230" y="2818"/>
                  <a:pt x="197" y="1471"/>
                  <a:pt x="230" y="123"/>
                </a:cubicBezTo>
                <a:cubicBezTo>
                  <a:pt x="230" y="41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2" name="Google Shape;1156;p11"/>
          <p:cNvSpPr/>
          <p:nvPr/>
        </p:nvSpPr>
        <p:spPr>
          <a:xfrm>
            <a:off x="6343920" y="4176360"/>
            <a:ext cx="10080" cy="119160"/>
          </a:xfrm>
          <a:custGeom>
            <a:avLst/>
            <a:gdLst>
              <a:gd name="textAreaLeft" fmla="*/ 0 w 10080"/>
              <a:gd name="textAreaRight" fmla="*/ 10440 w 10080"/>
              <a:gd name="textAreaTop" fmla="*/ 0 h 119160"/>
              <a:gd name="textAreaBottom" fmla="*/ 119520 h 119160"/>
            </a:gdLst>
            <a:ahLst/>
            <a:cxnLst/>
            <a:rect l="textAreaLeft" t="textAreaTop" r="textAreaRight" b="textAreaBottom"/>
            <a:pathLst>
              <a:path w="494" h="5641">
                <a:moveTo>
                  <a:pt x="417" y="0"/>
                </a:moveTo>
                <a:cubicBezTo>
                  <a:pt x="369" y="0"/>
                  <a:pt x="314" y="34"/>
                  <a:pt x="296" y="87"/>
                </a:cubicBezTo>
                <a:cubicBezTo>
                  <a:pt x="66" y="1894"/>
                  <a:pt x="0" y="3734"/>
                  <a:pt x="99" y="5542"/>
                </a:cubicBezTo>
                <a:cubicBezTo>
                  <a:pt x="99" y="5607"/>
                  <a:pt x="148" y="5640"/>
                  <a:pt x="198" y="5640"/>
                </a:cubicBezTo>
                <a:cubicBezTo>
                  <a:pt x="247" y="5640"/>
                  <a:pt x="296" y="5607"/>
                  <a:pt x="296" y="5542"/>
                </a:cubicBezTo>
                <a:cubicBezTo>
                  <a:pt x="198" y="3734"/>
                  <a:pt x="263" y="1894"/>
                  <a:pt x="493" y="87"/>
                </a:cubicBezTo>
                <a:cubicBezTo>
                  <a:pt x="493" y="26"/>
                  <a:pt x="458" y="0"/>
                  <a:pt x="41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9760" bIns="59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3" name="Google Shape;1157;p11"/>
          <p:cNvSpPr/>
          <p:nvPr/>
        </p:nvSpPr>
        <p:spPr>
          <a:xfrm>
            <a:off x="6369120" y="4249080"/>
            <a:ext cx="7200" cy="33840"/>
          </a:xfrm>
          <a:custGeom>
            <a:avLst/>
            <a:gdLst>
              <a:gd name="textAreaLeft" fmla="*/ 0 w 7200"/>
              <a:gd name="textAreaRight" fmla="*/ 7560 w 720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362" h="1611">
                <a:moveTo>
                  <a:pt x="99" y="1"/>
                </a:moveTo>
                <a:cubicBezTo>
                  <a:pt x="66" y="1"/>
                  <a:pt x="0" y="66"/>
                  <a:pt x="0" y="99"/>
                </a:cubicBezTo>
                <a:lnTo>
                  <a:pt x="165" y="1512"/>
                </a:lnTo>
                <a:cubicBezTo>
                  <a:pt x="165" y="1545"/>
                  <a:pt x="198" y="1578"/>
                  <a:pt x="263" y="1611"/>
                </a:cubicBezTo>
                <a:cubicBezTo>
                  <a:pt x="329" y="1611"/>
                  <a:pt x="362" y="1545"/>
                  <a:pt x="362" y="1512"/>
                </a:cubicBezTo>
                <a:lnTo>
                  <a:pt x="230" y="99"/>
                </a:lnTo>
                <a:cubicBezTo>
                  <a:pt x="230" y="66"/>
                  <a:pt x="165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4" name="Google Shape;1158;p11"/>
          <p:cNvSpPr/>
          <p:nvPr/>
        </p:nvSpPr>
        <p:spPr>
          <a:xfrm>
            <a:off x="6410880" y="4249080"/>
            <a:ext cx="5760" cy="26640"/>
          </a:xfrm>
          <a:custGeom>
            <a:avLst/>
            <a:gdLst>
              <a:gd name="textAreaLeft" fmla="*/ 0 w 5760"/>
              <a:gd name="textAreaRight" fmla="*/ 6120 w 576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297" h="1283">
                <a:moveTo>
                  <a:pt x="198" y="1"/>
                </a:moveTo>
                <a:cubicBezTo>
                  <a:pt x="165" y="1"/>
                  <a:pt x="67" y="1"/>
                  <a:pt x="67" y="66"/>
                </a:cubicBezTo>
                <a:cubicBezTo>
                  <a:pt x="34" y="428"/>
                  <a:pt x="1" y="822"/>
                  <a:pt x="34" y="1184"/>
                </a:cubicBezTo>
                <a:cubicBezTo>
                  <a:pt x="34" y="1249"/>
                  <a:pt x="100" y="1282"/>
                  <a:pt x="132" y="1282"/>
                </a:cubicBezTo>
                <a:cubicBezTo>
                  <a:pt x="198" y="1282"/>
                  <a:pt x="231" y="1249"/>
                  <a:pt x="231" y="1184"/>
                </a:cubicBezTo>
                <a:cubicBezTo>
                  <a:pt x="198" y="822"/>
                  <a:pt x="231" y="461"/>
                  <a:pt x="264" y="132"/>
                </a:cubicBezTo>
                <a:cubicBezTo>
                  <a:pt x="297" y="66"/>
                  <a:pt x="264" y="1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5" name="Google Shape;1159;p11"/>
          <p:cNvSpPr/>
          <p:nvPr/>
        </p:nvSpPr>
        <p:spPr>
          <a:xfrm>
            <a:off x="6426720" y="4218840"/>
            <a:ext cx="8280" cy="50400"/>
          </a:xfrm>
          <a:custGeom>
            <a:avLst/>
            <a:gdLst>
              <a:gd name="textAreaLeft" fmla="*/ 0 w 8280"/>
              <a:gd name="textAreaRight" fmla="*/ 8640 w 82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414" h="2403">
                <a:moveTo>
                  <a:pt x="204" y="1"/>
                </a:moveTo>
                <a:cubicBezTo>
                  <a:pt x="160" y="1"/>
                  <a:pt x="114" y="27"/>
                  <a:pt x="99" y="84"/>
                </a:cubicBezTo>
                <a:cubicBezTo>
                  <a:pt x="1" y="807"/>
                  <a:pt x="34" y="1596"/>
                  <a:pt x="198" y="2319"/>
                </a:cubicBezTo>
                <a:cubicBezTo>
                  <a:pt x="212" y="2376"/>
                  <a:pt x="258" y="2403"/>
                  <a:pt x="303" y="2403"/>
                </a:cubicBezTo>
                <a:cubicBezTo>
                  <a:pt x="359" y="2403"/>
                  <a:pt x="414" y="2360"/>
                  <a:pt x="395" y="2286"/>
                </a:cubicBezTo>
                <a:cubicBezTo>
                  <a:pt x="231" y="1563"/>
                  <a:pt x="198" y="840"/>
                  <a:pt x="297" y="117"/>
                </a:cubicBezTo>
                <a:cubicBezTo>
                  <a:pt x="315" y="43"/>
                  <a:pt x="261" y="1"/>
                  <a:pt x="20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6" name="Google Shape;1160;p11"/>
          <p:cNvSpPr/>
          <p:nvPr/>
        </p:nvSpPr>
        <p:spPr>
          <a:xfrm>
            <a:off x="6302880" y="4192920"/>
            <a:ext cx="5400" cy="30960"/>
          </a:xfrm>
          <a:custGeom>
            <a:avLst/>
            <a:gdLst>
              <a:gd name="textAreaLeft" fmla="*/ 0 w 5400"/>
              <a:gd name="textAreaRight" fmla="*/ 5760 w 540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64" h="1480">
                <a:moveTo>
                  <a:pt x="99" y="1"/>
                </a:moveTo>
                <a:cubicBezTo>
                  <a:pt x="34" y="1"/>
                  <a:pt x="1" y="34"/>
                  <a:pt x="1" y="100"/>
                </a:cubicBezTo>
                <a:cubicBezTo>
                  <a:pt x="34" y="527"/>
                  <a:pt x="66" y="954"/>
                  <a:pt x="34" y="1381"/>
                </a:cubicBezTo>
                <a:cubicBezTo>
                  <a:pt x="34" y="1447"/>
                  <a:pt x="83" y="1480"/>
                  <a:pt x="132" y="1480"/>
                </a:cubicBezTo>
                <a:cubicBezTo>
                  <a:pt x="181" y="1480"/>
                  <a:pt x="231" y="1447"/>
                  <a:pt x="231" y="1381"/>
                </a:cubicBezTo>
                <a:cubicBezTo>
                  <a:pt x="264" y="954"/>
                  <a:pt x="264" y="527"/>
                  <a:pt x="198" y="100"/>
                </a:cubicBezTo>
                <a:cubicBezTo>
                  <a:pt x="198" y="34"/>
                  <a:pt x="132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7" name="Google Shape;1161;p11"/>
          <p:cNvSpPr/>
          <p:nvPr/>
        </p:nvSpPr>
        <p:spPr>
          <a:xfrm>
            <a:off x="6302160" y="4250520"/>
            <a:ext cx="5760" cy="48960"/>
          </a:xfrm>
          <a:custGeom>
            <a:avLst/>
            <a:gdLst>
              <a:gd name="textAreaLeft" fmla="*/ 0 w 5760"/>
              <a:gd name="textAreaRight" fmla="*/ 6120 w 5760"/>
              <a:gd name="textAreaTop" fmla="*/ 0 h 48960"/>
              <a:gd name="textAreaBottom" fmla="*/ 49320 h 48960"/>
            </a:gdLst>
            <a:ahLst/>
            <a:cxnLst/>
            <a:rect l="textAreaLeft" t="textAreaTop" r="textAreaRight" b="textAreaBottom"/>
            <a:pathLst>
              <a:path w="281" h="2334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1" y="822"/>
                  <a:pt x="1" y="1545"/>
                  <a:pt x="67" y="2235"/>
                </a:cubicBezTo>
                <a:cubicBezTo>
                  <a:pt x="67" y="2301"/>
                  <a:pt x="124" y="2333"/>
                  <a:pt x="177" y="2333"/>
                </a:cubicBezTo>
                <a:cubicBezTo>
                  <a:pt x="231" y="2333"/>
                  <a:pt x="280" y="2301"/>
                  <a:pt x="264" y="2235"/>
                </a:cubicBezTo>
                <a:cubicBezTo>
                  <a:pt x="231" y="1545"/>
                  <a:pt x="198" y="822"/>
                  <a:pt x="231" y="99"/>
                </a:cubicBezTo>
                <a:cubicBezTo>
                  <a:pt x="231" y="33"/>
                  <a:pt x="182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8" name="Google Shape;1162;p11"/>
          <p:cNvSpPr/>
          <p:nvPr/>
        </p:nvSpPr>
        <p:spPr>
          <a:xfrm>
            <a:off x="6325200" y="4171320"/>
            <a:ext cx="6480" cy="46800"/>
          </a:xfrm>
          <a:custGeom>
            <a:avLst/>
            <a:gdLst>
              <a:gd name="textAreaLeft" fmla="*/ 0 w 6480"/>
              <a:gd name="textAreaRight" fmla="*/ 6840 w 6480"/>
              <a:gd name="textAreaTop" fmla="*/ 0 h 46800"/>
              <a:gd name="textAreaBottom" fmla="*/ 47160 h 46800"/>
            </a:gdLst>
            <a:ahLst/>
            <a:cxnLst/>
            <a:rect l="textAreaLeft" t="textAreaTop" r="textAreaRight" b="textAreaBottom"/>
            <a:pathLst>
              <a:path w="329" h="2235">
                <a:moveTo>
                  <a:pt x="230" y="0"/>
                </a:moveTo>
                <a:cubicBezTo>
                  <a:pt x="181" y="0"/>
                  <a:pt x="132" y="33"/>
                  <a:pt x="132" y="99"/>
                </a:cubicBezTo>
                <a:cubicBezTo>
                  <a:pt x="33" y="756"/>
                  <a:pt x="0" y="1446"/>
                  <a:pt x="33" y="2136"/>
                </a:cubicBezTo>
                <a:cubicBezTo>
                  <a:pt x="33" y="2202"/>
                  <a:pt x="82" y="2235"/>
                  <a:pt x="132" y="2235"/>
                </a:cubicBezTo>
                <a:cubicBezTo>
                  <a:pt x="181" y="2235"/>
                  <a:pt x="230" y="2202"/>
                  <a:pt x="230" y="2136"/>
                </a:cubicBezTo>
                <a:cubicBezTo>
                  <a:pt x="197" y="1446"/>
                  <a:pt x="230" y="756"/>
                  <a:pt x="329" y="99"/>
                </a:cubicBezTo>
                <a:cubicBezTo>
                  <a:pt x="329" y="33"/>
                  <a:pt x="280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9" name="Google Shape;1163;p11"/>
          <p:cNvSpPr/>
          <p:nvPr/>
        </p:nvSpPr>
        <p:spPr>
          <a:xfrm>
            <a:off x="6307920" y="4014720"/>
            <a:ext cx="6480" cy="72000"/>
          </a:xfrm>
          <a:custGeom>
            <a:avLst/>
            <a:gdLst>
              <a:gd name="textAreaLeft" fmla="*/ 0 w 6480"/>
              <a:gd name="textAreaRight" fmla="*/ 6840 w 6480"/>
              <a:gd name="textAreaTop" fmla="*/ 0 h 72000"/>
              <a:gd name="textAreaBottom" fmla="*/ 72360 h 72000"/>
            </a:gdLst>
            <a:ahLst/>
            <a:cxnLst/>
            <a:rect l="textAreaLeft" t="textAreaTop" r="textAreaRight" b="textAreaBottom"/>
            <a:pathLst>
              <a:path w="330" h="3419">
                <a:moveTo>
                  <a:pt x="231" y="1"/>
                </a:moveTo>
                <a:cubicBezTo>
                  <a:pt x="181" y="1"/>
                  <a:pt x="132" y="34"/>
                  <a:pt x="132" y="99"/>
                </a:cubicBezTo>
                <a:cubicBezTo>
                  <a:pt x="66" y="1151"/>
                  <a:pt x="34" y="2235"/>
                  <a:pt x="1" y="3320"/>
                </a:cubicBezTo>
                <a:cubicBezTo>
                  <a:pt x="1" y="3385"/>
                  <a:pt x="58" y="3418"/>
                  <a:pt x="116" y="3418"/>
                </a:cubicBezTo>
                <a:cubicBezTo>
                  <a:pt x="173" y="3418"/>
                  <a:pt x="231" y="3385"/>
                  <a:pt x="231" y="3320"/>
                </a:cubicBezTo>
                <a:cubicBezTo>
                  <a:pt x="264" y="2235"/>
                  <a:pt x="296" y="1151"/>
                  <a:pt x="329" y="99"/>
                </a:cubicBezTo>
                <a:cubicBezTo>
                  <a:pt x="329" y="34"/>
                  <a:pt x="280" y="1"/>
                  <a:pt x="2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0" bIns="36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0" name="Google Shape;1164;p11"/>
          <p:cNvSpPr/>
          <p:nvPr/>
        </p:nvSpPr>
        <p:spPr>
          <a:xfrm>
            <a:off x="6441120" y="4111560"/>
            <a:ext cx="5400" cy="64440"/>
          </a:xfrm>
          <a:custGeom>
            <a:avLst/>
            <a:gdLst>
              <a:gd name="textAreaLeft" fmla="*/ 0 w 5400"/>
              <a:gd name="textAreaRight" fmla="*/ 5760 w 5400"/>
              <a:gd name="textAreaTop" fmla="*/ 0 h 64440"/>
              <a:gd name="textAreaBottom" fmla="*/ 64800 h 64440"/>
            </a:gdLst>
            <a:ahLst/>
            <a:cxnLst/>
            <a:rect l="textAreaLeft" t="textAreaTop" r="textAreaRight" b="textAreaBottom"/>
            <a:pathLst>
              <a:path w="280" h="3057">
                <a:moveTo>
                  <a:pt x="103" y="0"/>
                </a:moveTo>
                <a:cubicBezTo>
                  <a:pt x="50" y="0"/>
                  <a:pt x="0" y="33"/>
                  <a:pt x="17" y="99"/>
                </a:cubicBezTo>
                <a:cubicBezTo>
                  <a:pt x="17" y="1052"/>
                  <a:pt x="50" y="2005"/>
                  <a:pt x="83" y="2958"/>
                </a:cubicBezTo>
                <a:cubicBezTo>
                  <a:pt x="83" y="3023"/>
                  <a:pt x="132" y="3056"/>
                  <a:pt x="181" y="3056"/>
                </a:cubicBezTo>
                <a:cubicBezTo>
                  <a:pt x="230" y="3056"/>
                  <a:pt x="280" y="3023"/>
                  <a:pt x="280" y="2958"/>
                </a:cubicBezTo>
                <a:cubicBezTo>
                  <a:pt x="247" y="2005"/>
                  <a:pt x="247" y="1052"/>
                  <a:pt x="214" y="99"/>
                </a:cubicBezTo>
                <a:cubicBezTo>
                  <a:pt x="214" y="33"/>
                  <a:pt x="157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0" bIns="32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1" name="Google Shape;1165;p11"/>
          <p:cNvSpPr/>
          <p:nvPr/>
        </p:nvSpPr>
        <p:spPr>
          <a:xfrm>
            <a:off x="6432480" y="4110120"/>
            <a:ext cx="3960" cy="39960"/>
          </a:xfrm>
          <a:custGeom>
            <a:avLst/>
            <a:gdLst>
              <a:gd name="textAreaLeft" fmla="*/ 0 w 3960"/>
              <a:gd name="textAreaRight" fmla="*/ 4320 w 3960"/>
              <a:gd name="textAreaTop" fmla="*/ 0 h 39960"/>
              <a:gd name="textAreaBottom" fmla="*/ 40320 h 39960"/>
            </a:gdLst>
            <a:ahLst/>
            <a:cxnLst/>
            <a:rect l="textAreaLeft" t="textAreaTop" r="textAreaRight" b="textAreaBottom"/>
            <a:pathLst>
              <a:path w="198" h="1907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lnTo>
                  <a:pt x="1" y="1808"/>
                </a:lnTo>
                <a:cubicBezTo>
                  <a:pt x="1" y="1874"/>
                  <a:pt x="50" y="1906"/>
                  <a:pt x="99" y="1906"/>
                </a:cubicBezTo>
                <a:cubicBezTo>
                  <a:pt x="149" y="1906"/>
                  <a:pt x="198" y="1874"/>
                  <a:pt x="198" y="1808"/>
                </a:cubicBezTo>
                <a:lnTo>
                  <a:pt x="198" y="99"/>
                </a:lnTo>
                <a:cubicBezTo>
                  <a:pt x="198" y="33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2" name="Google Shape;1166;p11"/>
          <p:cNvSpPr/>
          <p:nvPr/>
        </p:nvSpPr>
        <p:spPr>
          <a:xfrm>
            <a:off x="6147360" y="4101840"/>
            <a:ext cx="6480" cy="45000"/>
          </a:xfrm>
          <a:custGeom>
            <a:avLst/>
            <a:gdLst>
              <a:gd name="textAreaLeft" fmla="*/ 0 w 6480"/>
              <a:gd name="textAreaRight" fmla="*/ 6840 w 648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330" h="2137">
                <a:moveTo>
                  <a:pt x="231" y="0"/>
                </a:moveTo>
                <a:cubicBezTo>
                  <a:pt x="182" y="0"/>
                  <a:pt x="132" y="33"/>
                  <a:pt x="132" y="99"/>
                </a:cubicBezTo>
                <a:cubicBezTo>
                  <a:pt x="100" y="723"/>
                  <a:pt x="34" y="1380"/>
                  <a:pt x="1" y="2038"/>
                </a:cubicBezTo>
                <a:cubicBezTo>
                  <a:pt x="1" y="2103"/>
                  <a:pt x="50" y="2136"/>
                  <a:pt x="100" y="2136"/>
                </a:cubicBezTo>
                <a:cubicBezTo>
                  <a:pt x="149" y="2136"/>
                  <a:pt x="198" y="2103"/>
                  <a:pt x="198" y="2038"/>
                </a:cubicBezTo>
                <a:cubicBezTo>
                  <a:pt x="264" y="1380"/>
                  <a:pt x="297" y="723"/>
                  <a:pt x="330" y="99"/>
                </a:cubicBezTo>
                <a:cubicBezTo>
                  <a:pt x="330" y="33"/>
                  <a:pt x="280" y="0"/>
                  <a:pt x="2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3" name="Google Shape;1167;p11"/>
          <p:cNvSpPr/>
          <p:nvPr/>
        </p:nvSpPr>
        <p:spPr>
          <a:xfrm>
            <a:off x="6158520" y="4104360"/>
            <a:ext cx="6480" cy="33840"/>
          </a:xfrm>
          <a:custGeom>
            <a:avLst/>
            <a:gdLst>
              <a:gd name="textAreaLeft" fmla="*/ 0 w 6480"/>
              <a:gd name="textAreaRight" fmla="*/ 6840 w 648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330" h="1611">
                <a:moveTo>
                  <a:pt x="231" y="1"/>
                </a:moveTo>
                <a:cubicBezTo>
                  <a:pt x="181" y="1"/>
                  <a:pt x="132" y="34"/>
                  <a:pt x="132" y="99"/>
                </a:cubicBezTo>
                <a:cubicBezTo>
                  <a:pt x="99" y="559"/>
                  <a:pt x="66" y="1052"/>
                  <a:pt x="1" y="1512"/>
                </a:cubicBezTo>
                <a:cubicBezTo>
                  <a:pt x="1" y="1578"/>
                  <a:pt x="50" y="1611"/>
                  <a:pt x="103" y="1611"/>
                </a:cubicBezTo>
                <a:cubicBezTo>
                  <a:pt x="157" y="1611"/>
                  <a:pt x="214" y="1578"/>
                  <a:pt x="231" y="1512"/>
                </a:cubicBezTo>
                <a:cubicBezTo>
                  <a:pt x="264" y="1052"/>
                  <a:pt x="296" y="559"/>
                  <a:pt x="329" y="99"/>
                </a:cubicBezTo>
                <a:cubicBezTo>
                  <a:pt x="329" y="34"/>
                  <a:pt x="280" y="1"/>
                  <a:pt x="2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4" name="Google Shape;1168;p11"/>
          <p:cNvSpPr/>
          <p:nvPr/>
        </p:nvSpPr>
        <p:spPr>
          <a:xfrm>
            <a:off x="6158880" y="3980160"/>
            <a:ext cx="6480" cy="54720"/>
          </a:xfrm>
          <a:custGeom>
            <a:avLst/>
            <a:gdLst>
              <a:gd name="textAreaLeft" fmla="*/ 0 w 6480"/>
              <a:gd name="textAreaRight" fmla="*/ 6840 w 648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330" h="2597">
                <a:moveTo>
                  <a:pt x="231" y="1"/>
                </a:moveTo>
                <a:cubicBezTo>
                  <a:pt x="181" y="1"/>
                  <a:pt x="132" y="34"/>
                  <a:pt x="132" y="99"/>
                </a:cubicBezTo>
                <a:cubicBezTo>
                  <a:pt x="33" y="888"/>
                  <a:pt x="1" y="1709"/>
                  <a:pt x="33" y="2498"/>
                </a:cubicBezTo>
                <a:cubicBezTo>
                  <a:pt x="33" y="2564"/>
                  <a:pt x="91" y="2597"/>
                  <a:pt x="148" y="2597"/>
                </a:cubicBezTo>
                <a:cubicBezTo>
                  <a:pt x="206" y="2597"/>
                  <a:pt x="263" y="2564"/>
                  <a:pt x="263" y="2498"/>
                </a:cubicBezTo>
                <a:cubicBezTo>
                  <a:pt x="198" y="1709"/>
                  <a:pt x="231" y="888"/>
                  <a:pt x="329" y="99"/>
                </a:cubicBezTo>
                <a:cubicBezTo>
                  <a:pt x="329" y="34"/>
                  <a:pt x="280" y="1"/>
                  <a:pt x="2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5" name="Google Shape;1169;p11"/>
          <p:cNvSpPr/>
          <p:nvPr/>
        </p:nvSpPr>
        <p:spPr>
          <a:xfrm>
            <a:off x="6152040" y="4001760"/>
            <a:ext cx="3960" cy="24840"/>
          </a:xfrm>
          <a:custGeom>
            <a:avLst/>
            <a:gdLst>
              <a:gd name="textAreaLeft" fmla="*/ 0 w 3960"/>
              <a:gd name="textAreaRight" fmla="*/ 4320 w 396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198" h="1184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lnTo>
                  <a:pt x="0" y="1085"/>
                </a:lnTo>
                <a:cubicBezTo>
                  <a:pt x="0" y="1150"/>
                  <a:pt x="49" y="1183"/>
                  <a:pt x="99" y="1183"/>
                </a:cubicBezTo>
                <a:cubicBezTo>
                  <a:pt x="148" y="1183"/>
                  <a:pt x="197" y="1150"/>
                  <a:pt x="197" y="1085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6" name="Google Shape;1170;p11"/>
          <p:cNvSpPr/>
          <p:nvPr/>
        </p:nvSpPr>
        <p:spPr>
          <a:xfrm>
            <a:off x="6216120" y="3982680"/>
            <a:ext cx="3960" cy="47520"/>
          </a:xfrm>
          <a:custGeom>
            <a:avLst/>
            <a:gdLst>
              <a:gd name="textAreaLeft" fmla="*/ 0 w 3960"/>
              <a:gd name="textAreaRight" fmla="*/ 4320 w 3960"/>
              <a:gd name="textAreaTop" fmla="*/ 0 h 47520"/>
              <a:gd name="textAreaBottom" fmla="*/ 47880 h 47520"/>
            </a:gdLst>
            <a:ahLst/>
            <a:cxnLst/>
            <a:rect l="textAreaLeft" t="textAreaTop" r="textAreaRight" b="textAreaBottom"/>
            <a:pathLst>
              <a:path w="198" h="2268">
                <a:moveTo>
                  <a:pt x="99" y="0"/>
                </a:moveTo>
                <a:cubicBezTo>
                  <a:pt x="49" y="0"/>
                  <a:pt x="0" y="33"/>
                  <a:pt x="0" y="99"/>
                </a:cubicBezTo>
                <a:lnTo>
                  <a:pt x="0" y="2169"/>
                </a:lnTo>
                <a:cubicBezTo>
                  <a:pt x="0" y="2235"/>
                  <a:pt x="49" y="2268"/>
                  <a:pt x="99" y="2268"/>
                </a:cubicBezTo>
                <a:cubicBezTo>
                  <a:pt x="148" y="2268"/>
                  <a:pt x="197" y="2235"/>
                  <a:pt x="197" y="2169"/>
                </a:cubicBezTo>
                <a:lnTo>
                  <a:pt x="197" y="99"/>
                </a:lnTo>
                <a:cubicBezTo>
                  <a:pt x="197" y="33"/>
                  <a:pt x="148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760" bIns="23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7" name="Google Shape;1171;p11"/>
          <p:cNvSpPr/>
          <p:nvPr/>
        </p:nvSpPr>
        <p:spPr>
          <a:xfrm>
            <a:off x="6222240" y="4229640"/>
            <a:ext cx="11160" cy="68400"/>
          </a:xfrm>
          <a:custGeom>
            <a:avLst/>
            <a:gdLst>
              <a:gd name="textAreaLeft" fmla="*/ 0 w 11160"/>
              <a:gd name="textAreaRight" fmla="*/ 11520 w 11160"/>
              <a:gd name="textAreaTop" fmla="*/ 0 h 68400"/>
              <a:gd name="textAreaBottom" fmla="*/ 68760 h 68400"/>
            </a:gdLst>
            <a:ahLst/>
            <a:cxnLst/>
            <a:rect l="textAreaLeft" t="textAreaTop" r="textAreaRight" b="textAreaBottom"/>
            <a:pathLst>
              <a:path w="547" h="3243">
                <a:moveTo>
                  <a:pt x="99" y="1"/>
                </a:moveTo>
                <a:cubicBezTo>
                  <a:pt x="50" y="1"/>
                  <a:pt x="1" y="33"/>
                  <a:pt x="1" y="99"/>
                </a:cubicBezTo>
                <a:lnTo>
                  <a:pt x="165" y="2071"/>
                </a:lnTo>
                <a:cubicBezTo>
                  <a:pt x="165" y="2366"/>
                  <a:pt x="198" y="2695"/>
                  <a:pt x="231" y="3024"/>
                </a:cubicBezTo>
                <a:cubicBezTo>
                  <a:pt x="231" y="3089"/>
                  <a:pt x="264" y="3188"/>
                  <a:pt x="329" y="3221"/>
                </a:cubicBezTo>
                <a:cubicBezTo>
                  <a:pt x="357" y="3234"/>
                  <a:pt x="390" y="3242"/>
                  <a:pt x="421" y="3242"/>
                </a:cubicBezTo>
                <a:cubicBezTo>
                  <a:pt x="466" y="3242"/>
                  <a:pt x="507" y="3226"/>
                  <a:pt x="527" y="3188"/>
                </a:cubicBezTo>
                <a:cubicBezTo>
                  <a:pt x="547" y="3107"/>
                  <a:pt x="492" y="3039"/>
                  <a:pt x="432" y="3021"/>
                </a:cubicBezTo>
                <a:lnTo>
                  <a:pt x="432" y="3021"/>
                </a:lnTo>
                <a:cubicBezTo>
                  <a:pt x="395" y="2939"/>
                  <a:pt x="395" y="2749"/>
                  <a:pt x="395" y="2695"/>
                </a:cubicBezTo>
                <a:lnTo>
                  <a:pt x="395" y="2334"/>
                </a:lnTo>
                <a:lnTo>
                  <a:pt x="329" y="1578"/>
                </a:lnTo>
                <a:lnTo>
                  <a:pt x="198" y="99"/>
                </a:lnTo>
                <a:cubicBezTo>
                  <a:pt x="198" y="33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8" name="Google Shape;1172;p11"/>
          <p:cNvSpPr/>
          <p:nvPr/>
        </p:nvSpPr>
        <p:spPr>
          <a:xfrm>
            <a:off x="6206400" y="4236120"/>
            <a:ext cx="4680" cy="60840"/>
          </a:xfrm>
          <a:custGeom>
            <a:avLst/>
            <a:gdLst>
              <a:gd name="textAreaLeft" fmla="*/ 0 w 4680"/>
              <a:gd name="textAreaRight" fmla="*/ 5040 w 4680"/>
              <a:gd name="textAreaTop" fmla="*/ 0 h 60840"/>
              <a:gd name="textAreaBottom" fmla="*/ 61200 h 60840"/>
            </a:gdLst>
            <a:ahLst/>
            <a:cxnLst/>
            <a:rect l="textAreaLeft" t="textAreaTop" r="textAreaRight" b="textAreaBottom"/>
            <a:pathLst>
              <a:path w="231" h="2892">
                <a:moveTo>
                  <a:pt x="115" y="0"/>
                </a:moveTo>
                <a:cubicBezTo>
                  <a:pt x="58" y="0"/>
                  <a:pt x="0" y="33"/>
                  <a:pt x="0" y="99"/>
                </a:cubicBezTo>
                <a:cubicBezTo>
                  <a:pt x="0" y="1019"/>
                  <a:pt x="0" y="1906"/>
                  <a:pt x="0" y="2793"/>
                </a:cubicBezTo>
                <a:cubicBezTo>
                  <a:pt x="0" y="2859"/>
                  <a:pt x="58" y="2892"/>
                  <a:pt x="115" y="2892"/>
                </a:cubicBezTo>
                <a:cubicBezTo>
                  <a:pt x="173" y="2892"/>
                  <a:pt x="230" y="2859"/>
                  <a:pt x="230" y="2793"/>
                </a:cubicBezTo>
                <a:cubicBezTo>
                  <a:pt x="197" y="1906"/>
                  <a:pt x="164" y="1019"/>
                  <a:pt x="230" y="99"/>
                </a:cubicBezTo>
                <a:cubicBezTo>
                  <a:pt x="230" y="33"/>
                  <a:pt x="173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600" bIns="30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9" name="Google Shape;1173;p11"/>
          <p:cNvSpPr/>
          <p:nvPr/>
        </p:nvSpPr>
        <p:spPr>
          <a:xfrm>
            <a:off x="6186240" y="4249080"/>
            <a:ext cx="5760" cy="33120"/>
          </a:xfrm>
          <a:custGeom>
            <a:avLst/>
            <a:gdLst>
              <a:gd name="textAreaLeft" fmla="*/ 0 w 5760"/>
              <a:gd name="textAreaRight" fmla="*/ 6120 w 57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296" h="1586">
                <a:moveTo>
                  <a:pt x="197" y="1"/>
                </a:moveTo>
                <a:cubicBezTo>
                  <a:pt x="132" y="1"/>
                  <a:pt x="99" y="34"/>
                  <a:pt x="66" y="66"/>
                </a:cubicBezTo>
                <a:cubicBezTo>
                  <a:pt x="0" y="559"/>
                  <a:pt x="0" y="1052"/>
                  <a:pt x="66" y="1512"/>
                </a:cubicBezTo>
                <a:cubicBezTo>
                  <a:pt x="79" y="1565"/>
                  <a:pt x="118" y="1586"/>
                  <a:pt x="159" y="1586"/>
                </a:cubicBezTo>
                <a:cubicBezTo>
                  <a:pt x="220" y="1586"/>
                  <a:pt x="283" y="1539"/>
                  <a:pt x="263" y="1479"/>
                </a:cubicBezTo>
                <a:cubicBezTo>
                  <a:pt x="197" y="1019"/>
                  <a:pt x="197" y="559"/>
                  <a:pt x="263" y="132"/>
                </a:cubicBezTo>
                <a:cubicBezTo>
                  <a:pt x="296" y="66"/>
                  <a:pt x="263" y="34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0" name="Google Shape;1174;p11"/>
          <p:cNvSpPr/>
          <p:nvPr/>
        </p:nvSpPr>
        <p:spPr>
          <a:xfrm>
            <a:off x="6185520" y="4166280"/>
            <a:ext cx="5400" cy="57240"/>
          </a:xfrm>
          <a:custGeom>
            <a:avLst/>
            <a:gdLst>
              <a:gd name="textAreaLeft" fmla="*/ 0 w 5400"/>
              <a:gd name="textAreaRight" fmla="*/ 5760 w 5400"/>
              <a:gd name="textAreaTop" fmla="*/ 0 h 57240"/>
              <a:gd name="textAreaBottom" fmla="*/ 57600 h 57240"/>
            </a:gdLst>
            <a:ahLst/>
            <a:cxnLst/>
            <a:rect l="textAreaLeft" t="textAreaTop" r="textAreaRight" b="textAreaBottom"/>
            <a:pathLst>
              <a:path w="264" h="2728">
                <a:moveTo>
                  <a:pt x="160" y="0"/>
                </a:moveTo>
                <a:cubicBezTo>
                  <a:pt x="107" y="0"/>
                  <a:pt x="50" y="33"/>
                  <a:pt x="33" y="99"/>
                </a:cubicBezTo>
                <a:cubicBezTo>
                  <a:pt x="33" y="953"/>
                  <a:pt x="0" y="1775"/>
                  <a:pt x="0" y="2629"/>
                </a:cubicBezTo>
                <a:cubicBezTo>
                  <a:pt x="0" y="2695"/>
                  <a:pt x="50" y="2728"/>
                  <a:pt x="99" y="2728"/>
                </a:cubicBezTo>
                <a:cubicBezTo>
                  <a:pt x="148" y="2728"/>
                  <a:pt x="197" y="2695"/>
                  <a:pt x="197" y="2629"/>
                </a:cubicBezTo>
                <a:cubicBezTo>
                  <a:pt x="230" y="1775"/>
                  <a:pt x="230" y="953"/>
                  <a:pt x="263" y="99"/>
                </a:cubicBezTo>
                <a:cubicBezTo>
                  <a:pt x="263" y="33"/>
                  <a:pt x="214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0" bIns="28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1" name="Google Shape;1175;p11"/>
          <p:cNvSpPr/>
          <p:nvPr/>
        </p:nvSpPr>
        <p:spPr>
          <a:xfrm>
            <a:off x="6171480" y="4215600"/>
            <a:ext cx="7200" cy="54000"/>
          </a:xfrm>
          <a:custGeom>
            <a:avLst/>
            <a:gdLst>
              <a:gd name="textAreaLeft" fmla="*/ 0 w 7200"/>
              <a:gd name="textAreaRight" fmla="*/ 7560 w 720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349" h="2562">
                <a:moveTo>
                  <a:pt x="219" y="0"/>
                </a:moveTo>
                <a:cubicBezTo>
                  <a:pt x="181" y="0"/>
                  <a:pt x="144" y="22"/>
                  <a:pt x="132" y="72"/>
                </a:cubicBezTo>
                <a:cubicBezTo>
                  <a:pt x="0" y="861"/>
                  <a:pt x="0" y="1682"/>
                  <a:pt x="132" y="2504"/>
                </a:cubicBezTo>
                <a:cubicBezTo>
                  <a:pt x="144" y="2543"/>
                  <a:pt x="183" y="2561"/>
                  <a:pt x="223" y="2561"/>
                </a:cubicBezTo>
                <a:cubicBezTo>
                  <a:pt x="284" y="2561"/>
                  <a:pt x="349" y="2518"/>
                  <a:pt x="329" y="2438"/>
                </a:cubicBezTo>
                <a:cubicBezTo>
                  <a:pt x="197" y="1649"/>
                  <a:pt x="197" y="894"/>
                  <a:pt x="329" y="138"/>
                </a:cubicBezTo>
                <a:cubicBezTo>
                  <a:pt x="349" y="57"/>
                  <a:pt x="281" y="0"/>
                  <a:pt x="21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2" name="Google Shape;1176;p11"/>
          <p:cNvSpPr/>
          <p:nvPr/>
        </p:nvSpPr>
        <p:spPr>
          <a:xfrm>
            <a:off x="6143760" y="4155840"/>
            <a:ext cx="5400" cy="48240"/>
          </a:xfrm>
          <a:custGeom>
            <a:avLst/>
            <a:gdLst>
              <a:gd name="textAreaLeft" fmla="*/ 0 w 5400"/>
              <a:gd name="textAreaRight" fmla="*/ 5760 w 540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264" h="2301">
                <a:moveTo>
                  <a:pt x="132" y="0"/>
                </a:moveTo>
                <a:cubicBezTo>
                  <a:pt x="83" y="0"/>
                  <a:pt x="34" y="33"/>
                  <a:pt x="34" y="99"/>
                </a:cubicBezTo>
                <a:cubicBezTo>
                  <a:pt x="1" y="789"/>
                  <a:pt x="34" y="1512"/>
                  <a:pt x="34" y="2202"/>
                </a:cubicBezTo>
                <a:cubicBezTo>
                  <a:pt x="34" y="2268"/>
                  <a:pt x="91" y="2301"/>
                  <a:pt x="149" y="2301"/>
                </a:cubicBezTo>
                <a:cubicBezTo>
                  <a:pt x="206" y="2301"/>
                  <a:pt x="264" y="2268"/>
                  <a:pt x="264" y="2202"/>
                </a:cubicBezTo>
                <a:cubicBezTo>
                  <a:pt x="231" y="1512"/>
                  <a:pt x="198" y="789"/>
                  <a:pt x="231" y="99"/>
                </a:cubicBezTo>
                <a:cubicBezTo>
                  <a:pt x="231" y="33"/>
                  <a:pt x="181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3" name="Google Shape;1177;p11"/>
          <p:cNvSpPr/>
          <p:nvPr/>
        </p:nvSpPr>
        <p:spPr>
          <a:xfrm>
            <a:off x="4806000" y="3931200"/>
            <a:ext cx="46080" cy="64080"/>
          </a:xfrm>
          <a:custGeom>
            <a:avLst/>
            <a:gdLst>
              <a:gd name="textAreaLeft" fmla="*/ 0 w 46080"/>
              <a:gd name="textAreaRight" fmla="*/ 46440 w 46080"/>
              <a:gd name="textAreaTop" fmla="*/ 0 h 64080"/>
              <a:gd name="textAreaBottom" fmla="*/ 64440 h 64080"/>
            </a:gdLst>
            <a:ahLst/>
            <a:cxnLst/>
            <a:rect l="textAreaLeft" t="textAreaTop" r="textAreaRight" b="textAreaBottom"/>
            <a:pathLst>
              <a:path w="2199" h="3037">
                <a:moveTo>
                  <a:pt x="122" y="1"/>
                </a:moveTo>
                <a:cubicBezTo>
                  <a:pt x="59" y="1"/>
                  <a:pt x="1" y="59"/>
                  <a:pt x="44" y="147"/>
                </a:cubicBezTo>
                <a:cubicBezTo>
                  <a:pt x="603" y="1133"/>
                  <a:pt x="1260" y="2086"/>
                  <a:pt x="1983" y="3006"/>
                </a:cubicBezTo>
                <a:cubicBezTo>
                  <a:pt x="2005" y="3027"/>
                  <a:pt x="2027" y="3036"/>
                  <a:pt x="2050" y="3036"/>
                </a:cubicBezTo>
                <a:cubicBezTo>
                  <a:pt x="2129" y="3036"/>
                  <a:pt x="2199" y="2919"/>
                  <a:pt x="2147" y="2841"/>
                </a:cubicBezTo>
                <a:cubicBezTo>
                  <a:pt x="1425" y="1954"/>
                  <a:pt x="767" y="1034"/>
                  <a:pt x="209" y="48"/>
                </a:cubicBezTo>
                <a:cubicBezTo>
                  <a:pt x="187" y="15"/>
                  <a:pt x="154" y="1"/>
                  <a:pt x="1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4" name="Google Shape;1178;p11"/>
          <p:cNvSpPr/>
          <p:nvPr/>
        </p:nvSpPr>
        <p:spPr>
          <a:xfrm>
            <a:off x="4831560" y="3944520"/>
            <a:ext cx="36000" cy="56520"/>
          </a:xfrm>
          <a:custGeom>
            <a:avLst/>
            <a:gdLst>
              <a:gd name="textAreaLeft" fmla="*/ 0 w 36000"/>
              <a:gd name="textAreaRight" fmla="*/ 36360 w 36000"/>
              <a:gd name="textAreaTop" fmla="*/ 0 h 56520"/>
              <a:gd name="textAreaBottom" fmla="*/ 56880 h 56520"/>
            </a:gdLst>
            <a:ahLst/>
            <a:cxnLst/>
            <a:rect l="textAreaLeft" t="textAreaTop" r="textAreaRight" b="textAreaBottom"/>
            <a:pathLst>
              <a:path w="1723" h="2685">
                <a:moveTo>
                  <a:pt x="134" y="1"/>
                </a:moveTo>
                <a:cubicBezTo>
                  <a:pt x="62" y="1"/>
                  <a:pt x="1" y="78"/>
                  <a:pt x="24" y="172"/>
                </a:cubicBezTo>
                <a:lnTo>
                  <a:pt x="1503" y="2637"/>
                </a:lnTo>
                <a:cubicBezTo>
                  <a:pt x="1525" y="2670"/>
                  <a:pt x="1558" y="2684"/>
                  <a:pt x="1591" y="2684"/>
                </a:cubicBezTo>
                <a:cubicBezTo>
                  <a:pt x="1656" y="2684"/>
                  <a:pt x="1722" y="2626"/>
                  <a:pt x="1700" y="2538"/>
                </a:cubicBezTo>
                <a:lnTo>
                  <a:pt x="222" y="41"/>
                </a:lnTo>
                <a:cubicBezTo>
                  <a:pt x="194" y="13"/>
                  <a:pt x="163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5" name="Google Shape;1179;p11"/>
          <p:cNvSpPr/>
          <p:nvPr/>
        </p:nvSpPr>
        <p:spPr>
          <a:xfrm>
            <a:off x="4849200" y="3950280"/>
            <a:ext cx="33480" cy="54000"/>
          </a:xfrm>
          <a:custGeom>
            <a:avLst/>
            <a:gdLst>
              <a:gd name="textAreaLeft" fmla="*/ 0 w 33480"/>
              <a:gd name="textAreaRight" fmla="*/ 33840 w 3348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1605" h="2561">
                <a:moveTo>
                  <a:pt x="148" y="0"/>
                </a:moveTo>
                <a:cubicBezTo>
                  <a:pt x="83" y="0"/>
                  <a:pt x="1" y="85"/>
                  <a:pt x="47" y="154"/>
                </a:cubicBezTo>
                <a:cubicBezTo>
                  <a:pt x="441" y="976"/>
                  <a:pt x="901" y="1764"/>
                  <a:pt x="1394" y="2520"/>
                </a:cubicBezTo>
                <a:cubicBezTo>
                  <a:pt x="1413" y="2549"/>
                  <a:pt x="1441" y="2561"/>
                  <a:pt x="1469" y="2561"/>
                </a:cubicBezTo>
                <a:cubicBezTo>
                  <a:pt x="1536" y="2561"/>
                  <a:pt x="1605" y="2491"/>
                  <a:pt x="1558" y="2421"/>
                </a:cubicBezTo>
                <a:cubicBezTo>
                  <a:pt x="1065" y="1633"/>
                  <a:pt x="638" y="844"/>
                  <a:pt x="211" y="55"/>
                </a:cubicBezTo>
                <a:cubicBezTo>
                  <a:pt x="201" y="16"/>
                  <a:pt x="176" y="0"/>
                  <a:pt x="14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6" name="Google Shape;1180;p11"/>
          <p:cNvSpPr/>
          <p:nvPr/>
        </p:nvSpPr>
        <p:spPr>
          <a:xfrm>
            <a:off x="4865760" y="3955320"/>
            <a:ext cx="26640" cy="41400"/>
          </a:xfrm>
          <a:custGeom>
            <a:avLst/>
            <a:gdLst>
              <a:gd name="textAreaLeft" fmla="*/ 0 w 26640"/>
              <a:gd name="textAreaRight" fmla="*/ 27000 w 26640"/>
              <a:gd name="textAreaTop" fmla="*/ 0 h 41400"/>
              <a:gd name="textAreaBottom" fmla="*/ 41760 h 41400"/>
            </a:gdLst>
            <a:ahLst/>
            <a:cxnLst/>
            <a:rect l="textAreaLeft" t="textAreaTop" r="textAreaRight" b="textAreaBottom"/>
            <a:pathLst>
              <a:path w="1276" h="1970">
                <a:moveTo>
                  <a:pt x="148" y="0"/>
                </a:moveTo>
                <a:cubicBezTo>
                  <a:pt x="83" y="0"/>
                  <a:pt x="0" y="85"/>
                  <a:pt x="46" y="154"/>
                </a:cubicBezTo>
                <a:lnTo>
                  <a:pt x="46" y="187"/>
                </a:lnTo>
                <a:cubicBezTo>
                  <a:pt x="309" y="778"/>
                  <a:pt x="671" y="1370"/>
                  <a:pt x="1032" y="1928"/>
                </a:cubicBezTo>
                <a:cubicBezTo>
                  <a:pt x="1061" y="1957"/>
                  <a:pt x="1096" y="1969"/>
                  <a:pt x="1128" y="1969"/>
                </a:cubicBezTo>
                <a:cubicBezTo>
                  <a:pt x="1207" y="1969"/>
                  <a:pt x="1276" y="1900"/>
                  <a:pt x="1229" y="1830"/>
                </a:cubicBezTo>
                <a:cubicBezTo>
                  <a:pt x="835" y="1271"/>
                  <a:pt x="506" y="680"/>
                  <a:pt x="211" y="55"/>
                </a:cubicBezTo>
                <a:cubicBezTo>
                  <a:pt x="201" y="16"/>
                  <a:pt x="176" y="0"/>
                  <a:pt x="14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7" name="Google Shape;1181;p11"/>
          <p:cNvSpPr/>
          <p:nvPr/>
        </p:nvSpPr>
        <p:spPr>
          <a:xfrm>
            <a:off x="4882320" y="3961080"/>
            <a:ext cx="24120" cy="35280"/>
          </a:xfrm>
          <a:custGeom>
            <a:avLst/>
            <a:gdLst>
              <a:gd name="textAreaLeft" fmla="*/ 0 w 24120"/>
              <a:gd name="textAreaRight" fmla="*/ 24480 w 2412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156" h="1692">
                <a:moveTo>
                  <a:pt x="134" y="0"/>
                </a:moveTo>
                <a:cubicBezTo>
                  <a:pt x="61" y="0"/>
                  <a:pt x="1" y="78"/>
                  <a:pt x="24" y="172"/>
                </a:cubicBezTo>
                <a:cubicBezTo>
                  <a:pt x="320" y="665"/>
                  <a:pt x="649" y="1158"/>
                  <a:pt x="944" y="1650"/>
                </a:cubicBezTo>
                <a:cubicBezTo>
                  <a:pt x="963" y="1679"/>
                  <a:pt x="991" y="1691"/>
                  <a:pt x="1019" y="1691"/>
                </a:cubicBezTo>
                <a:cubicBezTo>
                  <a:pt x="1086" y="1691"/>
                  <a:pt x="1155" y="1622"/>
                  <a:pt x="1109" y="1552"/>
                </a:cubicBezTo>
                <a:cubicBezTo>
                  <a:pt x="813" y="1059"/>
                  <a:pt x="517" y="533"/>
                  <a:pt x="221" y="40"/>
                </a:cubicBezTo>
                <a:cubicBezTo>
                  <a:pt x="193" y="12"/>
                  <a:pt x="163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8" name="Google Shape;1182;p11"/>
          <p:cNvSpPr/>
          <p:nvPr/>
        </p:nvSpPr>
        <p:spPr>
          <a:xfrm>
            <a:off x="4932000" y="4031280"/>
            <a:ext cx="24480" cy="27720"/>
          </a:xfrm>
          <a:custGeom>
            <a:avLst/>
            <a:gdLst>
              <a:gd name="textAreaLeft" fmla="*/ 0 w 24480"/>
              <a:gd name="textAreaRight" fmla="*/ 24840 w 2448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1176" h="1320">
                <a:moveTo>
                  <a:pt x="166" y="0"/>
                </a:moveTo>
                <a:cubicBezTo>
                  <a:pt x="88" y="0"/>
                  <a:pt x="0" y="77"/>
                  <a:pt x="47" y="172"/>
                </a:cubicBezTo>
                <a:cubicBezTo>
                  <a:pt x="277" y="566"/>
                  <a:pt x="606" y="960"/>
                  <a:pt x="967" y="1289"/>
                </a:cubicBezTo>
                <a:cubicBezTo>
                  <a:pt x="989" y="1310"/>
                  <a:pt x="1011" y="1319"/>
                  <a:pt x="1033" y="1319"/>
                </a:cubicBezTo>
                <a:cubicBezTo>
                  <a:pt x="1112" y="1319"/>
                  <a:pt x="1176" y="1202"/>
                  <a:pt x="1099" y="1125"/>
                </a:cubicBezTo>
                <a:cubicBezTo>
                  <a:pt x="770" y="829"/>
                  <a:pt x="474" y="467"/>
                  <a:pt x="244" y="40"/>
                </a:cubicBezTo>
                <a:cubicBezTo>
                  <a:pt x="226" y="12"/>
                  <a:pt x="196" y="0"/>
                  <a:pt x="16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9" name="Google Shape;1183;p11"/>
          <p:cNvSpPr/>
          <p:nvPr/>
        </p:nvSpPr>
        <p:spPr>
          <a:xfrm>
            <a:off x="4934880" y="4020120"/>
            <a:ext cx="31320" cy="40680"/>
          </a:xfrm>
          <a:custGeom>
            <a:avLst/>
            <a:gdLst>
              <a:gd name="textAreaLeft" fmla="*/ 0 w 31320"/>
              <a:gd name="textAreaRight" fmla="*/ 31680 w 3132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1504" h="1945">
                <a:moveTo>
                  <a:pt x="136" y="1"/>
                </a:moveTo>
                <a:cubicBezTo>
                  <a:pt x="69" y="1"/>
                  <a:pt x="0" y="70"/>
                  <a:pt x="47" y="140"/>
                </a:cubicBezTo>
                <a:lnTo>
                  <a:pt x="79" y="140"/>
                </a:lnTo>
                <a:cubicBezTo>
                  <a:pt x="408" y="764"/>
                  <a:pt x="835" y="1356"/>
                  <a:pt x="1295" y="1915"/>
                </a:cubicBezTo>
                <a:cubicBezTo>
                  <a:pt x="1317" y="1936"/>
                  <a:pt x="1340" y="1945"/>
                  <a:pt x="1361" y="1945"/>
                </a:cubicBezTo>
                <a:cubicBezTo>
                  <a:pt x="1440" y="1945"/>
                  <a:pt x="1504" y="1827"/>
                  <a:pt x="1427" y="1750"/>
                </a:cubicBezTo>
                <a:cubicBezTo>
                  <a:pt x="967" y="1224"/>
                  <a:pt x="572" y="666"/>
                  <a:pt x="211" y="41"/>
                </a:cubicBezTo>
                <a:cubicBezTo>
                  <a:pt x="192" y="13"/>
                  <a:pt x="164" y="1"/>
                  <a:pt x="1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0" name="Google Shape;1184;p11"/>
          <p:cNvSpPr/>
          <p:nvPr/>
        </p:nvSpPr>
        <p:spPr>
          <a:xfrm>
            <a:off x="4934880" y="3996360"/>
            <a:ext cx="41760" cy="51480"/>
          </a:xfrm>
          <a:custGeom>
            <a:avLst/>
            <a:gdLst>
              <a:gd name="textAreaLeft" fmla="*/ 0 w 41760"/>
              <a:gd name="textAreaRight" fmla="*/ 42120 w 41760"/>
              <a:gd name="textAreaTop" fmla="*/ 0 h 51480"/>
              <a:gd name="textAreaBottom" fmla="*/ 51840 h 51480"/>
            </a:gdLst>
            <a:ahLst/>
            <a:cxnLst/>
            <a:rect l="textAreaLeft" t="textAreaTop" r="textAreaRight" b="textAreaBottom"/>
            <a:pathLst>
              <a:path w="1997" h="2453">
                <a:moveTo>
                  <a:pt x="145" y="1"/>
                </a:moveTo>
                <a:cubicBezTo>
                  <a:pt x="67" y="1"/>
                  <a:pt x="1" y="86"/>
                  <a:pt x="47" y="155"/>
                </a:cubicBezTo>
                <a:cubicBezTo>
                  <a:pt x="539" y="976"/>
                  <a:pt x="1131" y="1732"/>
                  <a:pt x="1788" y="2422"/>
                </a:cubicBezTo>
                <a:cubicBezTo>
                  <a:pt x="1810" y="2444"/>
                  <a:pt x="1832" y="2453"/>
                  <a:pt x="1854" y="2453"/>
                </a:cubicBezTo>
                <a:cubicBezTo>
                  <a:pt x="1933" y="2453"/>
                  <a:pt x="1997" y="2335"/>
                  <a:pt x="1920" y="2258"/>
                </a:cubicBezTo>
                <a:cubicBezTo>
                  <a:pt x="1295" y="1601"/>
                  <a:pt x="704" y="845"/>
                  <a:pt x="244" y="56"/>
                </a:cubicBezTo>
                <a:cubicBezTo>
                  <a:pt x="214" y="17"/>
                  <a:pt x="178" y="1"/>
                  <a:pt x="14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1" name="Google Shape;1185;p11"/>
          <p:cNvSpPr/>
          <p:nvPr/>
        </p:nvSpPr>
        <p:spPr>
          <a:xfrm>
            <a:off x="5023080" y="3963600"/>
            <a:ext cx="20160" cy="27000"/>
          </a:xfrm>
          <a:custGeom>
            <a:avLst/>
            <a:gdLst>
              <a:gd name="textAreaLeft" fmla="*/ 0 w 20160"/>
              <a:gd name="textAreaRight" fmla="*/ 20520 w 20160"/>
              <a:gd name="textAreaTop" fmla="*/ 0 h 27000"/>
              <a:gd name="textAreaBottom" fmla="*/ 27360 h 27000"/>
            </a:gdLst>
            <a:ahLst/>
            <a:cxnLst/>
            <a:rect l="textAreaLeft" t="textAreaTop" r="textAreaRight" b="textAreaBottom"/>
            <a:pathLst>
              <a:path w="967" h="1289">
                <a:moveTo>
                  <a:pt x="160" y="0"/>
                </a:moveTo>
                <a:cubicBezTo>
                  <a:pt x="83" y="0"/>
                  <a:pt x="1" y="85"/>
                  <a:pt x="47" y="154"/>
                </a:cubicBezTo>
                <a:cubicBezTo>
                  <a:pt x="277" y="516"/>
                  <a:pt x="507" y="910"/>
                  <a:pt x="770" y="1239"/>
                </a:cubicBezTo>
                <a:cubicBezTo>
                  <a:pt x="786" y="1272"/>
                  <a:pt x="819" y="1288"/>
                  <a:pt x="852" y="1288"/>
                </a:cubicBezTo>
                <a:cubicBezTo>
                  <a:pt x="885" y="1288"/>
                  <a:pt x="918" y="1272"/>
                  <a:pt x="934" y="1239"/>
                </a:cubicBezTo>
                <a:cubicBezTo>
                  <a:pt x="967" y="1206"/>
                  <a:pt x="967" y="1140"/>
                  <a:pt x="934" y="1107"/>
                </a:cubicBezTo>
                <a:cubicBezTo>
                  <a:pt x="671" y="779"/>
                  <a:pt x="441" y="417"/>
                  <a:pt x="244" y="56"/>
                </a:cubicBezTo>
                <a:cubicBezTo>
                  <a:pt x="224" y="16"/>
                  <a:pt x="192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2" name="Google Shape;1186;p11"/>
          <p:cNvSpPr/>
          <p:nvPr/>
        </p:nvSpPr>
        <p:spPr>
          <a:xfrm>
            <a:off x="5033520" y="3953520"/>
            <a:ext cx="26640" cy="42480"/>
          </a:xfrm>
          <a:custGeom>
            <a:avLst/>
            <a:gdLst>
              <a:gd name="textAreaLeft" fmla="*/ 0 w 26640"/>
              <a:gd name="textAreaRight" fmla="*/ 27000 w 2664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1278" h="2020">
                <a:moveTo>
                  <a:pt x="154" y="1"/>
                </a:moveTo>
                <a:cubicBezTo>
                  <a:pt x="88" y="1"/>
                  <a:pt x="1" y="78"/>
                  <a:pt x="48" y="172"/>
                </a:cubicBezTo>
                <a:lnTo>
                  <a:pt x="48" y="139"/>
                </a:lnTo>
                <a:cubicBezTo>
                  <a:pt x="311" y="764"/>
                  <a:pt x="672" y="1388"/>
                  <a:pt x="1033" y="1980"/>
                </a:cubicBezTo>
                <a:cubicBezTo>
                  <a:pt x="1052" y="2008"/>
                  <a:pt x="1081" y="2020"/>
                  <a:pt x="1112" y="2020"/>
                </a:cubicBezTo>
                <a:cubicBezTo>
                  <a:pt x="1190" y="2020"/>
                  <a:pt x="1278" y="1942"/>
                  <a:pt x="1231" y="1848"/>
                </a:cubicBezTo>
                <a:cubicBezTo>
                  <a:pt x="836" y="1290"/>
                  <a:pt x="508" y="665"/>
                  <a:pt x="212" y="41"/>
                </a:cubicBezTo>
                <a:cubicBezTo>
                  <a:pt x="203" y="13"/>
                  <a:pt x="180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3" name="Google Shape;1187;p11"/>
          <p:cNvSpPr/>
          <p:nvPr/>
        </p:nvSpPr>
        <p:spPr>
          <a:xfrm>
            <a:off x="5038920" y="3942720"/>
            <a:ext cx="41400" cy="59400"/>
          </a:xfrm>
          <a:custGeom>
            <a:avLst/>
            <a:gdLst>
              <a:gd name="textAreaLeft" fmla="*/ 0 w 41400"/>
              <a:gd name="textAreaRight" fmla="*/ 41760 w 41400"/>
              <a:gd name="textAreaTop" fmla="*/ 0 h 59400"/>
              <a:gd name="textAreaBottom" fmla="*/ 59760 h 59400"/>
            </a:gdLst>
            <a:ahLst/>
            <a:cxnLst/>
            <a:rect l="textAreaLeft" t="textAreaTop" r="textAreaRight" b="textAreaBottom"/>
            <a:pathLst>
              <a:path w="1976" h="2817">
                <a:moveTo>
                  <a:pt x="132" y="1"/>
                </a:moveTo>
                <a:cubicBezTo>
                  <a:pt x="67" y="1"/>
                  <a:pt x="1" y="59"/>
                  <a:pt x="23" y="147"/>
                </a:cubicBezTo>
                <a:cubicBezTo>
                  <a:pt x="548" y="1034"/>
                  <a:pt x="1140" y="1921"/>
                  <a:pt x="1764" y="2775"/>
                </a:cubicBezTo>
                <a:cubicBezTo>
                  <a:pt x="1784" y="2804"/>
                  <a:pt x="1811" y="2816"/>
                  <a:pt x="1839" y="2816"/>
                </a:cubicBezTo>
                <a:cubicBezTo>
                  <a:pt x="1907" y="2816"/>
                  <a:pt x="1975" y="2747"/>
                  <a:pt x="1929" y="2677"/>
                </a:cubicBezTo>
                <a:cubicBezTo>
                  <a:pt x="1304" y="1822"/>
                  <a:pt x="746" y="935"/>
                  <a:pt x="220" y="48"/>
                </a:cubicBezTo>
                <a:cubicBezTo>
                  <a:pt x="198" y="15"/>
                  <a:pt x="165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880" bIns="29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4" name="Google Shape;1188;p11"/>
          <p:cNvSpPr/>
          <p:nvPr/>
        </p:nvSpPr>
        <p:spPr>
          <a:xfrm>
            <a:off x="5074200" y="3966840"/>
            <a:ext cx="27000" cy="36720"/>
          </a:xfrm>
          <a:custGeom>
            <a:avLst/>
            <a:gdLst>
              <a:gd name="textAreaLeft" fmla="*/ 0 w 27000"/>
              <a:gd name="textAreaRight" fmla="*/ 27360 w 2700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1289" h="1752">
                <a:moveTo>
                  <a:pt x="148" y="0"/>
                </a:moveTo>
                <a:cubicBezTo>
                  <a:pt x="78" y="0"/>
                  <a:pt x="0" y="77"/>
                  <a:pt x="24" y="172"/>
                </a:cubicBezTo>
                <a:cubicBezTo>
                  <a:pt x="319" y="697"/>
                  <a:pt x="681" y="1223"/>
                  <a:pt x="1075" y="1716"/>
                </a:cubicBezTo>
                <a:cubicBezTo>
                  <a:pt x="1100" y="1741"/>
                  <a:pt x="1126" y="1751"/>
                  <a:pt x="1152" y="1751"/>
                </a:cubicBezTo>
                <a:cubicBezTo>
                  <a:pt x="1227" y="1751"/>
                  <a:pt x="1289" y="1659"/>
                  <a:pt x="1239" y="1585"/>
                </a:cubicBezTo>
                <a:cubicBezTo>
                  <a:pt x="845" y="1092"/>
                  <a:pt x="484" y="599"/>
                  <a:pt x="221" y="40"/>
                </a:cubicBezTo>
                <a:cubicBezTo>
                  <a:pt x="202" y="12"/>
                  <a:pt x="176" y="0"/>
                  <a:pt x="14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5" name="Google Shape;1189;p11"/>
          <p:cNvSpPr/>
          <p:nvPr/>
        </p:nvSpPr>
        <p:spPr>
          <a:xfrm>
            <a:off x="5094000" y="3977640"/>
            <a:ext cx="26640" cy="29160"/>
          </a:xfrm>
          <a:custGeom>
            <a:avLst/>
            <a:gdLst>
              <a:gd name="textAreaLeft" fmla="*/ 0 w 26640"/>
              <a:gd name="textAreaRight" fmla="*/ 27000 w 26640"/>
              <a:gd name="textAreaTop" fmla="*/ 0 h 29160"/>
              <a:gd name="textAreaBottom" fmla="*/ 29520 h 29160"/>
            </a:gdLst>
            <a:ahLst/>
            <a:cxnLst/>
            <a:rect l="textAreaLeft" t="textAreaTop" r="textAreaRight" b="textAreaBottom"/>
            <a:pathLst>
              <a:path w="1271" h="1391">
                <a:moveTo>
                  <a:pt x="136" y="0"/>
                </a:moveTo>
                <a:cubicBezTo>
                  <a:pt x="69" y="0"/>
                  <a:pt x="0" y="70"/>
                  <a:pt x="47" y="140"/>
                </a:cubicBezTo>
                <a:cubicBezTo>
                  <a:pt x="309" y="600"/>
                  <a:pt x="671" y="1027"/>
                  <a:pt x="1065" y="1355"/>
                </a:cubicBezTo>
                <a:cubicBezTo>
                  <a:pt x="1090" y="1380"/>
                  <a:pt x="1117" y="1390"/>
                  <a:pt x="1141" y="1390"/>
                </a:cubicBezTo>
                <a:cubicBezTo>
                  <a:pt x="1215" y="1390"/>
                  <a:pt x="1271" y="1298"/>
                  <a:pt x="1197" y="1224"/>
                </a:cubicBezTo>
                <a:cubicBezTo>
                  <a:pt x="835" y="895"/>
                  <a:pt x="474" y="501"/>
                  <a:pt x="211" y="41"/>
                </a:cubicBezTo>
                <a:cubicBezTo>
                  <a:pt x="192" y="12"/>
                  <a:pt x="164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6" name="Google Shape;1190;p11"/>
          <p:cNvSpPr/>
          <p:nvPr/>
        </p:nvSpPr>
        <p:spPr>
          <a:xfrm>
            <a:off x="5117040" y="3988440"/>
            <a:ext cx="23040" cy="27720"/>
          </a:xfrm>
          <a:custGeom>
            <a:avLst/>
            <a:gdLst>
              <a:gd name="textAreaLeft" fmla="*/ 0 w 23040"/>
              <a:gd name="textAreaRight" fmla="*/ 23400 w 2304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1110" h="1335">
                <a:moveTo>
                  <a:pt x="149" y="0"/>
                </a:moveTo>
                <a:cubicBezTo>
                  <a:pt x="83" y="0"/>
                  <a:pt x="1" y="85"/>
                  <a:pt x="47" y="154"/>
                </a:cubicBezTo>
                <a:lnTo>
                  <a:pt x="80" y="154"/>
                </a:lnTo>
                <a:cubicBezTo>
                  <a:pt x="310" y="549"/>
                  <a:pt x="573" y="943"/>
                  <a:pt x="901" y="1304"/>
                </a:cubicBezTo>
                <a:cubicBezTo>
                  <a:pt x="923" y="1326"/>
                  <a:pt x="946" y="1335"/>
                  <a:pt x="967" y="1335"/>
                </a:cubicBezTo>
                <a:cubicBezTo>
                  <a:pt x="1046" y="1335"/>
                  <a:pt x="1110" y="1217"/>
                  <a:pt x="1033" y="1140"/>
                </a:cubicBezTo>
                <a:cubicBezTo>
                  <a:pt x="704" y="812"/>
                  <a:pt x="441" y="450"/>
                  <a:pt x="211" y="56"/>
                </a:cubicBezTo>
                <a:cubicBezTo>
                  <a:pt x="201" y="16"/>
                  <a:pt x="177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7" name="Google Shape;1191;p11"/>
          <p:cNvSpPr/>
          <p:nvPr/>
        </p:nvSpPr>
        <p:spPr>
          <a:xfrm>
            <a:off x="5160600" y="3982680"/>
            <a:ext cx="46800" cy="58320"/>
          </a:xfrm>
          <a:custGeom>
            <a:avLst/>
            <a:gdLst>
              <a:gd name="textAreaLeft" fmla="*/ 0 w 46800"/>
              <a:gd name="textAreaRight" fmla="*/ 47160 w 46800"/>
              <a:gd name="textAreaTop" fmla="*/ 0 h 58320"/>
              <a:gd name="textAreaBottom" fmla="*/ 58680 h 58320"/>
            </a:gdLst>
            <a:ahLst/>
            <a:cxnLst/>
            <a:rect l="textAreaLeft" t="textAreaTop" r="textAreaRight" b="textAreaBottom"/>
            <a:pathLst>
              <a:path w="2228" h="2767">
                <a:moveTo>
                  <a:pt x="156" y="1"/>
                </a:moveTo>
                <a:cubicBezTo>
                  <a:pt x="85" y="1"/>
                  <a:pt x="1" y="118"/>
                  <a:pt x="78" y="195"/>
                </a:cubicBezTo>
                <a:cubicBezTo>
                  <a:pt x="735" y="1017"/>
                  <a:pt x="1392" y="1871"/>
                  <a:pt x="2017" y="2726"/>
                </a:cubicBezTo>
                <a:cubicBezTo>
                  <a:pt x="2036" y="2754"/>
                  <a:pt x="2064" y="2766"/>
                  <a:pt x="2092" y="2766"/>
                </a:cubicBezTo>
                <a:cubicBezTo>
                  <a:pt x="2159" y="2766"/>
                  <a:pt x="2227" y="2697"/>
                  <a:pt x="2181" y="2627"/>
                </a:cubicBezTo>
                <a:cubicBezTo>
                  <a:pt x="1557" y="1740"/>
                  <a:pt x="899" y="885"/>
                  <a:pt x="209" y="31"/>
                </a:cubicBezTo>
                <a:cubicBezTo>
                  <a:pt x="195" y="10"/>
                  <a:pt x="176" y="1"/>
                  <a:pt x="1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8" name="Google Shape;1192;p11"/>
          <p:cNvSpPr/>
          <p:nvPr/>
        </p:nvSpPr>
        <p:spPr>
          <a:xfrm>
            <a:off x="5184360" y="3983040"/>
            <a:ext cx="38520" cy="50040"/>
          </a:xfrm>
          <a:custGeom>
            <a:avLst/>
            <a:gdLst>
              <a:gd name="textAreaLeft" fmla="*/ 0 w 38520"/>
              <a:gd name="textAreaRight" fmla="*/ 38880 w 38520"/>
              <a:gd name="textAreaTop" fmla="*/ 0 h 50040"/>
              <a:gd name="textAreaBottom" fmla="*/ 50400 h 50040"/>
            </a:gdLst>
            <a:ahLst/>
            <a:cxnLst/>
            <a:rect l="textAreaLeft" t="textAreaTop" r="textAreaRight" b="textAreaBottom"/>
            <a:pathLst>
              <a:path w="1833" h="2387">
                <a:moveTo>
                  <a:pt x="133" y="1"/>
                </a:moveTo>
                <a:cubicBezTo>
                  <a:pt x="67" y="1"/>
                  <a:pt x="0" y="86"/>
                  <a:pt x="46" y="154"/>
                </a:cubicBezTo>
                <a:cubicBezTo>
                  <a:pt x="539" y="910"/>
                  <a:pt x="1065" y="1633"/>
                  <a:pt x="1624" y="2356"/>
                </a:cubicBezTo>
                <a:cubicBezTo>
                  <a:pt x="1638" y="2377"/>
                  <a:pt x="1657" y="2386"/>
                  <a:pt x="1677" y="2386"/>
                </a:cubicBezTo>
                <a:cubicBezTo>
                  <a:pt x="1748" y="2386"/>
                  <a:pt x="1832" y="2269"/>
                  <a:pt x="1755" y="2192"/>
                </a:cubicBezTo>
                <a:cubicBezTo>
                  <a:pt x="1229" y="1502"/>
                  <a:pt x="704" y="779"/>
                  <a:pt x="211" y="56"/>
                </a:cubicBezTo>
                <a:cubicBezTo>
                  <a:pt x="191" y="16"/>
                  <a:pt x="162" y="1"/>
                  <a:pt x="13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9" name="Google Shape;1193;p11"/>
          <p:cNvSpPr/>
          <p:nvPr/>
        </p:nvSpPr>
        <p:spPr>
          <a:xfrm>
            <a:off x="5216400" y="3999240"/>
            <a:ext cx="27360" cy="30960"/>
          </a:xfrm>
          <a:custGeom>
            <a:avLst/>
            <a:gdLst>
              <a:gd name="textAreaLeft" fmla="*/ 0 w 27360"/>
              <a:gd name="textAreaRight" fmla="*/ 27720 w 2736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1307" h="1486">
                <a:moveTo>
                  <a:pt x="162" y="1"/>
                </a:moveTo>
                <a:cubicBezTo>
                  <a:pt x="85" y="1"/>
                  <a:pt x="0" y="71"/>
                  <a:pt x="47" y="140"/>
                </a:cubicBezTo>
                <a:cubicBezTo>
                  <a:pt x="343" y="633"/>
                  <a:pt x="704" y="1060"/>
                  <a:pt x="1098" y="1455"/>
                </a:cubicBezTo>
                <a:cubicBezTo>
                  <a:pt x="1120" y="1476"/>
                  <a:pt x="1144" y="1485"/>
                  <a:pt x="1166" y="1485"/>
                </a:cubicBezTo>
                <a:cubicBezTo>
                  <a:pt x="1244" y="1485"/>
                  <a:pt x="1307" y="1374"/>
                  <a:pt x="1230" y="1323"/>
                </a:cubicBezTo>
                <a:cubicBezTo>
                  <a:pt x="868" y="929"/>
                  <a:pt x="507" y="502"/>
                  <a:pt x="244" y="42"/>
                </a:cubicBezTo>
                <a:cubicBezTo>
                  <a:pt x="225" y="13"/>
                  <a:pt x="194" y="1"/>
                  <a:pt x="1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0" name="Google Shape;1194;p11"/>
          <p:cNvSpPr/>
          <p:nvPr/>
        </p:nvSpPr>
        <p:spPr>
          <a:xfrm>
            <a:off x="5228640" y="4000320"/>
            <a:ext cx="24120" cy="29880"/>
          </a:xfrm>
          <a:custGeom>
            <a:avLst/>
            <a:gdLst>
              <a:gd name="textAreaLeft" fmla="*/ 0 w 24120"/>
              <a:gd name="textAreaRight" fmla="*/ 24480 w 2412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151" h="1436">
                <a:moveTo>
                  <a:pt x="66" y="1"/>
                </a:moveTo>
                <a:cubicBezTo>
                  <a:pt x="34" y="34"/>
                  <a:pt x="1" y="99"/>
                  <a:pt x="34" y="165"/>
                </a:cubicBezTo>
                <a:lnTo>
                  <a:pt x="954" y="1381"/>
                </a:lnTo>
                <a:cubicBezTo>
                  <a:pt x="973" y="1419"/>
                  <a:pt x="992" y="1435"/>
                  <a:pt x="1018" y="1435"/>
                </a:cubicBezTo>
                <a:cubicBezTo>
                  <a:pt x="1036" y="1435"/>
                  <a:pt x="1058" y="1427"/>
                  <a:pt x="1085" y="1414"/>
                </a:cubicBezTo>
                <a:cubicBezTo>
                  <a:pt x="1118" y="1381"/>
                  <a:pt x="1151" y="1348"/>
                  <a:pt x="1118" y="1282"/>
                </a:cubicBezTo>
                <a:cubicBezTo>
                  <a:pt x="822" y="855"/>
                  <a:pt x="526" y="461"/>
                  <a:pt x="231" y="34"/>
                </a:cubicBezTo>
                <a:cubicBezTo>
                  <a:pt x="198" y="1"/>
                  <a:pt x="132" y="1"/>
                  <a:pt x="6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1" name="Google Shape;1195;p11"/>
          <p:cNvSpPr/>
          <p:nvPr/>
        </p:nvSpPr>
        <p:spPr>
          <a:xfrm>
            <a:off x="5288760" y="3918600"/>
            <a:ext cx="49320" cy="69840"/>
          </a:xfrm>
          <a:custGeom>
            <a:avLst/>
            <a:gdLst>
              <a:gd name="textAreaLeft" fmla="*/ 0 w 49320"/>
              <a:gd name="textAreaRight" fmla="*/ 49680 w 49320"/>
              <a:gd name="textAreaTop" fmla="*/ 0 h 69840"/>
              <a:gd name="textAreaBottom" fmla="*/ 70200 h 69840"/>
            </a:gdLst>
            <a:ahLst/>
            <a:cxnLst/>
            <a:rect l="textAreaLeft" t="textAreaTop" r="textAreaRight" b="textAreaBottom"/>
            <a:pathLst>
              <a:path w="2351" h="3317">
                <a:moveTo>
                  <a:pt x="154" y="0"/>
                </a:moveTo>
                <a:cubicBezTo>
                  <a:pt x="79" y="0"/>
                  <a:pt x="1" y="70"/>
                  <a:pt x="70" y="139"/>
                </a:cubicBezTo>
                <a:cubicBezTo>
                  <a:pt x="793" y="1158"/>
                  <a:pt x="1483" y="2210"/>
                  <a:pt x="2108" y="3261"/>
                </a:cubicBezTo>
                <a:cubicBezTo>
                  <a:pt x="2127" y="3301"/>
                  <a:pt x="2159" y="3316"/>
                  <a:pt x="2192" y="3316"/>
                </a:cubicBezTo>
                <a:cubicBezTo>
                  <a:pt x="2268" y="3316"/>
                  <a:pt x="2351" y="3232"/>
                  <a:pt x="2305" y="3163"/>
                </a:cubicBezTo>
                <a:cubicBezTo>
                  <a:pt x="1648" y="2078"/>
                  <a:pt x="957" y="1060"/>
                  <a:pt x="235" y="41"/>
                </a:cubicBezTo>
                <a:cubicBezTo>
                  <a:pt x="215" y="12"/>
                  <a:pt x="185" y="0"/>
                  <a:pt x="1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2" name="Google Shape;1196;p11"/>
          <p:cNvSpPr/>
          <p:nvPr/>
        </p:nvSpPr>
        <p:spPr>
          <a:xfrm>
            <a:off x="5319360" y="3937320"/>
            <a:ext cx="38520" cy="57960"/>
          </a:xfrm>
          <a:custGeom>
            <a:avLst/>
            <a:gdLst>
              <a:gd name="textAreaLeft" fmla="*/ 0 w 38520"/>
              <a:gd name="textAreaRight" fmla="*/ 38880 w 38520"/>
              <a:gd name="textAreaTop" fmla="*/ 0 h 57960"/>
              <a:gd name="textAreaBottom" fmla="*/ 58320 h 57960"/>
            </a:gdLst>
            <a:ahLst/>
            <a:cxnLst/>
            <a:rect l="textAreaLeft" t="textAreaTop" r="textAreaRight" b="textAreaBottom"/>
            <a:pathLst>
              <a:path w="1835" h="2759">
                <a:moveTo>
                  <a:pt x="163" y="0"/>
                </a:moveTo>
                <a:cubicBezTo>
                  <a:pt x="86" y="0"/>
                  <a:pt x="1" y="70"/>
                  <a:pt x="47" y="140"/>
                </a:cubicBezTo>
                <a:cubicBezTo>
                  <a:pt x="507" y="1027"/>
                  <a:pt x="1033" y="1881"/>
                  <a:pt x="1592" y="2703"/>
                </a:cubicBezTo>
                <a:cubicBezTo>
                  <a:pt x="1621" y="2742"/>
                  <a:pt x="1657" y="2758"/>
                  <a:pt x="1690" y="2758"/>
                </a:cubicBezTo>
                <a:cubicBezTo>
                  <a:pt x="1768" y="2758"/>
                  <a:pt x="1835" y="2673"/>
                  <a:pt x="1789" y="2604"/>
                </a:cubicBezTo>
                <a:cubicBezTo>
                  <a:pt x="1197" y="1783"/>
                  <a:pt x="704" y="928"/>
                  <a:pt x="244" y="41"/>
                </a:cubicBezTo>
                <a:cubicBezTo>
                  <a:pt x="225" y="12"/>
                  <a:pt x="195" y="0"/>
                  <a:pt x="16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3" name="Google Shape;1197;p11"/>
          <p:cNvSpPr/>
          <p:nvPr/>
        </p:nvSpPr>
        <p:spPr>
          <a:xfrm>
            <a:off x="5345640" y="3958920"/>
            <a:ext cx="30600" cy="42120"/>
          </a:xfrm>
          <a:custGeom>
            <a:avLst/>
            <a:gdLst>
              <a:gd name="textAreaLeft" fmla="*/ 0 w 30600"/>
              <a:gd name="textAreaRight" fmla="*/ 30960 w 3060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1470" h="2014">
                <a:moveTo>
                  <a:pt x="166" y="1"/>
                </a:moveTo>
                <a:cubicBezTo>
                  <a:pt x="89" y="1"/>
                  <a:pt x="1" y="78"/>
                  <a:pt x="48" y="172"/>
                </a:cubicBezTo>
                <a:cubicBezTo>
                  <a:pt x="377" y="797"/>
                  <a:pt x="771" y="1421"/>
                  <a:pt x="1264" y="1980"/>
                </a:cubicBezTo>
                <a:cubicBezTo>
                  <a:pt x="1280" y="2004"/>
                  <a:pt x="1302" y="2014"/>
                  <a:pt x="1324" y="2014"/>
                </a:cubicBezTo>
                <a:cubicBezTo>
                  <a:pt x="1394" y="2014"/>
                  <a:pt x="1470" y="1915"/>
                  <a:pt x="1395" y="1815"/>
                </a:cubicBezTo>
                <a:cubicBezTo>
                  <a:pt x="935" y="1289"/>
                  <a:pt x="541" y="698"/>
                  <a:pt x="245" y="41"/>
                </a:cubicBezTo>
                <a:cubicBezTo>
                  <a:pt x="226" y="13"/>
                  <a:pt x="197" y="1"/>
                  <a:pt x="16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4" name="Google Shape;1198;p11"/>
          <p:cNvSpPr/>
          <p:nvPr/>
        </p:nvSpPr>
        <p:spPr>
          <a:xfrm>
            <a:off x="5361120" y="3961440"/>
            <a:ext cx="27720" cy="40320"/>
          </a:xfrm>
          <a:custGeom>
            <a:avLst/>
            <a:gdLst>
              <a:gd name="textAreaLeft" fmla="*/ 0 w 27720"/>
              <a:gd name="textAreaRight" fmla="*/ 28080 w 27720"/>
              <a:gd name="textAreaTop" fmla="*/ 0 h 40320"/>
              <a:gd name="textAreaBottom" fmla="*/ 40680 h 40320"/>
            </a:gdLst>
            <a:ahLst/>
            <a:cxnLst/>
            <a:rect l="textAreaLeft" t="textAreaTop" r="textAreaRight" b="textAreaBottom"/>
            <a:pathLst>
              <a:path w="1333" h="1929">
                <a:moveTo>
                  <a:pt x="122" y="1"/>
                </a:moveTo>
                <a:cubicBezTo>
                  <a:pt x="57" y="1"/>
                  <a:pt x="0" y="44"/>
                  <a:pt x="40" y="124"/>
                </a:cubicBezTo>
                <a:cubicBezTo>
                  <a:pt x="303" y="748"/>
                  <a:pt x="664" y="1340"/>
                  <a:pt x="1124" y="1898"/>
                </a:cubicBezTo>
                <a:cubicBezTo>
                  <a:pt x="1138" y="1920"/>
                  <a:pt x="1157" y="1929"/>
                  <a:pt x="1177" y="1929"/>
                </a:cubicBezTo>
                <a:cubicBezTo>
                  <a:pt x="1249" y="1929"/>
                  <a:pt x="1333" y="1811"/>
                  <a:pt x="1256" y="1734"/>
                </a:cubicBezTo>
                <a:cubicBezTo>
                  <a:pt x="828" y="1241"/>
                  <a:pt x="467" y="683"/>
                  <a:pt x="237" y="58"/>
                </a:cubicBezTo>
                <a:cubicBezTo>
                  <a:pt x="211" y="19"/>
                  <a:pt x="165" y="1"/>
                  <a:pt x="1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5" name="Google Shape;1199;p11"/>
          <p:cNvSpPr/>
          <p:nvPr/>
        </p:nvSpPr>
        <p:spPr>
          <a:xfrm>
            <a:off x="5378400" y="3971880"/>
            <a:ext cx="32760" cy="41400"/>
          </a:xfrm>
          <a:custGeom>
            <a:avLst/>
            <a:gdLst>
              <a:gd name="textAreaLeft" fmla="*/ 0 w 32760"/>
              <a:gd name="textAreaRight" fmla="*/ 33120 w 32760"/>
              <a:gd name="textAreaTop" fmla="*/ 0 h 41400"/>
              <a:gd name="textAreaBottom" fmla="*/ 41760 h 41400"/>
            </a:gdLst>
            <a:ahLst/>
            <a:cxnLst/>
            <a:rect l="textAreaLeft" t="textAreaTop" r="textAreaRight" b="textAreaBottom"/>
            <a:pathLst>
              <a:path w="1567" h="1965">
                <a:moveTo>
                  <a:pt x="159" y="1"/>
                </a:moveTo>
                <a:cubicBezTo>
                  <a:pt x="83" y="1"/>
                  <a:pt x="0" y="86"/>
                  <a:pt x="46" y="155"/>
                </a:cubicBezTo>
                <a:cubicBezTo>
                  <a:pt x="408" y="812"/>
                  <a:pt x="835" y="1403"/>
                  <a:pt x="1361" y="1929"/>
                </a:cubicBezTo>
                <a:cubicBezTo>
                  <a:pt x="1377" y="1954"/>
                  <a:pt x="1400" y="1964"/>
                  <a:pt x="1423" y="1964"/>
                </a:cubicBezTo>
                <a:cubicBezTo>
                  <a:pt x="1492" y="1964"/>
                  <a:pt x="1566" y="1872"/>
                  <a:pt x="1492" y="1798"/>
                </a:cubicBezTo>
                <a:cubicBezTo>
                  <a:pt x="999" y="1272"/>
                  <a:pt x="572" y="680"/>
                  <a:pt x="243" y="56"/>
                </a:cubicBezTo>
                <a:cubicBezTo>
                  <a:pt x="224" y="17"/>
                  <a:pt x="192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6" name="Google Shape;1200;p11"/>
          <p:cNvSpPr/>
          <p:nvPr/>
        </p:nvSpPr>
        <p:spPr>
          <a:xfrm>
            <a:off x="5365440" y="4013280"/>
            <a:ext cx="22680" cy="28800"/>
          </a:xfrm>
          <a:custGeom>
            <a:avLst/>
            <a:gdLst>
              <a:gd name="textAreaLeft" fmla="*/ 0 w 22680"/>
              <a:gd name="textAreaRight" fmla="*/ 23040 w 2268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084" h="1372">
                <a:moveTo>
                  <a:pt x="160" y="0"/>
                </a:moveTo>
                <a:cubicBezTo>
                  <a:pt x="76" y="0"/>
                  <a:pt x="0" y="100"/>
                  <a:pt x="75" y="199"/>
                </a:cubicBezTo>
                <a:lnTo>
                  <a:pt x="108" y="199"/>
                </a:lnTo>
                <a:cubicBezTo>
                  <a:pt x="403" y="528"/>
                  <a:pt x="666" y="922"/>
                  <a:pt x="863" y="1316"/>
                </a:cubicBezTo>
                <a:cubicBezTo>
                  <a:pt x="883" y="1356"/>
                  <a:pt x="912" y="1372"/>
                  <a:pt x="942" y="1372"/>
                </a:cubicBezTo>
                <a:cubicBezTo>
                  <a:pt x="1010" y="1372"/>
                  <a:pt x="1084" y="1287"/>
                  <a:pt x="1061" y="1218"/>
                </a:cubicBezTo>
                <a:cubicBezTo>
                  <a:pt x="831" y="791"/>
                  <a:pt x="535" y="396"/>
                  <a:pt x="239" y="35"/>
                </a:cubicBezTo>
                <a:cubicBezTo>
                  <a:pt x="215" y="11"/>
                  <a:pt x="187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7" name="Google Shape;1201;p11"/>
          <p:cNvSpPr/>
          <p:nvPr/>
        </p:nvSpPr>
        <p:spPr>
          <a:xfrm>
            <a:off x="5869800" y="3911040"/>
            <a:ext cx="130680" cy="63360"/>
          </a:xfrm>
          <a:custGeom>
            <a:avLst/>
            <a:gdLst>
              <a:gd name="textAreaLeft" fmla="*/ 0 w 130680"/>
              <a:gd name="textAreaRight" fmla="*/ 131040 w 130680"/>
              <a:gd name="textAreaTop" fmla="*/ 0 h 63360"/>
              <a:gd name="textAreaBottom" fmla="*/ 63720 h 63360"/>
            </a:gdLst>
            <a:ahLst/>
            <a:cxnLst/>
            <a:rect l="textAreaLeft" t="textAreaTop" r="textAreaRight" b="textAreaBottom"/>
            <a:pathLst>
              <a:path w="6188" h="3009">
                <a:moveTo>
                  <a:pt x="159" y="1"/>
                </a:moveTo>
                <a:cubicBezTo>
                  <a:pt x="48" y="1"/>
                  <a:pt x="1" y="171"/>
                  <a:pt x="122" y="202"/>
                </a:cubicBezTo>
                <a:cubicBezTo>
                  <a:pt x="2127" y="1023"/>
                  <a:pt x="4098" y="1976"/>
                  <a:pt x="6004" y="2995"/>
                </a:cubicBezTo>
                <a:cubicBezTo>
                  <a:pt x="6018" y="3004"/>
                  <a:pt x="6032" y="3008"/>
                  <a:pt x="6045" y="3008"/>
                </a:cubicBezTo>
                <a:cubicBezTo>
                  <a:pt x="6126" y="3008"/>
                  <a:pt x="6188" y="2854"/>
                  <a:pt x="6103" y="2798"/>
                </a:cubicBezTo>
                <a:cubicBezTo>
                  <a:pt x="4164" y="1779"/>
                  <a:pt x="2192" y="859"/>
                  <a:pt x="188" y="5"/>
                </a:cubicBezTo>
                <a:cubicBezTo>
                  <a:pt x="178" y="2"/>
                  <a:pt x="168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680" bIns="31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8" name="Google Shape;1202;p11"/>
          <p:cNvSpPr/>
          <p:nvPr/>
        </p:nvSpPr>
        <p:spPr>
          <a:xfrm>
            <a:off x="5971680" y="3944880"/>
            <a:ext cx="77760" cy="38880"/>
          </a:xfrm>
          <a:custGeom>
            <a:avLst/>
            <a:gdLst>
              <a:gd name="textAreaLeft" fmla="*/ 0 w 77760"/>
              <a:gd name="textAreaRight" fmla="*/ 78120 w 77760"/>
              <a:gd name="textAreaTop" fmla="*/ 0 h 38880"/>
              <a:gd name="textAreaBottom" fmla="*/ 39240 h 38880"/>
            </a:gdLst>
            <a:ahLst/>
            <a:cxnLst/>
            <a:rect l="textAreaLeft" t="textAreaTop" r="textAreaRight" b="textAreaBottom"/>
            <a:pathLst>
              <a:path w="3688" h="1859">
                <a:moveTo>
                  <a:pt x="143" y="0"/>
                </a:moveTo>
                <a:cubicBezTo>
                  <a:pt x="61" y="0"/>
                  <a:pt x="0" y="154"/>
                  <a:pt x="85" y="211"/>
                </a:cubicBezTo>
                <a:lnTo>
                  <a:pt x="3470" y="1854"/>
                </a:lnTo>
                <a:cubicBezTo>
                  <a:pt x="3481" y="1857"/>
                  <a:pt x="3493" y="1858"/>
                  <a:pt x="3504" y="1858"/>
                </a:cubicBezTo>
                <a:cubicBezTo>
                  <a:pt x="3617" y="1858"/>
                  <a:pt x="3688" y="1717"/>
                  <a:pt x="3568" y="1657"/>
                </a:cubicBezTo>
                <a:lnTo>
                  <a:pt x="184" y="14"/>
                </a:lnTo>
                <a:cubicBezTo>
                  <a:pt x="170" y="5"/>
                  <a:pt x="156" y="0"/>
                  <a:pt x="1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9" name="Google Shape;1203;p11"/>
          <p:cNvSpPr/>
          <p:nvPr/>
        </p:nvSpPr>
        <p:spPr>
          <a:xfrm>
            <a:off x="6022440" y="3953160"/>
            <a:ext cx="47520" cy="25920"/>
          </a:xfrm>
          <a:custGeom>
            <a:avLst/>
            <a:gdLst>
              <a:gd name="textAreaLeft" fmla="*/ 0 w 47520"/>
              <a:gd name="textAreaRight" fmla="*/ 47880 w 4752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266" h="1246">
                <a:moveTo>
                  <a:pt x="134" y="1"/>
                </a:moveTo>
                <a:cubicBezTo>
                  <a:pt x="56" y="1"/>
                  <a:pt x="0" y="125"/>
                  <a:pt x="83" y="180"/>
                </a:cubicBezTo>
                <a:cubicBezTo>
                  <a:pt x="707" y="575"/>
                  <a:pt x="1397" y="903"/>
                  <a:pt x="2054" y="1232"/>
                </a:cubicBezTo>
                <a:cubicBezTo>
                  <a:pt x="2073" y="1241"/>
                  <a:pt x="2091" y="1245"/>
                  <a:pt x="2107" y="1245"/>
                </a:cubicBezTo>
                <a:cubicBezTo>
                  <a:pt x="2209" y="1245"/>
                  <a:pt x="2266" y="1096"/>
                  <a:pt x="2153" y="1068"/>
                </a:cubicBezTo>
                <a:cubicBezTo>
                  <a:pt x="1496" y="739"/>
                  <a:pt x="839" y="377"/>
                  <a:pt x="181" y="16"/>
                </a:cubicBezTo>
                <a:cubicBezTo>
                  <a:pt x="165" y="5"/>
                  <a:pt x="149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0" name="Google Shape;1204;p11"/>
          <p:cNvSpPr/>
          <p:nvPr/>
        </p:nvSpPr>
        <p:spPr>
          <a:xfrm>
            <a:off x="6039000" y="3937320"/>
            <a:ext cx="42840" cy="26640"/>
          </a:xfrm>
          <a:custGeom>
            <a:avLst/>
            <a:gdLst>
              <a:gd name="textAreaLeft" fmla="*/ 0 w 42840"/>
              <a:gd name="textAreaRight" fmla="*/ 43200 w 4284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2040" h="1280">
                <a:moveTo>
                  <a:pt x="135" y="0"/>
                </a:moveTo>
                <a:cubicBezTo>
                  <a:pt x="57" y="0"/>
                  <a:pt x="1" y="124"/>
                  <a:pt x="83" y="180"/>
                </a:cubicBezTo>
                <a:cubicBezTo>
                  <a:pt x="642" y="574"/>
                  <a:pt x="1233" y="935"/>
                  <a:pt x="1825" y="1264"/>
                </a:cubicBezTo>
                <a:cubicBezTo>
                  <a:pt x="1846" y="1275"/>
                  <a:pt x="1867" y="1279"/>
                  <a:pt x="1885" y="1279"/>
                </a:cubicBezTo>
                <a:cubicBezTo>
                  <a:pt x="1983" y="1279"/>
                  <a:pt x="2039" y="1155"/>
                  <a:pt x="1956" y="1100"/>
                </a:cubicBezTo>
                <a:cubicBezTo>
                  <a:pt x="1332" y="771"/>
                  <a:pt x="773" y="410"/>
                  <a:pt x="182" y="15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1" name="Google Shape;1205;p11"/>
          <p:cNvSpPr/>
          <p:nvPr/>
        </p:nvSpPr>
        <p:spPr>
          <a:xfrm>
            <a:off x="6032880" y="3909600"/>
            <a:ext cx="43560" cy="27360"/>
          </a:xfrm>
          <a:custGeom>
            <a:avLst/>
            <a:gdLst>
              <a:gd name="textAreaLeft" fmla="*/ 0 w 43560"/>
              <a:gd name="textAreaRight" fmla="*/ 43920 w 4356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073" h="1313">
                <a:moveTo>
                  <a:pt x="136" y="1"/>
                </a:moveTo>
                <a:cubicBezTo>
                  <a:pt x="57" y="1"/>
                  <a:pt x="1" y="130"/>
                  <a:pt x="84" y="213"/>
                </a:cubicBezTo>
                <a:lnTo>
                  <a:pt x="1858" y="1297"/>
                </a:lnTo>
                <a:cubicBezTo>
                  <a:pt x="1879" y="1308"/>
                  <a:pt x="1900" y="1313"/>
                  <a:pt x="1918" y="1313"/>
                </a:cubicBezTo>
                <a:cubicBezTo>
                  <a:pt x="2016" y="1313"/>
                  <a:pt x="2072" y="1188"/>
                  <a:pt x="1990" y="1133"/>
                </a:cubicBezTo>
                <a:lnTo>
                  <a:pt x="182" y="16"/>
                </a:lnTo>
                <a:cubicBezTo>
                  <a:pt x="167" y="5"/>
                  <a:pt x="151" y="1"/>
                  <a:pt x="1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2" name="Google Shape;1206;p11"/>
          <p:cNvSpPr/>
          <p:nvPr/>
        </p:nvSpPr>
        <p:spPr>
          <a:xfrm>
            <a:off x="6046200" y="3899880"/>
            <a:ext cx="26280" cy="21600"/>
          </a:xfrm>
          <a:custGeom>
            <a:avLst/>
            <a:gdLst>
              <a:gd name="textAreaLeft" fmla="*/ 0 w 26280"/>
              <a:gd name="textAreaRight" fmla="*/ 26640 w 2628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1257" h="1044">
                <a:moveTo>
                  <a:pt x="129" y="1"/>
                </a:moveTo>
                <a:cubicBezTo>
                  <a:pt x="55" y="1"/>
                  <a:pt x="0" y="93"/>
                  <a:pt x="74" y="167"/>
                </a:cubicBezTo>
                <a:cubicBezTo>
                  <a:pt x="370" y="496"/>
                  <a:pt x="698" y="791"/>
                  <a:pt x="1093" y="1021"/>
                </a:cubicBezTo>
                <a:cubicBezTo>
                  <a:pt x="1106" y="1035"/>
                  <a:pt x="1126" y="1043"/>
                  <a:pt x="1146" y="1043"/>
                </a:cubicBezTo>
                <a:cubicBezTo>
                  <a:pt x="1174" y="1043"/>
                  <a:pt x="1205" y="1027"/>
                  <a:pt x="1224" y="989"/>
                </a:cubicBezTo>
                <a:cubicBezTo>
                  <a:pt x="1257" y="956"/>
                  <a:pt x="1224" y="890"/>
                  <a:pt x="1191" y="857"/>
                </a:cubicBezTo>
                <a:cubicBezTo>
                  <a:pt x="830" y="594"/>
                  <a:pt x="501" y="331"/>
                  <a:pt x="205" y="36"/>
                </a:cubicBezTo>
                <a:cubicBezTo>
                  <a:pt x="181" y="11"/>
                  <a:pt x="154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3" name="Google Shape;1207;p11"/>
          <p:cNvSpPr/>
          <p:nvPr/>
        </p:nvSpPr>
        <p:spPr>
          <a:xfrm>
            <a:off x="5888160" y="3886200"/>
            <a:ext cx="85320" cy="41040"/>
          </a:xfrm>
          <a:custGeom>
            <a:avLst/>
            <a:gdLst>
              <a:gd name="textAreaLeft" fmla="*/ 0 w 85320"/>
              <a:gd name="textAreaRight" fmla="*/ 85680 w 8532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4049" h="1957">
                <a:moveTo>
                  <a:pt x="163" y="0"/>
                </a:moveTo>
                <a:cubicBezTo>
                  <a:pt x="75" y="0"/>
                  <a:pt x="1" y="142"/>
                  <a:pt x="91" y="202"/>
                </a:cubicBezTo>
                <a:lnTo>
                  <a:pt x="3837" y="1943"/>
                </a:lnTo>
                <a:cubicBezTo>
                  <a:pt x="3855" y="1953"/>
                  <a:pt x="3873" y="1957"/>
                  <a:pt x="3890" y="1957"/>
                </a:cubicBezTo>
                <a:cubicBezTo>
                  <a:pt x="3991" y="1957"/>
                  <a:pt x="4048" y="1807"/>
                  <a:pt x="3935" y="1779"/>
                </a:cubicBezTo>
                <a:lnTo>
                  <a:pt x="189" y="5"/>
                </a:lnTo>
                <a:cubicBezTo>
                  <a:pt x="180" y="2"/>
                  <a:pt x="172" y="0"/>
                  <a:pt x="16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4" name="Google Shape;1208;p11"/>
          <p:cNvSpPr/>
          <p:nvPr/>
        </p:nvSpPr>
        <p:spPr>
          <a:xfrm>
            <a:off x="5955480" y="3896640"/>
            <a:ext cx="57600" cy="30600"/>
          </a:xfrm>
          <a:custGeom>
            <a:avLst/>
            <a:gdLst>
              <a:gd name="textAreaLeft" fmla="*/ 0 w 57600"/>
              <a:gd name="textAreaRight" fmla="*/ 57960 w 5760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2736" h="1465">
                <a:moveTo>
                  <a:pt x="147" y="0"/>
                </a:moveTo>
                <a:cubicBezTo>
                  <a:pt x="43" y="0"/>
                  <a:pt x="0" y="115"/>
                  <a:pt x="88" y="203"/>
                </a:cubicBezTo>
                <a:cubicBezTo>
                  <a:pt x="877" y="630"/>
                  <a:pt x="1698" y="1057"/>
                  <a:pt x="2553" y="1451"/>
                </a:cubicBezTo>
                <a:cubicBezTo>
                  <a:pt x="2567" y="1461"/>
                  <a:pt x="2581" y="1465"/>
                  <a:pt x="2594" y="1465"/>
                </a:cubicBezTo>
                <a:cubicBezTo>
                  <a:pt x="2675" y="1465"/>
                  <a:pt x="2736" y="1315"/>
                  <a:pt x="2651" y="1287"/>
                </a:cubicBezTo>
                <a:cubicBezTo>
                  <a:pt x="1797" y="893"/>
                  <a:pt x="975" y="466"/>
                  <a:pt x="187" y="5"/>
                </a:cubicBezTo>
                <a:cubicBezTo>
                  <a:pt x="173" y="2"/>
                  <a:pt x="159" y="0"/>
                  <a:pt x="14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5" name="Google Shape;1209;p11"/>
          <p:cNvSpPr/>
          <p:nvPr/>
        </p:nvSpPr>
        <p:spPr>
          <a:xfrm>
            <a:off x="5978880" y="3890880"/>
            <a:ext cx="34200" cy="16200"/>
          </a:xfrm>
          <a:custGeom>
            <a:avLst/>
            <a:gdLst>
              <a:gd name="textAreaLeft" fmla="*/ 0 w 34200"/>
              <a:gd name="textAreaRight" fmla="*/ 34560 w 3420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626" h="784">
                <a:moveTo>
                  <a:pt x="108" y="1"/>
                </a:moveTo>
                <a:cubicBezTo>
                  <a:pt x="64" y="1"/>
                  <a:pt x="24" y="24"/>
                  <a:pt x="1" y="47"/>
                </a:cubicBezTo>
                <a:cubicBezTo>
                  <a:pt x="1" y="113"/>
                  <a:pt x="1" y="146"/>
                  <a:pt x="67" y="179"/>
                </a:cubicBezTo>
                <a:cubicBezTo>
                  <a:pt x="527" y="409"/>
                  <a:pt x="987" y="606"/>
                  <a:pt x="1447" y="770"/>
                </a:cubicBezTo>
                <a:cubicBezTo>
                  <a:pt x="1465" y="780"/>
                  <a:pt x="1482" y="784"/>
                  <a:pt x="1498" y="784"/>
                </a:cubicBezTo>
                <a:cubicBezTo>
                  <a:pt x="1593" y="784"/>
                  <a:pt x="1625" y="630"/>
                  <a:pt x="1512" y="573"/>
                </a:cubicBezTo>
                <a:cubicBezTo>
                  <a:pt x="1052" y="409"/>
                  <a:pt x="592" y="212"/>
                  <a:pt x="165" y="15"/>
                </a:cubicBezTo>
                <a:cubicBezTo>
                  <a:pt x="146" y="5"/>
                  <a:pt x="127" y="1"/>
                  <a:pt x="1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6" name="Google Shape;1210;p11"/>
          <p:cNvSpPr/>
          <p:nvPr/>
        </p:nvSpPr>
        <p:spPr>
          <a:xfrm>
            <a:off x="6005520" y="3882600"/>
            <a:ext cx="23400" cy="14400"/>
          </a:xfrm>
          <a:custGeom>
            <a:avLst/>
            <a:gdLst>
              <a:gd name="textAreaLeft" fmla="*/ 0 w 23400"/>
              <a:gd name="textAreaRight" fmla="*/ 23760 w 2340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1118" h="704">
                <a:moveTo>
                  <a:pt x="132" y="0"/>
                </a:moveTo>
                <a:cubicBezTo>
                  <a:pt x="66" y="0"/>
                  <a:pt x="1" y="33"/>
                  <a:pt x="1" y="66"/>
                </a:cubicBezTo>
                <a:cubicBezTo>
                  <a:pt x="1" y="132"/>
                  <a:pt x="1" y="197"/>
                  <a:pt x="66" y="197"/>
                </a:cubicBezTo>
                <a:cubicBezTo>
                  <a:pt x="395" y="296"/>
                  <a:pt x="691" y="460"/>
                  <a:pt x="953" y="690"/>
                </a:cubicBezTo>
                <a:cubicBezTo>
                  <a:pt x="973" y="700"/>
                  <a:pt x="992" y="704"/>
                  <a:pt x="1010" y="704"/>
                </a:cubicBezTo>
                <a:cubicBezTo>
                  <a:pt x="1052" y="704"/>
                  <a:pt x="1085" y="681"/>
                  <a:pt x="1085" y="657"/>
                </a:cubicBezTo>
                <a:cubicBezTo>
                  <a:pt x="1118" y="592"/>
                  <a:pt x="1118" y="526"/>
                  <a:pt x="1052" y="493"/>
                </a:cubicBezTo>
                <a:cubicBezTo>
                  <a:pt x="789" y="296"/>
                  <a:pt x="461" y="132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7" name="Google Shape;1211;p11"/>
          <p:cNvSpPr/>
          <p:nvPr/>
        </p:nvSpPr>
        <p:spPr>
          <a:xfrm>
            <a:off x="4867560" y="3769560"/>
            <a:ext cx="132480" cy="48600"/>
          </a:xfrm>
          <a:custGeom>
            <a:avLst/>
            <a:gdLst>
              <a:gd name="textAreaLeft" fmla="*/ 0 w 132480"/>
              <a:gd name="textAreaRight" fmla="*/ 132840 w 13248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6282" h="2318">
                <a:moveTo>
                  <a:pt x="6153" y="1"/>
                </a:moveTo>
                <a:cubicBezTo>
                  <a:pt x="6138" y="1"/>
                  <a:pt x="6121" y="5"/>
                  <a:pt x="6102" y="14"/>
                </a:cubicBezTo>
                <a:cubicBezTo>
                  <a:pt x="4131" y="770"/>
                  <a:pt x="2126" y="1460"/>
                  <a:pt x="122" y="2084"/>
                </a:cubicBezTo>
                <a:cubicBezTo>
                  <a:pt x="0" y="2145"/>
                  <a:pt x="47" y="2318"/>
                  <a:pt x="133" y="2318"/>
                </a:cubicBezTo>
                <a:cubicBezTo>
                  <a:pt x="140" y="2318"/>
                  <a:pt x="147" y="2317"/>
                  <a:pt x="155" y="2314"/>
                </a:cubicBezTo>
                <a:cubicBezTo>
                  <a:pt x="2192" y="1657"/>
                  <a:pt x="4196" y="967"/>
                  <a:pt x="6168" y="211"/>
                </a:cubicBezTo>
                <a:cubicBezTo>
                  <a:pt x="6281" y="155"/>
                  <a:pt x="6248" y="1"/>
                  <a:pt x="615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8" name="Google Shape;1212;p11"/>
          <p:cNvSpPr/>
          <p:nvPr/>
        </p:nvSpPr>
        <p:spPr>
          <a:xfrm>
            <a:off x="5045040" y="3741840"/>
            <a:ext cx="147240" cy="61200"/>
          </a:xfrm>
          <a:custGeom>
            <a:avLst/>
            <a:gdLst>
              <a:gd name="textAreaLeft" fmla="*/ 0 w 147240"/>
              <a:gd name="textAreaRight" fmla="*/ 147600 w 147240"/>
              <a:gd name="textAreaTop" fmla="*/ 0 h 61200"/>
              <a:gd name="textAreaBottom" fmla="*/ 61560 h 61200"/>
            </a:gdLst>
            <a:ahLst/>
            <a:cxnLst/>
            <a:rect l="textAreaLeft" t="textAreaTop" r="textAreaRight" b="textAreaBottom"/>
            <a:pathLst>
              <a:path w="6977" h="2909">
                <a:moveTo>
                  <a:pt x="6875" y="0"/>
                </a:moveTo>
                <a:cubicBezTo>
                  <a:pt x="6860" y="0"/>
                  <a:pt x="6844" y="4"/>
                  <a:pt x="6826" y="13"/>
                </a:cubicBezTo>
                <a:lnTo>
                  <a:pt x="122" y="2675"/>
                </a:lnTo>
                <a:cubicBezTo>
                  <a:pt x="1" y="2736"/>
                  <a:pt x="19" y="2909"/>
                  <a:pt x="127" y="2909"/>
                </a:cubicBezTo>
                <a:cubicBezTo>
                  <a:pt x="135" y="2909"/>
                  <a:pt x="145" y="2908"/>
                  <a:pt x="155" y="2905"/>
                </a:cubicBezTo>
                <a:lnTo>
                  <a:pt x="6891" y="211"/>
                </a:lnTo>
                <a:cubicBezTo>
                  <a:pt x="6976" y="154"/>
                  <a:pt x="6964" y="0"/>
                  <a:pt x="687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600" bIns="30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9" name="Google Shape;1213;p11"/>
          <p:cNvSpPr/>
          <p:nvPr/>
        </p:nvSpPr>
        <p:spPr>
          <a:xfrm>
            <a:off x="5099400" y="3755880"/>
            <a:ext cx="88200" cy="43200"/>
          </a:xfrm>
          <a:custGeom>
            <a:avLst/>
            <a:gdLst>
              <a:gd name="textAreaLeft" fmla="*/ 0 w 88200"/>
              <a:gd name="textAreaRight" fmla="*/ 88560 w 88200"/>
              <a:gd name="textAreaTop" fmla="*/ 0 h 43200"/>
              <a:gd name="textAreaBottom" fmla="*/ 43560 h 43200"/>
            </a:gdLst>
            <a:ahLst/>
            <a:cxnLst/>
            <a:rect l="textAreaLeft" t="textAreaTop" r="textAreaRight" b="textAreaBottom"/>
            <a:pathLst>
              <a:path w="4185" h="2055">
                <a:moveTo>
                  <a:pt x="4022" y="0"/>
                </a:moveTo>
                <a:cubicBezTo>
                  <a:pt x="4005" y="0"/>
                  <a:pt x="3987" y="4"/>
                  <a:pt x="3969" y="14"/>
                </a:cubicBezTo>
                <a:cubicBezTo>
                  <a:pt x="2720" y="671"/>
                  <a:pt x="1406" y="1295"/>
                  <a:pt x="91" y="1854"/>
                </a:cubicBezTo>
                <a:cubicBezTo>
                  <a:pt x="0" y="1884"/>
                  <a:pt x="21" y="2055"/>
                  <a:pt x="129" y="2055"/>
                </a:cubicBezTo>
                <a:cubicBezTo>
                  <a:pt x="137" y="2055"/>
                  <a:pt x="147" y="2054"/>
                  <a:pt x="157" y="2051"/>
                </a:cubicBezTo>
                <a:cubicBezTo>
                  <a:pt x="1504" y="1492"/>
                  <a:pt x="2786" y="868"/>
                  <a:pt x="4100" y="178"/>
                </a:cubicBezTo>
                <a:cubicBezTo>
                  <a:pt x="4185" y="150"/>
                  <a:pt x="4124" y="0"/>
                  <a:pt x="402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0" name="Google Shape;1214;p11"/>
          <p:cNvSpPr/>
          <p:nvPr/>
        </p:nvSpPr>
        <p:spPr>
          <a:xfrm>
            <a:off x="5140440" y="3732120"/>
            <a:ext cx="128520" cy="63360"/>
          </a:xfrm>
          <a:custGeom>
            <a:avLst/>
            <a:gdLst>
              <a:gd name="textAreaLeft" fmla="*/ 0 w 128520"/>
              <a:gd name="textAreaRight" fmla="*/ 128880 w 128520"/>
              <a:gd name="textAreaTop" fmla="*/ 0 h 63360"/>
              <a:gd name="textAreaBottom" fmla="*/ 63720 h 63360"/>
            </a:gdLst>
            <a:ahLst/>
            <a:cxnLst/>
            <a:rect l="textAreaLeft" t="textAreaTop" r="textAreaRight" b="textAreaBottom"/>
            <a:pathLst>
              <a:path w="6083" h="3019">
                <a:moveTo>
                  <a:pt x="5940" y="0"/>
                </a:moveTo>
                <a:cubicBezTo>
                  <a:pt x="5927" y="0"/>
                  <a:pt x="5913" y="4"/>
                  <a:pt x="5899" y="13"/>
                </a:cubicBezTo>
                <a:cubicBezTo>
                  <a:pt x="3928" y="868"/>
                  <a:pt x="1989" y="1821"/>
                  <a:pt x="83" y="2839"/>
                </a:cubicBezTo>
                <a:cubicBezTo>
                  <a:pt x="0" y="2895"/>
                  <a:pt x="56" y="3019"/>
                  <a:pt x="135" y="3019"/>
                </a:cubicBezTo>
                <a:cubicBezTo>
                  <a:pt x="150" y="3019"/>
                  <a:pt x="166" y="3014"/>
                  <a:pt x="182" y="3004"/>
                </a:cubicBezTo>
                <a:cubicBezTo>
                  <a:pt x="2087" y="1985"/>
                  <a:pt x="4026" y="1065"/>
                  <a:pt x="5998" y="178"/>
                </a:cubicBezTo>
                <a:cubicBezTo>
                  <a:pt x="6083" y="150"/>
                  <a:pt x="6022" y="0"/>
                  <a:pt x="594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680" bIns="31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1" name="Google Shape;1215;p11"/>
          <p:cNvSpPr/>
          <p:nvPr/>
        </p:nvSpPr>
        <p:spPr>
          <a:xfrm>
            <a:off x="5191920" y="3758760"/>
            <a:ext cx="51840" cy="23760"/>
          </a:xfrm>
          <a:custGeom>
            <a:avLst/>
            <a:gdLst>
              <a:gd name="textAreaLeft" fmla="*/ 0 w 51840"/>
              <a:gd name="textAreaRight" fmla="*/ 52200 w 5184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2470" h="1135">
                <a:moveTo>
                  <a:pt x="2311" y="0"/>
                </a:moveTo>
                <a:cubicBezTo>
                  <a:pt x="2302" y="0"/>
                  <a:pt x="2292" y="2"/>
                  <a:pt x="2282" y="4"/>
                </a:cubicBezTo>
                <a:cubicBezTo>
                  <a:pt x="1559" y="300"/>
                  <a:pt x="836" y="596"/>
                  <a:pt x="114" y="957"/>
                </a:cubicBezTo>
                <a:cubicBezTo>
                  <a:pt x="1" y="985"/>
                  <a:pt x="82" y="1135"/>
                  <a:pt x="169" y="1135"/>
                </a:cubicBezTo>
                <a:cubicBezTo>
                  <a:pt x="184" y="1135"/>
                  <a:pt x="198" y="1131"/>
                  <a:pt x="212" y="1121"/>
                </a:cubicBezTo>
                <a:cubicBezTo>
                  <a:pt x="902" y="793"/>
                  <a:pt x="1625" y="464"/>
                  <a:pt x="2348" y="201"/>
                </a:cubicBezTo>
                <a:cubicBezTo>
                  <a:pt x="2469" y="171"/>
                  <a:pt x="2423" y="0"/>
                  <a:pt x="231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2" name="Google Shape;1216;p11"/>
          <p:cNvSpPr/>
          <p:nvPr/>
        </p:nvSpPr>
        <p:spPr>
          <a:xfrm>
            <a:off x="5324040" y="3639240"/>
            <a:ext cx="114120" cy="50040"/>
          </a:xfrm>
          <a:custGeom>
            <a:avLst/>
            <a:gdLst>
              <a:gd name="textAreaLeft" fmla="*/ 0 w 114120"/>
              <a:gd name="textAreaRight" fmla="*/ 114480 w 114120"/>
              <a:gd name="textAreaTop" fmla="*/ 0 h 50040"/>
              <a:gd name="textAreaBottom" fmla="*/ 50400 h 50040"/>
            </a:gdLst>
            <a:ahLst/>
            <a:cxnLst/>
            <a:rect l="textAreaLeft" t="textAreaTop" r="textAreaRight" b="textAreaBottom"/>
            <a:pathLst>
              <a:path w="5405" h="2374">
                <a:moveTo>
                  <a:pt x="5277" y="0"/>
                </a:moveTo>
                <a:cubicBezTo>
                  <a:pt x="5268" y="0"/>
                  <a:pt x="5258" y="2"/>
                  <a:pt x="5248" y="4"/>
                </a:cubicBezTo>
                <a:lnTo>
                  <a:pt x="122" y="2173"/>
                </a:lnTo>
                <a:cubicBezTo>
                  <a:pt x="1" y="2203"/>
                  <a:pt x="47" y="2374"/>
                  <a:pt x="133" y="2374"/>
                </a:cubicBezTo>
                <a:cubicBezTo>
                  <a:pt x="140" y="2374"/>
                  <a:pt x="147" y="2373"/>
                  <a:pt x="155" y="2370"/>
                </a:cubicBezTo>
                <a:lnTo>
                  <a:pt x="5314" y="201"/>
                </a:lnTo>
                <a:cubicBezTo>
                  <a:pt x="5405" y="171"/>
                  <a:pt x="5384" y="0"/>
                  <a:pt x="527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3" name="Google Shape;1217;p11"/>
          <p:cNvSpPr/>
          <p:nvPr/>
        </p:nvSpPr>
        <p:spPr>
          <a:xfrm>
            <a:off x="5373000" y="3648240"/>
            <a:ext cx="86760" cy="36360"/>
          </a:xfrm>
          <a:custGeom>
            <a:avLst/>
            <a:gdLst>
              <a:gd name="textAreaLeft" fmla="*/ 0 w 86760"/>
              <a:gd name="textAreaRight" fmla="*/ 87120 w 8676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4111" h="1729">
                <a:moveTo>
                  <a:pt x="3952" y="1"/>
                </a:moveTo>
                <a:cubicBezTo>
                  <a:pt x="3943" y="1"/>
                  <a:pt x="3933" y="2"/>
                  <a:pt x="3923" y="4"/>
                </a:cubicBezTo>
                <a:cubicBezTo>
                  <a:pt x="2609" y="464"/>
                  <a:pt x="1360" y="990"/>
                  <a:pt x="111" y="1549"/>
                </a:cubicBezTo>
                <a:cubicBezTo>
                  <a:pt x="1" y="1604"/>
                  <a:pt x="76" y="1728"/>
                  <a:pt x="161" y="1728"/>
                </a:cubicBezTo>
                <a:cubicBezTo>
                  <a:pt x="177" y="1728"/>
                  <a:pt x="194" y="1724"/>
                  <a:pt x="210" y="1713"/>
                </a:cubicBezTo>
                <a:cubicBezTo>
                  <a:pt x="1426" y="1154"/>
                  <a:pt x="2707" y="662"/>
                  <a:pt x="3989" y="202"/>
                </a:cubicBezTo>
                <a:cubicBezTo>
                  <a:pt x="4110" y="171"/>
                  <a:pt x="4063" y="1"/>
                  <a:pt x="39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4" name="Google Shape;1218;p11"/>
          <p:cNvSpPr/>
          <p:nvPr/>
        </p:nvSpPr>
        <p:spPr>
          <a:xfrm>
            <a:off x="5397840" y="3649320"/>
            <a:ext cx="77040" cy="37800"/>
          </a:xfrm>
          <a:custGeom>
            <a:avLst/>
            <a:gdLst>
              <a:gd name="textAreaLeft" fmla="*/ 0 w 77040"/>
              <a:gd name="textAreaRight" fmla="*/ 77400 w 7704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3651" h="1795">
                <a:moveTo>
                  <a:pt x="3491" y="1"/>
                </a:moveTo>
                <a:cubicBezTo>
                  <a:pt x="3475" y="1"/>
                  <a:pt x="3458" y="5"/>
                  <a:pt x="3442" y="16"/>
                </a:cubicBezTo>
                <a:lnTo>
                  <a:pt x="90" y="1593"/>
                </a:lnTo>
                <a:cubicBezTo>
                  <a:pt x="1" y="1653"/>
                  <a:pt x="74" y="1795"/>
                  <a:pt x="163" y="1795"/>
                </a:cubicBezTo>
                <a:cubicBezTo>
                  <a:pt x="171" y="1795"/>
                  <a:pt x="180" y="1793"/>
                  <a:pt x="189" y="1791"/>
                </a:cubicBezTo>
                <a:lnTo>
                  <a:pt x="3541" y="180"/>
                </a:lnTo>
                <a:cubicBezTo>
                  <a:pt x="3651" y="125"/>
                  <a:pt x="3576" y="1"/>
                  <a:pt x="349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5" name="Google Shape;1219;p11"/>
          <p:cNvSpPr/>
          <p:nvPr/>
        </p:nvSpPr>
        <p:spPr>
          <a:xfrm>
            <a:off x="4871880" y="3817800"/>
            <a:ext cx="113040" cy="57960"/>
          </a:xfrm>
          <a:custGeom>
            <a:avLst/>
            <a:gdLst>
              <a:gd name="textAreaLeft" fmla="*/ 0 w 113040"/>
              <a:gd name="textAreaRight" fmla="*/ 113400 w 113040"/>
              <a:gd name="textAreaTop" fmla="*/ 0 h 57960"/>
              <a:gd name="textAreaBottom" fmla="*/ 58320 h 57960"/>
            </a:gdLst>
            <a:ahLst/>
            <a:cxnLst/>
            <a:rect l="textAreaLeft" t="textAreaTop" r="textAreaRight" b="textAreaBottom"/>
            <a:pathLst>
              <a:path w="5365" h="2747">
                <a:moveTo>
                  <a:pt x="5211" y="0"/>
                </a:moveTo>
                <a:cubicBezTo>
                  <a:pt x="5192" y="0"/>
                  <a:pt x="5172" y="5"/>
                  <a:pt x="5150" y="15"/>
                </a:cubicBezTo>
                <a:lnTo>
                  <a:pt x="90" y="2546"/>
                </a:lnTo>
                <a:cubicBezTo>
                  <a:pt x="0" y="2605"/>
                  <a:pt x="74" y="2747"/>
                  <a:pt x="162" y="2747"/>
                </a:cubicBezTo>
                <a:cubicBezTo>
                  <a:pt x="171" y="2747"/>
                  <a:pt x="180" y="2746"/>
                  <a:pt x="189" y="2743"/>
                </a:cubicBezTo>
                <a:lnTo>
                  <a:pt x="5282" y="180"/>
                </a:lnTo>
                <a:cubicBezTo>
                  <a:pt x="5365" y="124"/>
                  <a:pt x="5309" y="0"/>
                  <a:pt x="521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6" name="Google Shape;1220;p11"/>
          <p:cNvSpPr/>
          <p:nvPr/>
        </p:nvSpPr>
        <p:spPr>
          <a:xfrm>
            <a:off x="4933800" y="3824280"/>
            <a:ext cx="72360" cy="36720"/>
          </a:xfrm>
          <a:custGeom>
            <a:avLst/>
            <a:gdLst>
              <a:gd name="textAreaLeft" fmla="*/ 0 w 72360"/>
              <a:gd name="textAreaRight" fmla="*/ 72720 w 7236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3431" h="1751">
                <a:moveTo>
                  <a:pt x="3244" y="1"/>
                </a:moveTo>
                <a:cubicBezTo>
                  <a:pt x="3232" y="1"/>
                  <a:pt x="3221" y="2"/>
                  <a:pt x="3209" y="5"/>
                </a:cubicBezTo>
                <a:cubicBezTo>
                  <a:pt x="2191" y="564"/>
                  <a:pt x="1172" y="1089"/>
                  <a:pt x="120" y="1549"/>
                </a:cubicBezTo>
                <a:cubicBezTo>
                  <a:pt x="1" y="1609"/>
                  <a:pt x="99" y="1751"/>
                  <a:pt x="192" y="1751"/>
                </a:cubicBezTo>
                <a:cubicBezTo>
                  <a:pt x="201" y="1751"/>
                  <a:pt x="210" y="1750"/>
                  <a:pt x="219" y="1747"/>
                </a:cubicBezTo>
                <a:cubicBezTo>
                  <a:pt x="1271" y="1254"/>
                  <a:pt x="2289" y="728"/>
                  <a:pt x="3341" y="202"/>
                </a:cubicBezTo>
                <a:cubicBezTo>
                  <a:pt x="3430" y="142"/>
                  <a:pt x="3357" y="1"/>
                  <a:pt x="32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7" name="Google Shape;1221;p11"/>
          <p:cNvSpPr/>
          <p:nvPr/>
        </p:nvSpPr>
        <p:spPr>
          <a:xfrm>
            <a:off x="4982040" y="3832920"/>
            <a:ext cx="41400" cy="24480"/>
          </a:xfrm>
          <a:custGeom>
            <a:avLst/>
            <a:gdLst>
              <a:gd name="textAreaLeft" fmla="*/ 0 w 41400"/>
              <a:gd name="textAreaRight" fmla="*/ 41760 w 4140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1975" h="1180">
                <a:moveTo>
                  <a:pt x="1833" y="1"/>
                </a:moveTo>
                <a:cubicBezTo>
                  <a:pt x="1819" y="1"/>
                  <a:pt x="1806" y="5"/>
                  <a:pt x="1792" y="14"/>
                </a:cubicBezTo>
                <a:cubicBezTo>
                  <a:pt x="1167" y="277"/>
                  <a:pt x="609" y="606"/>
                  <a:pt x="83" y="1000"/>
                </a:cubicBezTo>
                <a:cubicBezTo>
                  <a:pt x="0" y="1055"/>
                  <a:pt x="56" y="1180"/>
                  <a:pt x="135" y="1180"/>
                </a:cubicBezTo>
                <a:cubicBezTo>
                  <a:pt x="150" y="1180"/>
                  <a:pt x="166" y="1175"/>
                  <a:pt x="181" y="1164"/>
                </a:cubicBezTo>
                <a:cubicBezTo>
                  <a:pt x="707" y="770"/>
                  <a:pt x="1266" y="441"/>
                  <a:pt x="1890" y="178"/>
                </a:cubicBezTo>
                <a:cubicBezTo>
                  <a:pt x="1975" y="150"/>
                  <a:pt x="1914" y="1"/>
                  <a:pt x="183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8" name="Google Shape;1222;p11"/>
          <p:cNvSpPr/>
          <p:nvPr/>
        </p:nvSpPr>
        <p:spPr>
          <a:xfrm>
            <a:off x="5647680" y="3322440"/>
            <a:ext cx="40680" cy="60120"/>
          </a:xfrm>
          <a:custGeom>
            <a:avLst/>
            <a:gdLst>
              <a:gd name="textAreaLeft" fmla="*/ 0 w 40680"/>
              <a:gd name="textAreaRight" fmla="*/ 41040 w 40680"/>
              <a:gd name="textAreaTop" fmla="*/ 0 h 60120"/>
              <a:gd name="textAreaBottom" fmla="*/ 60480 h 60120"/>
            </a:gdLst>
            <a:ahLst/>
            <a:cxnLst/>
            <a:rect l="textAreaLeft" t="textAreaTop" r="textAreaRight" b="textAreaBottom"/>
            <a:pathLst>
              <a:path w="1934" h="2858">
                <a:moveTo>
                  <a:pt x="163" y="1"/>
                </a:moveTo>
                <a:cubicBezTo>
                  <a:pt x="86" y="1"/>
                  <a:pt x="1" y="70"/>
                  <a:pt x="47" y="140"/>
                </a:cubicBezTo>
                <a:lnTo>
                  <a:pt x="1690" y="2802"/>
                </a:lnTo>
                <a:cubicBezTo>
                  <a:pt x="1710" y="2841"/>
                  <a:pt x="1742" y="2857"/>
                  <a:pt x="1775" y="2857"/>
                </a:cubicBezTo>
                <a:cubicBezTo>
                  <a:pt x="1851" y="2857"/>
                  <a:pt x="1933" y="2772"/>
                  <a:pt x="1887" y="2703"/>
                </a:cubicBezTo>
                <a:lnTo>
                  <a:pt x="244" y="42"/>
                </a:lnTo>
                <a:cubicBezTo>
                  <a:pt x="225" y="13"/>
                  <a:pt x="195" y="1"/>
                  <a:pt x="16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9" name="Google Shape;1223;p11"/>
          <p:cNvSpPr/>
          <p:nvPr/>
        </p:nvSpPr>
        <p:spPr>
          <a:xfrm>
            <a:off x="5682960" y="3361320"/>
            <a:ext cx="25920" cy="37800"/>
          </a:xfrm>
          <a:custGeom>
            <a:avLst/>
            <a:gdLst>
              <a:gd name="textAreaLeft" fmla="*/ 0 w 25920"/>
              <a:gd name="textAreaRight" fmla="*/ 26280 w 2592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43" h="1806">
                <a:moveTo>
                  <a:pt x="133" y="0"/>
                </a:moveTo>
                <a:cubicBezTo>
                  <a:pt x="67" y="0"/>
                  <a:pt x="0" y="85"/>
                  <a:pt x="46" y="154"/>
                </a:cubicBezTo>
                <a:cubicBezTo>
                  <a:pt x="342" y="713"/>
                  <a:pt x="670" y="1239"/>
                  <a:pt x="999" y="1765"/>
                </a:cubicBezTo>
                <a:cubicBezTo>
                  <a:pt x="1018" y="1793"/>
                  <a:pt x="1049" y="1805"/>
                  <a:pt x="1081" y="1805"/>
                </a:cubicBezTo>
                <a:cubicBezTo>
                  <a:pt x="1158" y="1805"/>
                  <a:pt x="1243" y="1736"/>
                  <a:pt x="1196" y="1666"/>
                </a:cubicBezTo>
                <a:cubicBezTo>
                  <a:pt x="835" y="1140"/>
                  <a:pt x="506" y="614"/>
                  <a:pt x="210" y="56"/>
                </a:cubicBezTo>
                <a:cubicBezTo>
                  <a:pt x="191" y="16"/>
                  <a:pt x="162" y="0"/>
                  <a:pt x="1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0" name="Google Shape;1224;p11"/>
          <p:cNvSpPr/>
          <p:nvPr/>
        </p:nvSpPr>
        <p:spPr>
          <a:xfrm>
            <a:off x="5695200" y="3353400"/>
            <a:ext cx="38880" cy="60480"/>
          </a:xfrm>
          <a:custGeom>
            <a:avLst/>
            <a:gdLst>
              <a:gd name="textAreaLeft" fmla="*/ 0 w 38880"/>
              <a:gd name="textAreaRight" fmla="*/ 39240 w 38880"/>
              <a:gd name="textAreaTop" fmla="*/ 0 h 60480"/>
              <a:gd name="textAreaBottom" fmla="*/ 60840 h 60480"/>
            </a:gdLst>
            <a:ahLst/>
            <a:cxnLst/>
            <a:rect l="textAreaLeft" t="textAreaTop" r="textAreaRight" b="textAreaBottom"/>
            <a:pathLst>
              <a:path w="1853" h="2882">
                <a:moveTo>
                  <a:pt x="148" y="0"/>
                </a:moveTo>
                <a:cubicBezTo>
                  <a:pt x="78" y="0"/>
                  <a:pt x="0" y="78"/>
                  <a:pt x="24" y="172"/>
                </a:cubicBezTo>
                <a:lnTo>
                  <a:pt x="1634" y="2834"/>
                </a:lnTo>
                <a:cubicBezTo>
                  <a:pt x="1656" y="2866"/>
                  <a:pt x="1689" y="2881"/>
                  <a:pt x="1721" y="2881"/>
                </a:cubicBezTo>
                <a:cubicBezTo>
                  <a:pt x="1787" y="2881"/>
                  <a:pt x="1853" y="2823"/>
                  <a:pt x="1831" y="2735"/>
                </a:cubicBezTo>
                <a:cubicBezTo>
                  <a:pt x="1272" y="1848"/>
                  <a:pt x="747" y="961"/>
                  <a:pt x="221" y="40"/>
                </a:cubicBezTo>
                <a:cubicBezTo>
                  <a:pt x="202" y="13"/>
                  <a:pt x="176" y="0"/>
                  <a:pt x="14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1" name="Google Shape;1225;p11"/>
          <p:cNvSpPr/>
          <p:nvPr/>
        </p:nvSpPr>
        <p:spPr>
          <a:xfrm>
            <a:off x="5704560" y="3345840"/>
            <a:ext cx="47520" cy="65880"/>
          </a:xfrm>
          <a:custGeom>
            <a:avLst/>
            <a:gdLst>
              <a:gd name="textAreaLeft" fmla="*/ 0 w 47520"/>
              <a:gd name="textAreaRight" fmla="*/ 47880 w 47520"/>
              <a:gd name="textAreaTop" fmla="*/ 0 h 65880"/>
              <a:gd name="textAreaBottom" fmla="*/ 66240 h 65880"/>
            </a:gdLst>
            <a:ahLst/>
            <a:cxnLst/>
            <a:rect l="textAreaLeft" t="textAreaTop" r="textAreaRight" b="textAreaBottom"/>
            <a:pathLst>
              <a:path w="2262" h="3135">
                <a:moveTo>
                  <a:pt x="160" y="1"/>
                </a:moveTo>
                <a:cubicBezTo>
                  <a:pt x="83" y="1"/>
                  <a:pt x="1" y="86"/>
                  <a:pt x="47" y="154"/>
                </a:cubicBezTo>
                <a:cubicBezTo>
                  <a:pt x="671" y="1173"/>
                  <a:pt x="1328" y="2159"/>
                  <a:pt x="2018" y="3079"/>
                </a:cubicBezTo>
                <a:cubicBezTo>
                  <a:pt x="2048" y="3119"/>
                  <a:pt x="2084" y="3134"/>
                  <a:pt x="2117" y="3134"/>
                </a:cubicBezTo>
                <a:cubicBezTo>
                  <a:pt x="2195" y="3134"/>
                  <a:pt x="2261" y="3049"/>
                  <a:pt x="2216" y="2980"/>
                </a:cubicBezTo>
                <a:cubicBezTo>
                  <a:pt x="1493" y="2027"/>
                  <a:pt x="835" y="1075"/>
                  <a:pt x="244" y="56"/>
                </a:cubicBezTo>
                <a:cubicBezTo>
                  <a:pt x="224" y="16"/>
                  <a:pt x="192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120" bIns="33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2" name="Google Shape;1226;p11"/>
          <p:cNvSpPr/>
          <p:nvPr/>
        </p:nvSpPr>
        <p:spPr>
          <a:xfrm>
            <a:off x="5715000" y="3335760"/>
            <a:ext cx="53640" cy="71640"/>
          </a:xfrm>
          <a:custGeom>
            <a:avLst/>
            <a:gdLst>
              <a:gd name="textAreaLeft" fmla="*/ 0 w 53640"/>
              <a:gd name="textAreaRight" fmla="*/ 54000 w 53640"/>
              <a:gd name="textAreaTop" fmla="*/ 0 h 71640"/>
              <a:gd name="textAreaBottom" fmla="*/ 72000 h 71640"/>
            </a:gdLst>
            <a:ahLst/>
            <a:cxnLst/>
            <a:rect l="textAreaLeft" t="textAreaTop" r="textAreaRight" b="textAreaBottom"/>
            <a:pathLst>
              <a:path w="2559" h="3401">
                <a:moveTo>
                  <a:pt x="152" y="1"/>
                </a:moveTo>
                <a:cubicBezTo>
                  <a:pt x="72" y="1"/>
                  <a:pt x="1" y="78"/>
                  <a:pt x="48" y="172"/>
                </a:cubicBezTo>
                <a:cubicBezTo>
                  <a:pt x="771" y="1257"/>
                  <a:pt x="1526" y="2308"/>
                  <a:pt x="2315" y="3360"/>
                </a:cubicBezTo>
                <a:cubicBezTo>
                  <a:pt x="2344" y="3389"/>
                  <a:pt x="2378" y="3401"/>
                  <a:pt x="2411" y="3401"/>
                </a:cubicBezTo>
                <a:cubicBezTo>
                  <a:pt x="2490" y="3401"/>
                  <a:pt x="2559" y="3331"/>
                  <a:pt x="2512" y="3261"/>
                </a:cubicBezTo>
                <a:cubicBezTo>
                  <a:pt x="1724" y="2210"/>
                  <a:pt x="935" y="1158"/>
                  <a:pt x="245" y="41"/>
                </a:cubicBezTo>
                <a:cubicBezTo>
                  <a:pt x="217" y="13"/>
                  <a:pt x="184" y="1"/>
                  <a:pt x="1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0" bIns="36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3" name="Google Shape;1227;p11"/>
          <p:cNvSpPr/>
          <p:nvPr/>
        </p:nvSpPr>
        <p:spPr>
          <a:xfrm>
            <a:off x="5745600" y="3344760"/>
            <a:ext cx="43200" cy="57600"/>
          </a:xfrm>
          <a:custGeom>
            <a:avLst/>
            <a:gdLst>
              <a:gd name="textAreaLeft" fmla="*/ 0 w 43200"/>
              <a:gd name="textAreaRight" fmla="*/ 43560 w 43200"/>
              <a:gd name="textAreaTop" fmla="*/ 0 h 57600"/>
              <a:gd name="textAreaBottom" fmla="*/ 57960 h 57600"/>
            </a:gdLst>
            <a:ahLst/>
            <a:cxnLst/>
            <a:rect l="textAreaLeft" t="textAreaTop" r="textAreaRight" b="textAreaBottom"/>
            <a:pathLst>
              <a:path w="2061" h="2737">
                <a:moveTo>
                  <a:pt x="166" y="0"/>
                </a:moveTo>
                <a:cubicBezTo>
                  <a:pt x="88" y="0"/>
                  <a:pt x="0" y="77"/>
                  <a:pt x="48" y="172"/>
                </a:cubicBezTo>
                <a:cubicBezTo>
                  <a:pt x="573" y="1059"/>
                  <a:pt x="1198" y="1913"/>
                  <a:pt x="1855" y="2702"/>
                </a:cubicBezTo>
                <a:cubicBezTo>
                  <a:pt x="1871" y="2726"/>
                  <a:pt x="1894" y="2737"/>
                  <a:pt x="1917" y="2737"/>
                </a:cubicBezTo>
                <a:cubicBezTo>
                  <a:pt x="1986" y="2737"/>
                  <a:pt x="2060" y="2644"/>
                  <a:pt x="1986" y="2570"/>
                </a:cubicBezTo>
                <a:cubicBezTo>
                  <a:pt x="1329" y="1782"/>
                  <a:pt x="738" y="927"/>
                  <a:pt x="245" y="40"/>
                </a:cubicBezTo>
                <a:cubicBezTo>
                  <a:pt x="226" y="12"/>
                  <a:pt x="197" y="0"/>
                  <a:pt x="16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0" bIns="28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4" name="Google Shape;1228;p11"/>
          <p:cNvSpPr/>
          <p:nvPr/>
        </p:nvSpPr>
        <p:spPr>
          <a:xfrm>
            <a:off x="5772600" y="3360240"/>
            <a:ext cx="28440" cy="39960"/>
          </a:xfrm>
          <a:custGeom>
            <a:avLst/>
            <a:gdLst>
              <a:gd name="textAreaLeft" fmla="*/ 0 w 28440"/>
              <a:gd name="textAreaRight" fmla="*/ 28800 w 28440"/>
              <a:gd name="textAreaTop" fmla="*/ 0 h 39960"/>
              <a:gd name="textAreaBottom" fmla="*/ 40320 h 39960"/>
            </a:gdLst>
            <a:ahLst/>
            <a:cxnLst/>
            <a:rect l="textAreaLeft" t="textAreaTop" r="textAreaRight" b="textAreaBottom"/>
            <a:pathLst>
              <a:path w="1366" h="1903">
                <a:moveTo>
                  <a:pt x="152" y="0"/>
                </a:moveTo>
                <a:cubicBezTo>
                  <a:pt x="72" y="0"/>
                  <a:pt x="1" y="77"/>
                  <a:pt x="48" y="172"/>
                </a:cubicBezTo>
                <a:cubicBezTo>
                  <a:pt x="410" y="730"/>
                  <a:pt x="771" y="1289"/>
                  <a:pt x="1132" y="1847"/>
                </a:cubicBezTo>
                <a:cubicBezTo>
                  <a:pt x="1152" y="1887"/>
                  <a:pt x="1184" y="1903"/>
                  <a:pt x="1216" y="1903"/>
                </a:cubicBezTo>
                <a:cubicBezTo>
                  <a:pt x="1290" y="1903"/>
                  <a:pt x="1366" y="1818"/>
                  <a:pt x="1297" y="1749"/>
                </a:cubicBezTo>
                <a:lnTo>
                  <a:pt x="245" y="40"/>
                </a:lnTo>
                <a:cubicBezTo>
                  <a:pt x="217" y="12"/>
                  <a:pt x="184" y="0"/>
                  <a:pt x="15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5" name="Google Shape;1229;p11"/>
          <p:cNvSpPr/>
          <p:nvPr/>
        </p:nvSpPr>
        <p:spPr>
          <a:xfrm>
            <a:off x="5762880" y="3467880"/>
            <a:ext cx="42840" cy="46440"/>
          </a:xfrm>
          <a:custGeom>
            <a:avLst/>
            <a:gdLst>
              <a:gd name="textAreaLeft" fmla="*/ 0 w 42840"/>
              <a:gd name="textAreaRight" fmla="*/ 43200 w 42840"/>
              <a:gd name="textAreaTop" fmla="*/ 0 h 46440"/>
              <a:gd name="textAreaBottom" fmla="*/ 46800 h 46440"/>
            </a:gdLst>
            <a:ahLst/>
            <a:cxnLst/>
            <a:rect l="textAreaLeft" t="textAreaTop" r="textAreaRight" b="textAreaBottom"/>
            <a:pathLst>
              <a:path w="2033" h="2210">
                <a:moveTo>
                  <a:pt x="155" y="1"/>
                </a:moveTo>
                <a:cubicBezTo>
                  <a:pt x="73" y="1"/>
                  <a:pt x="1" y="103"/>
                  <a:pt x="81" y="183"/>
                </a:cubicBezTo>
                <a:cubicBezTo>
                  <a:pt x="738" y="741"/>
                  <a:pt x="1330" y="1432"/>
                  <a:pt x="1790" y="2154"/>
                </a:cubicBezTo>
                <a:cubicBezTo>
                  <a:pt x="1809" y="2194"/>
                  <a:pt x="1841" y="2210"/>
                  <a:pt x="1874" y="2210"/>
                </a:cubicBezTo>
                <a:cubicBezTo>
                  <a:pt x="1950" y="2210"/>
                  <a:pt x="2033" y="2125"/>
                  <a:pt x="1987" y="2056"/>
                </a:cubicBezTo>
                <a:cubicBezTo>
                  <a:pt x="1494" y="1300"/>
                  <a:pt x="902" y="610"/>
                  <a:pt x="212" y="19"/>
                </a:cubicBezTo>
                <a:cubicBezTo>
                  <a:pt x="194" y="6"/>
                  <a:pt x="174" y="1"/>
                  <a:pt x="1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6" name="Google Shape;1230;p11"/>
          <p:cNvSpPr/>
          <p:nvPr/>
        </p:nvSpPr>
        <p:spPr>
          <a:xfrm>
            <a:off x="5785920" y="3475080"/>
            <a:ext cx="50040" cy="63000"/>
          </a:xfrm>
          <a:custGeom>
            <a:avLst/>
            <a:gdLst>
              <a:gd name="textAreaLeft" fmla="*/ 0 w 50040"/>
              <a:gd name="textAreaRight" fmla="*/ 50400 w 50040"/>
              <a:gd name="textAreaTop" fmla="*/ 0 h 63000"/>
              <a:gd name="textAreaBottom" fmla="*/ 63360 h 63000"/>
            </a:gdLst>
            <a:ahLst/>
            <a:cxnLst/>
            <a:rect l="textAreaLeft" t="textAreaTop" r="textAreaRight" b="textAreaBottom"/>
            <a:pathLst>
              <a:path w="2384" h="2989">
                <a:moveTo>
                  <a:pt x="152" y="1"/>
                </a:moveTo>
                <a:cubicBezTo>
                  <a:pt x="71" y="1"/>
                  <a:pt x="0" y="78"/>
                  <a:pt x="47" y="172"/>
                </a:cubicBezTo>
                <a:lnTo>
                  <a:pt x="2150" y="2933"/>
                </a:lnTo>
                <a:cubicBezTo>
                  <a:pt x="2170" y="2972"/>
                  <a:pt x="2202" y="2988"/>
                  <a:pt x="2234" y="2988"/>
                </a:cubicBezTo>
                <a:cubicBezTo>
                  <a:pt x="2308" y="2988"/>
                  <a:pt x="2384" y="2903"/>
                  <a:pt x="2315" y="2834"/>
                </a:cubicBezTo>
                <a:lnTo>
                  <a:pt x="245" y="41"/>
                </a:lnTo>
                <a:cubicBezTo>
                  <a:pt x="217" y="13"/>
                  <a:pt x="183" y="1"/>
                  <a:pt x="1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680" bIns="31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7" name="Google Shape;1231;p11"/>
          <p:cNvSpPr/>
          <p:nvPr/>
        </p:nvSpPr>
        <p:spPr>
          <a:xfrm>
            <a:off x="5802840" y="3474360"/>
            <a:ext cx="55800" cy="67320"/>
          </a:xfrm>
          <a:custGeom>
            <a:avLst/>
            <a:gdLst>
              <a:gd name="textAreaLeft" fmla="*/ 0 w 55800"/>
              <a:gd name="textAreaRight" fmla="*/ 56160 w 55800"/>
              <a:gd name="textAreaTop" fmla="*/ 0 h 67320"/>
              <a:gd name="textAreaBottom" fmla="*/ 67680 h 67320"/>
            </a:gdLst>
            <a:ahLst/>
            <a:cxnLst/>
            <a:rect l="textAreaLeft" t="textAreaTop" r="textAreaRight" b="textAreaBottom"/>
            <a:pathLst>
              <a:path w="2652" h="3198">
                <a:moveTo>
                  <a:pt x="136" y="0"/>
                </a:moveTo>
                <a:cubicBezTo>
                  <a:pt x="69" y="0"/>
                  <a:pt x="1" y="70"/>
                  <a:pt x="47" y="140"/>
                </a:cubicBezTo>
                <a:cubicBezTo>
                  <a:pt x="737" y="1224"/>
                  <a:pt x="1559" y="2243"/>
                  <a:pt x="2446" y="3163"/>
                </a:cubicBezTo>
                <a:cubicBezTo>
                  <a:pt x="2470" y="3188"/>
                  <a:pt x="2497" y="3198"/>
                  <a:pt x="2522" y="3198"/>
                </a:cubicBezTo>
                <a:cubicBezTo>
                  <a:pt x="2596" y="3198"/>
                  <a:pt x="2651" y="3105"/>
                  <a:pt x="2577" y="3031"/>
                </a:cubicBezTo>
                <a:cubicBezTo>
                  <a:pt x="1690" y="2111"/>
                  <a:pt x="901" y="1126"/>
                  <a:pt x="211" y="41"/>
                </a:cubicBezTo>
                <a:cubicBezTo>
                  <a:pt x="192" y="12"/>
                  <a:pt x="164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840" bIns="33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8" name="Google Shape;1232;p11"/>
          <p:cNvSpPr/>
          <p:nvPr/>
        </p:nvSpPr>
        <p:spPr>
          <a:xfrm>
            <a:off x="5812560" y="3456720"/>
            <a:ext cx="57960" cy="74160"/>
          </a:xfrm>
          <a:custGeom>
            <a:avLst/>
            <a:gdLst>
              <a:gd name="textAreaLeft" fmla="*/ 0 w 57960"/>
              <a:gd name="textAreaRight" fmla="*/ 58320 w 57960"/>
              <a:gd name="textAreaTop" fmla="*/ 0 h 74160"/>
              <a:gd name="textAreaBottom" fmla="*/ 74520 h 74160"/>
            </a:gdLst>
            <a:ahLst/>
            <a:cxnLst/>
            <a:rect l="textAreaLeft" t="textAreaTop" r="textAreaRight" b="textAreaBottom"/>
            <a:pathLst>
              <a:path w="2761" h="3523">
                <a:moveTo>
                  <a:pt x="148" y="1"/>
                </a:moveTo>
                <a:cubicBezTo>
                  <a:pt x="69" y="1"/>
                  <a:pt x="1" y="71"/>
                  <a:pt x="47" y="140"/>
                </a:cubicBezTo>
                <a:lnTo>
                  <a:pt x="47" y="173"/>
                </a:lnTo>
                <a:cubicBezTo>
                  <a:pt x="869" y="1290"/>
                  <a:pt x="1690" y="2375"/>
                  <a:pt x="2544" y="3492"/>
                </a:cubicBezTo>
                <a:cubicBezTo>
                  <a:pt x="2566" y="3513"/>
                  <a:pt x="2589" y="3522"/>
                  <a:pt x="2611" y="3522"/>
                </a:cubicBezTo>
                <a:cubicBezTo>
                  <a:pt x="2691" y="3522"/>
                  <a:pt x="2760" y="3405"/>
                  <a:pt x="2709" y="3328"/>
                </a:cubicBezTo>
                <a:cubicBezTo>
                  <a:pt x="1854" y="2243"/>
                  <a:pt x="1033" y="1159"/>
                  <a:pt x="244" y="42"/>
                </a:cubicBezTo>
                <a:cubicBezTo>
                  <a:pt x="215" y="13"/>
                  <a:pt x="181" y="1"/>
                  <a:pt x="1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080" bIns="37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9" name="Google Shape;1233;p11"/>
          <p:cNvSpPr/>
          <p:nvPr/>
        </p:nvSpPr>
        <p:spPr>
          <a:xfrm>
            <a:off x="5826960" y="3449880"/>
            <a:ext cx="57240" cy="71280"/>
          </a:xfrm>
          <a:custGeom>
            <a:avLst/>
            <a:gdLst>
              <a:gd name="textAreaLeft" fmla="*/ 0 w 57240"/>
              <a:gd name="textAreaRight" fmla="*/ 57600 w 57240"/>
              <a:gd name="textAreaTop" fmla="*/ 0 h 71280"/>
              <a:gd name="textAreaBottom" fmla="*/ 71640 h 71280"/>
            </a:gdLst>
            <a:ahLst/>
            <a:cxnLst/>
            <a:rect l="textAreaLeft" t="textAreaTop" r="textAreaRight" b="textAreaBottom"/>
            <a:pathLst>
              <a:path w="2724" h="3385">
                <a:moveTo>
                  <a:pt x="124" y="0"/>
                </a:moveTo>
                <a:cubicBezTo>
                  <a:pt x="62" y="0"/>
                  <a:pt x="1" y="93"/>
                  <a:pt x="50" y="166"/>
                </a:cubicBezTo>
                <a:lnTo>
                  <a:pt x="2515" y="3354"/>
                </a:lnTo>
                <a:cubicBezTo>
                  <a:pt x="2536" y="3375"/>
                  <a:pt x="2559" y="3384"/>
                  <a:pt x="2581" y="3384"/>
                </a:cubicBezTo>
                <a:cubicBezTo>
                  <a:pt x="2659" y="3384"/>
                  <a:pt x="2723" y="3267"/>
                  <a:pt x="2646" y="3190"/>
                </a:cubicBezTo>
                <a:lnTo>
                  <a:pt x="182" y="35"/>
                </a:lnTo>
                <a:cubicBezTo>
                  <a:pt x="165" y="10"/>
                  <a:pt x="145" y="0"/>
                  <a:pt x="12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640" bIns="35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0" name="Google Shape;1234;p11"/>
          <p:cNvSpPr/>
          <p:nvPr/>
        </p:nvSpPr>
        <p:spPr>
          <a:xfrm>
            <a:off x="5843880" y="3453840"/>
            <a:ext cx="43920" cy="52200"/>
          </a:xfrm>
          <a:custGeom>
            <a:avLst/>
            <a:gdLst>
              <a:gd name="textAreaLeft" fmla="*/ 0 w 43920"/>
              <a:gd name="textAreaRight" fmla="*/ 44280 w 43920"/>
              <a:gd name="textAreaTop" fmla="*/ 0 h 52200"/>
              <a:gd name="textAreaBottom" fmla="*/ 52560 h 52200"/>
            </a:gdLst>
            <a:ahLst/>
            <a:cxnLst/>
            <a:rect l="textAreaLeft" t="textAreaTop" r="textAreaRight" b="textAreaBottom"/>
            <a:pathLst>
              <a:path w="2093" h="2490">
                <a:moveTo>
                  <a:pt x="134" y="1"/>
                </a:moveTo>
                <a:cubicBezTo>
                  <a:pt x="67" y="1"/>
                  <a:pt x="1" y="86"/>
                  <a:pt x="47" y="155"/>
                </a:cubicBezTo>
                <a:cubicBezTo>
                  <a:pt x="638" y="943"/>
                  <a:pt x="1230" y="1699"/>
                  <a:pt x="1887" y="2455"/>
                </a:cubicBezTo>
                <a:cubicBezTo>
                  <a:pt x="1903" y="2480"/>
                  <a:pt x="1926" y="2490"/>
                  <a:pt x="1949" y="2490"/>
                </a:cubicBezTo>
                <a:cubicBezTo>
                  <a:pt x="2018" y="2490"/>
                  <a:pt x="2092" y="2397"/>
                  <a:pt x="2018" y="2324"/>
                </a:cubicBezTo>
                <a:cubicBezTo>
                  <a:pt x="1394" y="1601"/>
                  <a:pt x="803" y="812"/>
                  <a:pt x="211" y="56"/>
                </a:cubicBezTo>
                <a:cubicBezTo>
                  <a:pt x="191" y="17"/>
                  <a:pt x="163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280" bIns="26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1" name="Google Shape;1235;p11"/>
          <p:cNvSpPr/>
          <p:nvPr/>
        </p:nvSpPr>
        <p:spPr>
          <a:xfrm>
            <a:off x="5832000" y="3407400"/>
            <a:ext cx="39960" cy="47880"/>
          </a:xfrm>
          <a:custGeom>
            <a:avLst/>
            <a:gdLst>
              <a:gd name="textAreaLeft" fmla="*/ 0 w 39960"/>
              <a:gd name="textAreaRight" fmla="*/ 40320 w 39960"/>
              <a:gd name="textAreaTop" fmla="*/ 0 h 47880"/>
              <a:gd name="textAreaBottom" fmla="*/ 48240 h 47880"/>
            </a:gdLst>
            <a:ahLst/>
            <a:cxnLst/>
            <a:rect l="textAreaLeft" t="textAreaTop" r="textAreaRight" b="textAreaBottom"/>
            <a:pathLst>
              <a:path w="1904" h="2278">
                <a:moveTo>
                  <a:pt x="139" y="1"/>
                </a:moveTo>
                <a:cubicBezTo>
                  <a:pt x="71" y="1"/>
                  <a:pt x="0" y="78"/>
                  <a:pt x="47" y="172"/>
                </a:cubicBezTo>
                <a:cubicBezTo>
                  <a:pt x="573" y="895"/>
                  <a:pt x="1099" y="1585"/>
                  <a:pt x="1690" y="2242"/>
                </a:cubicBezTo>
                <a:cubicBezTo>
                  <a:pt x="1715" y="2267"/>
                  <a:pt x="1742" y="2277"/>
                  <a:pt x="1767" y="2277"/>
                </a:cubicBezTo>
                <a:cubicBezTo>
                  <a:pt x="1842" y="2277"/>
                  <a:pt x="1904" y="2185"/>
                  <a:pt x="1854" y="2111"/>
                </a:cubicBezTo>
                <a:cubicBezTo>
                  <a:pt x="1263" y="1454"/>
                  <a:pt x="737" y="763"/>
                  <a:pt x="211" y="41"/>
                </a:cubicBezTo>
                <a:cubicBezTo>
                  <a:pt x="193" y="13"/>
                  <a:pt x="166" y="1"/>
                  <a:pt x="13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2" name="Google Shape;1236;p11"/>
          <p:cNvSpPr/>
          <p:nvPr/>
        </p:nvSpPr>
        <p:spPr>
          <a:xfrm>
            <a:off x="5788080" y="3411720"/>
            <a:ext cx="20880" cy="28800"/>
          </a:xfrm>
          <a:custGeom>
            <a:avLst/>
            <a:gdLst>
              <a:gd name="textAreaLeft" fmla="*/ 0 w 20880"/>
              <a:gd name="textAreaRight" fmla="*/ 21240 w 2088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004" h="1379">
                <a:moveTo>
                  <a:pt x="136" y="1"/>
                </a:moveTo>
                <a:cubicBezTo>
                  <a:pt x="69" y="1"/>
                  <a:pt x="1" y="71"/>
                  <a:pt x="47" y="140"/>
                </a:cubicBezTo>
                <a:cubicBezTo>
                  <a:pt x="244" y="567"/>
                  <a:pt x="474" y="962"/>
                  <a:pt x="770" y="1323"/>
                </a:cubicBezTo>
                <a:cubicBezTo>
                  <a:pt x="790" y="1363"/>
                  <a:pt x="821" y="1379"/>
                  <a:pt x="853" y="1379"/>
                </a:cubicBezTo>
                <a:cubicBezTo>
                  <a:pt x="928" y="1379"/>
                  <a:pt x="1003" y="1294"/>
                  <a:pt x="934" y="1225"/>
                </a:cubicBezTo>
                <a:cubicBezTo>
                  <a:pt x="671" y="863"/>
                  <a:pt x="408" y="469"/>
                  <a:pt x="211" y="42"/>
                </a:cubicBezTo>
                <a:cubicBezTo>
                  <a:pt x="192" y="13"/>
                  <a:pt x="164" y="1"/>
                  <a:pt x="1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3" name="Google Shape;1237;p11"/>
          <p:cNvSpPr/>
          <p:nvPr/>
        </p:nvSpPr>
        <p:spPr>
          <a:xfrm>
            <a:off x="5803560" y="3410280"/>
            <a:ext cx="15480" cy="24480"/>
          </a:xfrm>
          <a:custGeom>
            <a:avLst/>
            <a:gdLst>
              <a:gd name="textAreaLeft" fmla="*/ 0 w 15480"/>
              <a:gd name="textAreaRight" fmla="*/ 15840 w 1548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756" h="1172">
                <a:moveTo>
                  <a:pt x="99" y="0"/>
                </a:moveTo>
                <a:cubicBezTo>
                  <a:pt x="33" y="0"/>
                  <a:pt x="0" y="66"/>
                  <a:pt x="0" y="132"/>
                </a:cubicBezTo>
                <a:cubicBezTo>
                  <a:pt x="164" y="460"/>
                  <a:pt x="329" y="822"/>
                  <a:pt x="559" y="1117"/>
                </a:cubicBezTo>
                <a:cubicBezTo>
                  <a:pt x="578" y="1156"/>
                  <a:pt x="597" y="1172"/>
                  <a:pt x="623" y="1172"/>
                </a:cubicBezTo>
                <a:cubicBezTo>
                  <a:pt x="641" y="1172"/>
                  <a:pt x="663" y="1164"/>
                  <a:pt x="690" y="1150"/>
                </a:cubicBezTo>
                <a:cubicBezTo>
                  <a:pt x="723" y="1117"/>
                  <a:pt x="756" y="1052"/>
                  <a:pt x="723" y="1019"/>
                </a:cubicBezTo>
                <a:cubicBezTo>
                  <a:pt x="526" y="723"/>
                  <a:pt x="362" y="394"/>
                  <a:pt x="230" y="66"/>
                </a:cubicBezTo>
                <a:cubicBezTo>
                  <a:pt x="197" y="33"/>
                  <a:pt x="131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4" name="Google Shape;1238;p11"/>
          <p:cNvSpPr/>
          <p:nvPr/>
        </p:nvSpPr>
        <p:spPr>
          <a:xfrm>
            <a:off x="5976000" y="3384000"/>
            <a:ext cx="48240" cy="55440"/>
          </a:xfrm>
          <a:custGeom>
            <a:avLst/>
            <a:gdLst>
              <a:gd name="textAreaLeft" fmla="*/ 0 w 48240"/>
              <a:gd name="textAreaRight" fmla="*/ 48600 w 48240"/>
              <a:gd name="textAreaTop" fmla="*/ 0 h 55440"/>
              <a:gd name="textAreaBottom" fmla="*/ 55800 h 55440"/>
            </a:gdLst>
            <a:ahLst/>
            <a:cxnLst/>
            <a:rect l="textAreaLeft" t="textAreaTop" r="textAreaRight" b="textAreaBottom"/>
            <a:pathLst>
              <a:path w="2294" h="2635">
                <a:moveTo>
                  <a:pt x="157" y="1"/>
                </a:moveTo>
                <a:cubicBezTo>
                  <a:pt x="85" y="1"/>
                  <a:pt x="1" y="118"/>
                  <a:pt x="78" y="196"/>
                </a:cubicBezTo>
                <a:cubicBezTo>
                  <a:pt x="768" y="951"/>
                  <a:pt x="1425" y="1740"/>
                  <a:pt x="2050" y="2594"/>
                </a:cubicBezTo>
                <a:cubicBezTo>
                  <a:pt x="2078" y="2622"/>
                  <a:pt x="2111" y="2634"/>
                  <a:pt x="2143" y="2634"/>
                </a:cubicBezTo>
                <a:cubicBezTo>
                  <a:pt x="2223" y="2634"/>
                  <a:pt x="2294" y="2557"/>
                  <a:pt x="2247" y="2463"/>
                </a:cubicBezTo>
                <a:cubicBezTo>
                  <a:pt x="1590" y="1641"/>
                  <a:pt x="932" y="820"/>
                  <a:pt x="210" y="31"/>
                </a:cubicBezTo>
                <a:cubicBezTo>
                  <a:pt x="195" y="10"/>
                  <a:pt x="176" y="1"/>
                  <a:pt x="15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5" name="Google Shape;1239;p11"/>
          <p:cNvSpPr/>
          <p:nvPr/>
        </p:nvSpPr>
        <p:spPr>
          <a:xfrm>
            <a:off x="6011280" y="3398040"/>
            <a:ext cx="41040" cy="55800"/>
          </a:xfrm>
          <a:custGeom>
            <a:avLst/>
            <a:gdLst>
              <a:gd name="textAreaLeft" fmla="*/ 0 w 41040"/>
              <a:gd name="textAreaRight" fmla="*/ 41400 w 4104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56" h="2660">
                <a:moveTo>
                  <a:pt x="133" y="0"/>
                </a:moveTo>
                <a:cubicBezTo>
                  <a:pt x="67" y="0"/>
                  <a:pt x="0" y="85"/>
                  <a:pt x="46" y="154"/>
                </a:cubicBezTo>
                <a:cubicBezTo>
                  <a:pt x="539" y="1008"/>
                  <a:pt x="1098" y="1830"/>
                  <a:pt x="1722" y="2618"/>
                </a:cubicBezTo>
                <a:cubicBezTo>
                  <a:pt x="1741" y="2647"/>
                  <a:pt x="1772" y="2659"/>
                  <a:pt x="1803" y="2659"/>
                </a:cubicBezTo>
                <a:cubicBezTo>
                  <a:pt x="1878" y="2659"/>
                  <a:pt x="1956" y="2590"/>
                  <a:pt x="1886" y="2520"/>
                </a:cubicBezTo>
                <a:cubicBezTo>
                  <a:pt x="1295" y="1731"/>
                  <a:pt x="703" y="910"/>
                  <a:pt x="210" y="55"/>
                </a:cubicBezTo>
                <a:cubicBezTo>
                  <a:pt x="191" y="16"/>
                  <a:pt x="162" y="0"/>
                  <a:pt x="1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6" name="Google Shape;1240;p11"/>
          <p:cNvSpPr/>
          <p:nvPr/>
        </p:nvSpPr>
        <p:spPr>
          <a:xfrm>
            <a:off x="6046560" y="3472200"/>
            <a:ext cx="42480" cy="50760"/>
          </a:xfrm>
          <a:custGeom>
            <a:avLst/>
            <a:gdLst>
              <a:gd name="textAreaLeft" fmla="*/ 0 w 42480"/>
              <a:gd name="textAreaRight" fmla="*/ 42840 w 42480"/>
              <a:gd name="textAreaTop" fmla="*/ 0 h 50760"/>
              <a:gd name="textAreaBottom" fmla="*/ 51120 h 50760"/>
            </a:gdLst>
            <a:ahLst/>
            <a:cxnLst/>
            <a:rect l="textAreaLeft" t="textAreaTop" r="textAreaRight" b="textAreaBottom"/>
            <a:pathLst>
              <a:path w="2019" h="2410">
                <a:moveTo>
                  <a:pt x="150" y="1"/>
                </a:moveTo>
                <a:cubicBezTo>
                  <a:pt x="68" y="1"/>
                  <a:pt x="0" y="93"/>
                  <a:pt x="99" y="167"/>
                </a:cubicBezTo>
                <a:cubicBezTo>
                  <a:pt x="789" y="791"/>
                  <a:pt x="1348" y="1547"/>
                  <a:pt x="1808" y="2369"/>
                </a:cubicBezTo>
                <a:cubicBezTo>
                  <a:pt x="1827" y="2398"/>
                  <a:pt x="1855" y="2409"/>
                  <a:pt x="1882" y="2409"/>
                </a:cubicBezTo>
                <a:cubicBezTo>
                  <a:pt x="1950" y="2409"/>
                  <a:pt x="2018" y="2340"/>
                  <a:pt x="1972" y="2270"/>
                </a:cubicBezTo>
                <a:cubicBezTo>
                  <a:pt x="1545" y="1416"/>
                  <a:pt x="920" y="660"/>
                  <a:pt x="230" y="36"/>
                </a:cubicBezTo>
                <a:cubicBezTo>
                  <a:pt x="206" y="11"/>
                  <a:pt x="177" y="1"/>
                  <a:pt x="15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7" name="Google Shape;1241;p11"/>
          <p:cNvSpPr/>
          <p:nvPr/>
        </p:nvSpPr>
        <p:spPr>
          <a:xfrm>
            <a:off x="6068880" y="3471120"/>
            <a:ext cx="49680" cy="68760"/>
          </a:xfrm>
          <a:custGeom>
            <a:avLst/>
            <a:gdLst>
              <a:gd name="textAreaLeft" fmla="*/ 0 w 49680"/>
              <a:gd name="textAreaRight" fmla="*/ 50040 w 49680"/>
              <a:gd name="textAreaTop" fmla="*/ 0 h 68760"/>
              <a:gd name="textAreaBottom" fmla="*/ 69120 h 68760"/>
            </a:gdLst>
            <a:ahLst/>
            <a:cxnLst/>
            <a:rect l="textAreaLeft" t="textAreaTop" r="textAreaRight" b="textAreaBottom"/>
            <a:pathLst>
              <a:path w="2366" h="3274">
                <a:moveTo>
                  <a:pt x="134" y="0"/>
                </a:moveTo>
                <a:cubicBezTo>
                  <a:pt x="67" y="0"/>
                  <a:pt x="1" y="85"/>
                  <a:pt x="47" y="154"/>
                </a:cubicBezTo>
                <a:cubicBezTo>
                  <a:pt x="605" y="1239"/>
                  <a:pt x="1328" y="2290"/>
                  <a:pt x="2150" y="3243"/>
                </a:cubicBezTo>
                <a:cubicBezTo>
                  <a:pt x="2171" y="3265"/>
                  <a:pt x="2194" y="3274"/>
                  <a:pt x="2216" y="3274"/>
                </a:cubicBezTo>
                <a:cubicBezTo>
                  <a:pt x="2296" y="3274"/>
                  <a:pt x="2365" y="3156"/>
                  <a:pt x="2314" y="3079"/>
                </a:cubicBezTo>
                <a:cubicBezTo>
                  <a:pt x="1492" y="2159"/>
                  <a:pt x="802" y="1140"/>
                  <a:pt x="211" y="56"/>
                </a:cubicBezTo>
                <a:cubicBezTo>
                  <a:pt x="191" y="16"/>
                  <a:pt x="162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560" bIns="34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8" name="Google Shape;1242;p11"/>
          <p:cNvSpPr/>
          <p:nvPr/>
        </p:nvSpPr>
        <p:spPr>
          <a:xfrm>
            <a:off x="6080760" y="3455640"/>
            <a:ext cx="58320" cy="88200"/>
          </a:xfrm>
          <a:custGeom>
            <a:avLst/>
            <a:gdLst>
              <a:gd name="textAreaLeft" fmla="*/ 0 w 58320"/>
              <a:gd name="textAreaRight" fmla="*/ 58680 w 58320"/>
              <a:gd name="textAreaTop" fmla="*/ 0 h 88200"/>
              <a:gd name="textAreaBottom" fmla="*/ 88560 h 88200"/>
            </a:gdLst>
            <a:ahLst/>
            <a:cxnLst/>
            <a:rect l="textAreaLeft" t="textAreaTop" r="textAreaRight" b="textAreaBottom"/>
            <a:pathLst>
              <a:path w="2765" h="4190">
                <a:moveTo>
                  <a:pt x="148" y="0"/>
                </a:moveTo>
                <a:cubicBezTo>
                  <a:pt x="69" y="0"/>
                  <a:pt x="1" y="70"/>
                  <a:pt x="47" y="139"/>
                </a:cubicBezTo>
                <a:cubicBezTo>
                  <a:pt x="934" y="1454"/>
                  <a:pt x="1789" y="2801"/>
                  <a:pt x="2545" y="4148"/>
                </a:cubicBezTo>
                <a:cubicBezTo>
                  <a:pt x="2573" y="4177"/>
                  <a:pt x="2605" y="4189"/>
                  <a:pt x="2635" y="4189"/>
                </a:cubicBezTo>
                <a:cubicBezTo>
                  <a:pt x="2706" y="4189"/>
                  <a:pt x="2765" y="4120"/>
                  <a:pt x="2742" y="4050"/>
                </a:cubicBezTo>
                <a:cubicBezTo>
                  <a:pt x="1953" y="2670"/>
                  <a:pt x="1132" y="1355"/>
                  <a:pt x="244" y="41"/>
                </a:cubicBezTo>
                <a:cubicBezTo>
                  <a:pt x="215" y="12"/>
                  <a:pt x="181" y="0"/>
                  <a:pt x="14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4280" bIns="44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9" name="Google Shape;1243;p11"/>
          <p:cNvSpPr/>
          <p:nvPr/>
        </p:nvSpPr>
        <p:spPr>
          <a:xfrm>
            <a:off x="6042600" y="3364200"/>
            <a:ext cx="100440" cy="152280"/>
          </a:xfrm>
          <a:custGeom>
            <a:avLst/>
            <a:gdLst>
              <a:gd name="textAreaLeft" fmla="*/ 0 w 100440"/>
              <a:gd name="textAreaRight" fmla="*/ 100800 w 100440"/>
              <a:gd name="textAreaTop" fmla="*/ 0 h 152280"/>
              <a:gd name="textAreaBottom" fmla="*/ 152640 h 152280"/>
            </a:gdLst>
            <a:ahLst/>
            <a:cxnLst/>
            <a:rect l="textAreaLeft" t="textAreaTop" r="textAreaRight" b="textAreaBottom"/>
            <a:pathLst>
              <a:path w="4761" h="7212">
                <a:moveTo>
                  <a:pt x="136" y="0"/>
                </a:moveTo>
                <a:cubicBezTo>
                  <a:pt x="69" y="0"/>
                  <a:pt x="0" y="70"/>
                  <a:pt x="47" y="140"/>
                </a:cubicBezTo>
                <a:lnTo>
                  <a:pt x="4549" y="7172"/>
                </a:lnTo>
                <a:cubicBezTo>
                  <a:pt x="4567" y="7200"/>
                  <a:pt x="4594" y="7212"/>
                  <a:pt x="4621" y="7212"/>
                </a:cubicBezTo>
                <a:cubicBezTo>
                  <a:pt x="4689" y="7212"/>
                  <a:pt x="4760" y="7135"/>
                  <a:pt x="4713" y="7040"/>
                </a:cubicBezTo>
                <a:lnTo>
                  <a:pt x="211" y="41"/>
                </a:lnTo>
                <a:cubicBezTo>
                  <a:pt x="192" y="12"/>
                  <a:pt x="164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6320" bIns="76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0" name="Google Shape;1244;p11"/>
          <p:cNvSpPr/>
          <p:nvPr/>
        </p:nvSpPr>
        <p:spPr>
          <a:xfrm>
            <a:off x="6084720" y="3407760"/>
            <a:ext cx="60480" cy="80640"/>
          </a:xfrm>
          <a:custGeom>
            <a:avLst/>
            <a:gdLst>
              <a:gd name="textAreaLeft" fmla="*/ 0 w 60480"/>
              <a:gd name="textAreaRight" fmla="*/ 60840 w 60480"/>
              <a:gd name="textAreaTop" fmla="*/ 0 h 80640"/>
              <a:gd name="textAreaBottom" fmla="*/ 81000 h 80640"/>
            </a:gdLst>
            <a:ahLst/>
            <a:cxnLst/>
            <a:rect l="textAreaLeft" t="textAreaTop" r="textAreaRight" b="textAreaBottom"/>
            <a:pathLst>
              <a:path w="2873" h="3835">
                <a:moveTo>
                  <a:pt x="263" y="132"/>
                </a:moveTo>
                <a:cubicBezTo>
                  <a:pt x="251" y="144"/>
                  <a:pt x="242" y="156"/>
                  <a:pt x="234" y="168"/>
                </a:cubicBezTo>
                <a:lnTo>
                  <a:pt x="234" y="168"/>
                </a:lnTo>
                <a:cubicBezTo>
                  <a:pt x="235" y="157"/>
                  <a:pt x="234" y="145"/>
                  <a:pt x="231" y="132"/>
                </a:cubicBezTo>
                <a:close/>
                <a:moveTo>
                  <a:pt x="165" y="1"/>
                </a:moveTo>
                <a:cubicBezTo>
                  <a:pt x="66" y="1"/>
                  <a:pt x="1" y="99"/>
                  <a:pt x="33" y="198"/>
                </a:cubicBezTo>
                <a:cubicBezTo>
                  <a:pt x="46" y="237"/>
                  <a:pt x="85" y="255"/>
                  <a:pt x="125" y="255"/>
                </a:cubicBezTo>
                <a:cubicBezTo>
                  <a:pt x="159" y="255"/>
                  <a:pt x="194" y="242"/>
                  <a:pt x="215" y="216"/>
                </a:cubicBezTo>
                <a:lnTo>
                  <a:pt x="215" y="216"/>
                </a:lnTo>
                <a:cubicBezTo>
                  <a:pt x="210" y="253"/>
                  <a:pt x="226" y="291"/>
                  <a:pt x="263" y="329"/>
                </a:cubicBezTo>
                <a:lnTo>
                  <a:pt x="329" y="461"/>
                </a:lnTo>
                <a:lnTo>
                  <a:pt x="493" y="691"/>
                </a:lnTo>
                <a:lnTo>
                  <a:pt x="789" y="1118"/>
                </a:lnTo>
                <a:lnTo>
                  <a:pt x="1414" y="2005"/>
                </a:lnTo>
                <a:cubicBezTo>
                  <a:pt x="1808" y="2597"/>
                  <a:pt x="2235" y="3188"/>
                  <a:pt x="2629" y="3780"/>
                </a:cubicBezTo>
                <a:cubicBezTo>
                  <a:pt x="2649" y="3819"/>
                  <a:pt x="2681" y="3835"/>
                  <a:pt x="2714" y="3835"/>
                </a:cubicBezTo>
                <a:cubicBezTo>
                  <a:pt x="2790" y="3835"/>
                  <a:pt x="2872" y="3750"/>
                  <a:pt x="2827" y="3681"/>
                </a:cubicBezTo>
                <a:lnTo>
                  <a:pt x="1249" y="1414"/>
                </a:lnTo>
                <a:lnTo>
                  <a:pt x="493" y="296"/>
                </a:lnTo>
                <a:cubicBezTo>
                  <a:pt x="428" y="231"/>
                  <a:pt x="329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1" name="Google Shape;1245;p11"/>
          <p:cNvSpPr/>
          <p:nvPr/>
        </p:nvSpPr>
        <p:spPr>
          <a:xfrm>
            <a:off x="6105960" y="3414600"/>
            <a:ext cx="50040" cy="65880"/>
          </a:xfrm>
          <a:custGeom>
            <a:avLst/>
            <a:gdLst>
              <a:gd name="textAreaLeft" fmla="*/ 0 w 50040"/>
              <a:gd name="textAreaRight" fmla="*/ 50400 w 50040"/>
              <a:gd name="textAreaTop" fmla="*/ 0 h 65880"/>
              <a:gd name="textAreaBottom" fmla="*/ 66240 h 65880"/>
            </a:gdLst>
            <a:ahLst/>
            <a:cxnLst/>
            <a:rect l="textAreaLeft" t="textAreaTop" r="textAreaRight" b="textAreaBottom"/>
            <a:pathLst>
              <a:path w="2375" h="3138">
                <a:moveTo>
                  <a:pt x="153" y="0"/>
                </a:moveTo>
                <a:cubicBezTo>
                  <a:pt x="78" y="0"/>
                  <a:pt x="0" y="70"/>
                  <a:pt x="70" y="140"/>
                </a:cubicBezTo>
                <a:cubicBezTo>
                  <a:pt x="760" y="1126"/>
                  <a:pt x="1450" y="2111"/>
                  <a:pt x="2140" y="3097"/>
                </a:cubicBezTo>
                <a:cubicBezTo>
                  <a:pt x="2159" y="3126"/>
                  <a:pt x="2190" y="3138"/>
                  <a:pt x="2221" y="3138"/>
                </a:cubicBezTo>
                <a:cubicBezTo>
                  <a:pt x="2296" y="3138"/>
                  <a:pt x="2374" y="3068"/>
                  <a:pt x="2304" y="2999"/>
                </a:cubicBezTo>
                <a:lnTo>
                  <a:pt x="234" y="41"/>
                </a:lnTo>
                <a:cubicBezTo>
                  <a:pt x="215" y="12"/>
                  <a:pt x="184" y="0"/>
                  <a:pt x="1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120" bIns="33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2" name="Google Shape;1246;p11"/>
          <p:cNvSpPr/>
          <p:nvPr/>
        </p:nvSpPr>
        <p:spPr>
          <a:xfrm>
            <a:off x="6130080" y="3427560"/>
            <a:ext cx="41760" cy="52920"/>
          </a:xfrm>
          <a:custGeom>
            <a:avLst/>
            <a:gdLst>
              <a:gd name="textAreaLeft" fmla="*/ 0 w 41760"/>
              <a:gd name="textAreaRight" fmla="*/ 42120 w 41760"/>
              <a:gd name="textAreaTop" fmla="*/ 0 h 52920"/>
              <a:gd name="textAreaBottom" fmla="*/ 53280 h 52920"/>
            </a:gdLst>
            <a:ahLst/>
            <a:cxnLst/>
            <a:rect l="textAreaLeft" t="textAreaTop" r="textAreaRight" b="textAreaBottom"/>
            <a:pathLst>
              <a:path w="1990" h="2513">
                <a:moveTo>
                  <a:pt x="151" y="0"/>
                </a:moveTo>
                <a:cubicBezTo>
                  <a:pt x="71" y="0"/>
                  <a:pt x="0" y="78"/>
                  <a:pt x="47" y="172"/>
                </a:cubicBezTo>
                <a:lnTo>
                  <a:pt x="1756" y="2472"/>
                </a:lnTo>
                <a:cubicBezTo>
                  <a:pt x="1775" y="2501"/>
                  <a:pt x="1806" y="2513"/>
                  <a:pt x="1837" y="2513"/>
                </a:cubicBezTo>
                <a:cubicBezTo>
                  <a:pt x="1912" y="2513"/>
                  <a:pt x="1990" y="2443"/>
                  <a:pt x="1920" y="2374"/>
                </a:cubicBezTo>
                <a:lnTo>
                  <a:pt x="244" y="41"/>
                </a:lnTo>
                <a:cubicBezTo>
                  <a:pt x="216" y="13"/>
                  <a:pt x="183" y="0"/>
                  <a:pt x="15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3" name="Google Shape;1247;p11"/>
          <p:cNvSpPr/>
          <p:nvPr/>
        </p:nvSpPr>
        <p:spPr>
          <a:xfrm>
            <a:off x="6140520" y="3417840"/>
            <a:ext cx="49680" cy="61560"/>
          </a:xfrm>
          <a:custGeom>
            <a:avLst/>
            <a:gdLst>
              <a:gd name="textAreaLeft" fmla="*/ 0 w 49680"/>
              <a:gd name="textAreaRight" fmla="*/ 50040 w 49680"/>
              <a:gd name="textAreaTop" fmla="*/ 0 h 61560"/>
              <a:gd name="textAreaBottom" fmla="*/ 61920 h 61560"/>
            </a:gdLst>
            <a:ahLst/>
            <a:cxnLst/>
            <a:rect l="textAreaLeft" t="textAreaTop" r="textAreaRight" b="textAreaBottom"/>
            <a:pathLst>
              <a:path w="2359" h="2931">
                <a:moveTo>
                  <a:pt x="137" y="1"/>
                </a:moveTo>
                <a:cubicBezTo>
                  <a:pt x="69" y="1"/>
                  <a:pt x="1" y="70"/>
                  <a:pt x="47" y="140"/>
                </a:cubicBezTo>
                <a:cubicBezTo>
                  <a:pt x="639" y="1159"/>
                  <a:pt x="1329" y="2079"/>
                  <a:pt x="2150" y="2900"/>
                </a:cubicBezTo>
                <a:cubicBezTo>
                  <a:pt x="2172" y="2922"/>
                  <a:pt x="2194" y="2931"/>
                  <a:pt x="2216" y="2931"/>
                </a:cubicBezTo>
                <a:cubicBezTo>
                  <a:pt x="2295" y="2931"/>
                  <a:pt x="2359" y="2813"/>
                  <a:pt x="2282" y="2736"/>
                </a:cubicBezTo>
                <a:cubicBezTo>
                  <a:pt x="1493" y="1947"/>
                  <a:pt x="803" y="1027"/>
                  <a:pt x="211" y="41"/>
                </a:cubicBezTo>
                <a:cubicBezTo>
                  <a:pt x="192" y="13"/>
                  <a:pt x="164" y="1"/>
                  <a:pt x="13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4" name="Google Shape;1248;p11"/>
          <p:cNvSpPr/>
          <p:nvPr/>
        </p:nvSpPr>
        <p:spPr>
          <a:xfrm>
            <a:off x="6159600" y="3424320"/>
            <a:ext cx="38160" cy="45720"/>
          </a:xfrm>
          <a:custGeom>
            <a:avLst/>
            <a:gdLst>
              <a:gd name="textAreaLeft" fmla="*/ 0 w 38160"/>
              <a:gd name="textAreaRight" fmla="*/ 38520 w 38160"/>
              <a:gd name="textAreaTop" fmla="*/ 0 h 45720"/>
              <a:gd name="textAreaBottom" fmla="*/ 46080 h 45720"/>
            </a:gdLst>
            <a:ahLst/>
            <a:cxnLst/>
            <a:rect l="textAreaLeft" t="textAreaTop" r="textAreaRight" b="textAreaBottom"/>
            <a:pathLst>
              <a:path w="1825" h="2173">
                <a:moveTo>
                  <a:pt x="144" y="0"/>
                </a:moveTo>
                <a:cubicBezTo>
                  <a:pt x="74" y="0"/>
                  <a:pt x="0" y="93"/>
                  <a:pt x="74" y="167"/>
                </a:cubicBezTo>
                <a:lnTo>
                  <a:pt x="1619" y="2138"/>
                </a:lnTo>
                <a:cubicBezTo>
                  <a:pt x="1635" y="2162"/>
                  <a:pt x="1657" y="2173"/>
                  <a:pt x="1679" y="2173"/>
                </a:cubicBezTo>
                <a:cubicBezTo>
                  <a:pt x="1749" y="2173"/>
                  <a:pt x="1825" y="2073"/>
                  <a:pt x="1750" y="1974"/>
                </a:cubicBezTo>
                <a:cubicBezTo>
                  <a:pt x="1224" y="1350"/>
                  <a:pt x="731" y="692"/>
                  <a:pt x="206" y="35"/>
                </a:cubicBezTo>
                <a:cubicBezTo>
                  <a:pt x="189" y="11"/>
                  <a:pt x="167" y="0"/>
                  <a:pt x="1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5" name="Google Shape;1249;p11"/>
          <p:cNvSpPr/>
          <p:nvPr/>
        </p:nvSpPr>
        <p:spPr>
          <a:xfrm>
            <a:off x="6083280" y="3335760"/>
            <a:ext cx="50040" cy="61920"/>
          </a:xfrm>
          <a:custGeom>
            <a:avLst/>
            <a:gdLst>
              <a:gd name="textAreaLeft" fmla="*/ 0 w 50040"/>
              <a:gd name="textAreaRight" fmla="*/ 50400 w 5004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2376" h="2941">
                <a:moveTo>
                  <a:pt x="158" y="1"/>
                </a:moveTo>
                <a:cubicBezTo>
                  <a:pt x="82" y="1"/>
                  <a:pt x="1" y="78"/>
                  <a:pt x="72" y="172"/>
                </a:cubicBezTo>
                <a:lnTo>
                  <a:pt x="2142" y="2900"/>
                </a:lnTo>
                <a:cubicBezTo>
                  <a:pt x="2161" y="2929"/>
                  <a:pt x="2192" y="2941"/>
                  <a:pt x="2223" y="2941"/>
                </a:cubicBezTo>
                <a:cubicBezTo>
                  <a:pt x="2298" y="2941"/>
                  <a:pt x="2376" y="2871"/>
                  <a:pt x="2306" y="2801"/>
                </a:cubicBezTo>
                <a:lnTo>
                  <a:pt x="236" y="41"/>
                </a:lnTo>
                <a:cubicBezTo>
                  <a:pt x="217" y="13"/>
                  <a:pt x="188" y="1"/>
                  <a:pt x="15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6" name="Google Shape;1250;p11"/>
          <p:cNvSpPr/>
          <p:nvPr/>
        </p:nvSpPr>
        <p:spPr>
          <a:xfrm>
            <a:off x="6005160" y="3330360"/>
            <a:ext cx="30240" cy="43920"/>
          </a:xfrm>
          <a:custGeom>
            <a:avLst/>
            <a:gdLst>
              <a:gd name="textAreaLeft" fmla="*/ 0 w 30240"/>
              <a:gd name="textAreaRight" fmla="*/ 30600 w 30240"/>
              <a:gd name="textAreaTop" fmla="*/ 0 h 43920"/>
              <a:gd name="textAreaBottom" fmla="*/ 44280 h 43920"/>
            </a:gdLst>
            <a:ahLst/>
            <a:cxnLst/>
            <a:rect l="textAreaLeft" t="textAreaTop" r="textAreaRight" b="textAreaBottom"/>
            <a:pathLst>
              <a:path w="1442" h="2086">
                <a:moveTo>
                  <a:pt x="137" y="0"/>
                </a:moveTo>
                <a:cubicBezTo>
                  <a:pt x="69" y="0"/>
                  <a:pt x="1" y="70"/>
                  <a:pt x="47" y="140"/>
                </a:cubicBezTo>
                <a:lnTo>
                  <a:pt x="1197" y="2046"/>
                </a:lnTo>
                <a:cubicBezTo>
                  <a:pt x="1216" y="2073"/>
                  <a:pt x="1245" y="2086"/>
                  <a:pt x="1276" y="2086"/>
                </a:cubicBezTo>
                <a:cubicBezTo>
                  <a:pt x="1354" y="2086"/>
                  <a:pt x="1442" y="2008"/>
                  <a:pt x="1395" y="1914"/>
                </a:cubicBezTo>
                <a:lnTo>
                  <a:pt x="212" y="41"/>
                </a:lnTo>
                <a:cubicBezTo>
                  <a:pt x="192" y="12"/>
                  <a:pt x="165" y="0"/>
                  <a:pt x="13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7" name="Google Shape;1251;p11"/>
          <p:cNvSpPr/>
          <p:nvPr/>
        </p:nvSpPr>
        <p:spPr>
          <a:xfrm>
            <a:off x="5981400" y="3332520"/>
            <a:ext cx="27000" cy="38160"/>
          </a:xfrm>
          <a:custGeom>
            <a:avLst/>
            <a:gdLst>
              <a:gd name="textAreaLeft" fmla="*/ 0 w 27000"/>
              <a:gd name="textAreaRight" fmla="*/ 27360 w 27000"/>
              <a:gd name="textAreaTop" fmla="*/ 0 h 38160"/>
              <a:gd name="textAreaBottom" fmla="*/ 38520 h 38160"/>
            </a:gdLst>
            <a:ahLst/>
            <a:cxnLst/>
            <a:rect l="textAreaLeft" t="textAreaTop" r="textAreaRight" b="textAreaBottom"/>
            <a:pathLst>
              <a:path w="1287" h="1825">
                <a:moveTo>
                  <a:pt x="148" y="1"/>
                </a:moveTo>
                <a:cubicBezTo>
                  <a:pt x="69" y="1"/>
                  <a:pt x="1" y="71"/>
                  <a:pt x="47" y="140"/>
                </a:cubicBezTo>
                <a:cubicBezTo>
                  <a:pt x="409" y="699"/>
                  <a:pt x="770" y="1225"/>
                  <a:pt x="1066" y="1783"/>
                </a:cubicBezTo>
                <a:cubicBezTo>
                  <a:pt x="1095" y="1812"/>
                  <a:pt x="1126" y="1824"/>
                  <a:pt x="1156" y="1824"/>
                </a:cubicBezTo>
                <a:cubicBezTo>
                  <a:pt x="1227" y="1824"/>
                  <a:pt x="1286" y="1754"/>
                  <a:pt x="1263" y="1685"/>
                </a:cubicBezTo>
                <a:cubicBezTo>
                  <a:pt x="934" y="1126"/>
                  <a:pt x="573" y="600"/>
                  <a:pt x="244" y="42"/>
                </a:cubicBezTo>
                <a:cubicBezTo>
                  <a:pt x="215" y="13"/>
                  <a:pt x="181" y="1"/>
                  <a:pt x="1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8" name="Google Shape;1252;p11"/>
          <p:cNvSpPr/>
          <p:nvPr/>
        </p:nvSpPr>
        <p:spPr>
          <a:xfrm>
            <a:off x="6175440" y="3515760"/>
            <a:ext cx="38520" cy="48240"/>
          </a:xfrm>
          <a:custGeom>
            <a:avLst/>
            <a:gdLst>
              <a:gd name="textAreaLeft" fmla="*/ 0 w 38520"/>
              <a:gd name="textAreaRight" fmla="*/ 38880 w 3852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1833" h="2288">
                <a:moveTo>
                  <a:pt x="133" y="0"/>
                </a:moveTo>
                <a:cubicBezTo>
                  <a:pt x="67" y="0"/>
                  <a:pt x="0" y="85"/>
                  <a:pt x="46" y="154"/>
                </a:cubicBezTo>
                <a:cubicBezTo>
                  <a:pt x="473" y="910"/>
                  <a:pt x="999" y="1600"/>
                  <a:pt x="1623" y="2257"/>
                </a:cubicBezTo>
                <a:cubicBezTo>
                  <a:pt x="1638" y="2279"/>
                  <a:pt x="1657" y="2288"/>
                  <a:pt x="1676" y="2288"/>
                </a:cubicBezTo>
                <a:cubicBezTo>
                  <a:pt x="1748" y="2288"/>
                  <a:pt x="1832" y="2170"/>
                  <a:pt x="1755" y="2093"/>
                </a:cubicBezTo>
                <a:cubicBezTo>
                  <a:pt x="1163" y="1469"/>
                  <a:pt x="670" y="779"/>
                  <a:pt x="210" y="56"/>
                </a:cubicBezTo>
                <a:cubicBezTo>
                  <a:pt x="191" y="16"/>
                  <a:pt x="162" y="0"/>
                  <a:pt x="1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9" name="Google Shape;1253;p11"/>
          <p:cNvSpPr/>
          <p:nvPr/>
        </p:nvSpPr>
        <p:spPr>
          <a:xfrm>
            <a:off x="6203160" y="3522240"/>
            <a:ext cx="28800" cy="38160"/>
          </a:xfrm>
          <a:custGeom>
            <a:avLst/>
            <a:gdLst>
              <a:gd name="textAreaLeft" fmla="*/ 0 w 28800"/>
              <a:gd name="textAreaRight" fmla="*/ 29160 w 28800"/>
              <a:gd name="textAreaTop" fmla="*/ 0 h 38160"/>
              <a:gd name="textAreaBottom" fmla="*/ 38520 h 38160"/>
            </a:gdLst>
            <a:ahLst/>
            <a:cxnLst/>
            <a:rect l="textAreaLeft" t="textAreaTop" r="textAreaRight" b="textAreaBottom"/>
            <a:pathLst>
              <a:path w="1379" h="1818">
                <a:moveTo>
                  <a:pt x="166" y="0"/>
                </a:moveTo>
                <a:cubicBezTo>
                  <a:pt x="88" y="0"/>
                  <a:pt x="0" y="78"/>
                  <a:pt x="48" y="172"/>
                </a:cubicBezTo>
                <a:lnTo>
                  <a:pt x="48" y="139"/>
                </a:lnTo>
                <a:cubicBezTo>
                  <a:pt x="376" y="731"/>
                  <a:pt x="770" y="1256"/>
                  <a:pt x="1165" y="1782"/>
                </a:cubicBezTo>
                <a:cubicBezTo>
                  <a:pt x="1189" y="1807"/>
                  <a:pt x="1216" y="1817"/>
                  <a:pt x="1241" y="1817"/>
                </a:cubicBezTo>
                <a:cubicBezTo>
                  <a:pt x="1317" y="1817"/>
                  <a:pt x="1378" y="1725"/>
                  <a:pt x="1329" y="1651"/>
                </a:cubicBezTo>
                <a:cubicBezTo>
                  <a:pt x="935" y="1125"/>
                  <a:pt x="573" y="599"/>
                  <a:pt x="245" y="41"/>
                </a:cubicBezTo>
                <a:cubicBezTo>
                  <a:pt x="226" y="13"/>
                  <a:pt x="197" y="0"/>
                  <a:pt x="16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0" name="Google Shape;1254;p11"/>
          <p:cNvSpPr/>
          <p:nvPr/>
        </p:nvSpPr>
        <p:spPr>
          <a:xfrm>
            <a:off x="6225840" y="3526560"/>
            <a:ext cx="24120" cy="32400"/>
          </a:xfrm>
          <a:custGeom>
            <a:avLst/>
            <a:gdLst>
              <a:gd name="textAreaLeft" fmla="*/ 0 w 24120"/>
              <a:gd name="textAreaRight" fmla="*/ 24480 w 241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159" h="1548">
                <a:moveTo>
                  <a:pt x="66" y="1"/>
                </a:moveTo>
                <a:cubicBezTo>
                  <a:pt x="0" y="1"/>
                  <a:pt x="0" y="67"/>
                  <a:pt x="0" y="132"/>
                </a:cubicBezTo>
                <a:cubicBezTo>
                  <a:pt x="197" y="658"/>
                  <a:pt x="526" y="1118"/>
                  <a:pt x="953" y="1512"/>
                </a:cubicBezTo>
                <a:cubicBezTo>
                  <a:pt x="970" y="1537"/>
                  <a:pt x="992" y="1547"/>
                  <a:pt x="1015" y="1547"/>
                </a:cubicBezTo>
                <a:cubicBezTo>
                  <a:pt x="1085" y="1547"/>
                  <a:pt x="1159" y="1455"/>
                  <a:pt x="1085" y="1381"/>
                </a:cubicBezTo>
                <a:cubicBezTo>
                  <a:pt x="690" y="1019"/>
                  <a:pt x="395" y="559"/>
                  <a:pt x="197" y="67"/>
                </a:cubicBezTo>
                <a:cubicBezTo>
                  <a:pt x="164" y="34"/>
                  <a:pt x="132" y="1"/>
                  <a:pt x="6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1" name="Google Shape;1255;p11"/>
          <p:cNvSpPr/>
          <p:nvPr/>
        </p:nvSpPr>
        <p:spPr>
          <a:xfrm>
            <a:off x="6238440" y="3533040"/>
            <a:ext cx="18360" cy="25560"/>
          </a:xfrm>
          <a:custGeom>
            <a:avLst/>
            <a:gdLst>
              <a:gd name="textAreaLeft" fmla="*/ 0 w 18360"/>
              <a:gd name="textAreaRight" fmla="*/ 18720 w 1836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888" h="1231">
                <a:moveTo>
                  <a:pt x="143" y="1"/>
                </a:moveTo>
                <a:cubicBezTo>
                  <a:pt x="121" y="1"/>
                  <a:pt x="94" y="9"/>
                  <a:pt x="66" y="22"/>
                </a:cubicBezTo>
                <a:cubicBezTo>
                  <a:pt x="34" y="55"/>
                  <a:pt x="1" y="121"/>
                  <a:pt x="34" y="154"/>
                </a:cubicBezTo>
                <a:cubicBezTo>
                  <a:pt x="231" y="515"/>
                  <a:pt x="428" y="877"/>
                  <a:pt x="724" y="1205"/>
                </a:cubicBezTo>
                <a:cubicBezTo>
                  <a:pt x="740" y="1222"/>
                  <a:pt x="765" y="1230"/>
                  <a:pt x="789" y="1230"/>
                </a:cubicBezTo>
                <a:cubicBezTo>
                  <a:pt x="814" y="1230"/>
                  <a:pt x="839" y="1222"/>
                  <a:pt x="855" y="1205"/>
                </a:cubicBezTo>
                <a:cubicBezTo>
                  <a:pt x="888" y="1173"/>
                  <a:pt x="888" y="1107"/>
                  <a:pt x="855" y="1041"/>
                </a:cubicBezTo>
                <a:cubicBezTo>
                  <a:pt x="592" y="745"/>
                  <a:pt x="395" y="417"/>
                  <a:pt x="198" y="55"/>
                </a:cubicBezTo>
                <a:cubicBezTo>
                  <a:pt x="198" y="17"/>
                  <a:pt x="175" y="1"/>
                  <a:pt x="1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2" name="Google Shape;1256;p11"/>
          <p:cNvSpPr/>
          <p:nvPr/>
        </p:nvSpPr>
        <p:spPr>
          <a:xfrm>
            <a:off x="6341760" y="3477240"/>
            <a:ext cx="36360" cy="49680"/>
          </a:xfrm>
          <a:custGeom>
            <a:avLst/>
            <a:gdLst>
              <a:gd name="textAreaLeft" fmla="*/ 0 w 36360"/>
              <a:gd name="textAreaRight" fmla="*/ 36720 w 36360"/>
              <a:gd name="textAreaTop" fmla="*/ 0 h 49680"/>
              <a:gd name="textAreaBottom" fmla="*/ 50040 h 49680"/>
            </a:gdLst>
            <a:ahLst/>
            <a:cxnLst/>
            <a:rect l="textAreaLeft" t="textAreaTop" r="textAreaRight" b="textAreaBottom"/>
            <a:pathLst>
              <a:path w="1737" h="2364">
                <a:moveTo>
                  <a:pt x="134" y="0"/>
                </a:moveTo>
                <a:cubicBezTo>
                  <a:pt x="67" y="0"/>
                  <a:pt x="1" y="85"/>
                  <a:pt x="47" y="154"/>
                </a:cubicBezTo>
                <a:lnTo>
                  <a:pt x="1525" y="2323"/>
                </a:lnTo>
                <a:cubicBezTo>
                  <a:pt x="1545" y="2352"/>
                  <a:pt x="1572" y="2364"/>
                  <a:pt x="1600" y="2364"/>
                </a:cubicBezTo>
                <a:cubicBezTo>
                  <a:pt x="1668" y="2364"/>
                  <a:pt x="1736" y="2294"/>
                  <a:pt x="1690" y="2224"/>
                </a:cubicBezTo>
                <a:lnTo>
                  <a:pt x="211" y="55"/>
                </a:lnTo>
                <a:cubicBezTo>
                  <a:pt x="191" y="16"/>
                  <a:pt x="163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3" name="Google Shape;1257;p11"/>
          <p:cNvSpPr/>
          <p:nvPr/>
        </p:nvSpPr>
        <p:spPr>
          <a:xfrm>
            <a:off x="6361920" y="3482280"/>
            <a:ext cx="34920" cy="45000"/>
          </a:xfrm>
          <a:custGeom>
            <a:avLst/>
            <a:gdLst>
              <a:gd name="textAreaLeft" fmla="*/ 0 w 34920"/>
              <a:gd name="textAreaRight" fmla="*/ 35280 w 3492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1667" h="2149">
                <a:moveTo>
                  <a:pt x="123" y="0"/>
                </a:moveTo>
                <a:cubicBezTo>
                  <a:pt x="59" y="0"/>
                  <a:pt x="1" y="58"/>
                  <a:pt x="45" y="146"/>
                </a:cubicBezTo>
                <a:cubicBezTo>
                  <a:pt x="406" y="869"/>
                  <a:pt x="899" y="1526"/>
                  <a:pt x="1458" y="2118"/>
                </a:cubicBezTo>
                <a:cubicBezTo>
                  <a:pt x="1472" y="2139"/>
                  <a:pt x="1491" y="2148"/>
                  <a:pt x="1511" y="2148"/>
                </a:cubicBezTo>
                <a:cubicBezTo>
                  <a:pt x="1582" y="2148"/>
                  <a:pt x="1666" y="2031"/>
                  <a:pt x="1589" y="1953"/>
                </a:cubicBezTo>
                <a:cubicBezTo>
                  <a:pt x="1063" y="1395"/>
                  <a:pt x="603" y="738"/>
                  <a:pt x="209" y="47"/>
                </a:cubicBezTo>
                <a:cubicBezTo>
                  <a:pt x="187" y="15"/>
                  <a:pt x="154" y="0"/>
                  <a:pt x="1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4" name="Google Shape;1258;p11"/>
          <p:cNvSpPr/>
          <p:nvPr/>
        </p:nvSpPr>
        <p:spPr>
          <a:xfrm>
            <a:off x="6377400" y="3480480"/>
            <a:ext cx="40320" cy="46080"/>
          </a:xfrm>
          <a:custGeom>
            <a:avLst/>
            <a:gdLst>
              <a:gd name="textAreaLeft" fmla="*/ 0 w 40320"/>
              <a:gd name="textAreaRight" fmla="*/ 40680 w 40320"/>
              <a:gd name="textAreaTop" fmla="*/ 0 h 46080"/>
              <a:gd name="textAreaBottom" fmla="*/ 46440 h 46080"/>
            </a:gdLst>
            <a:ahLst/>
            <a:cxnLst/>
            <a:rect l="textAreaLeft" t="textAreaTop" r="textAreaRight" b="textAreaBottom"/>
            <a:pathLst>
              <a:path w="1929" h="2199">
                <a:moveTo>
                  <a:pt x="154" y="0"/>
                </a:moveTo>
                <a:cubicBezTo>
                  <a:pt x="79" y="0"/>
                  <a:pt x="1" y="70"/>
                  <a:pt x="70" y="139"/>
                </a:cubicBezTo>
                <a:lnTo>
                  <a:pt x="38" y="139"/>
                </a:lnTo>
                <a:cubicBezTo>
                  <a:pt x="530" y="862"/>
                  <a:pt x="1089" y="1552"/>
                  <a:pt x="1746" y="2177"/>
                </a:cubicBezTo>
                <a:cubicBezTo>
                  <a:pt x="1761" y="2192"/>
                  <a:pt x="1779" y="2198"/>
                  <a:pt x="1798" y="2198"/>
                </a:cubicBezTo>
                <a:cubicBezTo>
                  <a:pt x="1861" y="2198"/>
                  <a:pt x="1929" y="2122"/>
                  <a:pt x="1878" y="2045"/>
                </a:cubicBezTo>
                <a:cubicBezTo>
                  <a:pt x="1253" y="1421"/>
                  <a:pt x="695" y="764"/>
                  <a:pt x="235" y="41"/>
                </a:cubicBezTo>
                <a:cubicBezTo>
                  <a:pt x="215" y="12"/>
                  <a:pt x="185" y="0"/>
                  <a:pt x="1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5" name="Google Shape;1259;p11"/>
          <p:cNvSpPr/>
          <p:nvPr/>
        </p:nvSpPr>
        <p:spPr>
          <a:xfrm>
            <a:off x="6391800" y="3473280"/>
            <a:ext cx="46080" cy="57600"/>
          </a:xfrm>
          <a:custGeom>
            <a:avLst/>
            <a:gdLst>
              <a:gd name="textAreaLeft" fmla="*/ 0 w 46080"/>
              <a:gd name="textAreaRight" fmla="*/ 46440 w 46080"/>
              <a:gd name="textAreaTop" fmla="*/ 0 h 57600"/>
              <a:gd name="textAreaBottom" fmla="*/ 57960 h 57600"/>
            </a:gdLst>
            <a:ahLst/>
            <a:cxnLst/>
            <a:rect l="textAreaLeft" t="textAreaTop" r="textAreaRight" b="textAreaBottom"/>
            <a:pathLst>
              <a:path w="2193" h="2741">
                <a:moveTo>
                  <a:pt x="123" y="1"/>
                </a:moveTo>
                <a:cubicBezTo>
                  <a:pt x="59" y="1"/>
                  <a:pt x="1" y="59"/>
                  <a:pt x="45" y="147"/>
                </a:cubicBezTo>
                <a:cubicBezTo>
                  <a:pt x="570" y="1067"/>
                  <a:pt x="1228" y="1921"/>
                  <a:pt x="1983" y="2710"/>
                </a:cubicBezTo>
                <a:cubicBezTo>
                  <a:pt x="1998" y="2731"/>
                  <a:pt x="2017" y="2740"/>
                  <a:pt x="2036" y="2740"/>
                </a:cubicBezTo>
                <a:cubicBezTo>
                  <a:pt x="2108" y="2740"/>
                  <a:pt x="2192" y="2623"/>
                  <a:pt x="2115" y="2546"/>
                </a:cubicBezTo>
                <a:cubicBezTo>
                  <a:pt x="1392" y="1790"/>
                  <a:pt x="735" y="936"/>
                  <a:pt x="209" y="48"/>
                </a:cubicBezTo>
                <a:cubicBezTo>
                  <a:pt x="187" y="15"/>
                  <a:pt x="154" y="1"/>
                  <a:pt x="1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0" bIns="28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6" name="Google Shape;1260;p11"/>
          <p:cNvSpPr/>
          <p:nvPr/>
        </p:nvSpPr>
        <p:spPr>
          <a:xfrm>
            <a:off x="6376680" y="3427200"/>
            <a:ext cx="75240" cy="95040"/>
          </a:xfrm>
          <a:custGeom>
            <a:avLst/>
            <a:gdLst>
              <a:gd name="textAreaLeft" fmla="*/ 0 w 75240"/>
              <a:gd name="textAreaRight" fmla="*/ 75600 w 7524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3566" h="4507">
                <a:moveTo>
                  <a:pt x="130" y="1"/>
                </a:moveTo>
                <a:cubicBezTo>
                  <a:pt x="56" y="1"/>
                  <a:pt x="1" y="93"/>
                  <a:pt x="75" y="167"/>
                </a:cubicBezTo>
                <a:cubicBezTo>
                  <a:pt x="732" y="857"/>
                  <a:pt x="1323" y="1613"/>
                  <a:pt x="1849" y="2434"/>
                </a:cubicBezTo>
                <a:cubicBezTo>
                  <a:pt x="2243" y="3157"/>
                  <a:pt x="2769" y="3847"/>
                  <a:pt x="3361" y="4472"/>
                </a:cubicBezTo>
                <a:cubicBezTo>
                  <a:pt x="3385" y="4496"/>
                  <a:pt x="3412" y="4507"/>
                  <a:pt x="3437" y="4507"/>
                </a:cubicBezTo>
                <a:cubicBezTo>
                  <a:pt x="3511" y="4507"/>
                  <a:pt x="3566" y="4414"/>
                  <a:pt x="3492" y="4340"/>
                </a:cubicBezTo>
                <a:cubicBezTo>
                  <a:pt x="2901" y="3683"/>
                  <a:pt x="2375" y="2960"/>
                  <a:pt x="1915" y="2204"/>
                </a:cubicBezTo>
                <a:cubicBezTo>
                  <a:pt x="1422" y="1416"/>
                  <a:pt x="830" y="693"/>
                  <a:pt x="206" y="36"/>
                </a:cubicBezTo>
                <a:cubicBezTo>
                  <a:pt x="181" y="11"/>
                  <a:pt x="155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520" bIns="47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7" name="Google Shape;1261;p11"/>
          <p:cNvSpPr/>
          <p:nvPr/>
        </p:nvSpPr>
        <p:spPr>
          <a:xfrm>
            <a:off x="6407280" y="3443040"/>
            <a:ext cx="54000" cy="68400"/>
          </a:xfrm>
          <a:custGeom>
            <a:avLst/>
            <a:gdLst>
              <a:gd name="textAreaLeft" fmla="*/ 0 w 54000"/>
              <a:gd name="textAreaRight" fmla="*/ 54360 w 54000"/>
              <a:gd name="textAreaTop" fmla="*/ 0 h 68400"/>
              <a:gd name="textAreaBottom" fmla="*/ 68760 h 68400"/>
            </a:gdLst>
            <a:ahLst/>
            <a:cxnLst/>
            <a:rect l="textAreaLeft" t="textAreaTop" r="textAreaRight" b="textAreaBottom"/>
            <a:pathLst>
              <a:path w="2571" h="3252">
                <a:moveTo>
                  <a:pt x="154" y="1"/>
                </a:moveTo>
                <a:cubicBezTo>
                  <a:pt x="79" y="1"/>
                  <a:pt x="1" y="70"/>
                  <a:pt x="70" y="140"/>
                </a:cubicBezTo>
                <a:lnTo>
                  <a:pt x="2338" y="3196"/>
                </a:lnTo>
                <a:cubicBezTo>
                  <a:pt x="2358" y="3236"/>
                  <a:pt x="2389" y="3251"/>
                  <a:pt x="2421" y="3251"/>
                </a:cubicBezTo>
                <a:cubicBezTo>
                  <a:pt x="2495" y="3251"/>
                  <a:pt x="2571" y="3166"/>
                  <a:pt x="2502" y="3097"/>
                </a:cubicBezTo>
                <a:lnTo>
                  <a:pt x="235" y="41"/>
                </a:lnTo>
                <a:cubicBezTo>
                  <a:pt x="215" y="13"/>
                  <a:pt x="185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8" name="Google Shape;1262;p11"/>
          <p:cNvSpPr/>
          <p:nvPr/>
        </p:nvSpPr>
        <p:spPr>
          <a:xfrm>
            <a:off x="6440040" y="3463920"/>
            <a:ext cx="36000" cy="42120"/>
          </a:xfrm>
          <a:custGeom>
            <a:avLst/>
            <a:gdLst>
              <a:gd name="textAreaLeft" fmla="*/ 0 w 36000"/>
              <a:gd name="textAreaRight" fmla="*/ 36360 w 3600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1725" h="2011">
                <a:moveTo>
                  <a:pt x="153" y="0"/>
                </a:moveTo>
                <a:cubicBezTo>
                  <a:pt x="78" y="0"/>
                  <a:pt x="0" y="70"/>
                  <a:pt x="70" y="140"/>
                </a:cubicBezTo>
                <a:cubicBezTo>
                  <a:pt x="497" y="764"/>
                  <a:pt x="990" y="1389"/>
                  <a:pt x="1516" y="1980"/>
                </a:cubicBezTo>
                <a:cubicBezTo>
                  <a:pt x="1530" y="2001"/>
                  <a:pt x="1549" y="2010"/>
                  <a:pt x="1569" y="2010"/>
                </a:cubicBezTo>
                <a:cubicBezTo>
                  <a:pt x="1640" y="2010"/>
                  <a:pt x="1724" y="1893"/>
                  <a:pt x="1647" y="1816"/>
                </a:cubicBezTo>
                <a:cubicBezTo>
                  <a:pt x="1154" y="1257"/>
                  <a:pt x="661" y="666"/>
                  <a:pt x="234" y="41"/>
                </a:cubicBezTo>
                <a:cubicBezTo>
                  <a:pt x="215" y="12"/>
                  <a:pt x="184" y="0"/>
                  <a:pt x="1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9" name="Google Shape;1263;p11"/>
          <p:cNvSpPr/>
          <p:nvPr/>
        </p:nvSpPr>
        <p:spPr>
          <a:xfrm>
            <a:off x="6335280" y="3412800"/>
            <a:ext cx="28800" cy="37800"/>
          </a:xfrm>
          <a:custGeom>
            <a:avLst/>
            <a:gdLst>
              <a:gd name="textAreaLeft" fmla="*/ 0 w 28800"/>
              <a:gd name="textAreaRight" fmla="*/ 29160 w 288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372" h="1795">
                <a:moveTo>
                  <a:pt x="148" y="0"/>
                </a:moveTo>
                <a:cubicBezTo>
                  <a:pt x="83" y="0"/>
                  <a:pt x="0" y="85"/>
                  <a:pt x="46" y="154"/>
                </a:cubicBezTo>
                <a:cubicBezTo>
                  <a:pt x="342" y="746"/>
                  <a:pt x="703" y="1271"/>
                  <a:pt x="1163" y="1764"/>
                </a:cubicBezTo>
                <a:cubicBezTo>
                  <a:pt x="1185" y="1786"/>
                  <a:pt x="1208" y="1795"/>
                  <a:pt x="1229" y="1795"/>
                </a:cubicBezTo>
                <a:cubicBezTo>
                  <a:pt x="1308" y="1795"/>
                  <a:pt x="1372" y="1677"/>
                  <a:pt x="1295" y="1600"/>
                </a:cubicBezTo>
                <a:cubicBezTo>
                  <a:pt x="867" y="1140"/>
                  <a:pt x="506" y="614"/>
                  <a:pt x="210" y="55"/>
                </a:cubicBezTo>
                <a:cubicBezTo>
                  <a:pt x="200" y="16"/>
                  <a:pt x="176" y="0"/>
                  <a:pt x="14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0" name="Google Shape;1264;p11"/>
          <p:cNvSpPr/>
          <p:nvPr/>
        </p:nvSpPr>
        <p:spPr>
          <a:xfrm>
            <a:off x="6358680" y="3428640"/>
            <a:ext cx="18360" cy="27000"/>
          </a:xfrm>
          <a:custGeom>
            <a:avLst/>
            <a:gdLst>
              <a:gd name="textAreaLeft" fmla="*/ 0 w 18360"/>
              <a:gd name="textAreaRight" fmla="*/ 18720 w 18360"/>
              <a:gd name="textAreaTop" fmla="*/ 0 h 27000"/>
              <a:gd name="textAreaBottom" fmla="*/ 27360 h 27000"/>
            </a:gdLst>
            <a:ahLst/>
            <a:cxnLst/>
            <a:rect l="textAreaLeft" t="textAreaTop" r="textAreaRight" b="textAreaBottom"/>
            <a:pathLst>
              <a:path w="888" h="1296">
                <a:moveTo>
                  <a:pt x="143" y="1"/>
                </a:moveTo>
                <a:cubicBezTo>
                  <a:pt x="121" y="1"/>
                  <a:pt x="93" y="9"/>
                  <a:pt x="66" y="22"/>
                </a:cubicBezTo>
                <a:cubicBezTo>
                  <a:pt x="33" y="55"/>
                  <a:pt x="0" y="121"/>
                  <a:pt x="33" y="154"/>
                </a:cubicBezTo>
                <a:cubicBezTo>
                  <a:pt x="198" y="548"/>
                  <a:pt x="428" y="910"/>
                  <a:pt x="723" y="1271"/>
                </a:cubicBezTo>
                <a:cubicBezTo>
                  <a:pt x="740" y="1287"/>
                  <a:pt x="764" y="1296"/>
                  <a:pt x="789" y="1296"/>
                </a:cubicBezTo>
                <a:cubicBezTo>
                  <a:pt x="814" y="1296"/>
                  <a:pt x="838" y="1287"/>
                  <a:pt x="855" y="1271"/>
                </a:cubicBezTo>
                <a:cubicBezTo>
                  <a:pt x="888" y="1205"/>
                  <a:pt x="888" y="1140"/>
                  <a:pt x="855" y="1107"/>
                </a:cubicBezTo>
                <a:cubicBezTo>
                  <a:pt x="592" y="778"/>
                  <a:pt x="395" y="417"/>
                  <a:pt x="198" y="55"/>
                </a:cubicBezTo>
                <a:cubicBezTo>
                  <a:pt x="198" y="17"/>
                  <a:pt x="175" y="1"/>
                  <a:pt x="1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1" name="Google Shape;1265;p11"/>
          <p:cNvSpPr/>
          <p:nvPr/>
        </p:nvSpPr>
        <p:spPr>
          <a:xfrm>
            <a:off x="6343920" y="3379320"/>
            <a:ext cx="20880" cy="29880"/>
          </a:xfrm>
          <a:custGeom>
            <a:avLst/>
            <a:gdLst>
              <a:gd name="textAreaLeft" fmla="*/ 0 w 20880"/>
              <a:gd name="textAreaRight" fmla="*/ 21240 w 2088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000" h="1437">
                <a:moveTo>
                  <a:pt x="148" y="1"/>
                </a:moveTo>
                <a:cubicBezTo>
                  <a:pt x="83" y="1"/>
                  <a:pt x="0" y="86"/>
                  <a:pt x="46" y="155"/>
                </a:cubicBezTo>
                <a:cubicBezTo>
                  <a:pt x="243" y="582"/>
                  <a:pt x="506" y="1009"/>
                  <a:pt x="802" y="1403"/>
                </a:cubicBezTo>
                <a:cubicBezTo>
                  <a:pt x="835" y="1436"/>
                  <a:pt x="901" y="1436"/>
                  <a:pt x="934" y="1436"/>
                </a:cubicBezTo>
                <a:cubicBezTo>
                  <a:pt x="966" y="1403"/>
                  <a:pt x="999" y="1338"/>
                  <a:pt x="966" y="1272"/>
                </a:cubicBezTo>
                <a:cubicBezTo>
                  <a:pt x="703" y="911"/>
                  <a:pt x="441" y="483"/>
                  <a:pt x="211" y="56"/>
                </a:cubicBezTo>
                <a:cubicBezTo>
                  <a:pt x="201" y="17"/>
                  <a:pt x="176" y="1"/>
                  <a:pt x="1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2" name="Google Shape;1266;p11"/>
          <p:cNvSpPr/>
          <p:nvPr/>
        </p:nvSpPr>
        <p:spPr>
          <a:xfrm>
            <a:off x="6349320" y="3360240"/>
            <a:ext cx="44640" cy="61920"/>
          </a:xfrm>
          <a:custGeom>
            <a:avLst/>
            <a:gdLst>
              <a:gd name="textAreaLeft" fmla="*/ 0 w 44640"/>
              <a:gd name="textAreaRight" fmla="*/ 45000 w 4464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2132" h="2940">
                <a:moveTo>
                  <a:pt x="137" y="0"/>
                </a:moveTo>
                <a:cubicBezTo>
                  <a:pt x="69" y="0"/>
                  <a:pt x="1" y="70"/>
                  <a:pt x="47" y="140"/>
                </a:cubicBezTo>
                <a:cubicBezTo>
                  <a:pt x="606" y="1093"/>
                  <a:pt x="1230" y="2013"/>
                  <a:pt x="1920" y="2900"/>
                </a:cubicBezTo>
                <a:cubicBezTo>
                  <a:pt x="1939" y="2928"/>
                  <a:pt x="1965" y="2940"/>
                  <a:pt x="1992" y="2940"/>
                </a:cubicBezTo>
                <a:cubicBezTo>
                  <a:pt x="2061" y="2940"/>
                  <a:pt x="2132" y="2863"/>
                  <a:pt x="2084" y="2768"/>
                </a:cubicBezTo>
                <a:cubicBezTo>
                  <a:pt x="1427" y="1914"/>
                  <a:pt x="803" y="994"/>
                  <a:pt x="211" y="41"/>
                </a:cubicBezTo>
                <a:cubicBezTo>
                  <a:pt x="192" y="12"/>
                  <a:pt x="165" y="0"/>
                  <a:pt x="13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3" name="Google Shape;1267;p11"/>
          <p:cNvSpPr/>
          <p:nvPr/>
        </p:nvSpPr>
        <p:spPr>
          <a:xfrm>
            <a:off x="6362640" y="3360240"/>
            <a:ext cx="40320" cy="50040"/>
          </a:xfrm>
          <a:custGeom>
            <a:avLst/>
            <a:gdLst>
              <a:gd name="textAreaLeft" fmla="*/ 0 w 40320"/>
              <a:gd name="textAreaRight" fmla="*/ 40680 w 40320"/>
              <a:gd name="textAreaTop" fmla="*/ 0 h 50040"/>
              <a:gd name="textAreaBottom" fmla="*/ 50400 h 50040"/>
            </a:gdLst>
            <a:ahLst/>
            <a:cxnLst/>
            <a:rect l="textAreaLeft" t="textAreaTop" r="textAreaRight" b="textAreaBottom"/>
            <a:pathLst>
              <a:path w="1928" h="2377">
                <a:moveTo>
                  <a:pt x="136" y="0"/>
                </a:moveTo>
                <a:cubicBezTo>
                  <a:pt x="69" y="0"/>
                  <a:pt x="0" y="70"/>
                  <a:pt x="47" y="140"/>
                </a:cubicBezTo>
                <a:lnTo>
                  <a:pt x="14" y="140"/>
                </a:lnTo>
                <a:cubicBezTo>
                  <a:pt x="539" y="928"/>
                  <a:pt x="1098" y="1651"/>
                  <a:pt x="1722" y="2341"/>
                </a:cubicBezTo>
                <a:cubicBezTo>
                  <a:pt x="1747" y="2366"/>
                  <a:pt x="1774" y="2376"/>
                  <a:pt x="1798" y="2376"/>
                </a:cubicBezTo>
                <a:cubicBezTo>
                  <a:pt x="1872" y="2376"/>
                  <a:pt x="1928" y="2284"/>
                  <a:pt x="1854" y="2210"/>
                </a:cubicBezTo>
                <a:cubicBezTo>
                  <a:pt x="1262" y="1520"/>
                  <a:pt x="704" y="797"/>
                  <a:pt x="211" y="41"/>
                </a:cubicBezTo>
                <a:cubicBezTo>
                  <a:pt x="192" y="12"/>
                  <a:pt x="164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4" name="Google Shape;1268;p11"/>
          <p:cNvSpPr/>
          <p:nvPr/>
        </p:nvSpPr>
        <p:spPr>
          <a:xfrm>
            <a:off x="6382800" y="3369960"/>
            <a:ext cx="45360" cy="56880"/>
          </a:xfrm>
          <a:custGeom>
            <a:avLst/>
            <a:gdLst>
              <a:gd name="textAreaLeft" fmla="*/ 0 w 45360"/>
              <a:gd name="textAreaRight" fmla="*/ 45720 w 45360"/>
              <a:gd name="textAreaTop" fmla="*/ 0 h 56880"/>
              <a:gd name="textAreaBottom" fmla="*/ 57240 h 56880"/>
            </a:gdLst>
            <a:ahLst/>
            <a:cxnLst/>
            <a:rect l="textAreaLeft" t="textAreaTop" r="textAreaRight" b="textAreaBottom"/>
            <a:pathLst>
              <a:path w="2162" h="2701">
                <a:moveTo>
                  <a:pt x="137" y="0"/>
                </a:moveTo>
                <a:cubicBezTo>
                  <a:pt x="70" y="0"/>
                  <a:pt x="1" y="70"/>
                  <a:pt x="47" y="140"/>
                </a:cubicBezTo>
                <a:lnTo>
                  <a:pt x="47" y="173"/>
                </a:lnTo>
                <a:cubicBezTo>
                  <a:pt x="639" y="994"/>
                  <a:pt x="1296" y="1848"/>
                  <a:pt x="1953" y="2670"/>
                </a:cubicBezTo>
                <a:cubicBezTo>
                  <a:pt x="1968" y="2691"/>
                  <a:pt x="1986" y="2700"/>
                  <a:pt x="2006" y="2700"/>
                </a:cubicBezTo>
                <a:cubicBezTo>
                  <a:pt x="2078" y="2700"/>
                  <a:pt x="2162" y="2583"/>
                  <a:pt x="2085" y="2506"/>
                </a:cubicBezTo>
                <a:cubicBezTo>
                  <a:pt x="1428" y="1684"/>
                  <a:pt x="803" y="895"/>
                  <a:pt x="212" y="41"/>
                </a:cubicBezTo>
                <a:cubicBezTo>
                  <a:pt x="193" y="12"/>
                  <a:pt x="165" y="0"/>
                  <a:pt x="13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5" name="Google Shape;1269;p11"/>
          <p:cNvSpPr/>
          <p:nvPr/>
        </p:nvSpPr>
        <p:spPr>
          <a:xfrm>
            <a:off x="6238080" y="3327480"/>
            <a:ext cx="46800" cy="45360"/>
          </a:xfrm>
          <a:custGeom>
            <a:avLst/>
            <a:gdLst>
              <a:gd name="textAreaLeft" fmla="*/ 0 w 46800"/>
              <a:gd name="textAreaRight" fmla="*/ 47160 w 4680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2230" h="2163">
                <a:moveTo>
                  <a:pt x="148" y="1"/>
                </a:moveTo>
                <a:cubicBezTo>
                  <a:pt x="69" y="1"/>
                  <a:pt x="0" y="71"/>
                  <a:pt x="47" y="140"/>
                </a:cubicBezTo>
                <a:cubicBezTo>
                  <a:pt x="605" y="896"/>
                  <a:pt x="1262" y="1553"/>
                  <a:pt x="1985" y="2145"/>
                </a:cubicBezTo>
                <a:cubicBezTo>
                  <a:pt x="2004" y="2157"/>
                  <a:pt x="2025" y="2163"/>
                  <a:pt x="2047" y="2163"/>
                </a:cubicBezTo>
                <a:cubicBezTo>
                  <a:pt x="2137" y="2163"/>
                  <a:pt x="2229" y="2066"/>
                  <a:pt x="2150" y="2013"/>
                </a:cubicBezTo>
                <a:cubicBezTo>
                  <a:pt x="1427" y="1422"/>
                  <a:pt x="769" y="765"/>
                  <a:pt x="244" y="42"/>
                </a:cubicBezTo>
                <a:cubicBezTo>
                  <a:pt x="215" y="13"/>
                  <a:pt x="180" y="1"/>
                  <a:pt x="1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6" name="Google Shape;1270;p11"/>
          <p:cNvSpPr/>
          <p:nvPr/>
        </p:nvSpPr>
        <p:spPr>
          <a:xfrm>
            <a:off x="6270840" y="3340800"/>
            <a:ext cx="32040" cy="41040"/>
          </a:xfrm>
          <a:custGeom>
            <a:avLst/>
            <a:gdLst>
              <a:gd name="textAreaLeft" fmla="*/ 0 w 32040"/>
              <a:gd name="textAreaRight" fmla="*/ 32400 w 3204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1534" h="1963">
                <a:moveTo>
                  <a:pt x="152" y="1"/>
                </a:moveTo>
                <a:cubicBezTo>
                  <a:pt x="72" y="1"/>
                  <a:pt x="1" y="78"/>
                  <a:pt x="48" y="172"/>
                </a:cubicBezTo>
                <a:lnTo>
                  <a:pt x="81" y="172"/>
                </a:lnTo>
                <a:cubicBezTo>
                  <a:pt x="442" y="764"/>
                  <a:pt x="869" y="1355"/>
                  <a:pt x="1330" y="1914"/>
                </a:cubicBezTo>
                <a:cubicBezTo>
                  <a:pt x="1347" y="1949"/>
                  <a:pt x="1371" y="1963"/>
                  <a:pt x="1396" y="1963"/>
                </a:cubicBezTo>
                <a:cubicBezTo>
                  <a:pt x="1464" y="1963"/>
                  <a:pt x="1533" y="1855"/>
                  <a:pt x="1461" y="1783"/>
                </a:cubicBezTo>
                <a:cubicBezTo>
                  <a:pt x="1001" y="1224"/>
                  <a:pt x="607" y="665"/>
                  <a:pt x="245" y="41"/>
                </a:cubicBezTo>
                <a:cubicBezTo>
                  <a:pt x="217" y="13"/>
                  <a:pt x="184" y="1"/>
                  <a:pt x="1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7" name="Google Shape;1271;p11"/>
          <p:cNvSpPr/>
          <p:nvPr/>
        </p:nvSpPr>
        <p:spPr>
          <a:xfrm>
            <a:off x="6302160" y="3360240"/>
            <a:ext cx="26640" cy="31320"/>
          </a:xfrm>
          <a:custGeom>
            <a:avLst/>
            <a:gdLst>
              <a:gd name="textAreaLeft" fmla="*/ 0 w 26640"/>
              <a:gd name="textAreaRight" fmla="*/ 27000 w 2664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84" h="1505">
                <a:moveTo>
                  <a:pt x="136" y="0"/>
                </a:moveTo>
                <a:cubicBezTo>
                  <a:pt x="69" y="0"/>
                  <a:pt x="0" y="70"/>
                  <a:pt x="47" y="140"/>
                </a:cubicBezTo>
                <a:lnTo>
                  <a:pt x="47" y="173"/>
                </a:lnTo>
                <a:cubicBezTo>
                  <a:pt x="342" y="633"/>
                  <a:pt x="671" y="1093"/>
                  <a:pt x="1065" y="1487"/>
                </a:cubicBezTo>
                <a:cubicBezTo>
                  <a:pt x="1084" y="1499"/>
                  <a:pt x="1103" y="1505"/>
                  <a:pt x="1123" y="1505"/>
                </a:cubicBezTo>
                <a:cubicBezTo>
                  <a:pt x="1206" y="1505"/>
                  <a:pt x="1283" y="1403"/>
                  <a:pt x="1230" y="1323"/>
                </a:cubicBezTo>
                <a:cubicBezTo>
                  <a:pt x="835" y="961"/>
                  <a:pt x="474" y="501"/>
                  <a:pt x="211" y="41"/>
                </a:cubicBezTo>
                <a:cubicBezTo>
                  <a:pt x="192" y="12"/>
                  <a:pt x="164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8" name="Google Shape;1272;p11"/>
          <p:cNvSpPr/>
          <p:nvPr/>
        </p:nvSpPr>
        <p:spPr>
          <a:xfrm>
            <a:off x="6453720" y="3748320"/>
            <a:ext cx="107280" cy="95760"/>
          </a:xfrm>
          <a:custGeom>
            <a:avLst/>
            <a:gdLst>
              <a:gd name="textAreaLeft" fmla="*/ 0 w 107280"/>
              <a:gd name="textAreaRight" fmla="*/ 107640 w 107280"/>
              <a:gd name="textAreaTop" fmla="*/ 0 h 95760"/>
              <a:gd name="textAreaBottom" fmla="*/ 96120 h 95760"/>
            </a:gdLst>
            <a:ahLst/>
            <a:cxnLst/>
            <a:rect l="textAreaLeft" t="textAreaTop" r="textAreaRight" b="textAreaBottom"/>
            <a:pathLst>
              <a:path w="5080" h="4535">
                <a:moveTo>
                  <a:pt x="4939" y="0"/>
                </a:moveTo>
                <a:cubicBezTo>
                  <a:pt x="4917" y="0"/>
                  <a:pt x="4893" y="9"/>
                  <a:pt x="4872" y="31"/>
                </a:cubicBezTo>
                <a:cubicBezTo>
                  <a:pt x="3261" y="1444"/>
                  <a:pt x="1651" y="2890"/>
                  <a:pt x="74" y="4369"/>
                </a:cubicBezTo>
                <a:cubicBezTo>
                  <a:pt x="0" y="4443"/>
                  <a:pt x="56" y="4535"/>
                  <a:pt x="130" y="4535"/>
                </a:cubicBezTo>
                <a:cubicBezTo>
                  <a:pt x="154" y="4535"/>
                  <a:pt x="181" y="4525"/>
                  <a:pt x="205" y="4500"/>
                </a:cubicBezTo>
                <a:cubicBezTo>
                  <a:pt x="1783" y="3021"/>
                  <a:pt x="3393" y="1576"/>
                  <a:pt x="5003" y="163"/>
                </a:cubicBezTo>
                <a:cubicBezTo>
                  <a:pt x="5080" y="111"/>
                  <a:pt x="5017" y="0"/>
                  <a:pt x="493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880" bIns="47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9" name="Google Shape;1273;p11"/>
          <p:cNvSpPr/>
          <p:nvPr/>
        </p:nvSpPr>
        <p:spPr>
          <a:xfrm>
            <a:off x="6499440" y="3760200"/>
            <a:ext cx="72360" cy="67680"/>
          </a:xfrm>
          <a:custGeom>
            <a:avLst/>
            <a:gdLst>
              <a:gd name="textAreaLeft" fmla="*/ 0 w 72360"/>
              <a:gd name="textAreaRight" fmla="*/ 72720 w 72360"/>
              <a:gd name="textAreaTop" fmla="*/ 0 h 67680"/>
              <a:gd name="textAreaBottom" fmla="*/ 68040 h 67680"/>
            </a:gdLst>
            <a:ahLst/>
            <a:cxnLst/>
            <a:rect l="textAreaLeft" t="textAreaTop" r="textAreaRight" b="textAreaBottom"/>
            <a:pathLst>
              <a:path w="3438" h="3221">
                <a:moveTo>
                  <a:pt x="3281" y="1"/>
                </a:moveTo>
                <a:cubicBezTo>
                  <a:pt x="3253" y="1"/>
                  <a:pt x="3224" y="11"/>
                  <a:pt x="3200" y="36"/>
                </a:cubicBezTo>
                <a:lnTo>
                  <a:pt x="78" y="3026"/>
                </a:lnTo>
                <a:cubicBezTo>
                  <a:pt x="1" y="3103"/>
                  <a:pt x="64" y="3221"/>
                  <a:pt x="143" y="3221"/>
                </a:cubicBezTo>
                <a:cubicBezTo>
                  <a:pt x="165" y="3221"/>
                  <a:pt x="188" y="3212"/>
                  <a:pt x="209" y="3190"/>
                </a:cubicBezTo>
                <a:lnTo>
                  <a:pt x="3364" y="167"/>
                </a:lnTo>
                <a:cubicBezTo>
                  <a:pt x="3438" y="93"/>
                  <a:pt x="3364" y="1"/>
                  <a:pt x="32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840" bIns="33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0" name="Google Shape;1274;p11"/>
          <p:cNvSpPr/>
          <p:nvPr/>
        </p:nvSpPr>
        <p:spPr>
          <a:xfrm>
            <a:off x="6549840" y="3754800"/>
            <a:ext cx="53640" cy="51840"/>
          </a:xfrm>
          <a:custGeom>
            <a:avLst/>
            <a:gdLst>
              <a:gd name="textAreaLeft" fmla="*/ 0 w 53640"/>
              <a:gd name="textAreaRight" fmla="*/ 54000 w 53640"/>
              <a:gd name="textAreaTop" fmla="*/ 0 h 51840"/>
              <a:gd name="textAreaBottom" fmla="*/ 52200 h 51840"/>
            </a:gdLst>
            <a:ahLst/>
            <a:cxnLst/>
            <a:rect l="textAreaLeft" t="textAreaTop" r="textAreaRight" b="textAreaBottom"/>
            <a:pathLst>
              <a:path w="2551" h="2465">
                <a:moveTo>
                  <a:pt x="2408" y="0"/>
                </a:moveTo>
                <a:cubicBezTo>
                  <a:pt x="2386" y="0"/>
                  <a:pt x="2363" y="9"/>
                  <a:pt x="2342" y="31"/>
                </a:cubicBezTo>
                <a:cubicBezTo>
                  <a:pt x="1521" y="754"/>
                  <a:pt x="765" y="1477"/>
                  <a:pt x="75" y="2298"/>
                </a:cubicBezTo>
                <a:cubicBezTo>
                  <a:pt x="1" y="2372"/>
                  <a:pt x="75" y="2465"/>
                  <a:pt x="144" y="2465"/>
                </a:cubicBezTo>
                <a:cubicBezTo>
                  <a:pt x="167" y="2465"/>
                  <a:pt x="190" y="2454"/>
                  <a:pt x="206" y="2430"/>
                </a:cubicBezTo>
                <a:cubicBezTo>
                  <a:pt x="929" y="1641"/>
                  <a:pt x="1685" y="885"/>
                  <a:pt x="2474" y="195"/>
                </a:cubicBezTo>
                <a:cubicBezTo>
                  <a:pt x="2551" y="118"/>
                  <a:pt x="2487" y="0"/>
                  <a:pt x="24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1" name="Google Shape;1275;p11"/>
          <p:cNvSpPr/>
          <p:nvPr/>
        </p:nvSpPr>
        <p:spPr>
          <a:xfrm>
            <a:off x="6562800" y="3754800"/>
            <a:ext cx="56520" cy="49680"/>
          </a:xfrm>
          <a:custGeom>
            <a:avLst/>
            <a:gdLst>
              <a:gd name="textAreaLeft" fmla="*/ 0 w 56520"/>
              <a:gd name="textAreaRight" fmla="*/ 56880 w 56520"/>
              <a:gd name="textAreaTop" fmla="*/ 0 h 49680"/>
              <a:gd name="textAreaBottom" fmla="*/ 50040 h 49680"/>
            </a:gdLst>
            <a:ahLst/>
            <a:cxnLst/>
            <a:rect l="textAreaLeft" t="textAreaTop" r="textAreaRight" b="textAreaBottom"/>
            <a:pathLst>
              <a:path w="2684" h="2363">
                <a:moveTo>
                  <a:pt x="2562" y="1"/>
                </a:moveTo>
                <a:cubicBezTo>
                  <a:pt x="2544" y="1"/>
                  <a:pt x="2525" y="9"/>
                  <a:pt x="2506" y="28"/>
                </a:cubicBezTo>
                <a:cubicBezTo>
                  <a:pt x="1619" y="652"/>
                  <a:pt x="797" y="1375"/>
                  <a:pt x="74" y="2197"/>
                </a:cubicBezTo>
                <a:cubicBezTo>
                  <a:pt x="0" y="2271"/>
                  <a:pt x="56" y="2363"/>
                  <a:pt x="130" y="2363"/>
                </a:cubicBezTo>
                <a:cubicBezTo>
                  <a:pt x="154" y="2363"/>
                  <a:pt x="181" y="2353"/>
                  <a:pt x="206" y="2328"/>
                </a:cubicBezTo>
                <a:cubicBezTo>
                  <a:pt x="928" y="1539"/>
                  <a:pt x="1750" y="816"/>
                  <a:pt x="2604" y="192"/>
                </a:cubicBezTo>
                <a:cubicBezTo>
                  <a:pt x="2684" y="139"/>
                  <a:pt x="2635" y="1"/>
                  <a:pt x="25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2" name="Google Shape;1276;p11"/>
          <p:cNvSpPr/>
          <p:nvPr/>
        </p:nvSpPr>
        <p:spPr>
          <a:xfrm>
            <a:off x="6575400" y="3733200"/>
            <a:ext cx="82080" cy="81000"/>
          </a:xfrm>
          <a:custGeom>
            <a:avLst/>
            <a:gdLst>
              <a:gd name="textAreaLeft" fmla="*/ 0 w 82080"/>
              <a:gd name="textAreaRight" fmla="*/ 82440 w 8208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3898" h="3845">
                <a:moveTo>
                  <a:pt x="3768" y="0"/>
                </a:moveTo>
                <a:cubicBezTo>
                  <a:pt x="3744" y="0"/>
                  <a:pt x="3717" y="11"/>
                  <a:pt x="3692" y="35"/>
                </a:cubicBezTo>
                <a:lnTo>
                  <a:pt x="78" y="3683"/>
                </a:lnTo>
                <a:cubicBezTo>
                  <a:pt x="1" y="3734"/>
                  <a:pt x="64" y="3845"/>
                  <a:pt x="142" y="3845"/>
                </a:cubicBezTo>
                <a:cubicBezTo>
                  <a:pt x="164" y="3845"/>
                  <a:pt x="187" y="3836"/>
                  <a:pt x="209" y="3814"/>
                </a:cubicBezTo>
                <a:lnTo>
                  <a:pt x="242" y="3814"/>
                </a:lnTo>
                <a:lnTo>
                  <a:pt x="3824" y="167"/>
                </a:lnTo>
                <a:cubicBezTo>
                  <a:pt x="3898" y="93"/>
                  <a:pt x="3842" y="0"/>
                  <a:pt x="376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3" name="Google Shape;1277;p11"/>
          <p:cNvSpPr/>
          <p:nvPr/>
        </p:nvSpPr>
        <p:spPr>
          <a:xfrm>
            <a:off x="6594840" y="3752640"/>
            <a:ext cx="75960" cy="81720"/>
          </a:xfrm>
          <a:custGeom>
            <a:avLst/>
            <a:gdLst>
              <a:gd name="textAreaLeft" fmla="*/ 0 w 75960"/>
              <a:gd name="textAreaRight" fmla="*/ 76320 w 75960"/>
              <a:gd name="textAreaTop" fmla="*/ 0 h 81720"/>
              <a:gd name="textAreaBottom" fmla="*/ 82080 h 81720"/>
            </a:gdLst>
            <a:ahLst/>
            <a:cxnLst/>
            <a:rect l="textAreaLeft" t="textAreaTop" r="textAreaRight" b="textAreaBottom"/>
            <a:pathLst>
              <a:path w="3603" h="3878">
                <a:moveTo>
                  <a:pt x="3460" y="1"/>
                </a:moveTo>
                <a:cubicBezTo>
                  <a:pt x="3438" y="1"/>
                  <a:pt x="3415" y="10"/>
                  <a:pt x="3394" y="31"/>
                </a:cubicBezTo>
                <a:cubicBezTo>
                  <a:pt x="2211" y="1214"/>
                  <a:pt x="1126" y="2430"/>
                  <a:pt x="75" y="3712"/>
                </a:cubicBezTo>
                <a:cubicBezTo>
                  <a:pt x="1" y="3786"/>
                  <a:pt x="75" y="3878"/>
                  <a:pt x="144" y="3878"/>
                </a:cubicBezTo>
                <a:cubicBezTo>
                  <a:pt x="167" y="3878"/>
                  <a:pt x="190" y="3868"/>
                  <a:pt x="206" y="3843"/>
                </a:cubicBezTo>
                <a:cubicBezTo>
                  <a:pt x="1258" y="2562"/>
                  <a:pt x="2375" y="1346"/>
                  <a:pt x="3525" y="196"/>
                </a:cubicBezTo>
                <a:cubicBezTo>
                  <a:pt x="3602" y="118"/>
                  <a:pt x="3538" y="1"/>
                  <a:pt x="34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040" bIns="41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4" name="Google Shape;1278;p11"/>
          <p:cNvSpPr/>
          <p:nvPr/>
        </p:nvSpPr>
        <p:spPr>
          <a:xfrm>
            <a:off x="6624000" y="3773160"/>
            <a:ext cx="47880" cy="51840"/>
          </a:xfrm>
          <a:custGeom>
            <a:avLst/>
            <a:gdLst>
              <a:gd name="textAreaLeft" fmla="*/ 0 w 47880"/>
              <a:gd name="textAreaRight" fmla="*/ 48240 w 47880"/>
              <a:gd name="textAreaTop" fmla="*/ 0 h 51840"/>
              <a:gd name="textAreaBottom" fmla="*/ 52200 h 51840"/>
            </a:gdLst>
            <a:ahLst/>
            <a:cxnLst/>
            <a:rect l="textAreaLeft" t="textAreaTop" r="textAreaRight" b="textAreaBottom"/>
            <a:pathLst>
              <a:path w="2271" h="2466">
                <a:moveTo>
                  <a:pt x="2139" y="0"/>
                </a:moveTo>
                <a:cubicBezTo>
                  <a:pt x="2113" y="0"/>
                  <a:pt x="2085" y="14"/>
                  <a:pt x="2058" y="49"/>
                </a:cubicBezTo>
                <a:cubicBezTo>
                  <a:pt x="1434" y="838"/>
                  <a:pt x="777" y="1594"/>
                  <a:pt x="54" y="2284"/>
                </a:cubicBezTo>
                <a:cubicBezTo>
                  <a:pt x="1" y="2364"/>
                  <a:pt x="77" y="2466"/>
                  <a:pt x="161" y="2466"/>
                </a:cubicBezTo>
                <a:cubicBezTo>
                  <a:pt x="180" y="2466"/>
                  <a:pt x="200" y="2460"/>
                  <a:pt x="218" y="2448"/>
                </a:cubicBezTo>
                <a:cubicBezTo>
                  <a:pt x="908" y="1725"/>
                  <a:pt x="1598" y="969"/>
                  <a:pt x="2223" y="181"/>
                </a:cubicBezTo>
                <a:cubicBezTo>
                  <a:pt x="2271" y="108"/>
                  <a:pt x="2213" y="0"/>
                  <a:pt x="213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5" name="Google Shape;1279;p11"/>
          <p:cNvSpPr/>
          <p:nvPr/>
        </p:nvSpPr>
        <p:spPr>
          <a:xfrm>
            <a:off x="6568200" y="3625560"/>
            <a:ext cx="73440" cy="68760"/>
          </a:xfrm>
          <a:custGeom>
            <a:avLst/>
            <a:gdLst>
              <a:gd name="textAreaLeft" fmla="*/ 0 w 73440"/>
              <a:gd name="textAreaRight" fmla="*/ 73800 w 73440"/>
              <a:gd name="textAreaTop" fmla="*/ 0 h 68760"/>
              <a:gd name="textAreaBottom" fmla="*/ 69120 h 68760"/>
            </a:gdLst>
            <a:ahLst/>
            <a:cxnLst/>
            <a:rect l="textAreaLeft" t="textAreaTop" r="textAreaRight" b="textAreaBottom"/>
            <a:pathLst>
              <a:path w="3487" h="3269">
                <a:moveTo>
                  <a:pt x="3304" y="1"/>
                </a:moveTo>
                <a:cubicBezTo>
                  <a:pt x="3283" y="1"/>
                  <a:pt x="3261" y="6"/>
                  <a:pt x="3243" y="19"/>
                </a:cubicBezTo>
                <a:cubicBezTo>
                  <a:pt x="2651" y="512"/>
                  <a:pt x="2027" y="1005"/>
                  <a:pt x="1435" y="1530"/>
                </a:cubicBezTo>
                <a:cubicBezTo>
                  <a:pt x="942" y="1990"/>
                  <a:pt x="318" y="2450"/>
                  <a:pt x="22" y="3108"/>
                </a:cubicBezTo>
                <a:cubicBezTo>
                  <a:pt x="0" y="3195"/>
                  <a:pt x="66" y="3268"/>
                  <a:pt x="132" y="3268"/>
                </a:cubicBezTo>
                <a:cubicBezTo>
                  <a:pt x="165" y="3268"/>
                  <a:pt x="198" y="3250"/>
                  <a:pt x="219" y="3206"/>
                </a:cubicBezTo>
                <a:cubicBezTo>
                  <a:pt x="351" y="2911"/>
                  <a:pt x="548" y="2615"/>
                  <a:pt x="811" y="2385"/>
                </a:cubicBezTo>
                <a:cubicBezTo>
                  <a:pt x="1074" y="2122"/>
                  <a:pt x="1370" y="1892"/>
                  <a:pt x="1632" y="1629"/>
                </a:cubicBezTo>
                <a:cubicBezTo>
                  <a:pt x="2224" y="1136"/>
                  <a:pt x="2783" y="643"/>
                  <a:pt x="3407" y="150"/>
                </a:cubicBezTo>
                <a:cubicBezTo>
                  <a:pt x="3487" y="97"/>
                  <a:pt x="3394" y="1"/>
                  <a:pt x="330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560" bIns="34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6" name="Google Shape;1280;p11"/>
          <p:cNvSpPr/>
          <p:nvPr/>
        </p:nvSpPr>
        <p:spPr>
          <a:xfrm>
            <a:off x="6603840" y="3630600"/>
            <a:ext cx="52560" cy="50400"/>
          </a:xfrm>
          <a:custGeom>
            <a:avLst/>
            <a:gdLst>
              <a:gd name="textAreaLeft" fmla="*/ 0 w 52560"/>
              <a:gd name="textAreaRight" fmla="*/ 52920 w 5256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492" h="2390">
                <a:moveTo>
                  <a:pt x="2374" y="1"/>
                </a:moveTo>
                <a:cubicBezTo>
                  <a:pt x="2354" y="1"/>
                  <a:pt x="2332" y="7"/>
                  <a:pt x="2309" y="22"/>
                </a:cubicBezTo>
                <a:lnTo>
                  <a:pt x="75" y="2223"/>
                </a:lnTo>
                <a:cubicBezTo>
                  <a:pt x="1" y="2297"/>
                  <a:pt x="75" y="2390"/>
                  <a:pt x="158" y="2390"/>
                </a:cubicBezTo>
                <a:cubicBezTo>
                  <a:pt x="186" y="2390"/>
                  <a:pt x="215" y="2380"/>
                  <a:pt x="239" y="2355"/>
                </a:cubicBezTo>
                <a:lnTo>
                  <a:pt x="2441" y="153"/>
                </a:lnTo>
                <a:cubicBezTo>
                  <a:pt x="2492" y="77"/>
                  <a:pt x="2444" y="1"/>
                  <a:pt x="237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7" name="Google Shape;1281;p11"/>
          <p:cNvSpPr/>
          <p:nvPr/>
        </p:nvSpPr>
        <p:spPr>
          <a:xfrm>
            <a:off x="6638760" y="3610800"/>
            <a:ext cx="50040" cy="50400"/>
          </a:xfrm>
          <a:custGeom>
            <a:avLst/>
            <a:gdLst>
              <a:gd name="textAreaLeft" fmla="*/ 0 w 50040"/>
              <a:gd name="textAreaRight" fmla="*/ 50400 w 5004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386" h="2400">
                <a:moveTo>
                  <a:pt x="2256" y="1"/>
                </a:moveTo>
                <a:cubicBezTo>
                  <a:pt x="2231" y="1"/>
                  <a:pt x="2205" y="11"/>
                  <a:pt x="2180" y="36"/>
                </a:cubicBezTo>
                <a:lnTo>
                  <a:pt x="77" y="2237"/>
                </a:lnTo>
                <a:cubicBezTo>
                  <a:pt x="0" y="2289"/>
                  <a:pt x="63" y="2400"/>
                  <a:pt x="141" y="2400"/>
                </a:cubicBezTo>
                <a:cubicBezTo>
                  <a:pt x="163" y="2400"/>
                  <a:pt x="187" y="2391"/>
                  <a:pt x="208" y="2369"/>
                </a:cubicBezTo>
                <a:lnTo>
                  <a:pt x="2311" y="167"/>
                </a:lnTo>
                <a:cubicBezTo>
                  <a:pt x="2385" y="93"/>
                  <a:pt x="2330" y="1"/>
                  <a:pt x="22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8" name="Google Shape;1282;p11"/>
          <p:cNvSpPr/>
          <p:nvPr/>
        </p:nvSpPr>
        <p:spPr>
          <a:xfrm>
            <a:off x="6640200" y="3592080"/>
            <a:ext cx="90360" cy="86760"/>
          </a:xfrm>
          <a:custGeom>
            <a:avLst/>
            <a:gdLst>
              <a:gd name="textAreaLeft" fmla="*/ 0 w 90360"/>
              <a:gd name="textAreaRight" fmla="*/ 90720 w 90360"/>
              <a:gd name="textAreaTop" fmla="*/ 0 h 86760"/>
              <a:gd name="textAreaBottom" fmla="*/ 87120 h 86760"/>
            </a:gdLst>
            <a:ahLst/>
            <a:cxnLst/>
            <a:rect l="textAreaLeft" t="textAreaTop" r="textAreaRight" b="textAreaBottom"/>
            <a:pathLst>
              <a:path w="4292" h="4109">
                <a:moveTo>
                  <a:pt x="4135" y="1"/>
                </a:moveTo>
                <a:cubicBezTo>
                  <a:pt x="4109" y="1"/>
                  <a:pt x="4080" y="10"/>
                  <a:pt x="4051" y="32"/>
                </a:cubicBezTo>
                <a:cubicBezTo>
                  <a:pt x="2638" y="1247"/>
                  <a:pt x="1323" y="2529"/>
                  <a:pt x="75" y="3942"/>
                </a:cubicBezTo>
                <a:cubicBezTo>
                  <a:pt x="1" y="4016"/>
                  <a:pt x="75" y="4108"/>
                  <a:pt x="144" y="4108"/>
                </a:cubicBezTo>
                <a:cubicBezTo>
                  <a:pt x="167" y="4108"/>
                  <a:pt x="190" y="4098"/>
                  <a:pt x="206" y="4073"/>
                </a:cubicBezTo>
                <a:cubicBezTo>
                  <a:pt x="1455" y="2693"/>
                  <a:pt x="2802" y="1379"/>
                  <a:pt x="4215" y="163"/>
                </a:cubicBezTo>
                <a:cubicBezTo>
                  <a:pt x="4292" y="112"/>
                  <a:pt x="4229" y="1"/>
                  <a:pt x="4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560" bIns="43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9" name="Google Shape;1283;p11"/>
          <p:cNvSpPr/>
          <p:nvPr/>
        </p:nvSpPr>
        <p:spPr>
          <a:xfrm>
            <a:off x="6675480" y="3587400"/>
            <a:ext cx="81720" cy="79920"/>
          </a:xfrm>
          <a:custGeom>
            <a:avLst/>
            <a:gdLst>
              <a:gd name="textAreaLeft" fmla="*/ 0 w 81720"/>
              <a:gd name="textAreaRight" fmla="*/ 82080 w 81720"/>
              <a:gd name="textAreaTop" fmla="*/ 0 h 79920"/>
              <a:gd name="textAreaBottom" fmla="*/ 80280 h 79920"/>
            </a:gdLst>
            <a:ahLst/>
            <a:cxnLst/>
            <a:rect l="textAreaLeft" t="textAreaTop" r="textAreaRight" b="textAreaBottom"/>
            <a:pathLst>
              <a:path w="3871" h="3795">
                <a:moveTo>
                  <a:pt x="3686" y="1"/>
                </a:moveTo>
                <a:cubicBezTo>
                  <a:pt x="3666" y="1"/>
                  <a:pt x="3645" y="6"/>
                  <a:pt x="3626" y="19"/>
                </a:cubicBezTo>
                <a:cubicBezTo>
                  <a:pt x="2378" y="1169"/>
                  <a:pt x="1195" y="2352"/>
                  <a:pt x="77" y="3600"/>
                </a:cubicBezTo>
                <a:cubicBezTo>
                  <a:pt x="0" y="3677"/>
                  <a:pt x="64" y="3795"/>
                  <a:pt x="143" y="3795"/>
                </a:cubicBezTo>
                <a:cubicBezTo>
                  <a:pt x="165" y="3795"/>
                  <a:pt x="188" y="3786"/>
                  <a:pt x="209" y="3765"/>
                </a:cubicBezTo>
                <a:cubicBezTo>
                  <a:pt x="1326" y="2483"/>
                  <a:pt x="2509" y="1300"/>
                  <a:pt x="3791" y="183"/>
                </a:cubicBezTo>
                <a:cubicBezTo>
                  <a:pt x="3871" y="103"/>
                  <a:pt x="3777" y="1"/>
                  <a:pt x="368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960" bIns="39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0" name="Google Shape;1284;p11"/>
          <p:cNvSpPr/>
          <p:nvPr/>
        </p:nvSpPr>
        <p:spPr>
          <a:xfrm>
            <a:off x="6699240" y="3597480"/>
            <a:ext cx="72720" cy="67680"/>
          </a:xfrm>
          <a:custGeom>
            <a:avLst/>
            <a:gdLst>
              <a:gd name="textAreaLeft" fmla="*/ 0 w 72720"/>
              <a:gd name="textAreaRight" fmla="*/ 73080 w 72720"/>
              <a:gd name="textAreaTop" fmla="*/ 0 h 67680"/>
              <a:gd name="textAreaBottom" fmla="*/ 68040 h 67680"/>
            </a:gdLst>
            <a:ahLst/>
            <a:cxnLst/>
            <a:rect l="textAreaLeft" t="textAreaTop" r="textAreaRight" b="textAreaBottom"/>
            <a:pathLst>
              <a:path w="3449" h="3208">
                <a:moveTo>
                  <a:pt x="3312" y="1"/>
                </a:moveTo>
                <a:cubicBezTo>
                  <a:pt x="3287" y="1"/>
                  <a:pt x="3260" y="11"/>
                  <a:pt x="3235" y="35"/>
                </a:cubicBezTo>
                <a:lnTo>
                  <a:pt x="81" y="3026"/>
                </a:lnTo>
                <a:cubicBezTo>
                  <a:pt x="1" y="3106"/>
                  <a:pt x="94" y="3208"/>
                  <a:pt x="185" y="3208"/>
                </a:cubicBezTo>
                <a:cubicBezTo>
                  <a:pt x="206" y="3208"/>
                  <a:pt x="227" y="3202"/>
                  <a:pt x="245" y="3190"/>
                </a:cubicBezTo>
                <a:lnTo>
                  <a:pt x="3400" y="167"/>
                </a:lnTo>
                <a:cubicBezTo>
                  <a:pt x="3449" y="93"/>
                  <a:pt x="3387" y="1"/>
                  <a:pt x="33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840" bIns="33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1" name="Google Shape;1285;p11"/>
          <p:cNvSpPr/>
          <p:nvPr/>
        </p:nvSpPr>
        <p:spPr>
          <a:xfrm>
            <a:off x="6698520" y="3642120"/>
            <a:ext cx="47520" cy="46080"/>
          </a:xfrm>
          <a:custGeom>
            <a:avLst/>
            <a:gdLst>
              <a:gd name="textAreaLeft" fmla="*/ 0 w 47520"/>
              <a:gd name="textAreaRight" fmla="*/ 47880 w 47520"/>
              <a:gd name="textAreaTop" fmla="*/ 0 h 46080"/>
              <a:gd name="textAreaBottom" fmla="*/ 46440 h 46080"/>
            </a:gdLst>
            <a:ahLst/>
            <a:cxnLst/>
            <a:rect l="textAreaLeft" t="textAreaTop" r="textAreaRight" b="textAreaBottom"/>
            <a:pathLst>
              <a:path w="2255" h="2202">
                <a:moveTo>
                  <a:pt x="2125" y="1"/>
                </a:moveTo>
                <a:cubicBezTo>
                  <a:pt x="2101" y="1"/>
                  <a:pt x="2074" y="11"/>
                  <a:pt x="2049" y="35"/>
                </a:cubicBezTo>
                <a:cubicBezTo>
                  <a:pt x="1392" y="693"/>
                  <a:pt x="735" y="1350"/>
                  <a:pt x="78" y="2007"/>
                </a:cubicBezTo>
                <a:cubicBezTo>
                  <a:pt x="1" y="2084"/>
                  <a:pt x="85" y="2202"/>
                  <a:pt x="156" y="2202"/>
                </a:cubicBezTo>
                <a:cubicBezTo>
                  <a:pt x="176" y="2202"/>
                  <a:pt x="195" y="2193"/>
                  <a:pt x="209" y="2171"/>
                </a:cubicBezTo>
                <a:lnTo>
                  <a:pt x="2181" y="167"/>
                </a:lnTo>
                <a:cubicBezTo>
                  <a:pt x="2255" y="93"/>
                  <a:pt x="2199" y="1"/>
                  <a:pt x="212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2" name="Google Shape;1286;p11"/>
          <p:cNvSpPr/>
          <p:nvPr/>
        </p:nvSpPr>
        <p:spPr>
          <a:xfrm>
            <a:off x="6617160" y="3686400"/>
            <a:ext cx="34920" cy="30960"/>
          </a:xfrm>
          <a:custGeom>
            <a:avLst/>
            <a:gdLst>
              <a:gd name="textAreaLeft" fmla="*/ 0 w 34920"/>
              <a:gd name="textAreaRight" fmla="*/ 35280 w 3492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1663" h="1480">
                <a:moveTo>
                  <a:pt x="1533" y="1"/>
                </a:moveTo>
                <a:cubicBezTo>
                  <a:pt x="1509" y="1"/>
                  <a:pt x="1482" y="11"/>
                  <a:pt x="1457" y="36"/>
                </a:cubicBezTo>
                <a:lnTo>
                  <a:pt x="77" y="1317"/>
                </a:lnTo>
                <a:cubicBezTo>
                  <a:pt x="0" y="1368"/>
                  <a:pt x="63" y="1479"/>
                  <a:pt x="141" y="1479"/>
                </a:cubicBezTo>
                <a:cubicBezTo>
                  <a:pt x="163" y="1479"/>
                  <a:pt x="187" y="1470"/>
                  <a:pt x="209" y="1449"/>
                </a:cubicBezTo>
                <a:lnTo>
                  <a:pt x="1589" y="167"/>
                </a:lnTo>
                <a:cubicBezTo>
                  <a:pt x="1663" y="93"/>
                  <a:pt x="1607" y="1"/>
                  <a:pt x="153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3" name="Google Shape;1287;p11"/>
          <p:cNvSpPr/>
          <p:nvPr/>
        </p:nvSpPr>
        <p:spPr>
          <a:xfrm>
            <a:off x="6640200" y="3682080"/>
            <a:ext cx="32760" cy="29880"/>
          </a:xfrm>
          <a:custGeom>
            <a:avLst/>
            <a:gdLst>
              <a:gd name="textAreaLeft" fmla="*/ 0 w 32760"/>
              <a:gd name="textAreaRight" fmla="*/ 33120 w 3276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568" h="1434">
                <a:moveTo>
                  <a:pt x="1413" y="1"/>
                </a:moveTo>
                <a:cubicBezTo>
                  <a:pt x="1394" y="1"/>
                  <a:pt x="1375" y="6"/>
                  <a:pt x="1356" y="19"/>
                </a:cubicBezTo>
                <a:lnTo>
                  <a:pt x="75" y="1267"/>
                </a:lnTo>
                <a:cubicBezTo>
                  <a:pt x="1" y="1341"/>
                  <a:pt x="56" y="1434"/>
                  <a:pt x="130" y="1434"/>
                </a:cubicBezTo>
                <a:cubicBezTo>
                  <a:pt x="155" y="1434"/>
                  <a:pt x="181" y="1423"/>
                  <a:pt x="206" y="1399"/>
                </a:cubicBezTo>
                <a:lnTo>
                  <a:pt x="1488" y="183"/>
                </a:lnTo>
                <a:cubicBezTo>
                  <a:pt x="1568" y="103"/>
                  <a:pt x="1496" y="1"/>
                  <a:pt x="141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4" name="Google Shape;1288;p11"/>
          <p:cNvSpPr/>
          <p:nvPr/>
        </p:nvSpPr>
        <p:spPr>
          <a:xfrm>
            <a:off x="6654960" y="3690720"/>
            <a:ext cx="21960" cy="24480"/>
          </a:xfrm>
          <a:custGeom>
            <a:avLst/>
            <a:gdLst>
              <a:gd name="textAreaLeft" fmla="*/ 0 w 21960"/>
              <a:gd name="textAreaRight" fmla="*/ 22320 w 2196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1053" h="1167">
                <a:moveTo>
                  <a:pt x="921" y="0"/>
                </a:moveTo>
                <a:cubicBezTo>
                  <a:pt x="896" y="0"/>
                  <a:pt x="872" y="8"/>
                  <a:pt x="855" y="25"/>
                </a:cubicBezTo>
                <a:cubicBezTo>
                  <a:pt x="592" y="353"/>
                  <a:pt x="297" y="682"/>
                  <a:pt x="34" y="1011"/>
                </a:cubicBezTo>
                <a:cubicBezTo>
                  <a:pt x="1" y="1043"/>
                  <a:pt x="1" y="1109"/>
                  <a:pt x="34" y="1142"/>
                </a:cubicBezTo>
                <a:cubicBezTo>
                  <a:pt x="50" y="1158"/>
                  <a:pt x="75" y="1167"/>
                  <a:pt x="100" y="1167"/>
                </a:cubicBezTo>
                <a:cubicBezTo>
                  <a:pt x="124" y="1167"/>
                  <a:pt x="149" y="1158"/>
                  <a:pt x="165" y="1142"/>
                </a:cubicBezTo>
                <a:lnTo>
                  <a:pt x="987" y="156"/>
                </a:lnTo>
                <a:cubicBezTo>
                  <a:pt x="1052" y="123"/>
                  <a:pt x="1052" y="58"/>
                  <a:pt x="987" y="25"/>
                </a:cubicBezTo>
                <a:cubicBezTo>
                  <a:pt x="970" y="8"/>
                  <a:pt x="946" y="0"/>
                  <a:pt x="92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5" name="Google Shape;1289;p11"/>
          <p:cNvSpPr/>
          <p:nvPr/>
        </p:nvSpPr>
        <p:spPr>
          <a:xfrm>
            <a:off x="6848640" y="3691800"/>
            <a:ext cx="42840" cy="62640"/>
          </a:xfrm>
          <a:custGeom>
            <a:avLst/>
            <a:gdLst>
              <a:gd name="textAreaLeft" fmla="*/ 0 w 42840"/>
              <a:gd name="textAreaRight" fmla="*/ 43200 w 428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2035" h="2969">
                <a:moveTo>
                  <a:pt x="1885" y="1"/>
                </a:moveTo>
                <a:cubicBezTo>
                  <a:pt x="1858" y="1"/>
                  <a:pt x="1834" y="13"/>
                  <a:pt x="1824" y="41"/>
                </a:cubicBezTo>
                <a:cubicBezTo>
                  <a:pt x="1298" y="994"/>
                  <a:pt x="740" y="1914"/>
                  <a:pt x="50" y="2802"/>
                </a:cubicBezTo>
                <a:cubicBezTo>
                  <a:pt x="0" y="2876"/>
                  <a:pt x="62" y="2968"/>
                  <a:pt x="138" y="2968"/>
                </a:cubicBezTo>
                <a:cubicBezTo>
                  <a:pt x="163" y="2968"/>
                  <a:pt x="189" y="2958"/>
                  <a:pt x="214" y="2933"/>
                </a:cubicBezTo>
                <a:cubicBezTo>
                  <a:pt x="871" y="2046"/>
                  <a:pt x="1463" y="1126"/>
                  <a:pt x="1989" y="140"/>
                </a:cubicBezTo>
                <a:cubicBezTo>
                  <a:pt x="2035" y="70"/>
                  <a:pt x="1950" y="1"/>
                  <a:pt x="188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6" name="Google Shape;1290;p11"/>
          <p:cNvSpPr/>
          <p:nvPr/>
        </p:nvSpPr>
        <p:spPr>
          <a:xfrm>
            <a:off x="6869160" y="3703680"/>
            <a:ext cx="29880" cy="40680"/>
          </a:xfrm>
          <a:custGeom>
            <a:avLst/>
            <a:gdLst>
              <a:gd name="textAreaLeft" fmla="*/ 0 w 29880"/>
              <a:gd name="textAreaRight" fmla="*/ 30240 w 2988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1428" h="1944">
                <a:moveTo>
                  <a:pt x="1265" y="0"/>
                </a:moveTo>
                <a:cubicBezTo>
                  <a:pt x="1234" y="0"/>
                  <a:pt x="1203" y="12"/>
                  <a:pt x="1184" y="41"/>
                </a:cubicBezTo>
                <a:lnTo>
                  <a:pt x="67" y="1783"/>
                </a:lnTo>
                <a:cubicBezTo>
                  <a:pt x="1" y="1870"/>
                  <a:pt x="67" y="1943"/>
                  <a:pt x="137" y="1943"/>
                </a:cubicBezTo>
                <a:cubicBezTo>
                  <a:pt x="172" y="1943"/>
                  <a:pt x="209" y="1925"/>
                  <a:pt x="231" y="1881"/>
                </a:cubicBezTo>
                <a:lnTo>
                  <a:pt x="1381" y="140"/>
                </a:lnTo>
                <a:cubicBezTo>
                  <a:pt x="1427" y="70"/>
                  <a:pt x="1342" y="0"/>
                  <a:pt x="12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7" name="Google Shape;1291;p11"/>
          <p:cNvSpPr/>
          <p:nvPr/>
        </p:nvSpPr>
        <p:spPr>
          <a:xfrm>
            <a:off x="6909120" y="3575880"/>
            <a:ext cx="77760" cy="83880"/>
          </a:xfrm>
          <a:custGeom>
            <a:avLst/>
            <a:gdLst>
              <a:gd name="textAreaLeft" fmla="*/ 0 w 77760"/>
              <a:gd name="textAreaRight" fmla="*/ 78120 w 77760"/>
              <a:gd name="textAreaTop" fmla="*/ 0 h 83880"/>
              <a:gd name="textAreaBottom" fmla="*/ 84240 h 83880"/>
            </a:gdLst>
            <a:ahLst/>
            <a:cxnLst/>
            <a:rect l="textAreaLeft" t="textAreaTop" r="textAreaRight" b="textAreaBottom"/>
            <a:pathLst>
              <a:path w="3697" h="3983">
                <a:moveTo>
                  <a:pt x="3543" y="1"/>
                </a:moveTo>
                <a:cubicBezTo>
                  <a:pt x="3512" y="1"/>
                  <a:pt x="3481" y="13"/>
                  <a:pt x="3462" y="42"/>
                </a:cubicBezTo>
                <a:cubicBezTo>
                  <a:pt x="2443" y="1389"/>
                  <a:pt x="1293" y="2638"/>
                  <a:pt x="77" y="3821"/>
                </a:cubicBezTo>
                <a:cubicBezTo>
                  <a:pt x="1" y="3872"/>
                  <a:pt x="63" y="3983"/>
                  <a:pt x="142" y="3983"/>
                </a:cubicBezTo>
                <a:cubicBezTo>
                  <a:pt x="164" y="3983"/>
                  <a:pt x="187" y="3974"/>
                  <a:pt x="209" y="3952"/>
                </a:cubicBezTo>
                <a:cubicBezTo>
                  <a:pt x="1458" y="2769"/>
                  <a:pt x="2608" y="1520"/>
                  <a:pt x="3626" y="140"/>
                </a:cubicBezTo>
                <a:cubicBezTo>
                  <a:pt x="3696" y="71"/>
                  <a:pt x="3618" y="1"/>
                  <a:pt x="35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120" bIns="42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8" name="Google Shape;1292;p11"/>
          <p:cNvSpPr/>
          <p:nvPr/>
        </p:nvSpPr>
        <p:spPr>
          <a:xfrm>
            <a:off x="6919920" y="3622320"/>
            <a:ext cx="42480" cy="50400"/>
          </a:xfrm>
          <a:custGeom>
            <a:avLst/>
            <a:gdLst>
              <a:gd name="textAreaLeft" fmla="*/ 0 w 42480"/>
              <a:gd name="textAreaRight" fmla="*/ 42840 w 424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030" h="2404">
                <a:moveTo>
                  <a:pt x="1892" y="0"/>
                </a:moveTo>
                <a:cubicBezTo>
                  <a:pt x="1867" y="0"/>
                  <a:pt x="1841" y="11"/>
                  <a:pt x="1816" y="35"/>
                </a:cubicBezTo>
                <a:lnTo>
                  <a:pt x="74" y="2237"/>
                </a:lnTo>
                <a:cubicBezTo>
                  <a:pt x="0" y="2311"/>
                  <a:pt x="56" y="2403"/>
                  <a:pt x="130" y="2403"/>
                </a:cubicBezTo>
                <a:cubicBezTo>
                  <a:pt x="154" y="2403"/>
                  <a:pt x="181" y="2393"/>
                  <a:pt x="206" y="2368"/>
                </a:cubicBezTo>
                <a:lnTo>
                  <a:pt x="1980" y="167"/>
                </a:lnTo>
                <a:cubicBezTo>
                  <a:pt x="2030" y="93"/>
                  <a:pt x="1968" y="0"/>
                  <a:pt x="189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9" name="Google Shape;1293;p11"/>
          <p:cNvSpPr/>
          <p:nvPr/>
        </p:nvSpPr>
        <p:spPr>
          <a:xfrm>
            <a:off x="6917040" y="3641760"/>
            <a:ext cx="39600" cy="44280"/>
          </a:xfrm>
          <a:custGeom>
            <a:avLst/>
            <a:gdLst>
              <a:gd name="textAreaLeft" fmla="*/ 0 w 39600"/>
              <a:gd name="textAreaRight" fmla="*/ 39960 w 39600"/>
              <a:gd name="textAreaTop" fmla="*/ 0 h 44280"/>
              <a:gd name="textAreaBottom" fmla="*/ 44640 h 44280"/>
            </a:gdLst>
            <a:ahLst/>
            <a:cxnLst/>
            <a:rect l="textAreaLeft" t="textAreaTop" r="textAreaRight" b="textAreaBottom"/>
            <a:pathLst>
              <a:path w="1890" h="2110">
                <a:moveTo>
                  <a:pt x="1736" y="1"/>
                </a:moveTo>
                <a:cubicBezTo>
                  <a:pt x="1705" y="1"/>
                  <a:pt x="1674" y="13"/>
                  <a:pt x="1655" y="41"/>
                </a:cubicBezTo>
                <a:cubicBezTo>
                  <a:pt x="1162" y="699"/>
                  <a:pt x="637" y="1323"/>
                  <a:pt x="78" y="1915"/>
                </a:cubicBezTo>
                <a:cubicBezTo>
                  <a:pt x="1" y="1992"/>
                  <a:pt x="85" y="2109"/>
                  <a:pt x="156" y="2109"/>
                </a:cubicBezTo>
                <a:cubicBezTo>
                  <a:pt x="176" y="2109"/>
                  <a:pt x="195" y="2100"/>
                  <a:pt x="209" y="2079"/>
                </a:cubicBezTo>
                <a:cubicBezTo>
                  <a:pt x="801" y="1454"/>
                  <a:pt x="1327" y="830"/>
                  <a:pt x="1820" y="140"/>
                </a:cubicBezTo>
                <a:cubicBezTo>
                  <a:pt x="1889" y="70"/>
                  <a:pt x="1811" y="1"/>
                  <a:pt x="17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0" name="Google Shape;1294;p11"/>
          <p:cNvSpPr/>
          <p:nvPr/>
        </p:nvSpPr>
        <p:spPr>
          <a:xfrm>
            <a:off x="6909840" y="3584160"/>
            <a:ext cx="39240" cy="38520"/>
          </a:xfrm>
          <a:custGeom>
            <a:avLst/>
            <a:gdLst>
              <a:gd name="textAreaLeft" fmla="*/ 0 w 39240"/>
              <a:gd name="textAreaRight" fmla="*/ 39600 w 3924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1865" h="1845">
                <a:moveTo>
                  <a:pt x="1708" y="0"/>
                </a:moveTo>
                <a:cubicBezTo>
                  <a:pt x="1680" y="0"/>
                  <a:pt x="1651" y="10"/>
                  <a:pt x="1627" y="35"/>
                </a:cubicBezTo>
                <a:lnTo>
                  <a:pt x="49" y="1678"/>
                </a:lnTo>
                <a:cubicBezTo>
                  <a:pt x="0" y="1752"/>
                  <a:pt x="62" y="1844"/>
                  <a:pt x="137" y="1844"/>
                </a:cubicBezTo>
                <a:cubicBezTo>
                  <a:pt x="162" y="1844"/>
                  <a:pt x="189" y="1834"/>
                  <a:pt x="214" y="1810"/>
                </a:cubicBezTo>
                <a:lnTo>
                  <a:pt x="1791" y="167"/>
                </a:lnTo>
                <a:cubicBezTo>
                  <a:pt x="1865" y="93"/>
                  <a:pt x="1791" y="0"/>
                  <a:pt x="17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1" name="Google Shape;1295;p11"/>
          <p:cNvSpPr/>
          <p:nvPr/>
        </p:nvSpPr>
        <p:spPr>
          <a:xfrm>
            <a:off x="6191280" y="3738960"/>
            <a:ext cx="112320" cy="122040"/>
          </a:xfrm>
          <a:custGeom>
            <a:avLst/>
            <a:gdLst>
              <a:gd name="textAreaLeft" fmla="*/ 0 w 112320"/>
              <a:gd name="textAreaRight" fmla="*/ 112680 w 112320"/>
              <a:gd name="textAreaTop" fmla="*/ 0 h 122040"/>
              <a:gd name="textAreaBottom" fmla="*/ 122400 h 122040"/>
            </a:gdLst>
            <a:ahLst/>
            <a:cxnLst/>
            <a:rect l="textAreaLeft" t="textAreaTop" r="textAreaRight" b="textAreaBottom"/>
            <a:pathLst>
              <a:path w="5319" h="5777">
                <a:moveTo>
                  <a:pt x="5152" y="0"/>
                </a:moveTo>
                <a:cubicBezTo>
                  <a:pt x="5135" y="0"/>
                  <a:pt x="5120" y="6"/>
                  <a:pt x="5107" y="18"/>
                </a:cubicBezTo>
                <a:cubicBezTo>
                  <a:pt x="3267" y="1760"/>
                  <a:pt x="1591" y="3633"/>
                  <a:pt x="47" y="5637"/>
                </a:cubicBezTo>
                <a:cubicBezTo>
                  <a:pt x="0" y="5707"/>
                  <a:pt x="69" y="5777"/>
                  <a:pt x="148" y="5777"/>
                </a:cubicBezTo>
                <a:cubicBezTo>
                  <a:pt x="181" y="5777"/>
                  <a:pt x="215" y="5765"/>
                  <a:pt x="244" y="5736"/>
                </a:cubicBezTo>
                <a:lnTo>
                  <a:pt x="244" y="5769"/>
                </a:lnTo>
                <a:cubicBezTo>
                  <a:pt x="1756" y="3764"/>
                  <a:pt x="3431" y="1891"/>
                  <a:pt x="5239" y="182"/>
                </a:cubicBezTo>
                <a:cubicBezTo>
                  <a:pt x="5319" y="102"/>
                  <a:pt x="5225" y="0"/>
                  <a:pt x="515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0" bIns="61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2" name="Google Shape;1296;p11"/>
          <p:cNvSpPr/>
          <p:nvPr/>
        </p:nvSpPr>
        <p:spPr>
          <a:xfrm>
            <a:off x="6236640" y="3759120"/>
            <a:ext cx="77400" cy="82080"/>
          </a:xfrm>
          <a:custGeom>
            <a:avLst/>
            <a:gdLst>
              <a:gd name="textAreaLeft" fmla="*/ 0 w 77400"/>
              <a:gd name="textAreaRight" fmla="*/ 77760 w 77400"/>
              <a:gd name="textAreaTop" fmla="*/ 0 h 82080"/>
              <a:gd name="textAreaBottom" fmla="*/ 82440 h 82080"/>
            </a:gdLst>
            <a:ahLst/>
            <a:cxnLst/>
            <a:rect l="textAreaLeft" t="textAreaTop" r="textAreaRight" b="textAreaBottom"/>
            <a:pathLst>
              <a:path w="3677" h="3903">
                <a:moveTo>
                  <a:pt x="3522" y="0"/>
                </a:moveTo>
                <a:cubicBezTo>
                  <a:pt x="3503" y="0"/>
                  <a:pt x="3484" y="6"/>
                  <a:pt x="3465" y="18"/>
                </a:cubicBezTo>
                <a:cubicBezTo>
                  <a:pt x="2217" y="1168"/>
                  <a:pt x="1066" y="2417"/>
                  <a:pt x="48" y="3731"/>
                </a:cubicBezTo>
                <a:cubicBezTo>
                  <a:pt x="1" y="3825"/>
                  <a:pt x="72" y="3903"/>
                  <a:pt x="152" y="3903"/>
                </a:cubicBezTo>
                <a:cubicBezTo>
                  <a:pt x="184" y="3903"/>
                  <a:pt x="217" y="3891"/>
                  <a:pt x="245" y="3863"/>
                </a:cubicBezTo>
                <a:cubicBezTo>
                  <a:pt x="1231" y="2515"/>
                  <a:pt x="2381" y="1300"/>
                  <a:pt x="3597" y="182"/>
                </a:cubicBezTo>
                <a:cubicBezTo>
                  <a:pt x="3677" y="102"/>
                  <a:pt x="3605" y="0"/>
                  <a:pt x="352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040" bIns="41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3" name="Google Shape;1297;p11"/>
          <p:cNvSpPr/>
          <p:nvPr/>
        </p:nvSpPr>
        <p:spPr>
          <a:xfrm>
            <a:off x="6270120" y="3781800"/>
            <a:ext cx="50760" cy="54720"/>
          </a:xfrm>
          <a:custGeom>
            <a:avLst/>
            <a:gdLst>
              <a:gd name="textAreaLeft" fmla="*/ 0 w 50760"/>
              <a:gd name="textAreaRight" fmla="*/ 51120 w 50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2415" h="2603">
                <a:moveTo>
                  <a:pt x="2243" y="1"/>
                </a:moveTo>
                <a:cubicBezTo>
                  <a:pt x="2219" y="1"/>
                  <a:pt x="2194" y="10"/>
                  <a:pt x="2173" y="31"/>
                </a:cubicBezTo>
                <a:cubicBezTo>
                  <a:pt x="1417" y="787"/>
                  <a:pt x="694" y="1609"/>
                  <a:pt x="70" y="2463"/>
                </a:cubicBezTo>
                <a:cubicBezTo>
                  <a:pt x="0" y="2533"/>
                  <a:pt x="78" y="2602"/>
                  <a:pt x="153" y="2602"/>
                </a:cubicBezTo>
                <a:cubicBezTo>
                  <a:pt x="184" y="2602"/>
                  <a:pt x="215" y="2591"/>
                  <a:pt x="234" y="2562"/>
                </a:cubicBezTo>
                <a:cubicBezTo>
                  <a:pt x="859" y="1707"/>
                  <a:pt x="1582" y="919"/>
                  <a:pt x="2337" y="196"/>
                </a:cubicBezTo>
                <a:cubicBezTo>
                  <a:pt x="2415" y="118"/>
                  <a:pt x="2331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4" name="Google Shape;1298;p11"/>
          <p:cNvSpPr/>
          <p:nvPr/>
        </p:nvSpPr>
        <p:spPr>
          <a:xfrm>
            <a:off x="6356520" y="3651840"/>
            <a:ext cx="83520" cy="91440"/>
          </a:xfrm>
          <a:custGeom>
            <a:avLst/>
            <a:gdLst>
              <a:gd name="textAreaLeft" fmla="*/ 0 w 83520"/>
              <a:gd name="textAreaRight" fmla="*/ 83880 w 83520"/>
              <a:gd name="textAreaTop" fmla="*/ 0 h 91440"/>
              <a:gd name="textAreaBottom" fmla="*/ 91800 h 91440"/>
            </a:gdLst>
            <a:ahLst/>
            <a:cxnLst/>
            <a:rect l="textAreaLeft" t="textAreaTop" r="textAreaRight" b="textAreaBottom"/>
            <a:pathLst>
              <a:path w="3961" h="4343">
                <a:moveTo>
                  <a:pt x="3831" y="1"/>
                </a:moveTo>
                <a:cubicBezTo>
                  <a:pt x="3806" y="1"/>
                  <a:pt x="3780" y="11"/>
                  <a:pt x="3755" y="36"/>
                </a:cubicBezTo>
                <a:cubicBezTo>
                  <a:pt x="2572" y="1449"/>
                  <a:pt x="1323" y="2829"/>
                  <a:pt x="75" y="4176"/>
                </a:cubicBezTo>
                <a:cubicBezTo>
                  <a:pt x="1" y="4250"/>
                  <a:pt x="75" y="4342"/>
                  <a:pt x="144" y="4342"/>
                </a:cubicBezTo>
                <a:cubicBezTo>
                  <a:pt x="167" y="4342"/>
                  <a:pt x="190" y="4332"/>
                  <a:pt x="206" y="4307"/>
                </a:cubicBezTo>
                <a:cubicBezTo>
                  <a:pt x="1455" y="2960"/>
                  <a:pt x="2703" y="1580"/>
                  <a:pt x="3886" y="167"/>
                </a:cubicBezTo>
                <a:cubicBezTo>
                  <a:pt x="3960" y="93"/>
                  <a:pt x="3905" y="1"/>
                  <a:pt x="38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5" name="Google Shape;1299;p11"/>
          <p:cNvSpPr/>
          <p:nvPr/>
        </p:nvSpPr>
        <p:spPr>
          <a:xfrm>
            <a:off x="6359760" y="3638520"/>
            <a:ext cx="75240" cy="76680"/>
          </a:xfrm>
          <a:custGeom>
            <a:avLst/>
            <a:gdLst>
              <a:gd name="textAreaLeft" fmla="*/ 0 w 75240"/>
              <a:gd name="textAreaRight" fmla="*/ 75600 w 75240"/>
              <a:gd name="textAreaTop" fmla="*/ 0 h 76680"/>
              <a:gd name="textAreaBottom" fmla="*/ 77040 h 76680"/>
            </a:gdLst>
            <a:ahLst/>
            <a:cxnLst/>
            <a:rect l="textAreaLeft" t="textAreaTop" r="textAreaRight" b="textAreaBottom"/>
            <a:pathLst>
              <a:path w="3569" h="3648">
                <a:moveTo>
                  <a:pt x="3425" y="0"/>
                </a:moveTo>
                <a:cubicBezTo>
                  <a:pt x="3402" y="0"/>
                  <a:pt x="3379" y="11"/>
                  <a:pt x="3363" y="35"/>
                </a:cubicBezTo>
                <a:cubicBezTo>
                  <a:pt x="2377" y="1284"/>
                  <a:pt x="1260" y="2434"/>
                  <a:pt x="77" y="3486"/>
                </a:cubicBezTo>
                <a:cubicBezTo>
                  <a:pt x="0" y="3537"/>
                  <a:pt x="63" y="3648"/>
                  <a:pt x="141" y="3648"/>
                </a:cubicBezTo>
                <a:cubicBezTo>
                  <a:pt x="163" y="3648"/>
                  <a:pt x="187" y="3639"/>
                  <a:pt x="208" y="3617"/>
                </a:cubicBezTo>
                <a:cubicBezTo>
                  <a:pt x="1424" y="2598"/>
                  <a:pt x="2509" y="1448"/>
                  <a:pt x="3494" y="167"/>
                </a:cubicBezTo>
                <a:cubicBezTo>
                  <a:pt x="3568" y="93"/>
                  <a:pt x="3494" y="0"/>
                  <a:pt x="342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520" bIns="38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6" name="Google Shape;1300;p11"/>
          <p:cNvSpPr/>
          <p:nvPr/>
        </p:nvSpPr>
        <p:spPr>
          <a:xfrm>
            <a:off x="6433200" y="3596040"/>
            <a:ext cx="67680" cy="74520"/>
          </a:xfrm>
          <a:custGeom>
            <a:avLst/>
            <a:gdLst>
              <a:gd name="textAreaLeft" fmla="*/ 0 w 67680"/>
              <a:gd name="textAreaRight" fmla="*/ 68040 w 67680"/>
              <a:gd name="textAreaTop" fmla="*/ 0 h 74520"/>
              <a:gd name="textAreaBottom" fmla="*/ 74880 h 74520"/>
            </a:gdLst>
            <a:ahLst/>
            <a:cxnLst/>
            <a:rect l="textAreaLeft" t="textAreaTop" r="textAreaRight" b="textAreaBottom"/>
            <a:pathLst>
              <a:path w="3219" h="3545">
                <a:moveTo>
                  <a:pt x="3076" y="0"/>
                </a:moveTo>
                <a:cubicBezTo>
                  <a:pt x="3054" y="0"/>
                  <a:pt x="3031" y="9"/>
                  <a:pt x="3010" y="31"/>
                </a:cubicBezTo>
                <a:cubicBezTo>
                  <a:pt x="1991" y="1115"/>
                  <a:pt x="1005" y="2232"/>
                  <a:pt x="52" y="3350"/>
                </a:cubicBezTo>
                <a:cubicBezTo>
                  <a:pt x="1" y="3427"/>
                  <a:pt x="70" y="3544"/>
                  <a:pt x="150" y="3544"/>
                </a:cubicBezTo>
                <a:cubicBezTo>
                  <a:pt x="172" y="3544"/>
                  <a:pt x="195" y="3535"/>
                  <a:pt x="217" y="3514"/>
                </a:cubicBezTo>
                <a:cubicBezTo>
                  <a:pt x="1169" y="2364"/>
                  <a:pt x="2155" y="1279"/>
                  <a:pt x="3141" y="195"/>
                </a:cubicBezTo>
                <a:cubicBezTo>
                  <a:pt x="3218" y="118"/>
                  <a:pt x="3154" y="0"/>
                  <a:pt x="307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440" bIns="37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7" name="Google Shape;1301;p11"/>
          <p:cNvSpPr/>
          <p:nvPr/>
        </p:nvSpPr>
        <p:spPr>
          <a:xfrm>
            <a:off x="6473880" y="3585960"/>
            <a:ext cx="53280" cy="53280"/>
          </a:xfrm>
          <a:custGeom>
            <a:avLst/>
            <a:gdLst>
              <a:gd name="textAreaLeft" fmla="*/ 0 w 53280"/>
              <a:gd name="textAreaRight" fmla="*/ 53640 w 53280"/>
              <a:gd name="textAreaTop" fmla="*/ 0 h 53280"/>
              <a:gd name="textAreaBottom" fmla="*/ 53640 h 53280"/>
            </a:gdLst>
            <a:ahLst/>
            <a:cxnLst/>
            <a:rect l="textAreaLeft" t="textAreaTop" r="textAreaRight" b="textAreaBottom"/>
            <a:pathLst>
              <a:path w="2528" h="2533">
                <a:moveTo>
                  <a:pt x="2373" y="0"/>
                </a:moveTo>
                <a:cubicBezTo>
                  <a:pt x="2354" y="0"/>
                  <a:pt x="2334" y="5"/>
                  <a:pt x="2315" y="18"/>
                </a:cubicBezTo>
                <a:lnTo>
                  <a:pt x="81" y="2351"/>
                </a:lnTo>
                <a:cubicBezTo>
                  <a:pt x="1" y="2431"/>
                  <a:pt x="73" y="2533"/>
                  <a:pt x="155" y="2533"/>
                </a:cubicBezTo>
                <a:cubicBezTo>
                  <a:pt x="174" y="2533"/>
                  <a:pt x="194" y="2527"/>
                  <a:pt x="212" y="2515"/>
                </a:cubicBezTo>
                <a:lnTo>
                  <a:pt x="2447" y="182"/>
                </a:lnTo>
                <a:cubicBezTo>
                  <a:pt x="2527" y="102"/>
                  <a:pt x="2455" y="0"/>
                  <a:pt x="237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8" name="Google Shape;1302;p11"/>
          <p:cNvSpPr/>
          <p:nvPr/>
        </p:nvSpPr>
        <p:spPr>
          <a:xfrm>
            <a:off x="4340160" y="4833720"/>
            <a:ext cx="2361960" cy="169200"/>
          </a:xfrm>
          <a:custGeom>
            <a:avLst/>
            <a:gdLst>
              <a:gd name="textAreaLeft" fmla="*/ 0 w 2361960"/>
              <a:gd name="textAreaRight" fmla="*/ 2362320 w 2361960"/>
              <a:gd name="textAreaTop" fmla="*/ 0 h 169200"/>
              <a:gd name="textAreaBottom" fmla="*/ 169560 h 169200"/>
            </a:gdLst>
            <a:ahLst/>
            <a:cxnLst/>
            <a:rect l="textAreaLeft" t="textAreaTop" r="textAreaRight" b="textAreaBottom"/>
            <a:pathLst>
              <a:path w="111607" h="8005">
                <a:moveTo>
                  <a:pt x="54351" y="0"/>
                </a:moveTo>
                <a:cubicBezTo>
                  <a:pt x="51502" y="0"/>
                  <a:pt x="48656" y="43"/>
                  <a:pt x="45820" y="146"/>
                </a:cubicBezTo>
                <a:cubicBezTo>
                  <a:pt x="42239" y="277"/>
                  <a:pt x="38690" y="573"/>
                  <a:pt x="35174" y="1033"/>
                </a:cubicBezTo>
                <a:cubicBezTo>
                  <a:pt x="31658" y="1493"/>
                  <a:pt x="28109" y="2150"/>
                  <a:pt x="24593" y="2807"/>
                </a:cubicBezTo>
                <a:lnTo>
                  <a:pt x="375" y="7375"/>
                </a:lnTo>
                <a:cubicBezTo>
                  <a:pt x="0" y="7437"/>
                  <a:pt x="130" y="8004"/>
                  <a:pt x="510" y="8004"/>
                </a:cubicBezTo>
                <a:cubicBezTo>
                  <a:pt x="530" y="8004"/>
                  <a:pt x="551" y="8002"/>
                  <a:pt x="572" y="7999"/>
                </a:cubicBezTo>
                <a:lnTo>
                  <a:pt x="22194" y="3925"/>
                </a:lnTo>
                <a:cubicBezTo>
                  <a:pt x="29292" y="2610"/>
                  <a:pt x="36389" y="1296"/>
                  <a:pt x="43619" y="901"/>
                </a:cubicBezTo>
                <a:cubicBezTo>
                  <a:pt x="47037" y="715"/>
                  <a:pt x="50447" y="646"/>
                  <a:pt x="53858" y="646"/>
                </a:cubicBezTo>
                <a:cubicBezTo>
                  <a:pt x="57660" y="646"/>
                  <a:pt x="61462" y="732"/>
                  <a:pt x="65274" y="836"/>
                </a:cubicBezTo>
                <a:cubicBezTo>
                  <a:pt x="72470" y="1000"/>
                  <a:pt x="79732" y="1361"/>
                  <a:pt x="86961" y="1920"/>
                </a:cubicBezTo>
                <a:cubicBezTo>
                  <a:pt x="95045" y="2512"/>
                  <a:pt x="103128" y="3333"/>
                  <a:pt x="111179" y="4385"/>
                </a:cubicBezTo>
                <a:cubicBezTo>
                  <a:pt x="111190" y="4385"/>
                  <a:pt x="111200" y="4386"/>
                  <a:pt x="111210" y="4386"/>
                </a:cubicBezTo>
                <a:cubicBezTo>
                  <a:pt x="111606" y="4386"/>
                  <a:pt x="111596" y="3759"/>
                  <a:pt x="111179" y="3727"/>
                </a:cubicBezTo>
                <a:cubicBezTo>
                  <a:pt x="96754" y="1854"/>
                  <a:pt x="82262" y="704"/>
                  <a:pt x="67672" y="244"/>
                </a:cubicBezTo>
                <a:cubicBezTo>
                  <a:pt x="63246" y="104"/>
                  <a:pt x="58796" y="0"/>
                  <a:pt x="5435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4600" bIns="84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9" name="Google Shape;1303;p11"/>
          <p:cNvSpPr/>
          <p:nvPr/>
        </p:nvSpPr>
        <p:spPr>
          <a:xfrm>
            <a:off x="7445520" y="5055120"/>
            <a:ext cx="1374480" cy="111960"/>
          </a:xfrm>
          <a:custGeom>
            <a:avLst/>
            <a:gdLst>
              <a:gd name="textAreaLeft" fmla="*/ 0 w 1374480"/>
              <a:gd name="textAreaRight" fmla="*/ 1374840 w 1374480"/>
              <a:gd name="textAreaTop" fmla="*/ 0 h 111960"/>
              <a:gd name="textAreaBottom" fmla="*/ 112320 h 111960"/>
            </a:gdLst>
            <a:ahLst/>
            <a:cxnLst/>
            <a:rect l="textAreaLeft" t="textAreaTop" r="textAreaRight" b="textAreaBottom"/>
            <a:pathLst>
              <a:path w="64950" h="5305">
                <a:moveTo>
                  <a:pt x="39385" y="0"/>
                </a:moveTo>
                <a:cubicBezTo>
                  <a:pt x="35345" y="0"/>
                  <a:pt x="31406" y="196"/>
                  <a:pt x="27410" y="562"/>
                </a:cubicBezTo>
                <a:cubicBezTo>
                  <a:pt x="23106" y="957"/>
                  <a:pt x="18867" y="1515"/>
                  <a:pt x="14628" y="2172"/>
                </a:cubicBezTo>
                <a:cubicBezTo>
                  <a:pt x="10389" y="2863"/>
                  <a:pt x="6183" y="3585"/>
                  <a:pt x="1977" y="4374"/>
                </a:cubicBezTo>
                <a:lnTo>
                  <a:pt x="366" y="4670"/>
                </a:lnTo>
                <a:cubicBezTo>
                  <a:pt x="1" y="4761"/>
                  <a:pt x="115" y="5305"/>
                  <a:pt x="448" y="5305"/>
                </a:cubicBezTo>
                <a:cubicBezTo>
                  <a:pt x="475" y="5305"/>
                  <a:pt x="502" y="5301"/>
                  <a:pt x="531" y="5294"/>
                </a:cubicBezTo>
                <a:cubicBezTo>
                  <a:pt x="4737" y="4538"/>
                  <a:pt x="8943" y="3750"/>
                  <a:pt x="13149" y="3093"/>
                </a:cubicBezTo>
                <a:cubicBezTo>
                  <a:pt x="17355" y="2403"/>
                  <a:pt x="21561" y="1811"/>
                  <a:pt x="25767" y="1384"/>
                </a:cubicBezTo>
                <a:cubicBezTo>
                  <a:pt x="30006" y="957"/>
                  <a:pt x="34278" y="694"/>
                  <a:pt x="38550" y="661"/>
                </a:cubicBezTo>
                <a:cubicBezTo>
                  <a:pt x="38914" y="658"/>
                  <a:pt x="39278" y="657"/>
                  <a:pt x="39643" y="657"/>
                </a:cubicBezTo>
                <a:cubicBezTo>
                  <a:pt x="43533" y="657"/>
                  <a:pt x="47496" y="812"/>
                  <a:pt x="51431" y="1022"/>
                </a:cubicBezTo>
                <a:cubicBezTo>
                  <a:pt x="55309" y="1187"/>
                  <a:pt x="59383" y="1154"/>
                  <a:pt x="63031" y="2600"/>
                </a:cubicBezTo>
                <a:cubicBezTo>
                  <a:pt x="63458" y="2764"/>
                  <a:pt x="63885" y="2961"/>
                  <a:pt x="64312" y="3191"/>
                </a:cubicBezTo>
                <a:cubicBezTo>
                  <a:pt x="64365" y="3220"/>
                  <a:pt x="64417" y="3233"/>
                  <a:pt x="64467" y="3233"/>
                </a:cubicBezTo>
                <a:cubicBezTo>
                  <a:pt x="64755" y="3233"/>
                  <a:pt x="64950" y="2801"/>
                  <a:pt x="64641" y="2633"/>
                </a:cubicBezTo>
                <a:cubicBezTo>
                  <a:pt x="61191" y="825"/>
                  <a:pt x="57215" y="661"/>
                  <a:pt x="53403" y="464"/>
                </a:cubicBezTo>
                <a:cubicBezTo>
                  <a:pt x="49065" y="234"/>
                  <a:pt x="44695" y="4"/>
                  <a:pt x="40324" y="4"/>
                </a:cubicBezTo>
                <a:cubicBezTo>
                  <a:pt x="40011" y="1"/>
                  <a:pt x="39698" y="0"/>
                  <a:pt x="3938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0" name="Google Shape;1304;p11"/>
          <p:cNvSpPr/>
          <p:nvPr/>
        </p:nvSpPr>
        <p:spPr>
          <a:xfrm>
            <a:off x="4267440" y="4251240"/>
            <a:ext cx="2332440" cy="86040"/>
          </a:xfrm>
          <a:custGeom>
            <a:avLst/>
            <a:gdLst>
              <a:gd name="textAreaLeft" fmla="*/ 0 w 2332440"/>
              <a:gd name="textAreaRight" fmla="*/ 2332800 w 2332440"/>
              <a:gd name="textAreaTop" fmla="*/ 0 h 86040"/>
              <a:gd name="textAreaBottom" fmla="*/ 86400 h 86040"/>
            </a:gdLst>
            <a:ahLst/>
            <a:cxnLst/>
            <a:rect l="textAreaLeft" t="textAreaTop" r="textAreaRight" b="textAreaBottom"/>
            <a:pathLst>
              <a:path w="110227" h="4080">
                <a:moveTo>
                  <a:pt x="109744" y="0"/>
                </a:moveTo>
                <a:cubicBezTo>
                  <a:pt x="109726" y="0"/>
                  <a:pt x="109707" y="2"/>
                  <a:pt x="109687" y="5"/>
                </a:cubicBezTo>
                <a:cubicBezTo>
                  <a:pt x="95623" y="2108"/>
                  <a:pt x="81493" y="3258"/>
                  <a:pt x="67298" y="3423"/>
                </a:cubicBezTo>
                <a:cubicBezTo>
                  <a:pt x="66442" y="3431"/>
                  <a:pt x="65587" y="3435"/>
                  <a:pt x="64733" y="3435"/>
                </a:cubicBezTo>
                <a:cubicBezTo>
                  <a:pt x="58596" y="3435"/>
                  <a:pt x="52481" y="3223"/>
                  <a:pt x="46366" y="2733"/>
                </a:cubicBezTo>
                <a:cubicBezTo>
                  <a:pt x="39169" y="2207"/>
                  <a:pt x="32006" y="1254"/>
                  <a:pt x="24776" y="991"/>
                </a:cubicBezTo>
                <a:cubicBezTo>
                  <a:pt x="22947" y="932"/>
                  <a:pt x="21118" y="906"/>
                  <a:pt x="19288" y="906"/>
                </a:cubicBezTo>
                <a:cubicBezTo>
                  <a:pt x="13001" y="906"/>
                  <a:pt x="6714" y="1211"/>
                  <a:pt x="427" y="1517"/>
                </a:cubicBezTo>
                <a:cubicBezTo>
                  <a:pt x="10" y="1549"/>
                  <a:pt x="0" y="2175"/>
                  <a:pt x="397" y="2175"/>
                </a:cubicBezTo>
                <a:cubicBezTo>
                  <a:pt x="407" y="2175"/>
                  <a:pt x="417" y="2175"/>
                  <a:pt x="427" y="2174"/>
                </a:cubicBezTo>
                <a:lnTo>
                  <a:pt x="394" y="2174"/>
                </a:lnTo>
                <a:cubicBezTo>
                  <a:pt x="6613" y="1864"/>
                  <a:pt x="12808" y="1555"/>
                  <a:pt x="19020" y="1555"/>
                </a:cubicBezTo>
                <a:cubicBezTo>
                  <a:pt x="20062" y="1555"/>
                  <a:pt x="21104" y="1564"/>
                  <a:pt x="22148" y="1583"/>
                </a:cubicBezTo>
                <a:cubicBezTo>
                  <a:pt x="29377" y="1714"/>
                  <a:pt x="36606" y="2535"/>
                  <a:pt x="43835" y="3193"/>
                </a:cubicBezTo>
                <a:cubicBezTo>
                  <a:pt x="50867" y="3784"/>
                  <a:pt x="57965" y="4080"/>
                  <a:pt x="65063" y="4080"/>
                </a:cubicBezTo>
                <a:cubicBezTo>
                  <a:pt x="72128" y="4080"/>
                  <a:pt x="79226" y="3784"/>
                  <a:pt x="86291" y="3258"/>
                </a:cubicBezTo>
                <a:cubicBezTo>
                  <a:pt x="93257" y="2733"/>
                  <a:pt x="100256" y="1977"/>
                  <a:pt x="107223" y="991"/>
                </a:cubicBezTo>
                <a:cubicBezTo>
                  <a:pt x="108110" y="860"/>
                  <a:pt x="108964" y="761"/>
                  <a:pt x="109852" y="630"/>
                </a:cubicBezTo>
                <a:cubicBezTo>
                  <a:pt x="110226" y="567"/>
                  <a:pt x="110097" y="0"/>
                  <a:pt x="1097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0" bIns="43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1" name="Google Shape;1305;p11"/>
          <p:cNvSpPr/>
          <p:nvPr/>
        </p:nvSpPr>
        <p:spPr>
          <a:xfrm>
            <a:off x="8244000" y="4027320"/>
            <a:ext cx="622080" cy="48600"/>
          </a:xfrm>
          <a:custGeom>
            <a:avLst/>
            <a:gdLst>
              <a:gd name="textAreaLeft" fmla="*/ 0 w 622080"/>
              <a:gd name="textAreaRight" fmla="*/ 622440 w 62208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29410" h="2320">
                <a:moveTo>
                  <a:pt x="24738" y="0"/>
                </a:moveTo>
                <a:cubicBezTo>
                  <a:pt x="22440" y="0"/>
                  <a:pt x="20142" y="147"/>
                  <a:pt x="17844" y="431"/>
                </a:cubicBezTo>
                <a:cubicBezTo>
                  <a:pt x="14130" y="793"/>
                  <a:pt x="10417" y="1319"/>
                  <a:pt x="6704" y="1582"/>
                </a:cubicBezTo>
                <a:cubicBezTo>
                  <a:pt x="5652" y="1647"/>
                  <a:pt x="4601" y="1680"/>
                  <a:pt x="3553" y="1680"/>
                </a:cubicBezTo>
                <a:cubicBezTo>
                  <a:pt x="2506" y="1680"/>
                  <a:pt x="1463" y="1647"/>
                  <a:pt x="428" y="1582"/>
                </a:cubicBezTo>
                <a:cubicBezTo>
                  <a:pt x="0" y="1582"/>
                  <a:pt x="0" y="2206"/>
                  <a:pt x="428" y="2239"/>
                </a:cubicBezTo>
                <a:cubicBezTo>
                  <a:pt x="1329" y="2295"/>
                  <a:pt x="2232" y="2319"/>
                  <a:pt x="3136" y="2319"/>
                </a:cubicBezTo>
                <a:cubicBezTo>
                  <a:pt x="5957" y="2319"/>
                  <a:pt x="8788" y="2077"/>
                  <a:pt x="11600" y="1779"/>
                </a:cubicBezTo>
                <a:cubicBezTo>
                  <a:pt x="15280" y="1384"/>
                  <a:pt x="18994" y="859"/>
                  <a:pt x="22740" y="694"/>
                </a:cubicBezTo>
                <a:cubicBezTo>
                  <a:pt x="23516" y="657"/>
                  <a:pt x="24297" y="639"/>
                  <a:pt x="25079" y="639"/>
                </a:cubicBezTo>
                <a:cubicBezTo>
                  <a:pt x="26383" y="639"/>
                  <a:pt x="27689" y="690"/>
                  <a:pt x="28983" y="793"/>
                </a:cubicBezTo>
                <a:cubicBezTo>
                  <a:pt x="29003" y="796"/>
                  <a:pt x="29023" y="797"/>
                  <a:pt x="29041" y="797"/>
                </a:cubicBezTo>
                <a:cubicBezTo>
                  <a:pt x="29409" y="797"/>
                  <a:pt x="29390" y="200"/>
                  <a:pt x="28983" y="169"/>
                </a:cubicBezTo>
                <a:cubicBezTo>
                  <a:pt x="27568" y="56"/>
                  <a:pt x="26153" y="0"/>
                  <a:pt x="2473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2" name="Google Shape;1306;p11"/>
          <p:cNvSpPr/>
          <p:nvPr/>
        </p:nvSpPr>
        <p:spPr>
          <a:xfrm>
            <a:off x="8196840" y="4226400"/>
            <a:ext cx="713160" cy="20160"/>
          </a:xfrm>
          <a:custGeom>
            <a:avLst/>
            <a:gdLst>
              <a:gd name="textAreaLeft" fmla="*/ 0 w 713160"/>
              <a:gd name="textAreaRight" fmla="*/ 713520 w 71316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33716" h="967">
                <a:moveTo>
                  <a:pt x="428" y="0"/>
                </a:moveTo>
                <a:cubicBezTo>
                  <a:pt x="1" y="0"/>
                  <a:pt x="1" y="657"/>
                  <a:pt x="428" y="657"/>
                </a:cubicBezTo>
                <a:cubicBezTo>
                  <a:pt x="4667" y="789"/>
                  <a:pt x="8939" y="855"/>
                  <a:pt x="13211" y="920"/>
                </a:cubicBezTo>
                <a:cubicBezTo>
                  <a:pt x="16231" y="944"/>
                  <a:pt x="19252" y="967"/>
                  <a:pt x="22284" y="967"/>
                </a:cubicBezTo>
                <a:cubicBezTo>
                  <a:pt x="23540" y="967"/>
                  <a:pt x="24798" y="963"/>
                  <a:pt x="26059" y="953"/>
                </a:cubicBezTo>
                <a:cubicBezTo>
                  <a:pt x="28458" y="953"/>
                  <a:pt x="30890" y="920"/>
                  <a:pt x="33288" y="887"/>
                </a:cubicBezTo>
                <a:cubicBezTo>
                  <a:pt x="33716" y="887"/>
                  <a:pt x="33716" y="230"/>
                  <a:pt x="33288" y="230"/>
                </a:cubicBezTo>
                <a:cubicBezTo>
                  <a:pt x="29017" y="296"/>
                  <a:pt x="24745" y="329"/>
                  <a:pt x="20473" y="329"/>
                </a:cubicBezTo>
                <a:cubicBezTo>
                  <a:pt x="16201" y="296"/>
                  <a:pt x="11929" y="263"/>
                  <a:pt x="7625" y="165"/>
                </a:cubicBezTo>
                <a:cubicBezTo>
                  <a:pt x="5226" y="132"/>
                  <a:pt x="2827" y="66"/>
                  <a:pt x="4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3" name="Google Shape;1307;p11"/>
          <p:cNvSpPr/>
          <p:nvPr/>
        </p:nvSpPr>
        <p:spPr>
          <a:xfrm>
            <a:off x="4338000" y="4512240"/>
            <a:ext cx="450000" cy="511200"/>
          </a:xfrm>
          <a:custGeom>
            <a:avLst/>
            <a:gdLst>
              <a:gd name="textAreaLeft" fmla="*/ 0 w 450000"/>
              <a:gd name="textAreaRight" fmla="*/ 450360 w 450000"/>
              <a:gd name="textAreaTop" fmla="*/ 0 h 511200"/>
              <a:gd name="textAreaBottom" fmla="*/ 511560 h 511200"/>
            </a:gdLst>
            <a:ahLst/>
            <a:cxnLst/>
            <a:rect l="textAreaLeft" t="textAreaTop" r="textAreaRight" b="textAreaBottom"/>
            <a:pathLst>
              <a:path w="21278" h="24177">
                <a:moveTo>
                  <a:pt x="21062" y="1"/>
                </a:moveTo>
                <a:cubicBezTo>
                  <a:pt x="21035" y="1"/>
                  <a:pt x="21006" y="11"/>
                  <a:pt x="20977" y="34"/>
                </a:cubicBezTo>
                <a:cubicBezTo>
                  <a:pt x="17527" y="2432"/>
                  <a:pt x="14340" y="5127"/>
                  <a:pt x="11415" y="8117"/>
                </a:cubicBezTo>
                <a:cubicBezTo>
                  <a:pt x="6880" y="12783"/>
                  <a:pt x="3036" y="18107"/>
                  <a:pt x="45" y="23923"/>
                </a:cubicBezTo>
                <a:cubicBezTo>
                  <a:pt x="1" y="24057"/>
                  <a:pt x="108" y="24176"/>
                  <a:pt x="213" y="24176"/>
                </a:cubicBezTo>
                <a:cubicBezTo>
                  <a:pt x="262" y="24176"/>
                  <a:pt x="310" y="24150"/>
                  <a:pt x="341" y="24087"/>
                </a:cubicBezTo>
                <a:cubicBezTo>
                  <a:pt x="2247" y="20374"/>
                  <a:pt x="4482" y="16858"/>
                  <a:pt x="7045" y="13605"/>
                </a:cubicBezTo>
                <a:cubicBezTo>
                  <a:pt x="9608" y="10352"/>
                  <a:pt x="12467" y="7329"/>
                  <a:pt x="15588" y="4634"/>
                </a:cubicBezTo>
                <a:cubicBezTo>
                  <a:pt x="17363" y="3090"/>
                  <a:pt x="19203" y="1644"/>
                  <a:pt x="21142" y="329"/>
                </a:cubicBezTo>
                <a:cubicBezTo>
                  <a:pt x="21277" y="221"/>
                  <a:pt x="21189" y="1"/>
                  <a:pt x="210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4" name="Google Shape;1308;p11"/>
          <p:cNvSpPr/>
          <p:nvPr/>
        </p:nvSpPr>
        <p:spPr>
          <a:xfrm>
            <a:off x="4836960" y="4316040"/>
            <a:ext cx="435960" cy="161640"/>
          </a:xfrm>
          <a:custGeom>
            <a:avLst/>
            <a:gdLst>
              <a:gd name="textAreaLeft" fmla="*/ 0 w 435960"/>
              <a:gd name="textAreaRight" fmla="*/ 436320 w 435960"/>
              <a:gd name="textAreaTop" fmla="*/ 0 h 161640"/>
              <a:gd name="textAreaBottom" fmla="*/ 162000 h 161640"/>
            </a:gdLst>
            <a:ahLst/>
            <a:cxnLst/>
            <a:rect l="textAreaLeft" t="textAreaTop" r="textAreaRight" b="textAreaBottom"/>
            <a:pathLst>
              <a:path w="20608" h="7657">
                <a:moveTo>
                  <a:pt x="20378" y="0"/>
                </a:moveTo>
                <a:cubicBezTo>
                  <a:pt x="14759" y="625"/>
                  <a:pt x="9304" y="2300"/>
                  <a:pt x="4276" y="4929"/>
                </a:cubicBezTo>
                <a:cubicBezTo>
                  <a:pt x="2863" y="5685"/>
                  <a:pt x="1483" y="6474"/>
                  <a:pt x="136" y="7328"/>
                </a:cubicBezTo>
                <a:cubicBezTo>
                  <a:pt x="0" y="7437"/>
                  <a:pt x="88" y="7657"/>
                  <a:pt x="216" y="7657"/>
                </a:cubicBezTo>
                <a:cubicBezTo>
                  <a:pt x="243" y="7657"/>
                  <a:pt x="271" y="7647"/>
                  <a:pt x="300" y="7624"/>
                </a:cubicBezTo>
                <a:cubicBezTo>
                  <a:pt x="4999" y="4568"/>
                  <a:pt x="10224" y="2333"/>
                  <a:pt x="15712" y="1085"/>
                </a:cubicBezTo>
                <a:cubicBezTo>
                  <a:pt x="17256" y="756"/>
                  <a:pt x="18833" y="493"/>
                  <a:pt x="20378" y="329"/>
                </a:cubicBezTo>
                <a:cubicBezTo>
                  <a:pt x="20608" y="329"/>
                  <a:pt x="20608" y="0"/>
                  <a:pt x="2037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1000" bIns="81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5" name="Google Shape;1309;p11"/>
          <p:cNvSpPr/>
          <p:nvPr/>
        </p:nvSpPr>
        <p:spPr>
          <a:xfrm>
            <a:off x="4998960" y="4620240"/>
            <a:ext cx="150840" cy="257400"/>
          </a:xfrm>
          <a:custGeom>
            <a:avLst/>
            <a:gdLst>
              <a:gd name="textAreaLeft" fmla="*/ 0 w 150840"/>
              <a:gd name="textAreaRight" fmla="*/ 151200 w 150840"/>
              <a:gd name="textAreaTop" fmla="*/ 0 h 257400"/>
              <a:gd name="textAreaBottom" fmla="*/ 257760 h 257400"/>
            </a:gdLst>
            <a:ahLst/>
            <a:cxnLst/>
            <a:rect l="textAreaLeft" t="textAreaTop" r="textAreaRight" b="textAreaBottom"/>
            <a:pathLst>
              <a:path w="7140" h="12186">
                <a:moveTo>
                  <a:pt x="6925" y="0"/>
                </a:moveTo>
                <a:cubicBezTo>
                  <a:pt x="6872" y="0"/>
                  <a:pt x="6818" y="23"/>
                  <a:pt x="6776" y="75"/>
                </a:cubicBezTo>
                <a:cubicBezTo>
                  <a:pt x="4640" y="2934"/>
                  <a:pt x="2504" y="5891"/>
                  <a:pt x="1058" y="9177"/>
                </a:cubicBezTo>
                <a:cubicBezTo>
                  <a:pt x="664" y="10097"/>
                  <a:pt x="303" y="11017"/>
                  <a:pt x="40" y="11970"/>
                </a:cubicBezTo>
                <a:cubicBezTo>
                  <a:pt x="1" y="12107"/>
                  <a:pt x="89" y="12185"/>
                  <a:pt x="181" y="12185"/>
                </a:cubicBezTo>
                <a:cubicBezTo>
                  <a:pt x="244" y="12185"/>
                  <a:pt x="309" y="12149"/>
                  <a:pt x="335" y="12069"/>
                </a:cubicBezTo>
                <a:lnTo>
                  <a:pt x="368" y="12069"/>
                </a:lnTo>
                <a:cubicBezTo>
                  <a:pt x="1387" y="8651"/>
                  <a:pt x="3227" y="5562"/>
                  <a:pt x="5297" y="2638"/>
                </a:cubicBezTo>
                <a:cubicBezTo>
                  <a:pt x="5856" y="1816"/>
                  <a:pt x="6447" y="995"/>
                  <a:pt x="7072" y="239"/>
                </a:cubicBezTo>
                <a:cubicBezTo>
                  <a:pt x="7139" y="104"/>
                  <a:pt x="7038" y="0"/>
                  <a:pt x="692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6" name="Google Shape;1310;p11"/>
          <p:cNvSpPr/>
          <p:nvPr/>
        </p:nvSpPr>
        <p:spPr>
          <a:xfrm>
            <a:off x="5178600" y="4327200"/>
            <a:ext cx="280080" cy="252720"/>
          </a:xfrm>
          <a:custGeom>
            <a:avLst/>
            <a:gdLst>
              <a:gd name="textAreaLeft" fmla="*/ 0 w 280080"/>
              <a:gd name="textAreaRight" fmla="*/ 280440 w 280080"/>
              <a:gd name="textAreaTop" fmla="*/ 0 h 252720"/>
              <a:gd name="textAreaBottom" fmla="*/ 253080 h 252720"/>
            </a:gdLst>
            <a:ahLst/>
            <a:cxnLst/>
            <a:rect l="textAreaLeft" t="textAreaTop" r="textAreaRight" b="textAreaBottom"/>
            <a:pathLst>
              <a:path w="13242" h="11965">
                <a:moveTo>
                  <a:pt x="13027" y="1"/>
                </a:moveTo>
                <a:cubicBezTo>
                  <a:pt x="13000" y="1"/>
                  <a:pt x="12971" y="11"/>
                  <a:pt x="12942" y="34"/>
                </a:cubicBezTo>
                <a:cubicBezTo>
                  <a:pt x="8933" y="2301"/>
                  <a:pt x="5351" y="5291"/>
                  <a:pt x="2361" y="8808"/>
                </a:cubicBezTo>
                <a:cubicBezTo>
                  <a:pt x="1539" y="9728"/>
                  <a:pt x="783" y="10713"/>
                  <a:pt x="93" y="11732"/>
                </a:cubicBezTo>
                <a:cubicBezTo>
                  <a:pt x="0" y="11848"/>
                  <a:pt x="121" y="11964"/>
                  <a:pt x="235" y="11964"/>
                </a:cubicBezTo>
                <a:cubicBezTo>
                  <a:pt x="282" y="11964"/>
                  <a:pt x="327" y="11945"/>
                  <a:pt x="356" y="11896"/>
                </a:cubicBezTo>
                <a:cubicBezTo>
                  <a:pt x="2985" y="8150"/>
                  <a:pt x="6271" y="4897"/>
                  <a:pt x="10017" y="2268"/>
                </a:cubicBezTo>
                <a:cubicBezTo>
                  <a:pt x="11003" y="1545"/>
                  <a:pt x="12022" y="888"/>
                  <a:pt x="13106" y="297"/>
                </a:cubicBezTo>
                <a:cubicBezTo>
                  <a:pt x="13241" y="216"/>
                  <a:pt x="13154" y="1"/>
                  <a:pt x="1302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7" name="Google Shape;1311;p11"/>
          <p:cNvSpPr/>
          <p:nvPr/>
        </p:nvSpPr>
        <p:spPr>
          <a:xfrm>
            <a:off x="4281840" y="4305600"/>
            <a:ext cx="881640" cy="231840"/>
          </a:xfrm>
          <a:custGeom>
            <a:avLst/>
            <a:gdLst>
              <a:gd name="textAreaLeft" fmla="*/ 0 w 881640"/>
              <a:gd name="textAreaRight" fmla="*/ 882000 w 88164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41672" h="10976">
                <a:moveTo>
                  <a:pt x="41475" y="0"/>
                </a:moveTo>
                <a:cubicBezTo>
                  <a:pt x="35855" y="165"/>
                  <a:pt x="30236" y="723"/>
                  <a:pt x="24683" y="1709"/>
                </a:cubicBezTo>
                <a:cubicBezTo>
                  <a:pt x="19130" y="2629"/>
                  <a:pt x="13642" y="3976"/>
                  <a:pt x="8450" y="6145"/>
                </a:cubicBezTo>
                <a:cubicBezTo>
                  <a:pt x="5525" y="7361"/>
                  <a:pt x="2732" y="8873"/>
                  <a:pt x="136" y="10647"/>
                </a:cubicBezTo>
                <a:cubicBezTo>
                  <a:pt x="1" y="10755"/>
                  <a:pt x="89" y="10976"/>
                  <a:pt x="216" y="10976"/>
                </a:cubicBezTo>
                <a:cubicBezTo>
                  <a:pt x="243" y="10976"/>
                  <a:pt x="272" y="10966"/>
                  <a:pt x="301" y="10943"/>
                </a:cubicBezTo>
                <a:cubicBezTo>
                  <a:pt x="4934" y="7722"/>
                  <a:pt x="10224" y="5554"/>
                  <a:pt x="15646" y="4009"/>
                </a:cubicBezTo>
                <a:cubicBezTo>
                  <a:pt x="21035" y="2563"/>
                  <a:pt x="26556" y="1545"/>
                  <a:pt x="32109" y="986"/>
                </a:cubicBezTo>
                <a:cubicBezTo>
                  <a:pt x="35231" y="625"/>
                  <a:pt x="38353" y="395"/>
                  <a:pt x="41475" y="329"/>
                </a:cubicBezTo>
                <a:cubicBezTo>
                  <a:pt x="41672" y="296"/>
                  <a:pt x="41672" y="33"/>
                  <a:pt x="4147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8" name="Google Shape;1312;p11"/>
          <p:cNvSpPr/>
          <p:nvPr/>
        </p:nvSpPr>
        <p:spPr>
          <a:xfrm>
            <a:off x="4225320" y="4277520"/>
            <a:ext cx="508320" cy="113040"/>
          </a:xfrm>
          <a:custGeom>
            <a:avLst/>
            <a:gdLst>
              <a:gd name="textAreaLeft" fmla="*/ 0 w 508320"/>
              <a:gd name="textAreaRight" fmla="*/ 508680 w 508320"/>
              <a:gd name="textAreaTop" fmla="*/ 0 h 113040"/>
              <a:gd name="textAreaBottom" fmla="*/ 113400 h 113040"/>
            </a:gdLst>
            <a:ahLst/>
            <a:cxnLst/>
            <a:rect l="textAreaLeft" t="textAreaTop" r="textAreaRight" b="textAreaBottom"/>
            <a:pathLst>
              <a:path w="24028" h="5355">
                <a:moveTo>
                  <a:pt x="22785" y="0"/>
                </a:moveTo>
                <a:cubicBezTo>
                  <a:pt x="14969" y="0"/>
                  <a:pt x="7239" y="1708"/>
                  <a:pt x="171" y="5039"/>
                </a:cubicBezTo>
                <a:cubicBezTo>
                  <a:pt x="1" y="5123"/>
                  <a:pt x="99" y="5354"/>
                  <a:pt x="255" y="5354"/>
                </a:cubicBezTo>
                <a:cubicBezTo>
                  <a:pt x="280" y="5354"/>
                  <a:pt x="307" y="5348"/>
                  <a:pt x="335" y="5334"/>
                </a:cubicBezTo>
                <a:cubicBezTo>
                  <a:pt x="6053" y="2640"/>
                  <a:pt x="12230" y="997"/>
                  <a:pt x="18539" y="471"/>
                </a:cubicBezTo>
                <a:cubicBezTo>
                  <a:pt x="20009" y="362"/>
                  <a:pt x="21479" y="298"/>
                  <a:pt x="22949" y="298"/>
                </a:cubicBezTo>
                <a:cubicBezTo>
                  <a:pt x="23254" y="298"/>
                  <a:pt x="23558" y="301"/>
                  <a:pt x="23863" y="307"/>
                </a:cubicBezTo>
                <a:cubicBezTo>
                  <a:pt x="24027" y="274"/>
                  <a:pt x="24027" y="11"/>
                  <a:pt x="23863" y="11"/>
                </a:cubicBezTo>
                <a:cubicBezTo>
                  <a:pt x="23503" y="4"/>
                  <a:pt x="23144" y="0"/>
                  <a:pt x="2278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520" bIns="56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9" name="Google Shape;1313;p11"/>
          <p:cNvSpPr/>
          <p:nvPr/>
        </p:nvSpPr>
        <p:spPr>
          <a:xfrm>
            <a:off x="5740200" y="4688280"/>
            <a:ext cx="14760" cy="69480"/>
          </a:xfrm>
          <a:custGeom>
            <a:avLst/>
            <a:gdLst>
              <a:gd name="textAreaLeft" fmla="*/ 0 w 14760"/>
              <a:gd name="textAreaRight" fmla="*/ 15120 w 14760"/>
              <a:gd name="textAreaTop" fmla="*/ 0 h 69480"/>
              <a:gd name="textAreaBottom" fmla="*/ 69840 h 69480"/>
            </a:gdLst>
            <a:ahLst/>
            <a:cxnLst/>
            <a:rect l="textAreaLeft" t="textAreaTop" r="textAreaRight" b="textAreaBottom"/>
            <a:pathLst>
              <a:path w="707" h="3299">
                <a:moveTo>
                  <a:pt x="147" y="0"/>
                </a:moveTo>
                <a:cubicBezTo>
                  <a:pt x="69" y="0"/>
                  <a:pt x="1" y="50"/>
                  <a:pt x="17" y="161"/>
                </a:cubicBezTo>
                <a:cubicBezTo>
                  <a:pt x="148" y="1147"/>
                  <a:pt x="247" y="2165"/>
                  <a:pt x="378" y="3151"/>
                </a:cubicBezTo>
                <a:cubicBezTo>
                  <a:pt x="395" y="3250"/>
                  <a:pt x="477" y="3299"/>
                  <a:pt x="555" y="3299"/>
                </a:cubicBezTo>
                <a:cubicBezTo>
                  <a:pt x="633" y="3299"/>
                  <a:pt x="707" y="3250"/>
                  <a:pt x="707" y="3151"/>
                </a:cubicBezTo>
                <a:cubicBezTo>
                  <a:pt x="575" y="2165"/>
                  <a:pt x="477" y="1147"/>
                  <a:pt x="345" y="161"/>
                </a:cubicBezTo>
                <a:cubicBezTo>
                  <a:pt x="328" y="58"/>
                  <a:pt x="232" y="0"/>
                  <a:pt x="14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0" name="Google Shape;1314;p11"/>
          <p:cNvSpPr/>
          <p:nvPr/>
        </p:nvSpPr>
        <p:spPr>
          <a:xfrm>
            <a:off x="5708160" y="4517280"/>
            <a:ext cx="33480" cy="136800"/>
          </a:xfrm>
          <a:custGeom>
            <a:avLst/>
            <a:gdLst>
              <a:gd name="textAreaLeft" fmla="*/ 0 w 33480"/>
              <a:gd name="textAreaRight" fmla="*/ 33840 w 33480"/>
              <a:gd name="textAreaTop" fmla="*/ 0 h 136800"/>
              <a:gd name="textAreaBottom" fmla="*/ 137160 h 136800"/>
            </a:gdLst>
            <a:ahLst/>
            <a:cxnLst/>
            <a:rect l="textAreaLeft" t="textAreaTop" r="textAreaRight" b="textAreaBottom"/>
            <a:pathLst>
              <a:path w="1604" h="6478">
                <a:moveTo>
                  <a:pt x="181" y="1"/>
                </a:moveTo>
                <a:cubicBezTo>
                  <a:pt x="89" y="1"/>
                  <a:pt x="0" y="79"/>
                  <a:pt x="39" y="216"/>
                </a:cubicBezTo>
                <a:cubicBezTo>
                  <a:pt x="565" y="2220"/>
                  <a:pt x="992" y="4291"/>
                  <a:pt x="1255" y="6361"/>
                </a:cubicBezTo>
                <a:cubicBezTo>
                  <a:pt x="1268" y="6441"/>
                  <a:pt x="1330" y="6477"/>
                  <a:pt x="1397" y="6477"/>
                </a:cubicBezTo>
                <a:cubicBezTo>
                  <a:pt x="1495" y="6477"/>
                  <a:pt x="1603" y="6399"/>
                  <a:pt x="1583" y="6262"/>
                </a:cubicBezTo>
                <a:cubicBezTo>
                  <a:pt x="1288" y="4192"/>
                  <a:pt x="893" y="2155"/>
                  <a:pt x="335" y="117"/>
                </a:cubicBezTo>
                <a:cubicBezTo>
                  <a:pt x="308" y="37"/>
                  <a:pt x="244" y="1"/>
                  <a:pt x="1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0" bIns="68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1" name="Google Shape;1315;p11"/>
          <p:cNvSpPr/>
          <p:nvPr/>
        </p:nvSpPr>
        <p:spPr>
          <a:xfrm>
            <a:off x="5617440" y="4329000"/>
            <a:ext cx="87480" cy="157680"/>
          </a:xfrm>
          <a:custGeom>
            <a:avLst/>
            <a:gdLst>
              <a:gd name="textAreaLeft" fmla="*/ 0 w 87480"/>
              <a:gd name="textAreaRight" fmla="*/ 87840 w 87480"/>
              <a:gd name="textAreaTop" fmla="*/ 0 h 157680"/>
              <a:gd name="textAreaBottom" fmla="*/ 158040 h 157680"/>
            </a:gdLst>
            <a:ahLst/>
            <a:cxnLst/>
            <a:rect l="textAreaLeft" t="textAreaTop" r="textAreaRight" b="textAreaBottom"/>
            <a:pathLst>
              <a:path w="4143" h="7472">
                <a:moveTo>
                  <a:pt x="217" y="0"/>
                </a:moveTo>
                <a:cubicBezTo>
                  <a:pt x="103" y="0"/>
                  <a:pt x="1" y="109"/>
                  <a:pt x="93" y="201"/>
                </a:cubicBezTo>
                <a:cubicBezTo>
                  <a:pt x="1670" y="2370"/>
                  <a:pt x="2919" y="4801"/>
                  <a:pt x="3773" y="7364"/>
                </a:cubicBezTo>
                <a:cubicBezTo>
                  <a:pt x="3799" y="7440"/>
                  <a:pt x="3862" y="7472"/>
                  <a:pt x="3927" y="7472"/>
                </a:cubicBezTo>
                <a:cubicBezTo>
                  <a:pt x="4033" y="7472"/>
                  <a:pt x="4143" y="7388"/>
                  <a:pt x="4102" y="7266"/>
                </a:cubicBezTo>
                <a:cubicBezTo>
                  <a:pt x="3215" y="4670"/>
                  <a:pt x="1966" y="2238"/>
                  <a:pt x="356" y="69"/>
                </a:cubicBezTo>
                <a:cubicBezTo>
                  <a:pt x="317" y="20"/>
                  <a:pt x="266" y="0"/>
                  <a:pt x="21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8840" bIns="78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2" name="Google Shape;1316;p11"/>
          <p:cNvSpPr/>
          <p:nvPr/>
        </p:nvSpPr>
        <p:spPr>
          <a:xfrm>
            <a:off x="6225840" y="4587120"/>
            <a:ext cx="225000" cy="245160"/>
          </a:xfrm>
          <a:custGeom>
            <a:avLst/>
            <a:gdLst>
              <a:gd name="textAreaLeft" fmla="*/ 0 w 225000"/>
              <a:gd name="textAreaRight" fmla="*/ 225360 w 225000"/>
              <a:gd name="textAreaTop" fmla="*/ 0 h 245160"/>
              <a:gd name="textAreaBottom" fmla="*/ 245520 h 245160"/>
            </a:gdLst>
            <a:ahLst/>
            <a:cxnLst/>
            <a:rect l="textAreaLeft" t="textAreaTop" r="textAreaRight" b="textAreaBottom"/>
            <a:pathLst>
              <a:path w="10651" h="11602">
                <a:moveTo>
                  <a:pt x="218" y="1"/>
                </a:moveTo>
                <a:cubicBezTo>
                  <a:pt x="94" y="1"/>
                  <a:pt x="0" y="147"/>
                  <a:pt x="102" y="274"/>
                </a:cubicBezTo>
                <a:cubicBezTo>
                  <a:pt x="2928" y="3034"/>
                  <a:pt x="5524" y="6024"/>
                  <a:pt x="8120" y="9014"/>
                </a:cubicBezTo>
                <a:lnTo>
                  <a:pt x="10321" y="11545"/>
                </a:lnTo>
                <a:cubicBezTo>
                  <a:pt x="10353" y="11585"/>
                  <a:pt x="10391" y="11601"/>
                  <a:pt x="10428" y="11601"/>
                </a:cubicBezTo>
                <a:cubicBezTo>
                  <a:pt x="10543" y="11601"/>
                  <a:pt x="10651" y="11439"/>
                  <a:pt x="10551" y="11315"/>
                </a:cubicBezTo>
                <a:cubicBezTo>
                  <a:pt x="7955" y="8324"/>
                  <a:pt x="5392" y="5301"/>
                  <a:pt x="2698" y="2442"/>
                </a:cubicBezTo>
                <a:cubicBezTo>
                  <a:pt x="1909" y="1621"/>
                  <a:pt x="1120" y="832"/>
                  <a:pt x="332" y="44"/>
                </a:cubicBezTo>
                <a:cubicBezTo>
                  <a:pt x="294" y="14"/>
                  <a:pt x="255" y="1"/>
                  <a:pt x="21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3" name="Google Shape;1317;p11"/>
          <p:cNvSpPr/>
          <p:nvPr/>
        </p:nvSpPr>
        <p:spPr>
          <a:xfrm>
            <a:off x="5920920" y="4372560"/>
            <a:ext cx="249480" cy="160920"/>
          </a:xfrm>
          <a:custGeom>
            <a:avLst/>
            <a:gdLst>
              <a:gd name="textAreaLeft" fmla="*/ 0 w 249480"/>
              <a:gd name="textAreaRight" fmla="*/ 249840 w 249480"/>
              <a:gd name="textAreaTop" fmla="*/ 0 h 160920"/>
              <a:gd name="textAreaBottom" fmla="*/ 161280 h 160920"/>
            </a:gdLst>
            <a:ahLst/>
            <a:cxnLst/>
            <a:rect l="textAreaLeft" t="textAreaTop" r="textAreaRight" b="textAreaBottom"/>
            <a:pathLst>
              <a:path w="11801" h="7618">
                <a:moveTo>
                  <a:pt x="254" y="1"/>
                </a:moveTo>
                <a:cubicBezTo>
                  <a:pt x="98" y="1"/>
                  <a:pt x="0" y="227"/>
                  <a:pt x="170" y="284"/>
                </a:cubicBezTo>
                <a:lnTo>
                  <a:pt x="137" y="284"/>
                </a:lnTo>
                <a:cubicBezTo>
                  <a:pt x="3357" y="1697"/>
                  <a:pt x="6380" y="3504"/>
                  <a:pt x="9141" y="5673"/>
                </a:cubicBezTo>
                <a:cubicBezTo>
                  <a:pt x="9929" y="6297"/>
                  <a:pt x="10685" y="6921"/>
                  <a:pt x="11441" y="7579"/>
                </a:cubicBezTo>
                <a:cubicBezTo>
                  <a:pt x="11475" y="7606"/>
                  <a:pt x="11513" y="7618"/>
                  <a:pt x="11549" y="7618"/>
                </a:cubicBezTo>
                <a:cubicBezTo>
                  <a:pt x="11684" y="7618"/>
                  <a:pt x="11801" y="7452"/>
                  <a:pt x="11671" y="7349"/>
                </a:cubicBezTo>
                <a:cubicBezTo>
                  <a:pt x="9042" y="5016"/>
                  <a:pt x="6150" y="2978"/>
                  <a:pt x="3061" y="1335"/>
                </a:cubicBezTo>
                <a:cubicBezTo>
                  <a:pt x="2141" y="842"/>
                  <a:pt x="1254" y="415"/>
                  <a:pt x="334" y="21"/>
                </a:cubicBezTo>
                <a:cubicBezTo>
                  <a:pt x="306" y="7"/>
                  <a:pt x="279" y="1"/>
                  <a:pt x="2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640" bIns="80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4" name="Google Shape;1318;p11"/>
          <p:cNvSpPr/>
          <p:nvPr/>
        </p:nvSpPr>
        <p:spPr>
          <a:xfrm>
            <a:off x="6279840" y="4393800"/>
            <a:ext cx="300600" cy="164520"/>
          </a:xfrm>
          <a:custGeom>
            <a:avLst/>
            <a:gdLst>
              <a:gd name="textAreaLeft" fmla="*/ 0 w 300600"/>
              <a:gd name="textAreaRight" fmla="*/ 300960 w 300600"/>
              <a:gd name="textAreaTop" fmla="*/ 0 h 164520"/>
              <a:gd name="textAreaBottom" fmla="*/ 164880 h 164520"/>
            </a:gdLst>
            <a:ahLst/>
            <a:cxnLst/>
            <a:rect l="textAreaLeft" t="textAreaTop" r="textAreaRight" b="textAreaBottom"/>
            <a:pathLst>
              <a:path w="14218" h="7787">
                <a:moveTo>
                  <a:pt x="222" y="0"/>
                </a:moveTo>
                <a:cubicBezTo>
                  <a:pt x="63" y="0"/>
                  <a:pt x="1" y="249"/>
                  <a:pt x="179" y="338"/>
                </a:cubicBezTo>
                <a:cubicBezTo>
                  <a:pt x="3958" y="1817"/>
                  <a:pt x="7605" y="3690"/>
                  <a:pt x="11055" y="5826"/>
                </a:cubicBezTo>
                <a:cubicBezTo>
                  <a:pt x="12008" y="6450"/>
                  <a:pt x="12994" y="7107"/>
                  <a:pt x="13914" y="7765"/>
                </a:cubicBezTo>
                <a:cubicBezTo>
                  <a:pt x="13939" y="7780"/>
                  <a:pt x="13964" y="7786"/>
                  <a:pt x="13988" y="7786"/>
                </a:cubicBezTo>
                <a:cubicBezTo>
                  <a:pt x="14121" y="7786"/>
                  <a:pt x="14218" y="7580"/>
                  <a:pt x="14078" y="7469"/>
                </a:cubicBezTo>
                <a:cubicBezTo>
                  <a:pt x="10727" y="5103"/>
                  <a:pt x="7145" y="3066"/>
                  <a:pt x="3399" y="1357"/>
                </a:cubicBezTo>
                <a:cubicBezTo>
                  <a:pt x="2380" y="864"/>
                  <a:pt x="1329" y="437"/>
                  <a:pt x="277" y="10"/>
                </a:cubicBezTo>
                <a:cubicBezTo>
                  <a:pt x="258" y="3"/>
                  <a:pt x="239" y="0"/>
                  <a:pt x="22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5" name="Google Shape;1319;p11"/>
          <p:cNvSpPr/>
          <p:nvPr/>
        </p:nvSpPr>
        <p:spPr>
          <a:xfrm>
            <a:off x="6000840" y="4317120"/>
            <a:ext cx="186120" cy="47880"/>
          </a:xfrm>
          <a:custGeom>
            <a:avLst/>
            <a:gdLst>
              <a:gd name="textAreaLeft" fmla="*/ 0 w 186120"/>
              <a:gd name="textAreaRight" fmla="*/ 186480 w 186120"/>
              <a:gd name="textAreaTop" fmla="*/ 0 h 47880"/>
              <a:gd name="textAreaBottom" fmla="*/ 48240 h 47880"/>
            </a:gdLst>
            <a:ahLst/>
            <a:cxnLst/>
            <a:rect l="textAreaLeft" t="textAreaTop" r="textAreaRight" b="textAreaBottom"/>
            <a:pathLst>
              <a:path w="8818" h="2273">
                <a:moveTo>
                  <a:pt x="254" y="0"/>
                </a:moveTo>
                <a:cubicBezTo>
                  <a:pt x="78" y="0"/>
                  <a:pt x="1" y="268"/>
                  <a:pt x="219" y="299"/>
                </a:cubicBezTo>
                <a:cubicBezTo>
                  <a:pt x="3044" y="759"/>
                  <a:pt x="5838" y="1416"/>
                  <a:pt x="8565" y="2270"/>
                </a:cubicBezTo>
                <a:cubicBezTo>
                  <a:pt x="8575" y="2272"/>
                  <a:pt x="8585" y="2273"/>
                  <a:pt x="8595" y="2273"/>
                </a:cubicBezTo>
                <a:cubicBezTo>
                  <a:pt x="8768" y="2273"/>
                  <a:pt x="8818" y="2004"/>
                  <a:pt x="8631" y="1942"/>
                </a:cubicBezTo>
                <a:cubicBezTo>
                  <a:pt x="5903" y="1087"/>
                  <a:pt x="3110" y="430"/>
                  <a:pt x="284" y="3"/>
                </a:cubicBezTo>
                <a:cubicBezTo>
                  <a:pt x="274" y="1"/>
                  <a:pt x="264" y="0"/>
                  <a:pt x="2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6" name="Google Shape;1320;p11"/>
          <p:cNvSpPr/>
          <p:nvPr/>
        </p:nvSpPr>
        <p:spPr>
          <a:xfrm>
            <a:off x="6149160" y="4304880"/>
            <a:ext cx="301680" cy="37440"/>
          </a:xfrm>
          <a:custGeom>
            <a:avLst/>
            <a:gdLst>
              <a:gd name="textAreaLeft" fmla="*/ 0 w 301680"/>
              <a:gd name="textAreaRight" fmla="*/ 302040 w 30168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4277" h="1786">
                <a:moveTo>
                  <a:pt x="3661" y="1"/>
                </a:moveTo>
                <a:cubicBezTo>
                  <a:pt x="3547" y="1"/>
                  <a:pt x="3433" y="1"/>
                  <a:pt x="3319" y="2"/>
                </a:cubicBezTo>
                <a:cubicBezTo>
                  <a:pt x="2301" y="2"/>
                  <a:pt x="1249" y="35"/>
                  <a:pt x="231" y="167"/>
                </a:cubicBezTo>
                <a:cubicBezTo>
                  <a:pt x="1" y="167"/>
                  <a:pt x="1" y="495"/>
                  <a:pt x="231" y="495"/>
                </a:cubicBezTo>
                <a:cubicBezTo>
                  <a:pt x="1411" y="377"/>
                  <a:pt x="2596" y="319"/>
                  <a:pt x="3779" y="319"/>
                </a:cubicBezTo>
                <a:cubicBezTo>
                  <a:pt x="6218" y="319"/>
                  <a:pt x="8652" y="567"/>
                  <a:pt x="11042" y="1054"/>
                </a:cubicBezTo>
                <a:cubicBezTo>
                  <a:pt x="12027" y="1251"/>
                  <a:pt x="13013" y="1514"/>
                  <a:pt x="13999" y="1777"/>
                </a:cubicBezTo>
                <a:cubicBezTo>
                  <a:pt x="14020" y="1783"/>
                  <a:pt x="14039" y="1786"/>
                  <a:pt x="14057" y="1786"/>
                </a:cubicBezTo>
                <a:cubicBezTo>
                  <a:pt x="14239" y="1786"/>
                  <a:pt x="14277" y="1511"/>
                  <a:pt x="14098" y="1481"/>
                </a:cubicBezTo>
                <a:cubicBezTo>
                  <a:pt x="10691" y="494"/>
                  <a:pt x="7193" y="1"/>
                  <a:pt x="366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7" name="Google Shape;1321;p11"/>
          <p:cNvSpPr/>
          <p:nvPr/>
        </p:nvSpPr>
        <p:spPr>
          <a:xfrm>
            <a:off x="6551640" y="4353480"/>
            <a:ext cx="59400" cy="25920"/>
          </a:xfrm>
          <a:custGeom>
            <a:avLst/>
            <a:gdLst>
              <a:gd name="textAreaLeft" fmla="*/ 0 w 59400"/>
              <a:gd name="textAreaRight" fmla="*/ 59760 w 5940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824" h="1241">
                <a:moveTo>
                  <a:pt x="255" y="0"/>
                </a:moveTo>
                <a:cubicBezTo>
                  <a:pt x="79" y="0"/>
                  <a:pt x="0" y="269"/>
                  <a:pt x="187" y="331"/>
                </a:cubicBezTo>
                <a:cubicBezTo>
                  <a:pt x="1008" y="528"/>
                  <a:pt x="1797" y="824"/>
                  <a:pt x="2520" y="1219"/>
                </a:cubicBezTo>
                <a:cubicBezTo>
                  <a:pt x="2545" y="1234"/>
                  <a:pt x="2570" y="1240"/>
                  <a:pt x="2594" y="1240"/>
                </a:cubicBezTo>
                <a:cubicBezTo>
                  <a:pt x="2727" y="1240"/>
                  <a:pt x="2824" y="1034"/>
                  <a:pt x="2684" y="923"/>
                </a:cubicBezTo>
                <a:cubicBezTo>
                  <a:pt x="1929" y="528"/>
                  <a:pt x="1107" y="233"/>
                  <a:pt x="285" y="3"/>
                </a:cubicBezTo>
                <a:cubicBezTo>
                  <a:pt x="275" y="1"/>
                  <a:pt x="265" y="0"/>
                  <a:pt x="2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8" name="Google Shape;1322;p11"/>
          <p:cNvSpPr/>
          <p:nvPr/>
        </p:nvSpPr>
        <p:spPr>
          <a:xfrm>
            <a:off x="6894720" y="4430520"/>
            <a:ext cx="171000" cy="74880"/>
          </a:xfrm>
          <a:custGeom>
            <a:avLst/>
            <a:gdLst>
              <a:gd name="textAreaLeft" fmla="*/ 0 w 171000"/>
              <a:gd name="textAreaRight" fmla="*/ 171360 w 171000"/>
              <a:gd name="textAreaTop" fmla="*/ 0 h 74880"/>
              <a:gd name="textAreaBottom" fmla="*/ 75240 h 74880"/>
            </a:gdLst>
            <a:ahLst/>
            <a:cxnLst/>
            <a:rect l="textAreaLeft" t="textAreaTop" r="textAreaRight" b="textAreaBottom"/>
            <a:pathLst>
              <a:path w="8100" h="3548">
                <a:moveTo>
                  <a:pt x="221" y="1"/>
                </a:moveTo>
                <a:cubicBezTo>
                  <a:pt x="63" y="1"/>
                  <a:pt x="0" y="247"/>
                  <a:pt x="178" y="306"/>
                </a:cubicBezTo>
                <a:cubicBezTo>
                  <a:pt x="2807" y="1160"/>
                  <a:pt x="5337" y="2245"/>
                  <a:pt x="7769" y="3526"/>
                </a:cubicBezTo>
                <a:cubicBezTo>
                  <a:pt x="7799" y="3541"/>
                  <a:pt x="7828" y="3548"/>
                  <a:pt x="7856" y="3548"/>
                </a:cubicBezTo>
                <a:cubicBezTo>
                  <a:pt x="8008" y="3548"/>
                  <a:pt x="8100" y="3347"/>
                  <a:pt x="7933" y="3263"/>
                </a:cubicBezTo>
                <a:cubicBezTo>
                  <a:pt x="5501" y="1949"/>
                  <a:pt x="2905" y="865"/>
                  <a:pt x="277" y="10"/>
                </a:cubicBezTo>
                <a:cubicBezTo>
                  <a:pt x="257" y="4"/>
                  <a:pt x="239" y="1"/>
                  <a:pt x="22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440" bIns="37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9" name="Google Shape;1323;p11"/>
          <p:cNvSpPr/>
          <p:nvPr/>
        </p:nvSpPr>
        <p:spPr>
          <a:xfrm>
            <a:off x="7302240" y="4597920"/>
            <a:ext cx="203400" cy="118440"/>
          </a:xfrm>
          <a:custGeom>
            <a:avLst/>
            <a:gdLst>
              <a:gd name="textAreaLeft" fmla="*/ 0 w 203400"/>
              <a:gd name="textAreaRight" fmla="*/ 203760 w 203400"/>
              <a:gd name="textAreaTop" fmla="*/ 0 h 118440"/>
              <a:gd name="textAreaBottom" fmla="*/ 118800 h 118440"/>
            </a:gdLst>
            <a:ahLst/>
            <a:cxnLst/>
            <a:rect l="textAreaLeft" t="textAreaTop" r="textAreaRight" b="textAreaBottom"/>
            <a:pathLst>
              <a:path w="9635" h="5612">
                <a:moveTo>
                  <a:pt x="200" y="0"/>
                </a:moveTo>
                <a:cubicBezTo>
                  <a:pt x="53" y="0"/>
                  <a:pt x="0" y="257"/>
                  <a:pt x="172" y="314"/>
                </a:cubicBezTo>
                <a:cubicBezTo>
                  <a:pt x="3491" y="1530"/>
                  <a:pt x="6580" y="3305"/>
                  <a:pt x="9274" y="5572"/>
                </a:cubicBezTo>
                <a:cubicBezTo>
                  <a:pt x="9309" y="5599"/>
                  <a:pt x="9346" y="5611"/>
                  <a:pt x="9382" y="5611"/>
                </a:cubicBezTo>
                <a:cubicBezTo>
                  <a:pt x="9518" y="5611"/>
                  <a:pt x="9634" y="5446"/>
                  <a:pt x="9504" y="5342"/>
                </a:cubicBezTo>
                <a:cubicBezTo>
                  <a:pt x="6744" y="3042"/>
                  <a:pt x="3622" y="1234"/>
                  <a:pt x="271" y="19"/>
                </a:cubicBezTo>
                <a:cubicBezTo>
                  <a:pt x="245" y="6"/>
                  <a:pt x="221" y="0"/>
                  <a:pt x="20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9400" bIns="59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0" name="Google Shape;1324;p11"/>
          <p:cNvSpPr/>
          <p:nvPr/>
        </p:nvSpPr>
        <p:spPr>
          <a:xfrm>
            <a:off x="8030520" y="4926960"/>
            <a:ext cx="257760" cy="141480"/>
          </a:xfrm>
          <a:custGeom>
            <a:avLst/>
            <a:gdLst>
              <a:gd name="textAreaLeft" fmla="*/ 0 w 257760"/>
              <a:gd name="textAreaRight" fmla="*/ 258120 w 257760"/>
              <a:gd name="textAreaTop" fmla="*/ 0 h 141480"/>
              <a:gd name="textAreaBottom" fmla="*/ 141840 h 141480"/>
            </a:gdLst>
            <a:ahLst/>
            <a:cxnLst/>
            <a:rect l="textAreaLeft" t="textAreaTop" r="textAreaRight" b="textAreaBottom"/>
            <a:pathLst>
              <a:path w="12191" h="6696">
                <a:moveTo>
                  <a:pt x="191" y="0"/>
                </a:moveTo>
                <a:cubicBezTo>
                  <a:pt x="29" y="0"/>
                  <a:pt x="1" y="257"/>
                  <a:pt x="173" y="314"/>
                </a:cubicBezTo>
                <a:cubicBezTo>
                  <a:pt x="3426" y="1431"/>
                  <a:pt x="6548" y="2976"/>
                  <a:pt x="9406" y="4882"/>
                </a:cubicBezTo>
                <a:cubicBezTo>
                  <a:pt x="10228" y="5440"/>
                  <a:pt x="11017" y="6032"/>
                  <a:pt x="11805" y="6656"/>
                </a:cubicBezTo>
                <a:cubicBezTo>
                  <a:pt x="11840" y="6684"/>
                  <a:pt x="11878" y="6695"/>
                  <a:pt x="11916" y="6695"/>
                </a:cubicBezTo>
                <a:cubicBezTo>
                  <a:pt x="12060" y="6695"/>
                  <a:pt x="12191" y="6530"/>
                  <a:pt x="12035" y="6426"/>
                </a:cubicBezTo>
                <a:cubicBezTo>
                  <a:pt x="9275" y="4225"/>
                  <a:pt x="6252" y="2417"/>
                  <a:pt x="2999" y="1070"/>
                </a:cubicBezTo>
                <a:cubicBezTo>
                  <a:pt x="2111" y="676"/>
                  <a:pt x="1191" y="314"/>
                  <a:pt x="271" y="18"/>
                </a:cubicBezTo>
                <a:cubicBezTo>
                  <a:pt x="242" y="6"/>
                  <a:pt x="215" y="0"/>
                  <a:pt x="19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920" bIns="70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1" name="Google Shape;1325;p11"/>
          <p:cNvSpPr/>
          <p:nvPr/>
        </p:nvSpPr>
        <p:spPr>
          <a:xfrm>
            <a:off x="7430400" y="5109120"/>
            <a:ext cx="61920" cy="41760"/>
          </a:xfrm>
          <a:custGeom>
            <a:avLst/>
            <a:gdLst>
              <a:gd name="textAreaLeft" fmla="*/ 0 w 61920"/>
              <a:gd name="textAreaRight" fmla="*/ 62280 w 61920"/>
              <a:gd name="textAreaTop" fmla="*/ 0 h 41760"/>
              <a:gd name="textAreaBottom" fmla="*/ 42120 h 41760"/>
            </a:gdLst>
            <a:ahLst/>
            <a:cxnLst/>
            <a:rect l="textAreaLeft" t="textAreaTop" r="textAreaRight" b="textAreaBottom"/>
            <a:pathLst>
              <a:path w="2936" h="1983">
                <a:moveTo>
                  <a:pt x="230" y="0"/>
                </a:moveTo>
                <a:cubicBezTo>
                  <a:pt x="97" y="0"/>
                  <a:pt x="0" y="206"/>
                  <a:pt x="139" y="318"/>
                </a:cubicBezTo>
                <a:lnTo>
                  <a:pt x="2604" y="1961"/>
                </a:lnTo>
                <a:cubicBezTo>
                  <a:pt x="2634" y="1976"/>
                  <a:pt x="2663" y="1982"/>
                  <a:pt x="2691" y="1982"/>
                </a:cubicBezTo>
                <a:cubicBezTo>
                  <a:pt x="2843" y="1982"/>
                  <a:pt x="2935" y="1776"/>
                  <a:pt x="2768" y="1665"/>
                </a:cubicBezTo>
                <a:lnTo>
                  <a:pt x="304" y="22"/>
                </a:lnTo>
                <a:cubicBezTo>
                  <a:pt x="279" y="7"/>
                  <a:pt x="254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2" name="Google Shape;1326;p11"/>
          <p:cNvSpPr/>
          <p:nvPr/>
        </p:nvSpPr>
        <p:spPr>
          <a:xfrm>
            <a:off x="7476840" y="5104440"/>
            <a:ext cx="54720" cy="41400"/>
          </a:xfrm>
          <a:custGeom>
            <a:avLst/>
            <a:gdLst>
              <a:gd name="textAreaLeft" fmla="*/ 0 w 54720"/>
              <a:gd name="textAreaRight" fmla="*/ 55080 w 54720"/>
              <a:gd name="textAreaTop" fmla="*/ 0 h 41400"/>
              <a:gd name="textAreaBottom" fmla="*/ 41760 h 41400"/>
            </a:gdLst>
            <a:ahLst/>
            <a:cxnLst/>
            <a:rect l="textAreaLeft" t="textAreaTop" r="textAreaRight" b="textAreaBottom"/>
            <a:pathLst>
              <a:path w="2610" h="1965">
                <a:moveTo>
                  <a:pt x="200" y="1"/>
                </a:moveTo>
                <a:cubicBezTo>
                  <a:pt x="134" y="1"/>
                  <a:pt x="58" y="31"/>
                  <a:pt x="34" y="80"/>
                </a:cubicBezTo>
                <a:cubicBezTo>
                  <a:pt x="1" y="145"/>
                  <a:pt x="34" y="244"/>
                  <a:pt x="99" y="310"/>
                </a:cubicBezTo>
                <a:lnTo>
                  <a:pt x="2301" y="1953"/>
                </a:lnTo>
                <a:cubicBezTo>
                  <a:pt x="2321" y="1960"/>
                  <a:pt x="2341" y="1964"/>
                  <a:pt x="2360" y="1964"/>
                </a:cubicBezTo>
                <a:cubicBezTo>
                  <a:pt x="2500" y="1964"/>
                  <a:pt x="2610" y="1772"/>
                  <a:pt x="2465" y="1657"/>
                </a:cubicBezTo>
                <a:lnTo>
                  <a:pt x="264" y="14"/>
                </a:lnTo>
                <a:cubicBezTo>
                  <a:pt x="246" y="5"/>
                  <a:pt x="224" y="1"/>
                  <a:pt x="2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3" name="Google Shape;1327;p11"/>
          <p:cNvSpPr/>
          <p:nvPr/>
        </p:nvSpPr>
        <p:spPr>
          <a:xfrm>
            <a:off x="7522920" y="5094720"/>
            <a:ext cx="60840" cy="42120"/>
          </a:xfrm>
          <a:custGeom>
            <a:avLst/>
            <a:gdLst>
              <a:gd name="textAreaLeft" fmla="*/ 0 w 60840"/>
              <a:gd name="textAreaRight" fmla="*/ 61200 w 6084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2891" h="2009">
                <a:moveTo>
                  <a:pt x="217" y="1"/>
                </a:moveTo>
                <a:cubicBezTo>
                  <a:pt x="77" y="1"/>
                  <a:pt x="0" y="193"/>
                  <a:pt x="160" y="299"/>
                </a:cubicBezTo>
                <a:lnTo>
                  <a:pt x="2591" y="1975"/>
                </a:lnTo>
                <a:cubicBezTo>
                  <a:pt x="2620" y="1999"/>
                  <a:pt x="2649" y="2008"/>
                  <a:pt x="2677" y="2008"/>
                </a:cubicBezTo>
                <a:cubicBezTo>
                  <a:pt x="2803" y="2008"/>
                  <a:pt x="2891" y="1794"/>
                  <a:pt x="2756" y="1712"/>
                </a:cubicBezTo>
                <a:lnTo>
                  <a:pt x="324" y="37"/>
                </a:lnTo>
                <a:cubicBezTo>
                  <a:pt x="286" y="11"/>
                  <a:pt x="250" y="1"/>
                  <a:pt x="21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4" name="Google Shape;1328;p11"/>
          <p:cNvSpPr/>
          <p:nvPr/>
        </p:nvSpPr>
        <p:spPr>
          <a:xfrm>
            <a:off x="7575840" y="5095440"/>
            <a:ext cx="45000" cy="35640"/>
          </a:xfrm>
          <a:custGeom>
            <a:avLst/>
            <a:gdLst>
              <a:gd name="textAreaLeft" fmla="*/ 0 w 45000"/>
              <a:gd name="textAreaRight" fmla="*/ 45360 w 4500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2137" h="1702">
                <a:moveTo>
                  <a:pt x="154" y="1"/>
                </a:moveTo>
                <a:cubicBezTo>
                  <a:pt x="99" y="1"/>
                  <a:pt x="54" y="29"/>
                  <a:pt x="34" y="69"/>
                </a:cubicBezTo>
                <a:cubicBezTo>
                  <a:pt x="1" y="168"/>
                  <a:pt x="1" y="266"/>
                  <a:pt x="99" y="299"/>
                </a:cubicBezTo>
                <a:lnTo>
                  <a:pt x="1874" y="1679"/>
                </a:lnTo>
                <a:cubicBezTo>
                  <a:pt x="1901" y="1693"/>
                  <a:pt x="1934" y="1701"/>
                  <a:pt x="1968" y="1701"/>
                </a:cubicBezTo>
                <a:cubicBezTo>
                  <a:pt x="2016" y="1701"/>
                  <a:pt x="2065" y="1685"/>
                  <a:pt x="2104" y="1647"/>
                </a:cubicBezTo>
                <a:cubicBezTo>
                  <a:pt x="2137" y="1548"/>
                  <a:pt x="2104" y="1449"/>
                  <a:pt x="2038" y="1417"/>
                </a:cubicBezTo>
                <a:lnTo>
                  <a:pt x="2038" y="1384"/>
                </a:lnTo>
                <a:lnTo>
                  <a:pt x="264" y="36"/>
                </a:lnTo>
                <a:cubicBezTo>
                  <a:pt x="226" y="11"/>
                  <a:pt x="188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5" name="Google Shape;1329;p11"/>
          <p:cNvSpPr/>
          <p:nvPr/>
        </p:nvSpPr>
        <p:spPr>
          <a:xfrm>
            <a:off x="7586640" y="5065200"/>
            <a:ext cx="83880" cy="57960"/>
          </a:xfrm>
          <a:custGeom>
            <a:avLst/>
            <a:gdLst>
              <a:gd name="textAreaLeft" fmla="*/ 0 w 83880"/>
              <a:gd name="textAreaRight" fmla="*/ 84240 w 83880"/>
              <a:gd name="textAreaTop" fmla="*/ 0 h 57960"/>
              <a:gd name="textAreaBottom" fmla="*/ 58320 h 57960"/>
            </a:gdLst>
            <a:ahLst/>
            <a:cxnLst/>
            <a:rect l="textAreaLeft" t="textAreaTop" r="textAreaRight" b="textAreaBottom"/>
            <a:pathLst>
              <a:path w="3980" h="2749">
                <a:moveTo>
                  <a:pt x="254" y="1"/>
                </a:moveTo>
                <a:cubicBezTo>
                  <a:pt x="98" y="1"/>
                  <a:pt x="0" y="232"/>
                  <a:pt x="170" y="316"/>
                </a:cubicBezTo>
                <a:cubicBezTo>
                  <a:pt x="1353" y="1039"/>
                  <a:pt x="2536" y="1861"/>
                  <a:pt x="3653" y="2715"/>
                </a:cubicBezTo>
                <a:cubicBezTo>
                  <a:pt x="3688" y="2738"/>
                  <a:pt x="3721" y="2748"/>
                  <a:pt x="3752" y="2748"/>
                </a:cubicBezTo>
                <a:cubicBezTo>
                  <a:pt x="3897" y="2748"/>
                  <a:pt x="3980" y="2528"/>
                  <a:pt x="3817" y="2419"/>
                </a:cubicBezTo>
                <a:cubicBezTo>
                  <a:pt x="2700" y="1565"/>
                  <a:pt x="1517" y="776"/>
                  <a:pt x="334" y="21"/>
                </a:cubicBezTo>
                <a:cubicBezTo>
                  <a:pt x="307" y="7"/>
                  <a:pt x="280" y="1"/>
                  <a:pt x="2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6" name="Google Shape;1330;p11"/>
          <p:cNvSpPr/>
          <p:nvPr/>
        </p:nvSpPr>
        <p:spPr>
          <a:xfrm>
            <a:off x="7650000" y="5086080"/>
            <a:ext cx="43560" cy="33480"/>
          </a:xfrm>
          <a:custGeom>
            <a:avLst/>
            <a:gdLst>
              <a:gd name="textAreaLeft" fmla="*/ 0 w 43560"/>
              <a:gd name="textAreaRight" fmla="*/ 43920 w 4356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2079" h="1607">
                <a:moveTo>
                  <a:pt x="244" y="1"/>
                </a:moveTo>
                <a:cubicBezTo>
                  <a:pt x="92" y="1"/>
                  <a:pt x="0" y="202"/>
                  <a:pt x="167" y="285"/>
                </a:cubicBezTo>
                <a:cubicBezTo>
                  <a:pt x="726" y="647"/>
                  <a:pt x="1252" y="1074"/>
                  <a:pt x="1744" y="1567"/>
                </a:cubicBezTo>
                <a:cubicBezTo>
                  <a:pt x="1772" y="1594"/>
                  <a:pt x="1804" y="1606"/>
                  <a:pt x="1836" y="1606"/>
                </a:cubicBezTo>
                <a:cubicBezTo>
                  <a:pt x="1957" y="1606"/>
                  <a:pt x="2078" y="1441"/>
                  <a:pt x="1974" y="1337"/>
                </a:cubicBezTo>
                <a:cubicBezTo>
                  <a:pt x="1482" y="811"/>
                  <a:pt x="923" y="384"/>
                  <a:pt x="331" y="22"/>
                </a:cubicBezTo>
                <a:cubicBezTo>
                  <a:pt x="301" y="7"/>
                  <a:pt x="272" y="1"/>
                  <a:pt x="2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7" name="Google Shape;1331;p11"/>
          <p:cNvSpPr/>
          <p:nvPr/>
        </p:nvSpPr>
        <p:spPr>
          <a:xfrm>
            <a:off x="7682760" y="5074200"/>
            <a:ext cx="39960" cy="34200"/>
          </a:xfrm>
          <a:custGeom>
            <a:avLst/>
            <a:gdLst>
              <a:gd name="textAreaLeft" fmla="*/ 0 w 39960"/>
              <a:gd name="textAreaRight" fmla="*/ 40320 w 39960"/>
              <a:gd name="textAreaTop" fmla="*/ 0 h 34200"/>
              <a:gd name="textAreaBottom" fmla="*/ 34560 h 34200"/>
            </a:gdLst>
            <a:ahLst/>
            <a:cxnLst/>
            <a:rect l="textAreaLeft" t="textAreaTop" r="textAreaRight" b="textAreaBottom"/>
            <a:pathLst>
              <a:path w="1901" h="1625">
                <a:moveTo>
                  <a:pt x="223" y="0"/>
                </a:moveTo>
                <a:cubicBezTo>
                  <a:pt x="108" y="0"/>
                  <a:pt x="0" y="162"/>
                  <a:pt x="100" y="287"/>
                </a:cubicBezTo>
                <a:lnTo>
                  <a:pt x="1546" y="1568"/>
                </a:lnTo>
                <a:cubicBezTo>
                  <a:pt x="1586" y="1608"/>
                  <a:pt x="1629" y="1625"/>
                  <a:pt x="1670" y="1625"/>
                </a:cubicBezTo>
                <a:cubicBezTo>
                  <a:pt x="1798" y="1625"/>
                  <a:pt x="1900" y="1463"/>
                  <a:pt x="1776" y="1338"/>
                </a:cubicBezTo>
                <a:lnTo>
                  <a:pt x="330" y="57"/>
                </a:lnTo>
                <a:cubicBezTo>
                  <a:pt x="298" y="17"/>
                  <a:pt x="260" y="0"/>
                  <a:pt x="2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8" name="Google Shape;1332;p11"/>
          <p:cNvSpPr/>
          <p:nvPr/>
        </p:nvSpPr>
        <p:spPr>
          <a:xfrm>
            <a:off x="7687440" y="5051160"/>
            <a:ext cx="78840" cy="56520"/>
          </a:xfrm>
          <a:custGeom>
            <a:avLst/>
            <a:gdLst>
              <a:gd name="textAreaLeft" fmla="*/ 0 w 78840"/>
              <a:gd name="textAreaRight" fmla="*/ 79200 w 78840"/>
              <a:gd name="textAreaTop" fmla="*/ 0 h 56520"/>
              <a:gd name="textAreaBottom" fmla="*/ 56880 h 56520"/>
            </a:gdLst>
            <a:ahLst/>
            <a:cxnLst/>
            <a:rect l="textAreaLeft" t="textAreaTop" r="textAreaRight" b="textAreaBottom"/>
            <a:pathLst>
              <a:path w="3750" h="2688">
                <a:moveTo>
                  <a:pt x="230" y="1"/>
                </a:moveTo>
                <a:cubicBezTo>
                  <a:pt x="97" y="1"/>
                  <a:pt x="0" y="207"/>
                  <a:pt x="140" y="318"/>
                </a:cubicBezTo>
                <a:lnTo>
                  <a:pt x="3426" y="2651"/>
                </a:lnTo>
                <a:cubicBezTo>
                  <a:pt x="3463" y="2676"/>
                  <a:pt x="3500" y="2687"/>
                  <a:pt x="3533" y="2687"/>
                </a:cubicBezTo>
                <a:cubicBezTo>
                  <a:pt x="3672" y="2687"/>
                  <a:pt x="3750" y="2495"/>
                  <a:pt x="3590" y="2388"/>
                </a:cubicBezTo>
                <a:cubicBezTo>
                  <a:pt x="2506" y="1600"/>
                  <a:pt x="1421" y="811"/>
                  <a:pt x="304" y="22"/>
                </a:cubicBezTo>
                <a:cubicBezTo>
                  <a:pt x="279" y="7"/>
                  <a:pt x="254" y="1"/>
                  <a:pt x="2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9" name="Google Shape;1333;p11"/>
          <p:cNvSpPr/>
          <p:nvPr/>
        </p:nvSpPr>
        <p:spPr>
          <a:xfrm>
            <a:off x="7769880" y="5054400"/>
            <a:ext cx="41400" cy="37800"/>
          </a:xfrm>
          <a:custGeom>
            <a:avLst/>
            <a:gdLst>
              <a:gd name="textAreaLeft" fmla="*/ 0 w 41400"/>
              <a:gd name="textAreaRight" fmla="*/ 41760 w 414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971" h="1795">
                <a:moveTo>
                  <a:pt x="178" y="1"/>
                </a:moveTo>
                <a:cubicBezTo>
                  <a:pt x="127" y="1"/>
                  <a:pt x="74" y="29"/>
                  <a:pt x="34" y="70"/>
                </a:cubicBezTo>
                <a:cubicBezTo>
                  <a:pt x="1" y="168"/>
                  <a:pt x="34" y="267"/>
                  <a:pt x="99" y="300"/>
                </a:cubicBezTo>
                <a:cubicBezTo>
                  <a:pt x="658" y="727"/>
                  <a:pt x="1151" y="1220"/>
                  <a:pt x="1611" y="1745"/>
                </a:cubicBezTo>
                <a:cubicBezTo>
                  <a:pt x="1639" y="1780"/>
                  <a:pt x="1672" y="1794"/>
                  <a:pt x="1706" y="1794"/>
                </a:cubicBezTo>
                <a:cubicBezTo>
                  <a:pt x="1834" y="1794"/>
                  <a:pt x="1971" y="1593"/>
                  <a:pt x="1841" y="1515"/>
                </a:cubicBezTo>
                <a:cubicBezTo>
                  <a:pt x="1381" y="957"/>
                  <a:pt x="855" y="464"/>
                  <a:pt x="264" y="37"/>
                </a:cubicBezTo>
                <a:cubicBezTo>
                  <a:pt x="239" y="12"/>
                  <a:pt x="209" y="1"/>
                  <a:pt x="17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0" name="Google Shape;1334;p11"/>
          <p:cNvSpPr/>
          <p:nvPr/>
        </p:nvSpPr>
        <p:spPr>
          <a:xfrm>
            <a:off x="7795440" y="5049720"/>
            <a:ext cx="48600" cy="37800"/>
          </a:xfrm>
          <a:custGeom>
            <a:avLst/>
            <a:gdLst>
              <a:gd name="textAreaLeft" fmla="*/ 0 w 48600"/>
              <a:gd name="textAreaRight" fmla="*/ 48960 w 486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313" h="1797">
                <a:moveTo>
                  <a:pt x="208" y="1"/>
                </a:moveTo>
                <a:cubicBezTo>
                  <a:pt x="87" y="1"/>
                  <a:pt x="0" y="131"/>
                  <a:pt x="78" y="261"/>
                </a:cubicBezTo>
                <a:lnTo>
                  <a:pt x="2017" y="1772"/>
                </a:lnTo>
                <a:cubicBezTo>
                  <a:pt x="2050" y="1789"/>
                  <a:pt x="2091" y="1797"/>
                  <a:pt x="2132" y="1797"/>
                </a:cubicBezTo>
                <a:cubicBezTo>
                  <a:pt x="2173" y="1797"/>
                  <a:pt x="2214" y="1789"/>
                  <a:pt x="2247" y="1772"/>
                </a:cubicBezTo>
                <a:cubicBezTo>
                  <a:pt x="2313" y="1707"/>
                  <a:pt x="2313" y="1608"/>
                  <a:pt x="2247" y="1542"/>
                </a:cubicBezTo>
                <a:lnTo>
                  <a:pt x="308" y="31"/>
                </a:lnTo>
                <a:cubicBezTo>
                  <a:pt x="274" y="10"/>
                  <a:pt x="240" y="1"/>
                  <a:pt x="2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1" name="Google Shape;1335;p11"/>
          <p:cNvSpPr/>
          <p:nvPr/>
        </p:nvSpPr>
        <p:spPr>
          <a:xfrm>
            <a:off x="7797960" y="5029200"/>
            <a:ext cx="92160" cy="68040"/>
          </a:xfrm>
          <a:custGeom>
            <a:avLst/>
            <a:gdLst>
              <a:gd name="textAreaLeft" fmla="*/ 0 w 92160"/>
              <a:gd name="textAreaRight" fmla="*/ 92520 w 92160"/>
              <a:gd name="textAreaTop" fmla="*/ 0 h 68040"/>
              <a:gd name="textAreaBottom" fmla="*/ 68400 h 68040"/>
            </a:gdLst>
            <a:ahLst/>
            <a:cxnLst/>
            <a:rect l="textAreaLeft" t="textAreaTop" r="textAreaRight" b="textAreaBottom"/>
            <a:pathLst>
              <a:path w="4379" h="3233">
                <a:moveTo>
                  <a:pt x="190" y="0"/>
                </a:moveTo>
                <a:cubicBezTo>
                  <a:pt x="37" y="0"/>
                  <a:pt x="1" y="246"/>
                  <a:pt x="178" y="306"/>
                </a:cubicBezTo>
                <a:cubicBezTo>
                  <a:pt x="1690" y="864"/>
                  <a:pt x="3037" y="1850"/>
                  <a:pt x="3990" y="3164"/>
                </a:cubicBezTo>
                <a:cubicBezTo>
                  <a:pt x="4029" y="3213"/>
                  <a:pt x="4081" y="3233"/>
                  <a:pt x="4133" y="3233"/>
                </a:cubicBezTo>
                <a:cubicBezTo>
                  <a:pt x="4258" y="3233"/>
                  <a:pt x="4379" y="3116"/>
                  <a:pt x="4286" y="3000"/>
                </a:cubicBezTo>
                <a:cubicBezTo>
                  <a:pt x="3267" y="1620"/>
                  <a:pt x="1854" y="568"/>
                  <a:pt x="244" y="10"/>
                </a:cubicBezTo>
                <a:cubicBezTo>
                  <a:pt x="225" y="3"/>
                  <a:pt x="206" y="0"/>
                  <a:pt x="19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2" name="Google Shape;1336;p11"/>
          <p:cNvSpPr/>
          <p:nvPr/>
        </p:nvSpPr>
        <p:spPr>
          <a:xfrm>
            <a:off x="7903440" y="5054760"/>
            <a:ext cx="37080" cy="37440"/>
          </a:xfrm>
          <a:custGeom>
            <a:avLst/>
            <a:gdLst>
              <a:gd name="textAreaLeft" fmla="*/ 0 w 37080"/>
              <a:gd name="textAreaRight" fmla="*/ 37440 w 3708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776" h="1783">
                <a:moveTo>
                  <a:pt x="182" y="0"/>
                </a:moveTo>
                <a:cubicBezTo>
                  <a:pt x="141" y="0"/>
                  <a:pt x="100" y="8"/>
                  <a:pt x="67" y="25"/>
                </a:cubicBezTo>
                <a:cubicBezTo>
                  <a:pt x="1" y="90"/>
                  <a:pt x="1" y="189"/>
                  <a:pt x="67" y="255"/>
                </a:cubicBezTo>
                <a:cubicBezTo>
                  <a:pt x="592" y="715"/>
                  <a:pt x="1052" y="1208"/>
                  <a:pt x="1480" y="1733"/>
                </a:cubicBezTo>
                <a:cubicBezTo>
                  <a:pt x="1513" y="1766"/>
                  <a:pt x="1554" y="1783"/>
                  <a:pt x="1595" y="1783"/>
                </a:cubicBezTo>
                <a:cubicBezTo>
                  <a:pt x="1636" y="1783"/>
                  <a:pt x="1677" y="1766"/>
                  <a:pt x="1710" y="1733"/>
                </a:cubicBezTo>
                <a:cubicBezTo>
                  <a:pt x="1775" y="1668"/>
                  <a:pt x="1775" y="1569"/>
                  <a:pt x="1710" y="1503"/>
                </a:cubicBezTo>
                <a:cubicBezTo>
                  <a:pt x="1283" y="978"/>
                  <a:pt x="822" y="485"/>
                  <a:pt x="297" y="25"/>
                </a:cubicBezTo>
                <a:cubicBezTo>
                  <a:pt x="264" y="8"/>
                  <a:pt x="223" y="0"/>
                  <a:pt x="18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3" name="Google Shape;1337;p11"/>
          <p:cNvSpPr/>
          <p:nvPr/>
        </p:nvSpPr>
        <p:spPr>
          <a:xfrm>
            <a:off x="7931160" y="5043600"/>
            <a:ext cx="38520" cy="34560"/>
          </a:xfrm>
          <a:custGeom>
            <a:avLst/>
            <a:gdLst>
              <a:gd name="textAreaLeft" fmla="*/ 0 w 38520"/>
              <a:gd name="textAreaRight" fmla="*/ 38880 w 3852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843" h="1658">
                <a:moveTo>
                  <a:pt x="223" y="0"/>
                </a:moveTo>
                <a:cubicBezTo>
                  <a:pt x="108" y="0"/>
                  <a:pt x="0" y="162"/>
                  <a:pt x="100" y="287"/>
                </a:cubicBezTo>
                <a:lnTo>
                  <a:pt x="1513" y="1601"/>
                </a:lnTo>
                <a:cubicBezTo>
                  <a:pt x="1545" y="1641"/>
                  <a:pt x="1583" y="1658"/>
                  <a:pt x="1619" y="1658"/>
                </a:cubicBezTo>
                <a:cubicBezTo>
                  <a:pt x="1735" y="1658"/>
                  <a:pt x="1843" y="1496"/>
                  <a:pt x="1743" y="1371"/>
                </a:cubicBezTo>
                <a:lnTo>
                  <a:pt x="330" y="57"/>
                </a:lnTo>
                <a:cubicBezTo>
                  <a:pt x="298" y="17"/>
                  <a:pt x="260" y="0"/>
                  <a:pt x="2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4" name="Google Shape;1338;p11"/>
          <p:cNvSpPr/>
          <p:nvPr/>
        </p:nvSpPr>
        <p:spPr>
          <a:xfrm>
            <a:off x="7896240" y="4993920"/>
            <a:ext cx="120240" cy="81000"/>
          </a:xfrm>
          <a:custGeom>
            <a:avLst/>
            <a:gdLst>
              <a:gd name="textAreaLeft" fmla="*/ 0 w 120240"/>
              <a:gd name="textAreaRight" fmla="*/ 120600 w 12024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5701" h="3846">
                <a:moveTo>
                  <a:pt x="222" y="1"/>
                </a:moveTo>
                <a:cubicBezTo>
                  <a:pt x="64" y="1"/>
                  <a:pt x="1" y="250"/>
                  <a:pt x="179" y="339"/>
                </a:cubicBezTo>
                <a:cubicBezTo>
                  <a:pt x="2150" y="1062"/>
                  <a:pt x="3925" y="2244"/>
                  <a:pt x="5371" y="3789"/>
                </a:cubicBezTo>
                <a:cubicBezTo>
                  <a:pt x="5402" y="3829"/>
                  <a:pt x="5440" y="3845"/>
                  <a:pt x="5477" y="3845"/>
                </a:cubicBezTo>
                <a:cubicBezTo>
                  <a:pt x="5592" y="3845"/>
                  <a:pt x="5700" y="3683"/>
                  <a:pt x="5601" y="3559"/>
                </a:cubicBezTo>
                <a:cubicBezTo>
                  <a:pt x="4122" y="1982"/>
                  <a:pt x="2315" y="766"/>
                  <a:pt x="277" y="10"/>
                </a:cubicBezTo>
                <a:cubicBezTo>
                  <a:pt x="258" y="4"/>
                  <a:pt x="239" y="1"/>
                  <a:pt x="2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5" name="Google Shape;1339;p11"/>
          <p:cNvSpPr/>
          <p:nvPr/>
        </p:nvSpPr>
        <p:spPr>
          <a:xfrm>
            <a:off x="8047800" y="5028120"/>
            <a:ext cx="49680" cy="41760"/>
          </a:xfrm>
          <a:custGeom>
            <a:avLst/>
            <a:gdLst>
              <a:gd name="textAreaLeft" fmla="*/ 0 w 49680"/>
              <a:gd name="textAreaRight" fmla="*/ 50040 w 49680"/>
              <a:gd name="textAreaTop" fmla="*/ 0 h 41760"/>
              <a:gd name="textAreaBottom" fmla="*/ 42120 h 41760"/>
            </a:gdLst>
            <a:ahLst/>
            <a:cxnLst/>
            <a:rect l="textAreaLeft" t="textAreaTop" r="textAreaRight" b="textAreaBottom"/>
            <a:pathLst>
              <a:path w="2371" h="1984">
                <a:moveTo>
                  <a:pt x="244" y="0"/>
                </a:moveTo>
                <a:cubicBezTo>
                  <a:pt x="123" y="0"/>
                  <a:pt x="0" y="172"/>
                  <a:pt x="104" y="302"/>
                </a:cubicBezTo>
                <a:lnTo>
                  <a:pt x="2010" y="1945"/>
                </a:lnTo>
                <a:cubicBezTo>
                  <a:pt x="2044" y="1972"/>
                  <a:pt x="2081" y="1984"/>
                  <a:pt x="2117" y="1984"/>
                </a:cubicBezTo>
                <a:cubicBezTo>
                  <a:pt x="2253" y="1984"/>
                  <a:pt x="2371" y="1812"/>
                  <a:pt x="2240" y="1682"/>
                </a:cubicBezTo>
                <a:lnTo>
                  <a:pt x="334" y="39"/>
                </a:lnTo>
                <a:cubicBezTo>
                  <a:pt x="307" y="12"/>
                  <a:pt x="276" y="0"/>
                  <a:pt x="2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6" name="Google Shape;1340;p11"/>
          <p:cNvSpPr/>
          <p:nvPr/>
        </p:nvSpPr>
        <p:spPr>
          <a:xfrm>
            <a:off x="8079480" y="5023800"/>
            <a:ext cx="39960" cy="34560"/>
          </a:xfrm>
          <a:custGeom>
            <a:avLst/>
            <a:gdLst>
              <a:gd name="textAreaLeft" fmla="*/ 0 w 39960"/>
              <a:gd name="textAreaRight" fmla="*/ 40320 w 3996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907" h="1652">
                <a:moveTo>
                  <a:pt x="181" y="1"/>
                </a:moveTo>
                <a:cubicBezTo>
                  <a:pt x="140" y="1"/>
                  <a:pt x="99" y="17"/>
                  <a:pt x="66" y="50"/>
                </a:cubicBezTo>
                <a:cubicBezTo>
                  <a:pt x="1" y="116"/>
                  <a:pt x="1" y="214"/>
                  <a:pt x="66" y="280"/>
                </a:cubicBezTo>
                <a:lnTo>
                  <a:pt x="1611" y="1627"/>
                </a:lnTo>
                <a:cubicBezTo>
                  <a:pt x="1644" y="1644"/>
                  <a:pt x="1685" y="1652"/>
                  <a:pt x="1726" y="1652"/>
                </a:cubicBezTo>
                <a:cubicBezTo>
                  <a:pt x="1767" y="1652"/>
                  <a:pt x="1808" y="1644"/>
                  <a:pt x="1841" y="1627"/>
                </a:cubicBezTo>
                <a:cubicBezTo>
                  <a:pt x="1906" y="1561"/>
                  <a:pt x="1906" y="1430"/>
                  <a:pt x="1841" y="1397"/>
                </a:cubicBezTo>
                <a:lnTo>
                  <a:pt x="296" y="50"/>
                </a:lnTo>
                <a:cubicBezTo>
                  <a:pt x="263" y="17"/>
                  <a:pt x="222" y="1"/>
                  <a:pt x="1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7" name="Google Shape;1341;p11"/>
          <p:cNvSpPr/>
          <p:nvPr/>
        </p:nvSpPr>
        <p:spPr>
          <a:xfrm>
            <a:off x="8110800" y="5014440"/>
            <a:ext cx="44280" cy="40320"/>
          </a:xfrm>
          <a:custGeom>
            <a:avLst/>
            <a:gdLst>
              <a:gd name="textAreaLeft" fmla="*/ 0 w 44280"/>
              <a:gd name="textAreaRight" fmla="*/ 44640 w 44280"/>
              <a:gd name="textAreaTop" fmla="*/ 0 h 40320"/>
              <a:gd name="textAreaBottom" fmla="*/ 40680 h 40320"/>
            </a:gdLst>
            <a:ahLst/>
            <a:cxnLst/>
            <a:rect l="textAreaLeft" t="textAreaTop" r="textAreaRight" b="textAreaBottom"/>
            <a:pathLst>
              <a:path w="2105" h="1924">
                <a:moveTo>
                  <a:pt x="230" y="0"/>
                </a:moveTo>
                <a:cubicBezTo>
                  <a:pt x="102" y="0"/>
                  <a:pt x="0" y="162"/>
                  <a:pt x="125" y="287"/>
                </a:cubicBezTo>
                <a:cubicBezTo>
                  <a:pt x="618" y="845"/>
                  <a:pt x="1176" y="1404"/>
                  <a:pt x="1768" y="1897"/>
                </a:cubicBezTo>
                <a:cubicBezTo>
                  <a:pt x="1799" y="1915"/>
                  <a:pt x="1831" y="1923"/>
                  <a:pt x="1862" y="1923"/>
                </a:cubicBezTo>
                <a:cubicBezTo>
                  <a:pt x="1995" y="1923"/>
                  <a:pt x="2104" y="1774"/>
                  <a:pt x="1998" y="1667"/>
                </a:cubicBezTo>
                <a:cubicBezTo>
                  <a:pt x="1406" y="1174"/>
                  <a:pt x="848" y="615"/>
                  <a:pt x="355" y="57"/>
                </a:cubicBezTo>
                <a:cubicBezTo>
                  <a:pt x="315" y="17"/>
                  <a:pt x="271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8" name="Google Shape;1342;p11"/>
          <p:cNvSpPr/>
          <p:nvPr/>
        </p:nvSpPr>
        <p:spPr>
          <a:xfrm>
            <a:off x="8105400" y="4987440"/>
            <a:ext cx="98640" cy="76320"/>
          </a:xfrm>
          <a:custGeom>
            <a:avLst/>
            <a:gdLst>
              <a:gd name="textAreaLeft" fmla="*/ 0 w 98640"/>
              <a:gd name="textAreaRight" fmla="*/ 99000 w 98640"/>
              <a:gd name="textAreaTop" fmla="*/ 0 h 76320"/>
              <a:gd name="textAreaBottom" fmla="*/ 76680 h 76320"/>
            </a:gdLst>
            <a:ahLst/>
            <a:cxnLst/>
            <a:rect l="textAreaLeft" t="textAreaTop" r="textAreaRight" b="textAreaBottom"/>
            <a:pathLst>
              <a:path w="4675" h="3628">
                <a:moveTo>
                  <a:pt x="222" y="1"/>
                </a:moveTo>
                <a:cubicBezTo>
                  <a:pt x="63" y="1"/>
                  <a:pt x="1" y="247"/>
                  <a:pt x="179" y="306"/>
                </a:cubicBezTo>
                <a:cubicBezTo>
                  <a:pt x="1822" y="996"/>
                  <a:pt x="3235" y="2113"/>
                  <a:pt x="4286" y="3559"/>
                </a:cubicBezTo>
                <a:cubicBezTo>
                  <a:pt x="4325" y="3607"/>
                  <a:pt x="4377" y="3627"/>
                  <a:pt x="4429" y="3627"/>
                </a:cubicBezTo>
                <a:cubicBezTo>
                  <a:pt x="4554" y="3627"/>
                  <a:pt x="4675" y="3511"/>
                  <a:pt x="4582" y="3395"/>
                </a:cubicBezTo>
                <a:cubicBezTo>
                  <a:pt x="3497" y="1883"/>
                  <a:pt x="1986" y="700"/>
                  <a:pt x="277" y="10"/>
                </a:cubicBezTo>
                <a:cubicBezTo>
                  <a:pt x="258" y="4"/>
                  <a:pt x="239" y="1"/>
                  <a:pt x="2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160" bIns="38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9" name="Google Shape;1343;p11"/>
          <p:cNvSpPr/>
          <p:nvPr/>
        </p:nvSpPr>
        <p:spPr>
          <a:xfrm>
            <a:off x="8187120" y="5019840"/>
            <a:ext cx="54000" cy="43920"/>
          </a:xfrm>
          <a:custGeom>
            <a:avLst/>
            <a:gdLst>
              <a:gd name="textAreaLeft" fmla="*/ 0 w 54000"/>
              <a:gd name="textAreaRight" fmla="*/ 54360 w 54000"/>
              <a:gd name="textAreaTop" fmla="*/ 0 h 43920"/>
              <a:gd name="textAreaBottom" fmla="*/ 44280 h 43920"/>
            </a:gdLst>
            <a:ahLst/>
            <a:cxnLst/>
            <a:rect l="textAreaLeft" t="textAreaTop" r="textAreaRight" b="textAreaBottom"/>
            <a:pathLst>
              <a:path w="2572" h="2089">
                <a:moveTo>
                  <a:pt x="244" y="0"/>
                </a:moveTo>
                <a:cubicBezTo>
                  <a:pt x="111" y="0"/>
                  <a:pt x="1" y="150"/>
                  <a:pt x="107" y="257"/>
                </a:cubicBezTo>
                <a:lnTo>
                  <a:pt x="2276" y="2064"/>
                </a:lnTo>
                <a:cubicBezTo>
                  <a:pt x="2309" y="2080"/>
                  <a:pt x="2350" y="2089"/>
                  <a:pt x="2391" y="2089"/>
                </a:cubicBezTo>
                <a:cubicBezTo>
                  <a:pt x="2432" y="2089"/>
                  <a:pt x="2473" y="2080"/>
                  <a:pt x="2506" y="2064"/>
                </a:cubicBezTo>
                <a:cubicBezTo>
                  <a:pt x="2572" y="1998"/>
                  <a:pt x="2572" y="1900"/>
                  <a:pt x="2506" y="1834"/>
                </a:cubicBezTo>
                <a:lnTo>
                  <a:pt x="338" y="27"/>
                </a:lnTo>
                <a:cubicBezTo>
                  <a:pt x="307" y="8"/>
                  <a:pt x="274" y="0"/>
                  <a:pt x="2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0" name="Google Shape;1344;p11"/>
          <p:cNvSpPr/>
          <p:nvPr/>
        </p:nvSpPr>
        <p:spPr>
          <a:xfrm>
            <a:off x="8018280" y="5037120"/>
            <a:ext cx="40680" cy="36360"/>
          </a:xfrm>
          <a:custGeom>
            <a:avLst/>
            <a:gdLst>
              <a:gd name="textAreaLeft" fmla="*/ 0 w 40680"/>
              <a:gd name="textAreaRight" fmla="*/ 41040 w 4068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939" h="1740">
                <a:moveTo>
                  <a:pt x="252" y="1"/>
                </a:moveTo>
                <a:cubicBezTo>
                  <a:pt x="117" y="1"/>
                  <a:pt x="1" y="166"/>
                  <a:pt x="130" y="270"/>
                </a:cubicBezTo>
                <a:lnTo>
                  <a:pt x="1609" y="1683"/>
                </a:lnTo>
                <a:cubicBezTo>
                  <a:pt x="1641" y="1723"/>
                  <a:pt x="1679" y="1740"/>
                  <a:pt x="1716" y="1740"/>
                </a:cubicBezTo>
                <a:cubicBezTo>
                  <a:pt x="1831" y="1740"/>
                  <a:pt x="1939" y="1578"/>
                  <a:pt x="1839" y="1453"/>
                </a:cubicBezTo>
                <a:lnTo>
                  <a:pt x="360" y="40"/>
                </a:lnTo>
                <a:cubicBezTo>
                  <a:pt x="326" y="13"/>
                  <a:pt x="289" y="1"/>
                  <a:pt x="2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1" name="Google Shape;1345;p11"/>
          <p:cNvSpPr/>
          <p:nvPr/>
        </p:nvSpPr>
        <p:spPr>
          <a:xfrm>
            <a:off x="8244000" y="4988520"/>
            <a:ext cx="78840" cy="70200"/>
          </a:xfrm>
          <a:custGeom>
            <a:avLst/>
            <a:gdLst>
              <a:gd name="textAreaLeft" fmla="*/ 0 w 78840"/>
              <a:gd name="textAreaRight" fmla="*/ 79200 w 78840"/>
              <a:gd name="textAreaTop" fmla="*/ 0 h 70200"/>
              <a:gd name="textAreaBottom" fmla="*/ 70560 h 70200"/>
            </a:gdLst>
            <a:ahLst/>
            <a:cxnLst/>
            <a:rect l="textAreaLeft" t="textAreaTop" r="textAreaRight" b="textAreaBottom"/>
            <a:pathLst>
              <a:path w="3746" h="3329">
                <a:moveTo>
                  <a:pt x="243" y="1"/>
                </a:moveTo>
                <a:cubicBezTo>
                  <a:pt x="122" y="1"/>
                  <a:pt x="0" y="166"/>
                  <a:pt x="104" y="270"/>
                </a:cubicBezTo>
                <a:cubicBezTo>
                  <a:pt x="1188" y="1289"/>
                  <a:pt x="2470" y="2077"/>
                  <a:pt x="3390" y="3260"/>
                </a:cubicBezTo>
                <a:cubicBezTo>
                  <a:pt x="3419" y="3308"/>
                  <a:pt x="3465" y="3328"/>
                  <a:pt x="3512" y="3328"/>
                </a:cubicBezTo>
                <a:cubicBezTo>
                  <a:pt x="3625" y="3328"/>
                  <a:pt x="3746" y="3212"/>
                  <a:pt x="3653" y="3096"/>
                </a:cubicBezTo>
                <a:cubicBezTo>
                  <a:pt x="2733" y="1880"/>
                  <a:pt x="1418" y="1059"/>
                  <a:pt x="334" y="40"/>
                </a:cubicBezTo>
                <a:cubicBezTo>
                  <a:pt x="306" y="12"/>
                  <a:pt x="275" y="1"/>
                  <a:pt x="2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2" name="Google Shape;1346;p11"/>
          <p:cNvSpPr/>
          <p:nvPr/>
        </p:nvSpPr>
        <p:spPr>
          <a:xfrm>
            <a:off x="8313840" y="5008680"/>
            <a:ext cx="61560" cy="57240"/>
          </a:xfrm>
          <a:custGeom>
            <a:avLst/>
            <a:gdLst>
              <a:gd name="textAreaLeft" fmla="*/ 0 w 61560"/>
              <a:gd name="textAreaRight" fmla="*/ 61920 w 61560"/>
              <a:gd name="textAreaTop" fmla="*/ 0 h 57240"/>
              <a:gd name="textAreaBottom" fmla="*/ 57600 h 57240"/>
            </a:gdLst>
            <a:ahLst/>
            <a:cxnLst/>
            <a:rect l="textAreaLeft" t="textAreaTop" r="textAreaRight" b="textAreaBottom"/>
            <a:pathLst>
              <a:path w="2928" h="2722">
                <a:moveTo>
                  <a:pt x="206" y="0"/>
                </a:moveTo>
                <a:cubicBezTo>
                  <a:pt x="83" y="0"/>
                  <a:pt x="1" y="192"/>
                  <a:pt x="134" y="299"/>
                </a:cubicBezTo>
                <a:cubicBezTo>
                  <a:pt x="594" y="660"/>
                  <a:pt x="1021" y="1022"/>
                  <a:pt x="1415" y="1416"/>
                </a:cubicBezTo>
                <a:cubicBezTo>
                  <a:pt x="1843" y="1810"/>
                  <a:pt x="2237" y="2205"/>
                  <a:pt x="2598" y="2665"/>
                </a:cubicBezTo>
                <a:cubicBezTo>
                  <a:pt x="2630" y="2705"/>
                  <a:pt x="2668" y="2721"/>
                  <a:pt x="2705" y="2721"/>
                </a:cubicBezTo>
                <a:cubicBezTo>
                  <a:pt x="2820" y="2721"/>
                  <a:pt x="2928" y="2559"/>
                  <a:pt x="2828" y="2435"/>
                </a:cubicBezTo>
                <a:cubicBezTo>
                  <a:pt x="2073" y="1547"/>
                  <a:pt x="1218" y="759"/>
                  <a:pt x="298" y="36"/>
                </a:cubicBezTo>
                <a:cubicBezTo>
                  <a:pt x="267" y="11"/>
                  <a:pt x="235" y="0"/>
                  <a:pt x="20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0" bIns="28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3" name="Google Shape;1347;p11"/>
          <p:cNvSpPr/>
          <p:nvPr/>
        </p:nvSpPr>
        <p:spPr>
          <a:xfrm>
            <a:off x="8380440" y="5011200"/>
            <a:ext cx="59760" cy="54000"/>
          </a:xfrm>
          <a:custGeom>
            <a:avLst/>
            <a:gdLst>
              <a:gd name="textAreaLeft" fmla="*/ 0 w 59760"/>
              <a:gd name="textAreaRight" fmla="*/ 60120 w 5976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2838" h="2576">
                <a:moveTo>
                  <a:pt x="243" y="0"/>
                </a:moveTo>
                <a:cubicBezTo>
                  <a:pt x="123" y="0"/>
                  <a:pt x="1" y="166"/>
                  <a:pt x="105" y="269"/>
                </a:cubicBezTo>
                <a:lnTo>
                  <a:pt x="2503" y="2537"/>
                </a:lnTo>
                <a:cubicBezTo>
                  <a:pt x="2531" y="2564"/>
                  <a:pt x="2563" y="2576"/>
                  <a:pt x="2595" y="2576"/>
                </a:cubicBezTo>
                <a:cubicBezTo>
                  <a:pt x="2715" y="2576"/>
                  <a:pt x="2837" y="2411"/>
                  <a:pt x="2733" y="2307"/>
                </a:cubicBezTo>
                <a:lnTo>
                  <a:pt x="335" y="39"/>
                </a:lnTo>
                <a:cubicBezTo>
                  <a:pt x="307" y="12"/>
                  <a:pt x="275" y="0"/>
                  <a:pt x="2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4" name="Google Shape;1348;p11"/>
          <p:cNvSpPr/>
          <p:nvPr/>
        </p:nvSpPr>
        <p:spPr>
          <a:xfrm>
            <a:off x="8443800" y="5025600"/>
            <a:ext cx="41400" cy="37800"/>
          </a:xfrm>
          <a:custGeom>
            <a:avLst/>
            <a:gdLst>
              <a:gd name="textAreaLeft" fmla="*/ 0 w 41400"/>
              <a:gd name="textAreaRight" fmla="*/ 41760 w 414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975" h="1810">
                <a:moveTo>
                  <a:pt x="245" y="1"/>
                </a:moveTo>
                <a:cubicBezTo>
                  <a:pt x="93" y="1"/>
                  <a:pt x="0" y="207"/>
                  <a:pt x="168" y="318"/>
                </a:cubicBezTo>
                <a:cubicBezTo>
                  <a:pt x="759" y="680"/>
                  <a:pt x="1252" y="1173"/>
                  <a:pt x="1646" y="1731"/>
                </a:cubicBezTo>
                <a:cubicBezTo>
                  <a:pt x="1670" y="1779"/>
                  <a:pt x="1730" y="1810"/>
                  <a:pt x="1798" y="1810"/>
                </a:cubicBezTo>
                <a:cubicBezTo>
                  <a:pt x="1824" y="1810"/>
                  <a:pt x="1850" y="1806"/>
                  <a:pt x="1876" y="1797"/>
                </a:cubicBezTo>
                <a:cubicBezTo>
                  <a:pt x="1942" y="1731"/>
                  <a:pt x="1975" y="1666"/>
                  <a:pt x="1942" y="1567"/>
                </a:cubicBezTo>
                <a:cubicBezTo>
                  <a:pt x="1482" y="976"/>
                  <a:pt x="956" y="450"/>
                  <a:pt x="332" y="23"/>
                </a:cubicBezTo>
                <a:cubicBezTo>
                  <a:pt x="302" y="8"/>
                  <a:pt x="273" y="1"/>
                  <a:pt x="24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5" name="Google Shape;1349;p11"/>
          <p:cNvSpPr/>
          <p:nvPr/>
        </p:nvSpPr>
        <p:spPr>
          <a:xfrm>
            <a:off x="8433360" y="4981680"/>
            <a:ext cx="106200" cy="87840"/>
          </a:xfrm>
          <a:custGeom>
            <a:avLst/>
            <a:gdLst>
              <a:gd name="textAreaLeft" fmla="*/ 0 w 106200"/>
              <a:gd name="textAreaRight" fmla="*/ 106560 w 106200"/>
              <a:gd name="textAreaTop" fmla="*/ 0 h 87840"/>
              <a:gd name="textAreaBottom" fmla="*/ 88200 h 87840"/>
            </a:gdLst>
            <a:ahLst/>
            <a:cxnLst/>
            <a:rect l="textAreaLeft" t="textAreaTop" r="textAreaRight" b="textAreaBottom"/>
            <a:pathLst>
              <a:path w="5038" h="4171">
                <a:moveTo>
                  <a:pt x="216" y="0"/>
                </a:moveTo>
                <a:cubicBezTo>
                  <a:pt x="88" y="0"/>
                  <a:pt x="0" y="221"/>
                  <a:pt x="136" y="329"/>
                </a:cubicBezTo>
                <a:cubicBezTo>
                  <a:pt x="1746" y="1479"/>
                  <a:pt x="3290" y="2728"/>
                  <a:pt x="4703" y="4141"/>
                </a:cubicBezTo>
                <a:cubicBezTo>
                  <a:pt x="4738" y="4162"/>
                  <a:pt x="4774" y="4171"/>
                  <a:pt x="4808" y="4171"/>
                </a:cubicBezTo>
                <a:cubicBezTo>
                  <a:pt x="4936" y="4171"/>
                  <a:pt x="5037" y="4041"/>
                  <a:pt x="4933" y="3911"/>
                </a:cubicBezTo>
                <a:lnTo>
                  <a:pt x="4933" y="3878"/>
                </a:lnTo>
                <a:cubicBezTo>
                  <a:pt x="3488" y="2498"/>
                  <a:pt x="1943" y="1183"/>
                  <a:pt x="300" y="33"/>
                </a:cubicBezTo>
                <a:cubicBezTo>
                  <a:pt x="271" y="10"/>
                  <a:pt x="243" y="0"/>
                  <a:pt x="2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920" bIns="43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6" name="Google Shape;1350;p11"/>
          <p:cNvSpPr/>
          <p:nvPr/>
        </p:nvSpPr>
        <p:spPr>
          <a:xfrm>
            <a:off x="8508600" y="5004360"/>
            <a:ext cx="84600" cy="70920"/>
          </a:xfrm>
          <a:custGeom>
            <a:avLst/>
            <a:gdLst>
              <a:gd name="textAreaLeft" fmla="*/ 0 w 84600"/>
              <a:gd name="textAreaRight" fmla="*/ 84960 w 84600"/>
              <a:gd name="textAreaTop" fmla="*/ 0 h 70920"/>
              <a:gd name="textAreaBottom" fmla="*/ 71280 h 70920"/>
            </a:gdLst>
            <a:ahLst/>
            <a:cxnLst/>
            <a:rect l="textAreaLeft" t="textAreaTop" r="textAreaRight" b="textAreaBottom"/>
            <a:pathLst>
              <a:path w="4007" h="3366">
                <a:moveTo>
                  <a:pt x="253" y="1"/>
                </a:moveTo>
                <a:cubicBezTo>
                  <a:pt x="117" y="1"/>
                  <a:pt x="1" y="166"/>
                  <a:pt x="131" y="270"/>
                </a:cubicBezTo>
                <a:cubicBezTo>
                  <a:pt x="1347" y="1256"/>
                  <a:pt x="2497" y="2307"/>
                  <a:pt x="3647" y="3326"/>
                </a:cubicBezTo>
                <a:cubicBezTo>
                  <a:pt x="3681" y="3353"/>
                  <a:pt x="3719" y="3365"/>
                  <a:pt x="3755" y="3365"/>
                </a:cubicBezTo>
                <a:cubicBezTo>
                  <a:pt x="3890" y="3365"/>
                  <a:pt x="4007" y="3200"/>
                  <a:pt x="3877" y="3096"/>
                </a:cubicBezTo>
                <a:cubicBezTo>
                  <a:pt x="2727" y="2077"/>
                  <a:pt x="1577" y="1026"/>
                  <a:pt x="361" y="40"/>
                </a:cubicBezTo>
                <a:cubicBezTo>
                  <a:pt x="326" y="12"/>
                  <a:pt x="289" y="1"/>
                  <a:pt x="25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640" bIns="35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7" name="Google Shape;1351;p11"/>
          <p:cNvSpPr/>
          <p:nvPr/>
        </p:nvSpPr>
        <p:spPr>
          <a:xfrm>
            <a:off x="8562240" y="5023440"/>
            <a:ext cx="55800" cy="53280"/>
          </a:xfrm>
          <a:custGeom>
            <a:avLst/>
            <a:gdLst>
              <a:gd name="textAreaLeft" fmla="*/ 0 w 55800"/>
              <a:gd name="textAreaRight" fmla="*/ 56160 w 55800"/>
              <a:gd name="textAreaTop" fmla="*/ 0 h 53280"/>
              <a:gd name="textAreaBottom" fmla="*/ 53640 h 53280"/>
            </a:gdLst>
            <a:ahLst/>
            <a:cxnLst/>
            <a:rect l="textAreaLeft" t="textAreaTop" r="textAreaRight" b="textAreaBottom"/>
            <a:pathLst>
              <a:path w="2659" h="2532">
                <a:moveTo>
                  <a:pt x="230" y="0"/>
                </a:moveTo>
                <a:cubicBezTo>
                  <a:pt x="102" y="0"/>
                  <a:pt x="1" y="162"/>
                  <a:pt x="125" y="287"/>
                </a:cubicBezTo>
                <a:lnTo>
                  <a:pt x="2327" y="2489"/>
                </a:lnTo>
                <a:cubicBezTo>
                  <a:pt x="2364" y="2519"/>
                  <a:pt x="2404" y="2531"/>
                  <a:pt x="2440" y="2531"/>
                </a:cubicBezTo>
                <a:cubicBezTo>
                  <a:pt x="2564" y="2531"/>
                  <a:pt x="2658" y="2385"/>
                  <a:pt x="2557" y="2258"/>
                </a:cubicBezTo>
                <a:lnTo>
                  <a:pt x="355" y="57"/>
                </a:lnTo>
                <a:cubicBezTo>
                  <a:pt x="315" y="17"/>
                  <a:pt x="271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8" name="Google Shape;1352;p11"/>
          <p:cNvSpPr/>
          <p:nvPr/>
        </p:nvSpPr>
        <p:spPr>
          <a:xfrm>
            <a:off x="8583480" y="5016240"/>
            <a:ext cx="56520" cy="66960"/>
          </a:xfrm>
          <a:custGeom>
            <a:avLst/>
            <a:gdLst>
              <a:gd name="textAreaLeft" fmla="*/ 0 w 56520"/>
              <a:gd name="textAreaRight" fmla="*/ 56880 w 56520"/>
              <a:gd name="textAreaTop" fmla="*/ 0 h 66960"/>
              <a:gd name="textAreaBottom" fmla="*/ 67320 h 66960"/>
            </a:gdLst>
            <a:ahLst/>
            <a:cxnLst/>
            <a:rect l="textAreaLeft" t="textAreaTop" r="textAreaRight" b="textAreaBottom"/>
            <a:pathLst>
              <a:path w="2687" h="3185">
                <a:moveTo>
                  <a:pt x="253" y="0"/>
                </a:moveTo>
                <a:cubicBezTo>
                  <a:pt x="117" y="0"/>
                  <a:pt x="1" y="166"/>
                  <a:pt x="131" y="269"/>
                </a:cubicBezTo>
                <a:cubicBezTo>
                  <a:pt x="558" y="697"/>
                  <a:pt x="952" y="1189"/>
                  <a:pt x="1248" y="1682"/>
                </a:cubicBezTo>
                <a:cubicBezTo>
                  <a:pt x="1577" y="2175"/>
                  <a:pt x="1938" y="2668"/>
                  <a:pt x="2332" y="3128"/>
                </a:cubicBezTo>
                <a:cubicBezTo>
                  <a:pt x="2372" y="3168"/>
                  <a:pt x="2416" y="3185"/>
                  <a:pt x="2457" y="3185"/>
                </a:cubicBezTo>
                <a:cubicBezTo>
                  <a:pt x="2585" y="3185"/>
                  <a:pt x="2687" y="3023"/>
                  <a:pt x="2562" y="2898"/>
                </a:cubicBezTo>
                <a:cubicBezTo>
                  <a:pt x="2168" y="2438"/>
                  <a:pt x="1807" y="1945"/>
                  <a:pt x="1511" y="1452"/>
                </a:cubicBezTo>
                <a:cubicBezTo>
                  <a:pt x="1182" y="959"/>
                  <a:pt x="788" y="467"/>
                  <a:pt x="361" y="39"/>
                </a:cubicBezTo>
                <a:cubicBezTo>
                  <a:pt x="326" y="12"/>
                  <a:pt x="289" y="0"/>
                  <a:pt x="2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9" name="Google Shape;1353;p11"/>
          <p:cNvSpPr/>
          <p:nvPr/>
        </p:nvSpPr>
        <p:spPr>
          <a:xfrm>
            <a:off x="8595360" y="5011560"/>
            <a:ext cx="63720" cy="61560"/>
          </a:xfrm>
          <a:custGeom>
            <a:avLst/>
            <a:gdLst>
              <a:gd name="textAreaLeft" fmla="*/ 0 w 63720"/>
              <a:gd name="textAreaRight" fmla="*/ 64080 w 63720"/>
              <a:gd name="textAreaTop" fmla="*/ 0 h 61560"/>
              <a:gd name="textAreaBottom" fmla="*/ 61920 h 61560"/>
            </a:gdLst>
            <a:ahLst/>
            <a:cxnLst/>
            <a:rect l="textAreaLeft" t="textAreaTop" r="textAreaRight" b="textAreaBottom"/>
            <a:pathLst>
              <a:path w="3020" h="2931">
                <a:moveTo>
                  <a:pt x="206" y="1"/>
                </a:moveTo>
                <a:cubicBezTo>
                  <a:pt x="83" y="1"/>
                  <a:pt x="0" y="193"/>
                  <a:pt x="133" y="299"/>
                </a:cubicBezTo>
                <a:cubicBezTo>
                  <a:pt x="1086" y="1022"/>
                  <a:pt x="1941" y="1877"/>
                  <a:pt x="2664" y="2862"/>
                </a:cubicBezTo>
                <a:cubicBezTo>
                  <a:pt x="2692" y="2910"/>
                  <a:pt x="2738" y="2930"/>
                  <a:pt x="2785" y="2930"/>
                </a:cubicBezTo>
                <a:cubicBezTo>
                  <a:pt x="2899" y="2930"/>
                  <a:pt x="3019" y="2814"/>
                  <a:pt x="2926" y="2698"/>
                </a:cubicBezTo>
                <a:cubicBezTo>
                  <a:pt x="2171" y="1679"/>
                  <a:pt x="1283" y="792"/>
                  <a:pt x="298" y="36"/>
                </a:cubicBezTo>
                <a:cubicBezTo>
                  <a:pt x="266" y="11"/>
                  <a:pt x="235" y="1"/>
                  <a:pt x="20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0" name="Google Shape;1354;p11"/>
          <p:cNvSpPr/>
          <p:nvPr/>
        </p:nvSpPr>
        <p:spPr>
          <a:xfrm>
            <a:off x="8630280" y="5021640"/>
            <a:ext cx="55440" cy="65160"/>
          </a:xfrm>
          <a:custGeom>
            <a:avLst/>
            <a:gdLst>
              <a:gd name="textAreaLeft" fmla="*/ 0 w 55440"/>
              <a:gd name="textAreaRight" fmla="*/ 55800 w 55440"/>
              <a:gd name="textAreaTop" fmla="*/ 0 h 65160"/>
              <a:gd name="textAreaBottom" fmla="*/ 65520 h 65160"/>
            </a:gdLst>
            <a:ahLst/>
            <a:cxnLst/>
            <a:rect l="textAreaLeft" t="textAreaTop" r="textAreaRight" b="textAreaBottom"/>
            <a:pathLst>
              <a:path w="2632" h="3098">
                <a:moveTo>
                  <a:pt x="265" y="0"/>
                </a:moveTo>
                <a:cubicBezTo>
                  <a:pt x="137" y="0"/>
                  <a:pt x="0" y="165"/>
                  <a:pt x="130" y="269"/>
                </a:cubicBezTo>
                <a:cubicBezTo>
                  <a:pt x="1050" y="1025"/>
                  <a:pt x="1773" y="1945"/>
                  <a:pt x="2299" y="3030"/>
                </a:cubicBezTo>
                <a:cubicBezTo>
                  <a:pt x="2318" y="3078"/>
                  <a:pt x="2357" y="3098"/>
                  <a:pt x="2400" y="3098"/>
                </a:cubicBezTo>
                <a:cubicBezTo>
                  <a:pt x="2504" y="3098"/>
                  <a:pt x="2632" y="2981"/>
                  <a:pt x="2562" y="2865"/>
                </a:cubicBezTo>
                <a:cubicBezTo>
                  <a:pt x="2036" y="1781"/>
                  <a:pt x="1313" y="795"/>
                  <a:pt x="360" y="39"/>
                </a:cubicBezTo>
                <a:cubicBezTo>
                  <a:pt x="333" y="12"/>
                  <a:pt x="299" y="0"/>
                  <a:pt x="2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760" bIns="32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1" name="Google Shape;1355;p11"/>
          <p:cNvSpPr/>
          <p:nvPr/>
        </p:nvSpPr>
        <p:spPr>
          <a:xfrm>
            <a:off x="8661960" y="5030280"/>
            <a:ext cx="43200" cy="53640"/>
          </a:xfrm>
          <a:custGeom>
            <a:avLst/>
            <a:gdLst>
              <a:gd name="textAreaLeft" fmla="*/ 0 w 43200"/>
              <a:gd name="textAreaRight" fmla="*/ 43560 w 43200"/>
              <a:gd name="textAreaTop" fmla="*/ 0 h 53640"/>
              <a:gd name="textAreaBottom" fmla="*/ 54000 h 53640"/>
            </a:gdLst>
            <a:ahLst/>
            <a:cxnLst/>
            <a:rect l="textAreaLeft" t="textAreaTop" r="textAreaRight" b="textAreaBottom"/>
            <a:pathLst>
              <a:path w="2066" h="2558">
                <a:moveTo>
                  <a:pt x="223" y="1"/>
                </a:moveTo>
                <a:cubicBezTo>
                  <a:pt x="108" y="1"/>
                  <a:pt x="0" y="163"/>
                  <a:pt x="100" y="287"/>
                </a:cubicBezTo>
                <a:cubicBezTo>
                  <a:pt x="691" y="978"/>
                  <a:pt x="1217" y="1733"/>
                  <a:pt x="1710" y="2489"/>
                </a:cubicBezTo>
                <a:cubicBezTo>
                  <a:pt x="1739" y="2537"/>
                  <a:pt x="1785" y="2557"/>
                  <a:pt x="1832" y="2557"/>
                </a:cubicBezTo>
                <a:cubicBezTo>
                  <a:pt x="1945" y="2557"/>
                  <a:pt x="2066" y="2441"/>
                  <a:pt x="1973" y="2325"/>
                </a:cubicBezTo>
                <a:cubicBezTo>
                  <a:pt x="1480" y="1536"/>
                  <a:pt x="954" y="780"/>
                  <a:pt x="330" y="57"/>
                </a:cubicBezTo>
                <a:cubicBezTo>
                  <a:pt x="298" y="18"/>
                  <a:pt x="260" y="1"/>
                  <a:pt x="2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2" name="Google Shape;1356;p11"/>
          <p:cNvSpPr/>
          <p:nvPr/>
        </p:nvSpPr>
        <p:spPr>
          <a:xfrm>
            <a:off x="8681760" y="5020560"/>
            <a:ext cx="58680" cy="75960"/>
          </a:xfrm>
          <a:custGeom>
            <a:avLst/>
            <a:gdLst>
              <a:gd name="textAreaLeft" fmla="*/ 0 w 58680"/>
              <a:gd name="textAreaRight" fmla="*/ 59040 w 5868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2783" h="3606">
                <a:moveTo>
                  <a:pt x="234" y="0"/>
                </a:moveTo>
                <a:cubicBezTo>
                  <a:pt x="121" y="0"/>
                  <a:pt x="0" y="117"/>
                  <a:pt x="93" y="233"/>
                </a:cubicBezTo>
                <a:cubicBezTo>
                  <a:pt x="816" y="1350"/>
                  <a:pt x="1605" y="2434"/>
                  <a:pt x="2426" y="3552"/>
                </a:cubicBezTo>
                <a:cubicBezTo>
                  <a:pt x="2454" y="3589"/>
                  <a:pt x="2499" y="3605"/>
                  <a:pt x="2544" y="3605"/>
                </a:cubicBezTo>
                <a:cubicBezTo>
                  <a:pt x="2659" y="3605"/>
                  <a:pt x="2783" y="3505"/>
                  <a:pt x="2689" y="3387"/>
                </a:cubicBezTo>
                <a:lnTo>
                  <a:pt x="2689" y="3354"/>
                </a:lnTo>
                <a:cubicBezTo>
                  <a:pt x="1868" y="2270"/>
                  <a:pt x="1112" y="1186"/>
                  <a:pt x="356" y="68"/>
                </a:cubicBezTo>
                <a:cubicBezTo>
                  <a:pt x="327" y="20"/>
                  <a:pt x="281" y="0"/>
                  <a:pt x="2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160" bIns="38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3" name="Google Shape;1357;p11"/>
          <p:cNvSpPr/>
          <p:nvPr/>
        </p:nvSpPr>
        <p:spPr>
          <a:xfrm>
            <a:off x="8695440" y="5015520"/>
            <a:ext cx="63000" cy="87120"/>
          </a:xfrm>
          <a:custGeom>
            <a:avLst/>
            <a:gdLst>
              <a:gd name="textAreaLeft" fmla="*/ 0 w 63000"/>
              <a:gd name="textAreaRight" fmla="*/ 63360 w 63000"/>
              <a:gd name="textAreaTop" fmla="*/ 0 h 87120"/>
              <a:gd name="textAreaBottom" fmla="*/ 87480 h 87120"/>
            </a:gdLst>
            <a:ahLst/>
            <a:cxnLst/>
            <a:rect l="textAreaLeft" t="textAreaTop" r="textAreaRight" b="textAreaBottom"/>
            <a:pathLst>
              <a:path w="2998" h="4138">
                <a:moveTo>
                  <a:pt x="230" y="0"/>
                </a:moveTo>
                <a:cubicBezTo>
                  <a:pt x="102" y="0"/>
                  <a:pt x="0" y="166"/>
                  <a:pt x="104" y="270"/>
                </a:cubicBezTo>
                <a:cubicBezTo>
                  <a:pt x="1090" y="1420"/>
                  <a:pt x="1944" y="2701"/>
                  <a:pt x="2635" y="4048"/>
                </a:cubicBezTo>
                <a:cubicBezTo>
                  <a:pt x="2666" y="4111"/>
                  <a:pt x="2717" y="4137"/>
                  <a:pt x="2770" y="4137"/>
                </a:cubicBezTo>
                <a:cubicBezTo>
                  <a:pt x="2882" y="4137"/>
                  <a:pt x="2997" y="4018"/>
                  <a:pt x="2930" y="3884"/>
                </a:cubicBezTo>
                <a:cubicBezTo>
                  <a:pt x="2207" y="2504"/>
                  <a:pt x="1353" y="1222"/>
                  <a:pt x="334" y="40"/>
                </a:cubicBezTo>
                <a:cubicBezTo>
                  <a:pt x="300" y="12"/>
                  <a:pt x="264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560" bIns="43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4" name="Google Shape;1358;p11"/>
          <p:cNvSpPr/>
          <p:nvPr/>
        </p:nvSpPr>
        <p:spPr>
          <a:xfrm>
            <a:off x="7302600" y="4358880"/>
            <a:ext cx="96120" cy="16200"/>
          </a:xfrm>
          <a:custGeom>
            <a:avLst/>
            <a:gdLst>
              <a:gd name="textAreaLeft" fmla="*/ 0 w 96120"/>
              <a:gd name="textAreaRight" fmla="*/ 96480 w 9612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4558" h="775">
                <a:moveTo>
                  <a:pt x="914" y="0"/>
                </a:moveTo>
                <a:cubicBezTo>
                  <a:pt x="685" y="0"/>
                  <a:pt x="458" y="6"/>
                  <a:pt x="231" y="17"/>
                </a:cubicBezTo>
                <a:cubicBezTo>
                  <a:pt x="1" y="17"/>
                  <a:pt x="1" y="345"/>
                  <a:pt x="231" y="345"/>
                </a:cubicBezTo>
                <a:cubicBezTo>
                  <a:pt x="452" y="334"/>
                  <a:pt x="675" y="329"/>
                  <a:pt x="898" y="329"/>
                </a:cubicBezTo>
                <a:cubicBezTo>
                  <a:pt x="2030" y="329"/>
                  <a:pt x="3174" y="470"/>
                  <a:pt x="4273" y="772"/>
                </a:cubicBezTo>
                <a:cubicBezTo>
                  <a:pt x="4283" y="774"/>
                  <a:pt x="4293" y="775"/>
                  <a:pt x="4303" y="775"/>
                </a:cubicBezTo>
                <a:cubicBezTo>
                  <a:pt x="4479" y="775"/>
                  <a:pt x="4558" y="506"/>
                  <a:pt x="4371" y="444"/>
                </a:cubicBezTo>
                <a:cubicBezTo>
                  <a:pt x="3245" y="142"/>
                  <a:pt x="2074" y="0"/>
                  <a:pt x="91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5" name="Google Shape;1359;p11"/>
          <p:cNvSpPr/>
          <p:nvPr/>
        </p:nvSpPr>
        <p:spPr>
          <a:xfrm>
            <a:off x="7626600" y="4396680"/>
            <a:ext cx="247320" cy="62640"/>
          </a:xfrm>
          <a:custGeom>
            <a:avLst/>
            <a:gdLst>
              <a:gd name="textAreaLeft" fmla="*/ 0 w 247320"/>
              <a:gd name="textAreaRight" fmla="*/ 247680 w 24732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1701" h="2970">
                <a:moveTo>
                  <a:pt x="256" y="0"/>
                </a:moveTo>
                <a:cubicBezTo>
                  <a:pt x="80" y="0"/>
                  <a:pt x="1" y="268"/>
                  <a:pt x="188" y="299"/>
                </a:cubicBezTo>
                <a:cubicBezTo>
                  <a:pt x="3967" y="1022"/>
                  <a:pt x="7713" y="1909"/>
                  <a:pt x="11426" y="2960"/>
                </a:cubicBezTo>
                <a:cubicBezTo>
                  <a:pt x="11444" y="2966"/>
                  <a:pt x="11461" y="2969"/>
                  <a:pt x="11477" y="2969"/>
                </a:cubicBezTo>
                <a:cubicBezTo>
                  <a:pt x="11638" y="2969"/>
                  <a:pt x="11701" y="2692"/>
                  <a:pt x="11492" y="2632"/>
                </a:cubicBezTo>
                <a:cubicBezTo>
                  <a:pt x="7811" y="1580"/>
                  <a:pt x="4065" y="726"/>
                  <a:pt x="286" y="3"/>
                </a:cubicBezTo>
                <a:cubicBezTo>
                  <a:pt x="276" y="1"/>
                  <a:pt x="266" y="0"/>
                  <a:pt x="2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6" name="Google Shape;1360;p11"/>
          <p:cNvSpPr/>
          <p:nvPr/>
        </p:nvSpPr>
        <p:spPr>
          <a:xfrm>
            <a:off x="8159400" y="4520520"/>
            <a:ext cx="771120" cy="227880"/>
          </a:xfrm>
          <a:custGeom>
            <a:avLst/>
            <a:gdLst>
              <a:gd name="textAreaLeft" fmla="*/ 0 w 771120"/>
              <a:gd name="textAreaRight" fmla="*/ 771480 w 771120"/>
              <a:gd name="textAreaTop" fmla="*/ 0 h 227880"/>
              <a:gd name="textAreaBottom" fmla="*/ 228240 h 227880"/>
            </a:gdLst>
            <a:ahLst/>
            <a:cxnLst/>
            <a:rect l="textAreaLeft" t="textAreaTop" r="textAreaRight" b="textAreaBottom"/>
            <a:pathLst>
              <a:path w="36448" h="10790">
                <a:moveTo>
                  <a:pt x="256" y="1"/>
                </a:moveTo>
                <a:cubicBezTo>
                  <a:pt x="80" y="1"/>
                  <a:pt x="1" y="269"/>
                  <a:pt x="188" y="332"/>
                </a:cubicBezTo>
                <a:lnTo>
                  <a:pt x="14252" y="4406"/>
                </a:lnTo>
                <a:lnTo>
                  <a:pt x="28283" y="8481"/>
                </a:lnTo>
                <a:lnTo>
                  <a:pt x="36170" y="10781"/>
                </a:lnTo>
                <a:cubicBezTo>
                  <a:pt x="36190" y="10787"/>
                  <a:pt x="36210" y="10790"/>
                  <a:pt x="36228" y="10790"/>
                </a:cubicBezTo>
                <a:cubicBezTo>
                  <a:pt x="36409" y="10790"/>
                  <a:pt x="36447" y="10515"/>
                  <a:pt x="36268" y="10486"/>
                </a:cubicBezTo>
                <a:lnTo>
                  <a:pt x="22204" y="6378"/>
                </a:lnTo>
                <a:lnTo>
                  <a:pt x="8206" y="2303"/>
                </a:lnTo>
                <a:lnTo>
                  <a:pt x="286" y="3"/>
                </a:lnTo>
                <a:cubicBezTo>
                  <a:pt x="276" y="1"/>
                  <a:pt x="266" y="1"/>
                  <a:pt x="2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7" name="Google Shape;1361;p11"/>
          <p:cNvSpPr/>
          <p:nvPr/>
        </p:nvSpPr>
        <p:spPr>
          <a:xfrm>
            <a:off x="8224200" y="4323600"/>
            <a:ext cx="689760" cy="151560"/>
          </a:xfrm>
          <a:custGeom>
            <a:avLst/>
            <a:gdLst>
              <a:gd name="textAreaLeft" fmla="*/ 0 w 689760"/>
              <a:gd name="textAreaRight" fmla="*/ 690120 w 689760"/>
              <a:gd name="textAreaTop" fmla="*/ 0 h 151560"/>
              <a:gd name="textAreaBottom" fmla="*/ 151920 h 151560"/>
            </a:gdLst>
            <a:ahLst/>
            <a:cxnLst/>
            <a:rect l="textAreaLeft" t="textAreaTop" r="textAreaRight" b="textAreaBottom"/>
            <a:pathLst>
              <a:path w="32603" h="7175">
                <a:moveTo>
                  <a:pt x="256" y="0"/>
                </a:moveTo>
                <a:cubicBezTo>
                  <a:pt x="80" y="0"/>
                  <a:pt x="1" y="269"/>
                  <a:pt x="188" y="331"/>
                </a:cubicBezTo>
                <a:lnTo>
                  <a:pt x="221" y="331"/>
                </a:lnTo>
                <a:cubicBezTo>
                  <a:pt x="4427" y="1021"/>
                  <a:pt x="8600" y="1810"/>
                  <a:pt x="12806" y="2664"/>
                </a:cubicBezTo>
                <a:cubicBezTo>
                  <a:pt x="16979" y="3519"/>
                  <a:pt x="21185" y="4439"/>
                  <a:pt x="25359" y="5425"/>
                </a:cubicBezTo>
                <a:cubicBezTo>
                  <a:pt x="27692" y="5983"/>
                  <a:pt x="30025" y="6542"/>
                  <a:pt x="32325" y="7166"/>
                </a:cubicBezTo>
                <a:cubicBezTo>
                  <a:pt x="32346" y="7172"/>
                  <a:pt x="32365" y="7175"/>
                  <a:pt x="32383" y="7175"/>
                </a:cubicBezTo>
                <a:cubicBezTo>
                  <a:pt x="32565" y="7175"/>
                  <a:pt x="32603" y="6900"/>
                  <a:pt x="32424" y="6870"/>
                </a:cubicBezTo>
                <a:cubicBezTo>
                  <a:pt x="28283" y="5786"/>
                  <a:pt x="24143" y="4800"/>
                  <a:pt x="19970" y="3847"/>
                </a:cubicBezTo>
                <a:cubicBezTo>
                  <a:pt x="15796" y="2927"/>
                  <a:pt x="11623" y="2073"/>
                  <a:pt x="7384" y="1284"/>
                </a:cubicBezTo>
                <a:cubicBezTo>
                  <a:pt x="5018" y="824"/>
                  <a:pt x="2652" y="397"/>
                  <a:pt x="286" y="3"/>
                </a:cubicBezTo>
                <a:cubicBezTo>
                  <a:pt x="276" y="1"/>
                  <a:pt x="266" y="0"/>
                  <a:pt x="2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960" bIns="75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8" name="Google Shape;1362;p11"/>
          <p:cNvSpPr/>
          <p:nvPr/>
        </p:nvSpPr>
        <p:spPr>
          <a:xfrm>
            <a:off x="8279280" y="4291560"/>
            <a:ext cx="530640" cy="119520"/>
          </a:xfrm>
          <a:custGeom>
            <a:avLst/>
            <a:gdLst>
              <a:gd name="textAreaLeft" fmla="*/ 0 w 530640"/>
              <a:gd name="textAreaRight" fmla="*/ 531000 w 530640"/>
              <a:gd name="textAreaTop" fmla="*/ 0 h 119520"/>
              <a:gd name="textAreaBottom" fmla="*/ 119880 h 119520"/>
            </a:gdLst>
            <a:ahLst/>
            <a:cxnLst/>
            <a:rect l="textAreaLeft" t="textAreaTop" r="textAreaRight" b="textAreaBottom"/>
            <a:pathLst>
              <a:path w="25087" h="5658">
                <a:moveTo>
                  <a:pt x="256" y="1"/>
                </a:moveTo>
                <a:cubicBezTo>
                  <a:pt x="52" y="1"/>
                  <a:pt x="1" y="300"/>
                  <a:pt x="189" y="332"/>
                </a:cubicBezTo>
                <a:cubicBezTo>
                  <a:pt x="6662" y="1416"/>
                  <a:pt x="13070" y="2763"/>
                  <a:pt x="19445" y="4275"/>
                </a:cubicBezTo>
                <a:cubicBezTo>
                  <a:pt x="21219" y="4735"/>
                  <a:pt x="23026" y="5162"/>
                  <a:pt x="24801" y="5655"/>
                </a:cubicBezTo>
                <a:cubicBezTo>
                  <a:pt x="24811" y="5657"/>
                  <a:pt x="24821" y="5658"/>
                  <a:pt x="24831" y="5658"/>
                </a:cubicBezTo>
                <a:cubicBezTo>
                  <a:pt x="25008" y="5658"/>
                  <a:pt x="25086" y="5389"/>
                  <a:pt x="24899" y="5326"/>
                </a:cubicBezTo>
                <a:cubicBezTo>
                  <a:pt x="18557" y="3683"/>
                  <a:pt x="12183" y="2238"/>
                  <a:pt x="5742" y="989"/>
                </a:cubicBezTo>
                <a:cubicBezTo>
                  <a:pt x="3902" y="660"/>
                  <a:pt x="2095" y="332"/>
                  <a:pt x="287" y="3"/>
                </a:cubicBezTo>
                <a:cubicBezTo>
                  <a:pt x="276" y="2"/>
                  <a:pt x="266" y="1"/>
                  <a:pt x="2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9760" bIns="59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9" name="Google Shape;1363;p11"/>
          <p:cNvSpPr/>
          <p:nvPr/>
        </p:nvSpPr>
        <p:spPr>
          <a:xfrm>
            <a:off x="8454960" y="4299840"/>
            <a:ext cx="392040" cy="95760"/>
          </a:xfrm>
          <a:custGeom>
            <a:avLst/>
            <a:gdLst>
              <a:gd name="textAreaLeft" fmla="*/ 0 w 392040"/>
              <a:gd name="textAreaRight" fmla="*/ 392400 w 392040"/>
              <a:gd name="textAreaTop" fmla="*/ 0 h 95760"/>
              <a:gd name="textAreaBottom" fmla="*/ 96120 h 95760"/>
            </a:gdLst>
            <a:ahLst/>
            <a:cxnLst/>
            <a:rect l="textAreaLeft" t="textAreaTop" r="textAreaRight" b="textAreaBottom"/>
            <a:pathLst>
              <a:path w="18545" h="4540">
                <a:moveTo>
                  <a:pt x="257" y="0"/>
                </a:moveTo>
                <a:cubicBezTo>
                  <a:pt x="79" y="0"/>
                  <a:pt x="0" y="300"/>
                  <a:pt x="219" y="331"/>
                </a:cubicBezTo>
                <a:cubicBezTo>
                  <a:pt x="4951" y="1185"/>
                  <a:pt x="9650" y="2237"/>
                  <a:pt x="14316" y="3453"/>
                </a:cubicBezTo>
                <a:cubicBezTo>
                  <a:pt x="15631" y="3814"/>
                  <a:pt x="16945" y="4143"/>
                  <a:pt x="18292" y="4537"/>
                </a:cubicBezTo>
                <a:cubicBezTo>
                  <a:pt x="18303" y="4539"/>
                  <a:pt x="18312" y="4540"/>
                  <a:pt x="18322" y="4540"/>
                </a:cubicBezTo>
                <a:cubicBezTo>
                  <a:pt x="18496" y="4540"/>
                  <a:pt x="18545" y="4271"/>
                  <a:pt x="18358" y="4209"/>
                </a:cubicBezTo>
                <a:cubicBezTo>
                  <a:pt x="13725" y="2894"/>
                  <a:pt x="9059" y="1777"/>
                  <a:pt x="4327" y="791"/>
                </a:cubicBezTo>
                <a:cubicBezTo>
                  <a:pt x="2979" y="528"/>
                  <a:pt x="1632" y="265"/>
                  <a:pt x="285" y="2"/>
                </a:cubicBezTo>
                <a:cubicBezTo>
                  <a:pt x="275" y="1"/>
                  <a:pt x="266" y="0"/>
                  <a:pt x="25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880" bIns="47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0" name="Google Shape;1364;p11"/>
          <p:cNvSpPr/>
          <p:nvPr/>
        </p:nvSpPr>
        <p:spPr>
          <a:xfrm>
            <a:off x="8580240" y="4292280"/>
            <a:ext cx="258480" cy="68040"/>
          </a:xfrm>
          <a:custGeom>
            <a:avLst/>
            <a:gdLst>
              <a:gd name="textAreaLeft" fmla="*/ 0 w 258480"/>
              <a:gd name="textAreaRight" fmla="*/ 258840 w 258480"/>
              <a:gd name="textAreaTop" fmla="*/ 0 h 68040"/>
              <a:gd name="textAreaBottom" fmla="*/ 68400 h 68040"/>
            </a:gdLst>
            <a:ahLst/>
            <a:cxnLst/>
            <a:rect l="textAreaLeft" t="textAreaTop" r="textAreaRight" b="textAreaBottom"/>
            <a:pathLst>
              <a:path w="12229" h="3232">
                <a:moveTo>
                  <a:pt x="255" y="0"/>
                </a:moveTo>
                <a:cubicBezTo>
                  <a:pt x="79" y="0"/>
                  <a:pt x="0" y="268"/>
                  <a:pt x="187" y="299"/>
                </a:cubicBezTo>
                <a:cubicBezTo>
                  <a:pt x="4196" y="923"/>
                  <a:pt x="8139" y="1909"/>
                  <a:pt x="11951" y="3223"/>
                </a:cubicBezTo>
                <a:cubicBezTo>
                  <a:pt x="11972" y="3229"/>
                  <a:pt x="11991" y="3232"/>
                  <a:pt x="12009" y="3232"/>
                </a:cubicBezTo>
                <a:cubicBezTo>
                  <a:pt x="12191" y="3232"/>
                  <a:pt x="12229" y="2954"/>
                  <a:pt x="12050" y="2895"/>
                </a:cubicBezTo>
                <a:cubicBezTo>
                  <a:pt x="8238" y="1580"/>
                  <a:pt x="4295" y="594"/>
                  <a:pt x="286" y="3"/>
                </a:cubicBezTo>
                <a:cubicBezTo>
                  <a:pt x="275" y="1"/>
                  <a:pt x="265" y="0"/>
                  <a:pt x="2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1" name="Google Shape;1365;p11"/>
          <p:cNvSpPr/>
          <p:nvPr/>
        </p:nvSpPr>
        <p:spPr>
          <a:xfrm>
            <a:off x="8652600" y="4272120"/>
            <a:ext cx="183600" cy="44280"/>
          </a:xfrm>
          <a:custGeom>
            <a:avLst/>
            <a:gdLst>
              <a:gd name="textAreaLeft" fmla="*/ 0 w 183600"/>
              <a:gd name="textAreaRight" fmla="*/ 183960 w 183600"/>
              <a:gd name="textAreaTop" fmla="*/ 0 h 44280"/>
              <a:gd name="textAreaBottom" fmla="*/ 44640 h 44280"/>
            </a:gdLst>
            <a:ahLst/>
            <a:cxnLst/>
            <a:rect l="textAreaLeft" t="textAreaTop" r="textAreaRight" b="textAreaBottom"/>
            <a:pathLst>
              <a:path w="8688" h="2109">
                <a:moveTo>
                  <a:pt x="260" y="1"/>
                </a:moveTo>
                <a:cubicBezTo>
                  <a:pt x="81" y="1"/>
                  <a:pt x="1" y="300"/>
                  <a:pt x="189" y="332"/>
                </a:cubicBezTo>
                <a:cubicBezTo>
                  <a:pt x="2949" y="792"/>
                  <a:pt x="5709" y="1383"/>
                  <a:pt x="8404" y="2106"/>
                </a:cubicBezTo>
                <a:cubicBezTo>
                  <a:pt x="8415" y="2108"/>
                  <a:pt x="8426" y="2109"/>
                  <a:pt x="8437" y="2109"/>
                </a:cubicBezTo>
                <a:cubicBezTo>
                  <a:pt x="8611" y="2109"/>
                  <a:pt x="8688" y="1872"/>
                  <a:pt x="8502" y="1810"/>
                </a:cubicBezTo>
                <a:cubicBezTo>
                  <a:pt x="5775" y="1087"/>
                  <a:pt x="3047" y="496"/>
                  <a:pt x="287" y="3"/>
                </a:cubicBezTo>
                <a:cubicBezTo>
                  <a:pt x="278" y="1"/>
                  <a:pt x="269" y="1"/>
                  <a:pt x="2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2" name="Google Shape;1366;p11"/>
          <p:cNvSpPr/>
          <p:nvPr/>
        </p:nvSpPr>
        <p:spPr>
          <a:xfrm>
            <a:off x="8190000" y="4254120"/>
            <a:ext cx="176040" cy="36720"/>
          </a:xfrm>
          <a:custGeom>
            <a:avLst/>
            <a:gdLst>
              <a:gd name="textAreaLeft" fmla="*/ 0 w 176040"/>
              <a:gd name="textAreaRight" fmla="*/ 176400 w 17604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8328" h="1752">
                <a:moveTo>
                  <a:pt x="198" y="1"/>
                </a:moveTo>
                <a:cubicBezTo>
                  <a:pt x="0" y="34"/>
                  <a:pt x="0" y="296"/>
                  <a:pt x="198" y="329"/>
                </a:cubicBezTo>
                <a:cubicBezTo>
                  <a:pt x="2892" y="329"/>
                  <a:pt x="5554" y="789"/>
                  <a:pt x="8084" y="1742"/>
                </a:cubicBezTo>
                <a:cubicBezTo>
                  <a:pt x="8103" y="1749"/>
                  <a:pt x="8121" y="1752"/>
                  <a:pt x="8138" y="1752"/>
                </a:cubicBezTo>
                <a:cubicBezTo>
                  <a:pt x="8292" y="1752"/>
                  <a:pt x="8327" y="1503"/>
                  <a:pt x="8150" y="1414"/>
                </a:cubicBezTo>
                <a:cubicBezTo>
                  <a:pt x="5619" y="494"/>
                  <a:pt x="2892" y="1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3" name="Google Shape;1367;p11"/>
          <p:cNvSpPr/>
          <p:nvPr/>
        </p:nvSpPr>
        <p:spPr>
          <a:xfrm>
            <a:off x="8270280" y="4231800"/>
            <a:ext cx="142920" cy="34560"/>
          </a:xfrm>
          <a:custGeom>
            <a:avLst/>
            <a:gdLst>
              <a:gd name="textAreaLeft" fmla="*/ 0 w 142920"/>
              <a:gd name="textAreaRight" fmla="*/ 143280 w 14292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6775" h="1655">
                <a:moveTo>
                  <a:pt x="256" y="1"/>
                </a:moveTo>
                <a:cubicBezTo>
                  <a:pt x="79" y="1"/>
                  <a:pt x="1" y="269"/>
                  <a:pt x="187" y="332"/>
                </a:cubicBezTo>
                <a:lnTo>
                  <a:pt x="6497" y="1646"/>
                </a:lnTo>
                <a:cubicBezTo>
                  <a:pt x="6514" y="1652"/>
                  <a:pt x="6531" y="1655"/>
                  <a:pt x="6548" y="1655"/>
                </a:cubicBezTo>
                <a:cubicBezTo>
                  <a:pt x="6709" y="1655"/>
                  <a:pt x="6774" y="1380"/>
                  <a:pt x="6595" y="1350"/>
                </a:cubicBezTo>
                <a:lnTo>
                  <a:pt x="286" y="3"/>
                </a:lnTo>
                <a:cubicBezTo>
                  <a:pt x="276" y="1"/>
                  <a:pt x="266" y="1"/>
                  <a:pt x="2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4" name="Google Shape;1368;p11"/>
          <p:cNvSpPr/>
          <p:nvPr/>
        </p:nvSpPr>
        <p:spPr>
          <a:xfrm>
            <a:off x="8436240" y="4239360"/>
            <a:ext cx="147240" cy="36720"/>
          </a:xfrm>
          <a:custGeom>
            <a:avLst/>
            <a:gdLst>
              <a:gd name="textAreaLeft" fmla="*/ 0 w 147240"/>
              <a:gd name="textAreaRight" fmla="*/ 147600 w 14724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6982" h="1753">
                <a:moveTo>
                  <a:pt x="170" y="0"/>
                </a:moveTo>
                <a:cubicBezTo>
                  <a:pt x="0" y="0"/>
                  <a:pt x="9" y="300"/>
                  <a:pt x="197" y="331"/>
                </a:cubicBezTo>
                <a:cubicBezTo>
                  <a:pt x="2432" y="594"/>
                  <a:pt x="4600" y="1054"/>
                  <a:pt x="6736" y="1744"/>
                </a:cubicBezTo>
                <a:cubicBezTo>
                  <a:pt x="6754" y="1750"/>
                  <a:pt x="6771" y="1753"/>
                  <a:pt x="6786" y="1753"/>
                </a:cubicBezTo>
                <a:cubicBezTo>
                  <a:pt x="6943" y="1753"/>
                  <a:pt x="6981" y="1478"/>
                  <a:pt x="6802" y="1448"/>
                </a:cubicBezTo>
                <a:cubicBezTo>
                  <a:pt x="4666" y="758"/>
                  <a:pt x="2464" y="265"/>
                  <a:pt x="197" y="3"/>
                </a:cubicBezTo>
                <a:cubicBezTo>
                  <a:pt x="188" y="1"/>
                  <a:pt x="179" y="0"/>
                  <a:pt x="17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5" name="Google Shape;1369;p11"/>
          <p:cNvSpPr/>
          <p:nvPr/>
        </p:nvSpPr>
        <p:spPr>
          <a:xfrm>
            <a:off x="7194960" y="4516200"/>
            <a:ext cx="162720" cy="67680"/>
          </a:xfrm>
          <a:custGeom>
            <a:avLst/>
            <a:gdLst>
              <a:gd name="textAreaLeft" fmla="*/ 0 w 162720"/>
              <a:gd name="textAreaRight" fmla="*/ 163080 w 162720"/>
              <a:gd name="textAreaTop" fmla="*/ 0 h 67680"/>
              <a:gd name="textAreaBottom" fmla="*/ 68040 h 67680"/>
            </a:gdLst>
            <a:ahLst/>
            <a:cxnLst/>
            <a:rect l="textAreaLeft" t="textAreaTop" r="textAreaRight" b="textAreaBottom"/>
            <a:pathLst>
              <a:path w="7713" h="3219">
                <a:moveTo>
                  <a:pt x="227" y="0"/>
                </a:moveTo>
                <a:cubicBezTo>
                  <a:pt x="66" y="0"/>
                  <a:pt x="0" y="275"/>
                  <a:pt x="180" y="305"/>
                </a:cubicBezTo>
                <a:cubicBezTo>
                  <a:pt x="2710" y="962"/>
                  <a:pt x="5141" y="1915"/>
                  <a:pt x="7409" y="3196"/>
                </a:cubicBezTo>
                <a:cubicBezTo>
                  <a:pt x="7434" y="3211"/>
                  <a:pt x="7459" y="3218"/>
                  <a:pt x="7483" y="3218"/>
                </a:cubicBezTo>
                <a:cubicBezTo>
                  <a:pt x="7616" y="3218"/>
                  <a:pt x="7712" y="3012"/>
                  <a:pt x="7573" y="2901"/>
                </a:cubicBezTo>
                <a:cubicBezTo>
                  <a:pt x="5273" y="1619"/>
                  <a:pt x="2808" y="633"/>
                  <a:pt x="278" y="9"/>
                </a:cubicBezTo>
                <a:cubicBezTo>
                  <a:pt x="260" y="3"/>
                  <a:pt x="243" y="0"/>
                  <a:pt x="22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840" bIns="33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6" name="Google Shape;1370;p11"/>
          <p:cNvSpPr/>
          <p:nvPr/>
        </p:nvSpPr>
        <p:spPr>
          <a:xfrm>
            <a:off x="7271640" y="4514760"/>
            <a:ext cx="150120" cy="81000"/>
          </a:xfrm>
          <a:custGeom>
            <a:avLst/>
            <a:gdLst>
              <a:gd name="textAreaLeft" fmla="*/ 0 w 150120"/>
              <a:gd name="textAreaRight" fmla="*/ 150480 w 15012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7115" h="3844">
                <a:moveTo>
                  <a:pt x="190" y="1"/>
                </a:moveTo>
                <a:cubicBezTo>
                  <a:pt x="36" y="1"/>
                  <a:pt x="0" y="250"/>
                  <a:pt x="178" y="339"/>
                </a:cubicBezTo>
                <a:cubicBezTo>
                  <a:pt x="2478" y="1259"/>
                  <a:pt x="4713" y="2409"/>
                  <a:pt x="6783" y="3822"/>
                </a:cubicBezTo>
                <a:cubicBezTo>
                  <a:pt x="6813" y="3837"/>
                  <a:pt x="6842" y="3844"/>
                  <a:pt x="6870" y="3844"/>
                </a:cubicBezTo>
                <a:cubicBezTo>
                  <a:pt x="7022" y="3844"/>
                  <a:pt x="7115" y="3638"/>
                  <a:pt x="6947" y="3526"/>
                </a:cubicBezTo>
                <a:cubicBezTo>
                  <a:pt x="4844" y="2113"/>
                  <a:pt x="2610" y="930"/>
                  <a:pt x="244" y="10"/>
                </a:cubicBezTo>
                <a:cubicBezTo>
                  <a:pt x="225" y="4"/>
                  <a:pt x="206" y="1"/>
                  <a:pt x="19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7" name="Google Shape;1371;p11"/>
          <p:cNvSpPr/>
          <p:nvPr/>
        </p:nvSpPr>
        <p:spPr>
          <a:xfrm>
            <a:off x="7322400" y="4504680"/>
            <a:ext cx="119520" cy="58320"/>
          </a:xfrm>
          <a:custGeom>
            <a:avLst/>
            <a:gdLst>
              <a:gd name="textAreaLeft" fmla="*/ 0 w 119520"/>
              <a:gd name="textAreaRight" fmla="*/ 119880 w 119520"/>
              <a:gd name="textAreaTop" fmla="*/ 0 h 58320"/>
              <a:gd name="textAreaBottom" fmla="*/ 58680 h 58320"/>
            </a:gdLst>
            <a:ahLst/>
            <a:cxnLst/>
            <a:rect l="textAreaLeft" t="textAreaTop" r="textAreaRight" b="textAreaBottom"/>
            <a:pathLst>
              <a:path w="5668" h="2768">
                <a:moveTo>
                  <a:pt x="229" y="0"/>
                </a:moveTo>
                <a:cubicBezTo>
                  <a:pt x="96" y="0"/>
                  <a:pt x="0" y="202"/>
                  <a:pt x="139" y="285"/>
                </a:cubicBezTo>
                <a:cubicBezTo>
                  <a:pt x="1848" y="1205"/>
                  <a:pt x="3589" y="2027"/>
                  <a:pt x="5397" y="2750"/>
                </a:cubicBezTo>
                <a:cubicBezTo>
                  <a:pt x="5422" y="2762"/>
                  <a:pt x="5446" y="2768"/>
                  <a:pt x="5468" y="2768"/>
                </a:cubicBezTo>
                <a:cubicBezTo>
                  <a:pt x="5614" y="2768"/>
                  <a:pt x="5667" y="2511"/>
                  <a:pt x="5495" y="2454"/>
                </a:cubicBezTo>
                <a:cubicBezTo>
                  <a:pt x="3721" y="1731"/>
                  <a:pt x="1979" y="909"/>
                  <a:pt x="303" y="22"/>
                </a:cubicBezTo>
                <a:cubicBezTo>
                  <a:pt x="278" y="7"/>
                  <a:pt x="253" y="0"/>
                  <a:pt x="2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8" name="Google Shape;1372;p11"/>
          <p:cNvSpPr/>
          <p:nvPr/>
        </p:nvSpPr>
        <p:spPr>
          <a:xfrm>
            <a:off x="7372800" y="4498200"/>
            <a:ext cx="39960" cy="20880"/>
          </a:xfrm>
          <a:custGeom>
            <a:avLst/>
            <a:gdLst>
              <a:gd name="textAreaLeft" fmla="*/ 0 w 39960"/>
              <a:gd name="textAreaRight" fmla="*/ 40320 w 3996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907" h="1001">
                <a:moveTo>
                  <a:pt x="195" y="0"/>
                </a:moveTo>
                <a:cubicBezTo>
                  <a:pt x="136" y="0"/>
                  <a:pt x="88" y="37"/>
                  <a:pt x="66" y="100"/>
                </a:cubicBezTo>
                <a:cubicBezTo>
                  <a:pt x="1" y="166"/>
                  <a:pt x="33" y="265"/>
                  <a:pt x="132" y="297"/>
                </a:cubicBezTo>
                <a:lnTo>
                  <a:pt x="1644" y="987"/>
                </a:lnTo>
                <a:cubicBezTo>
                  <a:pt x="1661" y="996"/>
                  <a:pt x="1681" y="1000"/>
                  <a:pt x="1702" y="1000"/>
                </a:cubicBezTo>
                <a:cubicBezTo>
                  <a:pt x="1757" y="1000"/>
                  <a:pt x="1817" y="970"/>
                  <a:pt x="1841" y="922"/>
                </a:cubicBezTo>
                <a:cubicBezTo>
                  <a:pt x="1907" y="856"/>
                  <a:pt x="1874" y="757"/>
                  <a:pt x="1808" y="692"/>
                </a:cubicBezTo>
                <a:lnTo>
                  <a:pt x="296" y="34"/>
                </a:lnTo>
                <a:cubicBezTo>
                  <a:pt x="261" y="11"/>
                  <a:pt x="227" y="0"/>
                  <a:pt x="19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9" name="Google Shape;1373;p11"/>
          <p:cNvSpPr/>
          <p:nvPr/>
        </p:nvSpPr>
        <p:spPr>
          <a:xfrm>
            <a:off x="7399080" y="4478040"/>
            <a:ext cx="16200" cy="9720"/>
          </a:xfrm>
          <a:custGeom>
            <a:avLst/>
            <a:gdLst>
              <a:gd name="textAreaLeft" fmla="*/ 0 w 16200"/>
              <a:gd name="textAreaRight" fmla="*/ 16560 w 1620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789" h="478">
                <a:moveTo>
                  <a:pt x="165" y="1"/>
                </a:moveTo>
                <a:cubicBezTo>
                  <a:pt x="140" y="1"/>
                  <a:pt x="115" y="9"/>
                  <a:pt x="99" y="26"/>
                </a:cubicBezTo>
                <a:cubicBezTo>
                  <a:pt x="66" y="26"/>
                  <a:pt x="33" y="91"/>
                  <a:pt x="33" y="124"/>
                </a:cubicBezTo>
                <a:cubicBezTo>
                  <a:pt x="0" y="190"/>
                  <a:pt x="33" y="288"/>
                  <a:pt x="132" y="321"/>
                </a:cubicBezTo>
                <a:lnTo>
                  <a:pt x="559" y="453"/>
                </a:lnTo>
                <a:cubicBezTo>
                  <a:pt x="575" y="469"/>
                  <a:pt x="592" y="477"/>
                  <a:pt x="612" y="477"/>
                </a:cubicBezTo>
                <a:cubicBezTo>
                  <a:pt x="633" y="477"/>
                  <a:pt x="658" y="469"/>
                  <a:pt x="690" y="453"/>
                </a:cubicBezTo>
                <a:cubicBezTo>
                  <a:pt x="789" y="387"/>
                  <a:pt x="789" y="190"/>
                  <a:pt x="625" y="157"/>
                </a:cubicBezTo>
                <a:lnTo>
                  <a:pt x="230" y="26"/>
                </a:lnTo>
                <a:cubicBezTo>
                  <a:pt x="214" y="9"/>
                  <a:pt x="189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0" name="Google Shape;1374;p11"/>
          <p:cNvSpPr/>
          <p:nvPr/>
        </p:nvSpPr>
        <p:spPr>
          <a:xfrm>
            <a:off x="7676280" y="4551480"/>
            <a:ext cx="223560" cy="82800"/>
          </a:xfrm>
          <a:custGeom>
            <a:avLst/>
            <a:gdLst>
              <a:gd name="textAreaLeft" fmla="*/ 0 w 223560"/>
              <a:gd name="textAreaRight" fmla="*/ 223920 w 223560"/>
              <a:gd name="textAreaTop" fmla="*/ 0 h 82800"/>
              <a:gd name="textAreaBottom" fmla="*/ 83160 h 82800"/>
            </a:gdLst>
            <a:ahLst/>
            <a:cxnLst/>
            <a:rect l="textAreaLeft" t="textAreaTop" r="textAreaRight" b="textAreaBottom"/>
            <a:pathLst>
              <a:path w="10576" h="3930">
                <a:moveTo>
                  <a:pt x="189" y="0"/>
                </a:moveTo>
                <a:cubicBezTo>
                  <a:pt x="36" y="0"/>
                  <a:pt x="0" y="246"/>
                  <a:pt x="178" y="306"/>
                </a:cubicBezTo>
                <a:lnTo>
                  <a:pt x="178" y="338"/>
                </a:lnTo>
                <a:lnTo>
                  <a:pt x="10332" y="3920"/>
                </a:lnTo>
                <a:cubicBezTo>
                  <a:pt x="10351" y="3927"/>
                  <a:pt x="10369" y="3930"/>
                  <a:pt x="10386" y="3930"/>
                </a:cubicBezTo>
                <a:cubicBezTo>
                  <a:pt x="10539" y="3930"/>
                  <a:pt x="10575" y="3684"/>
                  <a:pt x="10397" y="3624"/>
                </a:cubicBezTo>
                <a:lnTo>
                  <a:pt x="244" y="10"/>
                </a:lnTo>
                <a:cubicBezTo>
                  <a:pt x="224" y="3"/>
                  <a:pt x="206" y="0"/>
                  <a:pt x="18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400" bIns="41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1" name="Google Shape;1375;p11"/>
          <p:cNvSpPr/>
          <p:nvPr/>
        </p:nvSpPr>
        <p:spPr>
          <a:xfrm>
            <a:off x="7737480" y="4544640"/>
            <a:ext cx="119160" cy="50040"/>
          </a:xfrm>
          <a:custGeom>
            <a:avLst/>
            <a:gdLst>
              <a:gd name="textAreaLeft" fmla="*/ 0 w 119160"/>
              <a:gd name="textAreaRight" fmla="*/ 119520 w 119160"/>
              <a:gd name="textAreaTop" fmla="*/ 0 h 50040"/>
              <a:gd name="textAreaBottom" fmla="*/ 50400 h 50040"/>
            </a:gdLst>
            <a:ahLst/>
            <a:cxnLst/>
            <a:rect l="textAreaLeft" t="textAreaTop" r="textAreaRight" b="textAreaBottom"/>
            <a:pathLst>
              <a:path w="5650" h="2384">
                <a:moveTo>
                  <a:pt x="195" y="1"/>
                </a:moveTo>
                <a:cubicBezTo>
                  <a:pt x="38" y="1"/>
                  <a:pt x="0" y="278"/>
                  <a:pt x="180" y="338"/>
                </a:cubicBezTo>
                <a:lnTo>
                  <a:pt x="5371" y="2375"/>
                </a:lnTo>
                <a:cubicBezTo>
                  <a:pt x="5389" y="2381"/>
                  <a:pt x="5406" y="2384"/>
                  <a:pt x="5422" y="2384"/>
                </a:cubicBezTo>
                <a:cubicBezTo>
                  <a:pt x="5584" y="2384"/>
                  <a:pt x="5649" y="2106"/>
                  <a:pt x="5470" y="2047"/>
                </a:cubicBezTo>
                <a:lnTo>
                  <a:pt x="245" y="9"/>
                </a:lnTo>
                <a:cubicBezTo>
                  <a:pt x="227" y="3"/>
                  <a:pt x="211" y="1"/>
                  <a:pt x="19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2" name="Google Shape;1376;p11"/>
          <p:cNvSpPr/>
          <p:nvPr/>
        </p:nvSpPr>
        <p:spPr>
          <a:xfrm>
            <a:off x="7785000" y="4529160"/>
            <a:ext cx="112680" cy="56880"/>
          </a:xfrm>
          <a:custGeom>
            <a:avLst/>
            <a:gdLst>
              <a:gd name="textAreaLeft" fmla="*/ 0 w 112680"/>
              <a:gd name="textAreaRight" fmla="*/ 113040 w 112680"/>
              <a:gd name="textAreaTop" fmla="*/ 0 h 56880"/>
              <a:gd name="textAreaBottom" fmla="*/ 57240 h 56880"/>
            </a:gdLst>
            <a:ahLst/>
            <a:cxnLst/>
            <a:rect l="textAreaLeft" t="textAreaTop" r="textAreaRight" b="textAreaBottom"/>
            <a:pathLst>
              <a:path w="5335" h="2702">
                <a:moveTo>
                  <a:pt x="255" y="0"/>
                </a:moveTo>
                <a:cubicBezTo>
                  <a:pt x="98" y="0"/>
                  <a:pt x="0" y="231"/>
                  <a:pt x="170" y="316"/>
                </a:cubicBezTo>
                <a:lnTo>
                  <a:pt x="5000" y="2682"/>
                </a:lnTo>
                <a:cubicBezTo>
                  <a:pt x="5028" y="2696"/>
                  <a:pt x="5055" y="2702"/>
                  <a:pt x="5080" y="2702"/>
                </a:cubicBezTo>
                <a:cubicBezTo>
                  <a:pt x="5236" y="2702"/>
                  <a:pt x="5334" y="2471"/>
                  <a:pt x="5165" y="2386"/>
                </a:cubicBezTo>
                <a:lnTo>
                  <a:pt x="334" y="20"/>
                </a:lnTo>
                <a:cubicBezTo>
                  <a:pt x="307" y="7"/>
                  <a:pt x="280" y="0"/>
                  <a:pt x="2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3" name="Google Shape;1377;p11"/>
          <p:cNvSpPr/>
          <p:nvPr/>
        </p:nvSpPr>
        <p:spPr>
          <a:xfrm>
            <a:off x="7797600" y="4513680"/>
            <a:ext cx="96120" cy="43560"/>
          </a:xfrm>
          <a:custGeom>
            <a:avLst/>
            <a:gdLst>
              <a:gd name="textAreaLeft" fmla="*/ 0 w 96120"/>
              <a:gd name="textAreaRight" fmla="*/ 96480 w 96120"/>
              <a:gd name="textAreaTop" fmla="*/ 0 h 43560"/>
              <a:gd name="textAreaBottom" fmla="*/ 43920 h 43560"/>
            </a:gdLst>
            <a:ahLst/>
            <a:cxnLst/>
            <a:rect l="textAreaLeft" t="textAreaTop" r="textAreaRight" b="textAreaBottom"/>
            <a:pathLst>
              <a:path w="4551" h="2075">
                <a:moveTo>
                  <a:pt x="200" y="0"/>
                </a:moveTo>
                <a:cubicBezTo>
                  <a:pt x="53" y="0"/>
                  <a:pt x="1" y="257"/>
                  <a:pt x="173" y="314"/>
                </a:cubicBezTo>
                <a:lnTo>
                  <a:pt x="205" y="314"/>
                </a:lnTo>
                <a:lnTo>
                  <a:pt x="4313" y="2056"/>
                </a:lnTo>
                <a:cubicBezTo>
                  <a:pt x="4334" y="2068"/>
                  <a:pt x="4354" y="2074"/>
                  <a:pt x="4373" y="2074"/>
                </a:cubicBezTo>
                <a:cubicBezTo>
                  <a:pt x="4498" y="2074"/>
                  <a:pt x="4550" y="1817"/>
                  <a:pt x="4379" y="1760"/>
                </a:cubicBezTo>
                <a:lnTo>
                  <a:pt x="271" y="18"/>
                </a:lnTo>
                <a:cubicBezTo>
                  <a:pt x="246" y="6"/>
                  <a:pt x="222" y="0"/>
                  <a:pt x="20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4" name="Google Shape;1378;p11"/>
          <p:cNvSpPr/>
          <p:nvPr/>
        </p:nvSpPr>
        <p:spPr>
          <a:xfrm>
            <a:off x="7812720" y="4501440"/>
            <a:ext cx="84960" cy="37800"/>
          </a:xfrm>
          <a:custGeom>
            <a:avLst/>
            <a:gdLst>
              <a:gd name="textAreaLeft" fmla="*/ 0 w 84960"/>
              <a:gd name="textAreaRight" fmla="*/ 85320 w 849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4026" h="1807">
                <a:moveTo>
                  <a:pt x="222" y="0"/>
                </a:moveTo>
                <a:cubicBezTo>
                  <a:pt x="63" y="0"/>
                  <a:pt x="1" y="246"/>
                  <a:pt x="178" y="306"/>
                </a:cubicBezTo>
                <a:cubicBezTo>
                  <a:pt x="1394" y="700"/>
                  <a:pt x="2577" y="1193"/>
                  <a:pt x="3694" y="1784"/>
                </a:cubicBezTo>
                <a:cubicBezTo>
                  <a:pt x="3725" y="1800"/>
                  <a:pt x="3754" y="1806"/>
                  <a:pt x="3782" y="1806"/>
                </a:cubicBezTo>
                <a:cubicBezTo>
                  <a:pt x="3934" y="1806"/>
                  <a:pt x="4026" y="1605"/>
                  <a:pt x="3859" y="1521"/>
                </a:cubicBezTo>
                <a:cubicBezTo>
                  <a:pt x="2709" y="897"/>
                  <a:pt x="1493" y="404"/>
                  <a:pt x="277" y="10"/>
                </a:cubicBezTo>
                <a:cubicBezTo>
                  <a:pt x="258" y="3"/>
                  <a:pt x="239" y="0"/>
                  <a:pt x="22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5" name="Google Shape;1379;p11"/>
          <p:cNvSpPr/>
          <p:nvPr/>
        </p:nvSpPr>
        <p:spPr>
          <a:xfrm>
            <a:off x="8265600" y="4718880"/>
            <a:ext cx="288360" cy="187920"/>
          </a:xfrm>
          <a:custGeom>
            <a:avLst/>
            <a:gdLst>
              <a:gd name="textAreaLeft" fmla="*/ 0 w 288360"/>
              <a:gd name="textAreaRight" fmla="*/ 288720 w 288360"/>
              <a:gd name="textAreaTop" fmla="*/ 0 h 187920"/>
              <a:gd name="textAreaBottom" fmla="*/ 188280 h 187920"/>
            </a:gdLst>
            <a:ahLst/>
            <a:cxnLst/>
            <a:rect l="textAreaLeft" t="textAreaTop" r="textAreaRight" b="textAreaBottom"/>
            <a:pathLst>
              <a:path w="13646" h="8899">
                <a:moveTo>
                  <a:pt x="238" y="0"/>
                </a:moveTo>
                <a:cubicBezTo>
                  <a:pt x="102" y="0"/>
                  <a:pt x="0" y="231"/>
                  <a:pt x="142" y="316"/>
                </a:cubicBezTo>
                <a:cubicBezTo>
                  <a:pt x="3789" y="2156"/>
                  <a:pt x="7239" y="4259"/>
                  <a:pt x="10493" y="6691"/>
                </a:cubicBezTo>
                <a:cubicBezTo>
                  <a:pt x="11445" y="7381"/>
                  <a:pt x="12366" y="8104"/>
                  <a:pt x="13286" y="8860"/>
                </a:cubicBezTo>
                <a:cubicBezTo>
                  <a:pt x="13320" y="8887"/>
                  <a:pt x="13357" y="8899"/>
                  <a:pt x="13393" y="8899"/>
                </a:cubicBezTo>
                <a:cubicBezTo>
                  <a:pt x="13529" y="8899"/>
                  <a:pt x="13645" y="8733"/>
                  <a:pt x="13516" y="8630"/>
                </a:cubicBezTo>
                <a:cubicBezTo>
                  <a:pt x="10328" y="6034"/>
                  <a:pt x="6944" y="3701"/>
                  <a:pt x="3362" y="1663"/>
                </a:cubicBezTo>
                <a:cubicBezTo>
                  <a:pt x="2376" y="1105"/>
                  <a:pt x="1357" y="579"/>
                  <a:pt x="306" y="20"/>
                </a:cubicBezTo>
                <a:cubicBezTo>
                  <a:pt x="283" y="6"/>
                  <a:pt x="260" y="0"/>
                  <a:pt x="23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6" name="Google Shape;1380;p11"/>
          <p:cNvSpPr/>
          <p:nvPr/>
        </p:nvSpPr>
        <p:spPr>
          <a:xfrm>
            <a:off x="8336520" y="4719600"/>
            <a:ext cx="172440" cy="121320"/>
          </a:xfrm>
          <a:custGeom>
            <a:avLst/>
            <a:gdLst>
              <a:gd name="textAreaLeft" fmla="*/ 0 w 172440"/>
              <a:gd name="textAreaRight" fmla="*/ 172800 w 172440"/>
              <a:gd name="textAreaTop" fmla="*/ 0 h 121320"/>
              <a:gd name="textAreaBottom" fmla="*/ 121680 h 121320"/>
            </a:gdLst>
            <a:ahLst/>
            <a:cxnLst/>
            <a:rect l="textAreaLeft" t="textAreaTop" r="textAreaRight" b="textAreaBottom"/>
            <a:pathLst>
              <a:path w="8157" h="5747">
                <a:moveTo>
                  <a:pt x="231" y="0"/>
                </a:moveTo>
                <a:cubicBezTo>
                  <a:pt x="98" y="0"/>
                  <a:pt x="1" y="206"/>
                  <a:pt x="140" y="318"/>
                </a:cubicBezTo>
                <a:cubicBezTo>
                  <a:pt x="2868" y="1829"/>
                  <a:pt x="5431" y="3670"/>
                  <a:pt x="7797" y="5707"/>
                </a:cubicBezTo>
                <a:cubicBezTo>
                  <a:pt x="7831" y="5734"/>
                  <a:pt x="7869" y="5746"/>
                  <a:pt x="7905" y="5746"/>
                </a:cubicBezTo>
                <a:cubicBezTo>
                  <a:pt x="8040" y="5746"/>
                  <a:pt x="8157" y="5581"/>
                  <a:pt x="8027" y="5477"/>
                </a:cubicBezTo>
                <a:cubicBezTo>
                  <a:pt x="5628" y="3407"/>
                  <a:pt x="3065" y="1566"/>
                  <a:pt x="305" y="22"/>
                </a:cubicBezTo>
                <a:cubicBezTo>
                  <a:pt x="280" y="7"/>
                  <a:pt x="255" y="0"/>
                  <a:pt x="2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840" bIns="60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7" name="Google Shape;1381;p11"/>
          <p:cNvSpPr/>
          <p:nvPr/>
        </p:nvSpPr>
        <p:spPr>
          <a:xfrm>
            <a:off x="8400600" y="4722480"/>
            <a:ext cx="122400" cy="72360"/>
          </a:xfrm>
          <a:custGeom>
            <a:avLst/>
            <a:gdLst>
              <a:gd name="textAreaLeft" fmla="*/ 0 w 122400"/>
              <a:gd name="textAreaRight" fmla="*/ 122760 w 122400"/>
              <a:gd name="textAreaTop" fmla="*/ 0 h 72360"/>
              <a:gd name="textAreaBottom" fmla="*/ 72720 h 72360"/>
            </a:gdLst>
            <a:ahLst/>
            <a:cxnLst/>
            <a:rect l="textAreaLeft" t="textAreaTop" r="textAreaRight" b="textAreaBottom"/>
            <a:pathLst>
              <a:path w="5796" h="3441">
                <a:moveTo>
                  <a:pt x="229" y="1"/>
                </a:moveTo>
                <a:cubicBezTo>
                  <a:pt x="97" y="1"/>
                  <a:pt x="0" y="202"/>
                  <a:pt x="139" y="285"/>
                </a:cubicBezTo>
                <a:cubicBezTo>
                  <a:pt x="1980" y="1205"/>
                  <a:pt x="3754" y="2257"/>
                  <a:pt x="5496" y="3407"/>
                </a:cubicBezTo>
                <a:cubicBezTo>
                  <a:pt x="5524" y="3430"/>
                  <a:pt x="5553" y="3440"/>
                  <a:pt x="5580" y="3440"/>
                </a:cubicBezTo>
                <a:cubicBezTo>
                  <a:pt x="5707" y="3440"/>
                  <a:pt x="5795" y="3220"/>
                  <a:pt x="5660" y="3111"/>
                </a:cubicBezTo>
                <a:cubicBezTo>
                  <a:pt x="3918" y="1961"/>
                  <a:pt x="2144" y="943"/>
                  <a:pt x="304" y="22"/>
                </a:cubicBezTo>
                <a:cubicBezTo>
                  <a:pt x="279" y="7"/>
                  <a:pt x="253" y="1"/>
                  <a:pt x="2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8" name="Google Shape;1382;p11"/>
          <p:cNvSpPr/>
          <p:nvPr/>
        </p:nvSpPr>
        <p:spPr>
          <a:xfrm>
            <a:off x="8411760" y="4693320"/>
            <a:ext cx="102960" cy="55440"/>
          </a:xfrm>
          <a:custGeom>
            <a:avLst/>
            <a:gdLst>
              <a:gd name="textAreaLeft" fmla="*/ 0 w 102960"/>
              <a:gd name="textAreaRight" fmla="*/ 103320 w 102960"/>
              <a:gd name="textAreaTop" fmla="*/ 0 h 55440"/>
              <a:gd name="textAreaBottom" fmla="*/ 55800 h 55440"/>
            </a:gdLst>
            <a:ahLst/>
            <a:cxnLst/>
            <a:rect l="textAreaLeft" t="textAreaTop" r="textAreaRight" b="textAreaBottom"/>
            <a:pathLst>
              <a:path w="4876" h="2639">
                <a:moveTo>
                  <a:pt x="244" y="1"/>
                </a:moveTo>
                <a:cubicBezTo>
                  <a:pt x="92" y="1"/>
                  <a:pt x="0" y="202"/>
                  <a:pt x="167" y="285"/>
                </a:cubicBezTo>
                <a:cubicBezTo>
                  <a:pt x="1646" y="1008"/>
                  <a:pt x="3124" y="1797"/>
                  <a:pt x="4570" y="2618"/>
                </a:cubicBezTo>
                <a:cubicBezTo>
                  <a:pt x="4593" y="2632"/>
                  <a:pt x="4616" y="2638"/>
                  <a:pt x="4638" y="2638"/>
                </a:cubicBezTo>
                <a:cubicBezTo>
                  <a:pt x="4774" y="2638"/>
                  <a:pt x="4876" y="2407"/>
                  <a:pt x="4735" y="2323"/>
                </a:cubicBezTo>
                <a:cubicBezTo>
                  <a:pt x="3289" y="1501"/>
                  <a:pt x="1810" y="745"/>
                  <a:pt x="331" y="22"/>
                </a:cubicBezTo>
                <a:cubicBezTo>
                  <a:pt x="301" y="7"/>
                  <a:pt x="272" y="1"/>
                  <a:pt x="2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9" name="Google Shape;1383;p11"/>
          <p:cNvSpPr/>
          <p:nvPr/>
        </p:nvSpPr>
        <p:spPr>
          <a:xfrm>
            <a:off x="8464320" y="4687920"/>
            <a:ext cx="140760" cy="72000"/>
          </a:xfrm>
          <a:custGeom>
            <a:avLst/>
            <a:gdLst>
              <a:gd name="textAreaLeft" fmla="*/ 0 w 140760"/>
              <a:gd name="textAreaRight" fmla="*/ 141120 w 140760"/>
              <a:gd name="textAreaTop" fmla="*/ 0 h 72000"/>
              <a:gd name="textAreaBottom" fmla="*/ 72360 h 72000"/>
            </a:gdLst>
            <a:ahLst/>
            <a:cxnLst/>
            <a:rect l="textAreaLeft" t="textAreaTop" r="textAreaRight" b="textAreaBottom"/>
            <a:pathLst>
              <a:path w="6660" h="3416">
                <a:moveTo>
                  <a:pt x="222" y="0"/>
                </a:moveTo>
                <a:cubicBezTo>
                  <a:pt x="63" y="0"/>
                  <a:pt x="1" y="246"/>
                  <a:pt x="178" y="305"/>
                </a:cubicBezTo>
                <a:cubicBezTo>
                  <a:pt x="2380" y="1028"/>
                  <a:pt x="4450" y="2080"/>
                  <a:pt x="6356" y="3394"/>
                </a:cubicBezTo>
                <a:cubicBezTo>
                  <a:pt x="6381" y="3409"/>
                  <a:pt x="6406" y="3416"/>
                  <a:pt x="6430" y="3416"/>
                </a:cubicBezTo>
                <a:cubicBezTo>
                  <a:pt x="6563" y="3416"/>
                  <a:pt x="6660" y="3210"/>
                  <a:pt x="6520" y="3098"/>
                </a:cubicBezTo>
                <a:cubicBezTo>
                  <a:pt x="4582" y="1784"/>
                  <a:pt x="2479" y="732"/>
                  <a:pt x="277" y="9"/>
                </a:cubicBezTo>
                <a:cubicBezTo>
                  <a:pt x="258" y="3"/>
                  <a:pt x="239" y="0"/>
                  <a:pt x="22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0" bIns="36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0" name="Google Shape;1384;p11"/>
          <p:cNvSpPr/>
          <p:nvPr/>
        </p:nvSpPr>
        <p:spPr>
          <a:xfrm>
            <a:off x="8270640" y="4468320"/>
            <a:ext cx="226440" cy="89280"/>
          </a:xfrm>
          <a:custGeom>
            <a:avLst/>
            <a:gdLst>
              <a:gd name="textAreaLeft" fmla="*/ 0 w 226440"/>
              <a:gd name="textAreaRight" fmla="*/ 226800 w 226440"/>
              <a:gd name="textAreaTop" fmla="*/ 0 h 89280"/>
              <a:gd name="textAreaBottom" fmla="*/ 89640 h 89280"/>
            </a:gdLst>
            <a:ahLst/>
            <a:cxnLst/>
            <a:rect l="textAreaLeft" t="textAreaTop" r="textAreaRight" b="textAreaBottom"/>
            <a:pathLst>
              <a:path w="10708" h="4229">
                <a:moveTo>
                  <a:pt x="256" y="0"/>
                </a:moveTo>
                <a:cubicBezTo>
                  <a:pt x="79" y="0"/>
                  <a:pt x="0" y="269"/>
                  <a:pt x="187" y="331"/>
                </a:cubicBezTo>
                <a:cubicBezTo>
                  <a:pt x="3703" y="1251"/>
                  <a:pt x="7121" y="2566"/>
                  <a:pt x="10374" y="4209"/>
                </a:cubicBezTo>
                <a:cubicBezTo>
                  <a:pt x="10401" y="4223"/>
                  <a:pt x="10428" y="4229"/>
                  <a:pt x="10454" y="4229"/>
                </a:cubicBezTo>
                <a:cubicBezTo>
                  <a:pt x="10610" y="4229"/>
                  <a:pt x="10708" y="3998"/>
                  <a:pt x="10538" y="3913"/>
                </a:cubicBezTo>
                <a:cubicBezTo>
                  <a:pt x="7252" y="2270"/>
                  <a:pt x="3835" y="956"/>
                  <a:pt x="286" y="3"/>
                </a:cubicBezTo>
                <a:cubicBezTo>
                  <a:pt x="276" y="1"/>
                  <a:pt x="266" y="0"/>
                  <a:pt x="2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4640" bIns="44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1" name="Google Shape;1385;p11"/>
          <p:cNvSpPr/>
          <p:nvPr/>
        </p:nvSpPr>
        <p:spPr>
          <a:xfrm>
            <a:off x="8315640" y="4442040"/>
            <a:ext cx="207360" cy="83160"/>
          </a:xfrm>
          <a:custGeom>
            <a:avLst/>
            <a:gdLst>
              <a:gd name="textAreaLeft" fmla="*/ 0 w 207360"/>
              <a:gd name="textAreaRight" fmla="*/ 207720 w 207360"/>
              <a:gd name="textAreaTop" fmla="*/ 0 h 83160"/>
              <a:gd name="textAreaBottom" fmla="*/ 83520 h 83160"/>
            </a:gdLst>
            <a:ahLst/>
            <a:cxnLst/>
            <a:rect l="textAreaLeft" t="textAreaTop" r="textAreaRight" b="textAreaBottom"/>
            <a:pathLst>
              <a:path w="9814" h="3940">
                <a:moveTo>
                  <a:pt x="254" y="1"/>
                </a:moveTo>
                <a:cubicBezTo>
                  <a:pt x="98" y="1"/>
                  <a:pt x="1" y="227"/>
                  <a:pt x="170" y="284"/>
                </a:cubicBezTo>
                <a:cubicBezTo>
                  <a:pt x="3259" y="1631"/>
                  <a:pt x="6381" y="2847"/>
                  <a:pt x="9536" y="3931"/>
                </a:cubicBezTo>
                <a:cubicBezTo>
                  <a:pt x="9556" y="3937"/>
                  <a:pt x="9576" y="3940"/>
                  <a:pt x="9594" y="3940"/>
                </a:cubicBezTo>
                <a:cubicBezTo>
                  <a:pt x="9775" y="3940"/>
                  <a:pt x="9813" y="3662"/>
                  <a:pt x="9634" y="3603"/>
                </a:cubicBezTo>
                <a:cubicBezTo>
                  <a:pt x="6480" y="2551"/>
                  <a:pt x="3391" y="1335"/>
                  <a:pt x="335" y="21"/>
                </a:cubicBezTo>
                <a:cubicBezTo>
                  <a:pt x="307" y="7"/>
                  <a:pt x="280" y="1"/>
                  <a:pt x="2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760" bIns="41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2" name="Google Shape;1386;p11"/>
          <p:cNvSpPr/>
          <p:nvPr/>
        </p:nvSpPr>
        <p:spPr>
          <a:xfrm>
            <a:off x="8424000" y="4449960"/>
            <a:ext cx="141840" cy="56520"/>
          </a:xfrm>
          <a:custGeom>
            <a:avLst/>
            <a:gdLst>
              <a:gd name="textAreaLeft" fmla="*/ 0 w 141840"/>
              <a:gd name="textAreaRight" fmla="*/ 142200 w 141840"/>
              <a:gd name="textAreaTop" fmla="*/ 0 h 56520"/>
              <a:gd name="textAreaBottom" fmla="*/ 56880 h 56520"/>
            </a:gdLst>
            <a:ahLst/>
            <a:cxnLst/>
            <a:rect l="textAreaLeft" t="textAreaTop" r="textAreaRight" b="textAreaBottom"/>
            <a:pathLst>
              <a:path w="6727" h="2690">
                <a:moveTo>
                  <a:pt x="169" y="1"/>
                </a:moveTo>
                <a:cubicBezTo>
                  <a:pt x="29" y="1"/>
                  <a:pt x="1" y="258"/>
                  <a:pt x="173" y="315"/>
                </a:cubicBezTo>
                <a:lnTo>
                  <a:pt x="6449" y="2681"/>
                </a:lnTo>
                <a:cubicBezTo>
                  <a:pt x="6467" y="2687"/>
                  <a:pt x="6484" y="2690"/>
                  <a:pt x="6500" y="2690"/>
                </a:cubicBezTo>
                <a:cubicBezTo>
                  <a:pt x="6661" y="2690"/>
                  <a:pt x="6727" y="2412"/>
                  <a:pt x="6547" y="2352"/>
                </a:cubicBezTo>
                <a:lnTo>
                  <a:pt x="238" y="19"/>
                </a:lnTo>
                <a:cubicBezTo>
                  <a:pt x="213" y="7"/>
                  <a:pt x="190" y="1"/>
                  <a:pt x="16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3" name="Google Shape;1387;p11"/>
          <p:cNvSpPr/>
          <p:nvPr/>
        </p:nvSpPr>
        <p:spPr>
          <a:xfrm>
            <a:off x="8519400" y="4455720"/>
            <a:ext cx="119880" cy="43200"/>
          </a:xfrm>
          <a:custGeom>
            <a:avLst/>
            <a:gdLst>
              <a:gd name="textAreaLeft" fmla="*/ 0 w 119880"/>
              <a:gd name="textAreaRight" fmla="*/ 120240 w 119880"/>
              <a:gd name="textAreaTop" fmla="*/ 0 h 43200"/>
              <a:gd name="textAreaBottom" fmla="*/ 43560 h 43200"/>
            </a:gdLst>
            <a:ahLst/>
            <a:cxnLst/>
            <a:rect l="textAreaLeft" t="textAreaTop" r="textAreaRight" b="textAreaBottom"/>
            <a:pathLst>
              <a:path w="5682" h="2057">
                <a:moveTo>
                  <a:pt x="222" y="1"/>
                </a:moveTo>
                <a:cubicBezTo>
                  <a:pt x="63" y="1"/>
                  <a:pt x="1" y="247"/>
                  <a:pt x="178" y="306"/>
                </a:cubicBezTo>
                <a:cubicBezTo>
                  <a:pt x="1887" y="996"/>
                  <a:pt x="3629" y="1587"/>
                  <a:pt x="5403" y="2047"/>
                </a:cubicBezTo>
                <a:cubicBezTo>
                  <a:pt x="5421" y="2053"/>
                  <a:pt x="5438" y="2056"/>
                  <a:pt x="5454" y="2056"/>
                </a:cubicBezTo>
                <a:cubicBezTo>
                  <a:pt x="5616" y="2056"/>
                  <a:pt x="5681" y="1782"/>
                  <a:pt x="5502" y="1752"/>
                </a:cubicBezTo>
                <a:cubicBezTo>
                  <a:pt x="3727" y="1259"/>
                  <a:pt x="1986" y="667"/>
                  <a:pt x="277" y="10"/>
                </a:cubicBezTo>
                <a:cubicBezTo>
                  <a:pt x="257" y="4"/>
                  <a:pt x="239" y="1"/>
                  <a:pt x="2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4" name="Google Shape;1388;p11"/>
          <p:cNvSpPr/>
          <p:nvPr/>
        </p:nvSpPr>
        <p:spPr>
          <a:xfrm>
            <a:off x="7893360" y="4496040"/>
            <a:ext cx="73800" cy="28800"/>
          </a:xfrm>
          <a:custGeom>
            <a:avLst/>
            <a:gdLst>
              <a:gd name="textAreaLeft" fmla="*/ 0 w 73800"/>
              <a:gd name="textAreaRight" fmla="*/ 74160 w 7380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3502" h="1377">
                <a:moveTo>
                  <a:pt x="225" y="0"/>
                </a:moveTo>
                <a:cubicBezTo>
                  <a:pt x="63" y="0"/>
                  <a:pt x="1" y="275"/>
                  <a:pt x="210" y="305"/>
                </a:cubicBezTo>
                <a:cubicBezTo>
                  <a:pt x="1229" y="568"/>
                  <a:pt x="2215" y="896"/>
                  <a:pt x="3167" y="1356"/>
                </a:cubicBezTo>
                <a:cubicBezTo>
                  <a:pt x="3195" y="1370"/>
                  <a:pt x="3222" y="1376"/>
                  <a:pt x="3248" y="1376"/>
                </a:cubicBezTo>
                <a:cubicBezTo>
                  <a:pt x="3404" y="1376"/>
                  <a:pt x="3501" y="1150"/>
                  <a:pt x="3332" y="1093"/>
                </a:cubicBezTo>
                <a:cubicBezTo>
                  <a:pt x="2346" y="601"/>
                  <a:pt x="1327" y="239"/>
                  <a:pt x="276" y="9"/>
                </a:cubicBezTo>
                <a:cubicBezTo>
                  <a:pt x="258" y="3"/>
                  <a:pt x="241" y="0"/>
                  <a:pt x="22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5" name="Google Shape;1389;p11"/>
          <p:cNvSpPr/>
          <p:nvPr/>
        </p:nvSpPr>
        <p:spPr>
          <a:xfrm>
            <a:off x="7809840" y="4388040"/>
            <a:ext cx="131040" cy="50040"/>
          </a:xfrm>
          <a:custGeom>
            <a:avLst/>
            <a:gdLst>
              <a:gd name="textAreaLeft" fmla="*/ 0 w 131040"/>
              <a:gd name="textAreaRight" fmla="*/ 131400 w 131040"/>
              <a:gd name="textAreaTop" fmla="*/ 0 h 50040"/>
              <a:gd name="textAreaBottom" fmla="*/ 50400 h 50040"/>
            </a:gdLst>
            <a:ahLst/>
            <a:cxnLst/>
            <a:rect l="textAreaLeft" t="textAreaTop" r="textAreaRight" b="textAreaBottom"/>
            <a:pathLst>
              <a:path w="6207" h="2385">
                <a:moveTo>
                  <a:pt x="221" y="0"/>
                </a:moveTo>
                <a:cubicBezTo>
                  <a:pt x="63" y="0"/>
                  <a:pt x="0" y="246"/>
                  <a:pt x="178" y="305"/>
                </a:cubicBezTo>
                <a:lnTo>
                  <a:pt x="5929" y="2376"/>
                </a:lnTo>
                <a:cubicBezTo>
                  <a:pt x="5946" y="2382"/>
                  <a:pt x="5963" y="2384"/>
                  <a:pt x="5979" y="2384"/>
                </a:cubicBezTo>
                <a:cubicBezTo>
                  <a:pt x="6141" y="2384"/>
                  <a:pt x="6207" y="2107"/>
                  <a:pt x="6027" y="2047"/>
                </a:cubicBezTo>
                <a:lnTo>
                  <a:pt x="277" y="10"/>
                </a:lnTo>
                <a:cubicBezTo>
                  <a:pt x="257" y="3"/>
                  <a:pt x="239" y="0"/>
                  <a:pt x="22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6" name="Google Shape;1390;p11"/>
          <p:cNvSpPr/>
          <p:nvPr/>
        </p:nvSpPr>
        <p:spPr>
          <a:xfrm>
            <a:off x="7880400" y="4390920"/>
            <a:ext cx="62280" cy="29880"/>
          </a:xfrm>
          <a:custGeom>
            <a:avLst/>
            <a:gdLst>
              <a:gd name="textAreaLeft" fmla="*/ 0 w 62280"/>
              <a:gd name="textAreaRight" fmla="*/ 62640 w 6228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2958" h="1431">
                <a:moveTo>
                  <a:pt x="177" y="0"/>
                </a:moveTo>
                <a:cubicBezTo>
                  <a:pt x="98" y="0"/>
                  <a:pt x="27" y="54"/>
                  <a:pt x="1" y="108"/>
                </a:cubicBezTo>
                <a:cubicBezTo>
                  <a:pt x="1" y="206"/>
                  <a:pt x="33" y="305"/>
                  <a:pt x="132" y="338"/>
                </a:cubicBezTo>
                <a:lnTo>
                  <a:pt x="2728" y="1422"/>
                </a:lnTo>
                <a:cubicBezTo>
                  <a:pt x="2745" y="1428"/>
                  <a:pt x="2762" y="1431"/>
                  <a:pt x="2777" y="1431"/>
                </a:cubicBezTo>
                <a:cubicBezTo>
                  <a:pt x="2849" y="1431"/>
                  <a:pt x="2898" y="1372"/>
                  <a:pt x="2925" y="1291"/>
                </a:cubicBezTo>
                <a:cubicBezTo>
                  <a:pt x="2958" y="1225"/>
                  <a:pt x="2892" y="1126"/>
                  <a:pt x="2827" y="1094"/>
                </a:cubicBezTo>
                <a:lnTo>
                  <a:pt x="231" y="9"/>
                </a:lnTo>
                <a:cubicBezTo>
                  <a:pt x="213" y="3"/>
                  <a:pt x="194" y="0"/>
                  <a:pt x="17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7" name="Google Shape;1391;p11"/>
          <p:cNvSpPr/>
          <p:nvPr/>
        </p:nvSpPr>
        <p:spPr>
          <a:xfrm>
            <a:off x="7647120" y="4341600"/>
            <a:ext cx="128520" cy="36000"/>
          </a:xfrm>
          <a:custGeom>
            <a:avLst/>
            <a:gdLst>
              <a:gd name="textAreaLeft" fmla="*/ 0 w 128520"/>
              <a:gd name="textAreaRight" fmla="*/ 128880 w 12852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6092" h="1715">
                <a:moveTo>
                  <a:pt x="258" y="1"/>
                </a:moveTo>
                <a:cubicBezTo>
                  <a:pt x="80" y="1"/>
                  <a:pt x="0" y="300"/>
                  <a:pt x="220" y="332"/>
                </a:cubicBezTo>
                <a:cubicBezTo>
                  <a:pt x="2093" y="660"/>
                  <a:pt x="3966" y="1120"/>
                  <a:pt x="5806" y="1712"/>
                </a:cubicBezTo>
                <a:cubicBezTo>
                  <a:pt x="5816" y="1714"/>
                  <a:pt x="5826" y="1714"/>
                  <a:pt x="5836" y="1714"/>
                </a:cubicBezTo>
                <a:cubicBezTo>
                  <a:pt x="6012" y="1714"/>
                  <a:pt x="6091" y="1445"/>
                  <a:pt x="5904" y="1383"/>
                </a:cubicBezTo>
                <a:cubicBezTo>
                  <a:pt x="4064" y="825"/>
                  <a:pt x="2191" y="365"/>
                  <a:pt x="285" y="3"/>
                </a:cubicBezTo>
                <a:cubicBezTo>
                  <a:pt x="276" y="1"/>
                  <a:pt x="267" y="1"/>
                  <a:pt x="25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8" name="Google Shape;1392;p11"/>
          <p:cNvSpPr/>
          <p:nvPr/>
        </p:nvSpPr>
        <p:spPr>
          <a:xfrm>
            <a:off x="6831000" y="4948200"/>
            <a:ext cx="245880" cy="66600"/>
          </a:xfrm>
          <a:custGeom>
            <a:avLst/>
            <a:gdLst>
              <a:gd name="textAreaLeft" fmla="*/ 0 w 245880"/>
              <a:gd name="textAreaRight" fmla="*/ 246240 w 245880"/>
              <a:gd name="textAreaTop" fmla="*/ 0 h 66600"/>
              <a:gd name="textAreaBottom" fmla="*/ 66960 h 66600"/>
            </a:gdLst>
            <a:ahLst/>
            <a:cxnLst/>
            <a:rect l="textAreaLeft" t="textAreaTop" r="textAreaRight" b="textAreaBottom"/>
            <a:pathLst>
              <a:path w="11638" h="3159">
                <a:moveTo>
                  <a:pt x="5140" y="1"/>
                </a:moveTo>
                <a:cubicBezTo>
                  <a:pt x="5013" y="1"/>
                  <a:pt x="4926" y="216"/>
                  <a:pt x="5061" y="297"/>
                </a:cubicBezTo>
                <a:cubicBezTo>
                  <a:pt x="5458" y="597"/>
                  <a:pt x="5855" y="887"/>
                  <a:pt x="6254" y="1168"/>
                </a:cubicBezTo>
                <a:lnTo>
                  <a:pt x="6254" y="1168"/>
                </a:lnTo>
                <a:cubicBezTo>
                  <a:pt x="6768" y="1619"/>
                  <a:pt x="7235" y="2128"/>
                  <a:pt x="7640" y="2684"/>
                </a:cubicBezTo>
                <a:lnTo>
                  <a:pt x="7640" y="2684"/>
                </a:lnTo>
                <a:cubicBezTo>
                  <a:pt x="6479" y="2447"/>
                  <a:pt x="5293" y="2213"/>
                  <a:pt x="4108" y="2006"/>
                </a:cubicBezTo>
                <a:cubicBezTo>
                  <a:pt x="3154" y="1810"/>
                  <a:pt x="2181" y="1705"/>
                  <a:pt x="1204" y="1705"/>
                </a:cubicBezTo>
                <a:cubicBezTo>
                  <a:pt x="869" y="1705"/>
                  <a:pt x="533" y="1718"/>
                  <a:pt x="198" y="1743"/>
                </a:cubicBezTo>
                <a:cubicBezTo>
                  <a:pt x="10" y="1774"/>
                  <a:pt x="1" y="2074"/>
                  <a:pt x="171" y="2074"/>
                </a:cubicBezTo>
                <a:cubicBezTo>
                  <a:pt x="179" y="2074"/>
                  <a:pt x="188" y="2073"/>
                  <a:pt x="198" y="2071"/>
                </a:cubicBezTo>
                <a:cubicBezTo>
                  <a:pt x="533" y="2046"/>
                  <a:pt x="869" y="2034"/>
                  <a:pt x="1204" y="2034"/>
                </a:cubicBezTo>
                <a:cubicBezTo>
                  <a:pt x="2181" y="2034"/>
                  <a:pt x="3154" y="2139"/>
                  <a:pt x="4108" y="2334"/>
                </a:cubicBezTo>
                <a:cubicBezTo>
                  <a:pt x="5390" y="2564"/>
                  <a:pt x="6638" y="2827"/>
                  <a:pt x="7920" y="3057"/>
                </a:cubicBezTo>
                <a:cubicBezTo>
                  <a:pt x="7934" y="3061"/>
                  <a:pt x="7948" y="3062"/>
                  <a:pt x="7961" y="3062"/>
                </a:cubicBezTo>
                <a:cubicBezTo>
                  <a:pt x="8077" y="3062"/>
                  <a:pt x="8176" y="2945"/>
                  <a:pt x="8117" y="2827"/>
                </a:cubicBezTo>
                <a:cubicBezTo>
                  <a:pt x="7926" y="2545"/>
                  <a:pt x="7721" y="2271"/>
                  <a:pt x="7501" y="2009"/>
                </a:cubicBezTo>
                <a:lnTo>
                  <a:pt x="7501" y="2009"/>
                </a:lnTo>
                <a:cubicBezTo>
                  <a:pt x="7920" y="2279"/>
                  <a:pt x="8343" y="2540"/>
                  <a:pt x="8774" y="2794"/>
                </a:cubicBezTo>
                <a:cubicBezTo>
                  <a:pt x="8802" y="2808"/>
                  <a:pt x="8832" y="2815"/>
                  <a:pt x="8861" y="2815"/>
                </a:cubicBezTo>
                <a:cubicBezTo>
                  <a:pt x="8967" y="2815"/>
                  <a:pt x="9063" y="2726"/>
                  <a:pt x="9037" y="2597"/>
                </a:cubicBezTo>
                <a:cubicBezTo>
                  <a:pt x="8959" y="2167"/>
                  <a:pt x="8846" y="1737"/>
                  <a:pt x="8691" y="1320"/>
                </a:cubicBezTo>
                <a:lnTo>
                  <a:pt x="8691" y="1320"/>
                </a:lnTo>
                <a:cubicBezTo>
                  <a:pt x="9170" y="1784"/>
                  <a:pt x="9654" y="2231"/>
                  <a:pt x="10154" y="2663"/>
                </a:cubicBezTo>
                <a:cubicBezTo>
                  <a:pt x="10193" y="2702"/>
                  <a:pt x="10237" y="2720"/>
                  <a:pt x="10278" y="2720"/>
                </a:cubicBezTo>
                <a:cubicBezTo>
                  <a:pt x="10341" y="2720"/>
                  <a:pt x="10397" y="2677"/>
                  <a:pt x="10417" y="2597"/>
                </a:cubicBezTo>
                <a:cubicBezTo>
                  <a:pt x="10456" y="2457"/>
                  <a:pt x="10479" y="2312"/>
                  <a:pt x="10484" y="2167"/>
                </a:cubicBezTo>
                <a:lnTo>
                  <a:pt x="10484" y="2167"/>
                </a:lnTo>
                <a:cubicBezTo>
                  <a:pt x="10657" y="2330"/>
                  <a:pt x="10856" y="2463"/>
                  <a:pt x="11071" y="2563"/>
                </a:cubicBezTo>
                <a:lnTo>
                  <a:pt x="11071" y="2563"/>
                </a:lnTo>
                <a:cubicBezTo>
                  <a:pt x="11123" y="2745"/>
                  <a:pt x="11201" y="2922"/>
                  <a:pt x="11304" y="3090"/>
                </a:cubicBezTo>
                <a:cubicBezTo>
                  <a:pt x="11333" y="3138"/>
                  <a:pt x="11376" y="3158"/>
                  <a:pt x="11420" y="3158"/>
                </a:cubicBezTo>
                <a:cubicBezTo>
                  <a:pt x="11526" y="3158"/>
                  <a:pt x="11637" y="3042"/>
                  <a:pt x="11567" y="2926"/>
                </a:cubicBezTo>
                <a:cubicBezTo>
                  <a:pt x="11478" y="2762"/>
                  <a:pt x="11409" y="2585"/>
                  <a:pt x="11366" y="2401"/>
                </a:cubicBezTo>
                <a:lnTo>
                  <a:pt x="11366" y="2401"/>
                </a:lnTo>
                <a:cubicBezTo>
                  <a:pt x="11499" y="2151"/>
                  <a:pt x="11478" y="1843"/>
                  <a:pt x="11304" y="1611"/>
                </a:cubicBezTo>
                <a:cubicBezTo>
                  <a:pt x="11280" y="1563"/>
                  <a:pt x="11234" y="1541"/>
                  <a:pt x="11185" y="1541"/>
                </a:cubicBezTo>
                <a:cubicBezTo>
                  <a:pt x="11101" y="1541"/>
                  <a:pt x="11009" y="1606"/>
                  <a:pt x="11009" y="1710"/>
                </a:cubicBezTo>
                <a:cubicBezTo>
                  <a:pt x="10989" y="1851"/>
                  <a:pt x="10984" y="1994"/>
                  <a:pt x="10995" y="2138"/>
                </a:cubicBezTo>
                <a:lnTo>
                  <a:pt x="10995" y="2138"/>
                </a:lnTo>
                <a:cubicBezTo>
                  <a:pt x="10732" y="1976"/>
                  <a:pt x="10503" y="1750"/>
                  <a:pt x="10352" y="1447"/>
                </a:cubicBezTo>
                <a:cubicBezTo>
                  <a:pt x="10320" y="1405"/>
                  <a:pt x="10271" y="1386"/>
                  <a:pt x="10221" y="1386"/>
                </a:cubicBezTo>
                <a:cubicBezTo>
                  <a:pt x="10117" y="1386"/>
                  <a:pt x="10011" y="1467"/>
                  <a:pt x="10056" y="1579"/>
                </a:cubicBezTo>
                <a:cubicBezTo>
                  <a:pt x="10059" y="1588"/>
                  <a:pt x="10062" y="1598"/>
                  <a:pt x="10065" y="1608"/>
                </a:cubicBezTo>
                <a:lnTo>
                  <a:pt x="10065" y="1608"/>
                </a:lnTo>
                <a:lnTo>
                  <a:pt x="10056" y="1611"/>
                </a:lnTo>
                <a:cubicBezTo>
                  <a:pt x="10063" y="1626"/>
                  <a:pt x="10071" y="1640"/>
                  <a:pt x="10079" y="1654"/>
                </a:cubicBezTo>
                <a:lnTo>
                  <a:pt x="10079" y="1654"/>
                </a:lnTo>
                <a:cubicBezTo>
                  <a:pt x="10135" y="1848"/>
                  <a:pt x="10163" y="2054"/>
                  <a:pt x="10154" y="2264"/>
                </a:cubicBezTo>
                <a:lnTo>
                  <a:pt x="10154" y="2264"/>
                </a:lnTo>
                <a:cubicBezTo>
                  <a:pt x="9514" y="1694"/>
                  <a:pt x="8898" y="1078"/>
                  <a:pt x="8281" y="461"/>
                </a:cubicBezTo>
                <a:cubicBezTo>
                  <a:pt x="8248" y="428"/>
                  <a:pt x="8210" y="414"/>
                  <a:pt x="8174" y="414"/>
                </a:cubicBezTo>
                <a:cubicBezTo>
                  <a:pt x="8069" y="414"/>
                  <a:pt x="7978" y="536"/>
                  <a:pt x="8051" y="658"/>
                </a:cubicBezTo>
                <a:cubicBezTo>
                  <a:pt x="8055" y="666"/>
                  <a:pt x="8059" y="674"/>
                  <a:pt x="8063" y="682"/>
                </a:cubicBezTo>
                <a:lnTo>
                  <a:pt x="8063" y="682"/>
                </a:lnTo>
                <a:lnTo>
                  <a:pt x="8051" y="691"/>
                </a:lnTo>
                <a:cubicBezTo>
                  <a:pt x="8062" y="702"/>
                  <a:pt x="8073" y="713"/>
                  <a:pt x="8083" y="723"/>
                </a:cubicBezTo>
                <a:lnTo>
                  <a:pt x="8083" y="723"/>
                </a:lnTo>
                <a:cubicBezTo>
                  <a:pt x="8343" y="1254"/>
                  <a:pt x="8538" y="1786"/>
                  <a:pt x="8651" y="2353"/>
                </a:cubicBezTo>
                <a:lnTo>
                  <a:pt x="8651" y="2353"/>
                </a:lnTo>
                <a:cubicBezTo>
                  <a:pt x="7819" y="1834"/>
                  <a:pt x="7014" y="1300"/>
                  <a:pt x="6227" y="741"/>
                </a:cubicBezTo>
                <a:lnTo>
                  <a:pt x="6227" y="741"/>
                </a:lnTo>
                <a:cubicBezTo>
                  <a:pt x="5969" y="529"/>
                  <a:pt x="5699" y="333"/>
                  <a:pt x="5418" y="154"/>
                </a:cubicBezTo>
                <a:lnTo>
                  <a:pt x="5418" y="154"/>
                </a:lnTo>
                <a:cubicBezTo>
                  <a:pt x="5365" y="114"/>
                  <a:pt x="5311" y="74"/>
                  <a:pt x="5258" y="34"/>
                </a:cubicBezTo>
                <a:lnTo>
                  <a:pt x="5249" y="48"/>
                </a:lnTo>
                <a:lnTo>
                  <a:pt x="5249" y="48"/>
                </a:lnTo>
                <a:cubicBezTo>
                  <a:pt x="5241" y="44"/>
                  <a:pt x="5233" y="39"/>
                  <a:pt x="5225" y="34"/>
                </a:cubicBezTo>
                <a:cubicBezTo>
                  <a:pt x="5196" y="11"/>
                  <a:pt x="5167" y="1"/>
                  <a:pt x="514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9" name="Google Shape;1393;p11"/>
          <p:cNvSpPr/>
          <p:nvPr/>
        </p:nvSpPr>
        <p:spPr>
          <a:xfrm>
            <a:off x="7086240" y="4984920"/>
            <a:ext cx="18360" cy="32760"/>
          </a:xfrm>
          <a:custGeom>
            <a:avLst/>
            <a:gdLst>
              <a:gd name="textAreaLeft" fmla="*/ 0 w 18360"/>
              <a:gd name="textAreaRight" fmla="*/ 18720 w 1836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888" h="1560">
                <a:moveTo>
                  <a:pt x="711" y="0"/>
                </a:moveTo>
                <a:cubicBezTo>
                  <a:pt x="662" y="0"/>
                  <a:pt x="613" y="37"/>
                  <a:pt x="592" y="100"/>
                </a:cubicBezTo>
                <a:cubicBezTo>
                  <a:pt x="395" y="495"/>
                  <a:pt x="230" y="922"/>
                  <a:pt x="33" y="1316"/>
                </a:cubicBezTo>
                <a:cubicBezTo>
                  <a:pt x="0" y="1382"/>
                  <a:pt x="33" y="1481"/>
                  <a:pt x="99" y="1546"/>
                </a:cubicBezTo>
                <a:cubicBezTo>
                  <a:pt x="116" y="1555"/>
                  <a:pt x="136" y="1559"/>
                  <a:pt x="157" y="1559"/>
                </a:cubicBezTo>
                <a:cubicBezTo>
                  <a:pt x="215" y="1559"/>
                  <a:pt x="281" y="1529"/>
                  <a:pt x="329" y="1481"/>
                </a:cubicBezTo>
                <a:lnTo>
                  <a:pt x="855" y="265"/>
                </a:lnTo>
                <a:cubicBezTo>
                  <a:pt x="887" y="166"/>
                  <a:pt x="887" y="68"/>
                  <a:pt x="789" y="35"/>
                </a:cubicBezTo>
                <a:cubicBezTo>
                  <a:pt x="766" y="11"/>
                  <a:pt x="738" y="0"/>
                  <a:pt x="71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0" name="Google Shape;1394;p11"/>
          <p:cNvSpPr/>
          <p:nvPr/>
        </p:nvSpPr>
        <p:spPr>
          <a:xfrm>
            <a:off x="7099200" y="4988160"/>
            <a:ext cx="50760" cy="34560"/>
          </a:xfrm>
          <a:custGeom>
            <a:avLst/>
            <a:gdLst>
              <a:gd name="textAreaLeft" fmla="*/ 0 w 50760"/>
              <a:gd name="textAreaRight" fmla="*/ 51120 w 5076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416" h="1655">
                <a:moveTo>
                  <a:pt x="2191" y="0"/>
                </a:moveTo>
                <a:cubicBezTo>
                  <a:pt x="2175" y="0"/>
                  <a:pt x="2158" y="3"/>
                  <a:pt x="2140" y="9"/>
                </a:cubicBezTo>
                <a:cubicBezTo>
                  <a:pt x="1286" y="173"/>
                  <a:pt x="530" y="699"/>
                  <a:pt x="70" y="1422"/>
                </a:cubicBezTo>
                <a:cubicBezTo>
                  <a:pt x="1" y="1538"/>
                  <a:pt x="112" y="1654"/>
                  <a:pt x="229" y="1654"/>
                </a:cubicBezTo>
                <a:cubicBezTo>
                  <a:pt x="278" y="1654"/>
                  <a:pt x="328" y="1635"/>
                  <a:pt x="366" y="1586"/>
                </a:cubicBezTo>
                <a:cubicBezTo>
                  <a:pt x="793" y="929"/>
                  <a:pt x="1450" y="469"/>
                  <a:pt x="2206" y="305"/>
                </a:cubicBezTo>
                <a:cubicBezTo>
                  <a:pt x="2415" y="275"/>
                  <a:pt x="2353" y="0"/>
                  <a:pt x="219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1" name="Google Shape;1395;p11"/>
          <p:cNvSpPr/>
          <p:nvPr/>
        </p:nvSpPr>
        <p:spPr>
          <a:xfrm>
            <a:off x="7125840" y="4991040"/>
            <a:ext cx="59040" cy="41040"/>
          </a:xfrm>
          <a:custGeom>
            <a:avLst/>
            <a:gdLst>
              <a:gd name="textAreaLeft" fmla="*/ 0 w 59040"/>
              <a:gd name="textAreaRight" fmla="*/ 59400 w 5904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2808" h="1956">
                <a:moveTo>
                  <a:pt x="2550" y="0"/>
                </a:moveTo>
                <a:cubicBezTo>
                  <a:pt x="2532" y="0"/>
                  <a:pt x="2515" y="3"/>
                  <a:pt x="2497" y="11"/>
                </a:cubicBezTo>
                <a:cubicBezTo>
                  <a:pt x="1609" y="438"/>
                  <a:pt x="788" y="996"/>
                  <a:pt x="131" y="1686"/>
                </a:cubicBezTo>
                <a:cubicBezTo>
                  <a:pt x="1" y="1790"/>
                  <a:pt x="117" y="1956"/>
                  <a:pt x="253" y="1956"/>
                </a:cubicBezTo>
                <a:cubicBezTo>
                  <a:pt x="289" y="1956"/>
                  <a:pt x="326" y="1944"/>
                  <a:pt x="361" y="1916"/>
                </a:cubicBezTo>
                <a:cubicBezTo>
                  <a:pt x="1018" y="1226"/>
                  <a:pt x="1774" y="701"/>
                  <a:pt x="2661" y="306"/>
                </a:cubicBezTo>
                <a:cubicBezTo>
                  <a:pt x="2807" y="218"/>
                  <a:pt x="2693" y="0"/>
                  <a:pt x="255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2" name="Google Shape;1396;p11"/>
          <p:cNvSpPr/>
          <p:nvPr/>
        </p:nvSpPr>
        <p:spPr>
          <a:xfrm>
            <a:off x="7160400" y="5007960"/>
            <a:ext cx="70200" cy="24480"/>
          </a:xfrm>
          <a:custGeom>
            <a:avLst/>
            <a:gdLst>
              <a:gd name="textAreaLeft" fmla="*/ 0 w 70200"/>
              <a:gd name="textAreaRight" fmla="*/ 70560 w 7020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3326" h="1181">
                <a:moveTo>
                  <a:pt x="3095" y="0"/>
                </a:moveTo>
                <a:cubicBezTo>
                  <a:pt x="2044" y="0"/>
                  <a:pt x="1025" y="296"/>
                  <a:pt x="138" y="855"/>
                </a:cubicBezTo>
                <a:cubicBezTo>
                  <a:pt x="0" y="937"/>
                  <a:pt x="93" y="1181"/>
                  <a:pt x="223" y="1181"/>
                </a:cubicBezTo>
                <a:cubicBezTo>
                  <a:pt x="249" y="1181"/>
                  <a:pt x="275" y="1172"/>
                  <a:pt x="302" y="1150"/>
                </a:cubicBezTo>
                <a:cubicBezTo>
                  <a:pt x="1156" y="592"/>
                  <a:pt x="2109" y="329"/>
                  <a:pt x="3095" y="329"/>
                </a:cubicBezTo>
                <a:cubicBezTo>
                  <a:pt x="3325" y="329"/>
                  <a:pt x="3325" y="0"/>
                  <a:pt x="309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3" name="Google Shape;1397;p11"/>
          <p:cNvSpPr/>
          <p:nvPr/>
        </p:nvSpPr>
        <p:spPr>
          <a:xfrm>
            <a:off x="7192080" y="5019840"/>
            <a:ext cx="67320" cy="15840"/>
          </a:xfrm>
          <a:custGeom>
            <a:avLst/>
            <a:gdLst>
              <a:gd name="textAreaLeft" fmla="*/ 0 w 67320"/>
              <a:gd name="textAreaRight" fmla="*/ 67680 w 6732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3204" h="771">
                <a:moveTo>
                  <a:pt x="2691" y="1"/>
                </a:moveTo>
                <a:cubicBezTo>
                  <a:pt x="1838" y="1"/>
                  <a:pt x="1009" y="137"/>
                  <a:pt x="180" y="433"/>
                </a:cubicBezTo>
                <a:cubicBezTo>
                  <a:pt x="1" y="493"/>
                  <a:pt x="66" y="770"/>
                  <a:pt x="228" y="770"/>
                </a:cubicBezTo>
                <a:cubicBezTo>
                  <a:pt x="244" y="770"/>
                  <a:pt x="261" y="768"/>
                  <a:pt x="279" y="762"/>
                </a:cubicBezTo>
                <a:cubicBezTo>
                  <a:pt x="1048" y="466"/>
                  <a:pt x="1872" y="330"/>
                  <a:pt x="2700" y="330"/>
                </a:cubicBezTo>
                <a:cubicBezTo>
                  <a:pt x="2791" y="330"/>
                  <a:pt x="2882" y="331"/>
                  <a:pt x="2973" y="334"/>
                </a:cubicBezTo>
                <a:cubicBezTo>
                  <a:pt x="3203" y="334"/>
                  <a:pt x="3203" y="6"/>
                  <a:pt x="2973" y="6"/>
                </a:cubicBezTo>
                <a:cubicBezTo>
                  <a:pt x="2879" y="3"/>
                  <a:pt x="2785" y="1"/>
                  <a:pt x="269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4" name="Google Shape;1398;p11"/>
          <p:cNvSpPr/>
          <p:nvPr/>
        </p:nvSpPr>
        <p:spPr>
          <a:xfrm>
            <a:off x="7219080" y="5037120"/>
            <a:ext cx="57240" cy="10080"/>
          </a:xfrm>
          <a:custGeom>
            <a:avLst/>
            <a:gdLst>
              <a:gd name="textAreaLeft" fmla="*/ 0 w 57240"/>
              <a:gd name="textAreaRight" fmla="*/ 57600 w 5724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2728" h="496">
                <a:moveTo>
                  <a:pt x="2555" y="0"/>
                </a:moveTo>
                <a:cubicBezTo>
                  <a:pt x="2548" y="0"/>
                  <a:pt x="2539" y="1"/>
                  <a:pt x="2531" y="2"/>
                </a:cubicBezTo>
                <a:lnTo>
                  <a:pt x="198" y="167"/>
                </a:lnTo>
                <a:cubicBezTo>
                  <a:pt x="1" y="167"/>
                  <a:pt x="1" y="495"/>
                  <a:pt x="198" y="495"/>
                </a:cubicBezTo>
                <a:lnTo>
                  <a:pt x="2531" y="331"/>
                </a:lnTo>
                <a:cubicBezTo>
                  <a:pt x="2719" y="331"/>
                  <a:pt x="2728" y="0"/>
                  <a:pt x="25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5" name="Google Shape;1399;p11"/>
          <p:cNvSpPr/>
          <p:nvPr/>
        </p:nvSpPr>
        <p:spPr>
          <a:xfrm>
            <a:off x="7224480" y="5054400"/>
            <a:ext cx="153720" cy="24120"/>
          </a:xfrm>
          <a:custGeom>
            <a:avLst/>
            <a:gdLst>
              <a:gd name="textAreaLeft" fmla="*/ 0 w 153720"/>
              <a:gd name="textAreaRight" fmla="*/ 154080 w 15372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7278" h="1160">
                <a:moveTo>
                  <a:pt x="1356" y="1"/>
                </a:moveTo>
                <a:cubicBezTo>
                  <a:pt x="970" y="1"/>
                  <a:pt x="584" y="12"/>
                  <a:pt x="198" y="34"/>
                </a:cubicBezTo>
                <a:cubicBezTo>
                  <a:pt x="10" y="34"/>
                  <a:pt x="1" y="332"/>
                  <a:pt x="171" y="332"/>
                </a:cubicBezTo>
                <a:cubicBezTo>
                  <a:pt x="179" y="332"/>
                  <a:pt x="188" y="331"/>
                  <a:pt x="198" y="329"/>
                </a:cubicBezTo>
                <a:cubicBezTo>
                  <a:pt x="509" y="316"/>
                  <a:pt x="821" y="309"/>
                  <a:pt x="1133" y="309"/>
                </a:cubicBezTo>
                <a:cubicBezTo>
                  <a:pt x="3119" y="309"/>
                  <a:pt x="5096" y="583"/>
                  <a:pt x="7000" y="1151"/>
                </a:cubicBezTo>
                <a:cubicBezTo>
                  <a:pt x="7017" y="1157"/>
                  <a:pt x="7035" y="1160"/>
                  <a:pt x="7051" y="1160"/>
                </a:cubicBezTo>
                <a:cubicBezTo>
                  <a:pt x="7212" y="1160"/>
                  <a:pt x="7278" y="885"/>
                  <a:pt x="7098" y="855"/>
                </a:cubicBezTo>
                <a:cubicBezTo>
                  <a:pt x="5234" y="279"/>
                  <a:pt x="3300" y="1"/>
                  <a:pt x="13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6" name="Google Shape;1400;p11"/>
          <p:cNvSpPr/>
          <p:nvPr/>
        </p:nvSpPr>
        <p:spPr>
          <a:xfrm>
            <a:off x="6602040" y="4980960"/>
            <a:ext cx="537480" cy="123840"/>
          </a:xfrm>
          <a:custGeom>
            <a:avLst/>
            <a:gdLst>
              <a:gd name="textAreaLeft" fmla="*/ 0 w 537480"/>
              <a:gd name="textAreaRight" fmla="*/ 537840 w 537480"/>
              <a:gd name="textAreaTop" fmla="*/ 0 h 123840"/>
              <a:gd name="textAreaBottom" fmla="*/ 124200 h 123840"/>
            </a:gdLst>
            <a:ahLst/>
            <a:cxnLst/>
            <a:rect l="textAreaLeft" t="textAreaTop" r="textAreaRight" b="textAreaBottom"/>
            <a:pathLst>
              <a:path w="25409" h="5869">
                <a:moveTo>
                  <a:pt x="198" y="1"/>
                </a:moveTo>
                <a:cubicBezTo>
                  <a:pt x="1" y="1"/>
                  <a:pt x="1" y="296"/>
                  <a:pt x="198" y="329"/>
                </a:cubicBezTo>
                <a:cubicBezTo>
                  <a:pt x="6868" y="559"/>
                  <a:pt x="13506" y="1775"/>
                  <a:pt x="19848" y="3878"/>
                </a:cubicBezTo>
                <a:cubicBezTo>
                  <a:pt x="21655" y="4470"/>
                  <a:pt x="23397" y="5127"/>
                  <a:pt x="25139" y="5850"/>
                </a:cubicBezTo>
                <a:cubicBezTo>
                  <a:pt x="25164" y="5862"/>
                  <a:pt x="25188" y="5868"/>
                  <a:pt x="25209" y="5868"/>
                </a:cubicBezTo>
                <a:cubicBezTo>
                  <a:pt x="25356" y="5868"/>
                  <a:pt x="25409" y="5611"/>
                  <a:pt x="25237" y="5554"/>
                </a:cubicBezTo>
                <a:cubicBezTo>
                  <a:pt x="19059" y="2958"/>
                  <a:pt x="12520" y="1216"/>
                  <a:pt x="5883" y="428"/>
                </a:cubicBezTo>
                <a:cubicBezTo>
                  <a:pt x="3977" y="198"/>
                  <a:pt x="2104" y="66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920" bIns="61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7" name="Google Shape;1401;p11"/>
          <p:cNvSpPr/>
          <p:nvPr/>
        </p:nvSpPr>
        <p:spPr>
          <a:xfrm>
            <a:off x="7169760" y="5064840"/>
            <a:ext cx="213840" cy="17640"/>
          </a:xfrm>
          <a:custGeom>
            <a:avLst/>
            <a:gdLst>
              <a:gd name="textAreaLeft" fmla="*/ 0 w 213840"/>
              <a:gd name="textAreaRight" fmla="*/ 214200 w 21384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0122" h="856">
                <a:moveTo>
                  <a:pt x="198" y="1"/>
                </a:moveTo>
                <a:cubicBezTo>
                  <a:pt x="0" y="1"/>
                  <a:pt x="0" y="329"/>
                  <a:pt x="198" y="329"/>
                </a:cubicBezTo>
                <a:lnTo>
                  <a:pt x="9924" y="855"/>
                </a:lnTo>
                <a:cubicBezTo>
                  <a:pt x="10121" y="855"/>
                  <a:pt x="10121" y="527"/>
                  <a:pt x="9924" y="527"/>
                </a:cubicBezTo>
                <a:lnTo>
                  <a:pt x="198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8" name="Google Shape;1402;p11"/>
          <p:cNvSpPr/>
          <p:nvPr/>
        </p:nvSpPr>
        <p:spPr>
          <a:xfrm>
            <a:off x="7327080" y="5026680"/>
            <a:ext cx="247680" cy="54000"/>
          </a:xfrm>
          <a:custGeom>
            <a:avLst/>
            <a:gdLst>
              <a:gd name="textAreaLeft" fmla="*/ 0 w 247680"/>
              <a:gd name="textAreaRight" fmla="*/ 248040 w 24768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11711" h="2575">
                <a:moveTo>
                  <a:pt x="2824" y="0"/>
                </a:moveTo>
                <a:cubicBezTo>
                  <a:pt x="2779" y="0"/>
                  <a:pt x="2736" y="20"/>
                  <a:pt x="2707" y="68"/>
                </a:cubicBezTo>
                <a:cubicBezTo>
                  <a:pt x="2704" y="73"/>
                  <a:pt x="2701" y="77"/>
                  <a:pt x="2698" y="82"/>
                </a:cubicBezTo>
                <a:lnTo>
                  <a:pt x="2698" y="82"/>
                </a:lnTo>
                <a:lnTo>
                  <a:pt x="2674" y="68"/>
                </a:lnTo>
                <a:lnTo>
                  <a:pt x="2346" y="791"/>
                </a:lnTo>
                <a:cubicBezTo>
                  <a:pt x="2313" y="890"/>
                  <a:pt x="2280" y="1087"/>
                  <a:pt x="2181" y="1153"/>
                </a:cubicBezTo>
                <a:cubicBezTo>
                  <a:pt x="2174" y="1156"/>
                  <a:pt x="2165" y="1158"/>
                  <a:pt x="2154" y="1158"/>
                </a:cubicBezTo>
                <a:cubicBezTo>
                  <a:pt x="2060" y="1158"/>
                  <a:pt x="1839" y="1047"/>
                  <a:pt x="1721" y="988"/>
                </a:cubicBezTo>
                <a:lnTo>
                  <a:pt x="397" y="115"/>
                </a:lnTo>
                <a:lnTo>
                  <a:pt x="397" y="115"/>
                </a:lnTo>
                <a:cubicBezTo>
                  <a:pt x="389" y="100"/>
                  <a:pt x="382" y="84"/>
                  <a:pt x="374" y="68"/>
                </a:cubicBezTo>
                <a:lnTo>
                  <a:pt x="355" y="88"/>
                </a:lnTo>
                <a:lnTo>
                  <a:pt x="355" y="88"/>
                </a:lnTo>
                <a:lnTo>
                  <a:pt x="276" y="35"/>
                </a:lnTo>
                <a:cubicBezTo>
                  <a:pt x="248" y="15"/>
                  <a:pt x="219" y="6"/>
                  <a:pt x="191" y="6"/>
                </a:cubicBezTo>
                <a:cubicBezTo>
                  <a:pt x="87" y="6"/>
                  <a:pt x="1" y="135"/>
                  <a:pt x="78" y="265"/>
                </a:cubicBezTo>
                <a:cubicBezTo>
                  <a:pt x="374" y="791"/>
                  <a:pt x="867" y="1218"/>
                  <a:pt x="1459" y="1415"/>
                </a:cubicBezTo>
                <a:cubicBezTo>
                  <a:pt x="1484" y="1428"/>
                  <a:pt x="1507" y="1434"/>
                  <a:pt x="1528" y="1434"/>
                </a:cubicBezTo>
                <a:cubicBezTo>
                  <a:pt x="1597" y="1434"/>
                  <a:pt x="1639" y="1371"/>
                  <a:pt x="1643" y="1301"/>
                </a:cubicBezTo>
                <a:lnTo>
                  <a:pt x="1643" y="1301"/>
                </a:lnTo>
                <a:cubicBezTo>
                  <a:pt x="1753" y="1363"/>
                  <a:pt x="1866" y="1422"/>
                  <a:pt x="1984" y="1481"/>
                </a:cubicBezTo>
                <a:cubicBezTo>
                  <a:pt x="2032" y="1495"/>
                  <a:pt x="2080" y="1501"/>
                  <a:pt x="2127" y="1501"/>
                </a:cubicBezTo>
                <a:cubicBezTo>
                  <a:pt x="2283" y="1501"/>
                  <a:pt x="2423" y="1427"/>
                  <a:pt x="2489" y="1301"/>
                </a:cubicBezTo>
                <a:lnTo>
                  <a:pt x="2489" y="1301"/>
                </a:lnTo>
                <a:cubicBezTo>
                  <a:pt x="2495" y="1328"/>
                  <a:pt x="2502" y="1355"/>
                  <a:pt x="2510" y="1383"/>
                </a:cubicBezTo>
                <a:cubicBezTo>
                  <a:pt x="2535" y="1457"/>
                  <a:pt x="2615" y="1493"/>
                  <a:pt x="2695" y="1493"/>
                </a:cubicBezTo>
                <a:cubicBezTo>
                  <a:pt x="2722" y="1493"/>
                  <a:pt x="2748" y="1489"/>
                  <a:pt x="2773" y="1481"/>
                </a:cubicBezTo>
                <a:cubicBezTo>
                  <a:pt x="2852" y="1420"/>
                  <a:pt x="2929" y="1353"/>
                  <a:pt x="3002" y="1283"/>
                </a:cubicBezTo>
                <a:lnTo>
                  <a:pt x="3002" y="1283"/>
                </a:lnTo>
                <a:cubicBezTo>
                  <a:pt x="3018" y="1287"/>
                  <a:pt x="3034" y="1289"/>
                  <a:pt x="3052" y="1289"/>
                </a:cubicBezTo>
                <a:cubicBezTo>
                  <a:pt x="3068" y="1289"/>
                  <a:pt x="3084" y="1287"/>
                  <a:pt x="3102" y="1284"/>
                </a:cubicBezTo>
                <a:cubicBezTo>
                  <a:pt x="3364" y="1231"/>
                  <a:pt x="3627" y="1142"/>
                  <a:pt x="3880" y="1019"/>
                </a:cubicBezTo>
                <a:lnTo>
                  <a:pt x="3880" y="1019"/>
                </a:lnTo>
                <a:cubicBezTo>
                  <a:pt x="3880" y="1052"/>
                  <a:pt x="3883" y="1085"/>
                  <a:pt x="3890" y="1120"/>
                </a:cubicBezTo>
                <a:cubicBezTo>
                  <a:pt x="3890" y="1263"/>
                  <a:pt x="3969" y="1387"/>
                  <a:pt x="4088" y="1460"/>
                </a:cubicBezTo>
                <a:lnTo>
                  <a:pt x="4088" y="1460"/>
                </a:lnTo>
                <a:lnTo>
                  <a:pt x="3759" y="1810"/>
                </a:lnTo>
                <a:cubicBezTo>
                  <a:pt x="3693" y="1908"/>
                  <a:pt x="3726" y="2105"/>
                  <a:pt x="3890" y="2105"/>
                </a:cubicBezTo>
                <a:cubicBezTo>
                  <a:pt x="4795" y="2003"/>
                  <a:pt x="5732" y="1908"/>
                  <a:pt x="6661" y="1908"/>
                </a:cubicBezTo>
                <a:cubicBezTo>
                  <a:pt x="7761" y="1908"/>
                  <a:pt x="8850" y="2042"/>
                  <a:pt x="9861" y="2458"/>
                </a:cubicBezTo>
                <a:lnTo>
                  <a:pt x="9861" y="2458"/>
                </a:lnTo>
                <a:cubicBezTo>
                  <a:pt x="9930" y="2499"/>
                  <a:pt x="9999" y="2535"/>
                  <a:pt x="10068" y="2566"/>
                </a:cubicBezTo>
                <a:cubicBezTo>
                  <a:pt x="10084" y="2572"/>
                  <a:pt x="10100" y="2575"/>
                  <a:pt x="10115" y="2575"/>
                </a:cubicBezTo>
                <a:cubicBezTo>
                  <a:pt x="10255" y="2575"/>
                  <a:pt x="10347" y="2329"/>
                  <a:pt x="10199" y="2270"/>
                </a:cubicBezTo>
                <a:cubicBezTo>
                  <a:pt x="10191" y="2266"/>
                  <a:pt x="10184" y="2263"/>
                  <a:pt x="10176" y="2259"/>
                </a:cubicBezTo>
                <a:lnTo>
                  <a:pt x="10176" y="2259"/>
                </a:lnTo>
                <a:cubicBezTo>
                  <a:pt x="10206" y="2243"/>
                  <a:pt x="10236" y="2225"/>
                  <a:pt x="10265" y="2204"/>
                </a:cubicBezTo>
                <a:cubicBezTo>
                  <a:pt x="10306" y="2171"/>
                  <a:pt x="10345" y="2130"/>
                  <a:pt x="10378" y="2084"/>
                </a:cubicBezTo>
                <a:lnTo>
                  <a:pt x="10378" y="2084"/>
                </a:lnTo>
                <a:cubicBezTo>
                  <a:pt x="10691" y="2163"/>
                  <a:pt x="11011" y="2210"/>
                  <a:pt x="11321" y="2210"/>
                </a:cubicBezTo>
                <a:cubicBezTo>
                  <a:pt x="11386" y="2210"/>
                  <a:pt x="11450" y="2208"/>
                  <a:pt x="11514" y="2204"/>
                </a:cubicBezTo>
                <a:cubicBezTo>
                  <a:pt x="11711" y="2204"/>
                  <a:pt x="11711" y="1875"/>
                  <a:pt x="11514" y="1875"/>
                </a:cubicBezTo>
                <a:cubicBezTo>
                  <a:pt x="11437" y="1881"/>
                  <a:pt x="11360" y="1884"/>
                  <a:pt x="11281" y="1884"/>
                </a:cubicBezTo>
                <a:cubicBezTo>
                  <a:pt x="11009" y="1884"/>
                  <a:pt x="10729" y="1850"/>
                  <a:pt x="10455" y="1784"/>
                </a:cubicBezTo>
                <a:lnTo>
                  <a:pt x="10455" y="1784"/>
                </a:lnTo>
                <a:cubicBezTo>
                  <a:pt x="10442" y="1734"/>
                  <a:pt x="10413" y="1687"/>
                  <a:pt x="10364" y="1645"/>
                </a:cubicBezTo>
                <a:cubicBezTo>
                  <a:pt x="10305" y="1599"/>
                  <a:pt x="10239" y="1577"/>
                  <a:pt x="10175" y="1577"/>
                </a:cubicBezTo>
                <a:cubicBezTo>
                  <a:pt x="10057" y="1577"/>
                  <a:pt x="9946" y="1650"/>
                  <a:pt x="9904" y="1777"/>
                </a:cubicBezTo>
                <a:cubicBezTo>
                  <a:pt x="9871" y="1875"/>
                  <a:pt x="9937" y="1974"/>
                  <a:pt x="10002" y="1974"/>
                </a:cubicBezTo>
                <a:cubicBezTo>
                  <a:pt x="10015" y="1978"/>
                  <a:pt x="10028" y="1982"/>
                  <a:pt x="10040" y="1987"/>
                </a:cubicBezTo>
                <a:lnTo>
                  <a:pt x="10040" y="1987"/>
                </a:lnTo>
                <a:cubicBezTo>
                  <a:pt x="9978" y="2005"/>
                  <a:pt x="9910" y="2015"/>
                  <a:pt x="9861" y="2015"/>
                </a:cubicBezTo>
                <a:cubicBezTo>
                  <a:pt x="9837" y="2015"/>
                  <a:pt x="9817" y="2013"/>
                  <a:pt x="9805" y="2007"/>
                </a:cubicBezTo>
                <a:cubicBezTo>
                  <a:pt x="9794" y="2007"/>
                  <a:pt x="9784" y="2006"/>
                  <a:pt x="9774" y="2005"/>
                </a:cubicBezTo>
                <a:lnTo>
                  <a:pt x="9774" y="2005"/>
                </a:lnTo>
                <a:cubicBezTo>
                  <a:pt x="9694" y="1940"/>
                  <a:pt x="9617" y="1867"/>
                  <a:pt x="9545" y="1789"/>
                </a:cubicBezTo>
                <a:lnTo>
                  <a:pt x="9545" y="1789"/>
                </a:lnTo>
                <a:cubicBezTo>
                  <a:pt x="9544" y="1785"/>
                  <a:pt x="9543" y="1781"/>
                  <a:pt x="9542" y="1777"/>
                </a:cubicBezTo>
                <a:lnTo>
                  <a:pt x="9537" y="1780"/>
                </a:lnTo>
                <a:lnTo>
                  <a:pt x="9537" y="1780"/>
                </a:lnTo>
                <a:cubicBezTo>
                  <a:pt x="9517" y="1757"/>
                  <a:pt x="9496" y="1734"/>
                  <a:pt x="9476" y="1711"/>
                </a:cubicBezTo>
                <a:cubicBezTo>
                  <a:pt x="9449" y="1684"/>
                  <a:pt x="9415" y="1672"/>
                  <a:pt x="9380" y="1672"/>
                </a:cubicBezTo>
                <a:cubicBezTo>
                  <a:pt x="9287" y="1672"/>
                  <a:pt x="9190" y="1756"/>
                  <a:pt x="9214" y="1875"/>
                </a:cubicBezTo>
                <a:cubicBezTo>
                  <a:pt x="9218" y="1888"/>
                  <a:pt x="9223" y="1899"/>
                  <a:pt x="9228" y="1911"/>
                </a:cubicBezTo>
                <a:lnTo>
                  <a:pt x="9228" y="1911"/>
                </a:lnTo>
                <a:cubicBezTo>
                  <a:pt x="8385" y="1669"/>
                  <a:pt x="7516" y="1585"/>
                  <a:pt x="6642" y="1585"/>
                </a:cubicBezTo>
                <a:cubicBezTo>
                  <a:pt x="5846" y="1585"/>
                  <a:pt x="5045" y="1654"/>
                  <a:pt x="4255" y="1738"/>
                </a:cubicBezTo>
                <a:lnTo>
                  <a:pt x="4255" y="1738"/>
                </a:lnTo>
                <a:lnTo>
                  <a:pt x="4482" y="1481"/>
                </a:lnTo>
                <a:cubicBezTo>
                  <a:pt x="4602" y="1361"/>
                  <a:pt x="4530" y="1214"/>
                  <a:pt x="4392" y="1214"/>
                </a:cubicBezTo>
                <a:cubicBezTo>
                  <a:pt x="4379" y="1214"/>
                  <a:pt x="4365" y="1215"/>
                  <a:pt x="4350" y="1218"/>
                </a:cubicBezTo>
                <a:cubicBezTo>
                  <a:pt x="4338" y="1220"/>
                  <a:pt x="4327" y="1221"/>
                  <a:pt x="4317" y="1221"/>
                </a:cubicBezTo>
                <a:cubicBezTo>
                  <a:pt x="4127" y="1221"/>
                  <a:pt x="4189" y="952"/>
                  <a:pt x="4252" y="890"/>
                </a:cubicBezTo>
                <a:cubicBezTo>
                  <a:pt x="4299" y="819"/>
                  <a:pt x="4346" y="766"/>
                  <a:pt x="4393" y="717"/>
                </a:cubicBezTo>
                <a:lnTo>
                  <a:pt x="4393" y="717"/>
                </a:lnTo>
                <a:cubicBezTo>
                  <a:pt x="4434" y="688"/>
                  <a:pt x="4474" y="658"/>
                  <a:pt x="4515" y="627"/>
                </a:cubicBezTo>
                <a:cubicBezTo>
                  <a:pt x="4621" y="547"/>
                  <a:pt x="4513" y="361"/>
                  <a:pt x="4398" y="361"/>
                </a:cubicBezTo>
                <a:cubicBezTo>
                  <a:pt x="4371" y="361"/>
                  <a:pt x="4343" y="371"/>
                  <a:pt x="4317" y="397"/>
                </a:cubicBezTo>
                <a:cubicBezTo>
                  <a:pt x="4298" y="410"/>
                  <a:pt x="4279" y="424"/>
                  <a:pt x="4260" y="439"/>
                </a:cubicBezTo>
                <a:lnTo>
                  <a:pt x="4260" y="439"/>
                </a:lnTo>
                <a:lnTo>
                  <a:pt x="4252" y="430"/>
                </a:lnTo>
                <a:cubicBezTo>
                  <a:pt x="3993" y="618"/>
                  <a:pt x="3700" y="773"/>
                  <a:pt x="3373" y="882"/>
                </a:cubicBezTo>
                <a:lnTo>
                  <a:pt x="3373" y="882"/>
                </a:lnTo>
                <a:lnTo>
                  <a:pt x="3503" y="669"/>
                </a:lnTo>
                <a:lnTo>
                  <a:pt x="3503" y="669"/>
                </a:lnTo>
                <a:cubicBezTo>
                  <a:pt x="3512" y="655"/>
                  <a:pt x="3520" y="641"/>
                  <a:pt x="3529" y="627"/>
                </a:cubicBezTo>
                <a:cubicBezTo>
                  <a:pt x="3598" y="511"/>
                  <a:pt x="3471" y="394"/>
                  <a:pt x="3356" y="394"/>
                </a:cubicBezTo>
                <a:cubicBezTo>
                  <a:pt x="3308" y="394"/>
                  <a:pt x="3262" y="414"/>
                  <a:pt x="3233" y="462"/>
                </a:cubicBezTo>
                <a:cubicBezTo>
                  <a:pt x="3108" y="687"/>
                  <a:pt x="2945" y="874"/>
                  <a:pt x="2758" y="1038"/>
                </a:cubicBezTo>
                <a:lnTo>
                  <a:pt x="2758" y="1038"/>
                </a:lnTo>
                <a:cubicBezTo>
                  <a:pt x="2750" y="943"/>
                  <a:pt x="2752" y="845"/>
                  <a:pt x="2766" y="748"/>
                </a:cubicBezTo>
                <a:lnTo>
                  <a:pt x="2766" y="748"/>
                </a:lnTo>
                <a:cubicBezTo>
                  <a:pt x="2845" y="573"/>
                  <a:pt x="2920" y="399"/>
                  <a:pt x="3003" y="232"/>
                </a:cubicBezTo>
                <a:cubicBezTo>
                  <a:pt x="3049" y="116"/>
                  <a:pt x="2932" y="0"/>
                  <a:pt x="282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9" name="Google Shape;1403;p11"/>
          <p:cNvSpPr/>
          <p:nvPr/>
        </p:nvSpPr>
        <p:spPr>
          <a:xfrm>
            <a:off x="6045120" y="4407840"/>
            <a:ext cx="90000" cy="42120"/>
          </a:xfrm>
          <a:custGeom>
            <a:avLst/>
            <a:gdLst>
              <a:gd name="textAreaLeft" fmla="*/ 0 w 90000"/>
              <a:gd name="textAreaRight" fmla="*/ 90360 w 9000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4267" h="2008">
                <a:moveTo>
                  <a:pt x="224" y="0"/>
                </a:moveTo>
                <a:cubicBezTo>
                  <a:pt x="50" y="0"/>
                  <a:pt x="1" y="269"/>
                  <a:pt x="188" y="331"/>
                </a:cubicBezTo>
                <a:cubicBezTo>
                  <a:pt x="1502" y="693"/>
                  <a:pt x="2784" y="1251"/>
                  <a:pt x="3967" y="1974"/>
                </a:cubicBezTo>
                <a:cubicBezTo>
                  <a:pt x="3996" y="1998"/>
                  <a:pt x="4025" y="2008"/>
                  <a:pt x="4052" y="2008"/>
                </a:cubicBezTo>
                <a:cubicBezTo>
                  <a:pt x="4179" y="2008"/>
                  <a:pt x="4266" y="1793"/>
                  <a:pt x="4131" y="1712"/>
                </a:cubicBezTo>
                <a:cubicBezTo>
                  <a:pt x="2915" y="956"/>
                  <a:pt x="1634" y="397"/>
                  <a:pt x="253" y="3"/>
                </a:cubicBezTo>
                <a:cubicBezTo>
                  <a:pt x="243" y="1"/>
                  <a:pt x="233" y="0"/>
                  <a:pt x="22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0" name="Google Shape;1404;p11"/>
          <p:cNvSpPr/>
          <p:nvPr/>
        </p:nvSpPr>
        <p:spPr>
          <a:xfrm>
            <a:off x="6111720" y="4419720"/>
            <a:ext cx="99000" cy="61920"/>
          </a:xfrm>
          <a:custGeom>
            <a:avLst/>
            <a:gdLst>
              <a:gd name="textAreaLeft" fmla="*/ 0 w 99000"/>
              <a:gd name="textAreaRight" fmla="*/ 99360 w 9900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4700" h="2947">
                <a:moveTo>
                  <a:pt x="227" y="0"/>
                </a:moveTo>
                <a:cubicBezTo>
                  <a:pt x="83" y="0"/>
                  <a:pt x="0" y="215"/>
                  <a:pt x="162" y="296"/>
                </a:cubicBezTo>
                <a:lnTo>
                  <a:pt x="4369" y="2925"/>
                </a:lnTo>
                <a:cubicBezTo>
                  <a:pt x="4399" y="2940"/>
                  <a:pt x="4428" y="2947"/>
                  <a:pt x="4455" y="2947"/>
                </a:cubicBezTo>
                <a:cubicBezTo>
                  <a:pt x="4607" y="2947"/>
                  <a:pt x="4700" y="2741"/>
                  <a:pt x="4533" y="2629"/>
                </a:cubicBezTo>
                <a:lnTo>
                  <a:pt x="327" y="33"/>
                </a:lnTo>
                <a:cubicBezTo>
                  <a:pt x="292" y="10"/>
                  <a:pt x="258" y="0"/>
                  <a:pt x="22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1" name="Google Shape;1405;p11"/>
          <p:cNvSpPr/>
          <p:nvPr/>
        </p:nvSpPr>
        <p:spPr>
          <a:xfrm>
            <a:off x="6134760" y="4407840"/>
            <a:ext cx="116640" cy="79200"/>
          </a:xfrm>
          <a:custGeom>
            <a:avLst/>
            <a:gdLst>
              <a:gd name="textAreaLeft" fmla="*/ 0 w 116640"/>
              <a:gd name="textAreaRight" fmla="*/ 117000 w 116640"/>
              <a:gd name="textAreaTop" fmla="*/ 0 h 79200"/>
              <a:gd name="textAreaBottom" fmla="*/ 79560 h 79200"/>
            </a:gdLst>
            <a:ahLst/>
            <a:cxnLst/>
            <a:rect l="textAreaLeft" t="textAreaTop" r="textAreaRight" b="textAreaBottom"/>
            <a:pathLst>
              <a:path w="5532" h="3757">
                <a:moveTo>
                  <a:pt x="246" y="0"/>
                </a:moveTo>
                <a:cubicBezTo>
                  <a:pt x="93" y="0"/>
                  <a:pt x="1" y="206"/>
                  <a:pt x="168" y="317"/>
                </a:cubicBezTo>
                <a:lnTo>
                  <a:pt x="5228" y="3735"/>
                </a:lnTo>
                <a:cubicBezTo>
                  <a:pt x="5253" y="3750"/>
                  <a:pt x="5278" y="3756"/>
                  <a:pt x="5302" y="3756"/>
                </a:cubicBezTo>
                <a:cubicBezTo>
                  <a:pt x="5435" y="3756"/>
                  <a:pt x="5532" y="3551"/>
                  <a:pt x="5393" y="3439"/>
                </a:cubicBezTo>
                <a:lnTo>
                  <a:pt x="332" y="22"/>
                </a:lnTo>
                <a:cubicBezTo>
                  <a:pt x="302" y="7"/>
                  <a:pt x="273" y="0"/>
                  <a:pt x="24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0" bIns="39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2" name="Google Shape;1406;p11"/>
          <p:cNvSpPr/>
          <p:nvPr/>
        </p:nvSpPr>
        <p:spPr>
          <a:xfrm>
            <a:off x="6178320" y="4413600"/>
            <a:ext cx="90360" cy="55440"/>
          </a:xfrm>
          <a:custGeom>
            <a:avLst/>
            <a:gdLst>
              <a:gd name="textAreaLeft" fmla="*/ 0 w 90360"/>
              <a:gd name="textAreaRight" fmla="*/ 90720 w 90360"/>
              <a:gd name="textAreaTop" fmla="*/ 0 h 55440"/>
              <a:gd name="textAreaBottom" fmla="*/ 55800 h 55440"/>
            </a:gdLst>
            <a:ahLst/>
            <a:cxnLst/>
            <a:rect l="textAreaLeft" t="textAreaTop" r="textAreaRight" b="textAreaBottom"/>
            <a:pathLst>
              <a:path w="4289" h="2641">
                <a:moveTo>
                  <a:pt x="231" y="1"/>
                </a:moveTo>
                <a:cubicBezTo>
                  <a:pt x="98" y="1"/>
                  <a:pt x="1" y="207"/>
                  <a:pt x="140" y="318"/>
                </a:cubicBezTo>
                <a:lnTo>
                  <a:pt x="3985" y="2618"/>
                </a:lnTo>
                <a:cubicBezTo>
                  <a:pt x="4015" y="2634"/>
                  <a:pt x="4044" y="2640"/>
                  <a:pt x="4070" y="2640"/>
                </a:cubicBezTo>
                <a:cubicBezTo>
                  <a:pt x="4215" y="2640"/>
                  <a:pt x="4288" y="2439"/>
                  <a:pt x="4149" y="2356"/>
                </a:cubicBezTo>
                <a:lnTo>
                  <a:pt x="304" y="23"/>
                </a:lnTo>
                <a:cubicBezTo>
                  <a:pt x="279" y="8"/>
                  <a:pt x="254" y="1"/>
                  <a:pt x="2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3" name="Google Shape;1407;p11"/>
          <p:cNvSpPr/>
          <p:nvPr/>
        </p:nvSpPr>
        <p:spPr>
          <a:xfrm>
            <a:off x="6227280" y="4425480"/>
            <a:ext cx="75600" cy="48240"/>
          </a:xfrm>
          <a:custGeom>
            <a:avLst/>
            <a:gdLst>
              <a:gd name="textAreaLeft" fmla="*/ 0 w 75600"/>
              <a:gd name="textAreaRight" fmla="*/ 75960 w 7560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3589" h="2290">
                <a:moveTo>
                  <a:pt x="244" y="0"/>
                </a:moveTo>
                <a:cubicBezTo>
                  <a:pt x="92" y="0"/>
                  <a:pt x="0" y="202"/>
                  <a:pt x="167" y="285"/>
                </a:cubicBezTo>
                <a:cubicBezTo>
                  <a:pt x="1252" y="877"/>
                  <a:pt x="2303" y="1534"/>
                  <a:pt x="3289" y="2257"/>
                </a:cubicBezTo>
                <a:cubicBezTo>
                  <a:pt x="3323" y="2280"/>
                  <a:pt x="3356" y="2290"/>
                  <a:pt x="3385" y="2290"/>
                </a:cubicBezTo>
                <a:cubicBezTo>
                  <a:pt x="3523" y="2290"/>
                  <a:pt x="3589" y="2069"/>
                  <a:pt x="3453" y="1961"/>
                </a:cubicBezTo>
                <a:cubicBezTo>
                  <a:pt x="2467" y="1238"/>
                  <a:pt x="1416" y="581"/>
                  <a:pt x="332" y="22"/>
                </a:cubicBezTo>
                <a:cubicBezTo>
                  <a:pt x="301" y="7"/>
                  <a:pt x="272" y="0"/>
                  <a:pt x="2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4" name="Google Shape;1408;p11"/>
          <p:cNvSpPr/>
          <p:nvPr/>
        </p:nvSpPr>
        <p:spPr>
          <a:xfrm>
            <a:off x="6300000" y="4570200"/>
            <a:ext cx="70200" cy="50400"/>
          </a:xfrm>
          <a:custGeom>
            <a:avLst/>
            <a:gdLst>
              <a:gd name="textAreaLeft" fmla="*/ 0 w 70200"/>
              <a:gd name="textAreaRight" fmla="*/ 70560 w 702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3329" h="2391">
                <a:moveTo>
                  <a:pt x="230" y="0"/>
                </a:moveTo>
                <a:cubicBezTo>
                  <a:pt x="97" y="0"/>
                  <a:pt x="0" y="206"/>
                  <a:pt x="140" y="318"/>
                </a:cubicBezTo>
                <a:lnTo>
                  <a:pt x="3031" y="2355"/>
                </a:lnTo>
                <a:cubicBezTo>
                  <a:pt x="3063" y="2380"/>
                  <a:pt x="3094" y="2391"/>
                  <a:pt x="3123" y="2391"/>
                </a:cubicBezTo>
                <a:cubicBezTo>
                  <a:pt x="3246" y="2391"/>
                  <a:pt x="3329" y="2199"/>
                  <a:pt x="3196" y="2092"/>
                </a:cubicBezTo>
                <a:lnTo>
                  <a:pt x="304" y="22"/>
                </a:lnTo>
                <a:cubicBezTo>
                  <a:pt x="279" y="7"/>
                  <a:pt x="254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5" name="Google Shape;1409;p11"/>
          <p:cNvSpPr/>
          <p:nvPr/>
        </p:nvSpPr>
        <p:spPr>
          <a:xfrm>
            <a:off x="6325560" y="4556880"/>
            <a:ext cx="70560" cy="60840"/>
          </a:xfrm>
          <a:custGeom>
            <a:avLst/>
            <a:gdLst>
              <a:gd name="textAreaLeft" fmla="*/ 0 w 70560"/>
              <a:gd name="textAreaRight" fmla="*/ 70920 w 70560"/>
              <a:gd name="textAreaTop" fmla="*/ 0 h 60840"/>
              <a:gd name="textAreaBottom" fmla="*/ 61200 h 60840"/>
            </a:gdLst>
            <a:ahLst/>
            <a:cxnLst/>
            <a:rect l="textAreaLeft" t="textAreaTop" r="textAreaRight" b="textAreaBottom"/>
            <a:pathLst>
              <a:path w="3347" h="2886">
                <a:moveTo>
                  <a:pt x="230" y="0"/>
                </a:moveTo>
                <a:cubicBezTo>
                  <a:pt x="102" y="0"/>
                  <a:pt x="0" y="162"/>
                  <a:pt x="125" y="287"/>
                </a:cubicBezTo>
                <a:lnTo>
                  <a:pt x="92" y="287"/>
                </a:lnTo>
                <a:cubicBezTo>
                  <a:pt x="979" y="1240"/>
                  <a:pt x="1965" y="2094"/>
                  <a:pt x="3049" y="2850"/>
                </a:cubicBezTo>
                <a:cubicBezTo>
                  <a:pt x="3081" y="2875"/>
                  <a:pt x="3112" y="2886"/>
                  <a:pt x="3141" y="2886"/>
                </a:cubicBezTo>
                <a:cubicBezTo>
                  <a:pt x="3264" y="2886"/>
                  <a:pt x="3346" y="2693"/>
                  <a:pt x="3213" y="2587"/>
                </a:cubicBezTo>
                <a:cubicBezTo>
                  <a:pt x="2162" y="1831"/>
                  <a:pt x="1209" y="977"/>
                  <a:pt x="355" y="57"/>
                </a:cubicBezTo>
                <a:cubicBezTo>
                  <a:pt x="315" y="17"/>
                  <a:pt x="271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600" bIns="30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6" name="Google Shape;1410;p11"/>
          <p:cNvSpPr/>
          <p:nvPr/>
        </p:nvSpPr>
        <p:spPr>
          <a:xfrm>
            <a:off x="6340320" y="4547520"/>
            <a:ext cx="75600" cy="65160"/>
          </a:xfrm>
          <a:custGeom>
            <a:avLst/>
            <a:gdLst>
              <a:gd name="textAreaLeft" fmla="*/ 0 w 75600"/>
              <a:gd name="textAreaRight" fmla="*/ 75960 w 75600"/>
              <a:gd name="textAreaTop" fmla="*/ 0 h 65160"/>
              <a:gd name="textAreaBottom" fmla="*/ 65520 h 65160"/>
            </a:gdLst>
            <a:ahLst/>
            <a:cxnLst/>
            <a:rect l="textAreaLeft" t="textAreaTop" r="textAreaRight" b="textAreaBottom"/>
            <a:pathLst>
              <a:path w="3592" h="3096">
                <a:moveTo>
                  <a:pt x="232" y="1"/>
                </a:moveTo>
                <a:cubicBezTo>
                  <a:pt x="103" y="1"/>
                  <a:pt x="0" y="172"/>
                  <a:pt x="105" y="302"/>
                </a:cubicBezTo>
                <a:cubicBezTo>
                  <a:pt x="1091" y="1288"/>
                  <a:pt x="2175" y="2208"/>
                  <a:pt x="3292" y="3063"/>
                </a:cubicBezTo>
                <a:cubicBezTo>
                  <a:pt x="3321" y="3086"/>
                  <a:pt x="3350" y="3096"/>
                  <a:pt x="3377" y="3096"/>
                </a:cubicBezTo>
                <a:cubicBezTo>
                  <a:pt x="3504" y="3096"/>
                  <a:pt x="3592" y="2875"/>
                  <a:pt x="3456" y="2767"/>
                </a:cubicBezTo>
                <a:cubicBezTo>
                  <a:pt x="2339" y="1945"/>
                  <a:pt x="1321" y="1025"/>
                  <a:pt x="335" y="40"/>
                </a:cubicBezTo>
                <a:cubicBezTo>
                  <a:pt x="301" y="12"/>
                  <a:pt x="265" y="1"/>
                  <a:pt x="2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760" bIns="32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7" name="Google Shape;1411;p11"/>
          <p:cNvSpPr/>
          <p:nvPr/>
        </p:nvSpPr>
        <p:spPr>
          <a:xfrm>
            <a:off x="6348960" y="4529880"/>
            <a:ext cx="114480" cy="102240"/>
          </a:xfrm>
          <a:custGeom>
            <a:avLst/>
            <a:gdLst>
              <a:gd name="textAreaLeft" fmla="*/ 0 w 114480"/>
              <a:gd name="textAreaRight" fmla="*/ 114840 w 114480"/>
              <a:gd name="textAreaTop" fmla="*/ 0 h 102240"/>
              <a:gd name="textAreaBottom" fmla="*/ 102600 h 102240"/>
            </a:gdLst>
            <a:ahLst/>
            <a:cxnLst/>
            <a:rect l="textAreaLeft" t="textAreaTop" r="textAreaRight" b="textAreaBottom"/>
            <a:pathLst>
              <a:path w="5419" h="4845">
                <a:moveTo>
                  <a:pt x="252" y="1"/>
                </a:moveTo>
                <a:cubicBezTo>
                  <a:pt x="116" y="1"/>
                  <a:pt x="0" y="166"/>
                  <a:pt x="130" y="270"/>
                </a:cubicBezTo>
                <a:lnTo>
                  <a:pt x="5059" y="4805"/>
                </a:lnTo>
                <a:cubicBezTo>
                  <a:pt x="5093" y="4832"/>
                  <a:pt x="5131" y="4844"/>
                  <a:pt x="5167" y="4844"/>
                </a:cubicBezTo>
                <a:cubicBezTo>
                  <a:pt x="5302" y="4844"/>
                  <a:pt x="5419" y="4679"/>
                  <a:pt x="5289" y="4575"/>
                </a:cubicBezTo>
                <a:lnTo>
                  <a:pt x="360" y="40"/>
                </a:lnTo>
                <a:cubicBezTo>
                  <a:pt x="325" y="12"/>
                  <a:pt x="288" y="1"/>
                  <a:pt x="2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1120" bIns="51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8" name="Google Shape;1412;p11"/>
          <p:cNvSpPr/>
          <p:nvPr/>
        </p:nvSpPr>
        <p:spPr>
          <a:xfrm>
            <a:off x="6406560" y="4553640"/>
            <a:ext cx="70920" cy="58320"/>
          </a:xfrm>
          <a:custGeom>
            <a:avLst/>
            <a:gdLst>
              <a:gd name="textAreaLeft" fmla="*/ 0 w 70920"/>
              <a:gd name="textAreaRight" fmla="*/ 71280 w 70920"/>
              <a:gd name="textAreaTop" fmla="*/ 0 h 58320"/>
              <a:gd name="textAreaBottom" fmla="*/ 58680 h 58320"/>
            </a:gdLst>
            <a:ahLst/>
            <a:cxnLst/>
            <a:rect l="textAreaLeft" t="textAreaTop" r="textAreaRight" b="textAreaBottom"/>
            <a:pathLst>
              <a:path w="3375" h="2774">
                <a:moveTo>
                  <a:pt x="252" y="0"/>
                </a:moveTo>
                <a:cubicBezTo>
                  <a:pt x="117" y="0"/>
                  <a:pt x="0" y="165"/>
                  <a:pt x="130" y="269"/>
                </a:cubicBezTo>
                <a:lnTo>
                  <a:pt x="2989" y="2734"/>
                </a:lnTo>
                <a:cubicBezTo>
                  <a:pt x="3024" y="2761"/>
                  <a:pt x="3062" y="2773"/>
                  <a:pt x="3100" y="2773"/>
                </a:cubicBezTo>
                <a:cubicBezTo>
                  <a:pt x="3243" y="2773"/>
                  <a:pt x="3375" y="2608"/>
                  <a:pt x="3219" y="2504"/>
                </a:cubicBezTo>
                <a:lnTo>
                  <a:pt x="360" y="39"/>
                </a:lnTo>
                <a:cubicBezTo>
                  <a:pt x="326" y="12"/>
                  <a:pt x="288" y="0"/>
                  <a:pt x="25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9" name="Google Shape;1413;p11"/>
          <p:cNvSpPr/>
          <p:nvPr/>
        </p:nvSpPr>
        <p:spPr>
          <a:xfrm>
            <a:off x="6445440" y="456192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916" h="1582">
                <a:moveTo>
                  <a:pt x="181" y="0"/>
                </a:moveTo>
                <a:cubicBezTo>
                  <a:pt x="140" y="0"/>
                  <a:pt x="99" y="17"/>
                  <a:pt x="66" y="50"/>
                </a:cubicBezTo>
                <a:cubicBezTo>
                  <a:pt x="0" y="115"/>
                  <a:pt x="0" y="214"/>
                  <a:pt x="66" y="280"/>
                </a:cubicBezTo>
                <a:cubicBezTo>
                  <a:pt x="493" y="805"/>
                  <a:pt x="1019" y="1233"/>
                  <a:pt x="1610" y="1561"/>
                </a:cubicBezTo>
                <a:cubicBezTo>
                  <a:pt x="1633" y="1575"/>
                  <a:pt x="1656" y="1581"/>
                  <a:pt x="1678" y="1581"/>
                </a:cubicBezTo>
                <a:cubicBezTo>
                  <a:pt x="1814" y="1581"/>
                  <a:pt x="1916" y="1350"/>
                  <a:pt x="1774" y="1265"/>
                </a:cubicBezTo>
                <a:cubicBezTo>
                  <a:pt x="1183" y="970"/>
                  <a:pt x="690" y="543"/>
                  <a:pt x="296" y="50"/>
                </a:cubicBezTo>
                <a:cubicBezTo>
                  <a:pt x="263" y="17"/>
                  <a:pt x="222" y="0"/>
                  <a:pt x="1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0" name="Google Shape;1414;p11"/>
          <p:cNvSpPr/>
          <p:nvPr/>
        </p:nvSpPr>
        <p:spPr>
          <a:xfrm>
            <a:off x="6451200" y="4767480"/>
            <a:ext cx="89640" cy="80280"/>
          </a:xfrm>
          <a:custGeom>
            <a:avLst/>
            <a:gdLst>
              <a:gd name="textAreaLeft" fmla="*/ 0 w 89640"/>
              <a:gd name="textAreaRight" fmla="*/ 90000 w 89640"/>
              <a:gd name="textAreaTop" fmla="*/ 0 h 80280"/>
              <a:gd name="textAreaBottom" fmla="*/ 80640 h 80280"/>
            </a:gdLst>
            <a:ahLst/>
            <a:cxnLst/>
            <a:rect l="textAreaLeft" t="textAreaTop" r="textAreaRight" b="textAreaBottom"/>
            <a:pathLst>
              <a:path w="4245" h="3804">
                <a:moveTo>
                  <a:pt x="224" y="1"/>
                </a:moveTo>
                <a:cubicBezTo>
                  <a:pt x="109" y="1"/>
                  <a:pt x="1" y="163"/>
                  <a:pt x="100" y="287"/>
                </a:cubicBezTo>
                <a:cubicBezTo>
                  <a:pt x="1251" y="1569"/>
                  <a:pt x="2532" y="2752"/>
                  <a:pt x="3945" y="3770"/>
                </a:cubicBezTo>
                <a:cubicBezTo>
                  <a:pt x="3974" y="3793"/>
                  <a:pt x="4003" y="3803"/>
                  <a:pt x="4030" y="3803"/>
                </a:cubicBezTo>
                <a:cubicBezTo>
                  <a:pt x="4157" y="3803"/>
                  <a:pt x="4245" y="3583"/>
                  <a:pt x="4109" y="3475"/>
                </a:cubicBezTo>
                <a:cubicBezTo>
                  <a:pt x="2729" y="2489"/>
                  <a:pt x="1448" y="1339"/>
                  <a:pt x="330" y="57"/>
                </a:cubicBezTo>
                <a:cubicBezTo>
                  <a:pt x="299" y="17"/>
                  <a:pt x="261" y="1"/>
                  <a:pt x="22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1" name="Google Shape;1415;p11"/>
          <p:cNvSpPr/>
          <p:nvPr/>
        </p:nvSpPr>
        <p:spPr>
          <a:xfrm>
            <a:off x="6510600" y="4791600"/>
            <a:ext cx="68400" cy="55440"/>
          </a:xfrm>
          <a:custGeom>
            <a:avLst/>
            <a:gdLst>
              <a:gd name="textAreaLeft" fmla="*/ 0 w 68400"/>
              <a:gd name="textAreaRight" fmla="*/ 68760 w 68400"/>
              <a:gd name="textAreaTop" fmla="*/ 0 h 55440"/>
              <a:gd name="textAreaBottom" fmla="*/ 55800 h 55440"/>
            </a:gdLst>
            <a:ahLst/>
            <a:cxnLst/>
            <a:rect l="textAreaLeft" t="textAreaTop" r="textAreaRight" b="textAreaBottom"/>
            <a:pathLst>
              <a:path w="3244" h="2642">
                <a:moveTo>
                  <a:pt x="275" y="0"/>
                </a:moveTo>
                <a:cubicBezTo>
                  <a:pt x="132" y="0"/>
                  <a:pt x="1" y="166"/>
                  <a:pt x="156" y="270"/>
                </a:cubicBezTo>
                <a:lnTo>
                  <a:pt x="2884" y="2603"/>
                </a:lnTo>
                <a:cubicBezTo>
                  <a:pt x="2911" y="2630"/>
                  <a:pt x="2945" y="2642"/>
                  <a:pt x="2979" y="2642"/>
                </a:cubicBezTo>
                <a:cubicBezTo>
                  <a:pt x="3107" y="2642"/>
                  <a:pt x="3244" y="2476"/>
                  <a:pt x="3114" y="2373"/>
                </a:cubicBezTo>
                <a:lnTo>
                  <a:pt x="386" y="40"/>
                </a:lnTo>
                <a:cubicBezTo>
                  <a:pt x="352" y="12"/>
                  <a:pt x="313" y="0"/>
                  <a:pt x="27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2" name="Google Shape;1416;p11"/>
          <p:cNvSpPr/>
          <p:nvPr/>
        </p:nvSpPr>
        <p:spPr>
          <a:xfrm>
            <a:off x="6723000" y="4805280"/>
            <a:ext cx="83880" cy="71640"/>
          </a:xfrm>
          <a:custGeom>
            <a:avLst/>
            <a:gdLst>
              <a:gd name="textAreaLeft" fmla="*/ 0 w 83880"/>
              <a:gd name="textAreaRight" fmla="*/ 84240 w 83880"/>
              <a:gd name="textAreaTop" fmla="*/ 0 h 71640"/>
              <a:gd name="textAreaBottom" fmla="*/ 72000 h 71640"/>
            </a:gdLst>
            <a:ahLst/>
            <a:cxnLst/>
            <a:rect l="textAreaLeft" t="textAreaTop" r="textAreaRight" b="textAreaBottom"/>
            <a:pathLst>
              <a:path w="3984" h="3405">
                <a:moveTo>
                  <a:pt x="233" y="0"/>
                </a:moveTo>
                <a:cubicBezTo>
                  <a:pt x="115" y="0"/>
                  <a:pt x="0" y="181"/>
                  <a:pt x="102" y="283"/>
                </a:cubicBezTo>
                <a:cubicBezTo>
                  <a:pt x="1153" y="1466"/>
                  <a:pt x="2369" y="2484"/>
                  <a:pt x="3684" y="3372"/>
                </a:cubicBezTo>
                <a:cubicBezTo>
                  <a:pt x="3712" y="3395"/>
                  <a:pt x="3741" y="3405"/>
                  <a:pt x="3768" y="3405"/>
                </a:cubicBezTo>
                <a:cubicBezTo>
                  <a:pt x="3895" y="3405"/>
                  <a:pt x="3983" y="3184"/>
                  <a:pt x="3848" y="3076"/>
                </a:cubicBezTo>
                <a:cubicBezTo>
                  <a:pt x="2533" y="2222"/>
                  <a:pt x="1383" y="1203"/>
                  <a:pt x="332" y="53"/>
                </a:cubicBezTo>
                <a:cubicBezTo>
                  <a:pt x="302" y="16"/>
                  <a:pt x="268" y="0"/>
                  <a:pt x="2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0" bIns="36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3" name="Google Shape;1417;p11"/>
          <p:cNvSpPr/>
          <p:nvPr/>
        </p:nvSpPr>
        <p:spPr>
          <a:xfrm>
            <a:off x="6753600" y="4806000"/>
            <a:ext cx="108720" cy="86760"/>
          </a:xfrm>
          <a:custGeom>
            <a:avLst/>
            <a:gdLst>
              <a:gd name="textAreaLeft" fmla="*/ 0 w 108720"/>
              <a:gd name="textAreaRight" fmla="*/ 109080 w 108720"/>
              <a:gd name="textAreaTop" fmla="*/ 0 h 86760"/>
              <a:gd name="textAreaBottom" fmla="*/ 87120 h 86760"/>
            </a:gdLst>
            <a:ahLst/>
            <a:cxnLst/>
            <a:rect l="textAreaLeft" t="textAreaTop" r="textAreaRight" b="textAreaBottom"/>
            <a:pathLst>
              <a:path w="5162" h="4115">
                <a:moveTo>
                  <a:pt x="253" y="0"/>
                </a:moveTo>
                <a:cubicBezTo>
                  <a:pt x="117" y="0"/>
                  <a:pt x="1" y="166"/>
                  <a:pt x="131" y="270"/>
                </a:cubicBezTo>
                <a:cubicBezTo>
                  <a:pt x="1642" y="1617"/>
                  <a:pt x="3219" y="2866"/>
                  <a:pt x="4862" y="4081"/>
                </a:cubicBezTo>
                <a:cubicBezTo>
                  <a:pt x="4891" y="4105"/>
                  <a:pt x="4920" y="4115"/>
                  <a:pt x="4948" y="4115"/>
                </a:cubicBezTo>
                <a:cubicBezTo>
                  <a:pt x="5074" y="4115"/>
                  <a:pt x="5162" y="3900"/>
                  <a:pt x="5027" y="3819"/>
                </a:cubicBezTo>
                <a:cubicBezTo>
                  <a:pt x="3417" y="2603"/>
                  <a:pt x="1872" y="1354"/>
                  <a:pt x="361" y="40"/>
                </a:cubicBezTo>
                <a:cubicBezTo>
                  <a:pt x="326" y="12"/>
                  <a:pt x="289" y="0"/>
                  <a:pt x="2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560" bIns="43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4" name="Google Shape;1418;p11"/>
          <p:cNvSpPr/>
          <p:nvPr/>
        </p:nvSpPr>
        <p:spPr>
          <a:xfrm>
            <a:off x="6876000" y="4857480"/>
            <a:ext cx="139680" cy="122040"/>
          </a:xfrm>
          <a:custGeom>
            <a:avLst/>
            <a:gdLst>
              <a:gd name="textAreaLeft" fmla="*/ 0 w 139680"/>
              <a:gd name="textAreaRight" fmla="*/ 140040 w 139680"/>
              <a:gd name="textAreaTop" fmla="*/ 0 h 122040"/>
              <a:gd name="textAreaBottom" fmla="*/ 122400 h 122040"/>
            </a:gdLst>
            <a:ahLst/>
            <a:cxnLst/>
            <a:rect l="textAreaLeft" t="textAreaTop" r="textAreaRight" b="textAreaBottom"/>
            <a:pathLst>
              <a:path w="6616" h="5788">
                <a:moveTo>
                  <a:pt x="252" y="1"/>
                </a:moveTo>
                <a:cubicBezTo>
                  <a:pt x="116" y="1"/>
                  <a:pt x="0" y="166"/>
                  <a:pt x="130" y="270"/>
                </a:cubicBezTo>
                <a:cubicBezTo>
                  <a:pt x="2299" y="1979"/>
                  <a:pt x="4336" y="3819"/>
                  <a:pt x="6308" y="5758"/>
                </a:cubicBezTo>
                <a:cubicBezTo>
                  <a:pt x="6335" y="5779"/>
                  <a:pt x="6366" y="5788"/>
                  <a:pt x="6396" y="5788"/>
                </a:cubicBezTo>
                <a:cubicBezTo>
                  <a:pt x="6509" y="5788"/>
                  <a:pt x="6616" y="5658"/>
                  <a:pt x="6538" y="5528"/>
                </a:cubicBezTo>
                <a:cubicBezTo>
                  <a:pt x="4566" y="3589"/>
                  <a:pt x="2529" y="1749"/>
                  <a:pt x="360" y="40"/>
                </a:cubicBezTo>
                <a:cubicBezTo>
                  <a:pt x="325" y="13"/>
                  <a:pt x="288" y="1"/>
                  <a:pt x="2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0" bIns="61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5" name="Google Shape;1419;p11"/>
          <p:cNvSpPr/>
          <p:nvPr/>
        </p:nvSpPr>
        <p:spPr>
          <a:xfrm>
            <a:off x="6971400" y="4901760"/>
            <a:ext cx="73440" cy="64440"/>
          </a:xfrm>
          <a:custGeom>
            <a:avLst/>
            <a:gdLst>
              <a:gd name="textAreaLeft" fmla="*/ 0 w 73440"/>
              <a:gd name="textAreaRight" fmla="*/ 73800 w 73440"/>
              <a:gd name="textAreaTop" fmla="*/ 0 h 64440"/>
              <a:gd name="textAreaBottom" fmla="*/ 64800 h 64440"/>
            </a:gdLst>
            <a:ahLst/>
            <a:cxnLst/>
            <a:rect l="textAreaLeft" t="textAreaTop" r="textAreaRight" b="textAreaBottom"/>
            <a:pathLst>
              <a:path w="3493" h="3070">
                <a:moveTo>
                  <a:pt x="223" y="1"/>
                </a:moveTo>
                <a:cubicBezTo>
                  <a:pt x="108" y="1"/>
                  <a:pt x="0" y="163"/>
                  <a:pt x="100" y="287"/>
                </a:cubicBezTo>
                <a:cubicBezTo>
                  <a:pt x="1020" y="1339"/>
                  <a:pt x="2039" y="2259"/>
                  <a:pt x="3189" y="3048"/>
                </a:cubicBezTo>
                <a:cubicBezTo>
                  <a:pt x="3214" y="3063"/>
                  <a:pt x="3239" y="3069"/>
                  <a:pt x="3263" y="3069"/>
                </a:cubicBezTo>
                <a:cubicBezTo>
                  <a:pt x="3395" y="3069"/>
                  <a:pt x="3492" y="2863"/>
                  <a:pt x="3353" y="2752"/>
                </a:cubicBezTo>
                <a:cubicBezTo>
                  <a:pt x="2236" y="1996"/>
                  <a:pt x="1217" y="1076"/>
                  <a:pt x="330" y="57"/>
                </a:cubicBezTo>
                <a:cubicBezTo>
                  <a:pt x="298" y="17"/>
                  <a:pt x="260" y="1"/>
                  <a:pt x="2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0" bIns="32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6" name="Google Shape;1420;p11"/>
          <p:cNvSpPr/>
          <p:nvPr/>
        </p:nvSpPr>
        <p:spPr>
          <a:xfrm>
            <a:off x="7009560" y="4909680"/>
            <a:ext cx="50400" cy="38520"/>
          </a:xfrm>
          <a:custGeom>
            <a:avLst/>
            <a:gdLst>
              <a:gd name="textAreaLeft" fmla="*/ 0 w 50400"/>
              <a:gd name="textAreaRight" fmla="*/ 50760 w 5040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2401" h="1836">
                <a:moveTo>
                  <a:pt x="252" y="1"/>
                </a:moveTo>
                <a:cubicBezTo>
                  <a:pt x="117" y="1"/>
                  <a:pt x="0" y="166"/>
                  <a:pt x="130" y="270"/>
                </a:cubicBezTo>
                <a:cubicBezTo>
                  <a:pt x="689" y="861"/>
                  <a:pt x="1346" y="1387"/>
                  <a:pt x="2069" y="1814"/>
                </a:cubicBezTo>
                <a:cubicBezTo>
                  <a:pt x="2099" y="1829"/>
                  <a:pt x="2128" y="1836"/>
                  <a:pt x="2155" y="1836"/>
                </a:cubicBezTo>
                <a:cubicBezTo>
                  <a:pt x="2308" y="1836"/>
                  <a:pt x="2400" y="1630"/>
                  <a:pt x="2233" y="1518"/>
                </a:cubicBezTo>
                <a:cubicBezTo>
                  <a:pt x="1543" y="1124"/>
                  <a:pt x="919" y="631"/>
                  <a:pt x="360" y="40"/>
                </a:cubicBezTo>
                <a:cubicBezTo>
                  <a:pt x="326" y="12"/>
                  <a:pt x="288" y="1"/>
                  <a:pt x="2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7" name="Google Shape;1421;p11"/>
          <p:cNvSpPr/>
          <p:nvPr/>
        </p:nvSpPr>
        <p:spPr>
          <a:xfrm>
            <a:off x="7065360" y="4933440"/>
            <a:ext cx="45720" cy="35280"/>
          </a:xfrm>
          <a:custGeom>
            <a:avLst/>
            <a:gdLst>
              <a:gd name="textAreaLeft" fmla="*/ 0 w 45720"/>
              <a:gd name="textAreaRight" fmla="*/ 46080 w 4572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2170" h="1692">
                <a:moveTo>
                  <a:pt x="205" y="0"/>
                </a:moveTo>
                <a:cubicBezTo>
                  <a:pt x="149" y="0"/>
                  <a:pt x="90" y="31"/>
                  <a:pt x="66" y="79"/>
                </a:cubicBezTo>
                <a:cubicBezTo>
                  <a:pt x="0" y="145"/>
                  <a:pt x="33" y="243"/>
                  <a:pt x="99" y="309"/>
                </a:cubicBezTo>
                <a:lnTo>
                  <a:pt x="1906" y="1656"/>
                </a:lnTo>
                <a:cubicBezTo>
                  <a:pt x="1931" y="1681"/>
                  <a:pt x="1961" y="1692"/>
                  <a:pt x="1991" y="1692"/>
                </a:cubicBezTo>
                <a:cubicBezTo>
                  <a:pt x="2038" y="1692"/>
                  <a:pt x="2083" y="1664"/>
                  <a:pt x="2103" y="1623"/>
                </a:cubicBezTo>
                <a:cubicBezTo>
                  <a:pt x="2169" y="1525"/>
                  <a:pt x="2136" y="1426"/>
                  <a:pt x="2071" y="1393"/>
                </a:cubicBezTo>
                <a:lnTo>
                  <a:pt x="263" y="13"/>
                </a:lnTo>
                <a:cubicBezTo>
                  <a:pt x="246" y="4"/>
                  <a:pt x="226" y="0"/>
                  <a:pt x="20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8" name="Google Shape;1422;p11"/>
          <p:cNvSpPr/>
          <p:nvPr/>
        </p:nvSpPr>
        <p:spPr>
          <a:xfrm>
            <a:off x="6873120" y="4623480"/>
            <a:ext cx="146160" cy="115560"/>
          </a:xfrm>
          <a:custGeom>
            <a:avLst/>
            <a:gdLst>
              <a:gd name="textAreaLeft" fmla="*/ 0 w 146160"/>
              <a:gd name="textAreaRight" fmla="*/ 146520 w 146160"/>
              <a:gd name="textAreaTop" fmla="*/ 0 h 115560"/>
              <a:gd name="textAreaBottom" fmla="*/ 115920 h 115560"/>
            </a:gdLst>
            <a:ahLst/>
            <a:cxnLst/>
            <a:rect l="textAreaLeft" t="textAreaTop" r="textAreaRight" b="textAreaBottom"/>
            <a:pathLst>
              <a:path w="6916" h="5473">
                <a:moveTo>
                  <a:pt x="238" y="0"/>
                </a:moveTo>
                <a:cubicBezTo>
                  <a:pt x="102" y="0"/>
                  <a:pt x="0" y="231"/>
                  <a:pt x="141" y="316"/>
                </a:cubicBezTo>
                <a:cubicBezTo>
                  <a:pt x="2475" y="1762"/>
                  <a:pt x="4643" y="3504"/>
                  <a:pt x="6582" y="5442"/>
                </a:cubicBezTo>
                <a:cubicBezTo>
                  <a:pt x="6616" y="5463"/>
                  <a:pt x="6652" y="5472"/>
                  <a:pt x="6686" y="5472"/>
                </a:cubicBezTo>
                <a:cubicBezTo>
                  <a:pt x="6815" y="5472"/>
                  <a:pt x="6916" y="5342"/>
                  <a:pt x="6812" y="5212"/>
                </a:cubicBezTo>
                <a:lnTo>
                  <a:pt x="6812" y="5179"/>
                </a:lnTo>
                <a:cubicBezTo>
                  <a:pt x="4840" y="3241"/>
                  <a:pt x="2672" y="1499"/>
                  <a:pt x="306" y="20"/>
                </a:cubicBezTo>
                <a:cubicBezTo>
                  <a:pt x="283" y="7"/>
                  <a:pt x="260" y="0"/>
                  <a:pt x="23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960" bIns="57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9" name="Google Shape;1423;p11"/>
          <p:cNvSpPr/>
          <p:nvPr/>
        </p:nvSpPr>
        <p:spPr>
          <a:xfrm>
            <a:off x="6958080" y="4665240"/>
            <a:ext cx="55080" cy="36360"/>
          </a:xfrm>
          <a:custGeom>
            <a:avLst/>
            <a:gdLst>
              <a:gd name="textAreaLeft" fmla="*/ 0 w 55080"/>
              <a:gd name="textAreaRight" fmla="*/ 55440 w 5508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2626" h="1743">
                <a:moveTo>
                  <a:pt x="228" y="1"/>
                </a:moveTo>
                <a:cubicBezTo>
                  <a:pt x="84" y="1"/>
                  <a:pt x="1" y="216"/>
                  <a:pt x="163" y="297"/>
                </a:cubicBezTo>
                <a:lnTo>
                  <a:pt x="2299" y="1710"/>
                </a:lnTo>
                <a:cubicBezTo>
                  <a:pt x="2334" y="1733"/>
                  <a:pt x="2368" y="1743"/>
                  <a:pt x="2399" y="1743"/>
                </a:cubicBezTo>
                <a:cubicBezTo>
                  <a:pt x="2543" y="1743"/>
                  <a:pt x="2626" y="1528"/>
                  <a:pt x="2463" y="1447"/>
                </a:cubicBezTo>
                <a:lnTo>
                  <a:pt x="328" y="34"/>
                </a:lnTo>
                <a:cubicBezTo>
                  <a:pt x="293" y="11"/>
                  <a:pt x="259" y="1"/>
                  <a:pt x="22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0" name="Google Shape;1424;p11"/>
          <p:cNvSpPr/>
          <p:nvPr/>
        </p:nvSpPr>
        <p:spPr>
          <a:xfrm>
            <a:off x="6922440" y="4596480"/>
            <a:ext cx="115920" cy="91800"/>
          </a:xfrm>
          <a:custGeom>
            <a:avLst/>
            <a:gdLst>
              <a:gd name="textAreaLeft" fmla="*/ 0 w 115920"/>
              <a:gd name="textAreaRight" fmla="*/ 116280 w 115920"/>
              <a:gd name="textAreaTop" fmla="*/ 0 h 91800"/>
              <a:gd name="textAreaBottom" fmla="*/ 92160 h 91800"/>
            </a:gdLst>
            <a:ahLst/>
            <a:cxnLst/>
            <a:rect l="textAreaLeft" t="textAreaTop" r="textAreaRight" b="textAreaBottom"/>
            <a:pathLst>
              <a:path w="5487" h="4350">
                <a:moveTo>
                  <a:pt x="255" y="1"/>
                </a:moveTo>
                <a:cubicBezTo>
                  <a:pt x="99" y="1"/>
                  <a:pt x="1" y="232"/>
                  <a:pt x="170" y="317"/>
                </a:cubicBezTo>
                <a:cubicBezTo>
                  <a:pt x="1978" y="1434"/>
                  <a:pt x="3654" y="2781"/>
                  <a:pt x="5132" y="4293"/>
                </a:cubicBezTo>
                <a:cubicBezTo>
                  <a:pt x="5172" y="4332"/>
                  <a:pt x="5216" y="4349"/>
                  <a:pt x="5257" y="4349"/>
                </a:cubicBezTo>
                <a:cubicBezTo>
                  <a:pt x="5385" y="4349"/>
                  <a:pt x="5487" y="4187"/>
                  <a:pt x="5362" y="4063"/>
                </a:cubicBezTo>
                <a:cubicBezTo>
                  <a:pt x="3851" y="2551"/>
                  <a:pt x="2142" y="1171"/>
                  <a:pt x="335" y="21"/>
                </a:cubicBezTo>
                <a:cubicBezTo>
                  <a:pt x="307" y="7"/>
                  <a:pt x="280" y="1"/>
                  <a:pt x="2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1" name="Google Shape;1425;p11"/>
          <p:cNvSpPr/>
          <p:nvPr/>
        </p:nvSpPr>
        <p:spPr>
          <a:xfrm>
            <a:off x="7013160" y="4633560"/>
            <a:ext cx="44280" cy="38880"/>
          </a:xfrm>
          <a:custGeom>
            <a:avLst/>
            <a:gdLst>
              <a:gd name="textAreaLeft" fmla="*/ 0 w 44280"/>
              <a:gd name="textAreaRight" fmla="*/ 44640 w 44280"/>
              <a:gd name="textAreaTop" fmla="*/ 0 h 38880"/>
              <a:gd name="textAreaBottom" fmla="*/ 39240 h 38880"/>
            </a:gdLst>
            <a:ahLst/>
            <a:cxnLst/>
            <a:rect l="textAreaLeft" t="textAreaTop" r="textAreaRight" b="textAreaBottom"/>
            <a:pathLst>
              <a:path w="2101" h="1854">
                <a:moveTo>
                  <a:pt x="253" y="1"/>
                </a:moveTo>
                <a:cubicBezTo>
                  <a:pt x="117" y="1"/>
                  <a:pt x="1" y="166"/>
                  <a:pt x="130" y="270"/>
                </a:cubicBezTo>
                <a:lnTo>
                  <a:pt x="1741" y="1815"/>
                </a:lnTo>
                <a:cubicBezTo>
                  <a:pt x="1775" y="1842"/>
                  <a:pt x="1812" y="1854"/>
                  <a:pt x="1848" y="1854"/>
                </a:cubicBezTo>
                <a:cubicBezTo>
                  <a:pt x="1984" y="1854"/>
                  <a:pt x="2100" y="1689"/>
                  <a:pt x="1971" y="1585"/>
                </a:cubicBezTo>
                <a:lnTo>
                  <a:pt x="360" y="40"/>
                </a:lnTo>
                <a:cubicBezTo>
                  <a:pt x="326" y="13"/>
                  <a:pt x="289" y="1"/>
                  <a:pt x="25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2" name="Google Shape;1426;p11"/>
          <p:cNvSpPr/>
          <p:nvPr/>
        </p:nvSpPr>
        <p:spPr>
          <a:xfrm>
            <a:off x="6969240" y="4573440"/>
            <a:ext cx="96480" cy="79200"/>
          </a:xfrm>
          <a:custGeom>
            <a:avLst/>
            <a:gdLst>
              <a:gd name="textAreaLeft" fmla="*/ 0 w 96480"/>
              <a:gd name="textAreaRight" fmla="*/ 96840 w 96480"/>
              <a:gd name="textAreaTop" fmla="*/ 0 h 79200"/>
              <a:gd name="textAreaBottom" fmla="*/ 79560 h 79200"/>
            </a:gdLst>
            <a:ahLst/>
            <a:cxnLst/>
            <a:rect l="textAreaLeft" t="textAreaTop" r="textAreaRight" b="textAreaBottom"/>
            <a:pathLst>
              <a:path w="4573" h="3760">
                <a:moveTo>
                  <a:pt x="246" y="1"/>
                </a:moveTo>
                <a:cubicBezTo>
                  <a:pt x="94" y="1"/>
                  <a:pt x="1" y="207"/>
                  <a:pt x="168" y="318"/>
                </a:cubicBezTo>
                <a:cubicBezTo>
                  <a:pt x="1647" y="1271"/>
                  <a:pt x="3027" y="2421"/>
                  <a:pt x="4243" y="3703"/>
                </a:cubicBezTo>
                <a:cubicBezTo>
                  <a:pt x="4275" y="3743"/>
                  <a:pt x="4312" y="3759"/>
                  <a:pt x="4349" y="3759"/>
                </a:cubicBezTo>
                <a:cubicBezTo>
                  <a:pt x="4464" y="3759"/>
                  <a:pt x="4572" y="3597"/>
                  <a:pt x="4473" y="3473"/>
                </a:cubicBezTo>
                <a:cubicBezTo>
                  <a:pt x="3224" y="2158"/>
                  <a:pt x="1844" y="1008"/>
                  <a:pt x="332" y="22"/>
                </a:cubicBezTo>
                <a:cubicBezTo>
                  <a:pt x="302" y="7"/>
                  <a:pt x="273" y="1"/>
                  <a:pt x="24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0" bIns="39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3" name="Google Shape;1427;p11"/>
          <p:cNvSpPr/>
          <p:nvPr/>
        </p:nvSpPr>
        <p:spPr>
          <a:xfrm>
            <a:off x="6398280" y="4377600"/>
            <a:ext cx="180720" cy="92160"/>
          </a:xfrm>
          <a:custGeom>
            <a:avLst/>
            <a:gdLst>
              <a:gd name="textAreaLeft" fmla="*/ 0 w 180720"/>
              <a:gd name="textAreaRight" fmla="*/ 181080 w 18072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8562" h="4377">
                <a:moveTo>
                  <a:pt x="200" y="0"/>
                </a:moveTo>
                <a:cubicBezTo>
                  <a:pt x="53" y="0"/>
                  <a:pt x="0" y="257"/>
                  <a:pt x="172" y="315"/>
                </a:cubicBezTo>
                <a:lnTo>
                  <a:pt x="172" y="347"/>
                </a:lnTo>
                <a:cubicBezTo>
                  <a:pt x="2932" y="1498"/>
                  <a:pt x="5627" y="2845"/>
                  <a:pt x="8255" y="4356"/>
                </a:cubicBezTo>
                <a:cubicBezTo>
                  <a:pt x="8278" y="4370"/>
                  <a:pt x="8301" y="4376"/>
                  <a:pt x="8323" y="4376"/>
                </a:cubicBezTo>
                <a:cubicBezTo>
                  <a:pt x="8459" y="4376"/>
                  <a:pt x="8561" y="4145"/>
                  <a:pt x="8420" y="4061"/>
                </a:cubicBezTo>
                <a:cubicBezTo>
                  <a:pt x="5791" y="2549"/>
                  <a:pt x="3064" y="1169"/>
                  <a:pt x="270" y="19"/>
                </a:cubicBezTo>
                <a:cubicBezTo>
                  <a:pt x="245" y="6"/>
                  <a:pt x="221" y="0"/>
                  <a:pt x="20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4" name="Google Shape;1428;p11"/>
          <p:cNvSpPr/>
          <p:nvPr/>
        </p:nvSpPr>
        <p:spPr>
          <a:xfrm>
            <a:off x="6453720" y="4380840"/>
            <a:ext cx="120240" cy="64800"/>
          </a:xfrm>
          <a:custGeom>
            <a:avLst/>
            <a:gdLst>
              <a:gd name="textAreaLeft" fmla="*/ 0 w 120240"/>
              <a:gd name="textAreaRight" fmla="*/ 120600 w 120240"/>
              <a:gd name="textAreaTop" fmla="*/ 0 h 64800"/>
              <a:gd name="textAreaBottom" fmla="*/ 65160 h 64800"/>
            </a:gdLst>
            <a:ahLst/>
            <a:cxnLst/>
            <a:rect l="textAreaLeft" t="textAreaTop" r="textAreaRight" b="textAreaBottom"/>
            <a:pathLst>
              <a:path w="5695" h="3079">
                <a:moveTo>
                  <a:pt x="200" y="1"/>
                </a:moveTo>
                <a:cubicBezTo>
                  <a:pt x="54" y="1"/>
                  <a:pt x="1" y="258"/>
                  <a:pt x="173" y="315"/>
                </a:cubicBezTo>
                <a:lnTo>
                  <a:pt x="205" y="315"/>
                </a:lnTo>
                <a:cubicBezTo>
                  <a:pt x="2013" y="1071"/>
                  <a:pt x="3754" y="1991"/>
                  <a:pt x="5397" y="3042"/>
                </a:cubicBezTo>
                <a:cubicBezTo>
                  <a:pt x="5429" y="3067"/>
                  <a:pt x="5460" y="3078"/>
                  <a:pt x="5489" y="3078"/>
                </a:cubicBezTo>
                <a:cubicBezTo>
                  <a:pt x="5612" y="3078"/>
                  <a:pt x="5695" y="2886"/>
                  <a:pt x="5562" y="2779"/>
                </a:cubicBezTo>
                <a:cubicBezTo>
                  <a:pt x="3886" y="1695"/>
                  <a:pt x="2111" y="742"/>
                  <a:pt x="271" y="19"/>
                </a:cubicBezTo>
                <a:cubicBezTo>
                  <a:pt x="246" y="6"/>
                  <a:pt x="222" y="1"/>
                  <a:pt x="2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0" bIns="32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5" name="Google Shape;1429;p11"/>
          <p:cNvSpPr/>
          <p:nvPr/>
        </p:nvSpPr>
        <p:spPr>
          <a:xfrm>
            <a:off x="6482520" y="4380120"/>
            <a:ext cx="88200" cy="45720"/>
          </a:xfrm>
          <a:custGeom>
            <a:avLst/>
            <a:gdLst>
              <a:gd name="textAreaLeft" fmla="*/ 0 w 88200"/>
              <a:gd name="textAreaRight" fmla="*/ 88560 w 88200"/>
              <a:gd name="textAreaTop" fmla="*/ 0 h 45720"/>
              <a:gd name="textAreaBottom" fmla="*/ 46080 h 45720"/>
            </a:gdLst>
            <a:ahLst/>
            <a:cxnLst/>
            <a:rect l="textAreaLeft" t="textAreaTop" r="textAreaRight" b="textAreaBottom"/>
            <a:pathLst>
              <a:path w="4182" h="2178">
                <a:moveTo>
                  <a:pt x="254" y="0"/>
                </a:moveTo>
                <a:cubicBezTo>
                  <a:pt x="98" y="0"/>
                  <a:pt x="0" y="227"/>
                  <a:pt x="170" y="283"/>
                </a:cubicBezTo>
                <a:lnTo>
                  <a:pt x="137" y="283"/>
                </a:lnTo>
                <a:cubicBezTo>
                  <a:pt x="1419" y="842"/>
                  <a:pt x="2667" y="1466"/>
                  <a:pt x="3850" y="2156"/>
                </a:cubicBezTo>
                <a:cubicBezTo>
                  <a:pt x="3881" y="2171"/>
                  <a:pt x="3910" y="2178"/>
                  <a:pt x="3938" y="2178"/>
                </a:cubicBezTo>
                <a:cubicBezTo>
                  <a:pt x="4089" y="2178"/>
                  <a:pt x="4181" y="1977"/>
                  <a:pt x="4015" y="1893"/>
                </a:cubicBezTo>
                <a:cubicBezTo>
                  <a:pt x="2832" y="1170"/>
                  <a:pt x="1583" y="546"/>
                  <a:pt x="334" y="20"/>
                </a:cubicBezTo>
                <a:cubicBezTo>
                  <a:pt x="306" y="6"/>
                  <a:pt x="279" y="0"/>
                  <a:pt x="2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6" name="Google Shape;1430;p11"/>
          <p:cNvSpPr/>
          <p:nvPr/>
        </p:nvSpPr>
        <p:spPr>
          <a:xfrm>
            <a:off x="6355080" y="4297320"/>
            <a:ext cx="162000" cy="30960"/>
          </a:xfrm>
          <a:custGeom>
            <a:avLst/>
            <a:gdLst>
              <a:gd name="textAreaLeft" fmla="*/ 0 w 162000"/>
              <a:gd name="textAreaRight" fmla="*/ 162360 w 16200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7670" h="1481">
                <a:moveTo>
                  <a:pt x="1136" y="0"/>
                </a:moveTo>
                <a:cubicBezTo>
                  <a:pt x="824" y="0"/>
                  <a:pt x="511" y="8"/>
                  <a:pt x="197" y="25"/>
                </a:cubicBezTo>
                <a:cubicBezTo>
                  <a:pt x="9" y="25"/>
                  <a:pt x="1" y="356"/>
                  <a:pt x="173" y="356"/>
                </a:cubicBezTo>
                <a:cubicBezTo>
                  <a:pt x="181" y="356"/>
                  <a:pt x="189" y="355"/>
                  <a:pt x="197" y="353"/>
                </a:cubicBezTo>
                <a:cubicBezTo>
                  <a:pt x="508" y="337"/>
                  <a:pt x="818" y="329"/>
                  <a:pt x="1127" y="329"/>
                </a:cubicBezTo>
                <a:cubicBezTo>
                  <a:pt x="3273" y="329"/>
                  <a:pt x="5383" y="724"/>
                  <a:pt x="7394" y="1471"/>
                </a:cubicBezTo>
                <a:cubicBezTo>
                  <a:pt x="7413" y="1477"/>
                  <a:pt x="7432" y="1480"/>
                  <a:pt x="7449" y="1480"/>
                </a:cubicBezTo>
                <a:cubicBezTo>
                  <a:pt x="7607" y="1480"/>
                  <a:pt x="7670" y="1234"/>
                  <a:pt x="7492" y="1175"/>
                </a:cubicBezTo>
                <a:cubicBezTo>
                  <a:pt x="5452" y="399"/>
                  <a:pt x="3311" y="0"/>
                  <a:pt x="1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7" name="Google Shape;1431;p11"/>
          <p:cNvSpPr/>
          <p:nvPr/>
        </p:nvSpPr>
        <p:spPr>
          <a:xfrm>
            <a:off x="6471000" y="4291560"/>
            <a:ext cx="79200" cy="27720"/>
          </a:xfrm>
          <a:custGeom>
            <a:avLst/>
            <a:gdLst>
              <a:gd name="textAreaLeft" fmla="*/ 0 w 79200"/>
              <a:gd name="textAreaRight" fmla="*/ 79560 w 7920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3752" h="1327">
                <a:moveTo>
                  <a:pt x="228" y="0"/>
                </a:moveTo>
                <a:cubicBezTo>
                  <a:pt x="66" y="0"/>
                  <a:pt x="1" y="278"/>
                  <a:pt x="180" y="338"/>
                </a:cubicBezTo>
                <a:cubicBezTo>
                  <a:pt x="1265" y="732"/>
                  <a:pt x="2349" y="1061"/>
                  <a:pt x="3466" y="1324"/>
                </a:cubicBezTo>
                <a:cubicBezTo>
                  <a:pt x="3478" y="1325"/>
                  <a:pt x="3490" y="1326"/>
                  <a:pt x="3501" y="1326"/>
                </a:cubicBezTo>
                <a:cubicBezTo>
                  <a:pt x="3702" y="1326"/>
                  <a:pt x="3752" y="1057"/>
                  <a:pt x="3565" y="995"/>
                </a:cubicBezTo>
                <a:cubicBezTo>
                  <a:pt x="2447" y="732"/>
                  <a:pt x="1363" y="403"/>
                  <a:pt x="279" y="9"/>
                </a:cubicBezTo>
                <a:cubicBezTo>
                  <a:pt x="261" y="3"/>
                  <a:pt x="244" y="0"/>
                  <a:pt x="2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8" name="Google Shape;1432;p11"/>
          <p:cNvSpPr/>
          <p:nvPr/>
        </p:nvSpPr>
        <p:spPr>
          <a:xfrm>
            <a:off x="6515280" y="4289400"/>
            <a:ext cx="31320" cy="12600"/>
          </a:xfrm>
          <a:custGeom>
            <a:avLst/>
            <a:gdLst>
              <a:gd name="textAreaLeft" fmla="*/ 0 w 31320"/>
              <a:gd name="textAreaRight" fmla="*/ 31680 w 3132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493" h="611">
                <a:moveTo>
                  <a:pt x="179" y="1"/>
                </a:moveTo>
                <a:cubicBezTo>
                  <a:pt x="108" y="1"/>
                  <a:pt x="60" y="54"/>
                  <a:pt x="33" y="108"/>
                </a:cubicBezTo>
                <a:cubicBezTo>
                  <a:pt x="0" y="207"/>
                  <a:pt x="66" y="305"/>
                  <a:pt x="131" y="338"/>
                </a:cubicBezTo>
                <a:lnTo>
                  <a:pt x="1249" y="601"/>
                </a:lnTo>
                <a:cubicBezTo>
                  <a:pt x="1268" y="608"/>
                  <a:pt x="1286" y="610"/>
                  <a:pt x="1303" y="610"/>
                </a:cubicBezTo>
                <a:cubicBezTo>
                  <a:pt x="1456" y="610"/>
                  <a:pt x="1492" y="364"/>
                  <a:pt x="1314" y="305"/>
                </a:cubicBezTo>
                <a:lnTo>
                  <a:pt x="230" y="10"/>
                </a:lnTo>
                <a:cubicBezTo>
                  <a:pt x="212" y="4"/>
                  <a:pt x="195" y="1"/>
                  <a:pt x="17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9" name="Google Shape;1433;p11"/>
          <p:cNvSpPr/>
          <p:nvPr/>
        </p:nvSpPr>
        <p:spPr>
          <a:xfrm>
            <a:off x="6120360" y="4314600"/>
            <a:ext cx="159840" cy="48600"/>
          </a:xfrm>
          <a:custGeom>
            <a:avLst/>
            <a:gdLst>
              <a:gd name="textAreaLeft" fmla="*/ 0 w 159840"/>
              <a:gd name="textAreaRight" fmla="*/ 160200 w 15984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7563" h="2313">
                <a:moveTo>
                  <a:pt x="256" y="0"/>
                </a:moveTo>
                <a:cubicBezTo>
                  <a:pt x="52" y="0"/>
                  <a:pt x="1" y="300"/>
                  <a:pt x="189" y="331"/>
                </a:cubicBezTo>
                <a:cubicBezTo>
                  <a:pt x="2620" y="758"/>
                  <a:pt x="4986" y="1415"/>
                  <a:pt x="7286" y="2303"/>
                </a:cubicBezTo>
                <a:cubicBezTo>
                  <a:pt x="7306" y="2309"/>
                  <a:pt x="7324" y="2312"/>
                  <a:pt x="7342" y="2312"/>
                </a:cubicBezTo>
                <a:cubicBezTo>
                  <a:pt x="7500" y="2312"/>
                  <a:pt x="7563" y="2063"/>
                  <a:pt x="7385" y="1974"/>
                </a:cubicBezTo>
                <a:cubicBezTo>
                  <a:pt x="5085" y="1120"/>
                  <a:pt x="2686" y="463"/>
                  <a:pt x="287" y="3"/>
                </a:cubicBezTo>
                <a:cubicBezTo>
                  <a:pt x="276" y="1"/>
                  <a:pt x="266" y="0"/>
                  <a:pt x="2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0" name="Google Shape;1434;p11"/>
          <p:cNvSpPr/>
          <p:nvPr/>
        </p:nvSpPr>
        <p:spPr>
          <a:xfrm>
            <a:off x="6241680" y="4326840"/>
            <a:ext cx="93960" cy="38520"/>
          </a:xfrm>
          <a:custGeom>
            <a:avLst/>
            <a:gdLst>
              <a:gd name="textAreaLeft" fmla="*/ 0 w 93960"/>
              <a:gd name="textAreaRight" fmla="*/ 94320 w 9396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4460" h="1837">
                <a:moveTo>
                  <a:pt x="225" y="0"/>
                </a:moveTo>
                <a:cubicBezTo>
                  <a:pt x="64" y="0"/>
                  <a:pt x="1" y="275"/>
                  <a:pt x="210" y="305"/>
                </a:cubicBezTo>
                <a:cubicBezTo>
                  <a:pt x="1557" y="666"/>
                  <a:pt x="2872" y="1159"/>
                  <a:pt x="4153" y="1816"/>
                </a:cubicBezTo>
                <a:cubicBezTo>
                  <a:pt x="4176" y="1830"/>
                  <a:pt x="4199" y="1836"/>
                  <a:pt x="4221" y="1836"/>
                </a:cubicBezTo>
                <a:cubicBezTo>
                  <a:pt x="4357" y="1836"/>
                  <a:pt x="4459" y="1605"/>
                  <a:pt x="4318" y="1521"/>
                </a:cubicBezTo>
                <a:cubicBezTo>
                  <a:pt x="3036" y="863"/>
                  <a:pt x="1689" y="370"/>
                  <a:pt x="276" y="9"/>
                </a:cubicBezTo>
                <a:cubicBezTo>
                  <a:pt x="258" y="3"/>
                  <a:pt x="241" y="0"/>
                  <a:pt x="22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1" name="Google Shape;1435;p11"/>
          <p:cNvSpPr/>
          <p:nvPr/>
        </p:nvSpPr>
        <p:spPr>
          <a:xfrm>
            <a:off x="6318000" y="4337280"/>
            <a:ext cx="69120" cy="34920"/>
          </a:xfrm>
          <a:custGeom>
            <a:avLst/>
            <a:gdLst>
              <a:gd name="textAreaLeft" fmla="*/ 0 w 69120"/>
              <a:gd name="textAreaRight" fmla="*/ 69480 w 691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3279" h="1672">
                <a:moveTo>
                  <a:pt x="196" y="0"/>
                </a:moveTo>
                <a:cubicBezTo>
                  <a:pt x="39" y="0"/>
                  <a:pt x="0" y="278"/>
                  <a:pt x="180" y="337"/>
                </a:cubicBezTo>
                <a:cubicBezTo>
                  <a:pt x="1133" y="699"/>
                  <a:pt x="2053" y="1159"/>
                  <a:pt x="2973" y="1652"/>
                </a:cubicBezTo>
                <a:cubicBezTo>
                  <a:pt x="2996" y="1666"/>
                  <a:pt x="3019" y="1672"/>
                  <a:pt x="3041" y="1672"/>
                </a:cubicBezTo>
                <a:cubicBezTo>
                  <a:pt x="3177" y="1672"/>
                  <a:pt x="3279" y="1441"/>
                  <a:pt x="3137" y="1356"/>
                </a:cubicBezTo>
                <a:cubicBezTo>
                  <a:pt x="2184" y="863"/>
                  <a:pt x="1231" y="403"/>
                  <a:pt x="246" y="9"/>
                </a:cubicBezTo>
                <a:cubicBezTo>
                  <a:pt x="228" y="3"/>
                  <a:pt x="211" y="0"/>
                  <a:pt x="19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2" name="Google Shape;1436;p11"/>
          <p:cNvSpPr/>
          <p:nvPr/>
        </p:nvSpPr>
        <p:spPr>
          <a:xfrm>
            <a:off x="6390360" y="4416480"/>
            <a:ext cx="107280" cy="60480"/>
          </a:xfrm>
          <a:custGeom>
            <a:avLst/>
            <a:gdLst>
              <a:gd name="textAreaLeft" fmla="*/ 0 w 107280"/>
              <a:gd name="textAreaRight" fmla="*/ 107640 w 107280"/>
              <a:gd name="textAreaTop" fmla="*/ 0 h 60480"/>
              <a:gd name="textAreaBottom" fmla="*/ 60840 h 60480"/>
            </a:gdLst>
            <a:ahLst/>
            <a:cxnLst/>
            <a:rect l="textAreaLeft" t="textAreaTop" r="textAreaRight" b="textAreaBottom"/>
            <a:pathLst>
              <a:path w="5079" h="2869">
                <a:moveTo>
                  <a:pt x="222" y="1"/>
                </a:moveTo>
                <a:cubicBezTo>
                  <a:pt x="63" y="1"/>
                  <a:pt x="1" y="246"/>
                  <a:pt x="178" y="306"/>
                </a:cubicBezTo>
                <a:cubicBezTo>
                  <a:pt x="1821" y="930"/>
                  <a:pt x="3366" y="1784"/>
                  <a:pt x="4779" y="2836"/>
                </a:cubicBezTo>
                <a:cubicBezTo>
                  <a:pt x="4808" y="2859"/>
                  <a:pt x="4836" y="2869"/>
                  <a:pt x="4863" y="2869"/>
                </a:cubicBezTo>
                <a:cubicBezTo>
                  <a:pt x="4991" y="2869"/>
                  <a:pt x="5079" y="2649"/>
                  <a:pt x="4943" y="2540"/>
                </a:cubicBezTo>
                <a:cubicBezTo>
                  <a:pt x="3497" y="1489"/>
                  <a:pt x="1920" y="634"/>
                  <a:pt x="277" y="10"/>
                </a:cubicBezTo>
                <a:cubicBezTo>
                  <a:pt x="257" y="3"/>
                  <a:pt x="239" y="1"/>
                  <a:pt x="2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3" name="Google Shape;1437;p11"/>
          <p:cNvSpPr/>
          <p:nvPr/>
        </p:nvSpPr>
        <p:spPr>
          <a:xfrm>
            <a:off x="5888520" y="4663440"/>
            <a:ext cx="87120" cy="192240"/>
          </a:xfrm>
          <a:custGeom>
            <a:avLst/>
            <a:gdLst>
              <a:gd name="textAreaLeft" fmla="*/ 0 w 87120"/>
              <a:gd name="textAreaRight" fmla="*/ 87480 w 87120"/>
              <a:gd name="textAreaTop" fmla="*/ 0 h 192240"/>
              <a:gd name="textAreaBottom" fmla="*/ 192600 h 192240"/>
            </a:gdLst>
            <a:ahLst/>
            <a:cxnLst/>
            <a:rect l="textAreaLeft" t="textAreaTop" r="textAreaRight" b="textAreaBottom"/>
            <a:pathLst>
              <a:path w="4140" h="9108">
                <a:moveTo>
                  <a:pt x="257" y="1"/>
                </a:moveTo>
                <a:cubicBezTo>
                  <a:pt x="135" y="1"/>
                  <a:pt x="0" y="132"/>
                  <a:pt x="93" y="247"/>
                </a:cubicBezTo>
                <a:cubicBezTo>
                  <a:pt x="1768" y="2942"/>
                  <a:pt x="3017" y="5899"/>
                  <a:pt x="3806" y="8988"/>
                </a:cubicBezTo>
                <a:cubicBezTo>
                  <a:pt x="3820" y="9071"/>
                  <a:pt x="3885" y="9107"/>
                  <a:pt x="3952" y="9107"/>
                </a:cubicBezTo>
                <a:cubicBezTo>
                  <a:pt x="4045" y="9107"/>
                  <a:pt x="4140" y="9037"/>
                  <a:pt x="4102" y="8923"/>
                </a:cubicBezTo>
                <a:lnTo>
                  <a:pt x="4134" y="8923"/>
                </a:lnTo>
                <a:cubicBezTo>
                  <a:pt x="3346" y="5801"/>
                  <a:pt x="2064" y="2810"/>
                  <a:pt x="388" y="83"/>
                </a:cubicBezTo>
                <a:cubicBezTo>
                  <a:pt x="359" y="24"/>
                  <a:pt x="309" y="1"/>
                  <a:pt x="25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4" name="Google Shape;1438;p11"/>
          <p:cNvSpPr/>
          <p:nvPr/>
        </p:nvSpPr>
        <p:spPr>
          <a:xfrm>
            <a:off x="5949000" y="4677840"/>
            <a:ext cx="63720" cy="122040"/>
          </a:xfrm>
          <a:custGeom>
            <a:avLst/>
            <a:gdLst>
              <a:gd name="textAreaLeft" fmla="*/ 0 w 63720"/>
              <a:gd name="textAreaRight" fmla="*/ 64080 w 63720"/>
              <a:gd name="textAreaTop" fmla="*/ 0 h 122040"/>
              <a:gd name="textAreaBottom" fmla="*/ 122400 h 122040"/>
            </a:gdLst>
            <a:ahLst/>
            <a:cxnLst/>
            <a:rect l="textAreaLeft" t="textAreaTop" r="textAreaRight" b="textAreaBottom"/>
            <a:pathLst>
              <a:path w="3023" h="5789">
                <a:moveTo>
                  <a:pt x="231" y="1"/>
                </a:moveTo>
                <a:cubicBezTo>
                  <a:pt x="118" y="1"/>
                  <a:pt x="0" y="132"/>
                  <a:pt x="92" y="247"/>
                </a:cubicBezTo>
                <a:cubicBezTo>
                  <a:pt x="1144" y="1956"/>
                  <a:pt x="2031" y="3764"/>
                  <a:pt x="2656" y="5669"/>
                </a:cubicBezTo>
                <a:cubicBezTo>
                  <a:pt x="2683" y="5752"/>
                  <a:pt x="2757" y="5788"/>
                  <a:pt x="2828" y="5788"/>
                </a:cubicBezTo>
                <a:cubicBezTo>
                  <a:pt x="2927" y="5788"/>
                  <a:pt x="3022" y="5718"/>
                  <a:pt x="2984" y="5604"/>
                </a:cubicBezTo>
                <a:cubicBezTo>
                  <a:pt x="2327" y="3665"/>
                  <a:pt x="1440" y="1792"/>
                  <a:pt x="355" y="83"/>
                </a:cubicBezTo>
                <a:cubicBezTo>
                  <a:pt x="326" y="24"/>
                  <a:pt x="279" y="1"/>
                  <a:pt x="2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0" bIns="61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5" name="Google Shape;1439;p11"/>
          <p:cNvSpPr/>
          <p:nvPr/>
        </p:nvSpPr>
        <p:spPr>
          <a:xfrm>
            <a:off x="6001920" y="4718520"/>
            <a:ext cx="34200" cy="64080"/>
          </a:xfrm>
          <a:custGeom>
            <a:avLst/>
            <a:gdLst>
              <a:gd name="textAreaLeft" fmla="*/ 0 w 34200"/>
              <a:gd name="textAreaRight" fmla="*/ 34560 w 34200"/>
              <a:gd name="textAreaTop" fmla="*/ 0 h 64080"/>
              <a:gd name="textAreaBottom" fmla="*/ 64440 h 64080"/>
            </a:gdLst>
            <a:ahLst/>
            <a:cxnLst/>
            <a:rect l="textAreaLeft" t="textAreaTop" r="textAreaRight" b="textAreaBottom"/>
            <a:pathLst>
              <a:path w="1627" h="3050">
                <a:moveTo>
                  <a:pt x="232" y="1"/>
                </a:moveTo>
                <a:cubicBezTo>
                  <a:pt x="128" y="1"/>
                  <a:pt x="0" y="117"/>
                  <a:pt x="70" y="233"/>
                </a:cubicBezTo>
                <a:lnTo>
                  <a:pt x="1286" y="2961"/>
                </a:lnTo>
                <a:cubicBezTo>
                  <a:pt x="1317" y="3024"/>
                  <a:pt x="1365" y="3050"/>
                  <a:pt x="1414" y="3050"/>
                </a:cubicBezTo>
                <a:cubicBezTo>
                  <a:pt x="1519" y="3050"/>
                  <a:pt x="1626" y="2931"/>
                  <a:pt x="1581" y="2796"/>
                </a:cubicBezTo>
                <a:cubicBezTo>
                  <a:pt x="1154" y="1909"/>
                  <a:pt x="760" y="989"/>
                  <a:pt x="333" y="69"/>
                </a:cubicBezTo>
                <a:cubicBezTo>
                  <a:pt x="314" y="21"/>
                  <a:pt x="275" y="1"/>
                  <a:pt x="2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6" name="Google Shape;1440;p11"/>
          <p:cNvSpPr/>
          <p:nvPr/>
        </p:nvSpPr>
        <p:spPr>
          <a:xfrm>
            <a:off x="6027480" y="4727520"/>
            <a:ext cx="25200" cy="52560"/>
          </a:xfrm>
          <a:custGeom>
            <a:avLst/>
            <a:gdLst>
              <a:gd name="textAreaLeft" fmla="*/ 0 w 25200"/>
              <a:gd name="textAreaRight" fmla="*/ 25560 w 25200"/>
              <a:gd name="textAreaTop" fmla="*/ 0 h 52560"/>
              <a:gd name="textAreaBottom" fmla="*/ 52920 h 52560"/>
            </a:gdLst>
            <a:ahLst/>
            <a:cxnLst/>
            <a:rect l="textAreaLeft" t="textAreaTop" r="textAreaRight" b="textAreaBottom"/>
            <a:pathLst>
              <a:path w="1216" h="2507">
                <a:moveTo>
                  <a:pt x="181" y="1"/>
                </a:moveTo>
                <a:cubicBezTo>
                  <a:pt x="165" y="1"/>
                  <a:pt x="149" y="4"/>
                  <a:pt x="131" y="10"/>
                </a:cubicBezTo>
                <a:cubicBezTo>
                  <a:pt x="33" y="42"/>
                  <a:pt x="0" y="141"/>
                  <a:pt x="33" y="207"/>
                </a:cubicBezTo>
                <a:lnTo>
                  <a:pt x="0" y="207"/>
                </a:lnTo>
                <a:lnTo>
                  <a:pt x="887" y="2375"/>
                </a:lnTo>
                <a:cubicBezTo>
                  <a:pt x="920" y="2474"/>
                  <a:pt x="1019" y="2507"/>
                  <a:pt x="1084" y="2507"/>
                </a:cubicBezTo>
                <a:cubicBezTo>
                  <a:pt x="1183" y="2474"/>
                  <a:pt x="1216" y="2375"/>
                  <a:pt x="1216" y="2310"/>
                </a:cubicBezTo>
                <a:cubicBezTo>
                  <a:pt x="920" y="1587"/>
                  <a:pt x="624" y="864"/>
                  <a:pt x="329" y="141"/>
                </a:cubicBezTo>
                <a:cubicBezTo>
                  <a:pt x="302" y="60"/>
                  <a:pt x="252" y="1"/>
                  <a:pt x="1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280" bIns="26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7" name="Google Shape;1441;p11"/>
          <p:cNvSpPr/>
          <p:nvPr/>
        </p:nvSpPr>
        <p:spPr>
          <a:xfrm>
            <a:off x="6152760" y="4724280"/>
            <a:ext cx="70560" cy="149760"/>
          </a:xfrm>
          <a:custGeom>
            <a:avLst/>
            <a:gdLst>
              <a:gd name="textAreaLeft" fmla="*/ 0 w 70560"/>
              <a:gd name="textAreaRight" fmla="*/ 70920 w 70560"/>
              <a:gd name="textAreaTop" fmla="*/ 0 h 149760"/>
              <a:gd name="textAreaBottom" fmla="*/ 150120 h 149760"/>
            </a:gdLst>
            <a:ahLst/>
            <a:cxnLst/>
            <a:rect l="textAreaLeft" t="textAreaTop" r="textAreaRight" b="textAreaBottom"/>
            <a:pathLst>
              <a:path w="3354" h="7086">
                <a:moveTo>
                  <a:pt x="228" y="1"/>
                </a:moveTo>
                <a:cubicBezTo>
                  <a:pt x="116" y="1"/>
                  <a:pt x="0" y="120"/>
                  <a:pt x="68" y="254"/>
                </a:cubicBezTo>
                <a:cubicBezTo>
                  <a:pt x="626" y="1338"/>
                  <a:pt x="1152" y="2423"/>
                  <a:pt x="1612" y="3540"/>
                </a:cubicBezTo>
                <a:cubicBezTo>
                  <a:pt x="1875" y="4099"/>
                  <a:pt x="2105" y="4657"/>
                  <a:pt x="2335" y="5216"/>
                </a:cubicBezTo>
                <a:cubicBezTo>
                  <a:pt x="2393" y="5362"/>
                  <a:pt x="2866" y="6465"/>
                  <a:pt x="2902" y="6758"/>
                </a:cubicBezTo>
                <a:lnTo>
                  <a:pt x="2902" y="6758"/>
                </a:lnTo>
                <a:cubicBezTo>
                  <a:pt x="2824" y="6779"/>
                  <a:pt x="2761" y="6855"/>
                  <a:pt x="2795" y="6958"/>
                </a:cubicBezTo>
                <a:lnTo>
                  <a:pt x="2795" y="6925"/>
                </a:lnTo>
                <a:cubicBezTo>
                  <a:pt x="2815" y="7023"/>
                  <a:pt x="2904" y="7086"/>
                  <a:pt x="2994" y="7086"/>
                </a:cubicBezTo>
                <a:cubicBezTo>
                  <a:pt x="3055" y="7086"/>
                  <a:pt x="3117" y="7057"/>
                  <a:pt x="3156" y="6990"/>
                </a:cubicBezTo>
                <a:cubicBezTo>
                  <a:pt x="3354" y="6793"/>
                  <a:pt x="3189" y="6530"/>
                  <a:pt x="3124" y="6333"/>
                </a:cubicBezTo>
                <a:cubicBezTo>
                  <a:pt x="2861" y="5610"/>
                  <a:pt x="2565" y="4887"/>
                  <a:pt x="2269" y="4197"/>
                </a:cubicBezTo>
                <a:cubicBezTo>
                  <a:pt x="1678" y="2784"/>
                  <a:pt x="1053" y="1437"/>
                  <a:pt x="363" y="90"/>
                </a:cubicBezTo>
                <a:cubicBezTo>
                  <a:pt x="332" y="27"/>
                  <a:pt x="280" y="1"/>
                  <a:pt x="22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4880" bIns="74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8" name="Google Shape;1442;p11"/>
          <p:cNvSpPr/>
          <p:nvPr/>
        </p:nvSpPr>
        <p:spPr>
          <a:xfrm>
            <a:off x="6198480" y="4784760"/>
            <a:ext cx="34200" cy="61920"/>
          </a:xfrm>
          <a:custGeom>
            <a:avLst/>
            <a:gdLst>
              <a:gd name="textAreaLeft" fmla="*/ 0 w 34200"/>
              <a:gd name="textAreaRight" fmla="*/ 34560 w 3420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1627" h="2951">
                <a:moveTo>
                  <a:pt x="213" y="1"/>
                </a:moveTo>
                <a:cubicBezTo>
                  <a:pt x="108" y="1"/>
                  <a:pt x="1" y="120"/>
                  <a:pt x="46" y="254"/>
                </a:cubicBezTo>
                <a:lnTo>
                  <a:pt x="1294" y="2883"/>
                </a:lnTo>
                <a:cubicBezTo>
                  <a:pt x="1313" y="2931"/>
                  <a:pt x="1352" y="2951"/>
                  <a:pt x="1395" y="2951"/>
                </a:cubicBezTo>
                <a:cubicBezTo>
                  <a:pt x="1499" y="2951"/>
                  <a:pt x="1627" y="2835"/>
                  <a:pt x="1557" y="2718"/>
                </a:cubicBezTo>
                <a:cubicBezTo>
                  <a:pt x="1163" y="1831"/>
                  <a:pt x="736" y="977"/>
                  <a:pt x="341" y="90"/>
                </a:cubicBezTo>
                <a:cubicBezTo>
                  <a:pt x="310" y="27"/>
                  <a:pt x="262" y="1"/>
                  <a:pt x="21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9" name="Google Shape;1443;p11"/>
          <p:cNvSpPr/>
          <p:nvPr/>
        </p:nvSpPr>
        <p:spPr>
          <a:xfrm>
            <a:off x="6205320" y="4741560"/>
            <a:ext cx="59760" cy="113760"/>
          </a:xfrm>
          <a:custGeom>
            <a:avLst/>
            <a:gdLst>
              <a:gd name="textAreaLeft" fmla="*/ 0 w 59760"/>
              <a:gd name="textAreaRight" fmla="*/ 60120 w 59760"/>
              <a:gd name="textAreaTop" fmla="*/ 0 h 113760"/>
              <a:gd name="textAreaBottom" fmla="*/ 114120 h 113760"/>
            </a:gdLst>
            <a:ahLst/>
            <a:cxnLst/>
            <a:rect l="textAreaLeft" t="textAreaTop" r="textAreaRight" b="textAreaBottom"/>
            <a:pathLst>
              <a:path w="2844" h="5386">
                <a:moveTo>
                  <a:pt x="199" y="0"/>
                </a:moveTo>
                <a:cubicBezTo>
                  <a:pt x="93" y="0"/>
                  <a:pt x="0" y="104"/>
                  <a:pt x="45" y="239"/>
                </a:cubicBezTo>
                <a:cubicBezTo>
                  <a:pt x="998" y="1849"/>
                  <a:pt x="1820" y="3525"/>
                  <a:pt x="2477" y="5266"/>
                </a:cubicBezTo>
                <a:cubicBezTo>
                  <a:pt x="2504" y="5349"/>
                  <a:pt x="2578" y="5385"/>
                  <a:pt x="2649" y="5385"/>
                </a:cubicBezTo>
                <a:cubicBezTo>
                  <a:pt x="2749" y="5385"/>
                  <a:pt x="2844" y="5315"/>
                  <a:pt x="2805" y="5201"/>
                </a:cubicBezTo>
                <a:cubicBezTo>
                  <a:pt x="2115" y="3426"/>
                  <a:pt x="1294" y="1717"/>
                  <a:pt x="341" y="74"/>
                </a:cubicBezTo>
                <a:cubicBezTo>
                  <a:pt x="299" y="22"/>
                  <a:pt x="248" y="0"/>
                  <a:pt x="1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880" bIns="56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0" name="Google Shape;1444;p11"/>
          <p:cNvSpPr/>
          <p:nvPr/>
        </p:nvSpPr>
        <p:spPr>
          <a:xfrm>
            <a:off x="6132600" y="4750560"/>
            <a:ext cx="34560" cy="75960"/>
          </a:xfrm>
          <a:custGeom>
            <a:avLst/>
            <a:gdLst>
              <a:gd name="textAreaLeft" fmla="*/ 0 w 34560"/>
              <a:gd name="textAreaRight" fmla="*/ 34920 w 3456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1647" h="3600">
                <a:moveTo>
                  <a:pt x="216" y="0"/>
                </a:moveTo>
                <a:cubicBezTo>
                  <a:pt x="110" y="0"/>
                  <a:pt x="0" y="84"/>
                  <a:pt x="41" y="206"/>
                </a:cubicBezTo>
                <a:lnTo>
                  <a:pt x="1289" y="3492"/>
                </a:lnTo>
                <a:cubicBezTo>
                  <a:pt x="1315" y="3567"/>
                  <a:pt x="1378" y="3600"/>
                  <a:pt x="1441" y="3600"/>
                </a:cubicBezTo>
                <a:cubicBezTo>
                  <a:pt x="1544" y="3600"/>
                  <a:pt x="1646" y="3515"/>
                  <a:pt x="1585" y="3394"/>
                </a:cubicBezTo>
                <a:lnTo>
                  <a:pt x="369" y="107"/>
                </a:lnTo>
                <a:cubicBezTo>
                  <a:pt x="344" y="32"/>
                  <a:pt x="281" y="0"/>
                  <a:pt x="2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160" bIns="38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1" name="Google Shape;1445;p11"/>
          <p:cNvSpPr/>
          <p:nvPr/>
        </p:nvSpPr>
        <p:spPr>
          <a:xfrm>
            <a:off x="6246720" y="4707360"/>
            <a:ext cx="88560" cy="107280"/>
          </a:xfrm>
          <a:custGeom>
            <a:avLst/>
            <a:gdLst>
              <a:gd name="textAreaLeft" fmla="*/ 0 w 88560"/>
              <a:gd name="textAreaRight" fmla="*/ 88920 w 88560"/>
              <a:gd name="textAreaTop" fmla="*/ 0 h 107280"/>
              <a:gd name="textAreaBottom" fmla="*/ 107640 h 107280"/>
            </a:gdLst>
            <a:ahLst/>
            <a:cxnLst/>
            <a:rect l="textAreaLeft" t="textAreaTop" r="textAreaRight" b="textAreaBottom"/>
            <a:pathLst>
              <a:path w="4199" h="5084">
                <a:moveTo>
                  <a:pt x="253" y="0"/>
                </a:moveTo>
                <a:cubicBezTo>
                  <a:pt x="117" y="0"/>
                  <a:pt x="1" y="166"/>
                  <a:pt x="130" y="269"/>
                </a:cubicBezTo>
                <a:cubicBezTo>
                  <a:pt x="1511" y="1748"/>
                  <a:pt x="2726" y="3325"/>
                  <a:pt x="3811" y="5001"/>
                </a:cubicBezTo>
                <a:cubicBezTo>
                  <a:pt x="3850" y="5060"/>
                  <a:pt x="3904" y="5084"/>
                  <a:pt x="3956" y="5084"/>
                </a:cubicBezTo>
                <a:cubicBezTo>
                  <a:pt x="4081" y="5084"/>
                  <a:pt x="4199" y="4952"/>
                  <a:pt x="4107" y="4837"/>
                </a:cubicBezTo>
                <a:cubicBezTo>
                  <a:pt x="2989" y="3128"/>
                  <a:pt x="1741" y="1518"/>
                  <a:pt x="360" y="39"/>
                </a:cubicBezTo>
                <a:cubicBezTo>
                  <a:pt x="326" y="12"/>
                  <a:pt x="289" y="0"/>
                  <a:pt x="2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2" name="Google Shape;1446;p11"/>
          <p:cNvSpPr/>
          <p:nvPr/>
        </p:nvSpPr>
        <p:spPr>
          <a:xfrm>
            <a:off x="5905800" y="4425840"/>
            <a:ext cx="170640" cy="174960"/>
          </a:xfrm>
          <a:custGeom>
            <a:avLst/>
            <a:gdLst>
              <a:gd name="textAreaLeft" fmla="*/ 0 w 170640"/>
              <a:gd name="textAreaRight" fmla="*/ 171000 w 170640"/>
              <a:gd name="textAreaTop" fmla="*/ 0 h 174960"/>
              <a:gd name="textAreaBottom" fmla="*/ 175320 h 174960"/>
            </a:gdLst>
            <a:ahLst/>
            <a:cxnLst/>
            <a:rect l="textAreaLeft" t="textAreaTop" r="textAreaRight" b="textAreaBottom"/>
            <a:pathLst>
              <a:path w="8083" h="8285">
                <a:moveTo>
                  <a:pt x="215" y="1"/>
                </a:moveTo>
                <a:cubicBezTo>
                  <a:pt x="88" y="1"/>
                  <a:pt x="1" y="216"/>
                  <a:pt x="136" y="297"/>
                </a:cubicBezTo>
                <a:cubicBezTo>
                  <a:pt x="3159" y="2400"/>
                  <a:pt x="5755" y="5094"/>
                  <a:pt x="7694" y="8216"/>
                </a:cubicBezTo>
                <a:cubicBezTo>
                  <a:pt x="7732" y="8264"/>
                  <a:pt x="7785" y="8284"/>
                  <a:pt x="7837" y="8284"/>
                </a:cubicBezTo>
                <a:cubicBezTo>
                  <a:pt x="7962" y="8284"/>
                  <a:pt x="8082" y="8168"/>
                  <a:pt x="7990" y="8052"/>
                </a:cubicBezTo>
                <a:cubicBezTo>
                  <a:pt x="6445" y="5587"/>
                  <a:pt x="4506" y="3386"/>
                  <a:pt x="2272" y="1513"/>
                </a:cubicBezTo>
                <a:cubicBezTo>
                  <a:pt x="1648" y="987"/>
                  <a:pt x="990" y="494"/>
                  <a:pt x="300" y="34"/>
                </a:cubicBezTo>
                <a:cubicBezTo>
                  <a:pt x="271" y="11"/>
                  <a:pt x="242" y="1"/>
                  <a:pt x="2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7480" bIns="87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3" name="Google Shape;1447;p11"/>
          <p:cNvSpPr/>
          <p:nvPr/>
        </p:nvSpPr>
        <p:spPr>
          <a:xfrm>
            <a:off x="5845320" y="4399200"/>
            <a:ext cx="67320" cy="73440"/>
          </a:xfrm>
          <a:custGeom>
            <a:avLst/>
            <a:gdLst>
              <a:gd name="textAreaLeft" fmla="*/ 0 w 67320"/>
              <a:gd name="textAreaRight" fmla="*/ 67680 w 67320"/>
              <a:gd name="textAreaTop" fmla="*/ 0 h 73440"/>
              <a:gd name="textAreaBottom" fmla="*/ 73800 h 73440"/>
            </a:gdLst>
            <a:ahLst/>
            <a:cxnLst/>
            <a:rect l="textAreaLeft" t="textAreaTop" r="textAreaRight" b="textAreaBottom"/>
            <a:pathLst>
              <a:path w="3195" h="3481">
                <a:moveTo>
                  <a:pt x="243" y="0"/>
                </a:moveTo>
                <a:cubicBezTo>
                  <a:pt x="122" y="0"/>
                  <a:pt x="0" y="165"/>
                  <a:pt x="104" y="269"/>
                </a:cubicBezTo>
                <a:lnTo>
                  <a:pt x="2864" y="3424"/>
                </a:lnTo>
                <a:cubicBezTo>
                  <a:pt x="2896" y="3464"/>
                  <a:pt x="2934" y="3480"/>
                  <a:pt x="2971" y="3480"/>
                </a:cubicBezTo>
                <a:cubicBezTo>
                  <a:pt x="3086" y="3480"/>
                  <a:pt x="3194" y="3318"/>
                  <a:pt x="3095" y="3194"/>
                </a:cubicBezTo>
                <a:lnTo>
                  <a:pt x="334" y="39"/>
                </a:lnTo>
                <a:cubicBezTo>
                  <a:pt x="307" y="12"/>
                  <a:pt x="275" y="0"/>
                  <a:pt x="2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720" bIns="36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4" name="Google Shape;1448;p11"/>
          <p:cNvSpPr/>
          <p:nvPr/>
        </p:nvSpPr>
        <p:spPr>
          <a:xfrm>
            <a:off x="5792400" y="4381920"/>
            <a:ext cx="69840" cy="76680"/>
          </a:xfrm>
          <a:custGeom>
            <a:avLst/>
            <a:gdLst>
              <a:gd name="textAreaLeft" fmla="*/ 0 w 69840"/>
              <a:gd name="textAreaRight" fmla="*/ 70200 w 69840"/>
              <a:gd name="textAreaTop" fmla="*/ 0 h 76680"/>
              <a:gd name="textAreaBottom" fmla="*/ 77040 h 76680"/>
            </a:gdLst>
            <a:ahLst/>
            <a:cxnLst/>
            <a:rect l="textAreaLeft" t="textAreaTop" r="textAreaRight" b="textAreaBottom"/>
            <a:pathLst>
              <a:path w="3312" h="3639">
                <a:moveTo>
                  <a:pt x="253" y="1"/>
                </a:moveTo>
                <a:cubicBezTo>
                  <a:pt x="117" y="1"/>
                  <a:pt x="1" y="166"/>
                  <a:pt x="131" y="270"/>
                </a:cubicBezTo>
                <a:cubicBezTo>
                  <a:pt x="1248" y="1223"/>
                  <a:pt x="2201" y="2307"/>
                  <a:pt x="2957" y="3556"/>
                </a:cubicBezTo>
                <a:cubicBezTo>
                  <a:pt x="2986" y="3615"/>
                  <a:pt x="3033" y="3638"/>
                  <a:pt x="3081" y="3638"/>
                </a:cubicBezTo>
                <a:cubicBezTo>
                  <a:pt x="3194" y="3638"/>
                  <a:pt x="3312" y="3507"/>
                  <a:pt x="3220" y="3392"/>
                </a:cubicBezTo>
                <a:cubicBezTo>
                  <a:pt x="2464" y="2143"/>
                  <a:pt x="1478" y="993"/>
                  <a:pt x="361" y="40"/>
                </a:cubicBezTo>
                <a:cubicBezTo>
                  <a:pt x="326" y="12"/>
                  <a:pt x="289" y="1"/>
                  <a:pt x="25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520" bIns="38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5" name="Google Shape;1449;p11"/>
          <p:cNvSpPr/>
          <p:nvPr/>
        </p:nvSpPr>
        <p:spPr>
          <a:xfrm>
            <a:off x="5734800" y="4356360"/>
            <a:ext cx="60120" cy="116640"/>
          </a:xfrm>
          <a:custGeom>
            <a:avLst/>
            <a:gdLst>
              <a:gd name="textAreaLeft" fmla="*/ 0 w 60120"/>
              <a:gd name="textAreaRight" fmla="*/ 60480 w 60120"/>
              <a:gd name="textAreaTop" fmla="*/ 0 h 116640"/>
              <a:gd name="textAreaBottom" fmla="*/ 117000 h 116640"/>
            </a:gdLst>
            <a:ahLst/>
            <a:cxnLst/>
            <a:rect l="textAreaLeft" t="textAreaTop" r="textAreaRight" b="textAreaBottom"/>
            <a:pathLst>
              <a:path w="2862" h="5533">
                <a:moveTo>
                  <a:pt x="235" y="1"/>
                </a:moveTo>
                <a:cubicBezTo>
                  <a:pt x="121" y="1"/>
                  <a:pt x="1" y="117"/>
                  <a:pt x="93" y="233"/>
                </a:cubicBezTo>
                <a:cubicBezTo>
                  <a:pt x="1046" y="1876"/>
                  <a:pt x="1868" y="3618"/>
                  <a:pt x="2525" y="5425"/>
                </a:cubicBezTo>
                <a:cubicBezTo>
                  <a:pt x="2550" y="5500"/>
                  <a:pt x="2609" y="5533"/>
                  <a:pt x="2668" y="5533"/>
                </a:cubicBezTo>
                <a:cubicBezTo>
                  <a:pt x="2764" y="5533"/>
                  <a:pt x="2861" y="5448"/>
                  <a:pt x="2821" y="5326"/>
                </a:cubicBezTo>
                <a:cubicBezTo>
                  <a:pt x="2164" y="3486"/>
                  <a:pt x="1342" y="1745"/>
                  <a:pt x="356" y="69"/>
                </a:cubicBezTo>
                <a:cubicBezTo>
                  <a:pt x="327" y="21"/>
                  <a:pt x="282" y="1"/>
                  <a:pt x="2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8320" bIns="58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6" name="Google Shape;1450;p11"/>
          <p:cNvSpPr/>
          <p:nvPr/>
        </p:nvSpPr>
        <p:spPr>
          <a:xfrm>
            <a:off x="5379120" y="4350600"/>
            <a:ext cx="101160" cy="186120"/>
          </a:xfrm>
          <a:custGeom>
            <a:avLst/>
            <a:gdLst>
              <a:gd name="textAreaLeft" fmla="*/ 0 w 101160"/>
              <a:gd name="textAreaRight" fmla="*/ 101520 w 101160"/>
              <a:gd name="textAreaTop" fmla="*/ 0 h 186120"/>
              <a:gd name="textAreaBottom" fmla="*/ 186480 h 186120"/>
            </a:gdLst>
            <a:ahLst/>
            <a:cxnLst/>
            <a:rect l="textAreaLeft" t="textAreaTop" r="textAreaRight" b="textAreaBottom"/>
            <a:pathLst>
              <a:path w="4799" h="8812">
                <a:moveTo>
                  <a:pt x="4553" y="1"/>
                </a:moveTo>
                <a:cubicBezTo>
                  <a:pt x="4501" y="1"/>
                  <a:pt x="4448" y="21"/>
                  <a:pt x="4410" y="69"/>
                </a:cubicBezTo>
                <a:cubicBezTo>
                  <a:pt x="2471" y="2632"/>
                  <a:pt x="992" y="5524"/>
                  <a:pt x="39" y="8613"/>
                </a:cubicBezTo>
                <a:cubicBezTo>
                  <a:pt x="0" y="8729"/>
                  <a:pt x="99" y="8811"/>
                  <a:pt x="194" y="8811"/>
                </a:cubicBezTo>
                <a:cubicBezTo>
                  <a:pt x="259" y="8811"/>
                  <a:pt x="322" y="8772"/>
                  <a:pt x="335" y="8678"/>
                </a:cubicBezTo>
                <a:cubicBezTo>
                  <a:pt x="1288" y="5622"/>
                  <a:pt x="2767" y="2764"/>
                  <a:pt x="4705" y="233"/>
                </a:cubicBezTo>
                <a:cubicBezTo>
                  <a:pt x="4798" y="117"/>
                  <a:pt x="4678" y="1"/>
                  <a:pt x="455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7" name="Google Shape;1451;p11"/>
          <p:cNvSpPr/>
          <p:nvPr/>
        </p:nvSpPr>
        <p:spPr>
          <a:xfrm>
            <a:off x="5445360" y="4402800"/>
            <a:ext cx="34200" cy="93240"/>
          </a:xfrm>
          <a:custGeom>
            <a:avLst/>
            <a:gdLst>
              <a:gd name="textAreaLeft" fmla="*/ 0 w 34200"/>
              <a:gd name="textAreaRight" fmla="*/ 34560 w 34200"/>
              <a:gd name="textAreaTop" fmla="*/ 0 h 93240"/>
              <a:gd name="textAreaBottom" fmla="*/ 93600 h 93240"/>
            </a:gdLst>
            <a:ahLst/>
            <a:cxnLst/>
            <a:rect l="textAreaLeft" t="textAreaTop" r="textAreaRight" b="textAreaBottom"/>
            <a:pathLst>
              <a:path w="1626" h="4422">
                <a:moveTo>
                  <a:pt x="1410" y="1"/>
                </a:moveTo>
                <a:cubicBezTo>
                  <a:pt x="1345" y="1"/>
                  <a:pt x="1282" y="33"/>
                  <a:pt x="1257" y="108"/>
                </a:cubicBezTo>
                <a:cubicBezTo>
                  <a:pt x="797" y="1456"/>
                  <a:pt x="402" y="2836"/>
                  <a:pt x="41" y="4216"/>
                </a:cubicBezTo>
                <a:cubicBezTo>
                  <a:pt x="0" y="4338"/>
                  <a:pt x="110" y="4422"/>
                  <a:pt x="208" y="4422"/>
                </a:cubicBezTo>
                <a:cubicBezTo>
                  <a:pt x="268" y="4422"/>
                  <a:pt x="324" y="4390"/>
                  <a:pt x="337" y="4314"/>
                </a:cubicBezTo>
                <a:cubicBezTo>
                  <a:pt x="698" y="2901"/>
                  <a:pt x="1125" y="1554"/>
                  <a:pt x="1585" y="207"/>
                </a:cubicBezTo>
                <a:cubicBezTo>
                  <a:pt x="1626" y="85"/>
                  <a:pt x="1516" y="1"/>
                  <a:pt x="141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0" bIns="46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8" name="Google Shape;1452;p11"/>
          <p:cNvSpPr/>
          <p:nvPr/>
        </p:nvSpPr>
        <p:spPr>
          <a:xfrm>
            <a:off x="5511960" y="4321800"/>
            <a:ext cx="18720" cy="136440"/>
          </a:xfrm>
          <a:custGeom>
            <a:avLst/>
            <a:gdLst>
              <a:gd name="textAreaLeft" fmla="*/ 0 w 18720"/>
              <a:gd name="textAreaRight" fmla="*/ 19080 w 18720"/>
              <a:gd name="textAreaTop" fmla="*/ 0 h 136440"/>
              <a:gd name="textAreaBottom" fmla="*/ 136800 h 136440"/>
            </a:gdLst>
            <a:ahLst/>
            <a:cxnLst/>
            <a:rect l="textAreaLeft" t="textAreaTop" r="textAreaRight" b="textAreaBottom"/>
            <a:pathLst>
              <a:path w="907" h="6460">
                <a:moveTo>
                  <a:pt x="484" y="1"/>
                </a:moveTo>
                <a:cubicBezTo>
                  <a:pt x="406" y="1"/>
                  <a:pt x="332" y="50"/>
                  <a:pt x="348" y="148"/>
                </a:cubicBezTo>
                <a:cubicBezTo>
                  <a:pt x="578" y="2186"/>
                  <a:pt x="447" y="4256"/>
                  <a:pt x="20" y="6260"/>
                </a:cubicBezTo>
                <a:cubicBezTo>
                  <a:pt x="0" y="6377"/>
                  <a:pt x="96" y="6459"/>
                  <a:pt x="191" y="6459"/>
                </a:cubicBezTo>
                <a:cubicBezTo>
                  <a:pt x="256" y="6459"/>
                  <a:pt x="321" y="6420"/>
                  <a:pt x="348" y="6326"/>
                </a:cubicBezTo>
                <a:cubicBezTo>
                  <a:pt x="775" y="4322"/>
                  <a:pt x="907" y="2219"/>
                  <a:pt x="644" y="148"/>
                </a:cubicBezTo>
                <a:cubicBezTo>
                  <a:pt x="644" y="50"/>
                  <a:pt x="562" y="1"/>
                  <a:pt x="48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0" bIns="68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9" name="Google Shape;1453;p11"/>
          <p:cNvSpPr/>
          <p:nvPr/>
        </p:nvSpPr>
        <p:spPr>
          <a:xfrm>
            <a:off x="5559480" y="4388040"/>
            <a:ext cx="10800" cy="122400"/>
          </a:xfrm>
          <a:custGeom>
            <a:avLst/>
            <a:gdLst>
              <a:gd name="textAreaLeft" fmla="*/ 0 w 10800"/>
              <a:gd name="textAreaRight" fmla="*/ 11160 w 10800"/>
              <a:gd name="textAreaTop" fmla="*/ 0 h 122400"/>
              <a:gd name="textAreaBottom" fmla="*/ 122760 h 122400"/>
            </a:gdLst>
            <a:ahLst/>
            <a:cxnLst/>
            <a:rect l="textAreaLeft" t="textAreaTop" r="textAreaRight" b="textAreaBottom"/>
            <a:pathLst>
              <a:path w="526" h="5801">
                <a:moveTo>
                  <a:pt x="164" y="0"/>
                </a:moveTo>
                <a:cubicBezTo>
                  <a:pt x="82" y="0"/>
                  <a:pt x="0" y="58"/>
                  <a:pt x="0" y="173"/>
                </a:cubicBezTo>
                <a:cubicBezTo>
                  <a:pt x="164" y="1980"/>
                  <a:pt x="197" y="3820"/>
                  <a:pt x="132" y="5628"/>
                </a:cubicBezTo>
                <a:cubicBezTo>
                  <a:pt x="132" y="5743"/>
                  <a:pt x="214" y="5800"/>
                  <a:pt x="296" y="5800"/>
                </a:cubicBezTo>
                <a:cubicBezTo>
                  <a:pt x="378" y="5800"/>
                  <a:pt x="460" y="5743"/>
                  <a:pt x="460" y="5628"/>
                </a:cubicBezTo>
                <a:cubicBezTo>
                  <a:pt x="526" y="3820"/>
                  <a:pt x="493" y="1980"/>
                  <a:pt x="329" y="173"/>
                </a:cubicBezTo>
                <a:cubicBezTo>
                  <a:pt x="329" y="58"/>
                  <a:pt x="247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0" bIns="61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0" name="Google Shape;1454;p11"/>
          <p:cNvSpPr/>
          <p:nvPr/>
        </p:nvSpPr>
        <p:spPr>
          <a:xfrm>
            <a:off x="5582160" y="4385160"/>
            <a:ext cx="29160" cy="104760"/>
          </a:xfrm>
          <a:custGeom>
            <a:avLst/>
            <a:gdLst>
              <a:gd name="textAreaLeft" fmla="*/ 0 w 29160"/>
              <a:gd name="textAreaRight" fmla="*/ 29520 w 29160"/>
              <a:gd name="textAreaTop" fmla="*/ 0 h 104760"/>
              <a:gd name="textAreaBottom" fmla="*/ 105120 h 104760"/>
            </a:gdLst>
            <a:ahLst/>
            <a:cxnLst/>
            <a:rect l="textAreaLeft" t="textAreaTop" r="textAreaRight" b="textAreaBottom"/>
            <a:pathLst>
              <a:path w="1393" h="4970">
                <a:moveTo>
                  <a:pt x="213" y="1"/>
                </a:moveTo>
                <a:cubicBezTo>
                  <a:pt x="108" y="1"/>
                  <a:pt x="1" y="120"/>
                  <a:pt x="45" y="254"/>
                </a:cubicBezTo>
                <a:cubicBezTo>
                  <a:pt x="703" y="1700"/>
                  <a:pt x="1031" y="3245"/>
                  <a:pt x="1064" y="4822"/>
                </a:cubicBezTo>
                <a:cubicBezTo>
                  <a:pt x="1080" y="4920"/>
                  <a:pt x="1154" y="4970"/>
                  <a:pt x="1228" y="4970"/>
                </a:cubicBezTo>
                <a:cubicBezTo>
                  <a:pt x="1302" y="4970"/>
                  <a:pt x="1376" y="4920"/>
                  <a:pt x="1393" y="4822"/>
                </a:cubicBezTo>
                <a:cubicBezTo>
                  <a:pt x="1360" y="3179"/>
                  <a:pt x="998" y="1569"/>
                  <a:pt x="341" y="90"/>
                </a:cubicBezTo>
                <a:cubicBezTo>
                  <a:pt x="310" y="27"/>
                  <a:pt x="262" y="1"/>
                  <a:pt x="21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2560" bIns="52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1" name="Google Shape;1455;p11"/>
          <p:cNvSpPr/>
          <p:nvPr/>
        </p:nvSpPr>
        <p:spPr>
          <a:xfrm>
            <a:off x="5603040" y="4634280"/>
            <a:ext cx="25560" cy="214560"/>
          </a:xfrm>
          <a:custGeom>
            <a:avLst/>
            <a:gdLst>
              <a:gd name="textAreaLeft" fmla="*/ 0 w 25560"/>
              <a:gd name="textAreaRight" fmla="*/ 25920 w 25560"/>
              <a:gd name="textAreaTop" fmla="*/ 0 h 214560"/>
              <a:gd name="textAreaBottom" fmla="*/ 214920 h 214560"/>
            </a:gdLst>
            <a:ahLst/>
            <a:cxnLst/>
            <a:rect l="textAreaLeft" t="textAreaTop" r="textAreaRight" b="textAreaBottom"/>
            <a:pathLst>
              <a:path w="1225" h="10151">
                <a:moveTo>
                  <a:pt x="208" y="0"/>
                </a:moveTo>
                <a:cubicBezTo>
                  <a:pt x="111" y="0"/>
                  <a:pt x="1" y="85"/>
                  <a:pt x="41" y="206"/>
                </a:cubicBezTo>
                <a:cubicBezTo>
                  <a:pt x="896" y="3394"/>
                  <a:pt x="896" y="6778"/>
                  <a:pt x="41" y="9966"/>
                </a:cubicBezTo>
                <a:cubicBezTo>
                  <a:pt x="22" y="10080"/>
                  <a:pt x="103" y="10151"/>
                  <a:pt x="187" y="10151"/>
                </a:cubicBezTo>
                <a:cubicBezTo>
                  <a:pt x="247" y="10151"/>
                  <a:pt x="309" y="10114"/>
                  <a:pt x="337" y="10032"/>
                </a:cubicBezTo>
                <a:cubicBezTo>
                  <a:pt x="1224" y="6811"/>
                  <a:pt x="1224" y="3361"/>
                  <a:pt x="337" y="108"/>
                </a:cubicBezTo>
                <a:cubicBezTo>
                  <a:pt x="324" y="33"/>
                  <a:pt x="269" y="0"/>
                  <a:pt x="2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2" name="Google Shape;1456;p11"/>
          <p:cNvSpPr/>
          <p:nvPr/>
        </p:nvSpPr>
        <p:spPr>
          <a:xfrm>
            <a:off x="5450400" y="4547520"/>
            <a:ext cx="31320" cy="241200"/>
          </a:xfrm>
          <a:custGeom>
            <a:avLst/>
            <a:gdLst>
              <a:gd name="textAreaLeft" fmla="*/ 0 w 31320"/>
              <a:gd name="textAreaRight" fmla="*/ 31680 w 31320"/>
              <a:gd name="textAreaTop" fmla="*/ 0 h 241200"/>
              <a:gd name="textAreaBottom" fmla="*/ 241560 h 241200"/>
            </a:gdLst>
            <a:ahLst/>
            <a:cxnLst/>
            <a:rect l="textAreaLeft" t="textAreaTop" r="textAreaRight" b="textAreaBottom"/>
            <a:pathLst>
              <a:path w="1500" h="11421">
                <a:moveTo>
                  <a:pt x="1281" y="1"/>
                </a:moveTo>
                <a:cubicBezTo>
                  <a:pt x="1218" y="1"/>
                  <a:pt x="1163" y="33"/>
                  <a:pt x="1150" y="108"/>
                </a:cubicBezTo>
                <a:cubicBezTo>
                  <a:pt x="329" y="3789"/>
                  <a:pt x="0" y="7502"/>
                  <a:pt x="132" y="11248"/>
                </a:cubicBezTo>
                <a:cubicBezTo>
                  <a:pt x="132" y="11363"/>
                  <a:pt x="214" y="11420"/>
                  <a:pt x="296" y="11420"/>
                </a:cubicBezTo>
                <a:cubicBezTo>
                  <a:pt x="378" y="11420"/>
                  <a:pt x="460" y="11363"/>
                  <a:pt x="460" y="11248"/>
                </a:cubicBezTo>
                <a:cubicBezTo>
                  <a:pt x="329" y="7535"/>
                  <a:pt x="657" y="3821"/>
                  <a:pt x="1479" y="207"/>
                </a:cubicBezTo>
                <a:cubicBezTo>
                  <a:pt x="1499" y="85"/>
                  <a:pt x="1381" y="1"/>
                  <a:pt x="12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3" name="Google Shape;1457;p11"/>
          <p:cNvSpPr/>
          <p:nvPr/>
        </p:nvSpPr>
        <p:spPr>
          <a:xfrm>
            <a:off x="5203440" y="4586040"/>
            <a:ext cx="91440" cy="228600"/>
          </a:xfrm>
          <a:custGeom>
            <a:avLst/>
            <a:gdLst>
              <a:gd name="textAreaLeft" fmla="*/ 0 w 91440"/>
              <a:gd name="textAreaRight" fmla="*/ 91800 w 91440"/>
              <a:gd name="textAreaTop" fmla="*/ 0 h 228600"/>
              <a:gd name="textAreaBottom" fmla="*/ 228960 h 228600"/>
            </a:gdLst>
            <a:ahLst/>
            <a:cxnLst/>
            <a:rect l="textAreaLeft" t="textAreaTop" r="textAreaRight" b="textAreaBottom"/>
            <a:pathLst>
              <a:path w="4345" h="10823">
                <a:moveTo>
                  <a:pt x="4117" y="1"/>
                </a:moveTo>
                <a:cubicBezTo>
                  <a:pt x="4065" y="1"/>
                  <a:pt x="4013" y="27"/>
                  <a:pt x="3982" y="90"/>
                </a:cubicBezTo>
                <a:cubicBezTo>
                  <a:pt x="2306" y="3441"/>
                  <a:pt x="959" y="6957"/>
                  <a:pt x="39" y="10638"/>
                </a:cubicBezTo>
                <a:cubicBezTo>
                  <a:pt x="0" y="10752"/>
                  <a:pt x="95" y="10823"/>
                  <a:pt x="195" y="10823"/>
                </a:cubicBezTo>
                <a:cubicBezTo>
                  <a:pt x="266" y="10823"/>
                  <a:pt x="340" y="10786"/>
                  <a:pt x="367" y="10703"/>
                </a:cubicBezTo>
                <a:cubicBezTo>
                  <a:pt x="1287" y="7056"/>
                  <a:pt x="2602" y="3573"/>
                  <a:pt x="4278" y="254"/>
                </a:cubicBezTo>
                <a:cubicBezTo>
                  <a:pt x="4345" y="120"/>
                  <a:pt x="4229" y="1"/>
                  <a:pt x="411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4" name="Google Shape;1458;p11"/>
          <p:cNvSpPr/>
          <p:nvPr/>
        </p:nvSpPr>
        <p:spPr>
          <a:xfrm>
            <a:off x="5263920" y="4613040"/>
            <a:ext cx="43560" cy="137880"/>
          </a:xfrm>
          <a:custGeom>
            <a:avLst/>
            <a:gdLst>
              <a:gd name="textAreaLeft" fmla="*/ 0 w 43560"/>
              <a:gd name="textAreaRight" fmla="*/ 43920 w 43560"/>
              <a:gd name="textAreaTop" fmla="*/ 0 h 137880"/>
              <a:gd name="textAreaBottom" fmla="*/ 138240 h 137880"/>
            </a:gdLst>
            <a:ahLst/>
            <a:cxnLst/>
            <a:rect l="textAreaLeft" t="textAreaTop" r="textAreaRight" b="textAreaBottom"/>
            <a:pathLst>
              <a:path w="2073" h="6538">
                <a:moveTo>
                  <a:pt x="1845" y="0"/>
                </a:moveTo>
                <a:cubicBezTo>
                  <a:pt x="1792" y="0"/>
                  <a:pt x="1741" y="26"/>
                  <a:pt x="1709" y="89"/>
                </a:cubicBezTo>
                <a:cubicBezTo>
                  <a:pt x="789" y="2061"/>
                  <a:pt x="198" y="4197"/>
                  <a:pt x="1" y="6365"/>
                </a:cubicBezTo>
                <a:cubicBezTo>
                  <a:pt x="1" y="6480"/>
                  <a:pt x="74" y="6538"/>
                  <a:pt x="153" y="6538"/>
                </a:cubicBezTo>
                <a:cubicBezTo>
                  <a:pt x="231" y="6538"/>
                  <a:pt x="313" y="6480"/>
                  <a:pt x="329" y="6365"/>
                </a:cubicBezTo>
                <a:cubicBezTo>
                  <a:pt x="526" y="4262"/>
                  <a:pt x="1085" y="2192"/>
                  <a:pt x="2005" y="253"/>
                </a:cubicBezTo>
                <a:cubicBezTo>
                  <a:pt x="2072" y="119"/>
                  <a:pt x="1956" y="0"/>
                  <a:pt x="184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9120" bIns="69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5" name="Google Shape;1459;p11"/>
          <p:cNvSpPr/>
          <p:nvPr/>
        </p:nvSpPr>
        <p:spPr>
          <a:xfrm>
            <a:off x="5295600" y="4628520"/>
            <a:ext cx="41760" cy="93600"/>
          </a:xfrm>
          <a:custGeom>
            <a:avLst/>
            <a:gdLst>
              <a:gd name="textAreaLeft" fmla="*/ 0 w 41760"/>
              <a:gd name="textAreaRight" fmla="*/ 42120 w 41760"/>
              <a:gd name="textAreaTop" fmla="*/ 0 h 93600"/>
              <a:gd name="textAreaBottom" fmla="*/ 93960 h 93600"/>
            </a:gdLst>
            <a:ahLst/>
            <a:cxnLst/>
            <a:rect l="textAreaLeft" t="textAreaTop" r="textAreaRight" b="textAreaBottom"/>
            <a:pathLst>
              <a:path w="1994" h="4445">
                <a:moveTo>
                  <a:pt x="1780" y="0"/>
                </a:moveTo>
                <a:cubicBezTo>
                  <a:pt x="1727" y="0"/>
                  <a:pt x="1672" y="26"/>
                  <a:pt x="1630" y="89"/>
                </a:cubicBezTo>
                <a:lnTo>
                  <a:pt x="1663" y="89"/>
                </a:lnTo>
                <a:cubicBezTo>
                  <a:pt x="842" y="1338"/>
                  <a:pt x="250" y="2751"/>
                  <a:pt x="20" y="4229"/>
                </a:cubicBezTo>
                <a:cubicBezTo>
                  <a:pt x="1" y="4366"/>
                  <a:pt x="97" y="4445"/>
                  <a:pt x="185" y="4445"/>
                </a:cubicBezTo>
                <a:cubicBezTo>
                  <a:pt x="246" y="4445"/>
                  <a:pt x="303" y="4408"/>
                  <a:pt x="316" y="4328"/>
                </a:cubicBezTo>
                <a:cubicBezTo>
                  <a:pt x="579" y="2882"/>
                  <a:pt x="1104" y="1469"/>
                  <a:pt x="1926" y="253"/>
                </a:cubicBezTo>
                <a:cubicBezTo>
                  <a:pt x="1993" y="119"/>
                  <a:pt x="1893" y="0"/>
                  <a:pt x="178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0" bIns="46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6" name="Google Shape;1460;p11"/>
          <p:cNvSpPr/>
          <p:nvPr/>
        </p:nvSpPr>
        <p:spPr>
          <a:xfrm>
            <a:off x="5338440" y="4637520"/>
            <a:ext cx="34920" cy="58320"/>
          </a:xfrm>
          <a:custGeom>
            <a:avLst/>
            <a:gdLst>
              <a:gd name="textAreaLeft" fmla="*/ 0 w 34920"/>
              <a:gd name="textAreaRight" fmla="*/ 35280 w 34920"/>
              <a:gd name="textAreaTop" fmla="*/ 0 h 58320"/>
              <a:gd name="textAreaBottom" fmla="*/ 58680 h 58320"/>
            </a:gdLst>
            <a:ahLst/>
            <a:cxnLst/>
            <a:rect l="textAreaLeft" t="textAreaTop" r="textAreaRight" b="textAreaBottom"/>
            <a:pathLst>
              <a:path w="1673" h="2772">
                <a:moveTo>
                  <a:pt x="1454" y="0"/>
                </a:moveTo>
                <a:cubicBezTo>
                  <a:pt x="1403" y="0"/>
                  <a:pt x="1351" y="26"/>
                  <a:pt x="1320" y="89"/>
                </a:cubicBezTo>
                <a:lnTo>
                  <a:pt x="1287" y="89"/>
                </a:lnTo>
                <a:cubicBezTo>
                  <a:pt x="794" y="878"/>
                  <a:pt x="367" y="1699"/>
                  <a:pt x="38" y="2587"/>
                </a:cubicBezTo>
                <a:cubicBezTo>
                  <a:pt x="0" y="2701"/>
                  <a:pt x="84" y="2771"/>
                  <a:pt x="180" y="2771"/>
                </a:cubicBezTo>
                <a:cubicBezTo>
                  <a:pt x="250" y="2771"/>
                  <a:pt x="326" y="2735"/>
                  <a:pt x="367" y="2652"/>
                </a:cubicBezTo>
                <a:cubicBezTo>
                  <a:pt x="696" y="1831"/>
                  <a:pt x="1090" y="1009"/>
                  <a:pt x="1583" y="254"/>
                </a:cubicBezTo>
                <a:cubicBezTo>
                  <a:pt x="1672" y="119"/>
                  <a:pt x="1564" y="0"/>
                  <a:pt x="14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7" name="Google Shape;1461;p11"/>
          <p:cNvSpPr/>
          <p:nvPr/>
        </p:nvSpPr>
        <p:spPr>
          <a:xfrm>
            <a:off x="5185800" y="4620240"/>
            <a:ext cx="56520" cy="117000"/>
          </a:xfrm>
          <a:custGeom>
            <a:avLst/>
            <a:gdLst>
              <a:gd name="textAreaLeft" fmla="*/ 0 w 56520"/>
              <a:gd name="textAreaRight" fmla="*/ 56880 w 56520"/>
              <a:gd name="textAreaTop" fmla="*/ 0 h 117000"/>
              <a:gd name="textAreaBottom" fmla="*/ 117360 h 117000"/>
            </a:gdLst>
            <a:ahLst/>
            <a:cxnLst/>
            <a:rect l="textAreaLeft" t="textAreaTop" r="textAreaRight" b="textAreaBottom"/>
            <a:pathLst>
              <a:path w="2688" h="5547">
                <a:moveTo>
                  <a:pt x="2476" y="1"/>
                </a:moveTo>
                <a:cubicBezTo>
                  <a:pt x="2427" y="1"/>
                  <a:pt x="2379" y="27"/>
                  <a:pt x="2347" y="90"/>
                </a:cubicBezTo>
                <a:cubicBezTo>
                  <a:pt x="1591" y="1831"/>
                  <a:pt x="836" y="3540"/>
                  <a:pt x="47" y="5315"/>
                </a:cubicBezTo>
                <a:cubicBezTo>
                  <a:pt x="1" y="5431"/>
                  <a:pt x="118" y="5547"/>
                  <a:pt x="226" y="5547"/>
                </a:cubicBezTo>
                <a:cubicBezTo>
                  <a:pt x="271" y="5547"/>
                  <a:pt x="314" y="5527"/>
                  <a:pt x="343" y="5479"/>
                </a:cubicBezTo>
                <a:lnTo>
                  <a:pt x="2643" y="254"/>
                </a:lnTo>
                <a:cubicBezTo>
                  <a:pt x="2688" y="120"/>
                  <a:pt x="2580" y="1"/>
                  <a:pt x="247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8680" bIns="58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8" name="Google Shape;1462;p11"/>
          <p:cNvSpPr/>
          <p:nvPr/>
        </p:nvSpPr>
        <p:spPr>
          <a:xfrm>
            <a:off x="4722120" y="4465440"/>
            <a:ext cx="308520" cy="293040"/>
          </a:xfrm>
          <a:custGeom>
            <a:avLst/>
            <a:gdLst>
              <a:gd name="textAreaLeft" fmla="*/ 0 w 308520"/>
              <a:gd name="textAreaRight" fmla="*/ 308880 w 30852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14599" h="13870">
                <a:moveTo>
                  <a:pt x="14383" y="0"/>
                </a:moveTo>
                <a:cubicBezTo>
                  <a:pt x="14356" y="0"/>
                  <a:pt x="14327" y="10"/>
                  <a:pt x="14299" y="33"/>
                </a:cubicBezTo>
                <a:cubicBezTo>
                  <a:pt x="10027" y="2925"/>
                  <a:pt x="6149" y="6375"/>
                  <a:pt x="2765" y="10285"/>
                </a:cubicBezTo>
                <a:cubicBezTo>
                  <a:pt x="1812" y="11370"/>
                  <a:pt x="925" y="12487"/>
                  <a:pt x="70" y="13637"/>
                </a:cubicBezTo>
                <a:cubicBezTo>
                  <a:pt x="0" y="13753"/>
                  <a:pt x="111" y="13870"/>
                  <a:pt x="229" y="13870"/>
                </a:cubicBezTo>
                <a:cubicBezTo>
                  <a:pt x="278" y="13870"/>
                  <a:pt x="327" y="13850"/>
                  <a:pt x="366" y="13802"/>
                </a:cubicBezTo>
                <a:cubicBezTo>
                  <a:pt x="3389" y="9694"/>
                  <a:pt x="6971" y="6046"/>
                  <a:pt x="10947" y="2892"/>
                </a:cubicBezTo>
                <a:cubicBezTo>
                  <a:pt x="12097" y="1972"/>
                  <a:pt x="13247" y="1117"/>
                  <a:pt x="14463" y="329"/>
                </a:cubicBezTo>
                <a:cubicBezTo>
                  <a:pt x="14598" y="220"/>
                  <a:pt x="14510" y="0"/>
                  <a:pt x="1438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9" name="Google Shape;1463;p11"/>
          <p:cNvSpPr/>
          <p:nvPr/>
        </p:nvSpPr>
        <p:spPr>
          <a:xfrm>
            <a:off x="4856400" y="4509360"/>
            <a:ext cx="154800" cy="157320"/>
          </a:xfrm>
          <a:custGeom>
            <a:avLst/>
            <a:gdLst>
              <a:gd name="textAreaLeft" fmla="*/ 0 w 154800"/>
              <a:gd name="textAreaRight" fmla="*/ 155160 w 154800"/>
              <a:gd name="textAreaTop" fmla="*/ 0 h 157320"/>
              <a:gd name="textAreaBottom" fmla="*/ 157680 h 157320"/>
            </a:gdLst>
            <a:ahLst/>
            <a:cxnLst/>
            <a:rect l="textAreaLeft" t="textAreaTop" r="textAreaRight" b="textAreaBottom"/>
            <a:pathLst>
              <a:path w="7328" h="7458">
                <a:moveTo>
                  <a:pt x="7104" y="1"/>
                </a:moveTo>
                <a:cubicBezTo>
                  <a:pt x="7067" y="1"/>
                  <a:pt x="7030" y="17"/>
                  <a:pt x="6998" y="57"/>
                </a:cubicBezTo>
                <a:lnTo>
                  <a:pt x="130" y="7188"/>
                </a:lnTo>
                <a:cubicBezTo>
                  <a:pt x="0" y="7292"/>
                  <a:pt x="116" y="7457"/>
                  <a:pt x="252" y="7457"/>
                </a:cubicBezTo>
                <a:cubicBezTo>
                  <a:pt x="288" y="7457"/>
                  <a:pt x="325" y="7445"/>
                  <a:pt x="360" y="7418"/>
                </a:cubicBezTo>
                <a:lnTo>
                  <a:pt x="7228" y="287"/>
                </a:lnTo>
                <a:cubicBezTo>
                  <a:pt x="7327" y="163"/>
                  <a:pt x="7219" y="1"/>
                  <a:pt x="710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8840" bIns="78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0" name="Google Shape;1464;p11"/>
          <p:cNvSpPr/>
          <p:nvPr/>
        </p:nvSpPr>
        <p:spPr>
          <a:xfrm>
            <a:off x="4878720" y="4533120"/>
            <a:ext cx="149760" cy="164520"/>
          </a:xfrm>
          <a:custGeom>
            <a:avLst/>
            <a:gdLst>
              <a:gd name="textAreaLeft" fmla="*/ 0 w 149760"/>
              <a:gd name="textAreaRight" fmla="*/ 150120 w 149760"/>
              <a:gd name="textAreaTop" fmla="*/ 0 h 164520"/>
              <a:gd name="textAreaBottom" fmla="*/ 164880 h 164520"/>
            </a:gdLst>
            <a:ahLst/>
            <a:cxnLst/>
            <a:rect l="textAreaLeft" t="textAreaTop" r="textAreaRight" b="textAreaBottom"/>
            <a:pathLst>
              <a:path w="7091" h="7789">
                <a:moveTo>
                  <a:pt x="6868" y="1"/>
                </a:moveTo>
                <a:cubicBezTo>
                  <a:pt x="6831" y="1"/>
                  <a:pt x="6793" y="17"/>
                  <a:pt x="6761" y="57"/>
                </a:cubicBezTo>
                <a:cubicBezTo>
                  <a:pt x="4297" y="2358"/>
                  <a:pt x="2095" y="4855"/>
                  <a:pt x="91" y="7549"/>
                </a:cubicBezTo>
                <a:cubicBezTo>
                  <a:pt x="1" y="7684"/>
                  <a:pt x="110" y="7788"/>
                  <a:pt x="231" y="7788"/>
                </a:cubicBezTo>
                <a:cubicBezTo>
                  <a:pt x="287" y="7788"/>
                  <a:pt x="345" y="7766"/>
                  <a:pt x="386" y="7714"/>
                </a:cubicBezTo>
                <a:lnTo>
                  <a:pt x="386" y="7747"/>
                </a:lnTo>
                <a:cubicBezTo>
                  <a:pt x="2358" y="5052"/>
                  <a:pt x="4560" y="2555"/>
                  <a:pt x="6991" y="287"/>
                </a:cubicBezTo>
                <a:cubicBezTo>
                  <a:pt x="7091" y="163"/>
                  <a:pt x="6983" y="1"/>
                  <a:pt x="686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1" name="Google Shape;1465;p11"/>
          <p:cNvSpPr/>
          <p:nvPr/>
        </p:nvSpPr>
        <p:spPr>
          <a:xfrm>
            <a:off x="5122800" y="4365000"/>
            <a:ext cx="129240" cy="75960"/>
          </a:xfrm>
          <a:custGeom>
            <a:avLst/>
            <a:gdLst>
              <a:gd name="textAreaLeft" fmla="*/ 0 w 129240"/>
              <a:gd name="textAreaRight" fmla="*/ 129600 w 12924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6117" h="3603">
                <a:moveTo>
                  <a:pt x="5863" y="0"/>
                </a:moveTo>
                <a:cubicBezTo>
                  <a:pt x="5837" y="0"/>
                  <a:pt x="5810" y="6"/>
                  <a:pt x="5782" y="20"/>
                </a:cubicBezTo>
                <a:cubicBezTo>
                  <a:pt x="3811" y="973"/>
                  <a:pt x="1938" y="2058"/>
                  <a:pt x="163" y="3306"/>
                </a:cubicBezTo>
                <a:cubicBezTo>
                  <a:pt x="1" y="3388"/>
                  <a:pt x="106" y="3602"/>
                  <a:pt x="240" y="3602"/>
                </a:cubicBezTo>
                <a:cubicBezTo>
                  <a:pt x="268" y="3602"/>
                  <a:pt x="299" y="3592"/>
                  <a:pt x="328" y="3569"/>
                </a:cubicBezTo>
                <a:cubicBezTo>
                  <a:pt x="2102" y="2321"/>
                  <a:pt x="3975" y="1236"/>
                  <a:pt x="5947" y="283"/>
                </a:cubicBezTo>
                <a:cubicBezTo>
                  <a:pt x="6116" y="227"/>
                  <a:pt x="6019" y="0"/>
                  <a:pt x="586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160" bIns="38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2" name="Google Shape;1466;p11"/>
          <p:cNvSpPr/>
          <p:nvPr/>
        </p:nvSpPr>
        <p:spPr>
          <a:xfrm>
            <a:off x="5178600" y="4374000"/>
            <a:ext cx="85320" cy="55080"/>
          </a:xfrm>
          <a:custGeom>
            <a:avLst/>
            <a:gdLst>
              <a:gd name="textAreaLeft" fmla="*/ 0 w 85320"/>
              <a:gd name="textAreaRight" fmla="*/ 85680 w 85320"/>
              <a:gd name="textAreaTop" fmla="*/ 0 h 55080"/>
              <a:gd name="textAreaBottom" fmla="*/ 55440 h 55080"/>
            </a:gdLst>
            <a:ahLst/>
            <a:cxnLst/>
            <a:rect l="textAreaLeft" t="textAreaTop" r="textAreaRight" b="textAreaBottom"/>
            <a:pathLst>
              <a:path w="4046" h="2623">
                <a:moveTo>
                  <a:pt x="3792" y="1"/>
                </a:moveTo>
                <a:cubicBezTo>
                  <a:pt x="3767" y="1"/>
                  <a:pt x="3740" y="7"/>
                  <a:pt x="3712" y="20"/>
                </a:cubicBezTo>
                <a:cubicBezTo>
                  <a:pt x="2430" y="678"/>
                  <a:pt x="1247" y="1466"/>
                  <a:pt x="130" y="2354"/>
                </a:cubicBezTo>
                <a:cubicBezTo>
                  <a:pt x="0" y="2457"/>
                  <a:pt x="117" y="2623"/>
                  <a:pt x="252" y="2623"/>
                </a:cubicBezTo>
                <a:cubicBezTo>
                  <a:pt x="288" y="2623"/>
                  <a:pt x="326" y="2611"/>
                  <a:pt x="360" y="2584"/>
                </a:cubicBezTo>
                <a:cubicBezTo>
                  <a:pt x="1445" y="1696"/>
                  <a:pt x="2628" y="941"/>
                  <a:pt x="3876" y="283"/>
                </a:cubicBezTo>
                <a:cubicBezTo>
                  <a:pt x="4046" y="227"/>
                  <a:pt x="3948" y="1"/>
                  <a:pt x="379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3" name="Google Shape;1467;p11"/>
          <p:cNvSpPr/>
          <p:nvPr/>
        </p:nvSpPr>
        <p:spPr>
          <a:xfrm>
            <a:off x="4491360" y="4408920"/>
            <a:ext cx="198000" cy="118440"/>
          </a:xfrm>
          <a:custGeom>
            <a:avLst/>
            <a:gdLst>
              <a:gd name="textAreaLeft" fmla="*/ 0 w 198000"/>
              <a:gd name="textAreaRight" fmla="*/ 198360 w 198000"/>
              <a:gd name="textAreaTop" fmla="*/ 0 h 118440"/>
              <a:gd name="textAreaBottom" fmla="*/ 118800 h 118440"/>
            </a:gdLst>
            <a:ahLst/>
            <a:cxnLst/>
            <a:rect l="textAreaLeft" t="textAreaTop" r="textAreaRight" b="textAreaBottom"/>
            <a:pathLst>
              <a:path w="9372" h="5612">
                <a:moveTo>
                  <a:pt x="9203" y="0"/>
                </a:moveTo>
                <a:cubicBezTo>
                  <a:pt x="9183" y="0"/>
                  <a:pt x="9159" y="6"/>
                  <a:pt x="9134" y="19"/>
                </a:cubicBezTo>
                <a:cubicBezTo>
                  <a:pt x="5881" y="1300"/>
                  <a:pt x="2825" y="3107"/>
                  <a:pt x="130" y="5342"/>
                </a:cubicBezTo>
                <a:cubicBezTo>
                  <a:pt x="0" y="5446"/>
                  <a:pt x="117" y="5611"/>
                  <a:pt x="252" y="5611"/>
                </a:cubicBezTo>
                <a:cubicBezTo>
                  <a:pt x="288" y="5611"/>
                  <a:pt x="326" y="5599"/>
                  <a:pt x="360" y="5572"/>
                </a:cubicBezTo>
                <a:lnTo>
                  <a:pt x="360" y="5605"/>
                </a:lnTo>
                <a:cubicBezTo>
                  <a:pt x="3022" y="3370"/>
                  <a:pt x="6012" y="1596"/>
                  <a:pt x="9200" y="314"/>
                </a:cubicBezTo>
                <a:cubicBezTo>
                  <a:pt x="9371" y="257"/>
                  <a:pt x="9344" y="0"/>
                  <a:pt x="92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9400" bIns="59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4" name="Google Shape;1468;p11"/>
          <p:cNvSpPr/>
          <p:nvPr/>
        </p:nvSpPr>
        <p:spPr>
          <a:xfrm>
            <a:off x="4667400" y="4417200"/>
            <a:ext cx="102600" cy="60840"/>
          </a:xfrm>
          <a:custGeom>
            <a:avLst/>
            <a:gdLst>
              <a:gd name="textAreaLeft" fmla="*/ 0 w 102600"/>
              <a:gd name="textAreaRight" fmla="*/ 102960 w 102600"/>
              <a:gd name="textAreaTop" fmla="*/ 0 h 60840"/>
              <a:gd name="textAreaBottom" fmla="*/ 61200 h 60840"/>
            </a:gdLst>
            <a:ahLst/>
            <a:cxnLst/>
            <a:rect l="textAreaLeft" t="textAreaTop" r="textAreaRight" b="textAreaBottom"/>
            <a:pathLst>
              <a:path w="4870" h="2885">
                <a:moveTo>
                  <a:pt x="4692" y="1"/>
                </a:moveTo>
                <a:cubicBezTo>
                  <a:pt x="4673" y="1"/>
                  <a:pt x="4653" y="6"/>
                  <a:pt x="4632" y="19"/>
                </a:cubicBezTo>
                <a:cubicBezTo>
                  <a:pt x="3022" y="676"/>
                  <a:pt x="1510" y="1530"/>
                  <a:pt x="130" y="2615"/>
                </a:cubicBezTo>
                <a:cubicBezTo>
                  <a:pt x="0" y="2719"/>
                  <a:pt x="116" y="2884"/>
                  <a:pt x="252" y="2884"/>
                </a:cubicBezTo>
                <a:cubicBezTo>
                  <a:pt x="288" y="2884"/>
                  <a:pt x="325" y="2872"/>
                  <a:pt x="360" y="2845"/>
                </a:cubicBezTo>
                <a:cubicBezTo>
                  <a:pt x="1674" y="1793"/>
                  <a:pt x="3153" y="972"/>
                  <a:pt x="4698" y="315"/>
                </a:cubicBezTo>
                <a:cubicBezTo>
                  <a:pt x="4869" y="257"/>
                  <a:pt x="4817" y="1"/>
                  <a:pt x="469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600" bIns="30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5" name="Google Shape;1469;p11"/>
          <p:cNvSpPr/>
          <p:nvPr/>
        </p:nvSpPr>
        <p:spPr>
          <a:xfrm>
            <a:off x="4659480" y="4411440"/>
            <a:ext cx="84600" cy="55800"/>
          </a:xfrm>
          <a:custGeom>
            <a:avLst/>
            <a:gdLst>
              <a:gd name="textAreaLeft" fmla="*/ 0 w 84600"/>
              <a:gd name="textAreaRight" fmla="*/ 84960 w 846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4016" h="2658">
                <a:moveTo>
                  <a:pt x="3787" y="0"/>
                </a:moveTo>
                <a:cubicBezTo>
                  <a:pt x="3763" y="0"/>
                  <a:pt x="3737" y="7"/>
                  <a:pt x="3712" y="22"/>
                </a:cubicBezTo>
                <a:cubicBezTo>
                  <a:pt x="2431" y="646"/>
                  <a:pt x="1215" y="1468"/>
                  <a:pt x="130" y="2388"/>
                </a:cubicBezTo>
                <a:cubicBezTo>
                  <a:pt x="1" y="2492"/>
                  <a:pt x="117" y="2657"/>
                  <a:pt x="253" y="2657"/>
                </a:cubicBezTo>
                <a:cubicBezTo>
                  <a:pt x="289" y="2657"/>
                  <a:pt x="326" y="2645"/>
                  <a:pt x="361" y="2618"/>
                </a:cubicBezTo>
                <a:cubicBezTo>
                  <a:pt x="1445" y="1698"/>
                  <a:pt x="2628" y="942"/>
                  <a:pt x="3877" y="285"/>
                </a:cubicBezTo>
                <a:cubicBezTo>
                  <a:pt x="4016" y="201"/>
                  <a:pt x="3919" y="0"/>
                  <a:pt x="378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6" name="Google Shape;1470;p11"/>
          <p:cNvSpPr/>
          <p:nvPr/>
        </p:nvSpPr>
        <p:spPr>
          <a:xfrm>
            <a:off x="4366080" y="4663080"/>
            <a:ext cx="117360" cy="104760"/>
          </a:xfrm>
          <a:custGeom>
            <a:avLst/>
            <a:gdLst>
              <a:gd name="textAreaLeft" fmla="*/ 0 w 117360"/>
              <a:gd name="textAreaRight" fmla="*/ 117720 w 117360"/>
              <a:gd name="textAreaTop" fmla="*/ 0 h 104760"/>
              <a:gd name="textAreaBottom" fmla="*/ 105120 h 104760"/>
            </a:gdLst>
            <a:ahLst/>
            <a:cxnLst/>
            <a:rect l="textAreaLeft" t="textAreaTop" r="textAreaRight" b="textAreaBottom"/>
            <a:pathLst>
              <a:path w="5558" h="4968">
                <a:moveTo>
                  <a:pt x="5342" y="0"/>
                </a:moveTo>
                <a:cubicBezTo>
                  <a:pt x="5315" y="0"/>
                  <a:pt x="5286" y="10"/>
                  <a:pt x="5258" y="33"/>
                </a:cubicBezTo>
                <a:cubicBezTo>
                  <a:pt x="3352" y="1348"/>
                  <a:pt x="1610" y="2925"/>
                  <a:pt x="99" y="4667"/>
                </a:cubicBezTo>
                <a:cubicBezTo>
                  <a:pt x="0" y="4789"/>
                  <a:pt x="104" y="4967"/>
                  <a:pt x="217" y="4967"/>
                </a:cubicBezTo>
                <a:cubicBezTo>
                  <a:pt x="256" y="4967"/>
                  <a:pt x="295" y="4947"/>
                  <a:pt x="329" y="4897"/>
                </a:cubicBezTo>
                <a:cubicBezTo>
                  <a:pt x="1807" y="3155"/>
                  <a:pt x="3549" y="1644"/>
                  <a:pt x="5422" y="329"/>
                </a:cubicBezTo>
                <a:cubicBezTo>
                  <a:pt x="5558" y="221"/>
                  <a:pt x="5469" y="0"/>
                  <a:pt x="534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2560" bIns="52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7" name="Google Shape;1471;p11"/>
          <p:cNvSpPr/>
          <p:nvPr/>
        </p:nvSpPr>
        <p:spPr>
          <a:xfrm>
            <a:off x="4401360" y="4692240"/>
            <a:ext cx="70560" cy="61920"/>
          </a:xfrm>
          <a:custGeom>
            <a:avLst/>
            <a:gdLst>
              <a:gd name="textAreaLeft" fmla="*/ 0 w 70560"/>
              <a:gd name="textAreaRight" fmla="*/ 70920 w 7056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3357" h="2938">
                <a:moveTo>
                  <a:pt x="3104" y="0"/>
                </a:moveTo>
                <a:cubicBezTo>
                  <a:pt x="3068" y="0"/>
                  <a:pt x="3031" y="12"/>
                  <a:pt x="2996" y="39"/>
                </a:cubicBezTo>
                <a:lnTo>
                  <a:pt x="104" y="2668"/>
                </a:lnTo>
                <a:cubicBezTo>
                  <a:pt x="1" y="2772"/>
                  <a:pt x="122" y="2938"/>
                  <a:pt x="243" y="2938"/>
                </a:cubicBezTo>
                <a:cubicBezTo>
                  <a:pt x="275" y="2938"/>
                  <a:pt x="307" y="2926"/>
                  <a:pt x="335" y="2898"/>
                </a:cubicBezTo>
                <a:lnTo>
                  <a:pt x="3226" y="270"/>
                </a:lnTo>
                <a:cubicBezTo>
                  <a:pt x="3356" y="166"/>
                  <a:pt x="3240" y="0"/>
                  <a:pt x="310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8" name="Google Shape;1472;p11"/>
          <p:cNvSpPr/>
          <p:nvPr/>
        </p:nvSpPr>
        <p:spPr>
          <a:xfrm>
            <a:off x="4343760" y="4338720"/>
            <a:ext cx="165960" cy="61920"/>
          </a:xfrm>
          <a:custGeom>
            <a:avLst/>
            <a:gdLst>
              <a:gd name="textAreaLeft" fmla="*/ 0 w 165960"/>
              <a:gd name="textAreaRight" fmla="*/ 166320 w 16596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7854" h="2948">
                <a:moveTo>
                  <a:pt x="7603" y="0"/>
                </a:moveTo>
                <a:cubicBezTo>
                  <a:pt x="7592" y="0"/>
                  <a:pt x="7580" y="1"/>
                  <a:pt x="7568" y="3"/>
                </a:cubicBezTo>
                <a:cubicBezTo>
                  <a:pt x="4972" y="463"/>
                  <a:pt x="2475" y="1350"/>
                  <a:pt x="142" y="2631"/>
                </a:cubicBezTo>
                <a:cubicBezTo>
                  <a:pt x="1" y="2716"/>
                  <a:pt x="102" y="2947"/>
                  <a:pt x="238" y="2947"/>
                </a:cubicBezTo>
                <a:cubicBezTo>
                  <a:pt x="260" y="2947"/>
                  <a:pt x="283" y="2941"/>
                  <a:pt x="306" y="2927"/>
                </a:cubicBezTo>
                <a:cubicBezTo>
                  <a:pt x="2606" y="1646"/>
                  <a:pt x="5104" y="791"/>
                  <a:pt x="7667" y="298"/>
                </a:cubicBezTo>
                <a:cubicBezTo>
                  <a:pt x="7854" y="267"/>
                  <a:pt x="7805" y="0"/>
                  <a:pt x="76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9" name="Google Shape;1473;p11"/>
          <p:cNvSpPr/>
          <p:nvPr/>
        </p:nvSpPr>
        <p:spPr>
          <a:xfrm>
            <a:off x="4422600" y="4347000"/>
            <a:ext cx="106560" cy="40320"/>
          </a:xfrm>
          <a:custGeom>
            <a:avLst/>
            <a:gdLst>
              <a:gd name="textAreaLeft" fmla="*/ 0 w 106560"/>
              <a:gd name="textAreaRight" fmla="*/ 106920 w 106560"/>
              <a:gd name="textAreaTop" fmla="*/ 0 h 40320"/>
              <a:gd name="textAreaBottom" fmla="*/ 40680 h 40320"/>
            </a:gdLst>
            <a:ahLst/>
            <a:cxnLst/>
            <a:rect l="textAreaLeft" t="textAreaTop" r="textAreaRight" b="textAreaBottom"/>
            <a:pathLst>
              <a:path w="5057" h="1925">
                <a:moveTo>
                  <a:pt x="4836" y="0"/>
                </a:moveTo>
                <a:cubicBezTo>
                  <a:pt x="4818" y="0"/>
                  <a:pt x="4800" y="3"/>
                  <a:pt x="4780" y="10"/>
                </a:cubicBezTo>
                <a:lnTo>
                  <a:pt x="180" y="1587"/>
                </a:lnTo>
                <a:cubicBezTo>
                  <a:pt x="0" y="1647"/>
                  <a:pt x="39" y="1924"/>
                  <a:pt x="196" y="1924"/>
                </a:cubicBezTo>
                <a:cubicBezTo>
                  <a:pt x="211" y="1924"/>
                  <a:pt x="228" y="1922"/>
                  <a:pt x="246" y="1916"/>
                </a:cubicBezTo>
                <a:lnTo>
                  <a:pt x="4879" y="306"/>
                </a:lnTo>
                <a:cubicBezTo>
                  <a:pt x="5057" y="246"/>
                  <a:pt x="4994" y="0"/>
                  <a:pt x="48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0" name="Google Shape;1474;p11"/>
          <p:cNvSpPr/>
          <p:nvPr/>
        </p:nvSpPr>
        <p:spPr>
          <a:xfrm>
            <a:off x="4653720" y="4276440"/>
            <a:ext cx="232200" cy="47880"/>
          </a:xfrm>
          <a:custGeom>
            <a:avLst/>
            <a:gdLst>
              <a:gd name="textAreaLeft" fmla="*/ 0 w 232200"/>
              <a:gd name="textAreaRight" fmla="*/ 232560 w 232200"/>
              <a:gd name="textAreaTop" fmla="*/ 0 h 47880"/>
              <a:gd name="textAreaBottom" fmla="*/ 48240 h 47880"/>
            </a:gdLst>
            <a:ahLst/>
            <a:cxnLst/>
            <a:rect l="textAreaLeft" t="textAreaTop" r="textAreaRight" b="textAreaBottom"/>
            <a:pathLst>
              <a:path w="10990" h="2277">
                <a:moveTo>
                  <a:pt x="10759" y="0"/>
                </a:moveTo>
                <a:cubicBezTo>
                  <a:pt x="7145" y="132"/>
                  <a:pt x="3596" y="789"/>
                  <a:pt x="178" y="1939"/>
                </a:cubicBezTo>
                <a:cubicBezTo>
                  <a:pt x="1" y="2028"/>
                  <a:pt x="37" y="2277"/>
                  <a:pt x="190" y="2277"/>
                </a:cubicBezTo>
                <a:cubicBezTo>
                  <a:pt x="207" y="2277"/>
                  <a:pt x="225" y="2274"/>
                  <a:pt x="244" y="2268"/>
                </a:cubicBezTo>
                <a:lnTo>
                  <a:pt x="277" y="2268"/>
                </a:lnTo>
                <a:cubicBezTo>
                  <a:pt x="3662" y="1117"/>
                  <a:pt x="7178" y="460"/>
                  <a:pt x="10759" y="329"/>
                </a:cubicBezTo>
                <a:cubicBezTo>
                  <a:pt x="10989" y="329"/>
                  <a:pt x="10989" y="0"/>
                  <a:pt x="107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1" name="Google Shape;1475;p11"/>
          <p:cNvSpPr/>
          <p:nvPr/>
        </p:nvSpPr>
        <p:spPr>
          <a:xfrm>
            <a:off x="4767120" y="4275720"/>
            <a:ext cx="157320" cy="36720"/>
          </a:xfrm>
          <a:custGeom>
            <a:avLst/>
            <a:gdLst>
              <a:gd name="textAreaLeft" fmla="*/ 0 w 157320"/>
              <a:gd name="textAreaRight" fmla="*/ 157680 w 157320"/>
              <a:gd name="textAreaTop" fmla="*/ 0 h 36720"/>
              <a:gd name="textAreaBottom" fmla="*/ 37080 h 36720"/>
            </a:gdLst>
            <a:ahLst/>
            <a:cxnLst/>
            <a:rect l="textAreaLeft" t="textAreaTop" r="textAreaRight" b="textAreaBottom"/>
            <a:pathLst>
              <a:path w="7442" h="1751">
                <a:moveTo>
                  <a:pt x="7212" y="0"/>
                </a:moveTo>
                <a:cubicBezTo>
                  <a:pt x="4813" y="132"/>
                  <a:pt x="2447" y="625"/>
                  <a:pt x="180" y="1413"/>
                </a:cubicBezTo>
                <a:cubicBezTo>
                  <a:pt x="0" y="1473"/>
                  <a:pt x="39" y="1751"/>
                  <a:pt x="195" y="1751"/>
                </a:cubicBezTo>
                <a:cubicBezTo>
                  <a:pt x="211" y="1751"/>
                  <a:pt x="228" y="1748"/>
                  <a:pt x="245" y="1742"/>
                </a:cubicBezTo>
                <a:cubicBezTo>
                  <a:pt x="2480" y="920"/>
                  <a:pt x="4846" y="460"/>
                  <a:pt x="7212" y="329"/>
                </a:cubicBezTo>
                <a:cubicBezTo>
                  <a:pt x="7442" y="329"/>
                  <a:pt x="7442" y="0"/>
                  <a:pt x="721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2" name="Google Shape;1476;p11"/>
          <p:cNvSpPr/>
          <p:nvPr/>
        </p:nvSpPr>
        <p:spPr>
          <a:xfrm>
            <a:off x="4605120" y="4280760"/>
            <a:ext cx="164880" cy="33840"/>
          </a:xfrm>
          <a:custGeom>
            <a:avLst/>
            <a:gdLst>
              <a:gd name="textAreaLeft" fmla="*/ 0 w 164880"/>
              <a:gd name="textAreaRight" fmla="*/ 165240 w 16488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7804" h="1611">
                <a:moveTo>
                  <a:pt x="6711" y="1"/>
                </a:moveTo>
                <a:cubicBezTo>
                  <a:pt x="4481" y="1"/>
                  <a:pt x="2267" y="432"/>
                  <a:pt x="180" y="1273"/>
                </a:cubicBezTo>
                <a:cubicBezTo>
                  <a:pt x="1" y="1333"/>
                  <a:pt x="66" y="1610"/>
                  <a:pt x="228" y="1610"/>
                </a:cubicBezTo>
                <a:cubicBezTo>
                  <a:pt x="244" y="1610"/>
                  <a:pt x="261" y="1607"/>
                  <a:pt x="279" y="1602"/>
                </a:cubicBezTo>
                <a:cubicBezTo>
                  <a:pt x="2307" y="761"/>
                  <a:pt x="4489" y="330"/>
                  <a:pt x="6712" y="330"/>
                </a:cubicBezTo>
                <a:cubicBezTo>
                  <a:pt x="7010" y="330"/>
                  <a:pt x="7308" y="337"/>
                  <a:pt x="7607" y="353"/>
                </a:cubicBezTo>
                <a:cubicBezTo>
                  <a:pt x="7804" y="353"/>
                  <a:pt x="7804" y="24"/>
                  <a:pt x="7607" y="24"/>
                </a:cubicBezTo>
                <a:cubicBezTo>
                  <a:pt x="7308" y="9"/>
                  <a:pt x="7009" y="1"/>
                  <a:pt x="671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3" name="Google Shape;1477;p11"/>
          <p:cNvSpPr/>
          <p:nvPr/>
        </p:nvSpPr>
        <p:spPr>
          <a:xfrm>
            <a:off x="5044320" y="4314600"/>
            <a:ext cx="212400" cy="40680"/>
          </a:xfrm>
          <a:custGeom>
            <a:avLst/>
            <a:gdLst>
              <a:gd name="textAreaLeft" fmla="*/ 0 w 212400"/>
              <a:gd name="textAreaRight" fmla="*/ 212760 w 21240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10045" h="1942">
                <a:moveTo>
                  <a:pt x="9848" y="1"/>
                </a:moveTo>
                <a:cubicBezTo>
                  <a:pt x="6595" y="263"/>
                  <a:pt x="3341" y="789"/>
                  <a:pt x="187" y="1611"/>
                </a:cubicBezTo>
                <a:cubicBezTo>
                  <a:pt x="0" y="1673"/>
                  <a:pt x="49" y="1942"/>
                  <a:pt x="251" y="1942"/>
                </a:cubicBezTo>
                <a:cubicBezTo>
                  <a:pt x="262" y="1942"/>
                  <a:pt x="273" y="1941"/>
                  <a:pt x="285" y="1939"/>
                </a:cubicBezTo>
                <a:lnTo>
                  <a:pt x="285" y="1906"/>
                </a:lnTo>
                <a:cubicBezTo>
                  <a:pt x="3407" y="1085"/>
                  <a:pt x="6627" y="559"/>
                  <a:pt x="9848" y="329"/>
                </a:cubicBezTo>
                <a:cubicBezTo>
                  <a:pt x="10045" y="329"/>
                  <a:pt x="10045" y="1"/>
                  <a:pt x="98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4" name="Google Shape;1478;p11"/>
          <p:cNvSpPr/>
          <p:nvPr/>
        </p:nvSpPr>
        <p:spPr>
          <a:xfrm>
            <a:off x="8247600" y="4184280"/>
            <a:ext cx="38520" cy="56520"/>
          </a:xfrm>
          <a:custGeom>
            <a:avLst/>
            <a:gdLst>
              <a:gd name="textAreaLeft" fmla="*/ 0 w 38520"/>
              <a:gd name="textAreaRight" fmla="*/ 38880 w 38520"/>
              <a:gd name="textAreaTop" fmla="*/ 0 h 56520"/>
              <a:gd name="textAreaBottom" fmla="*/ 56880 h 56520"/>
            </a:gdLst>
            <a:ahLst/>
            <a:cxnLst/>
            <a:rect l="textAreaLeft" t="textAreaTop" r="textAreaRight" b="textAreaBottom"/>
            <a:pathLst>
              <a:path w="1841" h="2681">
                <a:moveTo>
                  <a:pt x="149" y="0"/>
                </a:moveTo>
                <a:cubicBezTo>
                  <a:pt x="108" y="0"/>
                  <a:pt x="66" y="17"/>
                  <a:pt x="34" y="49"/>
                </a:cubicBezTo>
                <a:cubicBezTo>
                  <a:pt x="1" y="115"/>
                  <a:pt x="1" y="214"/>
                  <a:pt x="34" y="280"/>
                </a:cubicBezTo>
                <a:cubicBezTo>
                  <a:pt x="538" y="903"/>
                  <a:pt x="989" y="1607"/>
                  <a:pt x="1387" y="2343"/>
                </a:cubicBezTo>
                <a:lnTo>
                  <a:pt x="1387" y="2343"/>
                </a:lnTo>
                <a:lnTo>
                  <a:pt x="1315" y="2350"/>
                </a:lnTo>
                <a:cubicBezTo>
                  <a:pt x="1096" y="2381"/>
                  <a:pt x="1086" y="2681"/>
                  <a:pt x="1284" y="2681"/>
                </a:cubicBezTo>
                <a:cubicBezTo>
                  <a:pt x="1294" y="2681"/>
                  <a:pt x="1304" y="2680"/>
                  <a:pt x="1315" y="2678"/>
                </a:cubicBezTo>
                <a:lnTo>
                  <a:pt x="1644" y="2645"/>
                </a:lnTo>
                <a:cubicBezTo>
                  <a:pt x="1775" y="2645"/>
                  <a:pt x="1841" y="2514"/>
                  <a:pt x="1775" y="2415"/>
                </a:cubicBezTo>
                <a:cubicBezTo>
                  <a:pt x="1348" y="1561"/>
                  <a:pt x="855" y="772"/>
                  <a:pt x="264" y="49"/>
                </a:cubicBezTo>
                <a:cubicBezTo>
                  <a:pt x="231" y="17"/>
                  <a:pt x="190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5" name="Google Shape;1479;p11"/>
          <p:cNvSpPr/>
          <p:nvPr/>
        </p:nvSpPr>
        <p:spPr>
          <a:xfrm>
            <a:off x="8399880" y="4061520"/>
            <a:ext cx="97200" cy="92160"/>
          </a:xfrm>
          <a:custGeom>
            <a:avLst/>
            <a:gdLst>
              <a:gd name="textAreaLeft" fmla="*/ 0 w 97200"/>
              <a:gd name="textAreaRight" fmla="*/ 97560 w 9720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4603" h="4363">
                <a:moveTo>
                  <a:pt x="219" y="1"/>
                </a:moveTo>
                <a:cubicBezTo>
                  <a:pt x="74" y="1"/>
                  <a:pt x="0" y="207"/>
                  <a:pt x="140" y="318"/>
                </a:cubicBezTo>
                <a:lnTo>
                  <a:pt x="140" y="285"/>
                </a:lnTo>
                <a:cubicBezTo>
                  <a:pt x="1783" y="1304"/>
                  <a:pt x="3196" y="2651"/>
                  <a:pt x="4247" y="4294"/>
                </a:cubicBezTo>
                <a:cubicBezTo>
                  <a:pt x="4276" y="4342"/>
                  <a:pt x="4322" y="4362"/>
                  <a:pt x="4369" y="4362"/>
                </a:cubicBezTo>
                <a:cubicBezTo>
                  <a:pt x="4482" y="4362"/>
                  <a:pt x="4603" y="4246"/>
                  <a:pt x="4510" y="4130"/>
                </a:cubicBezTo>
                <a:cubicBezTo>
                  <a:pt x="3426" y="2454"/>
                  <a:pt x="2013" y="1041"/>
                  <a:pt x="304" y="22"/>
                </a:cubicBezTo>
                <a:cubicBezTo>
                  <a:pt x="274" y="7"/>
                  <a:pt x="245" y="1"/>
                  <a:pt x="21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6" name="Google Shape;1480;p11"/>
          <p:cNvSpPr/>
          <p:nvPr/>
        </p:nvSpPr>
        <p:spPr>
          <a:xfrm>
            <a:off x="8520480" y="4164120"/>
            <a:ext cx="56160" cy="71280"/>
          </a:xfrm>
          <a:custGeom>
            <a:avLst/>
            <a:gdLst>
              <a:gd name="textAreaLeft" fmla="*/ 0 w 56160"/>
              <a:gd name="textAreaRight" fmla="*/ 56520 w 56160"/>
              <a:gd name="textAreaTop" fmla="*/ 0 h 71280"/>
              <a:gd name="textAreaBottom" fmla="*/ 71640 h 71280"/>
            </a:gdLst>
            <a:ahLst/>
            <a:cxnLst/>
            <a:rect l="textAreaLeft" t="textAreaTop" r="textAreaRight" b="textAreaBottom"/>
            <a:pathLst>
              <a:path w="2663" h="3382">
                <a:moveTo>
                  <a:pt x="253" y="0"/>
                </a:moveTo>
                <a:cubicBezTo>
                  <a:pt x="117" y="0"/>
                  <a:pt x="1" y="166"/>
                  <a:pt x="130" y="270"/>
                </a:cubicBezTo>
                <a:cubicBezTo>
                  <a:pt x="1050" y="1124"/>
                  <a:pt x="1773" y="2143"/>
                  <a:pt x="2332" y="3293"/>
                </a:cubicBezTo>
                <a:cubicBezTo>
                  <a:pt x="2363" y="3356"/>
                  <a:pt x="2412" y="3382"/>
                  <a:pt x="2459" y="3382"/>
                </a:cubicBezTo>
                <a:cubicBezTo>
                  <a:pt x="2562" y="3382"/>
                  <a:pt x="2662" y="3263"/>
                  <a:pt x="2595" y="3128"/>
                </a:cubicBezTo>
                <a:cubicBezTo>
                  <a:pt x="2036" y="1978"/>
                  <a:pt x="1280" y="927"/>
                  <a:pt x="360" y="40"/>
                </a:cubicBezTo>
                <a:cubicBezTo>
                  <a:pt x="326" y="12"/>
                  <a:pt x="289" y="0"/>
                  <a:pt x="2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640" bIns="35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7" name="Google Shape;1481;p11"/>
          <p:cNvSpPr/>
          <p:nvPr/>
        </p:nvSpPr>
        <p:spPr>
          <a:xfrm>
            <a:off x="8549280" y="4043880"/>
            <a:ext cx="134280" cy="92160"/>
          </a:xfrm>
          <a:custGeom>
            <a:avLst/>
            <a:gdLst>
              <a:gd name="textAreaLeft" fmla="*/ 0 w 134280"/>
              <a:gd name="textAreaRight" fmla="*/ 134640 w 13428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6360" h="4371">
                <a:moveTo>
                  <a:pt x="196" y="0"/>
                </a:moveTo>
                <a:cubicBezTo>
                  <a:pt x="39" y="0"/>
                  <a:pt x="1" y="278"/>
                  <a:pt x="180" y="337"/>
                </a:cubicBezTo>
                <a:cubicBezTo>
                  <a:pt x="2448" y="1093"/>
                  <a:pt x="4485" y="2473"/>
                  <a:pt x="6029" y="4314"/>
                </a:cubicBezTo>
                <a:cubicBezTo>
                  <a:pt x="6061" y="4353"/>
                  <a:pt x="6099" y="4370"/>
                  <a:pt x="6136" y="4370"/>
                </a:cubicBezTo>
                <a:cubicBezTo>
                  <a:pt x="6251" y="4370"/>
                  <a:pt x="6359" y="4208"/>
                  <a:pt x="6260" y="4084"/>
                </a:cubicBezTo>
                <a:cubicBezTo>
                  <a:pt x="4682" y="2210"/>
                  <a:pt x="2579" y="798"/>
                  <a:pt x="246" y="9"/>
                </a:cubicBezTo>
                <a:cubicBezTo>
                  <a:pt x="228" y="3"/>
                  <a:pt x="212" y="0"/>
                  <a:pt x="19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8" name="Google Shape;1482;p11"/>
          <p:cNvSpPr/>
          <p:nvPr/>
        </p:nvSpPr>
        <p:spPr>
          <a:xfrm>
            <a:off x="8704080" y="4158360"/>
            <a:ext cx="57600" cy="73080"/>
          </a:xfrm>
          <a:custGeom>
            <a:avLst/>
            <a:gdLst>
              <a:gd name="textAreaLeft" fmla="*/ 0 w 57600"/>
              <a:gd name="textAreaRight" fmla="*/ 57960 w 57600"/>
              <a:gd name="textAreaTop" fmla="*/ 0 h 73080"/>
              <a:gd name="textAreaBottom" fmla="*/ 73440 h 73080"/>
            </a:gdLst>
            <a:ahLst/>
            <a:cxnLst/>
            <a:rect l="textAreaLeft" t="textAreaTop" r="textAreaRight" b="textAreaBottom"/>
            <a:pathLst>
              <a:path w="2735" h="3477">
                <a:moveTo>
                  <a:pt x="244" y="0"/>
                </a:moveTo>
                <a:cubicBezTo>
                  <a:pt x="121" y="0"/>
                  <a:pt x="0" y="162"/>
                  <a:pt x="124" y="287"/>
                </a:cubicBezTo>
                <a:cubicBezTo>
                  <a:pt x="1077" y="1141"/>
                  <a:pt x="1866" y="2225"/>
                  <a:pt x="2392" y="3408"/>
                </a:cubicBezTo>
                <a:cubicBezTo>
                  <a:pt x="2421" y="3457"/>
                  <a:pt x="2464" y="3476"/>
                  <a:pt x="2508" y="3476"/>
                </a:cubicBezTo>
                <a:cubicBezTo>
                  <a:pt x="2616" y="3476"/>
                  <a:pt x="2734" y="3360"/>
                  <a:pt x="2688" y="3244"/>
                </a:cubicBezTo>
                <a:cubicBezTo>
                  <a:pt x="2129" y="2028"/>
                  <a:pt x="1340" y="944"/>
                  <a:pt x="355" y="57"/>
                </a:cubicBezTo>
                <a:cubicBezTo>
                  <a:pt x="323" y="17"/>
                  <a:pt x="283" y="0"/>
                  <a:pt x="2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720" bIns="36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9" name="Google Shape;1483;p11"/>
          <p:cNvSpPr/>
          <p:nvPr/>
        </p:nvSpPr>
        <p:spPr>
          <a:xfrm>
            <a:off x="8648280" y="4061880"/>
            <a:ext cx="107280" cy="113040"/>
          </a:xfrm>
          <a:custGeom>
            <a:avLst/>
            <a:gdLst>
              <a:gd name="textAreaLeft" fmla="*/ 0 w 107280"/>
              <a:gd name="textAreaRight" fmla="*/ 107640 w 107280"/>
              <a:gd name="textAreaTop" fmla="*/ 0 h 113040"/>
              <a:gd name="textAreaBottom" fmla="*/ 113400 h 113040"/>
            </a:gdLst>
            <a:ahLst/>
            <a:cxnLst/>
            <a:rect l="textAreaLeft" t="textAreaTop" r="textAreaRight" b="textAreaBottom"/>
            <a:pathLst>
              <a:path w="5087" h="5366">
                <a:moveTo>
                  <a:pt x="253" y="1"/>
                </a:moveTo>
                <a:cubicBezTo>
                  <a:pt x="117" y="1"/>
                  <a:pt x="1" y="166"/>
                  <a:pt x="131" y="270"/>
                </a:cubicBezTo>
                <a:cubicBezTo>
                  <a:pt x="1905" y="1716"/>
                  <a:pt x="3450" y="3392"/>
                  <a:pt x="4731" y="5298"/>
                </a:cubicBezTo>
                <a:cubicBezTo>
                  <a:pt x="4760" y="5346"/>
                  <a:pt x="4806" y="5366"/>
                  <a:pt x="4853" y="5366"/>
                </a:cubicBezTo>
                <a:cubicBezTo>
                  <a:pt x="4966" y="5366"/>
                  <a:pt x="5087" y="5250"/>
                  <a:pt x="4994" y="5133"/>
                </a:cubicBezTo>
                <a:cubicBezTo>
                  <a:pt x="3712" y="3195"/>
                  <a:pt x="2135" y="1486"/>
                  <a:pt x="361" y="40"/>
                </a:cubicBezTo>
                <a:cubicBezTo>
                  <a:pt x="326" y="13"/>
                  <a:pt x="289" y="1"/>
                  <a:pt x="25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520" bIns="56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0" name="Google Shape;1484;p11"/>
          <p:cNvSpPr/>
          <p:nvPr/>
        </p:nvSpPr>
        <p:spPr>
          <a:xfrm>
            <a:off x="8711640" y="4077360"/>
            <a:ext cx="93960" cy="102240"/>
          </a:xfrm>
          <a:custGeom>
            <a:avLst/>
            <a:gdLst>
              <a:gd name="textAreaLeft" fmla="*/ 0 w 93960"/>
              <a:gd name="textAreaRight" fmla="*/ 94320 w 93960"/>
              <a:gd name="textAreaTop" fmla="*/ 0 h 102240"/>
              <a:gd name="textAreaBottom" fmla="*/ 102600 h 102240"/>
            </a:gdLst>
            <a:ahLst/>
            <a:cxnLst/>
            <a:rect l="textAreaLeft" t="textAreaTop" r="textAreaRight" b="textAreaBottom"/>
            <a:pathLst>
              <a:path w="4462" h="4840">
                <a:moveTo>
                  <a:pt x="252" y="1"/>
                </a:moveTo>
                <a:cubicBezTo>
                  <a:pt x="116" y="1"/>
                  <a:pt x="0" y="166"/>
                  <a:pt x="130" y="270"/>
                </a:cubicBezTo>
                <a:cubicBezTo>
                  <a:pt x="1609" y="1617"/>
                  <a:pt x="2923" y="3129"/>
                  <a:pt x="4073" y="4772"/>
                </a:cubicBezTo>
                <a:cubicBezTo>
                  <a:pt x="4112" y="4820"/>
                  <a:pt x="4164" y="4840"/>
                  <a:pt x="4216" y="4840"/>
                </a:cubicBezTo>
                <a:cubicBezTo>
                  <a:pt x="4341" y="4840"/>
                  <a:pt x="4462" y="4724"/>
                  <a:pt x="4369" y="4608"/>
                </a:cubicBezTo>
                <a:cubicBezTo>
                  <a:pt x="3186" y="2932"/>
                  <a:pt x="1872" y="1420"/>
                  <a:pt x="360" y="40"/>
                </a:cubicBezTo>
                <a:cubicBezTo>
                  <a:pt x="325" y="12"/>
                  <a:pt x="288" y="1"/>
                  <a:pt x="2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1120" bIns="51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1" name="Google Shape;1485;p11"/>
          <p:cNvSpPr/>
          <p:nvPr/>
        </p:nvSpPr>
        <p:spPr>
          <a:xfrm>
            <a:off x="8511840" y="4081680"/>
            <a:ext cx="90000" cy="84600"/>
          </a:xfrm>
          <a:custGeom>
            <a:avLst/>
            <a:gdLst>
              <a:gd name="textAreaLeft" fmla="*/ 0 w 90000"/>
              <a:gd name="textAreaRight" fmla="*/ 90360 w 90000"/>
              <a:gd name="textAreaTop" fmla="*/ 0 h 84600"/>
              <a:gd name="textAreaBottom" fmla="*/ 84960 h 84600"/>
            </a:gdLst>
            <a:ahLst/>
            <a:cxnLst/>
            <a:rect l="textAreaLeft" t="textAreaTop" r="textAreaRight" b="textAreaBottom"/>
            <a:pathLst>
              <a:path w="4271" h="4012">
                <a:moveTo>
                  <a:pt x="216" y="0"/>
                </a:moveTo>
                <a:cubicBezTo>
                  <a:pt x="89" y="0"/>
                  <a:pt x="1" y="220"/>
                  <a:pt x="136" y="329"/>
                </a:cubicBezTo>
                <a:cubicBezTo>
                  <a:pt x="1582" y="1315"/>
                  <a:pt x="2831" y="2531"/>
                  <a:pt x="3882" y="3944"/>
                </a:cubicBezTo>
                <a:cubicBezTo>
                  <a:pt x="3921" y="3992"/>
                  <a:pt x="3973" y="4012"/>
                  <a:pt x="4025" y="4012"/>
                </a:cubicBezTo>
                <a:cubicBezTo>
                  <a:pt x="4150" y="4012"/>
                  <a:pt x="4271" y="3895"/>
                  <a:pt x="4178" y="3779"/>
                </a:cubicBezTo>
                <a:cubicBezTo>
                  <a:pt x="3093" y="2333"/>
                  <a:pt x="1779" y="1052"/>
                  <a:pt x="300" y="33"/>
                </a:cubicBezTo>
                <a:cubicBezTo>
                  <a:pt x="272" y="10"/>
                  <a:pt x="243" y="0"/>
                  <a:pt x="2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480" bIns="42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2" name="Google Shape;1486;p11"/>
          <p:cNvSpPr/>
          <p:nvPr/>
        </p:nvSpPr>
        <p:spPr>
          <a:xfrm>
            <a:off x="8576640" y="4116960"/>
            <a:ext cx="61920" cy="62280"/>
          </a:xfrm>
          <a:custGeom>
            <a:avLst/>
            <a:gdLst>
              <a:gd name="textAreaLeft" fmla="*/ 0 w 61920"/>
              <a:gd name="textAreaRight" fmla="*/ 62280 w 61920"/>
              <a:gd name="textAreaTop" fmla="*/ 0 h 62280"/>
              <a:gd name="textAreaBottom" fmla="*/ 62640 h 62280"/>
            </a:gdLst>
            <a:ahLst/>
            <a:cxnLst/>
            <a:rect l="textAreaLeft" t="textAreaTop" r="textAreaRight" b="textAreaBottom"/>
            <a:pathLst>
              <a:path w="2951" h="2967">
                <a:moveTo>
                  <a:pt x="252" y="1"/>
                </a:moveTo>
                <a:cubicBezTo>
                  <a:pt x="117" y="1"/>
                  <a:pt x="0" y="166"/>
                  <a:pt x="130" y="270"/>
                </a:cubicBezTo>
                <a:cubicBezTo>
                  <a:pt x="1050" y="1026"/>
                  <a:pt x="1905" y="1913"/>
                  <a:pt x="2595" y="2899"/>
                </a:cubicBezTo>
                <a:cubicBezTo>
                  <a:pt x="2623" y="2947"/>
                  <a:pt x="2669" y="2967"/>
                  <a:pt x="2716" y="2967"/>
                </a:cubicBezTo>
                <a:cubicBezTo>
                  <a:pt x="2830" y="2967"/>
                  <a:pt x="2950" y="2851"/>
                  <a:pt x="2857" y="2735"/>
                </a:cubicBezTo>
                <a:cubicBezTo>
                  <a:pt x="2167" y="1716"/>
                  <a:pt x="1313" y="796"/>
                  <a:pt x="360" y="40"/>
                </a:cubicBezTo>
                <a:cubicBezTo>
                  <a:pt x="326" y="12"/>
                  <a:pt x="288" y="1"/>
                  <a:pt x="2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3" name="Google Shape;1487;p11"/>
          <p:cNvSpPr/>
          <p:nvPr/>
        </p:nvSpPr>
        <p:spPr>
          <a:xfrm>
            <a:off x="8619840" y="4140720"/>
            <a:ext cx="55080" cy="60480"/>
          </a:xfrm>
          <a:custGeom>
            <a:avLst/>
            <a:gdLst>
              <a:gd name="textAreaLeft" fmla="*/ 0 w 55080"/>
              <a:gd name="textAreaRight" fmla="*/ 55440 w 55080"/>
              <a:gd name="textAreaTop" fmla="*/ 0 h 60480"/>
              <a:gd name="textAreaBottom" fmla="*/ 60840 h 60480"/>
            </a:gdLst>
            <a:ahLst/>
            <a:cxnLst/>
            <a:rect l="textAreaLeft" t="textAreaTop" r="textAreaRight" b="textAreaBottom"/>
            <a:pathLst>
              <a:path w="2625" h="2868">
                <a:moveTo>
                  <a:pt x="275" y="0"/>
                </a:moveTo>
                <a:cubicBezTo>
                  <a:pt x="132" y="0"/>
                  <a:pt x="0" y="165"/>
                  <a:pt x="156" y="269"/>
                </a:cubicBezTo>
                <a:cubicBezTo>
                  <a:pt x="978" y="959"/>
                  <a:pt x="1701" y="1847"/>
                  <a:pt x="2259" y="2800"/>
                </a:cubicBezTo>
                <a:cubicBezTo>
                  <a:pt x="2298" y="2848"/>
                  <a:pt x="2348" y="2868"/>
                  <a:pt x="2396" y="2868"/>
                </a:cubicBezTo>
                <a:cubicBezTo>
                  <a:pt x="2514" y="2868"/>
                  <a:pt x="2625" y="2751"/>
                  <a:pt x="2555" y="2635"/>
                </a:cubicBezTo>
                <a:cubicBezTo>
                  <a:pt x="1996" y="1649"/>
                  <a:pt x="1241" y="762"/>
                  <a:pt x="386" y="39"/>
                </a:cubicBezTo>
                <a:cubicBezTo>
                  <a:pt x="352" y="12"/>
                  <a:pt x="313" y="0"/>
                  <a:pt x="27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4" name="Google Shape;1488;p11"/>
          <p:cNvSpPr/>
          <p:nvPr/>
        </p:nvSpPr>
        <p:spPr>
          <a:xfrm>
            <a:off x="8270640" y="4096800"/>
            <a:ext cx="71280" cy="81000"/>
          </a:xfrm>
          <a:custGeom>
            <a:avLst/>
            <a:gdLst>
              <a:gd name="textAreaLeft" fmla="*/ 0 w 71280"/>
              <a:gd name="textAreaRight" fmla="*/ 71640 w 7128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3392" h="3843">
                <a:moveTo>
                  <a:pt x="243" y="1"/>
                </a:moveTo>
                <a:cubicBezTo>
                  <a:pt x="123" y="1"/>
                  <a:pt x="1" y="166"/>
                  <a:pt x="105" y="270"/>
                </a:cubicBezTo>
                <a:lnTo>
                  <a:pt x="3062" y="3786"/>
                </a:lnTo>
                <a:cubicBezTo>
                  <a:pt x="3094" y="3826"/>
                  <a:pt x="3132" y="3843"/>
                  <a:pt x="3169" y="3843"/>
                </a:cubicBezTo>
                <a:cubicBezTo>
                  <a:pt x="3284" y="3843"/>
                  <a:pt x="3392" y="3681"/>
                  <a:pt x="3292" y="3556"/>
                </a:cubicBezTo>
                <a:lnTo>
                  <a:pt x="335" y="40"/>
                </a:lnTo>
                <a:cubicBezTo>
                  <a:pt x="307" y="13"/>
                  <a:pt x="275" y="1"/>
                  <a:pt x="2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5" name="Google Shape;1489;p11"/>
          <p:cNvSpPr/>
          <p:nvPr/>
        </p:nvSpPr>
        <p:spPr>
          <a:xfrm>
            <a:off x="8327160" y="4121280"/>
            <a:ext cx="55080" cy="66600"/>
          </a:xfrm>
          <a:custGeom>
            <a:avLst/>
            <a:gdLst>
              <a:gd name="textAreaLeft" fmla="*/ 0 w 55080"/>
              <a:gd name="textAreaRight" fmla="*/ 55440 w 55080"/>
              <a:gd name="textAreaTop" fmla="*/ 0 h 66600"/>
              <a:gd name="textAreaBottom" fmla="*/ 66960 h 66600"/>
            </a:gdLst>
            <a:ahLst/>
            <a:cxnLst/>
            <a:rect l="textAreaLeft" t="textAreaTop" r="textAreaRight" b="textAreaBottom"/>
            <a:pathLst>
              <a:path w="2618" h="3160">
                <a:moveTo>
                  <a:pt x="246" y="0"/>
                </a:moveTo>
                <a:cubicBezTo>
                  <a:pt x="121" y="0"/>
                  <a:pt x="0" y="116"/>
                  <a:pt x="93" y="232"/>
                </a:cubicBezTo>
                <a:lnTo>
                  <a:pt x="2229" y="3091"/>
                </a:lnTo>
                <a:cubicBezTo>
                  <a:pt x="2268" y="3139"/>
                  <a:pt x="2320" y="3159"/>
                  <a:pt x="2372" y="3159"/>
                </a:cubicBezTo>
                <a:cubicBezTo>
                  <a:pt x="2497" y="3159"/>
                  <a:pt x="2618" y="3043"/>
                  <a:pt x="2525" y="2927"/>
                </a:cubicBezTo>
                <a:lnTo>
                  <a:pt x="389" y="68"/>
                </a:lnTo>
                <a:cubicBezTo>
                  <a:pt x="351" y="20"/>
                  <a:pt x="298" y="0"/>
                  <a:pt x="24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6" name="Google Shape;1490;p11"/>
          <p:cNvSpPr/>
          <p:nvPr/>
        </p:nvSpPr>
        <p:spPr>
          <a:xfrm>
            <a:off x="8357040" y="4120560"/>
            <a:ext cx="54720" cy="69480"/>
          </a:xfrm>
          <a:custGeom>
            <a:avLst/>
            <a:gdLst>
              <a:gd name="textAreaLeft" fmla="*/ 0 w 54720"/>
              <a:gd name="textAreaRight" fmla="*/ 55080 w 54720"/>
              <a:gd name="textAreaTop" fmla="*/ 0 h 69480"/>
              <a:gd name="textAreaBottom" fmla="*/ 69840 h 69480"/>
            </a:gdLst>
            <a:ahLst/>
            <a:cxnLst/>
            <a:rect l="textAreaLeft" t="textAreaTop" r="textAreaRight" b="textAreaBottom"/>
            <a:pathLst>
              <a:path w="2596" h="3302">
                <a:moveTo>
                  <a:pt x="275" y="0"/>
                </a:moveTo>
                <a:cubicBezTo>
                  <a:pt x="132" y="0"/>
                  <a:pt x="0" y="166"/>
                  <a:pt x="156" y="269"/>
                </a:cubicBezTo>
                <a:cubicBezTo>
                  <a:pt x="1109" y="1025"/>
                  <a:pt x="1832" y="2044"/>
                  <a:pt x="2259" y="3194"/>
                </a:cubicBezTo>
                <a:cubicBezTo>
                  <a:pt x="2284" y="3269"/>
                  <a:pt x="2343" y="3301"/>
                  <a:pt x="2402" y="3301"/>
                </a:cubicBezTo>
                <a:cubicBezTo>
                  <a:pt x="2498" y="3301"/>
                  <a:pt x="2596" y="3217"/>
                  <a:pt x="2555" y="3095"/>
                </a:cubicBezTo>
                <a:cubicBezTo>
                  <a:pt x="2128" y="1912"/>
                  <a:pt x="1372" y="828"/>
                  <a:pt x="386" y="39"/>
                </a:cubicBezTo>
                <a:cubicBezTo>
                  <a:pt x="352" y="12"/>
                  <a:pt x="313" y="0"/>
                  <a:pt x="27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7" name="Google Shape;1491;p11"/>
          <p:cNvSpPr/>
          <p:nvPr/>
        </p:nvSpPr>
        <p:spPr>
          <a:xfrm>
            <a:off x="8419320" y="4152960"/>
            <a:ext cx="30240" cy="43920"/>
          </a:xfrm>
          <a:custGeom>
            <a:avLst/>
            <a:gdLst>
              <a:gd name="textAreaLeft" fmla="*/ 0 w 30240"/>
              <a:gd name="textAreaRight" fmla="*/ 30600 w 30240"/>
              <a:gd name="textAreaTop" fmla="*/ 0 h 43920"/>
              <a:gd name="textAreaBottom" fmla="*/ 44280 h 43920"/>
            </a:gdLst>
            <a:ahLst/>
            <a:cxnLst/>
            <a:rect l="textAreaLeft" t="textAreaTop" r="textAreaRight" b="textAreaBottom"/>
            <a:pathLst>
              <a:path w="1447" h="2100">
                <a:moveTo>
                  <a:pt x="181" y="0"/>
                </a:moveTo>
                <a:cubicBezTo>
                  <a:pt x="140" y="0"/>
                  <a:pt x="99" y="17"/>
                  <a:pt x="66" y="50"/>
                </a:cubicBezTo>
                <a:cubicBezTo>
                  <a:pt x="0" y="116"/>
                  <a:pt x="0" y="214"/>
                  <a:pt x="66" y="280"/>
                </a:cubicBezTo>
                <a:cubicBezTo>
                  <a:pt x="493" y="806"/>
                  <a:pt x="855" y="1397"/>
                  <a:pt x="1150" y="2021"/>
                </a:cubicBezTo>
                <a:cubicBezTo>
                  <a:pt x="1174" y="2070"/>
                  <a:pt x="1234" y="2100"/>
                  <a:pt x="1289" y="2100"/>
                </a:cubicBezTo>
                <a:cubicBezTo>
                  <a:pt x="1310" y="2100"/>
                  <a:pt x="1330" y="2096"/>
                  <a:pt x="1347" y="2087"/>
                </a:cubicBezTo>
                <a:cubicBezTo>
                  <a:pt x="1446" y="2021"/>
                  <a:pt x="1446" y="1923"/>
                  <a:pt x="1413" y="1857"/>
                </a:cubicBezTo>
                <a:cubicBezTo>
                  <a:pt x="1117" y="1200"/>
                  <a:pt x="756" y="608"/>
                  <a:pt x="296" y="50"/>
                </a:cubicBezTo>
                <a:cubicBezTo>
                  <a:pt x="263" y="17"/>
                  <a:pt x="222" y="0"/>
                  <a:pt x="1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8" name="Google Shape;1492;p11"/>
          <p:cNvSpPr/>
          <p:nvPr/>
        </p:nvSpPr>
        <p:spPr>
          <a:xfrm>
            <a:off x="5504040" y="4960080"/>
            <a:ext cx="358560" cy="83880"/>
          </a:xfrm>
          <a:custGeom>
            <a:avLst/>
            <a:gdLst>
              <a:gd name="textAreaLeft" fmla="*/ 0 w 358560"/>
              <a:gd name="textAreaRight" fmla="*/ 358920 w 358560"/>
              <a:gd name="textAreaTop" fmla="*/ 0 h 83880"/>
              <a:gd name="textAreaBottom" fmla="*/ 84240 h 83880"/>
            </a:gdLst>
            <a:ahLst/>
            <a:cxnLst/>
            <a:rect l="textAreaLeft" t="textAreaTop" r="textAreaRight" b="textAreaBottom"/>
            <a:pathLst>
              <a:path w="16960" h="3988">
                <a:moveTo>
                  <a:pt x="227" y="1"/>
                </a:moveTo>
                <a:cubicBezTo>
                  <a:pt x="51" y="1"/>
                  <a:pt x="1" y="300"/>
                  <a:pt x="188" y="331"/>
                </a:cubicBezTo>
                <a:cubicBezTo>
                  <a:pt x="4526" y="1022"/>
                  <a:pt x="8798" y="2007"/>
                  <a:pt x="13070" y="3059"/>
                </a:cubicBezTo>
                <a:lnTo>
                  <a:pt x="16684" y="3979"/>
                </a:lnTo>
                <a:cubicBezTo>
                  <a:pt x="16702" y="3985"/>
                  <a:pt x="16719" y="3988"/>
                  <a:pt x="16735" y="3988"/>
                </a:cubicBezTo>
                <a:cubicBezTo>
                  <a:pt x="16897" y="3988"/>
                  <a:pt x="16959" y="3713"/>
                  <a:pt x="16750" y="3683"/>
                </a:cubicBezTo>
                <a:cubicBezTo>
                  <a:pt x="12511" y="2566"/>
                  <a:pt x="8239" y="1514"/>
                  <a:pt x="3935" y="660"/>
                </a:cubicBezTo>
                <a:cubicBezTo>
                  <a:pt x="2719" y="430"/>
                  <a:pt x="1503" y="200"/>
                  <a:pt x="254" y="3"/>
                </a:cubicBezTo>
                <a:cubicBezTo>
                  <a:pt x="245" y="1"/>
                  <a:pt x="236" y="1"/>
                  <a:pt x="22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120" bIns="42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9" name="Google Shape;1493;p11"/>
          <p:cNvSpPr/>
          <p:nvPr/>
        </p:nvSpPr>
        <p:spPr>
          <a:xfrm>
            <a:off x="5066640" y="4941360"/>
            <a:ext cx="319320" cy="29520"/>
          </a:xfrm>
          <a:custGeom>
            <a:avLst/>
            <a:gdLst>
              <a:gd name="textAreaLeft" fmla="*/ 0 w 319320"/>
              <a:gd name="textAreaRight" fmla="*/ 319680 w 31932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15106" h="1417">
                <a:moveTo>
                  <a:pt x="10643" y="0"/>
                </a:moveTo>
                <a:cubicBezTo>
                  <a:pt x="8229" y="0"/>
                  <a:pt x="5812" y="162"/>
                  <a:pt x="3408" y="494"/>
                </a:cubicBezTo>
                <a:cubicBezTo>
                  <a:pt x="2323" y="658"/>
                  <a:pt x="1272" y="855"/>
                  <a:pt x="187" y="1085"/>
                </a:cubicBezTo>
                <a:cubicBezTo>
                  <a:pt x="1" y="1147"/>
                  <a:pt x="79" y="1416"/>
                  <a:pt x="256" y="1416"/>
                </a:cubicBezTo>
                <a:cubicBezTo>
                  <a:pt x="266" y="1416"/>
                  <a:pt x="276" y="1415"/>
                  <a:pt x="286" y="1414"/>
                </a:cubicBezTo>
                <a:cubicBezTo>
                  <a:pt x="3601" y="680"/>
                  <a:pt x="6995" y="313"/>
                  <a:pt x="10398" y="313"/>
                </a:cubicBezTo>
                <a:cubicBezTo>
                  <a:pt x="10806" y="313"/>
                  <a:pt x="11214" y="319"/>
                  <a:pt x="11623" y="329"/>
                </a:cubicBezTo>
                <a:cubicBezTo>
                  <a:pt x="12707" y="362"/>
                  <a:pt x="13792" y="428"/>
                  <a:pt x="14876" y="494"/>
                </a:cubicBezTo>
                <a:cubicBezTo>
                  <a:pt x="15106" y="494"/>
                  <a:pt x="15106" y="198"/>
                  <a:pt x="14876" y="165"/>
                </a:cubicBezTo>
                <a:cubicBezTo>
                  <a:pt x="13468" y="56"/>
                  <a:pt x="12056" y="0"/>
                  <a:pt x="106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0" name="Google Shape;1494;p11"/>
          <p:cNvSpPr/>
          <p:nvPr/>
        </p:nvSpPr>
        <p:spPr>
          <a:xfrm>
            <a:off x="5209920" y="4978800"/>
            <a:ext cx="461880" cy="76320"/>
          </a:xfrm>
          <a:custGeom>
            <a:avLst/>
            <a:gdLst>
              <a:gd name="textAreaLeft" fmla="*/ 0 w 461880"/>
              <a:gd name="textAreaRight" fmla="*/ 462240 w 461880"/>
              <a:gd name="textAreaTop" fmla="*/ 0 h 76320"/>
              <a:gd name="textAreaBottom" fmla="*/ 76680 h 76320"/>
            </a:gdLst>
            <a:ahLst/>
            <a:cxnLst/>
            <a:rect l="textAreaLeft" t="textAreaTop" r="textAreaRight" b="textAreaBottom"/>
            <a:pathLst>
              <a:path w="21844" h="3622">
                <a:moveTo>
                  <a:pt x="4351" y="1"/>
                </a:moveTo>
                <a:cubicBezTo>
                  <a:pt x="2949" y="1"/>
                  <a:pt x="1569" y="102"/>
                  <a:pt x="189" y="303"/>
                </a:cubicBezTo>
                <a:cubicBezTo>
                  <a:pt x="1" y="334"/>
                  <a:pt x="81" y="634"/>
                  <a:pt x="260" y="634"/>
                </a:cubicBezTo>
                <a:cubicBezTo>
                  <a:pt x="269" y="634"/>
                  <a:pt x="278" y="633"/>
                  <a:pt x="287" y="631"/>
                </a:cubicBezTo>
                <a:cubicBezTo>
                  <a:pt x="1631" y="435"/>
                  <a:pt x="2977" y="347"/>
                  <a:pt x="4321" y="347"/>
                </a:cubicBezTo>
                <a:cubicBezTo>
                  <a:pt x="8597" y="347"/>
                  <a:pt x="12855" y="1232"/>
                  <a:pt x="16980" y="2307"/>
                </a:cubicBezTo>
                <a:cubicBezTo>
                  <a:pt x="18525" y="2734"/>
                  <a:pt x="20036" y="3162"/>
                  <a:pt x="21581" y="3622"/>
                </a:cubicBezTo>
                <a:cubicBezTo>
                  <a:pt x="21745" y="3622"/>
                  <a:pt x="21843" y="3359"/>
                  <a:pt x="21646" y="3293"/>
                </a:cubicBezTo>
                <a:cubicBezTo>
                  <a:pt x="16192" y="1716"/>
                  <a:pt x="10671" y="139"/>
                  <a:pt x="4953" y="7"/>
                </a:cubicBezTo>
                <a:cubicBezTo>
                  <a:pt x="4752" y="3"/>
                  <a:pt x="4551" y="1"/>
                  <a:pt x="435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160" bIns="38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1" name="Google Shape;1495;p11"/>
          <p:cNvSpPr/>
          <p:nvPr/>
        </p:nvSpPr>
        <p:spPr>
          <a:xfrm>
            <a:off x="5288400" y="5019840"/>
            <a:ext cx="286920" cy="54360"/>
          </a:xfrm>
          <a:custGeom>
            <a:avLst/>
            <a:gdLst>
              <a:gd name="textAreaLeft" fmla="*/ 0 w 286920"/>
              <a:gd name="textAreaRight" fmla="*/ 287280 w 286920"/>
              <a:gd name="textAreaTop" fmla="*/ 0 h 54360"/>
              <a:gd name="textAreaBottom" fmla="*/ 54720 h 54360"/>
            </a:gdLst>
            <a:ahLst/>
            <a:cxnLst/>
            <a:rect l="textAreaLeft" t="textAreaTop" r="textAreaRight" b="textAreaBottom"/>
            <a:pathLst>
              <a:path w="13580" h="2588">
                <a:moveTo>
                  <a:pt x="1481" y="1"/>
                </a:moveTo>
                <a:cubicBezTo>
                  <a:pt x="1064" y="1"/>
                  <a:pt x="647" y="11"/>
                  <a:pt x="231" y="39"/>
                </a:cubicBezTo>
                <a:cubicBezTo>
                  <a:pt x="1" y="39"/>
                  <a:pt x="1" y="367"/>
                  <a:pt x="231" y="367"/>
                </a:cubicBezTo>
                <a:cubicBezTo>
                  <a:pt x="642" y="352"/>
                  <a:pt x="1053" y="344"/>
                  <a:pt x="1463" y="344"/>
                </a:cubicBezTo>
                <a:cubicBezTo>
                  <a:pt x="4527" y="344"/>
                  <a:pt x="7556" y="776"/>
                  <a:pt x="10483" y="1616"/>
                </a:cubicBezTo>
                <a:cubicBezTo>
                  <a:pt x="11436" y="1879"/>
                  <a:pt x="12389" y="2207"/>
                  <a:pt x="13309" y="2569"/>
                </a:cubicBezTo>
                <a:cubicBezTo>
                  <a:pt x="13334" y="2582"/>
                  <a:pt x="13358" y="2587"/>
                  <a:pt x="13380" y="2587"/>
                </a:cubicBezTo>
                <a:cubicBezTo>
                  <a:pt x="13527" y="2587"/>
                  <a:pt x="13579" y="2330"/>
                  <a:pt x="13408" y="2273"/>
                </a:cubicBezTo>
                <a:cubicBezTo>
                  <a:pt x="10122" y="992"/>
                  <a:pt x="6704" y="236"/>
                  <a:pt x="3188" y="39"/>
                </a:cubicBezTo>
                <a:cubicBezTo>
                  <a:pt x="2619" y="20"/>
                  <a:pt x="2050" y="1"/>
                  <a:pt x="14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2" name="Google Shape;1496;p11"/>
          <p:cNvSpPr/>
          <p:nvPr/>
        </p:nvSpPr>
        <p:spPr>
          <a:xfrm>
            <a:off x="5419440" y="5069160"/>
            <a:ext cx="260640" cy="69480"/>
          </a:xfrm>
          <a:custGeom>
            <a:avLst/>
            <a:gdLst>
              <a:gd name="textAreaLeft" fmla="*/ 0 w 260640"/>
              <a:gd name="textAreaRight" fmla="*/ 261000 w 260640"/>
              <a:gd name="textAreaTop" fmla="*/ 0 h 69480"/>
              <a:gd name="textAreaBottom" fmla="*/ 69840 h 69480"/>
            </a:gdLst>
            <a:ahLst/>
            <a:cxnLst/>
            <a:rect l="textAreaLeft" t="textAreaTop" r="textAreaRight" b="textAreaBottom"/>
            <a:pathLst>
              <a:path w="12328" h="3298">
                <a:moveTo>
                  <a:pt x="251" y="0"/>
                </a:moveTo>
                <a:cubicBezTo>
                  <a:pt x="50" y="0"/>
                  <a:pt x="1" y="269"/>
                  <a:pt x="188" y="332"/>
                </a:cubicBezTo>
                <a:lnTo>
                  <a:pt x="12083" y="3289"/>
                </a:lnTo>
                <a:cubicBezTo>
                  <a:pt x="12101" y="3295"/>
                  <a:pt x="12118" y="3298"/>
                  <a:pt x="12133" y="3298"/>
                </a:cubicBezTo>
                <a:cubicBezTo>
                  <a:pt x="12290" y="3298"/>
                  <a:pt x="12328" y="3023"/>
                  <a:pt x="12149" y="2993"/>
                </a:cubicBezTo>
                <a:lnTo>
                  <a:pt x="286" y="3"/>
                </a:lnTo>
                <a:cubicBezTo>
                  <a:pt x="274" y="1"/>
                  <a:pt x="262" y="0"/>
                  <a:pt x="25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3" name="Google Shape;1497;p11"/>
          <p:cNvSpPr/>
          <p:nvPr/>
        </p:nvSpPr>
        <p:spPr>
          <a:xfrm>
            <a:off x="5058000" y="5047920"/>
            <a:ext cx="304560" cy="37800"/>
          </a:xfrm>
          <a:custGeom>
            <a:avLst/>
            <a:gdLst>
              <a:gd name="textAreaLeft" fmla="*/ 0 w 304560"/>
              <a:gd name="textAreaRight" fmla="*/ 304920 w 3045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4408" h="1799">
                <a:moveTo>
                  <a:pt x="2462" y="0"/>
                </a:moveTo>
                <a:cubicBezTo>
                  <a:pt x="1718" y="0"/>
                  <a:pt x="974" y="24"/>
                  <a:pt x="231" y="47"/>
                </a:cubicBezTo>
                <a:cubicBezTo>
                  <a:pt x="1" y="47"/>
                  <a:pt x="1" y="376"/>
                  <a:pt x="231" y="376"/>
                </a:cubicBezTo>
                <a:cubicBezTo>
                  <a:pt x="978" y="342"/>
                  <a:pt x="1725" y="325"/>
                  <a:pt x="2472" y="325"/>
                </a:cubicBezTo>
                <a:cubicBezTo>
                  <a:pt x="5370" y="325"/>
                  <a:pt x="8260" y="583"/>
                  <a:pt x="11108" y="1131"/>
                </a:cubicBezTo>
                <a:cubicBezTo>
                  <a:pt x="12126" y="1329"/>
                  <a:pt x="13145" y="1526"/>
                  <a:pt x="14164" y="1789"/>
                </a:cubicBezTo>
                <a:cubicBezTo>
                  <a:pt x="14183" y="1795"/>
                  <a:pt x="14201" y="1798"/>
                  <a:pt x="14218" y="1798"/>
                </a:cubicBezTo>
                <a:cubicBezTo>
                  <a:pt x="14371" y="1798"/>
                  <a:pt x="14407" y="1552"/>
                  <a:pt x="14229" y="1493"/>
                </a:cubicBezTo>
                <a:cubicBezTo>
                  <a:pt x="10680" y="573"/>
                  <a:pt x="7033" y="80"/>
                  <a:pt x="3386" y="14"/>
                </a:cubicBezTo>
                <a:cubicBezTo>
                  <a:pt x="3078" y="4"/>
                  <a:pt x="2770" y="0"/>
                  <a:pt x="246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4" name="Google Shape;1498;p11"/>
          <p:cNvSpPr/>
          <p:nvPr/>
        </p:nvSpPr>
        <p:spPr>
          <a:xfrm>
            <a:off x="5149800" y="5101200"/>
            <a:ext cx="394920" cy="54720"/>
          </a:xfrm>
          <a:custGeom>
            <a:avLst/>
            <a:gdLst>
              <a:gd name="textAreaLeft" fmla="*/ 0 w 394920"/>
              <a:gd name="textAreaRight" fmla="*/ 395280 w 3949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8679" h="2606">
                <a:moveTo>
                  <a:pt x="4272" y="0"/>
                </a:moveTo>
                <a:cubicBezTo>
                  <a:pt x="2892" y="0"/>
                  <a:pt x="1545" y="66"/>
                  <a:pt x="198" y="165"/>
                </a:cubicBezTo>
                <a:cubicBezTo>
                  <a:pt x="0" y="198"/>
                  <a:pt x="0" y="526"/>
                  <a:pt x="198" y="526"/>
                </a:cubicBezTo>
                <a:cubicBezTo>
                  <a:pt x="1553" y="406"/>
                  <a:pt x="2912" y="345"/>
                  <a:pt x="4269" y="345"/>
                </a:cubicBezTo>
                <a:cubicBezTo>
                  <a:pt x="7712" y="345"/>
                  <a:pt x="11144" y="734"/>
                  <a:pt x="14492" y="1512"/>
                </a:cubicBezTo>
                <a:cubicBezTo>
                  <a:pt x="15839" y="1841"/>
                  <a:pt x="17121" y="2169"/>
                  <a:pt x="18435" y="2596"/>
                </a:cubicBezTo>
                <a:cubicBezTo>
                  <a:pt x="18455" y="2603"/>
                  <a:pt x="18473" y="2606"/>
                  <a:pt x="18490" y="2606"/>
                </a:cubicBezTo>
                <a:cubicBezTo>
                  <a:pt x="18643" y="2606"/>
                  <a:pt x="18678" y="2360"/>
                  <a:pt x="18501" y="2301"/>
                </a:cubicBezTo>
                <a:cubicBezTo>
                  <a:pt x="13900" y="789"/>
                  <a:pt x="9103" y="33"/>
                  <a:pt x="427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5" name="Google Shape;1499;p11"/>
          <p:cNvSpPr/>
          <p:nvPr/>
        </p:nvSpPr>
        <p:spPr>
          <a:xfrm>
            <a:off x="5258520" y="5148360"/>
            <a:ext cx="217440" cy="55080"/>
          </a:xfrm>
          <a:custGeom>
            <a:avLst/>
            <a:gdLst>
              <a:gd name="textAreaLeft" fmla="*/ 0 w 217440"/>
              <a:gd name="textAreaRight" fmla="*/ 217800 w 217440"/>
              <a:gd name="textAreaTop" fmla="*/ 0 h 55080"/>
              <a:gd name="textAreaBottom" fmla="*/ 55440 h 55080"/>
            </a:gdLst>
            <a:ahLst/>
            <a:cxnLst/>
            <a:rect l="textAreaLeft" t="textAreaTop" r="textAreaRight" b="textAreaBottom"/>
            <a:pathLst>
              <a:path w="10296" h="2625">
                <a:moveTo>
                  <a:pt x="779" y="1"/>
                </a:moveTo>
                <a:cubicBezTo>
                  <a:pt x="585" y="1"/>
                  <a:pt x="392" y="3"/>
                  <a:pt x="198" y="9"/>
                </a:cubicBezTo>
                <a:cubicBezTo>
                  <a:pt x="1" y="9"/>
                  <a:pt x="1" y="338"/>
                  <a:pt x="198" y="338"/>
                </a:cubicBezTo>
                <a:cubicBezTo>
                  <a:pt x="443" y="328"/>
                  <a:pt x="688" y="323"/>
                  <a:pt x="932" y="323"/>
                </a:cubicBezTo>
                <a:cubicBezTo>
                  <a:pt x="4094" y="323"/>
                  <a:pt x="7184" y="1110"/>
                  <a:pt x="9990" y="2605"/>
                </a:cubicBezTo>
                <a:cubicBezTo>
                  <a:pt x="10013" y="2619"/>
                  <a:pt x="10036" y="2625"/>
                  <a:pt x="10058" y="2625"/>
                </a:cubicBezTo>
                <a:cubicBezTo>
                  <a:pt x="10194" y="2625"/>
                  <a:pt x="10296" y="2394"/>
                  <a:pt x="10154" y="2309"/>
                </a:cubicBezTo>
                <a:cubicBezTo>
                  <a:pt x="7269" y="789"/>
                  <a:pt x="4060" y="1"/>
                  <a:pt x="77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6" name="Google Shape;1500;p11"/>
          <p:cNvSpPr/>
          <p:nvPr/>
        </p:nvSpPr>
        <p:spPr>
          <a:xfrm>
            <a:off x="5211000" y="5191560"/>
            <a:ext cx="164520" cy="38520"/>
          </a:xfrm>
          <a:custGeom>
            <a:avLst/>
            <a:gdLst>
              <a:gd name="textAreaLeft" fmla="*/ 0 w 164520"/>
              <a:gd name="textAreaRight" fmla="*/ 164880 w 16452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7798" h="1830">
                <a:moveTo>
                  <a:pt x="424" y="1"/>
                </a:moveTo>
                <a:cubicBezTo>
                  <a:pt x="348" y="1"/>
                  <a:pt x="273" y="1"/>
                  <a:pt x="197" y="2"/>
                </a:cubicBezTo>
                <a:cubicBezTo>
                  <a:pt x="0" y="35"/>
                  <a:pt x="0" y="298"/>
                  <a:pt x="197" y="331"/>
                </a:cubicBezTo>
                <a:cubicBezTo>
                  <a:pt x="275" y="330"/>
                  <a:pt x="353" y="329"/>
                  <a:pt x="431" y="329"/>
                </a:cubicBezTo>
                <a:cubicBezTo>
                  <a:pt x="2851" y="329"/>
                  <a:pt x="5264" y="823"/>
                  <a:pt x="7492" y="1810"/>
                </a:cubicBezTo>
                <a:cubicBezTo>
                  <a:pt x="7515" y="1824"/>
                  <a:pt x="7539" y="1830"/>
                  <a:pt x="7561" y="1830"/>
                </a:cubicBezTo>
                <a:cubicBezTo>
                  <a:pt x="7696" y="1830"/>
                  <a:pt x="7798" y="1603"/>
                  <a:pt x="7657" y="1547"/>
                </a:cubicBezTo>
                <a:cubicBezTo>
                  <a:pt x="5360" y="526"/>
                  <a:pt x="2909" y="1"/>
                  <a:pt x="42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7" name="Google Shape;1501;p11"/>
          <p:cNvSpPr/>
          <p:nvPr/>
        </p:nvSpPr>
        <p:spPr>
          <a:xfrm>
            <a:off x="8056440" y="5176440"/>
            <a:ext cx="830160" cy="98280"/>
          </a:xfrm>
          <a:custGeom>
            <a:avLst/>
            <a:gdLst>
              <a:gd name="textAreaLeft" fmla="*/ 0 w 830160"/>
              <a:gd name="textAreaRight" fmla="*/ 830520 w 830160"/>
              <a:gd name="textAreaTop" fmla="*/ 0 h 98280"/>
              <a:gd name="textAreaBottom" fmla="*/ 98640 h 98280"/>
            </a:gdLst>
            <a:ahLst/>
            <a:cxnLst/>
            <a:rect l="textAreaLeft" t="textAreaTop" r="textAreaRight" b="textAreaBottom"/>
            <a:pathLst>
              <a:path w="39239" h="4664">
                <a:moveTo>
                  <a:pt x="16156" y="0"/>
                </a:moveTo>
                <a:cubicBezTo>
                  <a:pt x="13675" y="0"/>
                  <a:pt x="11196" y="148"/>
                  <a:pt x="8731" y="448"/>
                </a:cubicBezTo>
                <a:cubicBezTo>
                  <a:pt x="5839" y="810"/>
                  <a:pt x="2980" y="1336"/>
                  <a:pt x="187" y="2091"/>
                </a:cubicBezTo>
                <a:cubicBezTo>
                  <a:pt x="1" y="2154"/>
                  <a:pt x="50" y="2423"/>
                  <a:pt x="251" y="2423"/>
                </a:cubicBezTo>
                <a:cubicBezTo>
                  <a:pt x="262" y="2423"/>
                  <a:pt x="274" y="2422"/>
                  <a:pt x="286" y="2420"/>
                </a:cubicBezTo>
                <a:cubicBezTo>
                  <a:pt x="5248" y="1073"/>
                  <a:pt x="10374" y="383"/>
                  <a:pt x="15533" y="317"/>
                </a:cubicBezTo>
                <a:cubicBezTo>
                  <a:pt x="15790" y="314"/>
                  <a:pt x="16047" y="312"/>
                  <a:pt x="16304" y="312"/>
                </a:cubicBezTo>
                <a:cubicBezTo>
                  <a:pt x="21170" y="312"/>
                  <a:pt x="26003" y="902"/>
                  <a:pt x="30747" y="2026"/>
                </a:cubicBezTo>
                <a:cubicBezTo>
                  <a:pt x="33540" y="2716"/>
                  <a:pt x="36301" y="3570"/>
                  <a:pt x="38995" y="4655"/>
                </a:cubicBezTo>
                <a:cubicBezTo>
                  <a:pt x="39015" y="4661"/>
                  <a:pt x="39033" y="4664"/>
                  <a:pt x="39050" y="4664"/>
                </a:cubicBezTo>
                <a:cubicBezTo>
                  <a:pt x="39203" y="4664"/>
                  <a:pt x="39239" y="4415"/>
                  <a:pt x="39061" y="4326"/>
                </a:cubicBezTo>
                <a:cubicBezTo>
                  <a:pt x="34296" y="2453"/>
                  <a:pt x="29269" y="1139"/>
                  <a:pt x="24175" y="514"/>
                </a:cubicBezTo>
                <a:cubicBezTo>
                  <a:pt x="21514" y="173"/>
                  <a:pt x="18834" y="0"/>
                  <a:pt x="161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9320" bIns="49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8" name="Google Shape;1502;p11"/>
          <p:cNvSpPr/>
          <p:nvPr/>
        </p:nvSpPr>
        <p:spPr>
          <a:xfrm>
            <a:off x="8300520" y="4984560"/>
            <a:ext cx="395280" cy="66600"/>
          </a:xfrm>
          <a:custGeom>
            <a:avLst/>
            <a:gdLst>
              <a:gd name="textAreaLeft" fmla="*/ 0 w 395280"/>
              <a:gd name="textAreaRight" fmla="*/ 395640 w 395280"/>
              <a:gd name="textAreaTop" fmla="*/ 0 h 66600"/>
              <a:gd name="textAreaBottom" fmla="*/ 66960 h 66600"/>
            </a:gdLst>
            <a:ahLst/>
            <a:cxnLst/>
            <a:rect l="textAreaLeft" t="textAreaTop" r="textAreaRight" b="textAreaBottom"/>
            <a:pathLst>
              <a:path w="15820" h="2685">
                <a:moveTo>
                  <a:pt x="2756" y="1"/>
                </a:moveTo>
                <a:cubicBezTo>
                  <a:pt x="1912" y="1"/>
                  <a:pt x="1064" y="31"/>
                  <a:pt x="198" y="79"/>
                </a:cubicBezTo>
                <a:cubicBezTo>
                  <a:pt x="1" y="79"/>
                  <a:pt x="1" y="408"/>
                  <a:pt x="198" y="408"/>
                </a:cubicBezTo>
                <a:cubicBezTo>
                  <a:pt x="1043" y="347"/>
                  <a:pt x="1889" y="316"/>
                  <a:pt x="2733" y="316"/>
                </a:cubicBezTo>
                <a:cubicBezTo>
                  <a:pt x="5958" y="316"/>
                  <a:pt x="9165" y="758"/>
                  <a:pt x="12290" y="1591"/>
                </a:cubicBezTo>
                <a:cubicBezTo>
                  <a:pt x="13375" y="1920"/>
                  <a:pt x="14492" y="2248"/>
                  <a:pt x="15576" y="2675"/>
                </a:cubicBezTo>
                <a:cubicBezTo>
                  <a:pt x="15593" y="2682"/>
                  <a:pt x="15608" y="2685"/>
                  <a:pt x="15623" y="2685"/>
                </a:cubicBezTo>
                <a:cubicBezTo>
                  <a:pt x="15757" y="2685"/>
                  <a:pt x="15820" y="2436"/>
                  <a:pt x="15642" y="2347"/>
                </a:cubicBezTo>
                <a:cubicBezTo>
                  <a:pt x="11830" y="901"/>
                  <a:pt x="7789" y="112"/>
                  <a:pt x="3681" y="14"/>
                </a:cubicBezTo>
                <a:cubicBezTo>
                  <a:pt x="3373" y="5"/>
                  <a:pt x="3065" y="1"/>
                  <a:pt x="27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9" name="Google Shape;1503;p11"/>
          <p:cNvSpPr/>
          <p:nvPr/>
        </p:nvSpPr>
        <p:spPr>
          <a:xfrm>
            <a:off x="8398080" y="5055480"/>
            <a:ext cx="302400" cy="66600"/>
          </a:xfrm>
          <a:custGeom>
            <a:avLst/>
            <a:gdLst>
              <a:gd name="textAreaLeft" fmla="*/ 0 w 302400"/>
              <a:gd name="textAreaRight" fmla="*/ 302760 w 302400"/>
              <a:gd name="textAreaTop" fmla="*/ 0 h 66600"/>
              <a:gd name="textAreaBottom" fmla="*/ 66960 h 66600"/>
            </a:gdLst>
            <a:ahLst/>
            <a:cxnLst/>
            <a:rect l="textAreaLeft" t="textAreaTop" r="textAreaRight" b="textAreaBottom"/>
            <a:pathLst>
              <a:path w="12107" h="2672">
                <a:moveTo>
                  <a:pt x="197" y="1"/>
                </a:moveTo>
                <a:cubicBezTo>
                  <a:pt x="0" y="34"/>
                  <a:pt x="0" y="296"/>
                  <a:pt x="197" y="329"/>
                </a:cubicBezTo>
                <a:cubicBezTo>
                  <a:pt x="4206" y="329"/>
                  <a:pt x="8149" y="1118"/>
                  <a:pt x="11863" y="2662"/>
                </a:cubicBezTo>
                <a:cubicBezTo>
                  <a:pt x="11882" y="2669"/>
                  <a:pt x="11900" y="2672"/>
                  <a:pt x="11917" y="2672"/>
                </a:cubicBezTo>
                <a:cubicBezTo>
                  <a:pt x="12070" y="2672"/>
                  <a:pt x="12106" y="2423"/>
                  <a:pt x="11928" y="2334"/>
                </a:cubicBezTo>
                <a:cubicBezTo>
                  <a:pt x="8215" y="789"/>
                  <a:pt x="4206" y="1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0" name="Google Shape;1504;p11"/>
          <p:cNvSpPr/>
          <p:nvPr/>
        </p:nvSpPr>
        <p:spPr>
          <a:xfrm>
            <a:off x="8448480" y="5123880"/>
            <a:ext cx="375840" cy="122760"/>
          </a:xfrm>
          <a:custGeom>
            <a:avLst/>
            <a:gdLst>
              <a:gd name="textAreaLeft" fmla="*/ 0 w 375840"/>
              <a:gd name="textAreaRight" fmla="*/ 376200 w 375840"/>
              <a:gd name="textAreaTop" fmla="*/ 0 h 122760"/>
              <a:gd name="textAreaBottom" fmla="*/ 123120 h 122760"/>
            </a:gdLst>
            <a:ahLst/>
            <a:cxnLst/>
            <a:rect l="textAreaLeft" t="textAreaTop" r="textAreaRight" b="textAreaBottom"/>
            <a:pathLst>
              <a:path w="15047" h="4920">
                <a:moveTo>
                  <a:pt x="260" y="1"/>
                </a:moveTo>
                <a:cubicBezTo>
                  <a:pt x="81" y="1"/>
                  <a:pt x="1" y="300"/>
                  <a:pt x="189" y="332"/>
                </a:cubicBezTo>
                <a:cubicBezTo>
                  <a:pt x="4033" y="1120"/>
                  <a:pt x="7812" y="2238"/>
                  <a:pt x="11525" y="3618"/>
                </a:cubicBezTo>
                <a:cubicBezTo>
                  <a:pt x="12577" y="4012"/>
                  <a:pt x="13661" y="4439"/>
                  <a:pt x="14713" y="4899"/>
                </a:cubicBezTo>
                <a:cubicBezTo>
                  <a:pt x="14741" y="4913"/>
                  <a:pt x="14768" y="4919"/>
                  <a:pt x="14793" y="4919"/>
                </a:cubicBezTo>
                <a:cubicBezTo>
                  <a:pt x="14949" y="4919"/>
                  <a:pt x="15047" y="4693"/>
                  <a:pt x="14877" y="4636"/>
                </a:cubicBezTo>
                <a:cubicBezTo>
                  <a:pt x="11197" y="3059"/>
                  <a:pt x="7418" y="1777"/>
                  <a:pt x="3573" y="792"/>
                </a:cubicBezTo>
                <a:cubicBezTo>
                  <a:pt x="2489" y="496"/>
                  <a:pt x="1372" y="266"/>
                  <a:pt x="287" y="3"/>
                </a:cubicBezTo>
                <a:cubicBezTo>
                  <a:pt x="278" y="1"/>
                  <a:pt x="269" y="1"/>
                  <a:pt x="2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560" bIns="61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1" name="Google Shape;1505;p11"/>
          <p:cNvSpPr/>
          <p:nvPr/>
        </p:nvSpPr>
        <p:spPr>
          <a:xfrm>
            <a:off x="8521920" y="5208120"/>
            <a:ext cx="281160" cy="121320"/>
          </a:xfrm>
          <a:custGeom>
            <a:avLst/>
            <a:gdLst>
              <a:gd name="textAreaLeft" fmla="*/ 0 w 281160"/>
              <a:gd name="textAreaRight" fmla="*/ 281520 w 281160"/>
              <a:gd name="textAreaTop" fmla="*/ 0 h 121320"/>
              <a:gd name="textAreaBottom" fmla="*/ 121680 h 121320"/>
            </a:gdLst>
            <a:ahLst/>
            <a:cxnLst/>
            <a:rect l="textAreaLeft" t="textAreaTop" r="textAreaRight" b="textAreaBottom"/>
            <a:pathLst>
              <a:path w="11255" h="4862">
                <a:moveTo>
                  <a:pt x="189" y="0"/>
                </a:moveTo>
                <a:cubicBezTo>
                  <a:pt x="36" y="0"/>
                  <a:pt x="1" y="246"/>
                  <a:pt x="178" y="305"/>
                </a:cubicBezTo>
                <a:lnTo>
                  <a:pt x="178" y="338"/>
                </a:lnTo>
                <a:cubicBezTo>
                  <a:pt x="3957" y="1324"/>
                  <a:pt x="7572" y="2836"/>
                  <a:pt x="10924" y="4840"/>
                </a:cubicBezTo>
                <a:cubicBezTo>
                  <a:pt x="10954" y="4855"/>
                  <a:pt x="10983" y="4862"/>
                  <a:pt x="11011" y="4862"/>
                </a:cubicBezTo>
                <a:cubicBezTo>
                  <a:pt x="11163" y="4862"/>
                  <a:pt x="11255" y="4661"/>
                  <a:pt x="11088" y="4577"/>
                </a:cubicBezTo>
                <a:cubicBezTo>
                  <a:pt x="7703" y="2540"/>
                  <a:pt x="4056" y="1028"/>
                  <a:pt x="244" y="10"/>
                </a:cubicBezTo>
                <a:cubicBezTo>
                  <a:pt x="224" y="3"/>
                  <a:pt x="206" y="0"/>
                  <a:pt x="18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840" bIns="60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2" name="Google Shape;1506;p11"/>
          <p:cNvSpPr/>
          <p:nvPr/>
        </p:nvSpPr>
        <p:spPr>
          <a:xfrm>
            <a:off x="8051760" y="5113800"/>
            <a:ext cx="315360" cy="65520"/>
          </a:xfrm>
          <a:custGeom>
            <a:avLst/>
            <a:gdLst>
              <a:gd name="textAreaLeft" fmla="*/ 0 w 315360"/>
              <a:gd name="textAreaRight" fmla="*/ 315720 w 315360"/>
              <a:gd name="textAreaTop" fmla="*/ 0 h 65520"/>
              <a:gd name="textAreaBottom" fmla="*/ 65880 h 65520"/>
            </a:gdLst>
            <a:ahLst/>
            <a:cxnLst/>
            <a:rect l="textAreaLeft" t="textAreaTop" r="textAreaRight" b="textAreaBottom"/>
            <a:pathLst>
              <a:path w="12622" h="2641">
                <a:moveTo>
                  <a:pt x="251" y="0"/>
                </a:moveTo>
                <a:cubicBezTo>
                  <a:pt x="50" y="0"/>
                  <a:pt x="0" y="269"/>
                  <a:pt x="187" y="331"/>
                </a:cubicBezTo>
                <a:cubicBezTo>
                  <a:pt x="1239" y="496"/>
                  <a:pt x="2257" y="561"/>
                  <a:pt x="3309" y="627"/>
                </a:cubicBezTo>
                <a:cubicBezTo>
                  <a:pt x="4360" y="726"/>
                  <a:pt x="5379" y="824"/>
                  <a:pt x="6431" y="1021"/>
                </a:cubicBezTo>
                <a:cubicBezTo>
                  <a:pt x="8435" y="1350"/>
                  <a:pt x="10440" y="1909"/>
                  <a:pt x="12345" y="2632"/>
                </a:cubicBezTo>
                <a:cubicBezTo>
                  <a:pt x="12365" y="2638"/>
                  <a:pt x="12384" y="2641"/>
                  <a:pt x="12401" y="2641"/>
                </a:cubicBezTo>
                <a:cubicBezTo>
                  <a:pt x="12559" y="2641"/>
                  <a:pt x="12622" y="2395"/>
                  <a:pt x="12444" y="2336"/>
                </a:cubicBezTo>
                <a:cubicBezTo>
                  <a:pt x="10505" y="1580"/>
                  <a:pt x="8534" y="1054"/>
                  <a:pt x="6496" y="693"/>
                </a:cubicBezTo>
                <a:cubicBezTo>
                  <a:pt x="5511" y="528"/>
                  <a:pt x="4492" y="397"/>
                  <a:pt x="3506" y="331"/>
                </a:cubicBezTo>
                <a:cubicBezTo>
                  <a:pt x="2422" y="233"/>
                  <a:pt x="1337" y="200"/>
                  <a:pt x="286" y="3"/>
                </a:cubicBezTo>
                <a:cubicBezTo>
                  <a:pt x="274" y="1"/>
                  <a:pt x="262" y="0"/>
                  <a:pt x="25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760" bIns="32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3" name="Google Shape;1507;p11"/>
          <p:cNvSpPr/>
          <p:nvPr/>
        </p:nvSpPr>
        <p:spPr>
          <a:xfrm>
            <a:off x="8104320" y="5043240"/>
            <a:ext cx="159840" cy="43560"/>
          </a:xfrm>
          <a:custGeom>
            <a:avLst/>
            <a:gdLst>
              <a:gd name="textAreaLeft" fmla="*/ 0 w 159840"/>
              <a:gd name="textAreaRight" fmla="*/ 160200 w 159840"/>
              <a:gd name="textAreaTop" fmla="*/ 0 h 43560"/>
              <a:gd name="textAreaBottom" fmla="*/ 43920 h 43560"/>
            </a:gdLst>
            <a:ahLst/>
            <a:cxnLst/>
            <a:rect l="textAreaLeft" t="textAreaTop" r="textAreaRight" b="textAreaBottom"/>
            <a:pathLst>
              <a:path w="6411" h="1753">
                <a:moveTo>
                  <a:pt x="254" y="0"/>
                </a:moveTo>
                <a:cubicBezTo>
                  <a:pt x="77" y="0"/>
                  <a:pt x="0" y="267"/>
                  <a:pt x="218" y="298"/>
                </a:cubicBezTo>
                <a:lnTo>
                  <a:pt x="185" y="298"/>
                </a:lnTo>
                <a:cubicBezTo>
                  <a:pt x="2223" y="594"/>
                  <a:pt x="4194" y="1054"/>
                  <a:pt x="6133" y="1744"/>
                </a:cubicBezTo>
                <a:cubicBezTo>
                  <a:pt x="6151" y="1750"/>
                  <a:pt x="6168" y="1753"/>
                  <a:pt x="6184" y="1753"/>
                </a:cubicBezTo>
                <a:cubicBezTo>
                  <a:pt x="6345" y="1753"/>
                  <a:pt x="6411" y="1476"/>
                  <a:pt x="6232" y="1416"/>
                </a:cubicBezTo>
                <a:cubicBezTo>
                  <a:pt x="4293" y="759"/>
                  <a:pt x="2321" y="266"/>
                  <a:pt x="284" y="3"/>
                </a:cubicBezTo>
                <a:cubicBezTo>
                  <a:pt x="274" y="1"/>
                  <a:pt x="263" y="0"/>
                  <a:pt x="2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4" name="Google Shape;1508;p11"/>
          <p:cNvSpPr/>
          <p:nvPr/>
        </p:nvSpPr>
        <p:spPr>
          <a:xfrm>
            <a:off x="8181720" y="5200200"/>
            <a:ext cx="579600" cy="247680"/>
          </a:xfrm>
          <a:custGeom>
            <a:avLst/>
            <a:gdLst>
              <a:gd name="textAreaLeft" fmla="*/ 0 w 579600"/>
              <a:gd name="textAreaRight" fmla="*/ 579960 w 579600"/>
              <a:gd name="textAreaTop" fmla="*/ 0 h 247680"/>
              <a:gd name="textAreaBottom" fmla="*/ 248040 h 247680"/>
            </a:gdLst>
            <a:ahLst/>
            <a:cxnLst/>
            <a:rect l="textAreaLeft" t="textAreaTop" r="textAreaRight" b="textAreaBottom"/>
            <a:pathLst>
              <a:path w="23194" h="9928">
                <a:moveTo>
                  <a:pt x="256" y="1"/>
                </a:moveTo>
                <a:cubicBezTo>
                  <a:pt x="79" y="1"/>
                  <a:pt x="0" y="269"/>
                  <a:pt x="187" y="332"/>
                </a:cubicBezTo>
                <a:cubicBezTo>
                  <a:pt x="3309" y="1055"/>
                  <a:pt x="6398" y="1975"/>
                  <a:pt x="9421" y="3125"/>
                </a:cubicBezTo>
                <a:cubicBezTo>
                  <a:pt x="12411" y="4275"/>
                  <a:pt x="15369" y="5589"/>
                  <a:pt x="18195" y="7134"/>
                </a:cubicBezTo>
                <a:cubicBezTo>
                  <a:pt x="19805" y="7988"/>
                  <a:pt x="21349" y="8908"/>
                  <a:pt x="22894" y="9894"/>
                </a:cubicBezTo>
                <a:cubicBezTo>
                  <a:pt x="22923" y="9917"/>
                  <a:pt x="22952" y="9927"/>
                  <a:pt x="22979" y="9927"/>
                </a:cubicBezTo>
                <a:cubicBezTo>
                  <a:pt x="23106" y="9927"/>
                  <a:pt x="23193" y="9712"/>
                  <a:pt x="23058" y="9631"/>
                </a:cubicBezTo>
                <a:cubicBezTo>
                  <a:pt x="17603" y="6115"/>
                  <a:pt x="11754" y="3388"/>
                  <a:pt x="5576" y="1449"/>
                </a:cubicBezTo>
                <a:cubicBezTo>
                  <a:pt x="3835" y="890"/>
                  <a:pt x="2060" y="430"/>
                  <a:pt x="286" y="3"/>
                </a:cubicBezTo>
                <a:cubicBezTo>
                  <a:pt x="275" y="1"/>
                  <a:pt x="265" y="1"/>
                  <a:pt x="2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5" name="Google Shape;1509;p11"/>
          <p:cNvSpPr/>
          <p:nvPr/>
        </p:nvSpPr>
        <p:spPr>
          <a:xfrm>
            <a:off x="8335080" y="5323320"/>
            <a:ext cx="306720" cy="162360"/>
          </a:xfrm>
          <a:custGeom>
            <a:avLst/>
            <a:gdLst>
              <a:gd name="textAreaLeft" fmla="*/ 0 w 306720"/>
              <a:gd name="textAreaRight" fmla="*/ 307080 w 306720"/>
              <a:gd name="textAreaTop" fmla="*/ 0 h 162360"/>
              <a:gd name="textAreaBottom" fmla="*/ 162720 h 162360"/>
            </a:gdLst>
            <a:ahLst/>
            <a:cxnLst/>
            <a:rect l="textAreaLeft" t="textAreaTop" r="textAreaRight" b="textAreaBottom"/>
            <a:pathLst>
              <a:path w="12285" h="6510">
                <a:moveTo>
                  <a:pt x="259" y="1"/>
                </a:moveTo>
                <a:cubicBezTo>
                  <a:pt x="81" y="1"/>
                  <a:pt x="0" y="300"/>
                  <a:pt x="188" y="332"/>
                </a:cubicBezTo>
                <a:cubicBezTo>
                  <a:pt x="3605" y="1055"/>
                  <a:pt x="6694" y="2829"/>
                  <a:pt x="9553" y="4768"/>
                </a:cubicBezTo>
                <a:cubicBezTo>
                  <a:pt x="10375" y="5326"/>
                  <a:pt x="11196" y="5918"/>
                  <a:pt x="11985" y="6477"/>
                </a:cubicBezTo>
                <a:cubicBezTo>
                  <a:pt x="12014" y="6500"/>
                  <a:pt x="12043" y="6510"/>
                  <a:pt x="12070" y="6510"/>
                </a:cubicBezTo>
                <a:cubicBezTo>
                  <a:pt x="12197" y="6510"/>
                  <a:pt x="12284" y="6295"/>
                  <a:pt x="12149" y="6214"/>
                </a:cubicBezTo>
                <a:cubicBezTo>
                  <a:pt x="9290" y="4176"/>
                  <a:pt x="6399" y="2139"/>
                  <a:pt x="3145" y="857"/>
                </a:cubicBezTo>
                <a:cubicBezTo>
                  <a:pt x="2192" y="496"/>
                  <a:pt x="1240" y="233"/>
                  <a:pt x="287" y="3"/>
                </a:cubicBezTo>
                <a:cubicBezTo>
                  <a:pt x="277" y="2"/>
                  <a:pt x="268" y="1"/>
                  <a:pt x="259" y="1"/>
                </a:cubicBezTo>
                <a:close/>
              </a:path>
            </a:pathLst>
          </a:custGeom>
          <a:solidFill>
            <a:srgbClr val="4047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1360" bIns="81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6" name="Google Shape;1510;p11"/>
          <p:cNvSpPr/>
          <p:nvPr/>
        </p:nvSpPr>
        <p:spPr>
          <a:xfrm>
            <a:off x="8299440" y="5344920"/>
            <a:ext cx="139680" cy="85320"/>
          </a:xfrm>
          <a:custGeom>
            <a:avLst/>
            <a:gdLst>
              <a:gd name="textAreaLeft" fmla="*/ 0 w 139680"/>
              <a:gd name="textAreaRight" fmla="*/ 140040 w 13968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5599" h="3427">
                <a:moveTo>
                  <a:pt x="244" y="1"/>
                </a:moveTo>
                <a:cubicBezTo>
                  <a:pt x="92" y="1"/>
                  <a:pt x="0" y="202"/>
                  <a:pt x="167" y="285"/>
                </a:cubicBezTo>
                <a:lnTo>
                  <a:pt x="5293" y="3407"/>
                </a:lnTo>
                <a:cubicBezTo>
                  <a:pt x="5316" y="3421"/>
                  <a:pt x="5339" y="3427"/>
                  <a:pt x="5361" y="3427"/>
                </a:cubicBezTo>
                <a:cubicBezTo>
                  <a:pt x="5497" y="3427"/>
                  <a:pt x="5599" y="3196"/>
                  <a:pt x="5458" y="3111"/>
                </a:cubicBezTo>
                <a:lnTo>
                  <a:pt x="331" y="22"/>
                </a:lnTo>
                <a:cubicBezTo>
                  <a:pt x="301" y="7"/>
                  <a:pt x="272" y="1"/>
                  <a:pt x="244" y="1"/>
                </a:cubicBezTo>
                <a:close/>
              </a:path>
            </a:pathLst>
          </a:custGeom>
          <a:solidFill>
            <a:srgbClr val="4047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7" name="Google Shape;1511;p11"/>
          <p:cNvSpPr/>
          <p:nvPr/>
        </p:nvSpPr>
        <p:spPr>
          <a:xfrm>
            <a:off x="6923520" y="5153400"/>
            <a:ext cx="517320" cy="197640"/>
          </a:xfrm>
          <a:custGeom>
            <a:avLst/>
            <a:gdLst>
              <a:gd name="textAreaLeft" fmla="*/ 0 w 517320"/>
              <a:gd name="textAreaRight" fmla="*/ 517680 w 517320"/>
              <a:gd name="textAreaTop" fmla="*/ 0 h 197640"/>
              <a:gd name="textAreaBottom" fmla="*/ 198000 h 197640"/>
            </a:gdLst>
            <a:ahLst/>
            <a:cxnLst/>
            <a:rect l="textAreaLeft" t="textAreaTop" r="textAreaRight" b="textAreaBottom"/>
            <a:pathLst>
              <a:path w="24457" h="9354">
                <a:moveTo>
                  <a:pt x="231" y="0"/>
                </a:moveTo>
                <a:cubicBezTo>
                  <a:pt x="1" y="0"/>
                  <a:pt x="34" y="329"/>
                  <a:pt x="231" y="329"/>
                </a:cubicBezTo>
                <a:cubicBezTo>
                  <a:pt x="6902" y="1216"/>
                  <a:pt x="13375" y="3286"/>
                  <a:pt x="19323" y="6441"/>
                </a:cubicBezTo>
                <a:cubicBezTo>
                  <a:pt x="20966" y="7328"/>
                  <a:pt x="22576" y="8281"/>
                  <a:pt x="24153" y="9332"/>
                </a:cubicBezTo>
                <a:cubicBezTo>
                  <a:pt x="24178" y="9347"/>
                  <a:pt x="24203" y="9354"/>
                  <a:pt x="24227" y="9354"/>
                </a:cubicBezTo>
                <a:cubicBezTo>
                  <a:pt x="24360" y="9354"/>
                  <a:pt x="24457" y="9148"/>
                  <a:pt x="24317" y="9037"/>
                </a:cubicBezTo>
                <a:cubicBezTo>
                  <a:pt x="18666" y="5291"/>
                  <a:pt x="12389" y="2596"/>
                  <a:pt x="5817" y="1052"/>
                </a:cubicBezTo>
                <a:cubicBezTo>
                  <a:pt x="3977" y="591"/>
                  <a:pt x="2104" y="263"/>
                  <a:pt x="2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8" name="Google Shape;1512;p11"/>
          <p:cNvSpPr/>
          <p:nvPr/>
        </p:nvSpPr>
        <p:spPr>
          <a:xfrm>
            <a:off x="6698880" y="4976640"/>
            <a:ext cx="291600" cy="147960"/>
          </a:xfrm>
          <a:custGeom>
            <a:avLst/>
            <a:gdLst>
              <a:gd name="textAreaLeft" fmla="*/ 0 w 291600"/>
              <a:gd name="textAreaRight" fmla="*/ 291960 w 291600"/>
              <a:gd name="textAreaTop" fmla="*/ 0 h 147960"/>
              <a:gd name="textAreaBottom" fmla="*/ 148320 h 147960"/>
            </a:gdLst>
            <a:ahLst/>
            <a:cxnLst/>
            <a:rect l="textAreaLeft" t="textAreaTop" r="textAreaRight" b="textAreaBottom"/>
            <a:pathLst>
              <a:path w="11673" h="5931">
                <a:moveTo>
                  <a:pt x="220" y="0"/>
                </a:moveTo>
                <a:cubicBezTo>
                  <a:pt x="38" y="0"/>
                  <a:pt x="0" y="278"/>
                  <a:pt x="179" y="338"/>
                </a:cubicBezTo>
                <a:cubicBezTo>
                  <a:pt x="3334" y="1126"/>
                  <a:pt x="6324" y="2441"/>
                  <a:pt x="9052" y="4248"/>
                </a:cubicBezTo>
                <a:cubicBezTo>
                  <a:pt x="9808" y="4774"/>
                  <a:pt x="10563" y="5300"/>
                  <a:pt x="11286" y="5891"/>
                </a:cubicBezTo>
                <a:cubicBezTo>
                  <a:pt x="11321" y="5919"/>
                  <a:pt x="11360" y="5930"/>
                  <a:pt x="11398" y="5930"/>
                </a:cubicBezTo>
                <a:cubicBezTo>
                  <a:pt x="11541" y="5930"/>
                  <a:pt x="11672" y="5765"/>
                  <a:pt x="11516" y="5661"/>
                </a:cubicBezTo>
                <a:cubicBezTo>
                  <a:pt x="8953" y="3591"/>
                  <a:pt x="6061" y="1948"/>
                  <a:pt x="2973" y="831"/>
                </a:cubicBezTo>
                <a:cubicBezTo>
                  <a:pt x="2085" y="502"/>
                  <a:pt x="1165" y="239"/>
                  <a:pt x="278" y="9"/>
                </a:cubicBezTo>
                <a:cubicBezTo>
                  <a:pt x="257" y="3"/>
                  <a:pt x="238" y="0"/>
                  <a:pt x="22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4160" bIns="74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9" name="Google Shape;1513;p11"/>
          <p:cNvSpPr/>
          <p:nvPr/>
        </p:nvSpPr>
        <p:spPr>
          <a:xfrm>
            <a:off x="6758280" y="5059440"/>
            <a:ext cx="171720" cy="97560"/>
          </a:xfrm>
          <a:custGeom>
            <a:avLst/>
            <a:gdLst>
              <a:gd name="textAreaLeft" fmla="*/ 0 w 171720"/>
              <a:gd name="textAreaRight" fmla="*/ 172080 w 171720"/>
              <a:gd name="textAreaTop" fmla="*/ 0 h 97560"/>
              <a:gd name="textAreaBottom" fmla="*/ 97920 h 97560"/>
            </a:gdLst>
            <a:ahLst/>
            <a:cxnLst/>
            <a:rect l="textAreaLeft" t="textAreaTop" r="textAreaRight" b="textAreaBottom"/>
            <a:pathLst>
              <a:path w="6884" h="3922">
                <a:moveTo>
                  <a:pt x="278" y="1"/>
                </a:moveTo>
                <a:cubicBezTo>
                  <a:pt x="112" y="1"/>
                  <a:pt x="1" y="219"/>
                  <a:pt x="176" y="307"/>
                </a:cubicBezTo>
                <a:cubicBezTo>
                  <a:pt x="2378" y="1358"/>
                  <a:pt x="4514" y="2574"/>
                  <a:pt x="6584" y="3888"/>
                </a:cubicBezTo>
                <a:cubicBezTo>
                  <a:pt x="6613" y="3912"/>
                  <a:pt x="6642" y="3922"/>
                  <a:pt x="6669" y="3922"/>
                </a:cubicBezTo>
                <a:cubicBezTo>
                  <a:pt x="6796" y="3922"/>
                  <a:pt x="6884" y="3707"/>
                  <a:pt x="6748" y="3626"/>
                </a:cubicBezTo>
                <a:cubicBezTo>
                  <a:pt x="4678" y="2278"/>
                  <a:pt x="2542" y="1095"/>
                  <a:pt x="341" y="11"/>
                </a:cubicBezTo>
                <a:cubicBezTo>
                  <a:pt x="319" y="4"/>
                  <a:pt x="298" y="1"/>
                  <a:pt x="27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0" name="Google Shape;1514;p11"/>
          <p:cNvSpPr/>
          <p:nvPr/>
        </p:nvSpPr>
        <p:spPr>
          <a:xfrm>
            <a:off x="6841440" y="5159160"/>
            <a:ext cx="137880" cy="83520"/>
          </a:xfrm>
          <a:custGeom>
            <a:avLst/>
            <a:gdLst>
              <a:gd name="textAreaLeft" fmla="*/ 0 w 137880"/>
              <a:gd name="textAreaRight" fmla="*/ 138240 w 137880"/>
              <a:gd name="textAreaTop" fmla="*/ 0 h 83520"/>
              <a:gd name="textAreaBottom" fmla="*/ 83880 h 83520"/>
            </a:gdLst>
            <a:ahLst/>
            <a:cxnLst/>
            <a:rect l="textAreaLeft" t="textAreaTop" r="textAreaRight" b="textAreaBottom"/>
            <a:pathLst>
              <a:path w="5524" h="3354">
                <a:moveTo>
                  <a:pt x="228" y="1"/>
                </a:moveTo>
                <a:cubicBezTo>
                  <a:pt x="84" y="1"/>
                  <a:pt x="1" y="216"/>
                  <a:pt x="163" y="297"/>
                </a:cubicBezTo>
                <a:lnTo>
                  <a:pt x="196" y="297"/>
                </a:lnTo>
                <a:lnTo>
                  <a:pt x="5224" y="3320"/>
                </a:lnTo>
                <a:cubicBezTo>
                  <a:pt x="5253" y="3343"/>
                  <a:pt x="5282" y="3353"/>
                  <a:pt x="5309" y="3353"/>
                </a:cubicBezTo>
                <a:cubicBezTo>
                  <a:pt x="5436" y="3353"/>
                  <a:pt x="5523" y="3138"/>
                  <a:pt x="5388" y="3057"/>
                </a:cubicBezTo>
                <a:lnTo>
                  <a:pt x="328" y="34"/>
                </a:lnTo>
                <a:cubicBezTo>
                  <a:pt x="293" y="11"/>
                  <a:pt x="259" y="1"/>
                  <a:pt x="22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760" bIns="41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1" name="Google Shape;1515;p11"/>
          <p:cNvSpPr/>
          <p:nvPr/>
        </p:nvSpPr>
        <p:spPr>
          <a:xfrm>
            <a:off x="6149520" y="5050440"/>
            <a:ext cx="403920" cy="45720"/>
          </a:xfrm>
          <a:custGeom>
            <a:avLst/>
            <a:gdLst>
              <a:gd name="textAreaLeft" fmla="*/ 0 w 403920"/>
              <a:gd name="textAreaRight" fmla="*/ 404280 w 403920"/>
              <a:gd name="textAreaTop" fmla="*/ 0 h 45720"/>
              <a:gd name="textAreaBottom" fmla="*/ 46080 h 45720"/>
            </a:gdLst>
            <a:ahLst/>
            <a:cxnLst/>
            <a:rect l="textAreaLeft" t="textAreaTop" r="textAreaRight" b="textAreaBottom"/>
            <a:pathLst>
              <a:path w="19098" h="2178">
                <a:moveTo>
                  <a:pt x="8565" y="1"/>
                </a:moveTo>
                <a:cubicBezTo>
                  <a:pt x="7161" y="1"/>
                  <a:pt x="5756" y="99"/>
                  <a:pt x="4361" y="295"/>
                </a:cubicBezTo>
                <a:cubicBezTo>
                  <a:pt x="2948" y="493"/>
                  <a:pt x="1568" y="821"/>
                  <a:pt x="188" y="1216"/>
                </a:cubicBezTo>
                <a:cubicBezTo>
                  <a:pt x="1" y="1278"/>
                  <a:pt x="80" y="1547"/>
                  <a:pt x="256" y="1547"/>
                </a:cubicBezTo>
                <a:cubicBezTo>
                  <a:pt x="266" y="1547"/>
                  <a:pt x="276" y="1546"/>
                  <a:pt x="286" y="1544"/>
                </a:cubicBezTo>
                <a:cubicBezTo>
                  <a:pt x="3015" y="729"/>
                  <a:pt x="5830" y="319"/>
                  <a:pt x="8652" y="319"/>
                </a:cubicBezTo>
                <a:cubicBezTo>
                  <a:pt x="10723" y="319"/>
                  <a:pt x="12798" y="540"/>
                  <a:pt x="14843" y="985"/>
                </a:cubicBezTo>
                <a:cubicBezTo>
                  <a:pt x="16191" y="1281"/>
                  <a:pt x="17538" y="1676"/>
                  <a:pt x="18852" y="2168"/>
                </a:cubicBezTo>
                <a:cubicBezTo>
                  <a:pt x="18870" y="2174"/>
                  <a:pt x="18887" y="2177"/>
                  <a:pt x="18902" y="2177"/>
                </a:cubicBezTo>
                <a:cubicBezTo>
                  <a:pt x="19059" y="2177"/>
                  <a:pt x="19097" y="1900"/>
                  <a:pt x="18918" y="1840"/>
                </a:cubicBezTo>
                <a:cubicBezTo>
                  <a:pt x="15605" y="618"/>
                  <a:pt x="12090" y="1"/>
                  <a:pt x="85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2" name="Google Shape;1516;p11"/>
          <p:cNvSpPr/>
          <p:nvPr/>
        </p:nvSpPr>
        <p:spPr>
          <a:xfrm>
            <a:off x="6310080" y="5100840"/>
            <a:ext cx="144000" cy="15840"/>
          </a:xfrm>
          <a:custGeom>
            <a:avLst/>
            <a:gdLst>
              <a:gd name="textAreaLeft" fmla="*/ 0 w 144000"/>
              <a:gd name="textAreaRight" fmla="*/ 144360 w 14400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6825" h="771">
                <a:moveTo>
                  <a:pt x="2569" y="1"/>
                </a:moveTo>
                <a:cubicBezTo>
                  <a:pt x="1788" y="1"/>
                  <a:pt x="1007" y="48"/>
                  <a:pt x="230" y="144"/>
                </a:cubicBezTo>
                <a:cubicBezTo>
                  <a:pt x="11" y="175"/>
                  <a:pt x="1" y="475"/>
                  <a:pt x="199" y="475"/>
                </a:cubicBezTo>
                <a:cubicBezTo>
                  <a:pt x="209" y="475"/>
                  <a:pt x="219" y="474"/>
                  <a:pt x="230" y="473"/>
                </a:cubicBezTo>
                <a:cubicBezTo>
                  <a:pt x="995" y="377"/>
                  <a:pt x="1764" y="329"/>
                  <a:pt x="2533" y="329"/>
                </a:cubicBezTo>
                <a:cubicBezTo>
                  <a:pt x="3878" y="329"/>
                  <a:pt x="5222" y="476"/>
                  <a:pt x="6539" y="768"/>
                </a:cubicBezTo>
                <a:cubicBezTo>
                  <a:pt x="6550" y="770"/>
                  <a:pt x="6560" y="771"/>
                  <a:pt x="6570" y="771"/>
                </a:cubicBezTo>
                <a:cubicBezTo>
                  <a:pt x="6746" y="771"/>
                  <a:pt x="6825" y="502"/>
                  <a:pt x="6638" y="440"/>
                </a:cubicBezTo>
                <a:cubicBezTo>
                  <a:pt x="5300" y="147"/>
                  <a:pt x="3935" y="1"/>
                  <a:pt x="256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3" name="Google Shape;1517;p11"/>
          <p:cNvSpPr/>
          <p:nvPr/>
        </p:nvSpPr>
        <p:spPr>
          <a:xfrm>
            <a:off x="6357960" y="5154120"/>
            <a:ext cx="82440" cy="20160"/>
          </a:xfrm>
          <a:custGeom>
            <a:avLst/>
            <a:gdLst>
              <a:gd name="textAreaLeft" fmla="*/ 0 w 82440"/>
              <a:gd name="textAreaRight" fmla="*/ 82800 w 8244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3916" h="964">
                <a:moveTo>
                  <a:pt x="1029" y="1"/>
                </a:moveTo>
                <a:cubicBezTo>
                  <a:pt x="751" y="1"/>
                  <a:pt x="473" y="19"/>
                  <a:pt x="197" y="57"/>
                </a:cubicBezTo>
                <a:cubicBezTo>
                  <a:pt x="9" y="88"/>
                  <a:pt x="0" y="387"/>
                  <a:pt x="170" y="387"/>
                </a:cubicBezTo>
                <a:cubicBezTo>
                  <a:pt x="178" y="387"/>
                  <a:pt x="187" y="387"/>
                  <a:pt x="197" y="385"/>
                </a:cubicBezTo>
                <a:cubicBezTo>
                  <a:pt x="468" y="347"/>
                  <a:pt x="738" y="329"/>
                  <a:pt x="1006" y="329"/>
                </a:cubicBezTo>
                <a:cubicBezTo>
                  <a:pt x="1903" y="329"/>
                  <a:pt x="2771" y="539"/>
                  <a:pt x="3581" y="944"/>
                </a:cubicBezTo>
                <a:cubicBezTo>
                  <a:pt x="3609" y="958"/>
                  <a:pt x="3636" y="964"/>
                  <a:pt x="3661" y="964"/>
                </a:cubicBezTo>
                <a:cubicBezTo>
                  <a:pt x="3817" y="964"/>
                  <a:pt x="3915" y="733"/>
                  <a:pt x="3746" y="648"/>
                </a:cubicBezTo>
                <a:cubicBezTo>
                  <a:pt x="2908" y="216"/>
                  <a:pt x="1972" y="1"/>
                  <a:pt x="10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4" name="Google Shape;1518;p11"/>
          <p:cNvSpPr/>
          <p:nvPr/>
        </p:nvSpPr>
        <p:spPr>
          <a:xfrm>
            <a:off x="5886720" y="4947120"/>
            <a:ext cx="148680" cy="32760"/>
          </a:xfrm>
          <a:custGeom>
            <a:avLst/>
            <a:gdLst>
              <a:gd name="textAreaLeft" fmla="*/ 0 w 148680"/>
              <a:gd name="textAreaRight" fmla="*/ 149040 w 14868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5964" h="1324">
                <a:moveTo>
                  <a:pt x="198" y="0"/>
                </a:moveTo>
                <a:cubicBezTo>
                  <a:pt x="0" y="0"/>
                  <a:pt x="0" y="329"/>
                  <a:pt x="198" y="329"/>
                </a:cubicBezTo>
                <a:cubicBezTo>
                  <a:pt x="2071" y="394"/>
                  <a:pt x="3911" y="723"/>
                  <a:pt x="5685" y="1314"/>
                </a:cubicBezTo>
                <a:cubicBezTo>
                  <a:pt x="5703" y="1320"/>
                  <a:pt x="5720" y="1323"/>
                  <a:pt x="5736" y="1323"/>
                </a:cubicBezTo>
                <a:cubicBezTo>
                  <a:pt x="5898" y="1323"/>
                  <a:pt x="5963" y="1046"/>
                  <a:pt x="5784" y="986"/>
                </a:cubicBezTo>
                <a:cubicBezTo>
                  <a:pt x="3977" y="394"/>
                  <a:pt x="2104" y="66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5" name="Google Shape;1519;p11"/>
          <p:cNvSpPr/>
          <p:nvPr/>
        </p:nvSpPr>
        <p:spPr>
          <a:xfrm>
            <a:off x="6245280" y="5000400"/>
            <a:ext cx="195480" cy="20520"/>
          </a:xfrm>
          <a:custGeom>
            <a:avLst/>
            <a:gdLst>
              <a:gd name="textAreaLeft" fmla="*/ 0 w 195480"/>
              <a:gd name="textAreaRight" fmla="*/ 195840 w 19548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9257" h="980">
                <a:moveTo>
                  <a:pt x="2211" y="1"/>
                </a:moveTo>
                <a:cubicBezTo>
                  <a:pt x="1541" y="1"/>
                  <a:pt x="870" y="19"/>
                  <a:pt x="197" y="56"/>
                </a:cubicBezTo>
                <a:cubicBezTo>
                  <a:pt x="0" y="56"/>
                  <a:pt x="0" y="385"/>
                  <a:pt x="197" y="385"/>
                </a:cubicBezTo>
                <a:cubicBezTo>
                  <a:pt x="870" y="348"/>
                  <a:pt x="1540" y="329"/>
                  <a:pt x="2209" y="329"/>
                </a:cubicBezTo>
                <a:cubicBezTo>
                  <a:pt x="4484" y="329"/>
                  <a:pt x="6744" y="545"/>
                  <a:pt x="9004" y="977"/>
                </a:cubicBezTo>
                <a:cubicBezTo>
                  <a:pt x="9014" y="978"/>
                  <a:pt x="9024" y="979"/>
                  <a:pt x="9034" y="979"/>
                </a:cubicBezTo>
                <a:cubicBezTo>
                  <a:pt x="9207" y="979"/>
                  <a:pt x="9257" y="712"/>
                  <a:pt x="9070" y="681"/>
                </a:cubicBezTo>
                <a:cubicBezTo>
                  <a:pt x="6803" y="222"/>
                  <a:pt x="4517" y="1"/>
                  <a:pt x="221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6" name="Google Shape;1520;p11"/>
          <p:cNvSpPr/>
          <p:nvPr/>
        </p:nvSpPr>
        <p:spPr>
          <a:xfrm>
            <a:off x="6301080" y="4969440"/>
            <a:ext cx="97560" cy="19440"/>
          </a:xfrm>
          <a:custGeom>
            <a:avLst/>
            <a:gdLst>
              <a:gd name="textAreaLeft" fmla="*/ 0 w 97560"/>
              <a:gd name="textAreaRight" fmla="*/ 97920 w 9756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4634" h="940">
                <a:moveTo>
                  <a:pt x="1300" y="0"/>
                </a:moveTo>
                <a:cubicBezTo>
                  <a:pt x="937" y="0"/>
                  <a:pt x="576" y="25"/>
                  <a:pt x="219" y="75"/>
                </a:cubicBezTo>
                <a:cubicBezTo>
                  <a:pt x="0" y="106"/>
                  <a:pt x="79" y="406"/>
                  <a:pt x="257" y="406"/>
                </a:cubicBezTo>
                <a:cubicBezTo>
                  <a:pt x="266" y="406"/>
                  <a:pt x="275" y="405"/>
                  <a:pt x="285" y="403"/>
                </a:cubicBezTo>
                <a:cubicBezTo>
                  <a:pt x="629" y="353"/>
                  <a:pt x="975" y="328"/>
                  <a:pt x="1321" y="328"/>
                </a:cubicBezTo>
                <a:cubicBezTo>
                  <a:pt x="2331" y="328"/>
                  <a:pt x="3340" y="538"/>
                  <a:pt x="4294" y="929"/>
                </a:cubicBezTo>
                <a:cubicBezTo>
                  <a:pt x="4315" y="936"/>
                  <a:pt x="4336" y="939"/>
                  <a:pt x="4357" y="939"/>
                </a:cubicBezTo>
                <a:cubicBezTo>
                  <a:pt x="4522" y="939"/>
                  <a:pt x="4634" y="721"/>
                  <a:pt x="4458" y="633"/>
                </a:cubicBezTo>
                <a:cubicBezTo>
                  <a:pt x="3451" y="216"/>
                  <a:pt x="2371" y="0"/>
                  <a:pt x="130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7" name="Google Shape;1521;p11"/>
          <p:cNvSpPr/>
          <p:nvPr/>
        </p:nvSpPr>
        <p:spPr>
          <a:xfrm>
            <a:off x="6330960" y="4941720"/>
            <a:ext cx="83880" cy="17280"/>
          </a:xfrm>
          <a:custGeom>
            <a:avLst/>
            <a:gdLst>
              <a:gd name="textAreaLeft" fmla="*/ 0 w 83880"/>
              <a:gd name="textAreaRight" fmla="*/ 84240 w 8388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3988" h="827">
                <a:moveTo>
                  <a:pt x="257" y="0"/>
                </a:moveTo>
                <a:cubicBezTo>
                  <a:pt x="79" y="0"/>
                  <a:pt x="0" y="300"/>
                  <a:pt x="219" y="331"/>
                </a:cubicBezTo>
                <a:lnTo>
                  <a:pt x="3702" y="824"/>
                </a:lnTo>
                <a:cubicBezTo>
                  <a:pt x="3713" y="826"/>
                  <a:pt x="3723" y="827"/>
                  <a:pt x="3732" y="827"/>
                </a:cubicBezTo>
                <a:cubicBezTo>
                  <a:pt x="3909" y="827"/>
                  <a:pt x="3988" y="559"/>
                  <a:pt x="3801" y="528"/>
                </a:cubicBezTo>
                <a:lnTo>
                  <a:pt x="285" y="2"/>
                </a:lnTo>
                <a:cubicBezTo>
                  <a:pt x="275" y="1"/>
                  <a:pt x="266" y="0"/>
                  <a:pt x="25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8" name="Google Shape;1522;p11"/>
          <p:cNvSpPr/>
          <p:nvPr/>
        </p:nvSpPr>
        <p:spPr>
          <a:xfrm>
            <a:off x="6413760" y="4919040"/>
            <a:ext cx="74880" cy="19080"/>
          </a:xfrm>
          <a:custGeom>
            <a:avLst/>
            <a:gdLst>
              <a:gd name="textAreaLeft" fmla="*/ 0 w 74880"/>
              <a:gd name="textAreaRight" fmla="*/ 75240 w 7488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3562" h="926">
                <a:moveTo>
                  <a:pt x="256" y="1"/>
                </a:moveTo>
                <a:cubicBezTo>
                  <a:pt x="80" y="1"/>
                  <a:pt x="1" y="269"/>
                  <a:pt x="188" y="332"/>
                </a:cubicBezTo>
                <a:lnTo>
                  <a:pt x="3276" y="923"/>
                </a:lnTo>
                <a:cubicBezTo>
                  <a:pt x="3289" y="925"/>
                  <a:pt x="3300" y="926"/>
                  <a:pt x="3311" y="926"/>
                </a:cubicBezTo>
                <a:cubicBezTo>
                  <a:pt x="3513" y="926"/>
                  <a:pt x="3562" y="659"/>
                  <a:pt x="3375" y="627"/>
                </a:cubicBezTo>
                <a:lnTo>
                  <a:pt x="286" y="3"/>
                </a:lnTo>
                <a:cubicBezTo>
                  <a:pt x="276" y="1"/>
                  <a:pt x="266" y="1"/>
                  <a:pt x="2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9" name="Google Shape;1523;p11"/>
          <p:cNvSpPr/>
          <p:nvPr/>
        </p:nvSpPr>
        <p:spPr>
          <a:xfrm>
            <a:off x="7932600" y="4694760"/>
            <a:ext cx="89640" cy="131400"/>
          </a:xfrm>
          <a:custGeom>
            <a:avLst/>
            <a:gdLst>
              <a:gd name="textAreaLeft" fmla="*/ 0 w 89640"/>
              <a:gd name="textAreaRight" fmla="*/ 90000 w 89640"/>
              <a:gd name="textAreaTop" fmla="*/ 0 h 131400"/>
              <a:gd name="textAreaBottom" fmla="*/ 131760 h 131400"/>
            </a:gdLst>
            <a:ahLst/>
            <a:cxnLst/>
            <a:rect l="textAreaLeft" t="textAreaTop" r="textAreaRight" b="textAreaBottom"/>
            <a:pathLst>
              <a:path w="4257" h="6233">
                <a:moveTo>
                  <a:pt x="953" y="1"/>
                </a:moveTo>
                <a:cubicBezTo>
                  <a:pt x="871" y="1"/>
                  <a:pt x="789" y="58"/>
                  <a:pt x="789" y="173"/>
                </a:cubicBezTo>
                <a:cubicBezTo>
                  <a:pt x="756" y="1455"/>
                  <a:pt x="559" y="2736"/>
                  <a:pt x="230" y="3985"/>
                </a:cubicBezTo>
                <a:cubicBezTo>
                  <a:pt x="66" y="4412"/>
                  <a:pt x="0" y="4872"/>
                  <a:pt x="99" y="5332"/>
                </a:cubicBezTo>
                <a:cubicBezTo>
                  <a:pt x="164" y="5530"/>
                  <a:pt x="296" y="5694"/>
                  <a:pt x="460" y="5825"/>
                </a:cubicBezTo>
                <a:cubicBezTo>
                  <a:pt x="690" y="5957"/>
                  <a:pt x="986" y="6023"/>
                  <a:pt x="1183" y="6187"/>
                </a:cubicBezTo>
                <a:cubicBezTo>
                  <a:pt x="1227" y="6216"/>
                  <a:pt x="1272" y="6233"/>
                  <a:pt x="1313" y="6233"/>
                </a:cubicBezTo>
                <a:cubicBezTo>
                  <a:pt x="1364" y="6233"/>
                  <a:pt x="1410" y="6208"/>
                  <a:pt x="1446" y="6154"/>
                </a:cubicBezTo>
                <a:cubicBezTo>
                  <a:pt x="1479" y="6121"/>
                  <a:pt x="1512" y="6105"/>
                  <a:pt x="1540" y="6105"/>
                </a:cubicBezTo>
                <a:cubicBezTo>
                  <a:pt x="1569" y="6105"/>
                  <a:pt x="1594" y="6121"/>
                  <a:pt x="1610" y="6154"/>
                </a:cubicBezTo>
                <a:cubicBezTo>
                  <a:pt x="1625" y="6169"/>
                  <a:pt x="1647" y="6175"/>
                  <a:pt x="1671" y="6175"/>
                </a:cubicBezTo>
                <a:cubicBezTo>
                  <a:pt x="1755" y="6175"/>
                  <a:pt x="1873" y="6099"/>
                  <a:pt x="1873" y="6023"/>
                </a:cubicBezTo>
                <a:lnTo>
                  <a:pt x="1873" y="5423"/>
                </a:lnTo>
                <a:lnTo>
                  <a:pt x="1873" y="5423"/>
                </a:lnTo>
                <a:cubicBezTo>
                  <a:pt x="2054" y="5694"/>
                  <a:pt x="2300" y="5924"/>
                  <a:pt x="2596" y="6088"/>
                </a:cubicBezTo>
                <a:cubicBezTo>
                  <a:pt x="2620" y="6100"/>
                  <a:pt x="2649" y="6108"/>
                  <a:pt x="2678" y="6108"/>
                </a:cubicBezTo>
                <a:cubicBezTo>
                  <a:pt x="2730" y="6108"/>
                  <a:pt x="2784" y="6085"/>
                  <a:pt x="2826" y="6023"/>
                </a:cubicBezTo>
                <a:cubicBezTo>
                  <a:pt x="3007" y="5726"/>
                  <a:pt x="3213" y="5438"/>
                  <a:pt x="3439" y="5163"/>
                </a:cubicBezTo>
                <a:lnTo>
                  <a:pt x="3439" y="5163"/>
                </a:lnTo>
                <a:lnTo>
                  <a:pt x="3089" y="5891"/>
                </a:lnTo>
                <a:cubicBezTo>
                  <a:pt x="3022" y="6025"/>
                  <a:pt x="3138" y="6144"/>
                  <a:pt x="3249" y="6144"/>
                </a:cubicBezTo>
                <a:cubicBezTo>
                  <a:pt x="3302" y="6144"/>
                  <a:pt x="3353" y="6118"/>
                  <a:pt x="3385" y="6055"/>
                </a:cubicBezTo>
                <a:lnTo>
                  <a:pt x="4206" y="4347"/>
                </a:lnTo>
                <a:cubicBezTo>
                  <a:pt x="4256" y="4222"/>
                  <a:pt x="4154" y="4116"/>
                  <a:pt x="4044" y="4116"/>
                </a:cubicBezTo>
                <a:cubicBezTo>
                  <a:pt x="4010" y="4116"/>
                  <a:pt x="3975" y="4126"/>
                  <a:pt x="3943" y="4149"/>
                </a:cubicBezTo>
                <a:cubicBezTo>
                  <a:pt x="3429" y="4604"/>
                  <a:pt x="2998" y="5141"/>
                  <a:pt x="2625" y="5712"/>
                </a:cubicBezTo>
                <a:lnTo>
                  <a:pt x="2625" y="5712"/>
                </a:lnTo>
                <a:cubicBezTo>
                  <a:pt x="2207" y="5436"/>
                  <a:pt x="1933" y="4987"/>
                  <a:pt x="1873" y="4511"/>
                </a:cubicBezTo>
                <a:cubicBezTo>
                  <a:pt x="1857" y="4396"/>
                  <a:pt x="1775" y="4338"/>
                  <a:pt x="1696" y="4338"/>
                </a:cubicBezTo>
                <a:cubicBezTo>
                  <a:pt x="1618" y="4338"/>
                  <a:pt x="1545" y="4396"/>
                  <a:pt x="1545" y="4511"/>
                </a:cubicBezTo>
                <a:lnTo>
                  <a:pt x="1545" y="5767"/>
                </a:lnTo>
                <a:lnTo>
                  <a:pt x="1545" y="5767"/>
                </a:lnTo>
                <a:cubicBezTo>
                  <a:pt x="1538" y="5767"/>
                  <a:pt x="1532" y="5767"/>
                  <a:pt x="1525" y="5767"/>
                </a:cubicBezTo>
                <a:cubicBezTo>
                  <a:pt x="1435" y="5767"/>
                  <a:pt x="1348" y="5798"/>
                  <a:pt x="1280" y="5857"/>
                </a:cubicBezTo>
                <a:lnTo>
                  <a:pt x="1280" y="5857"/>
                </a:lnTo>
                <a:cubicBezTo>
                  <a:pt x="945" y="5646"/>
                  <a:pt x="481" y="5567"/>
                  <a:pt x="394" y="5135"/>
                </a:cubicBezTo>
                <a:cubicBezTo>
                  <a:pt x="296" y="4610"/>
                  <a:pt x="526" y="4084"/>
                  <a:pt x="657" y="3624"/>
                </a:cubicBezTo>
                <a:cubicBezTo>
                  <a:pt x="920" y="2474"/>
                  <a:pt x="1084" y="1323"/>
                  <a:pt x="1117" y="173"/>
                </a:cubicBezTo>
                <a:cubicBezTo>
                  <a:pt x="1117" y="58"/>
                  <a:pt x="1035" y="1"/>
                  <a:pt x="95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5880" bIns="65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0" name="Google Shape;1524;p11"/>
          <p:cNvSpPr/>
          <p:nvPr/>
        </p:nvSpPr>
        <p:spPr>
          <a:xfrm>
            <a:off x="8001360" y="4799520"/>
            <a:ext cx="91080" cy="32400"/>
          </a:xfrm>
          <a:custGeom>
            <a:avLst/>
            <a:gdLst>
              <a:gd name="textAreaLeft" fmla="*/ 0 w 91080"/>
              <a:gd name="textAreaRight" fmla="*/ 91440 w 9108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4313" h="1552">
                <a:moveTo>
                  <a:pt x="3050" y="0"/>
                </a:moveTo>
                <a:cubicBezTo>
                  <a:pt x="3023" y="0"/>
                  <a:pt x="2994" y="7"/>
                  <a:pt x="2966" y="21"/>
                </a:cubicBezTo>
                <a:lnTo>
                  <a:pt x="1914" y="810"/>
                </a:lnTo>
                <a:cubicBezTo>
                  <a:pt x="1834" y="863"/>
                  <a:pt x="1429" y="1241"/>
                  <a:pt x="1210" y="1241"/>
                </a:cubicBezTo>
                <a:cubicBezTo>
                  <a:pt x="1201" y="1241"/>
                  <a:pt x="1193" y="1240"/>
                  <a:pt x="1186" y="1239"/>
                </a:cubicBezTo>
                <a:lnTo>
                  <a:pt x="1186" y="1239"/>
                </a:lnTo>
                <a:cubicBezTo>
                  <a:pt x="1366" y="1024"/>
                  <a:pt x="1460" y="752"/>
                  <a:pt x="1487" y="481"/>
                </a:cubicBezTo>
                <a:cubicBezTo>
                  <a:pt x="1487" y="385"/>
                  <a:pt x="1417" y="324"/>
                  <a:pt x="1340" y="324"/>
                </a:cubicBezTo>
                <a:cubicBezTo>
                  <a:pt x="1312" y="324"/>
                  <a:pt x="1283" y="332"/>
                  <a:pt x="1257" y="350"/>
                </a:cubicBezTo>
                <a:lnTo>
                  <a:pt x="140" y="974"/>
                </a:lnTo>
                <a:cubicBezTo>
                  <a:pt x="1" y="1057"/>
                  <a:pt x="97" y="1259"/>
                  <a:pt x="230" y="1259"/>
                </a:cubicBezTo>
                <a:cubicBezTo>
                  <a:pt x="254" y="1259"/>
                  <a:pt x="279" y="1252"/>
                  <a:pt x="304" y="1237"/>
                </a:cubicBezTo>
                <a:lnTo>
                  <a:pt x="1100" y="792"/>
                </a:lnTo>
                <a:lnTo>
                  <a:pt x="1100" y="792"/>
                </a:lnTo>
                <a:cubicBezTo>
                  <a:pt x="1037" y="925"/>
                  <a:pt x="944" y="1043"/>
                  <a:pt x="830" y="1138"/>
                </a:cubicBezTo>
                <a:cubicBezTo>
                  <a:pt x="797" y="1204"/>
                  <a:pt x="764" y="1270"/>
                  <a:pt x="830" y="1335"/>
                </a:cubicBezTo>
                <a:cubicBezTo>
                  <a:pt x="902" y="1495"/>
                  <a:pt x="1032" y="1552"/>
                  <a:pt x="1177" y="1552"/>
                </a:cubicBezTo>
                <a:cubicBezTo>
                  <a:pt x="1361" y="1552"/>
                  <a:pt x="1570" y="1460"/>
                  <a:pt x="1717" y="1368"/>
                </a:cubicBezTo>
                <a:cubicBezTo>
                  <a:pt x="2038" y="1139"/>
                  <a:pt x="2358" y="878"/>
                  <a:pt x="2690" y="619"/>
                </a:cubicBezTo>
                <a:lnTo>
                  <a:pt x="2690" y="619"/>
                </a:lnTo>
                <a:cubicBezTo>
                  <a:pt x="2683" y="639"/>
                  <a:pt x="2677" y="658"/>
                  <a:pt x="2670" y="678"/>
                </a:cubicBezTo>
                <a:cubicBezTo>
                  <a:pt x="2593" y="833"/>
                  <a:pt x="2677" y="886"/>
                  <a:pt x="2781" y="886"/>
                </a:cubicBezTo>
                <a:cubicBezTo>
                  <a:pt x="2809" y="886"/>
                  <a:pt x="2839" y="882"/>
                  <a:pt x="2867" y="875"/>
                </a:cubicBezTo>
                <a:cubicBezTo>
                  <a:pt x="3156" y="827"/>
                  <a:pt x="3462" y="797"/>
                  <a:pt x="3773" y="797"/>
                </a:cubicBezTo>
                <a:cubicBezTo>
                  <a:pt x="3887" y="797"/>
                  <a:pt x="4001" y="801"/>
                  <a:pt x="4116" y="810"/>
                </a:cubicBezTo>
                <a:cubicBezTo>
                  <a:pt x="4313" y="810"/>
                  <a:pt x="4313" y="514"/>
                  <a:pt x="4116" y="481"/>
                </a:cubicBezTo>
                <a:cubicBezTo>
                  <a:pt x="4001" y="473"/>
                  <a:pt x="3886" y="469"/>
                  <a:pt x="3771" y="469"/>
                </a:cubicBezTo>
                <a:cubicBezTo>
                  <a:pt x="3532" y="469"/>
                  <a:pt x="3295" y="487"/>
                  <a:pt x="3065" y="523"/>
                </a:cubicBezTo>
                <a:lnTo>
                  <a:pt x="3065" y="523"/>
                </a:lnTo>
                <a:lnTo>
                  <a:pt x="3196" y="185"/>
                </a:lnTo>
                <a:cubicBezTo>
                  <a:pt x="3221" y="83"/>
                  <a:pt x="3147" y="0"/>
                  <a:pt x="305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1" name="Google Shape;1525;p11"/>
          <p:cNvSpPr/>
          <p:nvPr/>
        </p:nvSpPr>
        <p:spPr>
          <a:xfrm>
            <a:off x="8031240" y="4228920"/>
            <a:ext cx="72000" cy="580680"/>
          </a:xfrm>
          <a:custGeom>
            <a:avLst/>
            <a:gdLst>
              <a:gd name="textAreaLeft" fmla="*/ 0 w 72000"/>
              <a:gd name="textAreaRight" fmla="*/ 72360 w 72000"/>
              <a:gd name="textAreaTop" fmla="*/ 0 h 580680"/>
              <a:gd name="textAreaBottom" fmla="*/ 581040 h 580680"/>
            </a:gdLst>
            <a:ahLst/>
            <a:cxnLst/>
            <a:rect l="textAreaLeft" t="textAreaTop" r="textAreaRight" b="textAreaBottom"/>
            <a:pathLst>
              <a:path w="3424" h="27449">
                <a:moveTo>
                  <a:pt x="3224" y="0"/>
                </a:moveTo>
                <a:cubicBezTo>
                  <a:pt x="3154" y="0"/>
                  <a:pt x="3083" y="39"/>
                  <a:pt x="3056" y="133"/>
                </a:cubicBezTo>
                <a:cubicBezTo>
                  <a:pt x="822" y="6902"/>
                  <a:pt x="0" y="14033"/>
                  <a:pt x="592" y="21131"/>
                </a:cubicBezTo>
                <a:cubicBezTo>
                  <a:pt x="789" y="23201"/>
                  <a:pt x="1052" y="25271"/>
                  <a:pt x="1348" y="27341"/>
                </a:cubicBezTo>
                <a:cubicBezTo>
                  <a:pt x="1360" y="27417"/>
                  <a:pt x="1416" y="27449"/>
                  <a:pt x="1478" y="27449"/>
                </a:cubicBezTo>
                <a:cubicBezTo>
                  <a:pt x="1579" y="27449"/>
                  <a:pt x="1696" y="27365"/>
                  <a:pt x="1676" y="27243"/>
                </a:cubicBezTo>
                <a:cubicBezTo>
                  <a:pt x="1117" y="23661"/>
                  <a:pt x="789" y="20014"/>
                  <a:pt x="756" y="16399"/>
                </a:cubicBezTo>
                <a:cubicBezTo>
                  <a:pt x="756" y="10878"/>
                  <a:pt x="1676" y="5424"/>
                  <a:pt x="3385" y="199"/>
                </a:cubicBezTo>
                <a:cubicBezTo>
                  <a:pt x="3424" y="82"/>
                  <a:pt x="3325" y="0"/>
                  <a:pt x="322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2" name="Google Shape;1526;p11"/>
          <p:cNvSpPr/>
          <p:nvPr/>
        </p:nvSpPr>
        <p:spPr>
          <a:xfrm>
            <a:off x="8088480" y="3972960"/>
            <a:ext cx="73080" cy="231840"/>
          </a:xfrm>
          <a:custGeom>
            <a:avLst/>
            <a:gdLst>
              <a:gd name="textAreaLeft" fmla="*/ 0 w 73080"/>
              <a:gd name="textAreaRight" fmla="*/ 73440 w 7308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3473" h="10975">
                <a:moveTo>
                  <a:pt x="3268" y="0"/>
                </a:moveTo>
                <a:cubicBezTo>
                  <a:pt x="3207" y="0"/>
                  <a:pt x="3149" y="32"/>
                  <a:pt x="3123" y="108"/>
                </a:cubicBezTo>
                <a:cubicBezTo>
                  <a:pt x="2302" y="3722"/>
                  <a:pt x="1711" y="7403"/>
                  <a:pt x="67" y="10722"/>
                </a:cubicBezTo>
                <a:cubicBezTo>
                  <a:pt x="0" y="10856"/>
                  <a:pt x="116" y="10975"/>
                  <a:pt x="228" y="10975"/>
                </a:cubicBezTo>
                <a:cubicBezTo>
                  <a:pt x="280" y="10975"/>
                  <a:pt x="332" y="10949"/>
                  <a:pt x="363" y="10886"/>
                </a:cubicBezTo>
                <a:cubicBezTo>
                  <a:pt x="2006" y="7534"/>
                  <a:pt x="2631" y="3821"/>
                  <a:pt x="3452" y="206"/>
                </a:cubicBezTo>
                <a:cubicBezTo>
                  <a:pt x="3472" y="84"/>
                  <a:pt x="3367" y="0"/>
                  <a:pt x="326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3" name="Google Shape;1527;p11"/>
          <p:cNvSpPr/>
          <p:nvPr/>
        </p:nvSpPr>
        <p:spPr>
          <a:xfrm>
            <a:off x="8092440" y="3244320"/>
            <a:ext cx="138240" cy="1164960"/>
          </a:xfrm>
          <a:custGeom>
            <a:avLst/>
            <a:gdLst>
              <a:gd name="textAreaLeft" fmla="*/ 0 w 138240"/>
              <a:gd name="textAreaRight" fmla="*/ 138600 w 138240"/>
              <a:gd name="textAreaTop" fmla="*/ 0 h 1164960"/>
              <a:gd name="textAreaBottom" fmla="*/ 1165320 h 1164960"/>
            </a:gdLst>
            <a:ahLst/>
            <a:cxnLst/>
            <a:rect l="textAreaLeft" t="textAreaTop" r="textAreaRight" b="textAreaBottom"/>
            <a:pathLst>
              <a:path w="6543" h="55051">
                <a:moveTo>
                  <a:pt x="244" y="1"/>
                </a:moveTo>
                <a:cubicBezTo>
                  <a:pt x="92" y="1"/>
                  <a:pt x="0" y="202"/>
                  <a:pt x="167" y="285"/>
                </a:cubicBezTo>
                <a:cubicBezTo>
                  <a:pt x="3059" y="1665"/>
                  <a:pt x="4801" y="4557"/>
                  <a:pt x="5556" y="7547"/>
                </a:cubicBezTo>
                <a:cubicBezTo>
                  <a:pt x="5983" y="9420"/>
                  <a:pt x="6181" y="11326"/>
                  <a:pt x="6181" y="13232"/>
                </a:cubicBezTo>
                <a:cubicBezTo>
                  <a:pt x="6214" y="15204"/>
                  <a:pt x="6181" y="17175"/>
                  <a:pt x="6082" y="19114"/>
                </a:cubicBezTo>
                <a:cubicBezTo>
                  <a:pt x="5983" y="23090"/>
                  <a:pt x="5753" y="27066"/>
                  <a:pt x="5425" y="31043"/>
                </a:cubicBezTo>
                <a:cubicBezTo>
                  <a:pt x="5261" y="33014"/>
                  <a:pt x="5063" y="34953"/>
                  <a:pt x="4932" y="36924"/>
                </a:cubicBezTo>
                <a:cubicBezTo>
                  <a:pt x="4801" y="38830"/>
                  <a:pt x="4801" y="40736"/>
                  <a:pt x="4899" y="42609"/>
                </a:cubicBezTo>
                <a:cubicBezTo>
                  <a:pt x="5063" y="46257"/>
                  <a:pt x="5458" y="50003"/>
                  <a:pt x="4505" y="53585"/>
                </a:cubicBezTo>
                <a:cubicBezTo>
                  <a:pt x="4406" y="54012"/>
                  <a:pt x="4275" y="54439"/>
                  <a:pt x="4110" y="54866"/>
                </a:cubicBezTo>
                <a:cubicBezTo>
                  <a:pt x="4072" y="54981"/>
                  <a:pt x="4156" y="55051"/>
                  <a:pt x="4252" y="55051"/>
                </a:cubicBezTo>
                <a:cubicBezTo>
                  <a:pt x="4322" y="55051"/>
                  <a:pt x="4398" y="55015"/>
                  <a:pt x="4439" y="54932"/>
                </a:cubicBezTo>
                <a:cubicBezTo>
                  <a:pt x="5688" y="51416"/>
                  <a:pt x="5491" y="47637"/>
                  <a:pt x="5293" y="43989"/>
                </a:cubicBezTo>
                <a:cubicBezTo>
                  <a:pt x="5195" y="42084"/>
                  <a:pt x="5096" y="40178"/>
                  <a:pt x="5162" y="38272"/>
                </a:cubicBezTo>
                <a:cubicBezTo>
                  <a:pt x="5261" y="36300"/>
                  <a:pt x="5458" y="34296"/>
                  <a:pt x="5622" y="32324"/>
                </a:cubicBezTo>
                <a:cubicBezTo>
                  <a:pt x="5983" y="28282"/>
                  <a:pt x="6246" y="24208"/>
                  <a:pt x="6378" y="20133"/>
                </a:cubicBezTo>
                <a:cubicBezTo>
                  <a:pt x="6444" y="18128"/>
                  <a:pt x="6476" y="16124"/>
                  <a:pt x="6476" y="14119"/>
                </a:cubicBezTo>
                <a:cubicBezTo>
                  <a:pt x="6542" y="12214"/>
                  <a:pt x="6378" y="10341"/>
                  <a:pt x="6082" y="8467"/>
                </a:cubicBezTo>
                <a:cubicBezTo>
                  <a:pt x="5491" y="5411"/>
                  <a:pt x="4012" y="2323"/>
                  <a:pt x="1350" y="548"/>
                </a:cubicBezTo>
                <a:cubicBezTo>
                  <a:pt x="1022" y="351"/>
                  <a:pt x="693" y="154"/>
                  <a:pt x="332" y="22"/>
                </a:cubicBezTo>
                <a:cubicBezTo>
                  <a:pt x="301" y="7"/>
                  <a:pt x="272" y="1"/>
                  <a:pt x="2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4" name="Google Shape;1528;p11"/>
          <p:cNvSpPr/>
          <p:nvPr/>
        </p:nvSpPr>
        <p:spPr>
          <a:xfrm>
            <a:off x="8128800" y="4177080"/>
            <a:ext cx="46440" cy="231840"/>
          </a:xfrm>
          <a:custGeom>
            <a:avLst/>
            <a:gdLst>
              <a:gd name="textAreaLeft" fmla="*/ 0 w 46440"/>
              <a:gd name="textAreaRight" fmla="*/ 46800 w 46440"/>
              <a:gd name="textAreaTop" fmla="*/ 0 h 231840"/>
              <a:gd name="textAreaBottom" fmla="*/ 232200 h 231840"/>
            </a:gdLst>
            <a:ahLst/>
            <a:cxnLst/>
            <a:rect l="textAreaLeft" t="textAreaTop" r="textAreaRight" b="textAreaBottom"/>
            <a:pathLst>
              <a:path w="2218" h="10973">
                <a:moveTo>
                  <a:pt x="498" y="1"/>
                </a:moveTo>
                <a:cubicBezTo>
                  <a:pt x="436" y="1"/>
                  <a:pt x="376" y="37"/>
                  <a:pt x="362" y="120"/>
                </a:cubicBezTo>
                <a:cubicBezTo>
                  <a:pt x="99" y="1730"/>
                  <a:pt x="1" y="3373"/>
                  <a:pt x="66" y="4983"/>
                </a:cubicBezTo>
                <a:cubicBezTo>
                  <a:pt x="99" y="5804"/>
                  <a:pt x="198" y="6626"/>
                  <a:pt x="329" y="7415"/>
                </a:cubicBezTo>
                <a:cubicBezTo>
                  <a:pt x="395" y="8138"/>
                  <a:pt x="559" y="8860"/>
                  <a:pt x="789" y="9551"/>
                </a:cubicBezTo>
                <a:cubicBezTo>
                  <a:pt x="954" y="10175"/>
                  <a:pt x="1381" y="10668"/>
                  <a:pt x="1972" y="10964"/>
                </a:cubicBezTo>
                <a:cubicBezTo>
                  <a:pt x="1990" y="10969"/>
                  <a:pt x="2007" y="10972"/>
                  <a:pt x="2022" y="10972"/>
                </a:cubicBezTo>
                <a:cubicBezTo>
                  <a:pt x="2179" y="10972"/>
                  <a:pt x="2217" y="10695"/>
                  <a:pt x="2038" y="10635"/>
                </a:cubicBezTo>
                <a:cubicBezTo>
                  <a:pt x="1348" y="10339"/>
                  <a:pt x="1052" y="9518"/>
                  <a:pt x="921" y="8828"/>
                </a:cubicBezTo>
                <a:cubicBezTo>
                  <a:pt x="691" y="7907"/>
                  <a:pt x="559" y="6955"/>
                  <a:pt x="461" y="6034"/>
                </a:cubicBezTo>
                <a:cubicBezTo>
                  <a:pt x="296" y="4096"/>
                  <a:pt x="362" y="2124"/>
                  <a:pt x="658" y="185"/>
                </a:cubicBezTo>
                <a:cubicBezTo>
                  <a:pt x="677" y="71"/>
                  <a:pt x="585" y="1"/>
                  <a:pt x="4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5" name="Google Shape;1529;p11"/>
          <p:cNvSpPr/>
          <p:nvPr/>
        </p:nvSpPr>
        <p:spPr>
          <a:xfrm>
            <a:off x="8101440" y="3338280"/>
            <a:ext cx="101880" cy="697320"/>
          </a:xfrm>
          <a:custGeom>
            <a:avLst/>
            <a:gdLst>
              <a:gd name="textAreaLeft" fmla="*/ 0 w 101880"/>
              <a:gd name="textAreaRight" fmla="*/ 102240 w 101880"/>
              <a:gd name="textAreaTop" fmla="*/ 0 h 697320"/>
              <a:gd name="textAreaBottom" fmla="*/ 697680 h 697320"/>
            </a:gdLst>
            <a:ahLst/>
            <a:cxnLst/>
            <a:rect l="textAreaLeft" t="textAreaTop" r="textAreaRight" b="textAreaBottom"/>
            <a:pathLst>
              <a:path w="4832" h="32960">
                <a:moveTo>
                  <a:pt x="223" y="1"/>
                </a:moveTo>
                <a:cubicBezTo>
                  <a:pt x="108" y="1"/>
                  <a:pt x="0" y="163"/>
                  <a:pt x="100" y="287"/>
                </a:cubicBezTo>
                <a:lnTo>
                  <a:pt x="100" y="255"/>
                </a:lnTo>
                <a:cubicBezTo>
                  <a:pt x="2860" y="3376"/>
                  <a:pt x="3911" y="7550"/>
                  <a:pt x="4273" y="11624"/>
                </a:cubicBezTo>
                <a:cubicBezTo>
                  <a:pt x="4470" y="13859"/>
                  <a:pt x="4503" y="16093"/>
                  <a:pt x="4470" y="18328"/>
                </a:cubicBezTo>
                <a:cubicBezTo>
                  <a:pt x="4470" y="19478"/>
                  <a:pt x="4372" y="20661"/>
                  <a:pt x="4240" y="21811"/>
                </a:cubicBezTo>
                <a:cubicBezTo>
                  <a:pt x="4076" y="22928"/>
                  <a:pt x="3846" y="24045"/>
                  <a:pt x="3616" y="25163"/>
                </a:cubicBezTo>
                <a:cubicBezTo>
                  <a:pt x="3090" y="27693"/>
                  <a:pt x="2597" y="30223"/>
                  <a:pt x="2071" y="32753"/>
                </a:cubicBezTo>
                <a:cubicBezTo>
                  <a:pt x="2051" y="32875"/>
                  <a:pt x="2156" y="32959"/>
                  <a:pt x="2255" y="32959"/>
                </a:cubicBezTo>
                <a:cubicBezTo>
                  <a:pt x="2316" y="32959"/>
                  <a:pt x="2375" y="32927"/>
                  <a:pt x="2400" y="32852"/>
                </a:cubicBezTo>
                <a:cubicBezTo>
                  <a:pt x="2860" y="30519"/>
                  <a:pt x="3320" y="28186"/>
                  <a:pt x="3813" y="25886"/>
                </a:cubicBezTo>
                <a:cubicBezTo>
                  <a:pt x="4306" y="23651"/>
                  <a:pt x="4634" y="21384"/>
                  <a:pt x="4766" y="19083"/>
                </a:cubicBezTo>
                <a:cubicBezTo>
                  <a:pt x="4832" y="16783"/>
                  <a:pt x="4799" y="14483"/>
                  <a:pt x="4634" y="12150"/>
                </a:cubicBezTo>
                <a:cubicBezTo>
                  <a:pt x="4503" y="10014"/>
                  <a:pt x="4141" y="7878"/>
                  <a:pt x="3517" y="5808"/>
                </a:cubicBezTo>
                <a:cubicBezTo>
                  <a:pt x="2860" y="3672"/>
                  <a:pt x="1776" y="1733"/>
                  <a:pt x="330" y="57"/>
                </a:cubicBezTo>
                <a:cubicBezTo>
                  <a:pt x="298" y="18"/>
                  <a:pt x="260" y="1"/>
                  <a:pt x="2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6" name="Google Shape;1530;p11"/>
          <p:cNvSpPr/>
          <p:nvPr/>
        </p:nvSpPr>
        <p:spPr>
          <a:xfrm>
            <a:off x="8137800" y="4075200"/>
            <a:ext cx="11880" cy="119520"/>
          </a:xfrm>
          <a:custGeom>
            <a:avLst/>
            <a:gdLst>
              <a:gd name="textAreaLeft" fmla="*/ 0 w 11880"/>
              <a:gd name="textAreaRight" fmla="*/ 12240 w 11880"/>
              <a:gd name="textAreaTop" fmla="*/ 0 h 119520"/>
              <a:gd name="textAreaBottom" fmla="*/ 119880 h 119520"/>
            </a:gdLst>
            <a:ahLst/>
            <a:cxnLst/>
            <a:rect l="textAreaLeft" t="textAreaTop" r="textAreaRight" b="textAreaBottom"/>
            <a:pathLst>
              <a:path w="576" h="5669">
                <a:moveTo>
                  <a:pt x="420" y="0"/>
                </a:moveTo>
                <a:cubicBezTo>
                  <a:pt x="338" y="0"/>
                  <a:pt x="247" y="58"/>
                  <a:pt x="231" y="173"/>
                </a:cubicBezTo>
                <a:cubicBezTo>
                  <a:pt x="67" y="1947"/>
                  <a:pt x="1" y="3722"/>
                  <a:pt x="99" y="5496"/>
                </a:cubicBezTo>
                <a:cubicBezTo>
                  <a:pt x="99" y="5611"/>
                  <a:pt x="182" y="5669"/>
                  <a:pt x="264" y="5669"/>
                </a:cubicBezTo>
                <a:cubicBezTo>
                  <a:pt x="346" y="5669"/>
                  <a:pt x="428" y="5611"/>
                  <a:pt x="428" y="5496"/>
                </a:cubicBezTo>
                <a:cubicBezTo>
                  <a:pt x="329" y="3722"/>
                  <a:pt x="362" y="1947"/>
                  <a:pt x="559" y="173"/>
                </a:cubicBezTo>
                <a:cubicBezTo>
                  <a:pt x="576" y="58"/>
                  <a:pt x="502" y="0"/>
                  <a:pt x="42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9760" bIns="59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7" name="Google Shape;1531;p11"/>
          <p:cNvSpPr/>
          <p:nvPr/>
        </p:nvSpPr>
        <p:spPr>
          <a:xfrm>
            <a:off x="7572600" y="3236400"/>
            <a:ext cx="529920" cy="92520"/>
          </a:xfrm>
          <a:custGeom>
            <a:avLst/>
            <a:gdLst>
              <a:gd name="textAreaLeft" fmla="*/ 0 w 529920"/>
              <a:gd name="textAreaRight" fmla="*/ 530280 w 529920"/>
              <a:gd name="textAreaTop" fmla="*/ 0 h 92520"/>
              <a:gd name="textAreaBottom" fmla="*/ 92880 h 92520"/>
            </a:gdLst>
            <a:ahLst/>
            <a:cxnLst/>
            <a:rect l="textAreaLeft" t="textAreaTop" r="textAreaRight" b="textAreaBottom"/>
            <a:pathLst>
              <a:path w="25058" h="4386">
                <a:moveTo>
                  <a:pt x="22805" y="0"/>
                </a:moveTo>
                <a:cubicBezTo>
                  <a:pt x="22026" y="0"/>
                  <a:pt x="21250" y="190"/>
                  <a:pt x="20553" y="564"/>
                </a:cubicBezTo>
                <a:cubicBezTo>
                  <a:pt x="19797" y="991"/>
                  <a:pt x="19140" y="1484"/>
                  <a:pt x="18351" y="1845"/>
                </a:cubicBezTo>
                <a:cubicBezTo>
                  <a:pt x="17563" y="2174"/>
                  <a:pt x="16774" y="2404"/>
                  <a:pt x="15953" y="2568"/>
                </a:cubicBezTo>
                <a:cubicBezTo>
                  <a:pt x="15098" y="2732"/>
                  <a:pt x="14244" y="2831"/>
                  <a:pt x="13357" y="2962"/>
                </a:cubicBezTo>
                <a:cubicBezTo>
                  <a:pt x="12622" y="3071"/>
                  <a:pt x="11864" y="3135"/>
                  <a:pt x="11121" y="3135"/>
                </a:cubicBezTo>
                <a:cubicBezTo>
                  <a:pt x="10967" y="3135"/>
                  <a:pt x="10814" y="3132"/>
                  <a:pt x="10662" y="3127"/>
                </a:cubicBezTo>
                <a:cubicBezTo>
                  <a:pt x="9808" y="3061"/>
                  <a:pt x="8953" y="2864"/>
                  <a:pt x="8132" y="2535"/>
                </a:cubicBezTo>
                <a:cubicBezTo>
                  <a:pt x="7451" y="2239"/>
                  <a:pt x="6717" y="2103"/>
                  <a:pt x="5977" y="2103"/>
                </a:cubicBezTo>
                <a:cubicBezTo>
                  <a:pt x="5896" y="2103"/>
                  <a:pt x="5814" y="2105"/>
                  <a:pt x="5733" y="2108"/>
                </a:cubicBezTo>
                <a:cubicBezTo>
                  <a:pt x="4780" y="2272"/>
                  <a:pt x="3827" y="2568"/>
                  <a:pt x="2940" y="2930"/>
                </a:cubicBezTo>
                <a:cubicBezTo>
                  <a:pt x="1987" y="3291"/>
                  <a:pt x="1067" y="3685"/>
                  <a:pt x="147" y="4080"/>
                </a:cubicBezTo>
                <a:cubicBezTo>
                  <a:pt x="0" y="4168"/>
                  <a:pt x="115" y="4386"/>
                  <a:pt x="258" y="4386"/>
                </a:cubicBezTo>
                <a:cubicBezTo>
                  <a:pt x="275" y="4386"/>
                  <a:pt x="293" y="4383"/>
                  <a:pt x="311" y="4375"/>
                </a:cubicBezTo>
                <a:cubicBezTo>
                  <a:pt x="1133" y="3981"/>
                  <a:pt x="1954" y="3653"/>
                  <a:pt x="2776" y="3357"/>
                </a:cubicBezTo>
                <a:cubicBezTo>
                  <a:pt x="3597" y="2995"/>
                  <a:pt x="4419" y="2732"/>
                  <a:pt x="5240" y="2535"/>
                </a:cubicBezTo>
                <a:cubicBezTo>
                  <a:pt x="5538" y="2478"/>
                  <a:pt x="5836" y="2449"/>
                  <a:pt x="6131" y="2449"/>
                </a:cubicBezTo>
                <a:cubicBezTo>
                  <a:pt x="6682" y="2449"/>
                  <a:pt x="7224" y="2551"/>
                  <a:pt x="7738" y="2765"/>
                </a:cubicBezTo>
                <a:cubicBezTo>
                  <a:pt x="8493" y="3028"/>
                  <a:pt x="9282" y="3258"/>
                  <a:pt x="10071" y="3423"/>
                </a:cubicBezTo>
                <a:cubicBezTo>
                  <a:pt x="10428" y="3464"/>
                  <a:pt x="10792" y="3482"/>
                  <a:pt x="11157" y="3482"/>
                </a:cubicBezTo>
                <a:cubicBezTo>
                  <a:pt x="11662" y="3482"/>
                  <a:pt x="12170" y="3447"/>
                  <a:pt x="12667" y="3390"/>
                </a:cubicBezTo>
                <a:cubicBezTo>
                  <a:pt x="13488" y="3291"/>
                  <a:pt x="14310" y="3193"/>
                  <a:pt x="15131" y="3061"/>
                </a:cubicBezTo>
                <a:cubicBezTo>
                  <a:pt x="16708" y="2864"/>
                  <a:pt x="18253" y="2338"/>
                  <a:pt x="19633" y="1517"/>
                </a:cubicBezTo>
                <a:cubicBezTo>
                  <a:pt x="20356" y="991"/>
                  <a:pt x="21177" y="597"/>
                  <a:pt x="22065" y="399"/>
                </a:cubicBezTo>
                <a:cubicBezTo>
                  <a:pt x="22304" y="357"/>
                  <a:pt x="22543" y="336"/>
                  <a:pt x="22781" y="336"/>
                </a:cubicBezTo>
                <a:cubicBezTo>
                  <a:pt x="23457" y="336"/>
                  <a:pt x="24118" y="502"/>
                  <a:pt x="24726" y="794"/>
                </a:cubicBezTo>
                <a:cubicBezTo>
                  <a:pt x="24756" y="809"/>
                  <a:pt x="24786" y="815"/>
                  <a:pt x="24814" y="815"/>
                </a:cubicBezTo>
                <a:cubicBezTo>
                  <a:pt x="24965" y="815"/>
                  <a:pt x="25057" y="614"/>
                  <a:pt x="24891" y="531"/>
                </a:cubicBezTo>
                <a:lnTo>
                  <a:pt x="24923" y="498"/>
                </a:lnTo>
                <a:cubicBezTo>
                  <a:pt x="24257" y="165"/>
                  <a:pt x="23530" y="0"/>
                  <a:pt x="2280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440" bIns="46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8" name="Google Shape;1532;p11"/>
          <p:cNvSpPr/>
          <p:nvPr/>
        </p:nvSpPr>
        <p:spPr>
          <a:xfrm>
            <a:off x="8144640" y="3275280"/>
            <a:ext cx="239040" cy="938880"/>
          </a:xfrm>
          <a:custGeom>
            <a:avLst/>
            <a:gdLst>
              <a:gd name="textAreaLeft" fmla="*/ 0 w 239040"/>
              <a:gd name="textAreaRight" fmla="*/ 239400 w 239040"/>
              <a:gd name="textAreaTop" fmla="*/ 0 h 938880"/>
              <a:gd name="textAreaBottom" fmla="*/ 939240 h 938880"/>
            </a:gdLst>
            <a:ahLst/>
            <a:cxnLst/>
            <a:rect l="textAreaLeft" t="textAreaTop" r="textAreaRight" b="textAreaBottom"/>
            <a:pathLst>
              <a:path w="11305" h="44378">
                <a:moveTo>
                  <a:pt x="4842" y="1"/>
                </a:moveTo>
                <a:cubicBezTo>
                  <a:pt x="3568" y="1"/>
                  <a:pt x="2254" y="407"/>
                  <a:pt x="978" y="407"/>
                </a:cubicBezTo>
                <a:cubicBezTo>
                  <a:pt x="649" y="407"/>
                  <a:pt x="323" y="380"/>
                  <a:pt x="0" y="312"/>
                </a:cubicBezTo>
                <a:lnTo>
                  <a:pt x="0" y="312"/>
                </a:lnTo>
                <a:cubicBezTo>
                  <a:pt x="1" y="312"/>
                  <a:pt x="3188" y="3697"/>
                  <a:pt x="3516" y="7410"/>
                </a:cubicBezTo>
                <a:cubicBezTo>
                  <a:pt x="3878" y="11123"/>
                  <a:pt x="3878" y="18911"/>
                  <a:pt x="3516" y="24004"/>
                </a:cubicBezTo>
                <a:cubicBezTo>
                  <a:pt x="3155" y="29098"/>
                  <a:pt x="2465" y="37937"/>
                  <a:pt x="2564" y="40270"/>
                </a:cubicBezTo>
                <a:cubicBezTo>
                  <a:pt x="2695" y="42636"/>
                  <a:pt x="2958" y="44378"/>
                  <a:pt x="2958" y="44378"/>
                </a:cubicBezTo>
                <a:cubicBezTo>
                  <a:pt x="4075" y="42110"/>
                  <a:pt x="4601" y="39580"/>
                  <a:pt x="5127" y="37083"/>
                </a:cubicBezTo>
                <a:cubicBezTo>
                  <a:pt x="5850" y="33698"/>
                  <a:pt x="6540" y="30313"/>
                  <a:pt x="6704" y="26863"/>
                </a:cubicBezTo>
                <a:cubicBezTo>
                  <a:pt x="6835" y="23380"/>
                  <a:pt x="6474" y="19667"/>
                  <a:pt x="8281" y="16709"/>
                </a:cubicBezTo>
                <a:cubicBezTo>
                  <a:pt x="8938" y="15625"/>
                  <a:pt x="9859" y="14738"/>
                  <a:pt x="10384" y="13588"/>
                </a:cubicBezTo>
                <a:cubicBezTo>
                  <a:pt x="11304" y="11616"/>
                  <a:pt x="10976" y="9283"/>
                  <a:pt x="10549" y="7147"/>
                </a:cubicBezTo>
                <a:cubicBezTo>
                  <a:pt x="10319" y="5668"/>
                  <a:pt x="9859" y="4190"/>
                  <a:pt x="9168" y="2842"/>
                </a:cubicBezTo>
                <a:cubicBezTo>
                  <a:pt x="8446" y="1528"/>
                  <a:pt x="7230" y="378"/>
                  <a:pt x="5751" y="82"/>
                </a:cubicBezTo>
                <a:cubicBezTo>
                  <a:pt x="5451" y="24"/>
                  <a:pt x="5148" y="1"/>
                  <a:pt x="484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9" name="Google Shape;1533;p11"/>
          <p:cNvSpPr/>
          <p:nvPr/>
        </p:nvSpPr>
        <p:spPr>
          <a:xfrm>
            <a:off x="8139960" y="3272400"/>
            <a:ext cx="243720" cy="946080"/>
          </a:xfrm>
          <a:custGeom>
            <a:avLst/>
            <a:gdLst>
              <a:gd name="textAreaLeft" fmla="*/ 0 w 243720"/>
              <a:gd name="textAreaRight" fmla="*/ 244080 w 243720"/>
              <a:gd name="textAreaTop" fmla="*/ 0 h 946080"/>
              <a:gd name="textAreaBottom" fmla="*/ 946440 h 946080"/>
            </a:gdLst>
            <a:ahLst/>
            <a:cxnLst/>
            <a:rect l="textAreaLeft" t="textAreaTop" r="textAreaRight" b="textAreaBottom"/>
            <a:pathLst>
              <a:path w="11528" h="44711">
                <a:moveTo>
                  <a:pt x="4997" y="303"/>
                </a:moveTo>
                <a:cubicBezTo>
                  <a:pt x="5071" y="303"/>
                  <a:pt x="5145" y="305"/>
                  <a:pt x="5218" y="308"/>
                </a:cubicBezTo>
                <a:cubicBezTo>
                  <a:pt x="6861" y="373"/>
                  <a:pt x="8208" y="1425"/>
                  <a:pt x="9063" y="2739"/>
                </a:cubicBezTo>
                <a:cubicBezTo>
                  <a:pt x="9983" y="4218"/>
                  <a:pt x="10344" y="5992"/>
                  <a:pt x="10673" y="7668"/>
                </a:cubicBezTo>
                <a:cubicBezTo>
                  <a:pt x="11002" y="9344"/>
                  <a:pt x="11264" y="11151"/>
                  <a:pt x="10772" y="12827"/>
                </a:cubicBezTo>
                <a:cubicBezTo>
                  <a:pt x="10279" y="14503"/>
                  <a:pt x="8964" y="15620"/>
                  <a:pt x="8176" y="17099"/>
                </a:cubicBezTo>
                <a:cubicBezTo>
                  <a:pt x="7453" y="18512"/>
                  <a:pt x="7026" y="20057"/>
                  <a:pt x="6927" y="21634"/>
                </a:cubicBezTo>
                <a:cubicBezTo>
                  <a:pt x="6763" y="23277"/>
                  <a:pt x="6828" y="24953"/>
                  <a:pt x="6763" y="26596"/>
                </a:cubicBezTo>
                <a:cubicBezTo>
                  <a:pt x="6697" y="28535"/>
                  <a:pt x="6467" y="30440"/>
                  <a:pt x="6138" y="32346"/>
                </a:cubicBezTo>
                <a:cubicBezTo>
                  <a:pt x="5810" y="34252"/>
                  <a:pt x="5415" y="36125"/>
                  <a:pt x="5021" y="37998"/>
                </a:cubicBezTo>
                <a:cubicBezTo>
                  <a:pt x="4692" y="39773"/>
                  <a:pt x="4200" y="41514"/>
                  <a:pt x="3575" y="43190"/>
                </a:cubicBezTo>
                <a:cubicBezTo>
                  <a:pt x="3473" y="43455"/>
                  <a:pt x="3359" y="43720"/>
                  <a:pt x="3240" y="43984"/>
                </a:cubicBezTo>
                <a:lnTo>
                  <a:pt x="3240" y="43984"/>
                </a:lnTo>
                <a:cubicBezTo>
                  <a:pt x="3083" y="42803"/>
                  <a:pt x="2979" y="41600"/>
                  <a:pt x="2951" y="40397"/>
                </a:cubicBezTo>
                <a:cubicBezTo>
                  <a:pt x="2885" y="39378"/>
                  <a:pt x="2951" y="38360"/>
                  <a:pt x="3017" y="37374"/>
                </a:cubicBezTo>
                <a:cubicBezTo>
                  <a:pt x="3148" y="34121"/>
                  <a:pt x="3411" y="30900"/>
                  <a:pt x="3641" y="27680"/>
                </a:cubicBezTo>
                <a:cubicBezTo>
                  <a:pt x="3871" y="24460"/>
                  <a:pt x="4101" y="21141"/>
                  <a:pt x="4134" y="17888"/>
                </a:cubicBezTo>
                <a:cubicBezTo>
                  <a:pt x="4200" y="14602"/>
                  <a:pt x="4200" y="11250"/>
                  <a:pt x="3937" y="7964"/>
                </a:cubicBezTo>
                <a:cubicBezTo>
                  <a:pt x="3805" y="6321"/>
                  <a:pt x="3279" y="4744"/>
                  <a:pt x="2458" y="3298"/>
                </a:cubicBezTo>
                <a:cubicBezTo>
                  <a:pt x="1944" y="2360"/>
                  <a:pt x="1318" y="1478"/>
                  <a:pt x="632" y="677"/>
                </a:cubicBezTo>
                <a:lnTo>
                  <a:pt x="632" y="677"/>
                </a:lnTo>
                <a:cubicBezTo>
                  <a:pt x="818" y="697"/>
                  <a:pt x="1004" y="705"/>
                  <a:pt x="1189" y="705"/>
                </a:cubicBezTo>
                <a:cubicBezTo>
                  <a:pt x="2468" y="705"/>
                  <a:pt x="3733" y="303"/>
                  <a:pt x="4997" y="303"/>
                </a:cubicBezTo>
                <a:close/>
                <a:moveTo>
                  <a:pt x="5035" y="1"/>
                </a:moveTo>
                <a:cubicBezTo>
                  <a:pt x="3892" y="1"/>
                  <a:pt x="2724" y="307"/>
                  <a:pt x="1571" y="373"/>
                </a:cubicBezTo>
                <a:cubicBezTo>
                  <a:pt x="1464" y="381"/>
                  <a:pt x="1355" y="386"/>
                  <a:pt x="1245" y="386"/>
                </a:cubicBezTo>
                <a:cubicBezTo>
                  <a:pt x="916" y="386"/>
                  <a:pt x="577" y="349"/>
                  <a:pt x="256" y="275"/>
                </a:cubicBezTo>
                <a:cubicBezTo>
                  <a:pt x="244" y="272"/>
                  <a:pt x="232" y="271"/>
                  <a:pt x="220" y="271"/>
                </a:cubicBezTo>
                <a:cubicBezTo>
                  <a:pt x="78" y="271"/>
                  <a:pt x="1" y="449"/>
                  <a:pt x="92" y="570"/>
                </a:cubicBezTo>
                <a:cubicBezTo>
                  <a:pt x="683" y="1195"/>
                  <a:pt x="1176" y="1852"/>
                  <a:pt x="1636" y="2575"/>
                </a:cubicBezTo>
                <a:cubicBezTo>
                  <a:pt x="2622" y="3988"/>
                  <a:pt x="3279" y="5598"/>
                  <a:pt x="3542" y="7307"/>
                </a:cubicBezTo>
                <a:cubicBezTo>
                  <a:pt x="3707" y="8720"/>
                  <a:pt x="3739" y="10133"/>
                  <a:pt x="3772" y="11546"/>
                </a:cubicBezTo>
                <a:cubicBezTo>
                  <a:pt x="3838" y="13320"/>
                  <a:pt x="3838" y="15095"/>
                  <a:pt x="3838" y="16902"/>
                </a:cubicBezTo>
                <a:cubicBezTo>
                  <a:pt x="3805" y="20188"/>
                  <a:pt x="3641" y="23474"/>
                  <a:pt x="3378" y="26793"/>
                </a:cubicBezTo>
                <a:cubicBezTo>
                  <a:pt x="3148" y="30112"/>
                  <a:pt x="2918" y="33299"/>
                  <a:pt x="2721" y="36520"/>
                </a:cubicBezTo>
                <a:cubicBezTo>
                  <a:pt x="2655" y="37670"/>
                  <a:pt x="2589" y="38820"/>
                  <a:pt x="2589" y="39970"/>
                </a:cubicBezTo>
                <a:cubicBezTo>
                  <a:pt x="2622" y="41416"/>
                  <a:pt x="2754" y="42862"/>
                  <a:pt x="2951" y="44275"/>
                </a:cubicBezTo>
                <a:cubicBezTo>
                  <a:pt x="2951" y="44353"/>
                  <a:pt x="2972" y="44452"/>
                  <a:pt x="2997" y="44539"/>
                </a:cubicBezTo>
                <a:lnTo>
                  <a:pt x="2997" y="44539"/>
                </a:lnTo>
                <a:cubicBezTo>
                  <a:pt x="2997" y="44564"/>
                  <a:pt x="3004" y="44587"/>
                  <a:pt x="3017" y="44607"/>
                </a:cubicBezTo>
                <a:lnTo>
                  <a:pt x="3017" y="44607"/>
                </a:lnTo>
                <a:cubicBezTo>
                  <a:pt x="3018" y="44680"/>
                  <a:pt x="3066" y="44711"/>
                  <a:pt x="3122" y="44711"/>
                </a:cubicBezTo>
                <a:cubicBezTo>
                  <a:pt x="3149" y="44711"/>
                  <a:pt x="3179" y="44703"/>
                  <a:pt x="3206" y="44690"/>
                </a:cubicBezTo>
                <a:lnTo>
                  <a:pt x="3206" y="44690"/>
                </a:lnTo>
                <a:cubicBezTo>
                  <a:pt x="3248" y="44681"/>
                  <a:pt x="3287" y="44654"/>
                  <a:pt x="3312" y="44603"/>
                </a:cubicBezTo>
                <a:cubicBezTo>
                  <a:pt x="4101" y="42927"/>
                  <a:pt x="4660" y="41186"/>
                  <a:pt x="5054" y="39378"/>
                </a:cubicBezTo>
                <a:cubicBezTo>
                  <a:pt x="5481" y="37538"/>
                  <a:pt x="5875" y="35632"/>
                  <a:pt x="6237" y="33759"/>
                </a:cubicBezTo>
                <a:cubicBezTo>
                  <a:pt x="6598" y="31853"/>
                  <a:pt x="6861" y="29915"/>
                  <a:pt x="7026" y="27976"/>
                </a:cubicBezTo>
                <a:cubicBezTo>
                  <a:pt x="7157" y="26234"/>
                  <a:pt x="7091" y="24493"/>
                  <a:pt x="7190" y="22751"/>
                </a:cubicBezTo>
                <a:cubicBezTo>
                  <a:pt x="7190" y="21042"/>
                  <a:pt x="7551" y="19367"/>
                  <a:pt x="8176" y="17822"/>
                </a:cubicBezTo>
                <a:cubicBezTo>
                  <a:pt x="8899" y="16278"/>
                  <a:pt x="10213" y="15128"/>
                  <a:pt x="10870" y="13550"/>
                </a:cubicBezTo>
                <a:cubicBezTo>
                  <a:pt x="11527" y="12006"/>
                  <a:pt x="11429" y="10231"/>
                  <a:pt x="11166" y="8555"/>
                </a:cubicBezTo>
                <a:cubicBezTo>
                  <a:pt x="10870" y="6814"/>
                  <a:pt x="10542" y="5007"/>
                  <a:pt x="9786" y="3396"/>
                </a:cubicBezTo>
                <a:cubicBezTo>
                  <a:pt x="9161" y="2016"/>
                  <a:pt x="8044" y="866"/>
                  <a:pt x="6664" y="275"/>
                </a:cubicBezTo>
                <a:cubicBezTo>
                  <a:pt x="6130" y="72"/>
                  <a:pt x="5585" y="1"/>
                  <a:pt x="50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0" name="Google Shape;1534;p11"/>
          <p:cNvSpPr/>
          <p:nvPr/>
        </p:nvSpPr>
        <p:spPr>
          <a:xfrm>
            <a:off x="8055360" y="4726800"/>
            <a:ext cx="187200" cy="43920"/>
          </a:xfrm>
          <a:custGeom>
            <a:avLst/>
            <a:gdLst>
              <a:gd name="textAreaLeft" fmla="*/ 0 w 187200"/>
              <a:gd name="textAreaRight" fmla="*/ 187560 w 187200"/>
              <a:gd name="textAreaTop" fmla="*/ 0 h 43920"/>
              <a:gd name="textAreaBottom" fmla="*/ 44280 h 43920"/>
            </a:gdLst>
            <a:ahLst/>
            <a:cxnLst/>
            <a:rect l="textAreaLeft" t="textAreaTop" r="textAreaRight" b="textAreaBottom"/>
            <a:pathLst>
              <a:path w="8861" h="2090">
                <a:moveTo>
                  <a:pt x="1673" y="1"/>
                </a:moveTo>
                <a:cubicBezTo>
                  <a:pt x="1637" y="1"/>
                  <a:pt x="1599" y="15"/>
                  <a:pt x="1566" y="49"/>
                </a:cubicBezTo>
                <a:cubicBezTo>
                  <a:pt x="1561" y="53"/>
                  <a:pt x="1556" y="58"/>
                  <a:pt x="1552" y="63"/>
                </a:cubicBezTo>
                <a:lnTo>
                  <a:pt x="1552" y="63"/>
                </a:lnTo>
                <a:lnTo>
                  <a:pt x="1533" y="49"/>
                </a:lnTo>
                <a:cubicBezTo>
                  <a:pt x="1520" y="72"/>
                  <a:pt x="1508" y="96"/>
                  <a:pt x="1497" y="120"/>
                </a:cubicBezTo>
                <a:lnTo>
                  <a:pt x="1497" y="120"/>
                </a:lnTo>
                <a:cubicBezTo>
                  <a:pt x="1207" y="431"/>
                  <a:pt x="994" y="798"/>
                  <a:pt x="858" y="1208"/>
                </a:cubicBezTo>
                <a:lnTo>
                  <a:pt x="858" y="1208"/>
                </a:lnTo>
                <a:cubicBezTo>
                  <a:pt x="675" y="1012"/>
                  <a:pt x="500" y="799"/>
                  <a:pt x="355" y="570"/>
                </a:cubicBezTo>
                <a:lnTo>
                  <a:pt x="355" y="570"/>
                </a:lnTo>
                <a:cubicBezTo>
                  <a:pt x="353" y="560"/>
                  <a:pt x="352" y="551"/>
                  <a:pt x="350" y="541"/>
                </a:cubicBezTo>
                <a:lnTo>
                  <a:pt x="340" y="546"/>
                </a:lnTo>
                <a:lnTo>
                  <a:pt x="340" y="546"/>
                </a:lnTo>
                <a:cubicBezTo>
                  <a:pt x="332" y="533"/>
                  <a:pt x="325" y="521"/>
                  <a:pt x="317" y="509"/>
                </a:cubicBezTo>
                <a:cubicBezTo>
                  <a:pt x="282" y="451"/>
                  <a:pt x="232" y="426"/>
                  <a:pt x="182" y="426"/>
                </a:cubicBezTo>
                <a:cubicBezTo>
                  <a:pt x="89" y="426"/>
                  <a:pt x="0" y="512"/>
                  <a:pt x="21" y="640"/>
                </a:cubicBezTo>
                <a:lnTo>
                  <a:pt x="29" y="670"/>
                </a:lnTo>
                <a:lnTo>
                  <a:pt x="29" y="670"/>
                </a:lnTo>
                <a:lnTo>
                  <a:pt x="21" y="673"/>
                </a:lnTo>
                <a:cubicBezTo>
                  <a:pt x="27" y="681"/>
                  <a:pt x="32" y="689"/>
                  <a:pt x="37" y="697"/>
                </a:cubicBezTo>
                <a:lnTo>
                  <a:pt x="37" y="697"/>
                </a:lnTo>
                <a:lnTo>
                  <a:pt x="120" y="1001"/>
                </a:lnTo>
                <a:cubicBezTo>
                  <a:pt x="120" y="1041"/>
                  <a:pt x="155" y="1126"/>
                  <a:pt x="169" y="1203"/>
                </a:cubicBezTo>
                <a:lnTo>
                  <a:pt x="169" y="1203"/>
                </a:lnTo>
                <a:cubicBezTo>
                  <a:pt x="152" y="1209"/>
                  <a:pt x="136" y="1219"/>
                  <a:pt x="120" y="1231"/>
                </a:cubicBezTo>
                <a:cubicBezTo>
                  <a:pt x="54" y="1264"/>
                  <a:pt x="54" y="1330"/>
                  <a:pt x="54" y="1396"/>
                </a:cubicBezTo>
                <a:cubicBezTo>
                  <a:pt x="94" y="1495"/>
                  <a:pt x="194" y="1571"/>
                  <a:pt x="296" y="1571"/>
                </a:cubicBezTo>
                <a:cubicBezTo>
                  <a:pt x="363" y="1571"/>
                  <a:pt x="430" y="1539"/>
                  <a:pt x="481" y="1462"/>
                </a:cubicBezTo>
                <a:cubicBezTo>
                  <a:pt x="499" y="1410"/>
                  <a:pt x="507" y="1358"/>
                  <a:pt x="506" y="1306"/>
                </a:cubicBezTo>
                <a:lnTo>
                  <a:pt x="506" y="1306"/>
                </a:lnTo>
                <a:cubicBezTo>
                  <a:pt x="603" y="1415"/>
                  <a:pt x="704" y="1520"/>
                  <a:pt x="810" y="1626"/>
                </a:cubicBezTo>
                <a:cubicBezTo>
                  <a:pt x="845" y="1649"/>
                  <a:pt x="884" y="1660"/>
                  <a:pt x="921" y="1660"/>
                </a:cubicBezTo>
                <a:cubicBezTo>
                  <a:pt x="989" y="1660"/>
                  <a:pt x="1052" y="1624"/>
                  <a:pt x="1073" y="1560"/>
                </a:cubicBezTo>
                <a:cubicBezTo>
                  <a:pt x="1125" y="1364"/>
                  <a:pt x="1193" y="1178"/>
                  <a:pt x="1279" y="1000"/>
                </a:cubicBezTo>
                <a:lnTo>
                  <a:pt x="1279" y="1000"/>
                </a:lnTo>
                <a:cubicBezTo>
                  <a:pt x="1267" y="1288"/>
                  <a:pt x="1309" y="1579"/>
                  <a:pt x="1401" y="1856"/>
                </a:cubicBezTo>
                <a:cubicBezTo>
                  <a:pt x="1434" y="1922"/>
                  <a:pt x="1500" y="1954"/>
                  <a:pt x="1566" y="1954"/>
                </a:cubicBezTo>
                <a:cubicBezTo>
                  <a:pt x="1631" y="1954"/>
                  <a:pt x="1697" y="1922"/>
                  <a:pt x="1730" y="1856"/>
                </a:cubicBezTo>
                <a:cubicBezTo>
                  <a:pt x="1786" y="1678"/>
                  <a:pt x="1864" y="1511"/>
                  <a:pt x="1959" y="1356"/>
                </a:cubicBezTo>
                <a:lnTo>
                  <a:pt x="1959" y="1356"/>
                </a:lnTo>
                <a:cubicBezTo>
                  <a:pt x="1923" y="1456"/>
                  <a:pt x="1891" y="1556"/>
                  <a:pt x="1862" y="1659"/>
                </a:cubicBezTo>
                <a:cubicBezTo>
                  <a:pt x="1836" y="1762"/>
                  <a:pt x="1932" y="1886"/>
                  <a:pt x="2022" y="1886"/>
                </a:cubicBezTo>
                <a:cubicBezTo>
                  <a:pt x="2047" y="1886"/>
                  <a:pt x="2071" y="1877"/>
                  <a:pt x="2092" y="1856"/>
                </a:cubicBezTo>
                <a:lnTo>
                  <a:pt x="2499" y="1566"/>
                </a:lnTo>
                <a:lnTo>
                  <a:pt x="2499" y="1566"/>
                </a:lnTo>
                <a:lnTo>
                  <a:pt x="2420" y="1659"/>
                </a:lnTo>
                <a:cubicBezTo>
                  <a:pt x="2329" y="1780"/>
                  <a:pt x="2406" y="1958"/>
                  <a:pt x="2549" y="1958"/>
                </a:cubicBezTo>
                <a:cubicBezTo>
                  <a:pt x="2560" y="1958"/>
                  <a:pt x="2572" y="1957"/>
                  <a:pt x="2584" y="1954"/>
                </a:cubicBezTo>
                <a:lnTo>
                  <a:pt x="3467" y="1679"/>
                </a:lnTo>
                <a:lnTo>
                  <a:pt x="3382" y="1756"/>
                </a:lnTo>
                <a:lnTo>
                  <a:pt x="3382" y="1756"/>
                </a:lnTo>
                <a:cubicBezTo>
                  <a:pt x="3379" y="1756"/>
                  <a:pt x="3376" y="1757"/>
                  <a:pt x="3373" y="1757"/>
                </a:cubicBezTo>
                <a:lnTo>
                  <a:pt x="3376" y="1761"/>
                </a:lnTo>
                <a:lnTo>
                  <a:pt x="3376" y="1761"/>
                </a:lnTo>
                <a:lnTo>
                  <a:pt x="3307" y="1823"/>
                </a:lnTo>
                <a:cubicBezTo>
                  <a:pt x="3186" y="1914"/>
                  <a:pt x="3289" y="2090"/>
                  <a:pt x="3435" y="2090"/>
                </a:cubicBezTo>
                <a:cubicBezTo>
                  <a:pt x="3447" y="2090"/>
                  <a:pt x="3459" y="2088"/>
                  <a:pt x="3472" y="2086"/>
                </a:cubicBezTo>
                <a:cubicBezTo>
                  <a:pt x="5011" y="1790"/>
                  <a:pt x="6577" y="1654"/>
                  <a:pt x="8146" y="1654"/>
                </a:cubicBezTo>
                <a:cubicBezTo>
                  <a:pt x="8319" y="1654"/>
                  <a:pt x="8491" y="1655"/>
                  <a:pt x="8664" y="1659"/>
                </a:cubicBezTo>
                <a:cubicBezTo>
                  <a:pt x="8861" y="1659"/>
                  <a:pt x="8861" y="1363"/>
                  <a:pt x="8664" y="1330"/>
                </a:cubicBezTo>
                <a:cubicBezTo>
                  <a:pt x="8488" y="1327"/>
                  <a:pt x="8312" y="1325"/>
                  <a:pt x="8136" y="1325"/>
                </a:cubicBezTo>
                <a:cubicBezTo>
                  <a:pt x="6739" y="1325"/>
                  <a:pt x="5343" y="1429"/>
                  <a:pt x="3965" y="1653"/>
                </a:cubicBezTo>
                <a:lnTo>
                  <a:pt x="3965" y="1653"/>
                </a:lnTo>
                <a:lnTo>
                  <a:pt x="4227" y="1429"/>
                </a:lnTo>
                <a:cubicBezTo>
                  <a:pt x="4349" y="1338"/>
                  <a:pt x="4246" y="1162"/>
                  <a:pt x="4100" y="1162"/>
                </a:cubicBezTo>
                <a:cubicBezTo>
                  <a:pt x="4088" y="1162"/>
                  <a:pt x="4076" y="1163"/>
                  <a:pt x="4063" y="1166"/>
                </a:cubicBezTo>
                <a:lnTo>
                  <a:pt x="3001" y="1498"/>
                </a:lnTo>
                <a:lnTo>
                  <a:pt x="3001" y="1498"/>
                </a:lnTo>
                <a:lnTo>
                  <a:pt x="3603" y="771"/>
                </a:lnTo>
                <a:cubicBezTo>
                  <a:pt x="3685" y="662"/>
                  <a:pt x="3608" y="485"/>
                  <a:pt x="3485" y="485"/>
                </a:cubicBezTo>
                <a:cubicBezTo>
                  <a:pt x="3460" y="485"/>
                  <a:pt x="3434" y="492"/>
                  <a:pt x="3406" y="509"/>
                </a:cubicBezTo>
                <a:lnTo>
                  <a:pt x="2326" y="1319"/>
                </a:lnTo>
                <a:lnTo>
                  <a:pt x="2326" y="1319"/>
                </a:lnTo>
                <a:cubicBezTo>
                  <a:pt x="2432" y="1044"/>
                  <a:pt x="2576" y="778"/>
                  <a:pt x="2749" y="541"/>
                </a:cubicBezTo>
                <a:cubicBezTo>
                  <a:pt x="2829" y="435"/>
                  <a:pt x="2714" y="285"/>
                  <a:pt x="2598" y="285"/>
                </a:cubicBezTo>
                <a:cubicBezTo>
                  <a:pt x="2571" y="285"/>
                  <a:pt x="2543" y="293"/>
                  <a:pt x="2519" y="311"/>
                </a:cubicBezTo>
                <a:cubicBezTo>
                  <a:pt x="2155" y="578"/>
                  <a:pt x="1845" y="916"/>
                  <a:pt x="1615" y="1312"/>
                </a:cubicBezTo>
                <a:lnTo>
                  <a:pt x="1615" y="1312"/>
                </a:lnTo>
                <a:cubicBezTo>
                  <a:pt x="1569" y="946"/>
                  <a:pt x="1633" y="571"/>
                  <a:pt x="1796" y="246"/>
                </a:cubicBezTo>
                <a:cubicBezTo>
                  <a:pt x="1869" y="123"/>
                  <a:pt x="1778" y="1"/>
                  <a:pt x="167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1" name="Google Shape;1535;p11"/>
          <p:cNvSpPr/>
          <p:nvPr/>
        </p:nvSpPr>
        <p:spPr>
          <a:xfrm>
            <a:off x="8126640" y="4403160"/>
            <a:ext cx="61560" cy="353160"/>
          </a:xfrm>
          <a:custGeom>
            <a:avLst/>
            <a:gdLst>
              <a:gd name="textAreaLeft" fmla="*/ 0 w 61560"/>
              <a:gd name="textAreaRight" fmla="*/ 61920 w 61560"/>
              <a:gd name="textAreaTop" fmla="*/ 0 h 353160"/>
              <a:gd name="textAreaBottom" fmla="*/ 353520 h 353160"/>
            </a:gdLst>
            <a:ahLst/>
            <a:cxnLst/>
            <a:rect l="textAreaLeft" t="textAreaTop" r="textAreaRight" b="textAreaBottom"/>
            <a:pathLst>
              <a:path w="2925" h="16696">
                <a:moveTo>
                  <a:pt x="2713" y="1"/>
                </a:moveTo>
                <a:cubicBezTo>
                  <a:pt x="2138" y="1"/>
                  <a:pt x="1902" y="2085"/>
                  <a:pt x="1840" y="2425"/>
                </a:cubicBezTo>
                <a:cubicBezTo>
                  <a:pt x="1643" y="3608"/>
                  <a:pt x="1380" y="4791"/>
                  <a:pt x="1084" y="5941"/>
                </a:cubicBezTo>
                <a:cubicBezTo>
                  <a:pt x="953" y="6500"/>
                  <a:pt x="789" y="7059"/>
                  <a:pt x="624" y="7617"/>
                </a:cubicBezTo>
                <a:cubicBezTo>
                  <a:pt x="427" y="8176"/>
                  <a:pt x="263" y="8767"/>
                  <a:pt x="132" y="9326"/>
                </a:cubicBezTo>
                <a:cubicBezTo>
                  <a:pt x="33" y="9852"/>
                  <a:pt x="33" y="10410"/>
                  <a:pt x="132" y="10936"/>
                </a:cubicBezTo>
                <a:cubicBezTo>
                  <a:pt x="263" y="11528"/>
                  <a:pt x="296" y="12152"/>
                  <a:pt x="197" y="12744"/>
                </a:cubicBezTo>
                <a:cubicBezTo>
                  <a:pt x="66" y="13368"/>
                  <a:pt x="0" y="13992"/>
                  <a:pt x="0" y="14617"/>
                </a:cubicBezTo>
                <a:cubicBezTo>
                  <a:pt x="66" y="15274"/>
                  <a:pt x="164" y="15931"/>
                  <a:pt x="329" y="16588"/>
                </a:cubicBezTo>
                <a:cubicBezTo>
                  <a:pt x="341" y="16664"/>
                  <a:pt x="397" y="16696"/>
                  <a:pt x="457" y="16696"/>
                </a:cubicBezTo>
                <a:cubicBezTo>
                  <a:pt x="555" y="16696"/>
                  <a:pt x="665" y="16611"/>
                  <a:pt x="624" y="16490"/>
                </a:cubicBezTo>
                <a:cubicBezTo>
                  <a:pt x="329" y="15405"/>
                  <a:pt x="263" y="14288"/>
                  <a:pt x="460" y="13171"/>
                </a:cubicBezTo>
                <a:cubicBezTo>
                  <a:pt x="559" y="12678"/>
                  <a:pt x="624" y="12185"/>
                  <a:pt x="559" y="11692"/>
                </a:cubicBezTo>
                <a:cubicBezTo>
                  <a:pt x="460" y="11166"/>
                  <a:pt x="394" y="10608"/>
                  <a:pt x="362" y="10082"/>
                </a:cubicBezTo>
                <a:cubicBezTo>
                  <a:pt x="362" y="9030"/>
                  <a:pt x="854" y="7979"/>
                  <a:pt x="1150" y="6960"/>
                </a:cubicBezTo>
                <a:cubicBezTo>
                  <a:pt x="1446" y="5941"/>
                  <a:pt x="1709" y="4890"/>
                  <a:pt x="1906" y="3838"/>
                </a:cubicBezTo>
                <a:cubicBezTo>
                  <a:pt x="2037" y="3214"/>
                  <a:pt x="2136" y="2623"/>
                  <a:pt x="2235" y="2031"/>
                </a:cubicBezTo>
                <a:cubicBezTo>
                  <a:pt x="2300" y="1735"/>
                  <a:pt x="2333" y="1472"/>
                  <a:pt x="2399" y="1210"/>
                </a:cubicBezTo>
                <a:cubicBezTo>
                  <a:pt x="2432" y="1045"/>
                  <a:pt x="2497" y="914"/>
                  <a:pt x="2530" y="750"/>
                </a:cubicBezTo>
                <a:cubicBezTo>
                  <a:pt x="2583" y="644"/>
                  <a:pt x="2700" y="453"/>
                  <a:pt x="2692" y="348"/>
                </a:cubicBezTo>
                <a:lnTo>
                  <a:pt x="2692" y="348"/>
                </a:lnTo>
                <a:cubicBezTo>
                  <a:pt x="2711" y="354"/>
                  <a:pt x="2730" y="357"/>
                  <a:pt x="2748" y="357"/>
                </a:cubicBezTo>
                <a:cubicBezTo>
                  <a:pt x="2816" y="357"/>
                  <a:pt x="2878" y="318"/>
                  <a:pt x="2892" y="224"/>
                </a:cubicBezTo>
                <a:lnTo>
                  <a:pt x="2892" y="191"/>
                </a:lnTo>
                <a:cubicBezTo>
                  <a:pt x="2925" y="125"/>
                  <a:pt x="2892" y="59"/>
                  <a:pt x="2826" y="27"/>
                </a:cubicBezTo>
                <a:cubicBezTo>
                  <a:pt x="2787" y="9"/>
                  <a:pt x="2749" y="1"/>
                  <a:pt x="271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2" name="Google Shape;1536;p11"/>
          <p:cNvSpPr/>
          <p:nvPr/>
        </p:nvSpPr>
        <p:spPr>
          <a:xfrm>
            <a:off x="8048880" y="4308120"/>
            <a:ext cx="45000" cy="402840"/>
          </a:xfrm>
          <a:custGeom>
            <a:avLst/>
            <a:gdLst>
              <a:gd name="textAreaLeft" fmla="*/ 0 w 45000"/>
              <a:gd name="textAreaRight" fmla="*/ 45360 w 45000"/>
              <a:gd name="textAreaTop" fmla="*/ 0 h 402840"/>
              <a:gd name="textAreaBottom" fmla="*/ 403200 h 402840"/>
            </a:gdLst>
            <a:ahLst/>
            <a:cxnLst/>
            <a:rect l="textAreaLeft" t="textAreaTop" r="textAreaRight" b="textAreaBottom"/>
            <a:pathLst>
              <a:path w="2137" h="19053">
                <a:moveTo>
                  <a:pt x="1360" y="1"/>
                </a:moveTo>
                <a:cubicBezTo>
                  <a:pt x="1269" y="1"/>
                  <a:pt x="1163" y="85"/>
                  <a:pt x="1184" y="207"/>
                </a:cubicBezTo>
                <a:cubicBezTo>
                  <a:pt x="1545" y="2573"/>
                  <a:pt x="1742" y="4972"/>
                  <a:pt x="1775" y="7370"/>
                </a:cubicBezTo>
                <a:cubicBezTo>
                  <a:pt x="1808" y="8652"/>
                  <a:pt x="1742" y="9934"/>
                  <a:pt x="1611" y="11215"/>
                </a:cubicBezTo>
                <a:cubicBezTo>
                  <a:pt x="1414" y="12530"/>
                  <a:pt x="1052" y="13778"/>
                  <a:pt x="559" y="15027"/>
                </a:cubicBezTo>
                <a:cubicBezTo>
                  <a:pt x="165" y="16243"/>
                  <a:pt x="132" y="17590"/>
                  <a:pt x="1" y="18904"/>
                </a:cubicBezTo>
                <a:cubicBezTo>
                  <a:pt x="1" y="19003"/>
                  <a:pt x="83" y="19052"/>
                  <a:pt x="165" y="19052"/>
                </a:cubicBezTo>
                <a:cubicBezTo>
                  <a:pt x="247" y="19052"/>
                  <a:pt x="329" y="19003"/>
                  <a:pt x="329" y="18904"/>
                </a:cubicBezTo>
                <a:cubicBezTo>
                  <a:pt x="362" y="17689"/>
                  <a:pt x="527" y="16473"/>
                  <a:pt x="822" y="15290"/>
                </a:cubicBezTo>
                <a:cubicBezTo>
                  <a:pt x="1217" y="14074"/>
                  <a:pt x="1709" y="12891"/>
                  <a:pt x="1907" y="11609"/>
                </a:cubicBezTo>
                <a:cubicBezTo>
                  <a:pt x="2038" y="10295"/>
                  <a:pt x="2137" y="8981"/>
                  <a:pt x="2104" y="7699"/>
                </a:cubicBezTo>
                <a:cubicBezTo>
                  <a:pt x="2104" y="6516"/>
                  <a:pt x="2071" y="5366"/>
                  <a:pt x="1972" y="4216"/>
                </a:cubicBezTo>
                <a:cubicBezTo>
                  <a:pt x="1841" y="2836"/>
                  <a:pt x="1677" y="1488"/>
                  <a:pt x="1479" y="108"/>
                </a:cubicBezTo>
                <a:cubicBezTo>
                  <a:pt x="1467" y="33"/>
                  <a:pt x="1416" y="1"/>
                  <a:pt x="13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3" name="Google Shape;1537;p11"/>
          <p:cNvSpPr/>
          <p:nvPr/>
        </p:nvSpPr>
        <p:spPr>
          <a:xfrm>
            <a:off x="8143200" y="4164840"/>
            <a:ext cx="39240" cy="244800"/>
          </a:xfrm>
          <a:custGeom>
            <a:avLst/>
            <a:gdLst>
              <a:gd name="textAreaLeft" fmla="*/ 0 w 39240"/>
              <a:gd name="textAreaRight" fmla="*/ 39600 w 39240"/>
              <a:gd name="textAreaTop" fmla="*/ 0 h 244800"/>
              <a:gd name="textAreaBottom" fmla="*/ 245160 h 244800"/>
            </a:gdLst>
            <a:ahLst/>
            <a:cxnLst/>
            <a:rect l="textAreaLeft" t="textAreaTop" r="textAreaRight" b="textAreaBottom"/>
            <a:pathLst>
              <a:path w="1873" h="11583">
                <a:moveTo>
                  <a:pt x="679" y="1"/>
                </a:moveTo>
                <a:cubicBezTo>
                  <a:pt x="623" y="1"/>
                  <a:pt x="572" y="33"/>
                  <a:pt x="559" y="108"/>
                </a:cubicBezTo>
                <a:cubicBezTo>
                  <a:pt x="198" y="2211"/>
                  <a:pt x="1" y="4314"/>
                  <a:pt x="1" y="6450"/>
                </a:cubicBezTo>
                <a:cubicBezTo>
                  <a:pt x="1" y="7436"/>
                  <a:pt x="132" y="8422"/>
                  <a:pt x="362" y="9375"/>
                </a:cubicBezTo>
                <a:cubicBezTo>
                  <a:pt x="526" y="10196"/>
                  <a:pt x="921" y="10952"/>
                  <a:pt x="1512" y="11544"/>
                </a:cubicBezTo>
                <a:cubicBezTo>
                  <a:pt x="1547" y="11571"/>
                  <a:pt x="1584" y="11583"/>
                  <a:pt x="1620" y="11583"/>
                </a:cubicBezTo>
                <a:cubicBezTo>
                  <a:pt x="1756" y="11583"/>
                  <a:pt x="1872" y="11417"/>
                  <a:pt x="1742" y="11313"/>
                </a:cubicBezTo>
                <a:cubicBezTo>
                  <a:pt x="1151" y="10689"/>
                  <a:pt x="789" y="9933"/>
                  <a:pt x="625" y="9112"/>
                </a:cubicBezTo>
                <a:cubicBezTo>
                  <a:pt x="428" y="8159"/>
                  <a:pt x="329" y="7206"/>
                  <a:pt x="329" y="6253"/>
                </a:cubicBezTo>
                <a:cubicBezTo>
                  <a:pt x="329" y="4216"/>
                  <a:pt x="526" y="2211"/>
                  <a:pt x="855" y="207"/>
                </a:cubicBezTo>
                <a:cubicBezTo>
                  <a:pt x="875" y="85"/>
                  <a:pt x="770" y="1"/>
                  <a:pt x="67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4" name="Google Shape;1538;p11"/>
          <p:cNvSpPr/>
          <p:nvPr/>
        </p:nvSpPr>
        <p:spPr>
          <a:xfrm>
            <a:off x="8148240" y="4159800"/>
            <a:ext cx="33840" cy="251280"/>
          </a:xfrm>
          <a:custGeom>
            <a:avLst/>
            <a:gdLst>
              <a:gd name="textAreaLeft" fmla="*/ 0 w 33840"/>
              <a:gd name="textAreaRight" fmla="*/ 34200 w 33840"/>
              <a:gd name="textAreaTop" fmla="*/ 0 h 251280"/>
              <a:gd name="textAreaBottom" fmla="*/ 251640 h 251280"/>
            </a:gdLst>
            <a:ahLst/>
            <a:cxnLst/>
            <a:rect l="textAreaLeft" t="textAreaTop" r="textAreaRight" b="textAreaBottom"/>
            <a:pathLst>
              <a:path w="1619" h="11888">
                <a:moveTo>
                  <a:pt x="1052" y="0"/>
                </a:moveTo>
                <a:cubicBezTo>
                  <a:pt x="970" y="0"/>
                  <a:pt x="888" y="49"/>
                  <a:pt x="888" y="148"/>
                </a:cubicBezTo>
                <a:cubicBezTo>
                  <a:pt x="1019" y="4025"/>
                  <a:pt x="1" y="8002"/>
                  <a:pt x="1249" y="11781"/>
                </a:cubicBezTo>
                <a:cubicBezTo>
                  <a:pt x="1275" y="11856"/>
                  <a:pt x="1338" y="11888"/>
                  <a:pt x="1403" y="11888"/>
                </a:cubicBezTo>
                <a:cubicBezTo>
                  <a:pt x="1509" y="11888"/>
                  <a:pt x="1619" y="11804"/>
                  <a:pt x="1578" y="11682"/>
                </a:cubicBezTo>
                <a:cubicBezTo>
                  <a:pt x="329" y="7969"/>
                  <a:pt x="1348" y="3993"/>
                  <a:pt x="1217" y="148"/>
                </a:cubicBezTo>
                <a:cubicBezTo>
                  <a:pt x="1217" y="49"/>
                  <a:pt x="1134" y="0"/>
                  <a:pt x="105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5" name="Google Shape;1539;p11"/>
          <p:cNvSpPr/>
          <p:nvPr/>
        </p:nvSpPr>
        <p:spPr>
          <a:xfrm>
            <a:off x="8173080" y="4197960"/>
            <a:ext cx="22680" cy="204120"/>
          </a:xfrm>
          <a:custGeom>
            <a:avLst/>
            <a:gdLst>
              <a:gd name="textAreaLeft" fmla="*/ 0 w 22680"/>
              <a:gd name="textAreaRight" fmla="*/ 23040 w 22680"/>
              <a:gd name="textAreaTop" fmla="*/ 0 h 204120"/>
              <a:gd name="textAreaBottom" fmla="*/ 204480 h 204120"/>
            </a:gdLst>
            <a:ahLst/>
            <a:cxnLst/>
            <a:rect l="textAreaLeft" t="textAreaTop" r="textAreaRight" b="textAreaBottom"/>
            <a:pathLst>
              <a:path w="1086" h="9662">
                <a:moveTo>
                  <a:pt x="789" y="0"/>
                </a:moveTo>
                <a:cubicBezTo>
                  <a:pt x="707" y="0"/>
                  <a:pt x="625" y="50"/>
                  <a:pt x="625" y="148"/>
                </a:cubicBezTo>
                <a:cubicBezTo>
                  <a:pt x="756" y="1726"/>
                  <a:pt x="724" y="3270"/>
                  <a:pt x="592" y="4847"/>
                </a:cubicBezTo>
                <a:cubicBezTo>
                  <a:pt x="428" y="6392"/>
                  <a:pt x="1" y="7936"/>
                  <a:pt x="165" y="9513"/>
                </a:cubicBezTo>
                <a:cubicBezTo>
                  <a:pt x="181" y="9612"/>
                  <a:pt x="272" y="9661"/>
                  <a:pt x="354" y="9661"/>
                </a:cubicBezTo>
                <a:cubicBezTo>
                  <a:pt x="436" y="9661"/>
                  <a:pt x="510" y="9612"/>
                  <a:pt x="494" y="9513"/>
                </a:cubicBezTo>
                <a:cubicBezTo>
                  <a:pt x="296" y="7936"/>
                  <a:pt x="756" y="6392"/>
                  <a:pt x="921" y="4847"/>
                </a:cubicBezTo>
                <a:cubicBezTo>
                  <a:pt x="1052" y="3270"/>
                  <a:pt x="1085" y="1726"/>
                  <a:pt x="954" y="148"/>
                </a:cubicBezTo>
                <a:cubicBezTo>
                  <a:pt x="954" y="50"/>
                  <a:pt x="872" y="0"/>
                  <a:pt x="78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6" name="Google Shape;1540;p11"/>
          <p:cNvSpPr/>
          <p:nvPr/>
        </p:nvSpPr>
        <p:spPr>
          <a:xfrm>
            <a:off x="8178120" y="4090320"/>
            <a:ext cx="13320" cy="96840"/>
          </a:xfrm>
          <a:custGeom>
            <a:avLst/>
            <a:gdLst>
              <a:gd name="textAreaLeft" fmla="*/ 0 w 13320"/>
              <a:gd name="textAreaRight" fmla="*/ 13680 w 13320"/>
              <a:gd name="textAreaTop" fmla="*/ 0 h 96840"/>
              <a:gd name="textAreaBottom" fmla="*/ 97200 h 96840"/>
            </a:gdLst>
            <a:ahLst/>
            <a:cxnLst/>
            <a:rect l="textAreaLeft" t="textAreaTop" r="textAreaRight" b="textAreaBottom"/>
            <a:pathLst>
              <a:path w="646" h="4585">
                <a:moveTo>
                  <a:pt x="321" y="0"/>
                </a:moveTo>
                <a:cubicBezTo>
                  <a:pt x="239" y="0"/>
                  <a:pt x="149" y="58"/>
                  <a:pt x="132" y="173"/>
                </a:cubicBezTo>
                <a:cubicBezTo>
                  <a:pt x="1" y="1586"/>
                  <a:pt x="66" y="3032"/>
                  <a:pt x="329" y="4477"/>
                </a:cubicBezTo>
                <a:cubicBezTo>
                  <a:pt x="342" y="4553"/>
                  <a:pt x="393" y="4585"/>
                  <a:pt x="449" y="4585"/>
                </a:cubicBezTo>
                <a:cubicBezTo>
                  <a:pt x="540" y="4585"/>
                  <a:pt x="645" y="4501"/>
                  <a:pt x="625" y="4379"/>
                </a:cubicBezTo>
                <a:cubicBezTo>
                  <a:pt x="395" y="2999"/>
                  <a:pt x="329" y="1553"/>
                  <a:pt x="461" y="173"/>
                </a:cubicBezTo>
                <a:cubicBezTo>
                  <a:pt x="477" y="58"/>
                  <a:pt x="403" y="0"/>
                  <a:pt x="32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600" bIns="4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7" name="Google Shape;1541;p11"/>
          <p:cNvSpPr/>
          <p:nvPr/>
        </p:nvSpPr>
        <p:spPr>
          <a:xfrm>
            <a:off x="8165520" y="4020840"/>
            <a:ext cx="21240" cy="131400"/>
          </a:xfrm>
          <a:custGeom>
            <a:avLst/>
            <a:gdLst>
              <a:gd name="textAreaLeft" fmla="*/ 0 w 21240"/>
              <a:gd name="textAreaRight" fmla="*/ 21600 w 21240"/>
              <a:gd name="textAreaTop" fmla="*/ 0 h 131400"/>
              <a:gd name="textAreaBottom" fmla="*/ 131760 h 131400"/>
            </a:gdLst>
            <a:ahLst/>
            <a:cxnLst/>
            <a:rect l="textAreaLeft" t="textAreaTop" r="textAreaRight" b="textAreaBottom"/>
            <a:pathLst>
              <a:path w="1027" h="6229">
                <a:moveTo>
                  <a:pt x="819" y="1"/>
                </a:moveTo>
                <a:cubicBezTo>
                  <a:pt x="759" y="1"/>
                  <a:pt x="703" y="33"/>
                  <a:pt x="690" y="108"/>
                </a:cubicBezTo>
                <a:cubicBezTo>
                  <a:pt x="263" y="2080"/>
                  <a:pt x="33" y="4051"/>
                  <a:pt x="0" y="6056"/>
                </a:cubicBezTo>
                <a:cubicBezTo>
                  <a:pt x="0" y="6171"/>
                  <a:pt x="74" y="6228"/>
                  <a:pt x="148" y="6228"/>
                </a:cubicBezTo>
                <a:cubicBezTo>
                  <a:pt x="222" y="6228"/>
                  <a:pt x="296" y="6171"/>
                  <a:pt x="296" y="6056"/>
                </a:cubicBezTo>
                <a:cubicBezTo>
                  <a:pt x="362" y="4084"/>
                  <a:pt x="592" y="2145"/>
                  <a:pt x="986" y="207"/>
                </a:cubicBezTo>
                <a:cubicBezTo>
                  <a:pt x="1027" y="85"/>
                  <a:pt x="917" y="1"/>
                  <a:pt x="81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5880" bIns="65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8" name="Google Shape;1542;p11"/>
          <p:cNvSpPr/>
          <p:nvPr/>
        </p:nvSpPr>
        <p:spPr>
          <a:xfrm>
            <a:off x="8152200" y="4075920"/>
            <a:ext cx="14760" cy="76320"/>
          </a:xfrm>
          <a:custGeom>
            <a:avLst/>
            <a:gdLst>
              <a:gd name="textAreaLeft" fmla="*/ 0 w 14760"/>
              <a:gd name="textAreaRight" fmla="*/ 15120 w 14760"/>
              <a:gd name="textAreaTop" fmla="*/ 0 h 76320"/>
              <a:gd name="textAreaBottom" fmla="*/ 76680 h 76320"/>
            </a:gdLst>
            <a:ahLst/>
            <a:cxnLst/>
            <a:rect l="textAreaLeft" t="textAreaTop" r="textAreaRight" b="textAreaBottom"/>
            <a:pathLst>
              <a:path w="711" h="3626">
                <a:moveTo>
                  <a:pt x="506" y="1"/>
                </a:moveTo>
                <a:cubicBezTo>
                  <a:pt x="439" y="1"/>
                  <a:pt x="376" y="40"/>
                  <a:pt x="362" y="134"/>
                </a:cubicBezTo>
                <a:cubicBezTo>
                  <a:pt x="165" y="1218"/>
                  <a:pt x="34" y="2336"/>
                  <a:pt x="1" y="3453"/>
                </a:cubicBezTo>
                <a:cubicBezTo>
                  <a:pt x="1" y="3568"/>
                  <a:pt x="83" y="3625"/>
                  <a:pt x="165" y="3625"/>
                </a:cubicBezTo>
                <a:cubicBezTo>
                  <a:pt x="247" y="3625"/>
                  <a:pt x="330" y="3568"/>
                  <a:pt x="330" y="3453"/>
                </a:cubicBezTo>
                <a:cubicBezTo>
                  <a:pt x="362" y="2368"/>
                  <a:pt x="461" y="1284"/>
                  <a:pt x="691" y="200"/>
                </a:cubicBezTo>
                <a:cubicBezTo>
                  <a:pt x="710" y="83"/>
                  <a:pt x="603" y="1"/>
                  <a:pt x="50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160" bIns="38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9" name="Google Shape;1543;p11"/>
          <p:cNvSpPr/>
          <p:nvPr/>
        </p:nvSpPr>
        <p:spPr>
          <a:xfrm>
            <a:off x="8160840" y="3983760"/>
            <a:ext cx="21960" cy="87840"/>
          </a:xfrm>
          <a:custGeom>
            <a:avLst/>
            <a:gdLst>
              <a:gd name="textAreaLeft" fmla="*/ 0 w 21960"/>
              <a:gd name="textAreaRight" fmla="*/ 22320 w 21960"/>
              <a:gd name="textAreaTop" fmla="*/ 0 h 87840"/>
              <a:gd name="textAreaBottom" fmla="*/ 88200 h 87840"/>
            </a:gdLst>
            <a:ahLst/>
            <a:cxnLst/>
            <a:rect l="textAreaLeft" t="textAreaTop" r="textAreaRight" b="textAreaBottom"/>
            <a:pathLst>
              <a:path w="1059" h="4171">
                <a:moveTo>
                  <a:pt x="874" y="0"/>
                </a:moveTo>
                <a:cubicBezTo>
                  <a:pt x="807" y="0"/>
                  <a:pt x="739" y="37"/>
                  <a:pt x="711" y="119"/>
                </a:cubicBezTo>
                <a:cubicBezTo>
                  <a:pt x="481" y="1401"/>
                  <a:pt x="218" y="2683"/>
                  <a:pt x="21" y="3964"/>
                </a:cubicBezTo>
                <a:cubicBezTo>
                  <a:pt x="1" y="4086"/>
                  <a:pt x="119" y="4170"/>
                  <a:pt x="219" y="4170"/>
                </a:cubicBezTo>
                <a:cubicBezTo>
                  <a:pt x="281" y="4170"/>
                  <a:pt x="337" y="4138"/>
                  <a:pt x="350" y="4063"/>
                </a:cubicBezTo>
                <a:cubicBezTo>
                  <a:pt x="547" y="2748"/>
                  <a:pt x="777" y="1467"/>
                  <a:pt x="1040" y="185"/>
                </a:cubicBezTo>
                <a:cubicBezTo>
                  <a:pt x="1059" y="71"/>
                  <a:pt x="967" y="0"/>
                  <a:pt x="87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920" bIns="43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0" name="Google Shape;1544;p11"/>
          <p:cNvSpPr/>
          <p:nvPr/>
        </p:nvSpPr>
        <p:spPr>
          <a:xfrm>
            <a:off x="8168400" y="4224600"/>
            <a:ext cx="18000" cy="172800"/>
          </a:xfrm>
          <a:custGeom>
            <a:avLst/>
            <a:gdLst>
              <a:gd name="textAreaLeft" fmla="*/ 0 w 18000"/>
              <a:gd name="textAreaRight" fmla="*/ 18360 w 18000"/>
              <a:gd name="textAreaTop" fmla="*/ 0 h 172800"/>
              <a:gd name="textAreaBottom" fmla="*/ 173160 h 172800"/>
            </a:gdLst>
            <a:ahLst/>
            <a:cxnLst/>
            <a:rect l="textAreaLeft" t="textAreaTop" r="textAreaRight" b="textAreaBottom"/>
            <a:pathLst>
              <a:path w="875" h="8177">
                <a:moveTo>
                  <a:pt x="690" y="0"/>
                </a:moveTo>
                <a:cubicBezTo>
                  <a:pt x="629" y="0"/>
                  <a:pt x="573" y="37"/>
                  <a:pt x="559" y="117"/>
                </a:cubicBezTo>
                <a:cubicBezTo>
                  <a:pt x="329" y="1432"/>
                  <a:pt x="198" y="2779"/>
                  <a:pt x="132" y="4126"/>
                </a:cubicBezTo>
                <a:cubicBezTo>
                  <a:pt x="1" y="5440"/>
                  <a:pt x="66" y="6755"/>
                  <a:pt x="296" y="8069"/>
                </a:cubicBezTo>
                <a:cubicBezTo>
                  <a:pt x="309" y="8145"/>
                  <a:pt x="365" y="8177"/>
                  <a:pt x="427" y="8177"/>
                </a:cubicBezTo>
                <a:cubicBezTo>
                  <a:pt x="528" y="8177"/>
                  <a:pt x="645" y="8093"/>
                  <a:pt x="625" y="7971"/>
                </a:cubicBezTo>
                <a:lnTo>
                  <a:pt x="592" y="7971"/>
                </a:lnTo>
                <a:cubicBezTo>
                  <a:pt x="362" y="6689"/>
                  <a:pt x="329" y="5408"/>
                  <a:pt x="461" y="4126"/>
                </a:cubicBezTo>
                <a:cubicBezTo>
                  <a:pt x="494" y="2812"/>
                  <a:pt x="658" y="1497"/>
                  <a:pt x="855" y="216"/>
                </a:cubicBezTo>
                <a:cubicBezTo>
                  <a:pt x="875" y="79"/>
                  <a:pt x="778" y="0"/>
                  <a:pt x="69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0" bIns="86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1" name="Google Shape;1545;p11"/>
          <p:cNvSpPr/>
          <p:nvPr/>
        </p:nvSpPr>
        <p:spPr>
          <a:xfrm>
            <a:off x="8148960" y="4234320"/>
            <a:ext cx="31680" cy="170280"/>
          </a:xfrm>
          <a:custGeom>
            <a:avLst/>
            <a:gdLst>
              <a:gd name="textAreaLeft" fmla="*/ 0 w 31680"/>
              <a:gd name="textAreaRight" fmla="*/ 32040 w 31680"/>
              <a:gd name="textAreaTop" fmla="*/ 0 h 170280"/>
              <a:gd name="textAreaBottom" fmla="*/ 170640 h 170280"/>
            </a:gdLst>
            <a:ahLst/>
            <a:cxnLst/>
            <a:rect l="textAreaLeft" t="textAreaTop" r="textAreaRight" b="textAreaBottom"/>
            <a:pathLst>
              <a:path w="1518" h="8055">
                <a:moveTo>
                  <a:pt x="518" y="0"/>
                </a:moveTo>
                <a:cubicBezTo>
                  <a:pt x="436" y="0"/>
                  <a:pt x="346" y="49"/>
                  <a:pt x="329" y="148"/>
                </a:cubicBezTo>
                <a:cubicBezTo>
                  <a:pt x="1" y="2777"/>
                  <a:pt x="296" y="5439"/>
                  <a:pt x="1151" y="7936"/>
                </a:cubicBezTo>
                <a:cubicBezTo>
                  <a:pt x="1178" y="8018"/>
                  <a:pt x="1252" y="8055"/>
                  <a:pt x="1323" y="8055"/>
                </a:cubicBezTo>
                <a:cubicBezTo>
                  <a:pt x="1423" y="8055"/>
                  <a:pt x="1518" y="7985"/>
                  <a:pt x="1479" y="7870"/>
                </a:cubicBezTo>
                <a:cubicBezTo>
                  <a:pt x="625" y="5406"/>
                  <a:pt x="329" y="2744"/>
                  <a:pt x="658" y="148"/>
                </a:cubicBezTo>
                <a:cubicBezTo>
                  <a:pt x="674" y="49"/>
                  <a:pt x="600" y="0"/>
                  <a:pt x="51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2" name="Google Shape;1546;p11"/>
          <p:cNvSpPr/>
          <p:nvPr/>
        </p:nvSpPr>
        <p:spPr>
          <a:xfrm>
            <a:off x="7830360" y="4177800"/>
            <a:ext cx="142200" cy="526320"/>
          </a:xfrm>
          <a:custGeom>
            <a:avLst/>
            <a:gdLst>
              <a:gd name="textAreaLeft" fmla="*/ 0 w 142200"/>
              <a:gd name="textAreaRight" fmla="*/ 142560 w 142200"/>
              <a:gd name="textAreaTop" fmla="*/ 0 h 526320"/>
              <a:gd name="textAreaBottom" fmla="*/ 526680 h 526320"/>
            </a:gdLst>
            <a:ahLst/>
            <a:cxnLst/>
            <a:rect l="textAreaLeft" t="textAreaTop" r="textAreaRight" b="textAreaBottom"/>
            <a:pathLst>
              <a:path w="6738" h="24883">
                <a:moveTo>
                  <a:pt x="224" y="0"/>
                </a:moveTo>
                <a:cubicBezTo>
                  <a:pt x="108" y="0"/>
                  <a:pt x="1" y="162"/>
                  <a:pt x="100" y="287"/>
                </a:cubicBezTo>
                <a:cubicBezTo>
                  <a:pt x="1119" y="1601"/>
                  <a:pt x="2039" y="3014"/>
                  <a:pt x="2795" y="4526"/>
                </a:cubicBezTo>
                <a:cubicBezTo>
                  <a:pt x="3649" y="5972"/>
                  <a:pt x="4405" y="7516"/>
                  <a:pt x="5095" y="9093"/>
                </a:cubicBezTo>
                <a:cubicBezTo>
                  <a:pt x="6377" y="12215"/>
                  <a:pt x="6541" y="15600"/>
                  <a:pt x="6245" y="18951"/>
                </a:cubicBezTo>
                <a:cubicBezTo>
                  <a:pt x="6179" y="19904"/>
                  <a:pt x="6048" y="20857"/>
                  <a:pt x="5884" y="21810"/>
                </a:cubicBezTo>
                <a:cubicBezTo>
                  <a:pt x="5686" y="22763"/>
                  <a:pt x="5621" y="23749"/>
                  <a:pt x="5686" y="24735"/>
                </a:cubicBezTo>
                <a:cubicBezTo>
                  <a:pt x="5703" y="24833"/>
                  <a:pt x="5793" y="24883"/>
                  <a:pt x="5875" y="24883"/>
                </a:cubicBezTo>
                <a:cubicBezTo>
                  <a:pt x="5958" y="24883"/>
                  <a:pt x="6031" y="24833"/>
                  <a:pt x="6015" y="24735"/>
                </a:cubicBezTo>
                <a:lnTo>
                  <a:pt x="6015" y="24702"/>
                </a:lnTo>
                <a:cubicBezTo>
                  <a:pt x="5949" y="23782"/>
                  <a:pt x="5982" y="22862"/>
                  <a:pt x="6179" y="21975"/>
                </a:cubicBezTo>
                <a:cubicBezTo>
                  <a:pt x="6311" y="21153"/>
                  <a:pt x="6442" y="20332"/>
                  <a:pt x="6508" y="19510"/>
                </a:cubicBezTo>
                <a:cubicBezTo>
                  <a:pt x="6705" y="17801"/>
                  <a:pt x="6738" y="16093"/>
                  <a:pt x="6639" y="14384"/>
                </a:cubicBezTo>
                <a:cubicBezTo>
                  <a:pt x="6508" y="12708"/>
                  <a:pt x="6179" y="11065"/>
                  <a:pt x="5588" y="9488"/>
                </a:cubicBezTo>
                <a:cubicBezTo>
                  <a:pt x="4964" y="7910"/>
                  <a:pt x="4208" y="6333"/>
                  <a:pt x="3353" y="4854"/>
                </a:cubicBezTo>
                <a:cubicBezTo>
                  <a:pt x="2499" y="3146"/>
                  <a:pt x="1480" y="1568"/>
                  <a:pt x="330" y="57"/>
                </a:cubicBezTo>
                <a:cubicBezTo>
                  <a:pt x="298" y="17"/>
                  <a:pt x="261" y="0"/>
                  <a:pt x="22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3" name="Google Shape;1547;p11"/>
          <p:cNvSpPr/>
          <p:nvPr/>
        </p:nvSpPr>
        <p:spPr>
          <a:xfrm>
            <a:off x="7769880" y="3885480"/>
            <a:ext cx="51480" cy="279360"/>
          </a:xfrm>
          <a:custGeom>
            <a:avLst/>
            <a:gdLst>
              <a:gd name="textAreaLeft" fmla="*/ 0 w 51480"/>
              <a:gd name="textAreaRight" fmla="*/ 51840 w 51480"/>
              <a:gd name="textAreaTop" fmla="*/ 0 h 279360"/>
              <a:gd name="textAreaBottom" fmla="*/ 279720 h 279360"/>
            </a:gdLst>
            <a:ahLst/>
            <a:cxnLst/>
            <a:rect l="textAreaLeft" t="textAreaTop" r="textAreaRight" b="textAreaBottom"/>
            <a:pathLst>
              <a:path w="2441" h="13212">
                <a:moveTo>
                  <a:pt x="198" y="1"/>
                </a:moveTo>
                <a:cubicBezTo>
                  <a:pt x="124" y="1"/>
                  <a:pt x="50" y="42"/>
                  <a:pt x="34" y="124"/>
                </a:cubicBezTo>
                <a:cubicBezTo>
                  <a:pt x="1" y="3542"/>
                  <a:pt x="428" y="6959"/>
                  <a:pt x="1282" y="10311"/>
                </a:cubicBezTo>
                <a:cubicBezTo>
                  <a:pt x="1512" y="11231"/>
                  <a:pt x="1775" y="12184"/>
                  <a:pt x="2104" y="13104"/>
                </a:cubicBezTo>
                <a:cubicBezTo>
                  <a:pt x="2129" y="13179"/>
                  <a:pt x="2188" y="13211"/>
                  <a:pt x="2247" y="13211"/>
                </a:cubicBezTo>
                <a:cubicBezTo>
                  <a:pt x="2343" y="13211"/>
                  <a:pt x="2440" y="13127"/>
                  <a:pt x="2400" y="13005"/>
                </a:cubicBezTo>
                <a:cubicBezTo>
                  <a:pt x="1315" y="9785"/>
                  <a:pt x="658" y="6400"/>
                  <a:pt x="428" y="3016"/>
                </a:cubicBezTo>
                <a:cubicBezTo>
                  <a:pt x="395" y="2063"/>
                  <a:pt x="362" y="1077"/>
                  <a:pt x="362" y="124"/>
                </a:cubicBezTo>
                <a:cubicBezTo>
                  <a:pt x="346" y="42"/>
                  <a:pt x="272" y="1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4" name="Google Shape;1548;p11"/>
          <p:cNvSpPr/>
          <p:nvPr/>
        </p:nvSpPr>
        <p:spPr>
          <a:xfrm>
            <a:off x="7676640" y="3997800"/>
            <a:ext cx="230040" cy="376920"/>
          </a:xfrm>
          <a:custGeom>
            <a:avLst/>
            <a:gdLst>
              <a:gd name="textAreaLeft" fmla="*/ 0 w 230040"/>
              <a:gd name="textAreaRight" fmla="*/ 230400 w 230040"/>
              <a:gd name="textAreaTop" fmla="*/ 0 h 376920"/>
              <a:gd name="textAreaBottom" fmla="*/ 377280 h 376920"/>
            </a:gdLst>
            <a:ahLst/>
            <a:cxnLst/>
            <a:rect l="textAreaLeft" t="textAreaTop" r="textAreaRight" b="textAreaBottom"/>
            <a:pathLst>
              <a:path w="10881" h="17831">
                <a:moveTo>
                  <a:pt x="2027" y="0"/>
                </a:moveTo>
                <a:cubicBezTo>
                  <a:pt x="1962" y="0"/>
                  <a:pt x="1899" y="32"/>
                  <a:pt x="1874" y="108"/>
                </a:cubicBezTo>
                <a:cubicBezTo>
                  <a:pt x="1282" y="1948"/>
                  <a:pt x="559" y="3821"/>
                  <a:pt x="263" y="5760"/>
                </a:cubicBezTo>
                <a:cubicBezTo>
                  <a:pt x="1" y="7337"/>
                  <a:pt x="198" y="8980"/>
                  <a:pt x="789" y="10459"/>
                </a:cubicBezTo>
                <a:cubicBezTo>
                  <a:pt x="1381" y="11905"/>
                  <a:pt x="2465" y="13087"/>
                  <a:pt x="3812" y="13843"/>
                </a:cubicBezTo>
                <a:cubicBezTo>
                  <a:pt x="4568" y="14238"/>
                  <a:pt x="5357" y="14599"/>
                  <a:pt x="6080" y="15059"/>
                </a:cubicBezTo>
                <a:cubicBezTo>
                  <a:pt x="6803" y="15486"/>
                  <a:pt x="7427" y="16078"/>
                  <a:pt x="7887" y="16801"/>
                </a:cubicBezTo>
                <a:cubicBezTo>
                  <a:pt x="8084" y="17129"/>
                  <a:pt x="8248" y="17622"/>
                  <a:pt x="8610" y="17786"/>
                </a:cubicBezTo>
                <a:cubicBezTo>
                  <a:pt x="8677" y="17817"/>
                  <a:pt x="8739" y="17830"/>
                  <a:pt x="8797" y="17830"/>
                </a:cubicBezTo>
                <a:cubicBezTo>
                  <a:pt x="9051" y="17830"/>
                  <a:pt x="9214" y="17568"/>
                  <a:pt x="9267" y="17326"/>
                </a:cubicBezTo>
                <a:cubicBezTo>
                  <a:pt x="9399" y="16439"/>
                  <a:pt x="9924" y="15651"/>
                  <a:pt x="10713" y="15191"/>
                </a:cubicBezTo>
                <a:cubicBezTo>
                  <a:pt x="10880" y="15079"/>
                  <a:pt x="10787" y="14873"/>
                  <a:pt x="10635" y="14873"/>
                </a:cubicBezTo>
                <a:cubicBezTo>
                  <a:pt x="10608" y="14873"/>
                  <a:pt x="10579" y="14880"/>
                  <a:pt x="10549" y="14895"/>
                </a:cubicBezTo>
                <a:cubicBezTo>
                  <a:pt x="9957" y="15256"/>
                  <a:pt x="9464" y="15782"/>
                  <a:pt x="9201" y="16406"/>
                </a:cubicBezTo>
                <a:cubicBezTo>
                  <a:pt x="9136" y="16538"/>
                  <a:pt x="9070" y="16702"/>
                  <a:pt x="9037" y="16866"/>
                </a:cubicBezTo>
                <a:cubicBezTo>
                  <a:pt x="9004" y="17031"/>
                  <a:pt x="8971" y="17195"/>
                  <a:pt x="8906" y="17359"/>
                </a:cubicBezTo>
                <a:cubicBezTo>
                  <a:pt x="8871" y="17447"/>
                  <a:pt x="8826" y="17481"/>
                  <a:pt x="8779" y="17481"/>
                </a:cubicBezTo>
                <a:cubicBezTo>
                  <a:pt x="8648" y="17481"/>
                  <a:pt x="8494" y="17226"/>
                  <a:pt x="8446" y="17129"/>
                </a:cubicBezTo>
                <a:cubicBezTo>
                  <a:pt x="8380" y="16965"/>
                  <a:pt x="8248" y="16768"/>
                  <a:pt x="8150" y="16604"/>
                </a:cubicBezTo>
                <a:cubicBezTo>
                  <a:pt x="7756" y="15979"/>
                  <a:pt x="7197" y="15421"/>
                  <a:pt x="6573" y="14993"/>
                </a:cubicBezTo>
                <a:cubicBezTo>
                  <a:pt x="5915" y="14566"/>
                  <a:pt x="5192" y="14172"/>
                  <a:pt x="4470" y="13810"/>
                </a:cubicBezTo>
                <a:cubicBezTo>
                  <a:pt x="3747" y="13482"/>
                  <a:pt x="3122" y="13022"/>
                  <a:pt x="2531" y="12496"/>
                </a:cubicBezTo>
                <a:cubicBezTo>
                  <a:pt x="2005" y="11970"/>
                  <a:pt x="1578" y="11379"/>
                  <a:pt x="1282" y="10689"/>
                </a:cubicBezTo>
                <a:cubicBezTo>
                  <a:pt x="625" y="9309"/>
                  <a:pt x="362" y="7764"/>
                  <a:pt x="526" y="6220"/>
                </a:cubicBezTo>
                <a:cubicBezTo>
                  <a:pt x="756" y="4149"/>
                  <a:pt x="1545" y="2178"/>
                  <a:pt x="2202" y="206"/>
                </a:cubicBezTo>
                <a:cubicBezTo>
                  <a:pt x="2243" y="84"/>
                  <a:pt x="2133" y="0"/>
                  <a:pt x="202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5" name="Google Shape;1549;p11"/>
          <p:cNvSpPr/>
          <p:nvPr/>
        </p:nvSpPr>
        <p:spPr>
          <a:xfrm>
            <a:off x="7885800" y="4321440"/>
            <a:ext cx="39240" cy="40320"/>
          </a:xfrm>
          <a:custGeom>
            <a:avLst/>
            <a:gdLst>
              <a:gd name="textAreaLeft" fmla="*/ 0 w 39240"/>
              <a:gd name="textAreaRight" fmla="*/ 39600 w 39240"/>
              <a:gd name="textAreaTop" fmla="*/ 0 h 40320"/>
              <a:gd name="textAreaBottom" fmla="*/ 40680 h 40320"/>
            </a:gdLst>
            <a:ahLst/>
            <a:cxnLst/>
            <a:rect l="textAreaLeft" t="textAreaTop" r="textAreaRight" b="textAreaBottom"/>
            <a:pathLst>
              <a:path w="1872" h="1922">
                <a:moveTo>
                  <a:pt x="1620" y="1"/>
                </a:moveTo>
                <a:cubicBezTo>
                  <a:pt x="1584" y="1"/>
                  <a:pt x="1547" y="12"/>
                  <a:pt x="1512" y="40"/>
                </a:cubicBezTo>
                <a:cubicBezTo>
                  <a:pt x="1282" y="336"/>
                  <a:pt x="1118" y="697"/>
                  <a:pt x="1085" y="1059"/>
                </a:cubicBezTo>
                <a:cubicBezTo>
                  <a:pt x="1053" y="1251"/>
                  <a:pt x="958" y="1412"/>
                  <a:pt x="892" y="1542"/>
                </a:cubicBezTo>
                <a:lnTo>
                  <a:pt x="892" y="1542"/>
                </a:lnTo>
                <a:lnTo>
                  <a:pt x="855" y="1486"/>
                </a:lnTo>
                <a:lnTo>
                  <a:pt x="691" y="1124"/>
                </a:lnTo>
                <a:lnTo>
                  <a:pt x="362" y="270"/>
                </a:lnTo>
                <a:cubicBezTo>
                  <a:pt x="329" y="171"/>
                  <a:pt x="230" y="139"/>
                  <a:pt x="165" y="139"/>
                </a:cubicBezTo>
                <a:cubicBezTo>
                  <a:pt x="66" y="171"/>
                  <a:pt x="0" y="270"/>
                  <a:pt x="33" y="336"/>
                </a:cubicBezTo>
                <a:lnTo>
                  <a:pt x="33" y="369"/>
                </a:lnTo>
                <a:lnTo>
                  <a:pt x="395" y="1223"/>
                </a:lnTo>
                <a:lnTo>
                  <a:pt x="559" y="1617"/>
                </a:lnTo>
                <a:cubicBezTo>
                  <a:pt x="592" y="1749"/>
                  <a:pt x="658" y="1880"/>
                  <a:pt x="789" y="1913"/>
                </a:cubicBezTo>
                <a:cubicBezTo>
                  <a:pt x="812" y="1919"/>
                  <a:pt x="835" y="1922"/>
                  <a:pt x="857" y="1922"/>
                </a:cubicBezTo>
                <a:cubicBezTo>
                  <a:pt x="1080" y="1922"/>
                  <a:pt x="1222" y="1633"/>
                  <a:pt x="1282" y="1453"/>
                </a:cubicBezTo>
                <a:cubicBezTo>
                  <a:pt x="1348" y="1256"/>
                  <a:pt x="1413" y="1059"/>
                  <a:pt x="1446" y="861"/>
                </a:cubicBezTo>
                <a:cubicBezTo>
                  <a:pt x="1479" y="631"/>
                  <a:pt x="1578" y="434"/>
                  <a:pt x="1742" y="270"/>
                </a:cubicBezTo>
                <a:cubicBezTo>
                  <a:pt x="1872" y="166"/>
                  <a:pt x="1755" y="1"/>
                  <a:pt x="162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6" name="Google Shape;1550;p11"/>
          <p:cNvSpPr/>
          <p:nvPr/>
        </p:nvSpPr>
        <p:spPr>
          <a:xfrm>
            <a:off x="7248960" y="4053960"/>
            <a:ext cx="559080" cy="262080"/>
          </a:xfrm>
          <a:custGeom>
            <a:avLst/>
            <a:gdLst>
              <a:gd name="textAreaLeft" fmla="*/ 0 w 559080"/>
              <a:gd name="textAreaRight" fmla="*/ 559440 w 559080"/>
              <a:gd name="textAreaTop" fmla="*/ 0 h 262080"/>
              <a:gd name="textAreaBottom" fmla="*/ 262440 h 262080"/>
            </a:gdLst>
            <a:ahLst/>
            <a:cxnLst/>
            <a:rect l="textAreaLeft" t="textAreaTop" r="textAreaRight" b="textAreaBottom"/>
            <a:pathLst>
              <a:path w="26424" h="12401">
                <a:moveTo>
                  <a:pt x="203" y="0"/>
                </a:moveTo>
                <a:cubicBezTo>
                  <a:pt x="101" y="0"/>
                  <a:pt x="0" y="120"/>
                  <a:pt x="67" y="254"/>
                </a:cubicBezTo>
                <a:cubicBezTo>
                  <a:pt x="1645" y="3704"/>
                  <a:pt x="2959" y="7845"/>
                  <a:pt x="6639" y="9685"/>
                </a:cubicBezTo>
                <a:cubicBezTo>
                  <a:pt x="8447" y="10605"/>
                  <a:pt x="10583" y="10966"/>
                  <a:pt x="12620" y="11196"/>
                </a:cubicBezTo>
                <a:cubicBezTo>
                  <a:pt x="14723" y="11459"/>
                  <a:pt x="16859" y="11492"/>
                  <a:pt x="18995" y="11525"/>
                </a:cubicBezTo>
                <a:cubicBezTo>
                  <a:pt x="20211" y="11558"/>
                  <a:pt x="21394" y="11591"/>
                  <a:pt x="22576" y="11689"/>
                </a:cubicBezTo>
                <a:cubicBezTo>
                  <a:pt x="23759" y="11755"/>
                  <a:pt x="25008" y="11853"/>
                  <a:pt x="26093" y="12379"/>
                </a:cubicBezTo>
                <a:cubicBezTo>
                  <a:pt x="26123" y="12394"/>
                  <a:pt x="26152" y="12401"/>
                  <a:pt x="26180" y="12401"/>
                </a:cubicBezTo>
                <a:cubicBezTo>
                  <a:pt x="26332" y="12401"/>
                  <a:pt x="26424" y="12200"/>
                  <a:pt x="26257" y="12116"/>
                </a:cubicBezTo>
                <a:cubicBezTo>
                  <a:pt x="25337" y="11689"/>
                  <a:pt x="24384" y="11459"/>
                  <a:pt x="23431" y="11426"/>
                </a:cubicBezTo>
                <a:cubicBezTo>
                  <a:pt x="22346" y="11328"/>
                  <a:pt x="21295" y="11295"/>
                  <a:pt x="20243" y="11262"/>
                </a:cubicBezTo>
                <a:cubicBezTo>
                  <a:pt x="18140" y="11163"/>
                  <a:pt x="16037" y="11163"/>
                  <a:pt x="13934" y="10999"/>
                </a:cubicBezTo>
                <a:cubicBezTo>
                  <a:pt x="11831" y="10901"/>
                  <a:pt x="9761" y="10473"/>
                  <a:pt x="7757" y="9816"/>
                </a:cubicBezTo>
                <a:cubicBezTo>
                  <a:pt x="5949" y="9126"/>
                  <a:pt x="4438" y="7877"/>
                  <a:pt x="3386" y="6234"/>
                </a:cubicBezTo>
                <a:cubicBezTo>
                  <a:pt x="2072" y="4361"/>
                  <a:pt x="1283" y="2160"/>
                  <a:pt x="330" y="89"/>
                </a:cubicBezTo>
                <a:cubicBezTo>
                  <a:pt x="299" y="27"/>
                  <a:pt x="251" y="0"/>
                  <a:pt x="2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7" name="Google Shape;1551;p11"/>
          <p:cNvSpPr/>
          <p:nvPr/>
        </p:nvSpPr>
        <p:spPr>
          <a:xfrm>
            <a:off x="7557840" y="4287240"/>
            <a:ext cx="50400" cy="438120"/>
          </a:xfrm>
          <a:custGeom>
            <a:avLst/>
            <a:gdLst>
              <a:gd name="textAreaLeft" fmla="*/ 0 w 50400"/>
              <a:gd name="textAreaRight" fmla="*/ 50760 w 50400"/>
              <a:gd name="textAreaTop" fmla="*/ 0 h 438120"/>
              <a:gd name="textAreaBottom" fmla="*/ 438480 h 438120"/>
            </a:gdLst>
            <a:ahLst/>
            <a:cxnLst/>
            <a:rect l="textAreaLeft" t="textAreaTop" r="textAreaRight" b="textAreaBottom"/>
            <a:pathLst>
              <a:path w="2400" h="20720">
                <a:moveTo>
                  <a:pt x="1873" y="1"/>
                </a:moveTo>
                <a:cubicBezTo>
                  <a:pt x="1791" y="1"/>
                  <a:pt x="1709" y="58"/>
                  <a:pt x="1709" y="173"/>
                </a:cubicBezTo>
                <a:cubicBezTo>
                  <a:pt x="1873" y="2999"/>
                  <a:pt x="1052" y="5760"/>
                  <a:pt x="625" y="8553"/>
                </a:cubicBezTo>
                <a:cubicBezTo>
                  <a:pt x="198" y="11149"/>
                  <a:pt x="0" y="13876"/>
                  <a:pt x="789" y="16439"/>
                </a:cubicBezTo>
                <a:cubicBezTo>
                  <a:pt x="1183" y="17819"/>
                  <a:pt x="1939" y="19101"/>
                  <a:pt x="2071" y="20547"/>
                </a:cubicBezTo>
                <a:cubicBezTo>
                  <a:pt x="2071" y="20662"/>
                  <a:pt x="2153" y="20719"/>
                  <a:pt x="2235" y="20719"/>
                </a:cubicBezTo>
                <a:cubicBezTo>
                  <a:pt x="2317" y="20719"/>
                  <a:pt x="2399" y="20662"/>
                  <a:pt x="2399" y="20547"/>
                </a:cubicBezTo>
                <a:cubicBezTo>
                  <a:pt x="2268" y="19298"/>
                  <a:pt x="1742" y="18148"/>
                  <a:pt x="1315" y="16965"/>
                </a:cubicBezTo>
                <a:cubicBezTo>
                  <a:pt x="855" y="15716"/>
                  <a:pt x="592" y="14402"/>
                  <a:pt x="559" y="13054"/>
                </a:cubicBezTo>
                <a:cubicBezTo>
                  <a:pt x="493" y="10261"/>
                  <a:pt x="1118" y="7534"/>
                  <a:pt x="1643" y="4807"/>
                </a:cubicBezTo>
                <a:cubicBezTo>
                  <a:pt x="1972" y="3262"/>
                  <a:pt x="2104" y="1718"/>
                  <a:pt x="2038" y="173"/>
                </a:cubicBezTo>
                <a:cubicBezTo>
                  <a:pt x="2038" y="58"/>
                  <a:pt x="1956" y="1"/>
                  <a:pt x="187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8" name="Google Shape;1552;p11"/>
          <p:cNvSpPr/>
          <p:nvPr/>
        </p:nvSpPr>
        <p:spPr>
          <a:xfrm>
            <a:off x="7388640" y="4686840"/>
            <a:ext cx="133200" cy="57240"/>
          </a:xfrm>
          <a:custGeom>
            <a:avLst/>
            <a:gdLst>
              <a:gd name="textAreaLeft" fmla="*/ 0 w 133200"/>
              <a:gd name="textAreaRight" fmla="*/ 133560 w 133200"/>
              <a:gd name="textAreaTop" fmla="*/ 0 h 57240"/>
              <a:gd name="textAreaBottom" fmla="*/ 57600 h 57240"/>
            </a:gdLst>
            <a:ahLst/>
            <a:cxnLst/>
            <a:rect l="textAreaLeft" t="textAreaTop" r="textAreaRight" b="textAreaBottom"/>
            <a:pathLst>
              <a:path w="6304" h="2722">
                <a:moveTo>
                  <a:pt x="6106" y="0"/>
                </a:moveTo>
                <a:cubicBezTo>
                  <a:pt x="6085" y="0"/>
                  <a:pt x="6065" y="6"/>
                  <a:pt x="6047" y="18"/>
                </a:cubicBezTo>
                <a:cubicBezTo>
                  <a:pt x="5718" y="215"/>
                  <a:pt x="5488" y="511"/>
                  <a:pt x="5324" y="839"/>
                </a:cubicBezTo>
                <a:cubicBezTo>
                  <a:pt x="5133" y="1193"/>
                  <a:pt x="4965" y="1547"/>
                  <a:pt x="4782" y="1901"/>
                </a:cubicBezTo>
                <a:lnTo>
                  <a:pt x="4782" y="1901"/>
                </a:lnTo>
                <a:cubicBezTo>
                  <a:pt x="4749" y="1826"/>
                  <a:pt x="4732" y="1743"/>
                  <a:pt x="4732" y="1661"/>
                </a:cubicBezTo>
                <a:cubicBezTo>
                  <a:pt x="4732" y="1532"/>
                  <a:pt x="4640" y="1465"/>
                  <a:pt x="4553" y="1465"/>
                </a:cubicBezTo>
                <a:cubicBezTo>
                  <a:pt x="4484" y="1465"/>
                  <a:pt x="4418" y="1508"/>
                  <a:pt x="4404" y="1595"/>
                </a:cubicBezTo>
                <a:cubicBezTo>
                  <a:pt x="4397" y="1620"/>
                  <a:pt x="4390" y="1646"/>
                  <a:pt x="4381" y="1672"/>
                </a:cubicBezTo>
                <a:lnTo>
                  <a:pt x="4381" y="1672"/>
                </a:lnTo>
                <a:cubicBezTo>
                  <a:pt x="4374" y="1637"/>
                  <a:pt x="4371" y="1600"/>
                  <a:pt x="4371" y="1562"/>
                </a:cubicBezTo>
                <a:cubicBezTo>
                  <a:pt x="4371" y="1469"/>
                  <a:pt x="4276" y="1408"/>
                  <a:pt x="4188" y="1408"/>
                </a:cubicBezTo>
                <a:cubicBezTo>
                  <a:pt x="4143" y="1408"/>
                  <a:pt x="4099" y="1424"/>
                  <a:pt x="4071" y="1460"/>
                </a:cubicBezTo>
                <a:lnTo>
                  <a:pt x="4071" y="1460"/>
                </a:lnTo>
                <a:cubicBezTo>
                  <a:pt x="4053" y="1386"/>
                  <a:pt x="3982" y="1348"/>
                  <a:pt x="3911" y="1348"/>
                </a:cubicBezTo>
                <a:cubicBezTo>
                  <a:pt x="3851" y="1348"/>
                  <a:pt x="3792" y="1374"/>
                  <a:pt x="3764" y="1426"/>
                </a:cubicBezTo>
                <a:lnTo>
                  <a:pt x="3764" y="1426"/>
                </a:lnTo>
                <a:cubicBezTo>
                  <a:pt x="3644" y="1103"/>
                  <a:pt x="3572" y="757"/>
                  <a:pt x="3549" y="412"/>
                </a:cubicBezTo>
                <a:cubicBezTo>
                  <a:pt x="3549" y="305"/>
                  <a:pt x="3472" y="247"/>
                  <a:pt x="3396" y="247"/>
                </a:cubicBezTo>
                <a:cubicBezTo>
                  <a:pt x="3332" y="247"/>
                  <a:pt x="3269" y="289"/>
                  <a:pt x="3254" y="379"/>
                </a:cubicBezTo>
                <a:cubicBezTo>
                  <a:pt x="3249" y="391"/>
                  <a:pt x="3245" y="404"/>
                  <a:pt x="3241" y="416"/>
                </a:cubicBezTo>
                <a:lnTo>
                  <a:pt x="3241" y="416"/>
                </a:lnTo>
                <a:lnTo>
                  <a:pt x="3221" y="412"/>
                </a:lnTo>
                <a:lnTo>
                  <a:pt x="3221" y="412"/>
                </a:lnTo>
                <a:cubicBezTo>
                  <a:pt x="3222" y="430"/>
                  <a:pt x="3223" y="447"/>
                  <a:pt x="3224" y="465"/>
                </a:cubicBezTo>
                <a:lnTo>
                  <a:pt x="3224" y="465"/>
                </a:lnTo>
                <a:cubicBezTo>
                  <a:pt x="3096" y="847"/>
                  <a:pt x="3014" y="1230"/>
                  <a:pt x="2979" y="1624"/>
                </a:cubicBezTo>
                <a:lnTo>
                  <a:pt x="2979" y="1624"/>
                </a:lnTo>
                <a:cubicBezTo>
                  <a:pt x="2657" y="1218"/>
                  <a:pt x="2360" y="776"/>
                  <a:pt x="2103" y="313"/>
                </a:cubicBezTo>
                <a:cubicBezTo>
                  <a:pt x="2080" y="256"/>
                  <a:pt x="2029" y="230"/>
                  <a:pt x="1975" y="230"/>
                </a:cubicBezTo>
                <a:cubicBezTo>
                  <a:pt x="1875" y="230"/>
                  <a:pt x="1765" y="317"/>
                  <a:pt x="1808" y="445"/>
                </a:cubicBezTo>
                <a:cubicBezTo>
                  <a:pt x="1811" y="454"/>
                  <a:pt x="1814" y="464"/>
                  <a:pt x="1817" y="473"/>
                </a:cubicBezTo>
                <a:lnTo>
                  <a:pt x="1817" y="473"/>
                </a:lnTo>
                <a:lnTo>
                  <a:pt x="1808" y="478"/>
                </a:lnTo>
                <a:cubicBezTo>
                  <a:pt x="1816" y="492"/>
                  <a:pt x="1824" y="506"/>
                  <a:pt x="1833" y="521"/>
                </a:cubicBezTo>
                <a:lnTo>
                  <a:pt x="1833" y="521"/>
                </a:lnTo>
                <a:cubicBezTo>
                  <a:pt x="1954" y="892"/>
                  <a:pt x="2055" y="1264"/>
                  <a:pt x="2123" y="1652"/>
                </a:cubicBezTo>
                <a:lnTo>
                  <a:pt x="2123" y="1652"/>
                </a:lnTo>
                <a:cubicBezTo>
                  <a:pt x="2082" y="1632"/>
                  <a:pt x="2042" y="1614"/>
                  <a:pt x="2005" y="1595"/>
                </a:cubicBezTo>
                <a:cubicBezTo>
                  <a:pt x="1987" y="1589"/>
                  <a:pt x="1971" y="1586"/>
                  <a:pt x="1956" y="1586"/>
                </a:cubicBezTo>
                <a:cubicBezTo>
                  <a:pt x="1884" y="1586"/>
                  <a:pt x="1835" y="1645"/>
                  <a:pt x="1808" y="1726"/>
                </a:cubicBezTo>
                <a:cubicBezTo>
                  <a:pt x="1808" y="1825"/>
                  <a:pt x="1808" y="1924"/>
                  <a:pt x="1676" y="1924"/>
                </a:cubicBezTo>
                <a:cubicBezTo>
                  <a:pt x="1545" y="1924"/>
                  <a:pt x="1512" y="1825"/>
                  <a:pt x="1479" y="1792"/>
                </a:cubicBezTo>
                <a:cubicBezTo>
                  <a:pt x="1371" y="1711"/>
                  <a:pt x="1241" y="1652"/>
                  <a:pt x="1106" y="1652"/>
                </a:cubicBezTo>
                <a:cubicBezTo>
                  <a:pt x="1077" y="1652"/>
                  <a:pt x="1048" y="1655"/>
                  <a:pt x="1019" y="1661"/>
                </a:cubicBezTo>
                <a:cubicBezTo>
                  <a:pt x="953" y="1661"/>
                  <a:pt x="855" y="1726"/>
                  <a:pt x="855" y="1825"/>
                </a:cubicBezTo>
                <a:cubicBezTo>
                  <a:pt x="865" y="1895"/>
                  <a:pt x="887" y="1964"/>
                  <a:pt x="919" y="2030"/>
                </a:cubicBezTo>
                <a:lnTo>
                  <a:pt x="919" y="2030"/>
                </a:lnTo>
                <a:lnTo>
                  <a:pt x="789" y="2022"/>
                </a:lnTo>
                <a:cubicBezTo>
                  <a:pt x="740" y="2022"/>
                  <a:pt x="633" y="2030"/>
                  <a:pt x="530" y="2030"/>
                </a:cubicBezTo>
                <a:cubicBezTo>
                  <a:pt x="468" y="2030"/>
                  <a:pt x="407" y="2027"/>
                  <a:pt x="362" y="2018"/>
                </a:cubicBezTo>
                <a:lnTo>
                  <a:pt x="362" y="2018"/>
                </a:lnTo>
                <a:lnTo>
                  <a:pt x="362" y="1989"/>
                </a:lnTo>
                <a:cubicBezTo>
                  <a:pt x="338" y="1941"/>
                  <a:pt x="296" y="1911"/>
                  <a:pt x="250" y="1911"/>
                </a:cubicBezTo>
                <a:cubicBezTo>
                  <a:pt x="233" y="1911"/>
                  <a:pt x="215" y="1915"/>
                  <a:pt x="198" y="1924"/>
                </a:cubicBezTo>
                <a:cubicBezTo>
                  <a:pt x="132" y="1924"/>
                  <a:pt x="66" y="1956"/>
                  <a:pt x="33" y="2022"/>
                </a:cubicBezTo>
                <a:cubicBezTo>
                  <a:pt x="0" y="2088"/>
                  <a:pt x="33" y="2154"/>
                  <a:pt x="66" y="2219"/>
                </a:cubicBezTo>
                <a:cubicBezTo>
                  <a:pt x="154" y="2307"/>
                  <a:pt x="271" y="2321"/>
                  <a:pt x="387" y="2321"/>
                </a:cubicBezTo>
                <a:cubicBezTo>
                  <a:pt x="446" y="2321"/>
                  <a:pt x="504" y="2318"/>
                  <a:pt x="559" y="2318"/>
                </a:cubicBezTo>
                <a:lnTo>
                  <a:pt x="1267" y="2377"/>
                </a:lnTo>
                <a:lnTo>
                  <a:pt x="1267" y="2377"/>
                </a:lnTo>
                <a:cubicBezTo>
                  <a:pt x="1272" y="2379"/>
                  <a:pt x="1277" y="2381"/>
                  <a:pt x="1282" y="2384"/>
                </a:cubicBezTo>
                <a:lnTo>
                  <a:pt x="1283" y="2378"/>
                </a:lnTo>
                <a:lnTo>
                  <a:pt x="1283" y="2378"/>
                </a:lnTo>
                <a:lnTo>
                  <a:pt x="1348" y="2384"/>
                </a:lnTo>
                <a:cubicBezTo>
                  <a:pt x="1482" y="2384"/>
                  <a:pt x="1525" y="2261"/>
                  <a:pt x="1486" y="2162"/>
                </a:cubicBezTo>
                <a:lnTo>
                  <a:pt x="1486" y="2162"/>
                </a:lnTo>
                <a:cubicBezTo>
                  <a:pt x="1567" y="2212"/>
                  <a:pt x="1651" y="2252"/>
                  <a:pt x="1742" y="2252"/>
                </a:cubicBezTo>
                <a:cubicBezTo>
                  <a:pt x="1954" y="2252"/>
                  <a:pt x="2031" y="2133"/>
                  <a:pt x="2070" y="1981"/>
                </a:cubicBezTo>
                <a:lnTo>
                  <a:pt x="2070" y="1981"/>
                </a:lnTo>
                <a:cubicBezTo>
                  <a:pt x="2128" y="2017"/>
                  <a:pt x="2182" y="2052"/>
                  <a:pt x="2235" y="2088"/>
                </a:cubicBezTo>
                <a:cubicBezTo>
                  <a:pt x="2257" y="2103"/>
                  <a:pt x="2283" y="2109"/>
                  <a:pt x="2309" y="2109"/>
                </a:cubicBezTo>
                <a:cubicBezTo>
                  <a:pt x="2399" y="2109"/>
                  <a:pt x="2498" y="2033"/>
                  <a:pt x="2498" y="1956"/>
                </a:cubicBezTo>
                <a:cubicBezTo>
                  <a:pt x="2477" y="1776"/>
                  <a:pt x="2449" y="1599"/>
                  <a:pt x="2414" y="1425"/>
                </a:cubicBezTo>
                <a:lnTo>
                  <a:pt x="2414" y="1425"/>
                </a:lnTo>
                <a:cubicBezTo>
                  <a:pt x="2599" y="1688"/>
                  <a:pt x="2791" y="1941"/>
                  <a:pt x="2991" y="2186"/>
                </a:cubicBezTo>
                <a:cubicBezTo>
                  <a:pt x="3020" y="2226"/>
                  <a:pt x="3056" y="2242"/>
                  <a:pt x="3092" y="2242"/>
                </a:cubicBezTo>
                <a:cubicBezTo>
                  <a:pt x="3176" y="2242"/>
                  <a:pt x="3263" y="2157"/>
                  <a:pt x="3286" y="2088"/>
                </a:cubicBezTo>
                <a:cubicBezTo>
                  <a:pt x="3286" y="1809"/>
                  <a:pt x="3311" y="1538"/>
                  <a:pt x="3356" y="1272"/>
                </a:cubicBezTo>
                <a:lnTo>
                  <a:pt x="3356" y="1272"/>
                </a:lnTo>
                <a:cubicBezTo>
                  <a:pt x="3425" y="1532"/>
                  <a:pt x="3521" y="1785"/>
                  <a:pt x="3648" y="2022"/>
                </a:cubicBezTo>
                <a:cubicBezTo>
                  <a:pt x="3681" y="2071"/>
                  <a:pt x="3738" y="2096"/>
                  <a:pt x="3796" y="2096"/>
                </a:cubicBezTo>
                <a:cubicBezTo>
                  <a:pt x="3828" y="2096"/>
                  <a:pt x="3861" y="2088"/>
                  <a:pt x="3889" y="2072"/>
                </a:cubicBezTo>
                <a:lnTo>
                  <a:pt x="3889" y="2072"/>
                </a:lnTo>
                <a:cubicBezTo>
                  <a:pt x="3914" y="2134"/>
                  <a:pt x="3943" y="2194"/>
                  <a:pt x="3977" y="2252"/>
                </a:cubicBezTo>
                <a:cubicBezTo>
                  <a:pt x="4005" y="2310"/>
                  <a:pt x="4053" y="2336"/>
                  <a:pt x="4103" y="2336"/>
                </a:cubicBezTo>
                <a:cubicBezTo>
                  <a:pt x="4167" y="2336"/>
                  <a:pt x="4235" y="2293"/>
                  <a:pt x="4272" y="2219"/>
                </a:cubicBezTo>
                <a:cubicBezTo>
                  <a:pt x="4275" y="2200"/>
                  <a:pt x="4279" y="2181"/>
                  <a:pt x="4282" y="2162"/>
                </a:cubicBezTo>
                <a:lnTo>
                  <a:pt x="4282" y="2162"/>
                </a:lnTo>
                <a:cubicBezTo>
                  <a:pt x="4289" y="2170"/>
                  <a:pt x="4297" y="2178"/>
                  <a:pt x="4305" y="2186"/>
                </a:cubicBezTo>
                <a:cubicBezTo>
                  <a:pt x="4328" y="2210"/>
                  <a:pt x="4364" y="2221"/>
                  <a:pt x="4402" y="2221"/>
                </a:cubicBezTo>
                <a:cubicBezTo>
                  <a:pt x="4455" y="2221"/>
                  <a:pt x="4513" y="2199"/>
                  <a:pt x="4546" y="2160"/>
                </a:cubicBezTo>
                <a:lnTo>
                  <a:pt x="4546" y="2160"/>
                </a:lnTo>
                <a:cubicBezTo>
                  <a:pt x="4588" y="2227"/>
                  <a:pt x="4639" y="2290"/>
                  <a:pt x="4699" y="2351"/>
                </a:cubicBezTo>
                <a:cubicBezTo>
                  <a:pt x="4725" y="2376"/>
                  <a:pt x="4759" y="2387"/>
                  <a:pt x="4796" y="2387"/>
                </a:cubicBezTo>
                <a:cubicBezTo>
                  <a:pt x="4856" y="2387"/>
                  <a:pt x="4922" y="2358"/>
                  <a:pt x="4962" y="2318"/>
                </a:cubicBezTo>
                <a:lnTo>
                  <a:pt x="5521" y="1168"/>
                </a:lnTo>
                <a:cubicBezTo>
                  <a:pt x="5607" y="978"/>
                  <a:pt x="5712" y="806"/>
                  <a:pt x="5835" y="657"/>
                </a:cubicBezTo>
                <a:lnTo>
                  <a:pt x="5835" y="657"/>
                </a:lnTo>
                <a:cubicBezTo>
                  <a:pt x="5697" y="1287"/>
                  <a:pt x="5543" y="1901"/>
                  <a:pt x="5389" y="2515"/>
                </a:cubicBezTo>
                <a:cubicBezTo>
                  <a:pt x="5369" y="2637"/>
                  <a:pt x="5474" y="2721"/>
                  <a:pt x="5573" y="2721"/>
                </a:cubicBezTo>
                <a:cubicBezTo>
                  <a:pt x="5634" y="2721"/>
                  <a:pt x="5693" y="2689"/>
                  <a:pt x="5718" y="2614"/>
                </a:cubicBezTo>
                <a:cubicBezTo>
                  <a:pt x="5882" y="1792"/>
                  <a:pt x="6080" y="1003"/>
                  <a:pt x="6277" y="215"/>
                </a:cubicBezTo>
                <a:cubicBezTo>
                  <a:pt x="6304" y="107"/>
                  <a:pt x="6199" y="0"/>
                  <a:pt x="610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0" bIns="28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9" name="Google Shape;1553;p11"/>
          <p:cNvSpPr/>
          <p:nvPr/>
        </p:nvSpPr>
        <p:spPr>
          <a:xfrm>
            <a:off x="7513200" y="4704480"/>
            <a:ext cx="27000" cy="39600"/>
          </a:xfrm>
          <a:custGeom>
            <a:avLst/>
            <a:gdLst>
              <a:gd name="textAreaLeft" fmla="*/ 0 w 27000"/>
              <a:gd name="textAreaRight" fmla="*/ 27360 w 27000"/>
              <a:gd name="textAreaTop" fmla="*/ 0 h 39600"/>
              <a:gd name="textAreaBottom" fmla="*/ 39960 h 39600"/>
            </a:gdLst>
            <a:ahLst/>
            <a:cxnLst/>
            <a:rect l="textAreaLeft" t="textAreaTop" r="textAreaRight" b="textAreaBottom"/>
            <a:pathLst>
              <a:path w="1286" h="1894">
                <a:moveTo>
                  <a:pt x="1027" y="1"/>
                </a:moveTo>
                <a:cubicBezTo>
                  <a:pt x="977" y="1"/>
                  <a:pt x="926" y="26"/>
                  <a:pt x="892" y="84"/>
                </a:cubicBezTo>
                <a:lnTo>
                  <a:pt x="872" y="122"/>
                </a:lnTo>
                <a:lnTo>
                  <a:pt x="872" y="122"/>
                </a:lnTo>
                <a:lnTo>
                  <a:pt x="859" y="117"/>
                </a:lnTo>
                <a:cubicBezTo>
                  <a:pt x="854" y="136"/>
                  <a:pt x="849" y="154"/>
                  <a:pt x="845" y="173"/>
                </a:cubicBezTo>
                <a:lnTo>
                  <a:pt x="845" y="173"/>
                </a:lnTo>
                <a:lnTo>
                  <a:pt x="70" y="1661"/>
                </a:lnTo>
                <a:cubicBezTo>
                  <a:pt x="0" y="1777"/>
                  <a:pt x="128" y="1893"/>
                  <a:pt x="243" y="1893"/>
                </a:cubicBezTo>
                <a:cubicBezTo>
                  <a:pt x="291" y="1893"/>
                  <a:pt x="337" y="1874"/>
                  <a:pt x="366" y="1825"/>
                </a:cubicBezTo>
                <a:lnTo>
                  <a:pt x="730" y="1126"/>
                </a:lnTo>
                <a:lnTo>
                  <a:pt x="730" y="1126"/>
                </a:lnTo>
                <a:cubicBezTo>
                  <a:pt x="728" y="1194"/>
                  <a:pt x="727" y="1263"/>
                  <a:pt x="727" y="1333"/>
                </a:cubicBezTo>
                <a:cubicBezTo>
                  <a:pt x="727" y="1420"/>
                  <a:pt x="800" y="1479"/>
                  <a:pt x="888" y="1479"/>
                </a:cubicBezTo>
                <a:cubicBezTo>
                  <a:pt x="932" y="1479"/>
                  <a:pt x="979" y="1464"/>
                  <a:pt x="1023" y="1431"/>
                </a:cubicBezTo>
                <a:cubicBezTo>
                  <a:pt x="1220" y="1234"/>
                  <a:pt x="1286" y="905"/>
                  <a:pt x="1253" y="610"/>
                </a:cubicBezTo>
                <a:cubicBezTo>
                  <a:pt x="1231" y="543"/>
                  <a:pt x="1179" y="510"/>
                  <a:pt x="1122" y="503"/>
                </a:cubicBezTo>
                <a:lnTo>
                  <a:pt x="1122" y="503"/>
                </a:lnTo>
                <a:cubicBezTo>
                  <a:pt x="1136" y="429"/>
                  <a:pt x="1151" y="355"/>
                  <a:pt x="1170" y="281"/>
                </a:cubicBezTo>
                <a:lnTo>
                  <a:pt x="1170" y="281"/>
                </a:lnTo>
                <a:lnTo>
                  <a:pt x="1187" y="248"/>
                </a:lnTo>
                <a:lnTo>
                  <a:pt x="1179" y="245"/>
                </a:lnTo>
                <a:lnTo>
                  <a:pt x="1179" y="245"/>
                </a:lnTo>
                <a:cubicBezTo>
                  <a:pt x="1182" y="235"/>
                  <a:pt x="1185" y="225"/>
                  <a:pt x="1187" y="215"/>
                </a:cubicBezTo>
                <a:cubicBezTo>
                  <a:pt x="1209" y="87"/>
                  <a:pt x="1119" y="1"/>
                  <a:pt x="102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0" name="Google Shape;1554;p11"/>
          <p:cNvSpPr/>
          <p:nvPr/>
        </p:nvSpPr>
        <p:spPr>
          <a:xfrm>
            <a:off x="7533360" y="4718520"/>
            <a:ext cx="7200" cy="6480"/>
          </a:xfrm>
          <a:custGeom>
            <a:avLst/>
            <a:gdLst>
              <a:gd name="textAreaLeft" fmla="*/ 0 w 7200"/>
              <a:gd name="textAreaRight" fmla="*/ 7560 w 720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362" h="329">
                <a:moveTo>
                  <a:pt x="198" y="0"/>
                </a:moveTo>
                <a:cubicBezTo>
                  <a:pt x="0" y="33"/>
                  <a:pt x="0" y="296"/>
                  <a:pt x="198" y="329"/>
                </a:cubicBezTo>
                <a:cubicBezTo>
                  <a:pt x="362" y="296"/>
                  <a:pt x="362" y="33"/>
                  <a:pt x="1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1" name="Google Shape;1555;p11"/>
          <p:cNvSpPr/>
          <p:nvPr/>
        </p:nvSpPr>
        <p:spPr>
          <a:xfrm>
            <a:off x="7540560" y="4690080"/>
            <a:ext cx="80640" cy="50400"/>
          </a:xfrm>
          <a:custGeom>
            <a:avLst/>
            <a:gdLst>
              <a:gd name="textAreaLeft" fmla="*/ 0 w 80640"/>
              <a:gd name="textAreaRight" fmla="*/ 81000 w 8064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3835" h="2401">
                <a:moveTo>
                  <a:pt x="209" y="0"/>
                </a:moveTo>
                <a:cubicBezTo>
                  <a:pt x="113" y="0"/>
                  <a:pt x="1" y="96"/>
                  <a:pt x="23" y="207"/>
                </a:cubicBezTo>
                <a:cubicBezTo>
                  <a:pt x="154" y="799"/>
                  <a:pt x="220" y="1390"/>
                  <a:pt x="187" y="1949"/>
                </a:cubicBezTo>
                <a:cubicBezTo>
                  <a:pt x="187" y="2064"/>
                  <a:pt x="261" y="2121"/>
                  <a:pt x="339" y="2121"/>
                </a:cubicBezTo>
                <a:cubicBezTo>
                  <a:pt x="417" y="2121"/>
                  <a:pt x="499" y="2064"/>
                  <a:pt x="516" y="1949"/>
                </a:cubicBezTo>
                <a:lnTo>
                  <a:pt x="516" y="1982"/>
                </a:lnTo>
                <a:cubicBezTo>
                  <a:pt x="526" y="1786"/>
                  <a:pt x="530" y="1591"/>
                  <a:pt x="525" y="1397"/>
                </a:cubicBezTo>
                <a:lnTo>
                  <a:pt x="525" y="1397"/>
                </a:lnTo>
                <a:cubicBezTo>
                  <a:pt x="609" y="1642"/>
                  <a:pt x="682" y="1891"/>
                  <a:pt x="746" y="2146"/>
                </a:cubicBezTo>
                <a:cubicBezTo>
                  <a:pt x="764" y="2220"/>
                  <a:pt x="834" y="2263"/>
                  <a:pt x="904" y="2263"/>
                </a:cubicBezTo>
                <a:cubicBezTo>
                  <a:pt x="945" y="2263"/>
                  <a:pt x="987" y="2248"/>
                  <a:pt x="1017" y="2215"/>
                </a:cubicBezTo>
                <a:lnTo>
                  <a:pt x="1017" y="2215"/>
                </a:lnTo>
                <a:cubicBezTo>
                  <a:pt x="1026" y="2236"/>
                  <a:pt x="1035" y="2257"/>
                  <a:pt x="1041" y="2277"/>
                </a:cubicBezTo>
                <a:cubicBezTo>
                  <a:pt x="1074" y="2360"/>
                  <a:pt x="1140" y="2401"/>
                  <a:pt x="1206" y="2401"/>
                </a:cubicBezTo>
                <a:cubicBezTo>
                  <a:pt x="1271" y="2401"/>
                  <a:pt x="1337" y="2360"/>
                  <a:pt x="1370" y="2277"/>
                </a:cubicBezTo>
                <a:cubicBezTo>
                  <a:pt x="1394" y="2206"/>
                  <a:pt x="1422" y="2130"/>
                  <a:pt x="1451" y="2051"/>
                </a:cubicBezTo>
                <a:lnTo>
                  <a:pt x="1451" y="2051"/>
                </a:lnTo>
                <a:cubicBezTo>
                  <a:pt x="1457" y="2061"/>
                  <a:pt x="1463" y="2071"/>
                  <a:pt x="1469" y="2080"/>
                </a:cubicBezTo>
                <a:cubicBezTo>
                  <a:pt x="1485" y="2130"/>
                  <a:pt x="1534" y="2154"/>
                  <a:pt x="1588" y="2154"/>
                </a:cubicBezTo>
                <a:cubicBezTo>
                  <a:pt x="1641" y="2154"/>
                  <a:pt x="1699" y="2130"/>
                  <a:pt x="1732" y="2080"/>
                </a:cubicBezTo>
                <a:cubicBezTo>
                  <a:pt x="1759" y="2015"/>
                  <a:pt x="1785" y="1950"/>
                  <a:pt x="1807" y="1884"/>
                </a:cubicBezTo>
                <a:lnTo>
                  <a:pt x="1807" y="1884"/>
                </a:lnTo>
                <a:cubicBezTo>
                  <a:pt x="1811" y="1884"/>
                  <a:pt x="1814" y="1884"/>
                  <a:pt x="1817" y="1884"/>
                </a:cubicBezTo>
                <a:cubicBezTo>
                  <a:pt x="1844" y="1884"/>
                  <a:pt x="1872" y="1879"/>
                  <a:pt x="1898" y="1867"/>
                </a:cubicBezTo>
                <a:lnTo>
                  <a:pt x="1898" y="1867"/>
                </a:lnTo>
                <a:cubicBezTo>
                  <a:pt x="1930" y="1944"/>
                  <a:pt x="1973" y="2015"/>
                  <a:pt x="2027" y="2080"/>
                </a:cubicBezTo>
                <a:cubicBezTo>
                  <a:pt x="2062" y="2115"/>
                  <a:pt x="2104" y="2129"/>
                  <a:pt x="2146" y="2129"/>
                </a:cubicBezTo>
                <a:cubicBezTo>
                  <a:pt x="2224" y="2129"/>
                  <a:pt x="2302" y="2079"/>
                  <a:pt x="2323" y="2015"/>
                </a:cubicBezTo>
                <a:cubicBezTo>
                  <a:pt x="2389" y="1832"/>
                  <a:pt x="2481" y="1666"/>
                  <a:pt x="2594" y="1517"/>
                </a:cubicBezTo>
                <a:lnTo>
                  <a:pt x="2594" y="1517"/>
                </a:lnTo>
                <a:cubicBezTo>
                  <a:pt x="2568" y="1630"/>
                  <a:pt x="2544" y="1742"/>
                  <a:pt x="2520" y="1850"/>
                </a:cubicBezTo>
                <a:cubicBezTo>
                  <a:pt x="2496" y="1969"/>
                  <a:pt x="2593" y="2054"/>
                  <a:pt x="2686" y="2054"/>
                </a:cubicBezTo>
                <a:cubicBezTo>
                  <a:pt x="2721" y="2054"/>
                  <a:pt x="2756" y="2042"/>
                  <a:pt x="2783" y="2015"/>
                </a:cubicBezTo>
                <a:cubicBezTo>
                  <a:pt x="2804" y="1991"/>
                  <a:pt x="2825" y="1969"/>
                  <a:pt x="2846" y="1947"/>
                </a:cubicBezTo>
                <a:lnTo>
                  <a:pt x="2846" y="1947"/>
                </a:lnTo>
                <a:lnTo>
                  <a:pt x="2849" y="1949"/>
                </a:lnTo>
                <a:lnTo>
                  <a:pt x="2850" y="1944"/>
                </a:lnTo>
                <a:lnTo>
                  <a:pt x="2850" y="1944"/>
                </a:lnTo>
                <a:cubicBezTo>
                  <a:pt x="2983" y="1812"/>
                  <a:pt x="3135" y="1720"/>
                  <a:pt x="3294" y="1661"/>
                </a:cubicBezTo>
                <a:lnTo>
                  <a:pt x="3294" y="1661"/>
                </a:lnTo>
                <a:cubicBezTo>
                  <a:pt x="3265" y="1777"/>
                  <a:pt x="3369" y="1874"/>
                  <a:pt x="3469" y="1874"/>
                </a:cubicBezTo>
                <a:cubicBezTo>
                  <a:pt x="3522" y="1874"/>
                  <a:pt x="3573" y="1847"/>
                  <a:pt x="3605" y="1785"/>
                </a:cubicBezTo>
                <a:lnTo>
                  <a:pt x="3769" y="1522"/>
                </a:lnTo>
                <a:cubicBezTo>
                  <a:pt x="3835" y="1390"/>
                  <a:pt x="3736" y="1259"/>
                  <a:pt x="3605" y="1259"/>
                </a:cubicBezTo>
                <a:cubicBezTo>
                  <a:pt x="3373" y="1278"/>
                  <a:pt x="3153" y="1354"/>
                  <a:pt x="2951" y="1473"/>
                </a:cubicBezTo>
                <a:lnTo>
                  <a:pt x="2951" y="1473"/>
                </a:lnTo>
                <a:lnTo>
                  <a:pt x="3046" y="1029"/>
                </a:lnTo>
                <a:cubicBezTo>
                  <a:pt x="3071" y="929"/>
                  <a:pt x="3002" y="830"/>
                  <a:pt x="2910" y="830"/>
                </a:cubicBezTo>
                <a:cubicBezTo>
                  <a:pt x="2880" y="830"/>
                  <a:pt x="2848" y="840"/>
                  <a:pt x="2816" y="864"/>
                </a:cubicBezTo>
                <a:cubicBezTo>
                  <a:pt x="2527" y="1057"/>
                  <a:pt x="2308" y="1303"/>
                  <a:pt x="2147" y="1589"/>
                </a:cubicBezTo>
                <a:lnTo>
                  <a:pt x="2147" y="1589"/>
                </a:lnTo>
                <a:cubicBezTo>
                  <a:pt x="2144" y="1543"/>
                  <a:pt x="2148" y="1498"/>
                  <a:pt x="2159" y="1456"/>
                </a:cubicBezTo>
                <a:cubicBezTo>
                  <a:pt x="2198" y="1319"/>
                  <a:pt x="2098" y="1241"/>
                  <a:pt x="1996" y="1241"/>
                </a:cubicBezTo>
                <a:cubicBezTo>
                  <a:pt x="1963" y="1241"/>
                  <a:pt x="1931" y="1249"/>
                  <a:pt x="1902" y="1266"/>
                </a:cubicBezTo>
                <a:lnTo>
                  <a:pt x="1902" y="1266"/>
                </a:lnTo>
                <a:cubicBezTo>
                  <a:pt x="1870" y="1218"/>
                  <a:pt x="1813" y="1192"/>
                  <a:pt x="1757" y="1192"/>
                </a:cubicBezTo>
                <a:cubicBezTo>
                  <a:pt x="1686" y="1192"/>
                  <a:pt x="1615" y="1234"/>
                  <a:pt x="1600" y="1324"/>
                </a:cubicBezTo>
                <a:cubicBezTo>
                  <a:pt x="1592" y="1358"/>
                  <a:pt x="1588" y="1394"/>
                  <a:pt x="1587" y="1432"/>
                </a:cubicBezTo>
                <a:lnTo>
                  <a:pt x="1587" y="1432"/>
                </a:lnTo>
                <a:cubicBezTo>
                  <a:pt x="1581" y="1465"/>
                  <a:pt x="1575" y="1496"/>
                  <a:pt x="1569" y="1528"/>
                </a:cubicBezTo>
                <a:lnTo>
                  <a:pt x="1569" y="1528"/>
                </a:lnTo>
                <a:cubicBezTo>
                  <a:pt x="1568" y="1526"/>
                  <a:pt x="1568" y="1524"/>
                  <a:pt x="1567" y="1522"/>
                </a:cubicBezTo>
                <a:cubicBezTo>
                  <a:pt x="1567" y="1456"/>
                  <a:pt x="1502" y="1423"/>
                  <a:pt x="1432" y="1423"/>
                </a:cubicBezTo>
                <a:cubicBezTo>
                  <a:pt x="1362" y="1423"/>
                  <a:pt x="1288" y="1456"/>
                  <a:pt x="1271" y="1522"/>
                </a:cubicBezTo>
                <a:cubicBezTo>
                  <a:pt x="1242" y="1625"/>
                  <a:pt x="1212" y="1728"/>
                  <a:pt x="1180" y="1832"/>
                </a:cubicBezTo>
                <a:lnTo>
                  <a:pt x="1180" y="1832"/>
                </a:lnTo>
                <a:cubicBezTo>
                  <a:pt x="1178" y="1827"/>
                  <a:pt x="1175" y="1822"/>
                  <a:pt x="1173" y="1817"/>
                </a:cubicBezTo>
                <a:cubicBezTo>
                  <a:pt x="1140" y="1768"/>
                  <a:pt x="1083" y="1743"/>
                  <a:pt x="1025" y="1743"/>
                </a:cubicBezTo>
                <a:cubicBezTo>
                  <a:pt x="1004" y="1743"/>
                  <a:pt x="983" y="1747"/>
                  <a:pt x="963" y="1753"/>
                </a:cubicBezTo>
                <a:lnTo>
                  <a:pt x="963" y="1753"/>
                </a:lnTo>
                <a:cubicBezTo>
                  <a:pt x="813" y="1217"/>
                  <a:pt x="615" y="680"/>
                  <a:pt x="352" y="143"/>
                </a:cubicBezTo>
                <a:lnTo>
                  <a:pt x="352" y="143"/>
                </a:lnTo>
                <a:cubicBezTo>
                  <a:pt x="352" y="143"/>
                  <a:pt x="352" y="142"/>
                  <a:pt x="351" y="141"/>
                </a:cubicBezTo>
                <a:lnTo>
                  <a:pt x="351" y="142"/>
                </a:lnTo>
                <a:lnTo>
                  <a:pt x="351" y="142"/>
                </a:lnTo>
                <a:cubicBezTo>
                  <a:pt x="340" y="120"/>
                  <a:pt x="330" y="98"/>
                  <a:pt x="319" y="76"/>
                </a:cubicBezTo>
                <a:cubicBezTo>
                  <a:pt x="297" y="22"/>
                  <a:pt x="255" y="0"/>
                  <a:pt x="20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2" name="Google Shape;1556;p11"/>
          <p:cNvSpPr/>
          <p:nvPr/>
        </p:nvSpPr>
        <p:spPr>
          <a:xfrm>
            <a:off x="7609320" y="4725720"/>
            <a:ext cx="114120" cy="15120"/>
          </a:xfrm>
          <a:custGeom>
            <a:avLst/>
            <a:gdLst>
              <a:gd name="textAreaLeft" fmla="*/ 0 w 114120"/>
              <a:gd name="textAreaRight" fmla="*/ 114480 w 11412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5413" h="727">
                <a:moveTo>
                  <a:pt x="197" y="1"/>
                </a:moveTo>
                <a:cubicBezTo>
                  <a:pt x="0" y="34"/>
                  <a:pt x="0" y="297"/>
                  <a:pt x="197" y="330"/>
                </a:cubicBezTo>
                <a:lnTo>
                  <a:pt x="197" y="297"/>
                </a:lnTo>
                <a:cubicBezTo>
                  <a:pt x="1840" y="362"/>
                  <a:pt x="3483" y="494"/>
                  <a:pt x="5126" y="724"/>
                </a:cubicBezTo>
                <a:cubicBezTo>
                  <a:pt x="5136" y="725"/>
                  <a:pt x="5145" y="726"/>
                  <a:pt x="5154" y="726"/>
                </a:cubicBezTo>
                <a:cubicBezTo>
                  <a:pt x="5332" y="726"/>
                  <a:pt x="5413" y="427"/>
                  <a:pt x="5225" y="395"/>
                </a:cubicBezTo>
                <a:cubicBezTo>
                  <a:pt x="3549" y="165"/>
                  <a:pt x="1873" y="34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3" name="Google Shape;1557;p11"/>
          <p:cNvSpPr/>
          <p:nvPr/>
        </p:nvSpPr>
        <p:spPr>
          <a:xfrm>
            <a:off x="7462440" y="4277520"/>
            <a:ext cx="64440" cy="417600"/>
          </a:xfrm>
          <a:custGeom>
            <a:avLst/>
            <a:gdLst>
              <a:gd name="textAreaLeft" fmla="*/ 0 w 64440"/>
              <a:gd name="textAreaRight" fmla="*/ 64800 w 64440"/>
              <a:gd name="textAreaTop" fmla="*/ 0 h 417600"/>
              <a:gd name="textAreaBottom" fmla="*/ 417960 h 417600"/>
            </a:gdLst>
            <a:ahLst/>
            <a:cxnLst/>
            <a:rect l="textAreaLeft" t="textAreaTop" r="textAreaRight" b="textAreaBottom"/>
            <a:pathLst>
              <a:path w="3057" h="19742">
                <a:moveTo>
                  <a:pt x="493" y="0"/>
                </a:moveTo>
                <a:cubicBezTo>
                  <a:pt x="430" y="0"/>
                  <a:pt x="375" y="32"/>
                  <a:pt x="362" y="107"/>
                </a:cubicBezTo>
                <a:cubicBezTo>
                  <a:pt x="1" y="2605"/>
                  <a:pt x="99" y="5168"/>
                  <a:pt x="658" y="7632"/>
                </a:cubicBezTo>
                <a:cubicBezTo>
                  <a:pt x="921" y="8848"/>
                  <a:pt x="1315" y="10031"/>
                  <a:pt x="1808" y="11214"/>
                </a:cubicBezTo>
                <a:cubicBezTo>
                  <a:pt x="2334" y="12397"/>
                  <a:pt x="2662" y="13646"/>
                  <a:pt x="2728" y="14927"/>
                </a:cubicBezTo>
                <a:cubicBezTo>
                  <a:pt x="2728" y="15716"/>
                  <a:pt x="2662" y="16505"/>
                  <a:pt x="2564" y="17261"/>
                </a:cubicBezTo>
                <a:lnTo>
                  <a:pt x="2301" y="19594"/>
                </a:lnTo>
                <a:cubicBezTo>
                  <a:pt x="2301" y="19692"/>
                  <a:pt x="2383" y="19742"/>
                  <a:pt x="2465" y="19742"/>
                </a:cubicBezTo>
                <a:cubicBezTo>
                  <a:pt x="2547" y="19742"/>
                  <a:pt x="2629" y="19692"/>
                  <a:pt x="2629" y="19594"/>
                </a:cubicBezTo>
                <a:lnTo>
                  <a:pt x="2629" y="19561"/>
                </a:lnTo>
                <a:cubicBezTo>
                  <a:pt x="2761" y="18214"/>
                  <a:pt x="2958" y="16866"/>
                  <a:pt x="3024" y="15519"/>
                </a:cubicBezTo>
                <a:cubicBezTo>
                  <a:pt x="3057" y="14270"/>
                  <a:pt x="2827" y="12989"/>
                  <a:pt x="2367" y="11839"/>
                </a:cubicBezTo>
                <a:cubicBezTo>
                  <a:pt x="1906" y="10656"/>
                  <a:pt x="1479" y="9473"/>
                  <a:pt x="1151" y="8257"/>
                </a:cubicBezTo>
                <a:cubicBezTo>
                  <a:pt x="428" y="5628"/>
                  <a:pt x="296" y="2901"/>
                  <a:pt x="691" y="206"/>
                </a:cubicBezTo>
                <a:cubicBezTo>
                  <a:pt x="711" y="84"/>
                  <a:pt x="593" y="0"/>
                  <a:pt x="49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4" name="Google Shape;1558;p11"/>
          <p:cNvSpPr/>
          <p:nvPr/>
        </p:nvSpPr>
        <p:spPr>
          <a:xfrm>
            <a:off x="7173360" y="4267800"/>
            <a:ext cx="266400" cy="145440"/>
          </a:xfrm>
          <a:custGeom>
            <a:avLst/>
            <a:gdLst>
              <a:gd name="textAreaLeft" fmla="*/ 0 w 266400"/>
              <a:gd name="textAreaRight" fmla="*/ 266760 w 266400"/>
              <a:gd name="textAreaTop" fmla="*/ 0 h 145440"/>
              <a:gd name="textAreaBottom" fmla="*/ 145800 h 145440"/>
            </a:gdLst>
            <a:ahLst/>
            <a:cxnLst/>
            <a:rect l="textAreaLeft" t="textAreaTop" r="textAreaRight" b="textAreaBottom"/>
            <a:pathLst>
              <a:path w="12596" h="6890">
                <a:moveTo>
                  <a:pt x="12368" y="0"/>
                </a:moveTo>
                <a:cubicBezTo>
                  <a:pt x="12352" y="0"/>
                  <a:pt x="12335" y="3"/>
                  <a:pt x="12317" y="9"/>
                </a:cubicBezTo>
                <a:cubicBezTo>
                  <a:pt x="11332" y="370"/>
                  <a:pt x="10280" y="666"/>
                  <a:pt x="9327" y="1093"/>
                </a:cubicBezTo>
                <a:cubicBezTo>
                  <a:pt x="8506" y="1455"/>
                  <a:pt x="7815" y="2013"/>
                  <a:pt x="7290" y="2736"/>
                </a:cubicBezTo>
                <a:cubicBezTo>
                  <a:pt x="6731" y="3459"/>
                  <a:pt x="6238" y="4248"/>
                  <a:pt x="5614" y="4905"/>
                </a:cubicBezTo>
                <a:cubicBezTo>
                  <a:pt x="5285" y="5267"/>
                  <a:pt x="4924" y="5628"/>
                  <a:pt x="4529" y="5924"/>
                </a:cubicBezTo>
                <a:cubicBezTo>
                  <a:pt x="4135" y="6285"/>
                  <a:pt x="3642" y="6515"/>
                  <a:pt x="3116" y="6548"/>
                </a:cubicBezTo>
                <a:cubicBezTo>
                  <a:pt x="2558" y="6515"/>
                  <a:pt x="2032" y="6318"/>
                  <a:pt x="1572" y="6022"/>
                </a:cubicBezTo>
                <a:cubicBezTo>
                  <a:pt x="1112" y="5727"/>
                  <a:pt x="685" y="5332"/>
                  <a:pt x="356" y="4905"/>
                </a:cubicBezTo>
                <a:cubicBezTo>
                  <a:pt x="318" y="4857"/>
                  <a:pt x="268" y="4837"/>
                  <a:pt x="220" y="4837"/>
                </a:cubicBezTo>
                <a:cubicBezTo>
                  <a:pt x="105" y="4837"/>
                  <a:pt x="0" y="4953"/>
                  <a:pt x="93" y="5069"/>
                </a:cubicBezTo>
                <a:cubicBezTo>
                  <a:pt x="619" y="5825"/>
                  <a:pt x="1375" y="6384"/>
                  <a:pt x="2262" y="6712"/>
                </a:cubicBezTo>
                <a:cubicBezTo>
                  <a:pt x="2518" y="6831"/>
                  <a:pt x="2798" y="6890"/>
                  <a:pt x="3081" y="6890"/>
                </a:cubicBezTo>
                <a:cubicBezTo>
                  <a:pt x="3269" y="6890"/>
                  <a:pt x="3458" y="6864"/>
                  <a:pt x="3642" y="6811"/>
                </a:cubicBezTo>
                <a:cubicBezTo>
                  <a:pt x="4102" y="6647"/>
                  <a:pt x="4529" y="6384"/>
                  <a:pt x="4891" y="6055"/>
                </a:cubicBezTo>
                <a:cubicBezTo>
                  <a:pt x="5647" y="5398"/>
                  <a:pt x="6337" y="4642"/>
                  <a:pt x="6895" y="3821"/>
                </a:cubicBezTo>
                <a:cubicBezTo>
                  <a:pt x="7454" y="3032"/>
                  <a:pt x="8013" y="2211"/>
                  <a:pt x="8834" y="1685"/>
                </a:cubicBezTo>
                <a:cubicBezTo>
                  <a:pt x="9360" y="1422"/>
                  <a:pt x="9919" y="1192"/>
                  <a:pt x="10477" y="995"/>
                </a:cubicBezTo>
                <a:lnTo>
                  <a:pt x="12416" y="337"/>
                </a:lnTo>
                <a:cubicBezTo>
                  <a:pt x="12595" y="278"/>
                  <a:pt x="12530" y="0"/>
                  <a:pt x="1236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720" bIns="72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5" name="Google Shape;1559;p11"/>
          <p:cNvSpPr/>
          <p:nvPr/>
        </p:nvSpPr>
        <p:spPr>
          <a:xfrm>
            <a:off x="7147440" y="3985920"/>
            <a:ext cx="73080" cy="524520"/>
          </a:xfrm>
          <a:custGeom>
            <a:avLst/>
            <a:gdLst>
              <a:gd name="textAreaLeft" fmla="*/ 0 w 73080"/>
              <a:gd name="textAreaRight" fmla="*/ 73440 w 73080"/>
              <a:gd name="textAreaTop" fmla="*/ 0 h 524520"/>
              <a:gd name="textAreaBottom" fmla="*/ 524880 h 524520"/>
            </a:gdLst>
            <a:ahLst/>
            <a:cxnLst/>
            <a:rect l="textAreaLeft" t="textAreaTop" r="textAreaRight" b="textAreaBottom"/>
            <a:pathLst>
              <a:path w="3472" h="24803">
                <a:moveTo>
                  <a:pt x="3253" y="1"/>
                </a:moveTo>
                <a:cubicBezTo>
                  <a:pt x="3191" y="1"/>
                  <a:pt x="3135" y="33"/>
                  <a:pt x="3123" y="108"/>
                </a:cubicBezTo>
                <a:cubicBezTo>
                  <a:pt x="2663" y="3328"/>
                  <a:pt x="2695" y="6582"/>
                  <a:pt x="2531" y="9835"/>
                </a:cubicBezTo>
                <a:cubicBezTo>
                  <a:pt x="2465" y="11445"/>
                  <a:pt x="2301" y="13055"/>
                  <a:pt x="2071" y="14632"/>
                </a:cubicBezTo>
                <a:cubicBezTo>
                  <a:pt x="1808" y="16242"/>
                  <a:pt x="1447" y="17820"/>
                  <a:pt x="1052" y="19364"/>
                </a:cubicBezTo>
                <a:cubicBezTo>
                  <a:pt x="527" y="21106"/>
                  <a:pt x="198" y="22847"/>
                  <a:pt x="1" y="24655"/>
                </a:cubicBezTo>
                <a:cubicBezTo>
                  <a:pt x="1" y="24753"/>
                  <a:pt x="83" y="24803"/>
                  <a:pt x="165" y="24803"/>
                </a:cubicBezTo>
                <a:cubicBezTo>
                  <a:pt x="247" y="24803"/>
                  <a:pt x="330" y="24753"/>
                  <a:pt x="330" y="24655"/>
                </a:cubicBezTo>
                <a:cubicBezTo>
                  <a:pt x="494" y="23012"/>
                  <a:pt x="822" y="21401"/>
                  <a:pt x="1250" y="19857"/>
                </a:cubicBezTo>
                <a:cubicBezTo>
                  <a:pt x="1677" y="18313"/>
                  <a:pt x="2005" y="16768"/>
                  <a:pt x="2301" y="15224"/>
                </a:cubicBezTo>
                <a:cubicBezTo>
                  <a:pt x="2827" y="12069"/>
                  <a:pt x="2893" y="8915"/>
                  <a:pt x="3024" y="5727"/>
                </a:cubicBezTo>
                <a:cubicBezTo>
                  <a:pt x="3057" y="3887"/>
                  <a:pt x="3188" y="2047"/>
                  <a:pt x="3451" y="207"/>
                </a:cubicBezTo>
                <a:cubicBezTo>
                  <a:pt x="3472" y="85"/>
                  <a:pt x="3354" y="1"/>
                  <a:pt x="325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6" name="Google Shape;1560;p11"/>
          <p:cNvSpPr/>
          <p:nvPr/>
        </p:nvSpPr>
        <p:spPr>
          <a:xfrm>
            <a:off x="7084080" y="4500720"/>
            <a:ext cx="69840" cy="253440"/>
          </a:xfrm>
          <a:custGeom>
            <a:avLst/>
            <a:gdLst>
              <a:gd name="textAreaLeft" fmla="*/ 0 w 69840"/>
              <a:gd name="textAreaRight" fmla="*/ 70200 w 69840"/>
              <a:gd name="textAreaTop" fmla="*/ 0 h 253440"/>
              <a:gd name="textAreaBottom" fmla="*/ 253800 h 253440"/>
            </a:gdLst>
            <a:ahLst/>
            <a:cxnLst/>
            <a:rect l="textAreaLeft" t="textAreaTop" r="textAreaRight" b="textAreaBottom"/>
            <a:pathLst>
              <a:path w="3318" h="11985">
                <a:moveTo>
                  <a:pt x="3157" y="1"/>
                </a:moveTo>
                <a:cubicBezTo>
                  <a:pt x="3088" y="1"/>
                  <a:pt x="3022" y="50"/>
                  <a:pt x="3022" y="149"/>
                </a:cubicBezTo>
                <a:cubicBezTo>
                  <a:pt x="2989" y="1824"/>
                  <a:pt x="2956" y="3533"/>
                  <a:pt x="2956" y="5242"/>
                </a:cubicBezTo>
                <a:cubicBezTo>
                  <a:pt x="2956" y="6096"/>
                  <a:pt x="2956" y="6951"/>
                  <a:pt x="2890" y="7805"/>
                </a:cubicBezTo>
                <a:cubicBezTo>
                  <a:pt x="2726" y="8594"/>
                  <a:pt x="2397" y="9284"/>
                  <a:pt x="1905" y="9908"/>
                </a:cubicBezTo>
                <a:cubicBezTo>
                  <a:pt x="1379" y="10565"/>
                  <a:pt x="787" y="11190"/>
                  <a:pt x="130" y="11715"/>
                </a:cubicBezTo>
                <a:cubicBezTo>
                  <a:pt x="0" y="11819"/>
                  <a:pt x="117" y="11985"/>
                  <a:pt x="252" y="11985"/>
                </a:cubicBezTo>
                <a:cubicBezTo>
                  <a:pt x="288" y="11985"/>
                  <a:pt x="326" y="11973"/>
                  <a:pt x="360" y="11945"/>
                </a:cubicBezTo>
                <a:cubicBezTo>
                  <a:pt x="952" y="11485"/>
                  <a:pt x="1510" y="10927"/>
                  <a:pt x="2003" y="10302"/>
                </a:cubicBezTo>
                <a:cubicBezTo>
                  <a:pt x="2463" y="9744"/>
                  <a:pt x="2857" y="9086"/>
                  <a:pt x="3088" y="8396"/>
                </a:cubicBezTo>
                <a:cubicBezTo>
                  <a:pt x="3318" y="7575"/>
                  <a:pt x="3252" y="6688"/>
                  <a:pt x="3252" y="5866"/>
                </a:cubicBezTo>
                <a:cubicBezTo>
                  <a:pt x="3252" y="5045"/>
                  <a:pt x="3285" y="4092"/>
                  <a:pt x="3285" y="3205"/>
                </a:cubicBezTo>
                <a:cubicBezTo>
                  <a:pt x="3318" y="2186"/>
                  <a:pt x="3318" y="1167"/>
                  <a:pt x="3318" y="149"/>
                </a:cubicBezTo>
                <a:cubicBezTo>
                  <a:pt x="3301" y="50"/>
                  <a:pt x="3227" y="1"/>
                  <a:pt x="315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7" name="Google Shape;1561;p11"/>
          <p:cNvSpPr/>
          <p:nvPr/>
        </p:nvSpPr>
        <p:spPr>
          <a:xfrm>
            <a:off x="7008120" y="4728600"/>
            <a:ext cx="179280" cy="33840"/>
          </a:xfrm>
          <a:custGeom>
            <a:avLst/>
            <a:gdLst>
              <a:gd name="textAreaLeft" fmla="*/ 0 w 179280"/>
              <a:gd name="textAreaRight" fmla="*/ 179640 w 17928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8481" h="1616">
                <a:moveTo>
                  <a:pt x="2114" y="1"/>
                </a:moveTo>
                <a:cubicBezTo>
                  <a:pt x="2048" y="1"/>
                  <a:pt x="1983" y="42"/>
                  <a:pt x="1950" y="124"/>
                </a:cubicBezTo>
                <a:cubicBezTo>
                  <a:pt x="1884" y="321"/>
                  <a:pt x="1884" y="518"/>
                  <a:pt x="1950" y="715"/>
                </a:cubicBezTo>
                <a:cubicBezTo>
                  <a:pt x="1977" y="909"/>
                  <a:pt x="1982" y="1173"/>
                  <a:pt x="1806" y="1173"/>
                </a:cubicBezTo>
                <a:cubicBezTo>
                  <a:pt x="1773" y="1173"/>
                  <a:pt x="1734" y="1163"/>
                  <a:pt x="1687" y="1142"/>
                </a:cubicBezTo>
                <a:cubicBezTo>
                  <a:pt x="1488" y="1032"/>
                  <a:pt x="1333" y="906"/>
                  <a:pt x="1173" y="906"/>
                </a:cubicBezTo>
                <a:cubicBezTo>
                  <a:pt x="1119" y="906"/>
                  <a:pt x="1063" y="921"/>
                  <a:pt x="1005" y="956"/>
                </a:cubicBezTo>
                <a:lnTo>
                  <a:pt x="1005" y="956"/>
                </a:lnTo>
                <a:cubicBezTo>
                  <a:pt x="845" y="913"/>
                  <a:pt x="688" y="850"/>
                  <a:pt x="550" y="761"/>
                </a:cubicBezTo>
                <a:lnTo>
                  <a:pt x="550" y="761"/>
                </a:lnTo>
                <a:cubicBezTo>
                  <a:pt x="472" y="685"/>
                  <a:pt x="391" y="614"/>
                  <a:pt x="307" y="551"/>
                </a:cubicBezTo>
                <a:cubicBezTo>
                  <a:pt x="277" y="521"/>
                  <a:pt x="243" y="508"/>
                  <a:pt x="210" y="508"/>
                </a:cubicBezTo>
                <a:cubicBezTo>
                  <a:pt x="100" y="508"/>
                  <a:pt x="1" y="654"/>
                  <a:pt x="77" y="781"/>
                </a:cubicBezTo>
                <a:cubicBezTo>
                  <a:pt x="77" y="781"/>
                  <a:pt x="77" y="781"/>
                  <a:pt x="77" y="781"/>
                </a:cubicBezTo>
                <a:lnTo>
                  <a:pt x="77" y="781"/>
                </a:lnTo>
                <a:cubicBezTo>
                  <a:pt x="131" y="836"/>
                  <a:pt x="190" y="889"/>
                  <a:pt x="252" y="938"/>
                </a:cubicBezTo>
                <a:lnTo>
                  <a:pt x="252" y="938"/>
                </a:lnTo>
                <a:cubicBezTo>
                  <a:pt x="420" y="1098"/>
                  <a:pt x="579" y="1275"/>
                  <a:pt x="701" y="1471"/>
                </a:cubicBezTo>
                <a:cubicBezTo>
                  <a:pt x="730" y="1519"/>
                  <a:pt x="776" y="1539"/>
                  <a:pt x="823" y="1539"/>
                </a:cubicBezTo>
                <a:cubicBezTo>
                  <a:pt x="939" y="1539"/>
                  <a:pt x="1066" y="1423"/>
                  <a:pt x="997" y="1307"/>
                </a:cubicBezTo>
                <a:cubicBezTo>
                  <a:pt x="991" y="1299"/>
                  <a:pt x="986" y="1290"/>
                  <a:pt x="980" y="1282"/>
                </a:cubicBezTo>
                <a:lnTo>
                  <a:pt x="980" y="1282"/>
                </a:lnTo>
                <a:cubicBezTo>
                  <a:pt x="990" y="1283"/>
                  <a:pt x="1000" y="1283"/>
                  <a:pt x="1010" y="1283"/>
                </a:cubicBezTo>
                <a:cubicBezTo>
                  <a:pt x="1079" y="1283"/>
                  <a:pt x="1139" y="1264"/>
                  <a:pt x="1197" y="1264"/>
                </a:cubicBezTo>
                <a:cubicBezTo>
                  <a:pt x="1218" y="1264"/>
                  <a:pt x="1239" y="1267"/>
                  <a:pt x="1260" y="1274"/>
                </a:cubicBezTo>
                <a:cubicBezTo>
                  <a:pt x="1391" y="1340"/>
                  <a:pt x="1522" y="1438"/>
                  <a:pt x="1654" y="1504"/>
                </a:cubicBezTo>
                <a:cubicBezTo>
                  <a:pt x="1701" y="1517"/>
                  <a:pt x="1749" y="1524"/>
                  <a:pt x="1797" y="1524"/>
                </a:cubicBezTo>
                <a:cubicBezTo>
                  <a:pt x="1984" y="1524"/>
                  <a:pt x="2167" y="1424"/>
                  <a:pt x="2245" y="1241"/>
                </a:cubicBezTo>
                <a:cubicBezTo>
                  <a:pt x="2287" y="1159"/>
                  <a:pt x="2301" y="1074"/>
                  <a:pt x="2301" y="988"/>
                </a:cubicBezTo>
                <a:lnTo>
                  <a:pt x="2301" y="988"/>
                </a:lnTo>
                <a:cubicBezTo>
                  <a:pt x="2391" y="1146"/>
                  <a:pt x="2491" y="1297"/>
                  <a:pt x="2607" y="1438"/>
                </a:cubicBezTo>
                <a:cubicBezTo>
                  <a:pt x="2631" y="1486"/>
                  <a:pt x="2690" y="1517"/>
                  <a:pt x="2746" y="1517"/>
                </a:cubicBezTo>
                <a:cubicBezTo>
                  <a:pt x="2766" y="1517"/>
                  <a:pt x="2786" y="1513"/>
                  <a:pt x="2804" y="1504"/>
                </a:cubicBezTo>
                <a:cubicBezTo>
                  <a:pt x="2934" y="1448"/>
                  <a:pt x="3043" y="1372"/>
                  <a:pt x="3136" y="1286"/>
                </a:cubicBezTo>
                <a:lnTo>
                  <a:pt x="3136" y="1286"/>
                </a:lnTo>
                <a:cubicBezTo>
                  <a:pt x="3173" y="1299"/>
                  <a:pt x="3215" y="1307"/>
                  <a:pt x="3264" y="1307"/>
                </a:cubicBezTo>
                <a:cubicBezTo>
                  <a:pt x="3305" y="1307"/>
                  <a:pt x="3356" y="1279"/>
                  <a:pt x="3410" y="1249"/>
                </a:cubicBezTo>
                <a:lnTo>
                  <a:pt x="3410" y="1249"/>
                </a:lnTo>
                <a:cubicBezTo>
                  <a:pt x="3410" y="1276"/>
                  <a:pt x="3415" y="1305"/>
                  <a:pt x="3428" y="1340"/>
                </a:cubicBezTo>
                <a:cubicBezTo>
                  <a:pt x="3494" y="1438"/>
                  <a:pt x="3593" y="1504"/>
                  <a:pt x="3691" y="1504"/>
                </a:cubicBezTo>
                <a:lnTo>
                  <a:pt x="4940" y="1504"/>
                </a:lnTo>
                <a:lnTo>
                  <a:pt x="7534" y="1535"/>
                </a:lnTo>
                <a:lnTo>
                  <a:pt x="7534" y="1535"/>
                </a:lnTo>
                <a:lnTo>
                  <a:pt x="7536" y="1537"/>
                </a:lnTo>
                <a:cubicBezTo>
                  <a:pt x="7572" y="1591"/>
                  <a:pt x="7628" y="1615"/>
                  <a:pt x="7682" y="1615"/>
                </a:cubicBezTo>
                <a:cubicBezTo>
                  <a:pt x="7726" y="1615"/>
                  <a:pt x="7769" y="1599"/>
                  <a:pt x="7799" y="1570"/>
                </a:cubicBezTo>
                <a:cubicBezTo>
                  <a:pt x="7848" y="1537"/>
                  <a:pt x="7906" y="1520"/>
                  <a:pt x="7959" y="1520"/>
                </a:cubicBezTo>
                <a:cubicBezTo>
                  <a:pt x="8012" y="1520"/>
                  <a:pt x="8062" y="1537"/>
                  <a:pt x="8095" y="1570"/>
                </a:cubicBezTo>
                <a:cubicBezTo>
                  <a:pt x="8129" y="1597"/>
                  <a:pt x="8168" y="1609"/>
                  <a:pt x="8206" y="1609"/>
                </a:cubicBezTo>
                <a:cubicBezTo>
                  <a:pt x="8349" y="1609"/>
                  <a:pt x="8480" y="1444"/>
                  <a:pt x="8325" y="1340"/>
                </a:cubicBezTo>
                <a:cubicBezTo>
                  <a:pt x="8226" y="1241"/>
                  <a:pt x="8095" y="1192"/>
                  <a:pt x="7959" y="1192"/>
                </a:cubicBezTo>
                <a:cubicBezTo>
                  <a:pt x="7893" y="1192"/>
                  <a:pt x="7825" y="1204"/>
                  <a:pt x="7760" y="1227"/>
                </a:cubicBezTo>
                <a:lnTo>
                  <a:pt x="7760" y="1227"/>
                </a:lnTo>
                <a:cubicBezTo>
                  <a:pt x="7744" y="1219"/>
                  <a:pt x="7726" y="1213"/>
                  <a:pt x="7706" y="1209"/>
                </a:cubicBezTo>
                <a:lnTo>
                  <a:pt x="7706" y="1209"/>
                </a:lnTo>
                <a:lnTo>
                  <a:pt x="7503" y="945"/>
                </a:lnTo>
                <a:cubicBezTo>
                  <a:pt x="7470" y="896"/>
                  <a:pt x="7404" y="863"/>
                  <a:pt x="7343" y="863"/>
                </a:cubicBezTo>
                <a:cubicBezTo>
                  <a:pt x="7281" y="863"/>
                  <a:pt x="7224" y="896"/>
                  <a:pt x="7207" y="978"/>
                </a:cubicBezTo>
                <a:cubicBezTo>
                  <a:pt x="7192" y="1056"/>
                  <a:pt x="7196" y="1132"/>
                  <a:pt x="7217" y="1201"/>
                </a:cubicBezTo>
                <a:lnTo>
                  <a:pt x="7217" y="1201"/>
                </a:lnTo>
                <a:lnTo>
                  <a:pt x="5466" y="1175"/>
                </a:lnTo>
                <a:lnTo>
                  <a:pt x="4348" y="1175"/>
                </a:lnTo>
                <a:cubicBezTo>
                  <a:pt x="4250" y="1159"/>
                  <a:pt x="4159" y="1151"/>
                  <a:pt x="4069" y="1151"/>
                </a:cubicBezTo>
                <a:cubicBezTo>
                  <a:pt x="3979" y="1151"/>
                  <a:pt x="3888" y="1159"/>
                  <a:pt x="3790" y="1175"/>
                </a:cubicBezTo>
                <a:cubicBezTo>
                  <a:pt x="3785" y="1173"/>
                  <a:pt x="3781" y="1171"/>
                  <a:pt x="3776" y="1169"/>
                </a:cubicBezTo>
                <a:lnTo>
                  <a:pt x="3776" y="1169"/>
                </a:lnTo>
                <a:cubicBezTo>
                  <a:pt x="3802" y="1116"/>
                  <a:pt x="3823" y="1064"/>
                  <a:pt x="3823" y="1011"/>
                </a:cubicBezTo>
                <a:cubicBezTo>
                  <a:pt x="3823" y="945"/>
                  <a:pt x="3790" y="847"/>
                  <a:pt x="3691" y="814"/>
                </a:cubicBezTo>
                <a:cubicBezTo>
                  <a:pt x="3658" y="797"/>
                  <a:pt x="3626" y="789"/>
                  <a:pt x="3589" y="789"/>
                </a:cubicBezTo>
                <a:cubicBezTo>
                  <a:pt x="3552" y="789"/>
                  <a:pt x="3511" y="797"/>
                  <a:pt x="3461" y="814"/>
                </a:cubicBezTo>
                <a:lnTo>
                  <a:pt x="3395" y="880"/>
                </a:lnTo>
                <a:cubicBezTo>
                  <a:pt x="3367" y="880"/>
                  <a:pt x="3339" y="880"/>
                  <a:pt x="3332" y="900"/>
                </a:cubicBezTo>
                <a:lnTo>
                  <a:pt x="3332" y="900"/>
                </a:lnTo>
                <a:cubicBezTo>
                  <a:pt x="3301" y="850"/>
                  <a:pt x="3245" y="817"/>
                  <a:pt x="3188" y="817"/>
                </a:cubicBezTo>
                <a:cubicBezTo>
                  <a:pt x="3158" y="817"/>
                  <a:pt x="3127" y="826"/>
                  <a:pt x="3100" y="847"/>
                </a:cubicBezTo>
                <a:cubicBezTo>
                  <a:pt x="3054" y="870"/>
                  <a:pt x="3020" y="909"/>
                  <a:pt x="2999" y="956"/>
                </a:cubicBezTo>
                <a:lnTo>
                  <a:pt x="2999" y="956"/>
                </a:lnTo>
                <a:cubicBezTo>
                  <a:pt x="2937" y="1029"/>
                  <a:pt x="2863" y="1091"/>
                  <a:pt x="2777" y="1141"/>
                </a:cubicBezTo>
                <a:lnTo>
                  <a:pt x="2777" y="1141"/>
                </a:lnTo>
                <a:cubicBezTo>
                  <a:pt x="2560" y="817"/>
                  <a:pt x="2394" y="470"/>
                  <a:pt x="2278" y="124"/>
                </a:cubicBezTo>
                <a:cubicBezTo>
                  <a:pt x="2245" y="42"/>
                  <a:pt x="2180" y="1"/>
                  <a:pt x="211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8" name="Google Shape;1562;p11"/>
          <p:cNvSpPr/>
          <p:nvPr/>
        </p:nvSpPr>
        <p:spPr>
          <a:xfrm>
            <a:off x="6914880" y="4728240"/>
            <a:ext cx="30960" cy="28440"/>
          </a:xfrm>
          <a:custGeom>
            <a:avLst/>
            <a:gdLst>
              <a:gd name="textAreaLeft" fmla="*/ 0 w 30960"/>
              <a:gd name="textAreaRight" fmla="*/ 31320 w 3096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1481" h="1364">
                <a:moveTo>
                  <a:pt x="173" y="0"/>
                </a:moveTo>
                <a:cubicBezTo>
                  <a:pt x="117" y="0"/>
                  <a:pt x="58" y="31"/>
                  <a:pt x="33" y="79"/>
                </a:cubicBezTo>
                <a:cubicBezTo>
                  <a:pt x="1" y="145"/>
                  <a:pt x="33" y="211"/>
                  <a:pt x="66" y="276"/>
                </a:cubicBezTo>
                <a:lnTo>
                  <a:pt x="1118" y="1328"/>
                </a:lnTo>
                <a:cubicBezTo>
                  <a:pt x="1143" y="1353"/>
                  <a:pt x="1174" y="1364"/>
                  <a:pt x="1205" y="1364"/>
                </a:cubicBezTo>
                <a:cubicBezTo>
                  <a:pt x="1335" y="1364"/>
                  <a:pt x="1480" y="1177"/>
                  <a:pt x="1348" y="1098"/>
                </a:cubicBezTo>
                <a:lnTo>
                  <a:pt x="1381" y="1098"/>
                </a:lnTo>
                <a:lnTo>
                  <a:pt x="883" y="600"/>
                </a:lnTo>
                <a:lnTo>
                  <a:pt x="883" y="600"/>
                </a:lnTo>
                <a:cubicBezTo>
                  <a:pt x="919" y="538"/>
                  <a:pt x="909" y="462"/>
                  <a:pt x="855" y="408"/>
                </a:cubicBezTo>
                <a:cubicBezTo>
                  <a:pt x="694" y="273"/>
                  <a:pt x="533" y="161"/>
                  <a:pt x="354" y="71"/>
                </a:cubicBezTo>
                <a:lnTo>
                  <a:pt x="354" y="71"/>
                </a:lnTo>
                <a:lnTo>
                  <a:pt x="329" y="46"/>
                </a:lnTo>
                <a:lnTo>
                  <a:pt x="324" y="56"/>
                </a:lnTo>
                <a:lnTo>
                  <a:pt x="324" y="56"/>
                </a:lnTo>
                <a:cubicBezTo>
                  <a:pt x="293" y="41"/>
                  <a:pt x="262" y="27"/>
                  <a:pt x="231" y="13"/>
                </a:cubicBezTo>
                <a:cubicBezTo>
                  <a:pt x="213" y="5"/>
                  <a:pt x="193" y="0"/>
                  <a:pt x="17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9" name="Google Shape;1563;p11"/>
          <p:cNvSpPr/>
          <p:nvPr/>
        </p:nvSpPr>
        <p:spPr>
          <a:xfrm>
            <a:off x="6941160" y="4727520"/>
            <a:ext cx="22680" cy="30600"/>
          </a:xfrm>
          <a:custGeom>
            <a:avLst/>
            <a:gdLst>
              <a:gd name="textAreaLeft" fmla="*/ 0 w 22680"/>
              <a:gd name="textAreaRight" fmla="*/ 23040 w 2268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1095" h="1460">
                <a:moveTo>
                  <a:pt x="193" y="0"/>
                </a:moveTo>
                <a:cubicBezTo>
                  <a:pt x="94" y="0"/>
                  <a:pt x="1" y="92"/>
                  <a:pt x="43" y="198"/>
                </a:cubicBezTo>
                <a:lnTo>
                  <a:pt x="58" y="257"/>
                </a:lnTo>
                <a:lnTo>
                  <a:pt x="43" y="263"/>
                </a:lnTo>
                <a:lnTo>
                  <a:pt x="70" y="305"/>
                </a:lnTo>
                <a:lnTo>
                  <a:pt x="76" y="329"/>
                </a:lnTo>
                <a:cubicBezTo>
                  <a:pt x="93" y="387"/>
                  <a:pt x="124" y="424"/>
                  <a:pt x="160" y="444"/>
                </a:cubicBezTo>
                <a:lnTo>
                  <a:pt x="160" y="444"/>
                </a:lnTo>
                <a:lnTo>
                  <a:pt x="766" y="1381"/>
                </a:lnTo>
                <a:cubicBezTo>
                  <a:pt x="814" y="1429"/>
                  <a:pt x="880" y="1459"/>
                  <a:pt x="937" y="1459"/>
                </a:cubicBezTo>
                <a:cubicBezTo>
                  <a:pt x="959" y="1459"/>
                  <a:pt x="979" y="1455"/>
                  <a:pt x="996" y="1446"/>
                </a:cubicBezTo>
                <a:cubicBezTo>
                  <a:pt x="1062" y="1381"/>
                  <a:pt x="1095" y="1282"/>
                  <a:pt x="1062" y="1216"/>
                </a:cubicBezTo>
                <a:lnTo>
                  <a:pt x="372" y="150"/>
                </a:lnTo>
                <a:lnTo>
                  <a:pt x="372" y="132"/>
                </a:lnTo>
                <a:lnTo>
                  <a:pt x="363" y="136"/>
                </a:lnTo>
                <a:lnTo>
                  <a:pt x="363" y="136"/>
                </a:lnTo>
                <a:lnTo>
                  <a:pt x="339" y="99"/>
                </a:lnTo>
                <a:cubicBezTo>
                  <a:pt x="304" y="29"/>
                  <a:pt x="247" y="0"/>
                  <a:pt x="19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0" name="Google Shape;1564;p11"/>
          <p:cNvSpPr/>
          <p:nvPr/>
        </p:nvSpPr>
        <p:spPr>
          <a:xfrm>
            <a:off x="6951600" y="4721040"/>
            <a:ext cx="18360" cy="36360"/>
          </a:xfrm>
          <a:custGeom>
            <a:avLst/>
            <a:gdLst>
              <a:gd name="textAreaLeft" fmla="*/ 0 w 18360"/>
              <a:gd name="textAreaRight" fmla="*/ 18720 w 1836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885" h="1736">
                <a:moveTo>
                  <a:pt x="197" y="1"/>
                </a:moveTo>
                <a:cubicBezTo>
                  <a:pt x="104" y="1"/>
                  <a:pt x="1" y="87"/>
                  <a:pt x="22" y="215"/>
                </a:cubicBezTo>
                <a:lnTo>
                  <a:pt x="121" y="445"/>
                </a:lnTo>
                <a:cubicBezTo>
                  <a:pt x="133" y="481"/>
                  <a:pt x="153" y="507"/>
                  <a:pt x="176" y="525"/>
                </a:cubicBezTo>
                <a:lnTo>
                  <a:pt x="176" y="525"/>
                </a:lnTo>
                <a:cubicBezTo>
                  <a:pt x="321" y="872"/>
                  <a:pt x="444" y="1240"/>
                  <a:pt x="548" y="1628"/>
                </a:cubicBezTo>
                <a:cubicBezTo>
                  <a:pt x="573" y="1703"/>
                  <a:pt x="632" y="1735"/>
                  <a:pt x="691" y="1735"/>
                </a:cubicBezTo>
                <a:cubicBezTo>
                  <a:pt x="787" y="1735"/>
                  <a:pt x="884" y="1651"/>
                  <a:pt x="844" y="1529"/>
                </a:cubicBezTo>
                <a:cubicBezTo>
                  <a:pt x="719" y="1063"/>
                  <a:pt x="565" y="596"/>
                  <a:pt x="354" y="157"/>
                </a:cubicBezTo>
                <a:lnTo>
                  <a:pt x="354" y="157"/>
                </a:lnTo>
                <a:cubicBezTo>
                  <a:pt x="352" y="143"/>
                  <a:pt x="351" y="129"/>
                  <a:pt x="351" y="116"/>
                </a:cubicBezTo>
                <a:lnTo>
                  <a:pt x="337" y="122"/>
                </a:lnTo>
                <a:lnTo>
                  <a:pt x="337" y="122"/>
                </a:lnTo>
                <a:cubicBezTo>
                  <a:pt x="331" y="109"/>
                  <a:pt x="324" y="96"/>
                  <a:pt x="318" y="83"/>
                </a:cubicBezTo>
                <a:cubicBezTo>
                  <a:pt x="295" y="26"/>
                  <a:pt x="248" y="1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1" name="Google Shape;1565;p11"/>
          <p:cNvSpPr/>
          <p:nvPr/>
        </p:nvSpPr>
        <p:spPr>
          <a:xfrm>
            <a:off x="6966360" y="4723920"/>
            <a:ext cx="10800" cy="30240"/>
          </a:xfrm>
          <a:custGeom>
            <a:avLst/>
            <a:gdLst>
              <a:gd name="textAreaLeft" fmla="*/ 0 w 10800"/>
              <a:gd name="textAreaRight" fmla="*/ 11160 w 10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527" h="1439">
                <a:moveTo>
                  <a:pt x="183" y="0"/>
                </a:moveTo>
                <a:cubicBezTo>
                  <a:pt x="167" y="0"/>
                  <a:pt x="150" y="3"/>
                  <a:pt x="132" y="9"/>
                </a:cubicBezTo>
                <a:cubicBezTo>
                  <a:pt x="66" y="9"/>
                  <a:pt x="0" y="75"/>
                  <a:pt x="0" y="174"/>
                </a:cubicBezTo>
                <a:lnTo>
                  <a:pt x="0" y="305"/>
                </a:lnTo>
                <a:cubicBezTo>
                  <a:pt x="0" y="373"/>
                  <a:pt x="31" y="425"/>
                  <a:pt x="83" y="451"/>
                </a:cubicBezTo>
                <a:lnTo>
                  <a:pt x="83" y="451"/>
                </a:lnTo>
                <a:cubicBezTo>
                  <a:pt x="157" y="721"/>
                  <a:pt x="190" y="1015"/>
                  <a:pt x="165" y="1291"/>
                </a:cubicBezTo>
                <a:cubicBezTo>
                  <a:pt x="148" y="1389"/>
                  <a:pt x="239" y="1439"/>
                  <a:pt x="329" y="1439"/>
                </a:cubicBezTo>
                <a:cubicBezTo>
                  <a:pt x="419" y="1439"/>
                  <a:pt x="510" y="1389"/>
                  <a:pt x="493" y="1291"/>
                </a:cubicBezTo>
                <a:cubicBezTo>
                  <a:pt x="526" y="896"/>
                  <a:pt x="460" y="469"/>
                  <a:pt x="329" y="108"/>
                </a:cubicBezTo>
                <a:cubicBezTo>
                  <a:pt x="302" y="54"/>
                  <a:pt x="253" y="0"/>
                  <a:pt x="18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2" name="Google Shape;1566;p11"/>
          <p:cNvSpPr/>
          <p:nvPr/>
        </p:nvSpPr>
        <p:spPr>
          <a:xfrm>
            <a:off x="6977520" y="4731480"/>
            <a:ext cx="58680" cy="27360"/>
          </a:xfrm>
          <a:custGeom>
            <a:avLst/>
            <a:gdLst>
              <a:gd name="textAreaLeft" fmla="*/ 0 w 58680"/>
              <a:gd name="textAreaRight" fmla="*/ 59040 w 5868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786" h="1312">
                <a:moveTo>
                  <a:pt x="195" y="0"/>
                </a:moveTo>
                <a:cubicBezTo>
                  <a:pt x="96" y="0"/>
                  <a:pt x="0" y="87"/>
                  <a:pt x="43" y="215"/>
                </a:cubicBezTo>
                <a:cubicBezTo>
                  <a:pt x="45" y="225"/>
                  <a:pt x="47" y="235"/>
                  <a:pt x="49" y="245"/>
                </a:cubicBezTo>
                <a:lnTo>
                  <a:pt x="49" y="245"/>
                </a:lnTo>
                <a:lnTo>
                  <a:pt x="43" y="248"/>
                </a:lnTo>
                <a:cubicBezTo>
                  <a:pt x="47" y="255"/>
                  <a:pt x="50" y="263"/>
                  <a:pt x="54" y="270"/>
                </a:cubicBezTo>
                <a:lnTo>
                  <a:pt x="54" y="270"/>
                </a:lnTo>
                <a:cubicBezTo>
                  <a:pt x="89" y="434"/>
                  <a:pt x="145" y="666"/>
                  <a:pt x="174" y="872"/>
                </a:cubicBezTo>
                <a:cubicBezTo>
                  <a:pt x="200" y="963"/>
                  <a:pt x="263" y="1003"/>
                  <a:pt x="327" y="1003"/>
                </a:cubicBezTo>
                <a:cubicBezTo>
                  <a:pt x="417" y="1003"/>
                  <a:pt x="510" y="924"/>
                  <a:pt x="505" y="800"/>
                </a:cubicBezTo>
                <a:lnTo>
                  <a:pt x="505" y="800"/>
                </a:lnTo>
                <a:cubicBezTo>
                  <a:pt x="615" y="887"/>
                  <a:pt x="735" y="966"/>
                  <a:pt x="864" y="1036"/>
                </a:cubicBezTo>
                <a:cubicBezTo>
                  <a:pt x="883" y="1048"/>
                  <a:pt x="903" y="1054"/>
                  <a:pt x="924" y="1054"/>
                </a:cubicBezTo>
                <a:cubicBezTo>
                  <a:pt x="954" y="1054"/>
                  <a:pt x="986" y="1042"/>
                  <a:pt x="1015" y="1023"/>
                </a:cubicBezTo>
                <a:lnTo>
                  <a:pt x="1015" y="1023"/>
                </a:lnTo>
                <a:cubicBezTo>
                  <a:pt x="1081" y="1100"/>
                  <a:pt x="1151" y="1171"/>
                  <a:pt x="1226" y="1234"/>
                </a:cubicBezTo>
                <a:cubicBezTo>
                  <a:pt x="1259" y="1266"/>
                  <a:pt x="1300" y="1283"/>
                  <a:pt x="1341" y="1283"/>
                </a:cubicBezTo>
                <a:cubicBezTo>
                  <a:pt x="1382" y="1283"/>
                  <a:pt x="1423" y="1266"/>
                  <a:pt x="1456" y="1234"/>
                </a:cubicBezTo>
                <a:cubicBezTo>
                  <a:pt x="1515" y="1174"/>
                  <a:pt x="1588" y="1155"/>
                  <a:pt x="1666" y="1155"/>
                </a:cubicBezTo>
                <a:cubicBezTo>
                  <a:pt x="1759" y="1155"/>
                  <a:pt x="1859" y="1183"/>
                  <a:pt x="1949" y="1201"/>
                </a:cubicBezTo>
                <a:cubicBezTo>
                  <a:pt x="2097" y="1275"/>
                  <a:pt x="2263" y="1312"/>
                  <a:pt x="2434" y="1312"/>
                </a:cubicBezTo>
                <a:cubicBezTo>
                  <a:pt x="2491" y="1312"/>
                  <a:pt x="2549" y="1307"/>
                  <a:pt x="2606" y="1299"/>
                </a:cubicBezTo>
                <a:cubicBezTo>
                  <a:pt x="2785" y="1239"/>
                  <a:pt x="2747" y="962"/>
                  <a:pt x="2590" y="962"/>
                </a:cubicBezTo>
                <a:cubicBezTo>
                  <a:pt x="2575" y="962"/>
                  <a:pt x="2558" y="965"/>
                  <a:pt x="2540" y="971"/>
                </a:cubicBezTo>
                <a:cubicBezTo>
                  <a:pt x="2503" y="983"/>
                  <a:pt x="2461" y="989"/>
                  <a:pt x="2418" y="989"/>
                </a:cubicBezTo>
                <a:cubicBezTo>
                  <a:pt x="2233" y="989"/>
                  <a:pt x="2003" y="892"/>
                  <a:pt x="1817" y="839"/>
                </a:cubicBezTo>
                <a:cubicBezTo>
                  <a:pt x="1784" y="834"/>
                  <a:pt x="1749" y="831"/>
                  <a:pt x="1713" y="831"/>
                </a:cubicBezTo>
                <a:cubicBezTo>
                  <a:pt x="1597" y="831"/>
                  <a:pt x="1476" y="861"/>
                  <a:pt x="1367" y="914"/>
                </a:cubicBezTo>
                <a:lnTo>
                  <a:pt x="1367" y="914"/>
                </a:lnTo>
                <a:cubicBezTo>
                  <a:pt x="1233" y="778"/>
                  <a:pt x="1104" y="633"/>
                  <a:pt x="996" y="445"/>
                </a:cubicBezTo>
                <a:cubicBezTo>
                  <a:pt x="973" y="376"/>
                  <a:pt x="922" y="347"/>
                  <a:pt x="868" y="347"/>
                </a:cubicBezTo>
                <a:cubicBezTo>
                  <a:pt x="774" y="347"/>
                  <a:pt x="670" y="437"/>
                  <a:pt x="694" y="554"/>
                </a:cubicBezTo>
                <a:lnTo>
                  <a:pt x="694" y="554"/>
                </a:lnTo>
                <a:cubicBezTo>
                  <a:pt x="542" y="428"/>
                  <a:pt x="421" y="269"/>
                  <a:pt x="339" y="83"/>
                </a:cubicBezTo>
                <a:cubicBezTo>
                  <a:pt x="304" y="26"/>
                  <a:pt x="249" y="0"/>
                  <a:pt x="19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3" name="Google Shape;1567;p11"/>
          <p:cNvSpPr/>
          <p:nvPr/>
        </p:nvSpPr>
        <p:spPr>
          <a:xfrm>
            <a:off x="7024320" y="4171320"/>
            <a:ext cx="90000" cy="581400"/>
          </a:xfrm>
          <a:custGeom>
            <a:avLst/>
            <a:gdLst>
              <a:gd name="textAreaLeft" fmla="*/ 0 w 90000"/>
              <a:gd name="textAreaRight" fmla="*/ 90360 w 90000"/>
              <a:gd name="textAreaTop" fmla="*/ 0 h 581400"/>
              <a:gd name="textAreaBottom" fmla="*/ 581760 h 581400"/>
            </a:gdLst>
            <a:ahLst/>
            <a:cxnLst/>
            <a:rect l="textAreaLeft" t="textAreaTop" r="textAreaRight" b="textAreaBottom"/>
            <a:pathLst>
              <a:path w="4273" h="27492">
                <a:moveTo>
                  <a:pt x="362" y="1"/>
                </a:moveTo>
                <a:cubicBezTo>
                  <a:pt x="274" y="1"/>
                  <a:pt x="178" y="83"/>
                  <a:pt x="198" y="199"/>
                </a:cubicBezTo>
                <a:cubicBezTo>
                  <a:pt x="494" y="2171"/>
                  <a:pt x="822" y="4110"/>
                  <a:pt x="1217" y="6081"/>
                </a:cubicBezTo>
                <a:cubicBezTo>
                  <a:pt x="1578" y="7954"/>
                  <a:pt x="1874" y="9860"/>
                  <a:pt x="2432" y="11701"/>
                </a:cubicBezTo>
                <a:cubicBezTo>
                  <a:pt x="2695" y="12588"/>
                  <a:pt x="3057" y="13475"/>
                  <a:pt x="3385" y="14362"/>
                </a:cubicBezTo>
                <a:cubicBezTo>
                  <a:pt x="3747" y="15249"/>
                  <a:pt x="3911" y="16170"/>
                  <a:pt x="3911" y="17122"/>
                </a:cubicBezTo>
                <a:cubicBezTo>
                  <a:pt x="3878" y="18075"/>
                  <a:pt x="3812" y="19061"/>
                  <a:pt x="3648" y="20014"/>
                </a:cubicBezTo>
                <a:cubicBezTo>
                  <a:pt x="3517" y="20901"/>
                  <a:pt x="3188" y="21723"/>
                  <a:pt x="2662" y="22479"/>
                </a:cubicBezTo>
                <a:cubicBezTo>
                  <a:pt x="1644" y="23892"/>
                  <a:pt x="1" y="25436"/>
                  <a:pt x="592" y="27375"/>
                </a:cubicBezTo>
                <a:cubicBezTo>
                  <a:pt x="619" y="27455"/>
                  <a:pt x="683" y="27492"/>
                  <a:pt x="749" y="27492"/>
                </a:cubicBezTo>
                <a:cubicBezTo>
                  <a:pt x="844" y="27492"/>
                  <a:pt x="940" y="27413"/>
                  <a:pt x="921" y="27276"/>
                </a:cubicBezTo>
                <a:lnTo>
                  <a:pt x="888" y="27243"/>
                </a:lnTo>
                <a:cubicBezTo>
                  <a:pt x="329" y="25469"/>
                  <a:pt x="1907" y="23957"/>
                  <a:pt x="2860" y="22676"/>
                </a:cubicBezTo>
                <a:cubicBezTo>
                  <a:pt x="3352" y="21986"/>
                  <a:pt x="3714" y="21230"/>
                  <a:pt x="3878" y="20376"/>
                </a:cubicBezTo>
                <a:cubicBezTo>
                  <a:pt x="4042" y="19488"/>
                  <a:pt x="4141" y="18568"/>
                  <a:pt x="4207" y="17648"/>
                </a:cubicBezTo>
                <a:cubicBezTo>
                  <a:pt x="4273" y="16728"/>
                  <a:pt x="4174" y="15808"/>
                  <a:pt x="3911" y="14921"/>
                </a:cubicBezTo>
                <a:cubicBezTo>
                  <a:pt x="3648" y="14034"/>
                  <a:pt x="3221" y="13179"/>
                  <a:pt x="2958" y="12292"/>
                </a:cubicBezTo>
                <a:cubicBezTo>
                  <a:pt x="2399" y="10452"/>
                  <a:pt x="1972" y="8579"/>
                  <a:pt x="1644" y="6706"/>
                </a:cubicBezTo>
                <a:cubicBezTo>
                  <a:pt x="1249" y="4504"/>
                  <a:pt x="822" y="2335"/>
                  <a:pt x="494" y="134"/>
                </a:cubicBezTo>
                <a:cubicBezTo>
                  <a:pt x="480" y="40"/>
                  <a:pt x="423" y="1"/>
                  <a:pt x="3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4" name="Google Shape;1568;p11"/>
          <p:cNvSpPr/>
          <p:nvPr/>
        </p:nvSpPr>
        <p:spPr>
          <a:xfrm>
            <a:off x="7024320" y="3800520"/>
            <a:ext cx="28080" cy="390960"/>
          </a:xfrm>
          <a:custGeom>
            <a:avLst/>
            <a:gdLst>
              <a:gd name="textAreaLeft" fmla="*/ 0 w 28080"/>
              <a:gd name="textAreaRight" fmla="*/ 28440 w 28080"/>
              <a:gd name="textAreaTop" fmla="*/ 0 h 390960"/>
              <a:gd name="textAreaBottom" fmla="*/ 391320 h 390960"/>
            </a:gdLst>
            <a:ahLst/>
            <a:cxnLst/>
            <a:rect l="textAreaLeft" t="textAreaTop" r="textAreaRight" b="textAreaBottom"/>
            <a:pathLst>
              <a:path w="1348" h="18493">
                <a:moveTo>
                  <a:pt x="896" y="1"/>
                </a:moveTo>
                <a:cubicBezTo>
                  <a:pt x="814" y="1"/>
                  <a:pt x="740" y="58"/>
                  <a:pt x="756" y="173"/>
                </a:cubicBezTo>
                <a:cubicBezTo>
                  <a:pt x="1348" y="4905"/>
                  <a:pt x="264" y="9604"/>
                  <a:pt x="66" y="14336"/>
                </a:cubicBezTo>
                <a:cubicBezTo>
                  <a:pt x="1" y="15650"/>
                  <a:pt x="1" y="16998"/>
                  <a:pt x="132" y="18345"/>
                </a:cubicBezTo>
                <a:cubicBezTo>
                  <a:pt x="149" y="18443"/>
                  <a:pt x="239" y="18493"/>
                  <a:pt x="321" y="18493"/>
                </a:cubicBezTo>
                <a:cubicBezTo>
                  <a:pt x="403" y="18493"/>
                  <a:pt x="477" y="18443"/>
                  <a:pt x="461" y="18345"/>
                </a:cubicBezTo>
                <a:cubicBezTo>
                  <a:pt x="1" y="13580"/>
                  <a:pt x="1085" y="8881"/>
                  <a:pt x="1249" y="4149"/>
                </a:cubicBezTo>
                <a:cubicBezTo>
                  <a:pt x="1282" y="2835"/>
                  <a:pt x="1217" y="1487"/>
                  <a:pt x="1085" y="173"/>
                </a:cubicBezTo>
                <a:cubicBezTo>
                  <a:pt x="1069" y="58"/>
                  <a:pt x="978" y="1"/>
                  <a:pt x="89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5" name="Google Shape;1569;p11"/>
          <p:cNvSpPr/>
          <p:nvPr/>
        </p:nvSpPr>
        <p:spPr>
          <a:xfrm>
            <a:off x="7223760" y="3971880"/>
            <a:ext cx="74160" cy="257400"/>
          </a:xfrm>
          <a:custGeom>
            <a:avLst/>
            <a:gdLst>
              <a:gd name="textAreaLeft" fmla="*/ 0 w 74160"/>
              <a:gd name="textAreaRight" fmla="*/ 74520 w 74160"/>
              <a:gd name="textAreaTop" fmla="*/ 0 h 257400"/>
              <a:gd name="textAreaBottom" fmla="*/ 257760 h 257400"/>
            </a:gdLst>
            <a:ahLst/>
            <a:cxnLst/>
            <a:rect l="textAreaLeft" t="textAreaTop" r="textAreaRight" b="textAreaBottom"/>
            <a:pathLst>
              <a:path w="3515" h="12182">
                <a:moveTo>
                  <a:pt x="407" y="1"/>
                </a:moveTo>
                <a:cubicBezTo>
                  <a:pt x="329" y="1"/>
                  <a:pt x="247" y="50"/>
                  <a:pt x="231" y="149"/>
                </a:cubicBezTo>
                <a:cubicBezTo>
                  <a:pt x="1" y="3500"/>
                  <a:pt x="33" y="7016"/>
                  <a:pt x="1676" y="10040"/>
                </a:cubicBezTo>
                <a:cubicBezTo>
                  <a:pt x="2071" y="10795"/>
                  <a:pt x="2564" y="11485"/>
                  <a:pt x="3155" y="12143"/>
                </a:cubicBezTo>
                <a:cubicBezTo>
                  <a:pt x="3190" y="12170"/>
                  <a:pt x="3227" y="12182"/>
                  <a:pt x="3263" y="12182"/>
                </a:cubicBezTo>
                <a:cubicBezTo>
                  <a:pt x="3399" y="12182"/>
                  <a:pt x="3515" y="12017"/>
                  <a:pt x="3385" y="11913"/>
                </a:cubicBezTo>
                <a:cubicBezTo>
                  <a:pt x="1184" y="9547"/>
                  <a:pt x="493" y="6228"/>
                  <a:pt x="461" y="3106"/>
                </a:cubicBezTo>
                <a:cubicBezTo>
                  <a:pt x="461" y="2120"/>
                  <a:pt x="493" y="1134"/>
                  <a:pt x="559" y="149"/>
                </a:cubicBezTo>
                <a:cubicBezTo>
                  <a:pt x="559" y="50"/>
                  <a:pt x="485" y="1"/>
                  <a:pt x="40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6" name="Google Shape;1570;p11"/>
          <p:cNvSpPr/>
          <p:nvPr/>
        </p:nvSpPr>
        <p:spPr>
          <a:xfrm>
            <a:off x="7118280" y="4720320"/>
            <a:ext cx="6480" cy="38160"/>
          </a:xfrm>
          <a:custGeom>
            <a:avLst/>
            <a:gdLst>
              <a:gd name="textAreaLeft" fmla="*/ 0 w 6480"/>
              <a:gd name="textAreaRight" fmla="*/ 6840 w 6480"/>
              <a:gd name="textAreaTop" fmla="*/ 0 h 38160"/>
              <a:gd name="textAreaBottom" fmla="*/ 38520 h 38160"/>
            </a:gdLst>
            <a:ahLst/>
            <a:cxnLst/>
            <a:rect l="textAreaLeft" t="textAreaTop" r="textAreaRight" b="textAreaBottom"/>
            <a:pathLst>
              <a:path w="330" h="1816">
                <a:moveTo>
                  <a:pt x="165" y="0"/>
                </a:moveTo>
                <a:cubicBezTo>
                  <a:pt x="91" y="0"/>
                  <a:pt x="17" y="41"/>
                  <a:pt x="1" y="123"/>
                </a:cubicBezTo>
                <a:lnTo>
                  <a:pt x="1" y="1668"/>
                </a:lnTo>
                <a:cubicBezTo>
                  <a:pt x="17" y="1767"/>
                  <a:pt x="91" y="1816"/>
                  <a:pt x="165" y="1816"/>
                </a:cubicBezTo>
                <a:cubicBezTo>
                  <a:pt x="239" y="1816"/>
                  <a:pt x="313" y="1767"/>
                  <a:pt x="329" y="1668"/>
                </a:cubicBezTo>
                <a:lnTo>
                  <a:pt x="329" y="123"/>
                </a:lnTo>
                <a:cubicBezTo>
                  <a:pt x="313" y="41"/>
                  <a:pt x="239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7" name="Google Shape;1571;p11"/>
          <p:cNvSpPr/>
          <p:nvPr/>
        </p:nvSpPr>
        <p:spPr>
          <a:xfrm>
            <a:off x="7161840" y="4741920"/>
            <a:ext cx="30240" cy="23760"/>
          </a:xfrm>
          <a:custGeom>
            <a:avLst/>
            <a:gdLst>
              <a:gd name="textAreaLeft" fmla="*/ 0 w 30240"/>
              <a:gd name="textAreaRight" fmla="*/ 30600 w 3024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446" h="1136">
                <a:moveTo>
                  <a:pt x="361" y="191"/>
                </a:moveTo>
                <a:lnTo>
                  <a:pt x="349" y="196"/>
                </a:lnTo>
                <a:lnTo>
                  <a:pt x="349" y="196"/>
                </a:lnTo>
                <a:cubicBezTo>
                  <a:pt x="343" y="194"/>
                  <a:pt x="336" y="192"/>
                  <a:pt x="329" y="191"/>
                </a:cubicBezTo>
                <a:close/>
                <a:moveTo>
                  <a:pt x="208" y="0"/>
                </a:moveTo>
                <a:cubicBezTo>
                  <a:pt x="131" y="0"/>
                  <a:pt x="57" y="54"/>
                  <a:pt x="33" y="125"/>
                </a:cubicBezTo>
                <a:cubicBezTo>
                  <a:pt x="0" y="289"/>
                  <a:pt x="99" y="454"/>
                  <a:pt x="230" y="487"/>
                </a:cubicBezTo>
                <a:cubicBezTo>
                  <a:pt x="251" y="493"/>
                  <a:pt x="270" y="495"/>
                  <a:pt x="288" y="495"/>
                </a:cubicBezTo>
                <a:cubicBezTo>
                  <a:pt x="315" y="495"/>
                  <a:pt x="338" y="489"/>
                  <a:pt x="359" y="479"/>
                </a:cubicBezTo>
                <a:lnTo>
                  <a:pt x="359" y="479"/>
                </a:lnTo>
                <a:cubicBezTo>
                  <a:pt x="632" y="680"/>
                  <a:pt x="900" y="886"/>
                  <a:pt x="1150" y="1111"/>
                </a:cubicBezTo>
                <a:cubicBezTo>
                  <a:pt x="1183" y="1127"/>
                  <a:pt x="1224" y="1136"/>
                  <a:pt x="1265" y="1136"/>
                </a:cubicBezTo>
                <a:cubicBezTo>
                  <a:pt x="1306" y="1136"/>
                  <a:pt x="1347" y="1127"/>
                  <a:pt x="1380" y="1111"/>
                </a:cubicBezTo>
                <a:cubicBezTo>
                  <a:pt x="1446" y="1045"/>
                  <a:pt x="1446" y="947"/>
                  <a:pt x="1380" y="881"/>
                </a:cubicBezTo>
                <a:cubicBezTo>
                  <a:pt x="1052" y="552"/>
                  <a:pt x="657" y="289"/>
                  <a:pt x="296" y="27"/>
                </a:cubicBezTo>
                <a:cubicBezTo>
                  <a:pt x="268" y="8"/>
                  <a:pt x="238" y="0"/>
                  <a:pt x="2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8" name="Google Shape;1572;p11"/>
          <p:cNvSpPr/>
          <p:nvPr/>
        </p:nvSpPr>
        <p:spPr>
          <a:xfrm>
            <a:off x="7179480" y="4741560"/>
            <a:ext cx="25560" cy="29520"/>
          </a:xfrm>
          <a:custGeom>
            <a:avLst/>
            <a:gdLst>
              <a:gd name="textAreaLeft" fmla="*/ 0 w 25560"/>
              <a:gd name="textAreaRight" fmla="*/ 25920 w 2556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1218" h="1420">
                <a:moveTo>
                  <a:pt x="276" y="1"/>
                </a:moveTo>
                <a:cubicBezTo>
                  <a:pt x="146" y="1"/>
                  <a:pt x="0" y="187"/>
                  <a:pt x="133" y="267"/>
                </a:cubicBezTo>
                <a:lnTo>
                  <a:pt x="133" y="299"/>
                </a:lnTo>
                <a:cubicBezTo>
                  <a:pt x="396" y="595"/>
                  <a:pt x="659" y="957"/>
                  <a:pt x="889" y="1351"/>
                </a:cubicBezTo>
                <a:cubicBezTo>
                  <a:pt x="929" y="1392"/>
                  <a:pt x="983" y="1420"/>
                  <a:pt x="1033" y="1420"/>
                </a:cubicBezTo>
                <a:cubicBezTo>
                  <a:pt x="1064" y="1420"/>
                  <a:pt x="1094" y="1409"/>
                  <a:pt x="1119" y="1384"/>
                </a:cubicBezTo>
                <a:cubicBezTo>
                  <a:pt x="1184" y="1351"/>
                  <a:pt x="1217" y="1252"/>
                  <a:pt x="1184" y="1187"/>
                </a:cubicBezTo>
                <a:cubicBezTo>
                  <a:pt x="922" y="792"/>
                  <a:pt x="659" y="398"/>
                  <a:pt x="363" y="37"/>
                </a:cubicBezTo>
                <a:cubicBezTo>
                  <a:pt x="338" y="11"/>
                  <a:pt x="307" y="1"/>
                  <a:pt x="27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9" name="Google Shape;1573;p11"/>
          <p:cNvSpPr/>
          <p:nvPr/>
        </p:nvSpPr>
        <p:spPr>
          <a:xfrm>
            <a:off x="7196040" y="4742280"/>
            <a:ext cx="16920" cy="25560"/>
          </a:xfrm>
          <a:custGeom>
            <a:avLst/>
            <a:gdLst>
              <a:gd name="textAreaLeft" fmla="*/ 0 w 16920"/>
              <a:gd name="textAreaRight" fmla="*/ 17280 w 1692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822" h="1219">
                <a:moveTo>
                  <a:pt x="178" y="0"/>
                </a:moveTo>
                <a:cubicBezTo>
                  <a:pt x="149" y="0"/>
                  <a:pt x="122" y="11"/>
                  <a:pt x="99" y="34"/>
                </a:cubicBezTo>
                <a:cubicBezTo>
                  <a:pt x="33" y="67"/>
                  <a:pt x="0" y="166"/>
                  <a:pt x="33" y="264"/>
                </a:cubicBezTo>
                <a:cubicBezTo>
                  <a:pt x="197" y="527"/>
                  <a:pt x="362" y="823"/>
                  <a:pt x="526" y="1119"/>
                </a:cubicBezTo>
                <a:cubicBezTo>
                  <a:pt x="547" y="1182"/>
                  <a:pt x="596" y="1219"/>
                  <a:pt x="645" y="1219"/>
                </a:cubicBezTo>
                <a:cubicBezTo>
                  <a:pt x="672" y="1219"/>
                  <a:pt x="700" y="1208"/>
                  <a:pt x="723" y="1185"/>
                </a:cubicBezTo>
                <a:cubicBezTo>
                  <a:pt x="822" y="1152"/>
                  <a:pt x="822" y="1053"/>
                  <a:pt x="789" y="955"/>
                </a:cubicBezTo>
                <a:cubicBezTo>
                  <a:pt x="657" y="659"/>
                  <a:pt x="493" y="363"/>
                  <a:pt x="329" y="100"/>
                </a:cubicBezTo>
                <a:cubicBezTo>
                  <a:pt x="286" y="37"/>
                  <a:pt x="230" y="0"/>
                  <a:pt x="17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0" name="Google Shape;1574;p11"/>
          <p:cNvSpPr/>
          <p:nvPr/>
        </p:nvSpPr>
        <p:spPr>
          <a:xfrm>
            <a:off x="7203960" y="4740840"/>
            <a:ext cx="18720" cy="21960"/>
          </a:xfrm>
          <a:custGeom>
            <a:avLst/>
            <a:gdLst>
              <a:gd name="textAreaLeft" fmla="*/ 0 w 18720"/>
              <a:gd name="textAreaRight" fmla="*/ 19080 w 1872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900" h="1059">
                <a:moveTo>
                  <a:pt x="220" y="1"/>
                </a:moveTo>
                <a:cubicBezTo>
                  <a:pt x="107" y="1"/>
                  <a:pt x="0" y="131"/>
                  <a:pt x="78" y="261"/>
                </a:cubicBezTo>
                <a:lnTo>
                  <a:pt x="111" y="228"/>
                </a:lnTo>
                <a:cubicBezTo>
                  <a:pt x="177" y="294"/>
                  <a:pt x="242" y="326"/>
                  <a:pt x="275" y="392"/>
                </a:cubicBezTo>
                <a:lnTo>
                  <a:pt x="374" y="491"/>
                </a:lnTo>
                <a:cubicBezTo>
                  <a:pt x="374" y="524"/>
                  <a:pt x="374" y="524"/>
                  <a:pt x="407" y="556"/>
                </a:cubicBezTo>
                <a:cubicBezTo>
                  <a:pt x="440" y="622"/>
                  <a:pt x="473" y="688"/>
                  <a:pt x="505" y="754"/>
                </a:cubicBezTo>
                <a:cubicBezTo>
                  <a:pt x="505" y="754"/>
                  <a:pt x="538" y="787"/>
                  <a:pt x="538" y="819"/>
                </a:cubicBezTo>
                <a:lnTo>
                  <a:pt x="571" y="951"/>
                </a:lnTo>
                <a:cubicBezTo>
                  <a:pt x="598" y="1004"/>
                  <a:pt x="647" y="1058"/>
                  <a:pt x="717" y="1058"/>
                </a:cubicBezTo>
                <a:cubicBezTo>
                  <a:pt x="733" y="1058"/>
                  <a:pt x="750" y="1055"/>
                  <a:pt x="768" y="1049"/>
                </a:cubicBezTo>
                <a:cubicBezTo>
                  <a:pt x="834" y="1017"/>
                  <a:pt x="900" y="951"/>
                  <a:pt x="867" y="852"/>
                </a:cubicBezTo>
                <a:cubicBezTo>
                  <a:pt x="768" y="524"/>
                  <a:pt x="571" y="261"/>
                  <a:pt x="308" y="31"/>
                </a:cubicBezTo>
                <a:cubicBezTo>
                  <a:pt x="281" y="10"/>
                  <a:pt x="250" y="1"/>
                  <a:pt x="22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1" name="Google Shape;1575;p11"/>
          <p:cNvSpPr/>
          <p:nvPr/>
        </p:nvSpPr>
        <p:spPr>
          <a:xfrm>
            <a:off x="7221600" y="4744440"/>
            <a:ext cx="15120" cy="17640"/>
          </a:xfrm>
          <a:custGeom>
            <a:avLst/>
            <a:gdLst>
              <a:gd name="textAreaLeft" fmla="*/ 0 w 15120"/>
              <a:gd name="textAreaRight" fmla="*/ 15480 w 1512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724" h="847">
                <a:moveTo>
                  <a:pt x="153" y="0"/>
                </a:moveTo>
                <a:cubicBezTo>
                  <a:pt x="132" y="0"/>
                  <a:pt x="116" y="9"/>
                  <a:pt x="100" y="25"/>
                </a:cubicBezTo>
                <a:cubicBezTo>
                  <a:pt x="1" y="58"/>
                  <a:pt x="1" y="156"/>
                  <a:pt x="34" y="255"/>
                </a:cubicBezTo>
                <a:lnTo>
                  <a:pt x="395" y="781"/>
                </a:lnTo>
                <a:cubicBezTo>
                  <a:pt x="395" y="814"/>
                  <a:pt x="428" y="814"/>
                  <a:pt x="494" y="847"/>
                </a:cubicBezTo>
                <a:lnTo>
                  <a:pt x="625" y="847"/>
                </a:lnTo>
                <a:cubicBezTo>
                  <a:pt x="691" y="781"/>
                  <a:pt x="724" y="682"/>
                  <a:pt x="658" y="617"/>
                </a:cubicBezTo>
                <a:lnTo>
                  <a:pt x="330" y="91"/>
                </a:lnTo>
                <a:cubicBezTo>
                  <a:pt x="297" y="58"/>
                  <a:pt x="264" y="25"/>
                  <a:pt x="231" y="25"/>
                </a:cubicBezTo>
                <a:cubicBezTo>
                  <a:pt x="198" y="9"/>
                  <a:pt x="173" y="0"/>
                  <a:pt x="1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2" name="Google Shape;1576;p11"/>
          <p:cNvSpPr/>
          <p:nvPr/>
        </p:nvSpPr>
        <p:spPr>
          <a:xfrm>
            <a:off x="7232760" y="4746600"/>
            <a:ext cx="15840" cy="15120"/>
          </a:xfrm>
          <a:custGeom>
            <a:avLst/>
            <a:gdLst>
              <a:gd name="textAreaLeft" fmla="*/ 0 w 15840"/>
              <a:gd name="textAreaRight" fmla="*/ 16200 w 1584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760" h="727">
                <a:moveTo>
                  <a:pt x="247" y="0"/>
                </a:moveTo>
                <a:cubicBezTo>
                  <a:pt x="135" y="0"/>
                  <a:pt x="1" y="181"/>
                  <a:pt x="102" y="282"/>
                </a:cubicBezTo>
                <a:cubicBezTo>
                  <a:pt x="234" y="414"/>
                  <a:pt x="365" y="545"/>
                  <a:pt x="464" y="677"/>
                </a:cubicBezTo>
                <a:cubicBezTo>
                  <a:pt x="497" y="710"/>
                  <a:pt x="538" y="726"/>
                  <a:pt x="579" y="726"/>
                </a:cubicBezTo>
                <a:cubicBezTo>
                  <a:pt x="620" y="726"/>
                  <a:pt x="661" y="710"/>
                  <a:pt x="694" y="677"/>
                </a:cubicBezTo>
                <a:cubicBezTo>
                  <a:pt x="760" y="611"/>
                  <a:pt x="760" y="513"/>
                  <a:pt x="694" y="447"/>
                </a:cubicBezTo>
                <a:lnTo>
                  <a:pt x="332" y="52"/>
                </a:lnTo>
                <a:cubicBezTo>
                  <a:pt x="310" y="15"/>
                  <a:pt x="280" y="0"/>
                  <a:pt x="24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3" name="Google Shape;1577;p11"/>
          <p:cNvSpPr/>
          <p:nvPr/>
        </p:nvSpPr>
        <p:spPr>
          <a:xfrm>
            <a:off x="7244640" y="4747320"/>
            <a:ext cx="16920" cy="19800"/>
          </a:xfrm>
          <a:custGeom>
            <a:avLst/>
            <a:gdLst>
              <a:gd name="textAreaLeft" fmla="*/ 0 w 16920"/>
              <a:gd name="textAreaRight" fmla="*/ 17280 w 1692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822" h="946">
                <a:moveTo>
                  <a:pt x="165" y="1"/>
                </a:moveTo>
                <a:cubicBezTo>
                  <a:pt x="132" y="1"/>
                  <a:pt x="99" y="1"/>
                  <a:pt x="66" y="33"/>
                </a:cubicBezTo>
                <a:cubicBezTo>
                  <a:pt x="0" y="99"/>
                  <a:pt x="0" y="198"/>
                  <a:pt x="66" y="263"/>
                </a:cubicBezTo>
                <a:lnTo>
                  <a:pt x="99" y="329"/>
                </a:lnTo>
                <a:cubicBezTo>
                  <a:pt x="165" y="362"/>
                  <a:pt x="198" y="395"/>
                  <a:pt x="230" y="428"/>
                </a:cubicBezTo>
                <a:lnTo>
                  <a:pt x="296" y="494"/>
                </a:lnTo>
                <a:lnTo>
                  <a:pt x="329" y="559"/>
                </a:lnTo>
                <a:cubicBezTo>
                  <a:pt x="362" y="592"/>
                  <a:pt x="395" y="658"/>
                  <a:pt x="428" y="691"/>
                </a:cubicBezTo>
                <a:lnTo>
                  <a:pt x="493" y="789"/>
                </a:lnTo>
                <a:lnTo>
                  <a:pt x="493" y="822"/>
                </a:lnTo>
                <a:cubicBezTo>
                  <a:pt x="526" y="855"/>
                  <a:pt x="559" y="888"/>
                  <a:pt x="592" y="921"/>
                </a:cubicBezTo>
                <a:cubicBezTo>
                  <a:pt x="608" y="937"/>
                  <a:pt x="625" y="945"/>
                  <a:pt x="641" y="945"/>
                </a:cubicBezTo>
                <a:cubicBezTo>
                  <a:pt x="658" y="945"/>
                  <a:pt x="674" y="937"/>
                  <a:pt x="690" y="921"/>
                </a:cubicBezTo>
                <a:cubicBezTo>
                  <a:pt x="756" y="921"/>
                  <a:pt x="789" y="888"/>
                  <a:pt x="789" y="855"/>
                </a:cubicBezTo>
                <a:cubicBezTo>
                  <a:pt x="822" y="822"/>
                  <a:pt x="822" y="756"/>
                  <a:pt x="789" y="724"/>
                </a:cubicBezTo>
                <a:cubicBezTo>
                  <a:pt x="690" y="461"/>
                  <a:pt x="526" y="231"/>
                  <a:pt x="296" y="33"/>
                </a:cubicBezTo>
                <a:cubicBezTo>
                  <a:pt x="263" y="1"/>
                  <a:pt x="230" y="1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4" name="Google Shape;1578;p11"/>
          <p:cNvSpPr/>
          <p:nvPr/>
        </p:nvSpPr>
        <p:spPr>
          <a:xfrm>
            <a:off x="6868440" y="4745520"/>
            <a:ext cx="26640" cy="14040"/>
          </a:xfrm>
          <a:custGeom>
            <a:avLst/>
            <a:gdLst>
              <a:gd name="textAreaLeft" fmla="*/ 0 w 26640"/>
              <a:gd name="textAreaRight" fmla="*/ 27000 w 266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282" h="679">
                <a:moveTo>
                  <a:pt x="176" y="0"/>
                </a:moveTo>
                <a:cubicBezTo>
                  <a:pt x="99" y="0"/>
                  <a:pt x="33" y="54"/>
                  <a:pt x="33" y="107"/>
                </a:cubicBezTo>
                <a:cubicBezTo>
                  <a:pt x="0" y="206"/>
                  <a:pt x="66" y="305"/>
                  <a:pt x="131" y="305"/>
                </a:cubicBezTo>
                <a:lnTo>
                  <a:pt x="131" y="337"/>
                </a:lnTo>
                <a:cubicBezTo>
                  <a:pt x="296" y="337"/>
                  <a:pt x="460" y="403"/>
                  <a:pt x="624" y="436"/>
                </a:cubicBezTo>
                <a:lnTo>
                  <a:pt x="657" y="469"/>
                </a:lnTo>
                <a:cubicBezTo>
                  <a:pt x="679" y="480"/>
                  <a:pt x="686" y="484"/>
                  <a:pt x="688" y="484"/>
                </a:cubicBezTo>
                <a:cubicBezTo>
                  <a:pt x="690" y="484"/>
                  <a:pt x="668" y="469"/>
                  <a:pt x="690" y="469"/>
                </a:cubicBezTo>
                <a:lnTo>
                  <a:pt x="822" y="535"/>
                </a:lnTo>
                <a:cubicBezTo>
                  <a:pt x="887" y="568"/>
                  <a:pt x="953" y="600"/>
                  <a:pt x="1019" y="666"/>
                </a:cubicBezTo>
                <a:cubicBezTo>
                  <a:pt x="1036" y="675"/>
                  <a:pt x="1056" y="679"/>
                  <a:pt x="1077" y="679"/>
                </a:cubicBezTo>
                <a:cubicBezTo>
                  <a:pt x="1135" y="679"/>
                  <a:pt x="1201" y="648"/>
                  <a:pt x="1249" y="600"/>
                </a:cubicBezTo>
                <a:cubicBezTo>
                  <a:pt x="1282" y="502"/>
                  <a:pt x="1282" y="403"/>
                  <a:pt x="1183" y="370"/>
                </a:cubicBezTo>
                <a:cubicBezTo>
                  <a:pt x="887" y="173"/>
                  <a:pt x="559" y="75"/>
                  <a:pt x="230" y="9"/>
                </a:cubicBezTo>
                <a:cubicBezTo>
                  <a:pt x="212" y="3"/>
                  <a:pt x="194" y="0"/>
                  <a:pt x="17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5" name="Google Shape;1579;p11"/>
          <p:cNvSpPr/>
          <p:nvPr/>
        </p:nvSpPr>
        <p:spPr>
          <a:xfrm>
            <a:off x="6888240" y="4742640"/>
            <a:ext cx="23040" cy="17640"/>
          </a:xfrm>
          <a:custGeom>
            <a:avLst/>
            <a:gdLst>
              <a:gd name="textAreaLeft" fmla="*/ 0 w 23040"/>
              <a:gd name="textAreaRight" fmla="*/ 23400 w 2304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099" h="852">
                <a:moveTo>
                  <a:pt x="213" y="1"/>
                </a:moveTo>
                <a:cubicBezTo>
                  <a:pt x="36" y="1"/>
                  <a:pt x="1" y="247"/>
                  <a:pt x="178" y="306"/>
                </a:cubicBezTo>
                <a:lnTo>
                  <a:pt x="244" y="339"/>
                </a:lnTo>
                <a:lnTo>
                  <a:pt x="343" y="372"/>
                </a:lnTo>
                <a:lnTo>
                  <a:pt x="375" y="372"/>
                </a:lnTo>
                <a:lnTo>
                  <a:pt x="474" y="438"/>
                </a:lnTo>
                <a:lnTo>
                  <a:pt x="507" y="470"/>
                </a:lnTo>
                <a:lnTo>
                  <a:pt x="540" y="503"/>
                </a:lnTo>
                <a:lnTo>
                  <a:pt x="573" y="503"/>
                </a:lnTo>
                <a:lnTo>
                  <a:pt x="605" y="536"/>
                </a:lnTo>
                <a:lnTo>
                  <a:pt x="671" y="635"/>
                </a:lnTo>
                <a:lnTo>
                  <a:pt x="737" y="668"/>
                </a:lnTo>
                <a:cubicBezTo>
                  <a:pt x="737" y="701"/>
                  <a:pt x="770" y="733"/>
                  <a:pt x="803" y="766"/>
                </a:cubicBezTo>
                <a:cubicBezTo>
                  <a:pt x="823" y="829"/>
                  <a:pt x="871" y="852"/>
                  <a:pt x="919" y="852"/>
                </a:cubicBezTo>
                <a:cubicBezTo>
                  <a:pt x="947" y="852"/>
                  <a:pt x="976" y="844"/>
                  <a:pt x="1000" y="832"/>
                </a:cubicBezTo>
                <a:cubicBezTo>
                  <a:pt x="1098" y="799"/>
                  <a:pt x="1098" y="701"/>
                  <a:pt x="1065" y="602"/>
                </a:cubicBezTo>
                <a:cubicBezTo>
                  <a:pt x="901" y="306"/>
                  <a:pt x="605" y="76"/>
                  <a:pt x="277" y="10"/>
                </a:cubicBezTo>
                <a:cubicBezTo>
                  <a:pt x="254" y="4"/>
                  <a:pt x="233" y="1"/>
                  <a:pt x="21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6" name="Google Shape;1580;p11"/>
          <p:cNvSpPr/>
          <p:nvPr/>
        </p:nvSpPr>
        <p:spPr>
          <a:xfrm>
            <a:off x="6905520" y="4741200"/>
            <a:ext cx="21960" cy="18000"/>
          </a:xfrm>
          <a:custGeom>
            <a:avLst/>
            <a:gdLst>
              <a:gd name="textAreaLeft" fmla="*/ 0 w 21960"/>
              <a:gd name="textAreaRight" fmla="*/ 22320 w 2196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061" h="871">
                <a:moveTo>
                  <a:pt x="269" y="0"/>
                </a:moveTo>
                <a:cubicBezTo>
                  <a:pt x="149" y="0"/>
                  <a:pt x="1" y="181"/>
                  <a:pt x="128" y="283"/>
                </a:cubicBezTo>
                <a:lnTo>
                  <a:pt x="752" y="841"/>
                </a:lnTo>
                <a:cubicBezTo>
                  <a:pt x="780" y="862"/>
                  <a:pt x="810" y="871"/>
                  <a:pt x="840" y="871"/>
                </a:cubicBezTo>
                <a:cubicBezTo>
                  <a:pt x="953" y="871"/>
                  <a:pt x="1060" y="741"/>
                  <a:pt x="982" y="611"/>
                </a:cubicBezTo>
                <a:lnTo>
                  <a:pt x="358" y="53"/>
                </a:lnTo>
                <a:cubicBezTo>
                  <a:pt x="336" y="16"/>
                  <a:pt x="304" y="0"/>
                  <a:pt x="26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7" name="Google Shape;1581;p11"/>
          <p:cNvSpPr/>
          <p:nvPr/>
        </p:nvSpPr>
        <p:spPr>
          <a:xfrm>
            <a:off x="6954120" y="4760640"/>
            <a:ext cx="27360" cy="15120"/>
          </a:xfrm>
          <a:custGeom>
            <a:avLst/>
            <a:gdLst>
              <a:gd name="textAreaLeft" fmla="*/ 0 w 27360"/>
              <a:gd name="textAreaRight" fmla="*/ 27720 w 2736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318" h="732">
                <a:moveTo>
                  <a:pt x="192" y="0"/>
                </a:moveTo>
                <a:cubicBezTo>
                  <a:pt x="135" y="0"/>
                  <a:pt x="87" y="23"/>
                  <a:pt x="67" y="86"/>
                </a:cubicBezTo>
                <a:cubicBezTo>
                  <a:pt x="1" y="151"/>
                  <a:pt x="34" y="250"/>
                  <a:pt x="132" y="316"/>
                </a:cubicBezTo>
                <a:lnTo>
                  <a:pt x="987" y="710"/>
                </a:lnTo>
                <a:cubicBezTo>
                  <a:pt x="1017" y="725"/>
                  <a:pt x="1046" y="732"/>
                  <a:pt x="1074" y="732"/>
                </a:cubicBezTo>
                <a:cubicBezTo>
                  <a:pt x="1226" y="732"/>
                  <a:pt x="1318" y="530"/>
                  <a:pt x="1151" y="447"/>
                </a:cubicBezTo>
                <a:lnTo>
                  <a:pt x="297" y="20"/>
                </a:lnTo>
                <a:cubicBezTo>
                  <a:pt x="260" y="8"/>
                  <a:pt x="224" y="0"/>
                  <a:pt x="19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8" name="Google Shape;1582;p11"/>
          <p:cNvSpPr/>
          <p:nvPr/>
        </p:nvSpPr>
        <p:spPr>
          <a:xfrm>
            <a:off x="7011720" y="4759200"/>
            <a:ext cx="27000" cy="15480"/>
          </a:xfrm>
          <a:custGeom>
            <a:avLst/>
            <a:gdLst>
              <a:gd name="textAreaLeft" fmla="*/ 0 w 27000"/>
              <a:gd name="textAreaRight" fmla="*/ 27360 w 2700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285" h="754">
                <a:moveTo>
                  <a:pt x="245" y="0"/>
                </a:moveTo>
                <a:cubicBezTo>
                  <a:pt x="93" y="0"/>
                  <a:pt x="0" y="206"/>
                  <a:pt x="168" y="318"/>
                </a:cubicBezTo>
                <a:lnTo>
                  <a:pt x="168" y="285"/>
                </a:lnTo>
                <a:cubicBezTo>
                  <a:pt x="430" y="482"/>
                  <a:pt x="759" y="614"/>
                  <a:pt x="1088" y="745"/>
                </a:cubicBezTo>
                <a:cubicBezTo>
                  <a:pt x="1100" y="751"/>
                  <a:pt x="1113" y="754"/>
                  <a:pt x="1126" y="754"/>
                </a:cubicBezTo>
                <a:cubicBezTo>
                  <a:pt x="1187" y="754"/>
                  <a:pt x="1258" y="700"/>
                  <a:pt x="1285" y="646"/>
                </a:cubicBezTo>
                <a:cubicBezTo>
                  <a:pt x="1285" y="548"/>
                  <a:pt x="1252" y="449"/>
                  <a:pt x="1153" y="449"/>
                </a:cubicBezTo>
                <a:lnTo>
                  <a:pt x="1055" y="384"/>
                </a:lnTo>
                <a:lnTo>
                  <a:pt x="956" y="384"/>
                </a:lnTo>
                <a:lnTo>
                  <a:pt x="726" y="252"/>
                </a:lnTo>
                <a:cubicBezTo>
                  <a:pt x="595" y="186"/>
                  <a:pt x="463" y="121"/>
                  <a:pt x="332" y="22"/>
                </a:cubicBezTo>
                <a:cubicBezTo>
                  <a:pt x="302" y="7"/>
                  <a:pt x="273" y="0"/>
                  <a:pt x="24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9" name="Google Shape;1583;p11"/>
          <p:cNvSpPr/>
          <p:nvPr/>
        </p:nvSpPr>
        <p:spPr>
          <a:xfrm>
            <a:off x="7047720" y="4762080"/>
            <a:ext cx="21240" cy="15120"/>
          </a:xfrm>
          <a:custGeom>
            <a:avLst/>
            <a:gdLst>
              <a:gd name="textAreaLeft" fmla="*/ 0 w 21240"/>
              <a:gd name="textAreaRight" fmla="*/ 21600 w 2124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022" h="726">
                <a:moveTo>
                  <a:pt x="244" y="1"/>
                </a:moveTo>
                <a:cubicBezTo>
                  <a:pt x="92" y="1"/>
                  <a:pt x="0" y="202"/>
                  <a:pt x="167" y="285"/>
                </a:cubicBezTo>
                <a:lnTo>
                  <a:pt x="759" y="713"/>
                </a:lnTo>
                <a:cubicBezTo>
                  <a:pt x="776" y="721"/>
                  <a:pt x="796" y="725"/>
                  <a:pt x="817" y="725"/>
                </a:cubicBezTo>
                <a:cubicBezTo>
                  <a:pt x="875" y="725"/>
                  <a:pt x="941" y="695"/>
                  <a:pt x="989" y="647"/>
                </a:cubicBezTo>
                <a:cubicBezTo>
                  <a:pt x="1022" y="581"/>
                  <a:pt x="989" y="483"/>
                  <a:pt x="923" y="417"/>
                </a:cubicBezTo>
                <a:lnTo>
                  <a:pt x="332" y="23"/>
                </a:lnTo>
                <a:cubicBezTo>
                  <a:pt x="301" y="7"/>
                  <a:pt x="272" y="1"/>
                  <a:pt x="2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0" name="Google Shape;1584;p11"/>
          <p:cNvSpPr/>
          <p:nvPr/>
        </p:nvSpPr>
        <p:spPr>
          <a:xfrm>
            <a:off x="7059600" y="4763160"/>
            <a:ext cx="19080" cy="14400"/>
          </a:xfrm>
          <a:custGeom>
            <a:avLst/>
            <a:gdLst>
              <a:gd name="textAreaLeft" fmla="*/ 0 w 19080"/>
              <a:gd name="textAreaRight" fmla="*/ 19440 w 1908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921" h="695">
                <a:moveTo>
                  <a:pt x="162" y="0"/>
                </a:moveTo>
                <a:cubicBezTo>
                  <a:pt x="103" y="0"/>
                  <a:pt x="55" y="36"/>
                  <a:pt x="33" y="100"/>
                </a:cubicBezTo>
                <a:cubicBezTo>
                  <a:pt x="1" y="166"/>
                  <a:pt x="1" y="264"/>
                  <a:pt x="99" y="297"/>
                </a:cubicBezTo>
                <a:lnTo>
                  <a:pt x="658" y="659"/>
                </a:lnTo>
                <a:cubicBezTo>
                  <a:pt x="683" y="684"/>
                  <a:pt x="713" y="694"/>
                  <a:pt x="744" y="694"/>
                </a:cubicBezTo>
                <a:cubicBezTo>
                  <a:pt x="794" y="694"/>
                  <a:pt x="847" y="666"/>
                  <a:pt x="888" y="626"/>
                </a:cubicBezTo>
                <a:cubicBezTo>
                  <a:pt x="921" y="527"/>
                  <a:pt x="888" y="429"/>
                  <a:pt x="822" y="396"/>
                </a:cubicBezTo>
                <a:lnTo>
                  <a:pt x="263" y="34"/>
                </a:lnTo>
                <a:cubicBezTo>
                  <a:pt x="229" y="11"/>
                  <a:pt x="194" y="0"/>
                  <a:pt x="16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1" name="Google Shape;1585;p11"/>
          <p:cNvSpPr/>
          <p:nvPr/>
        </p:nvSpPr>
        <p:spPr>
          <a:xfrm>
            <a:off x="7075800" y="4760280"/>
            <a:ext cx="24120" cy="19440"/>
          </a:xfrm>
          <a:custGeom>
            <a:avLst/>
            <a:gdLst>
              <a:gd name="textAreaLeft" fmla="*/ 0 w 24120"/>
              <a:gd name="textAreaRight" fmla="*/ 24480 w 2412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1151" h="941">
                <a:moveTo>
                  <a:pt x="154" y="1"/>
                </a:moveTo>
                <a:cubicBezTo>
                  <a:pt x="99" y="1"/>
                  <a:pt x="54" y="29"/>
                  <a:pt x="33" y="70"/>
                </a:cubicBezTo>
                <a:cubicBezTo>
                  <a:pt x="0" y="168"/>
                  <a:pt x="0" y="267"/>
                  <a:pt x="99" y="300"/>
                </a:cubicBezTo>
                <a:lnTo>
                  <a:pt x="99" y="333"/>
                </a:lnTo>
                <a:lnTo>
                  <a:pt x="329" y="464"/>
                </a:lnTo>
                <a:lnTo>
                  <a:pt x="395" y="530"/>
                </a:lnTo>
                <a:lnTo>
                  <a:pt x="428" y="530"/>
                </a:lnTo>
                <a:lnTo>
                  <a:pt x="493" y="563"/>
                </a:lnTo>
                <a:cubicBezTo>
                  <a:pt x="625" y="661"/>
                  <a:pt x="723" y="793"/>
                  <a:pt x="855" y="891"/>
                </a:cubicBezTo>
                <a:cubicBezTo>
                  <a:pt x="888" y="924"/>
                  <a:pt x="929" y="940"/>
                  <a:pt x="970" y="940"/>
                </a:cubicBezTo>
                <a:cubicBezTo>
                  <a:pt x="1011" y="940"/>
                  <a:pt x="1052" y="924"/>
                  <a:pt x="1085" y="891"/>
                </a:cubicBezTo>
                <a:cubicBezTo>
                  <a:pt x="1150" y="825"/>
                  <a:pt x="1150" y="727"/>
                  <a:pt x="1085" y="661"/>
                </a:cubicBezTo>
                <a:cubicBezTo>
                  <a:pt x="822" y="431"/>
                  <a:pt x="559" y="201"/>
                  <a:pt x="263" y="37"/>
                </a:cubicBezTo>
                <a:cubicBezTo>
                  <a:pt x="226" y="12"/>
                  <a:pt x="188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2" name="Google Shape;1586;p11"/>
          <p:cNvSpPr/>
          <p:nvPr/>
        </p:nvSpPr>
        <p:spPr>
          <a:xfrm>
            <a:off x="7097400" y="4765680"/>
            <a:ext cx="14400" cy="13680"/>
          </a:xfrm>
          <a:custGeom>
            <a:avLst/>
            <a:gdLst>
              <a:gd name="textAreaLeft" fmla="*/ 0 w 14400"/>
              <a:gd name="textAreaRight" fmla="*/ 14760 w 1440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691" h="666">
                <a:moveTo>
                  <a:pt x="181" y="0"/>
                </a:moveTo>
                <a:cubicBezTo>
                  <a:pt x="140" y="0"/>
                  <a:pt x="99" y="17"/>
                  <a:pt x="66" y="50"/>
                </a:cubicBezTo>
                <a:cubicBezTo>
                  <a:pt x="33" y="83"/>
                  <a:pt x="0" y="148"/>
                  <a:pt x="0" y="181"/>
                </a:cubicBezTo>
                <a:lnTo>
                  <a:pt x="0" y="214"/>
                </a:lnTo>
                <a:cubicBezTo>
                  <a:pt x="0" y="247"/>
                  <a:pt x="33" y="280"/>
                  <a:pt x="33" y="280"/>
                </a:cubicBezTo>
                <a:lnTo>
                  <a:pt x="66" y="313"/>
                </a:lnTo>
                <a:cubicBezTo>
                  <a:pt x="164" y="444"/>
                  <a:pt x="296" y="575"/>
                  <a:pt x="427" y="641"/>
                </a:cubicBezTo>
                <a:cubicBezTo>
                  <a:pt x="460" y="658"/>
                  <a:pt x="485" y="666"/>
                  <a:pt x="505" y="666"/>
                </a:cubicBezTo>
                <a:cubicBezTo>
                  <a:pt x="526" y="666"/>
                  <a:pt x="542" y="658"/>
                  <a:pt x="559" y="641"/>
                </a:cubicBezTo>
                <a:cubicBezTo>
                  <a:pt x="591" y="641"/>
                  <a:pt x="657" y="608"/>
                  <a:pt x="657" y="575"/>
                </a:cubicBezTo>
                <a:cubicBezTo>
                  <a:pt x="690" y="510"/>
                  <a:pt x="690" y="411"/>
                  <a:pt x="591" y="345"/>
                </a:cubicBezTo>
                <a:lnTo>
                  <a:pt x="493" y="280"/>
                </a:lnTo>
                <a:lnTo>
                  <a:pt x="526" y="280"/>
                </a:lnTo>
                <a:cubicBezTo>
                  <a:pt x="427" y="214"/>
                  <a:pt x="361" y="148"/>
                  <a:pt x="296" y="50"/>
                </a:cubicBezTo>
                <a:cubicBezTo>
                  <a:pt x="263" y="17"/>
                  <a:pt x="222" y="0"/>
                  <a:pt x="1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3" name="Google Shape;1587;p11"/>
          <p:cNvSpPr/>
          <p:nvPr/>
        </p:nvSpPr>
        <p:spPr>
          <a:xfrm>
            <a:off x="7096680" y="4765680"/>
            <a:ext cx="29520" cy="15480"/>
          </a:xfrm>
          <a:custGeom>
            <a:avLst/>
            <a:gdLst>
              <a:gd name="textAreaLeft" fmla="*/ 0 w 29520"/>
              <a:gd name="textAreaRight" fmla="*/ 29880 w 2952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414" h="753">
                <a:moveTo>
                  <a:pt x="331" y="0"/>
                </a:moveTo>
                <a:cubicBezTo>
                  <a:pt x="275" y="0"/>
                  <a:pt x="220" y="4"/>
                  <a:pt x="164" y="13"/>
                </a:cubicBezTo>
                <a:cubicBezTo>
                  <a:pt x="66" y="13"/>
                  <a:pt x="0" y="79"/>
                  <a:pt x="0" y="177"/>
                </a:cubicBezTo>
                <a:cubicBezTo>
                  <a:pt x="0" y="243"/>
                  <a:pt x="66" y="309"/>
                  <a:pt x="164" y="309"/>
                </a:cubicBezTo>
                <a:lnTo>
                  <a:pt x="197" y="341"/>
                </a:lnTo>
                <a:cubicBezTo>
                  <a:pt x="241" y="333"/>
                  <a:pt x="288" y="329"/>
                  <a:pt x="335" y="329"/>
                </a:cubicBezTo>
                <a:cubicBezTo>
                  <a:pt x="465" y="329"/>
                  <a:pt x="603" y="359"/>
                  <a:pt x="723" y="407"/>
                </a:cubicBezTo>
                <a:lnTo>
                  <a:pt x="756" y="407"/>
                </a:lnTo>
                <a:lnTo>
                  <a:pt x="822" y="440"/>
                </a:lnTo>
                <a:lnTo>
                  <a:pt x="920" y="539"/>
                </a:lnTo>
                <a:lnTo>
                  <a:pt x="953" y="539"/>
                </a:lnTo>
                <a:lnTo>
                  <a:pt x="1019" y="604"/>
                </a:lnTo>
                <a:cubicBezTo>
                  <a:pt x="1052" y="637"/>
                  <a:pt x="1085" y="670"/>
                  <a:pt x="1117" y="703"/>
                </a:cubicBezTo>
                <a:cubicBezTo>
                  <a:pt x="1150" y="736"/>
                  <a:pt x="1191" y="752"/>
                  <a:pt x="1232" y="752"/>
                </a:cubicBezTo>
                <a:cubicBezTo>
                  <a:pt x="1273" y="752"/>
                  <a:pt x="1315" y="736"/>
                  <a:pt x="1347" y="703"/>
                </a:cubicBezTo>
                <a:cubicBezTo>
                  <a:pt x="1413" y="637"/>
                  <a:pt x="1413" y="539"/>
                  <a:pt x="1347" y="473"/>
                </a:cubicBezTo>
                <a:cubicBezTo>
                  <a:pt x="1090" y="187"/>
                  <a:pt x="708" y="0"/>
                  <a:pt x="3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4" name="Google Shape;1588;p11"/>
          <p:cNvSpPr/>
          <p:nvPr/>
        </p:nvSpPr>
        <p:spPr>
          <a:xfrm>
            <a:off x="7120080" y="4761360"/>
            <a:ext cx="21960" cy="18720"/>
          </a:xfrm>
          <a:custGeom>
            <a:avLst/>
            <a:gdLst>
              <a:gd name="textAreaLeft" fmla="*/ 0 w 21960"/>
              <a:gd name="textAreaRight" fmla="*/ 22320 w 2196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052" h="904">
                <a:moveTo>
                  <a:pt x="181" y="0"/>
                </a:moveTo>
                <a:cubicBezTo>
                  <a:pt x="140" y="0"/>
                  <a:pt x="99" y="17"/>
                  <a:pt x="66" y="50"/>
                </a:cubicBezTo>
                <a:cubicBezTo>
                  <a:pt x="0" y="115"/>
                  <a:pt x="0" y="214"/>
                  <a:pt x="66" y="280"/>
                </a:cubicBezTo>
                <a:cubicBezTo>
                  <a:pt x="296" y="477"/>
                  <a:pt x="526" y="674"/>
                  <a:pt x="756" y="871"/>
                </a:cubicBezTo>
                <a:cubicBezTo>
                  <a:pt x="789" y="871"/>
                  <a:pt x="822" y="904"/>
                  <a:pt x="888" y="904"/>
                </a:cubicBezTo>
                <a:cubicBezTo>
                  <a:pt x="920" y="904"/>
                  <a:pt x="953" y="871"/>
                  <a:pt x="986" y="871"/>
                </a:cubicBezTo>
                <a:cubicBezTo>
                  <a:pt x="1052" y="772"/>
                  <a:pt x="1052" y="674"/>
                  <a:pt x="986" y="608"/>
                </a:cubicBezTo>
                <a:cubicBezTo>
                  <a:pt x="756" y="444"/>
                  <a:pt x="526" y="247"/>
                  <a:pt x="296" y="50"/>
                </a:cubicBezTo>
                <a:cubicBezTo>
                  <a:pt x="263" y="17"/>
                  <a:pt x="222" y="0"/>
                  <a:pt x="1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5" name="Google Shape;1589;p11"/>
          <p:cNvSpPr/>
          <p:nvPr/>
        </p:nvSpPr>
        <p:spPr>
          <a:xfrm>
            <a:off x="6909480" y="3283920"/>
            <a:ext cx="737280" cy="574200"/>
          </a:xfrm>
          <a:custGeom>
            <a:avLst/>
            <a:gdLst>
              <a:gd name="textAreaLeft" fmla="*/ 0 w 737280"/>
              <a:gd name="textAreaRight" fmla="*/ 737640 w 737280"/>
              <a:gd name="textAreaTop" fmla="*/ 0 h 574200"/>
              <a:gd name="textAreaBottom" fmla="*/ 574560 h 574200"/>
            </a:gdLst>
            <a:ahLst/>
            <a:cxnLst/>
            <a:rect l="textAreaLeft" t="textAreaTop" r="textAreaRight" b="textAreaBottom"/>
            <a:pathLst>
              <a:path w="34857" h="27153">
                <a:moveTo>
                  <a:pt x="29706" y="1"/>
                </a:moveTo>
                <a:cubicBezTo>
                  <a:pt x="28885" y="1"/>
                  <a:pt x="28063" y="99"/>
                  <a:pt x="27275" y="329"/>
                </a:cubicBezTo>
                <a:cubicBezTo>
                  <a:pt x="26519" y="559"/>
                  <a:pt x="25796" y="822"/>
                  <a:pt x="25073" y="1151"/>
                </a:cubicBezTo>
                <a:cubicBezTo>
                  <a:pt x="24350" y="1512"/>
                  <a:pt x="23594" y="1742"/>
                  <a:pt x="22806" y="1874"/>
                </a:cubicBezTo>
                <a:cubicBezTo>
                  <a:pt x="22379" y="1939"/>
                  <a:pt x="21943" y="1948"/>
                  <a:pt x="21504" y="1948"/>
                </a:cubicBezTo>
                <a:cubicBezTo>
                  <a:pt x="21357" y="1948"/>
                  <a:pt x="21210" y="1947"/>
                  <a:pt x="21063" y="1947"/>
                </a:cubicBezTo>
                <a:cubicBezTo>
                  <a:pt x="20768" y="1947"/>
                  <a:pt x="20473" y="1950"/>
                  <a:pt x="20177" y="1972"/>
                </a:cubicBezTo>
                <a:cubicBezTo>
                  <a:pt x="19388" y="2038"/>
                  <a:pt x="18600" y="2268"/>
                  <a:pt x="17877" y="2629"/>
                </a:cubicBezTo>
                <a:cubicBezTo>
                  <a:pt x="17055" y="2991"/>
                  <a:pt x="16267" y="3385"/>
                  <a:pt x="15478" y="3780"/>
                </a:cubicBezTo>
                <a:cubicBezTo>
                  <a:pt x="13966" y="4535"/>
                  <a:pt x="12356" y="5225"/>
                  <a:pt x="10877" y="6080"/>
                </a:cubicBezTo>
                <a:cubicBezTo>
                  <a:pt x="9629" y="6836"/>
                  <a:pt x="8544" y="7788"/>
                  <a:pt x="7624" y="8906"/>
                </a:cubicBezTo>
                <a:cubicBezTo>
                  <a:pt x="5751" y="11173"/>
                  <a:pt x="4568" y="13966"/>
                  <a:pt x="3615" y="16726"/>
                </a:cubicBezTo>
                <a:cubicBezTo>
                  <a:pt x="3057" y="18304"/>
                  <a:pt x="2564" y="19881"/>
                  <a:pt x="1972" y="21425"/>
                </a:cubicBezTo>
                <a:cubicBezTo>
                  <a:pt x="1677" y="22214"/>
                  <a:pt x="1348" y="23003"/>
                  <a:pt x="987" y="23791"/>
                </a:cubicBezTo>
                <a:cubicBezTo>
                  <a:pt x="559" y="24481"/>
                  <a:pt x="264" y="25204"/>
                  <a:pt x="66" y="25993"/>
                </a:cubicBezTo>
                <a:cubicBezTo>
                  <a:pt x="1" y="26322"/>
                  <a:pt x="1" y="26683"/>
                  <a:pt x="99" y="27045"/>
                </a:cubicBezTo>
                <a:cubicBezTo>
                  <a:pt x="112" y="27120"/>
                  <a:pt x="168" y="27152"/>
                  <a:pt x="228" y="27152"/>
                </a:cubicBezTo>
                <a:cubicBezTo>
                  <a:pt x="326" y="27152"/>
                  <a:pt x="436" y="27068"/>
                  <a:pt x="395" y="26946"/>
                </a:cubicBezTo>
                <a:cubicBezTo>
                  <a:pt x="198" y="26124"/>
                  <a:pt x="559" y="25336"/>
                  <a:pt x="921" y="24613"/>
                </a:cubicBezTo>
                <a:cubicBezTo>
                  <a:pt x="1282" y="23923"/>
                  <a:pt x="1611" y="23200"/>
                  <a:pt x="1907" y="22477"/>
                </a:cubicBezTo>
                <a:cubicBezTo>
                  <a:pt x="2498" y="20998"/>
                  <a:pt x="3024" y="19454"/>
                  <a:pt x="3550" y="17942"/>
                </a:cubicBezTo>
                <a:cubicBezTo>
                  <a:pt x="4503" y="15149"/>
                  <a:pt x="5521" y="12323"/>
                  <a:pt x="7263" y="9892"/>
                </a:cubicBezTo>
                <a:cubicBezTo>
                  <a:pt x="8084" y="8741"/>
                  <a:pt x="9070" y="7723"/>
                  <a:pt x="10220" y="6901"/>
                </a:cubicBezTo>
                <a:cubicBezTo>
                  <a:pt x="11535" y="5981"/>
                  <a:pt x="13046" y="5324"/>
                  <a:pt x="14525" y="4601"/>
                </a:cubicBezTo>
                <a:lnTo>
                  <a:pt x="16891" y="3451"/>
                </a:lnTo>
                <a:cubicBezTo>
                  <a:pt x="17614" y="3057"/>
                  <a:pt x="18402" y="2728"/>
                  <a:pt x="19191" y="2465"/>
                </a:cubicBezTo>
                <a:cubicBezTo>
                  <a:pt x="19876" y="2328"/>
                  <a:pt x="20583" y="2260"/>
                  <a:pt x="21275" y="2260"/>
                </a:cubicBezTo>
                <a:cubicBezTo>
                  <a:pt x="21414" y="2260"/>
                  <a:pt x="21552" y="2262"/>
                  <a:pt x="21688" y="2268"/>
                </a:cubicBezTo>
                <a:cubicBezTo>
                  <a:pt x="22477" y="2268"/>
                  <a:pt x="23266" y="2169"/>
                  <a:pt x="23989" y="1939"/>
                </a:cubicBezTo>
                <a:cubicBezTo>
                  <a:pt x="24744" y="1709"/>
                  <a:pt x="25402" y="1348"/>
                  <a:pt x="26125" y="1085"/>
                </a:cubicBezTo>
                <a:cubicBezTo>
                  <a:pt x="26848" y="756"/>
                  <a:pt x="27603" y="559"/>
                  <a:pt x="28392" y="428"/>
                </a:cubicBezTo>
                <a:cubicBezTo>
                  <a:pt x="29023" y="352"/>
                  <a:pt x="29659" y="315"/>
                  <a:pt x="30297" y="315"/>
                </a:cubicBezTo>
                <a:cubicBezTo>
                  <a:pt x="31318" y="315"/>
                  <a:pt x="32342" y="410"/>
                  <a:pt x="33354" y="592"/>
                </a:cubicBezTo>
                <a:lnTo>
                  <a:pt x="34570" y="789"/>
                </a:lnTo>
                <a:cubicBezTo>
                  <a:pt x="34579" y="791"/>
                  <a:pt x="34588" y="792"/>
                  <a:pt x="34597" y="792"/>
                </a:cubicBezTo>
                <a:cubicBezTo>
                  <a:pt x="34776" y="792"/>
                  <a:pt x="34856" y="492"/>
                  <a:pt x="34668" y="461"/>
                </a:cubicBezTo>
                <a:cubicBezTo>
                  <a:pt x="33025" y="132"/>
                  <a:pt x="31382" y="1"/>
                  <a:pt x="2970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6" name="Google Shape;1590;p11"/>
          <p:cNvSpPr/>
          <p:nvPr/>
        </p:nvSpPr>
        <p:spPr>
          <a:xfrm>
            <a:off x="6952680" y="3539160"/>
            <a:ext cx="159480" cy="512640"/>
          </a:xfrm>
          <a:custGeom>
            <a:avLst/>
            <a:gdLst>
              <a:gd name="textAreaLeft" fmla="*/ 0 w 159480"/>
              <a:gd name="textAreaRight" fmla="*/ 159840 w 159480"/>
              <a:gd name="textAreaTop" fmla="*/ 0 h 512640"/>
              <a:gd name="textAreaBottom" fmla="*/ 513000 h 512640"/>
            </a:gdLst>
            <a:ahLst/>
            <a:cxnLst/>
            <a:rect l="textAreaLeft" t="textAreaTop" r="textAreaRight" b="textAreaBottom"/>
            <a:pathLst>
              <a:path w="7549" h="24231">
                <a:moveTo>
                  <a:pt x="7294" y="1"/>
                </a:moveTo>
                <a:cubicBezTo>
                  <a:pt x="7284" y="1"/>
                  <a:pt x="7273" y="2"/>
                  <a:pt x="7262" y="3"/>
                </a:cubicBezTo>
                <a:cubicBezTo>
                  <a:pt x="6605" y="135"/>
                  <a:pt x="6211" y="726"/>
                  <a:pt x="5915" y="1285"/>
                </a:cubicBezTo>
                <a:cubicBezTo>
                  <a:pt x="5455" y="2041"/>
                  <a:pt x="5028" y="2796"/>
                  <a:pt x="4633" y="3585"/>
                </a:cubicBezTo>
                <a:cubicBezTo>
                  <a:pt x="3812" y="5129"/>
                  <a:pt x="3089" y="6740"/>
                  <a:pt x="2399" y="8350"/>
                </a:cubicBezTo>
                <a:cubicBezTo>
                  <a:pt x="1709" y="9993"/>
                  <a:pt x="1052" y="11603"/>
                  <a:pt x="427" y="13213"/>
                </a:cubicBezTo>
                <a:cubicBezTo>
                  <a:pt x="263" y="13575"/>
                  <a:pt x="132" y="13969"/>
                  <a:pt x="33" y="14396"/>
                </a:cubicBezTo>
                <a:cubicBezTo>
                  <a:pt x="0" y="14790"/>
                  <a:pt x="0" y="15185"/>
                  <a:pt x="99" y="15579"/>
                </a:cubicBezTo>
                <a:cubicBezTo>
                  <a:pt x="296" y="16466"/>
                  <a:pt x="559" y="17321"/>
                  <a:pt x="854" y="18175"/>
                </a:cubicBezTo>
                <a:lnTo>
                  <a:pt x="2859" y="24123"/>
                </a:lnTo>
                <a:cubicBezTo>
                  <a:pt x="2884" y="24198"/>
                  <a:pt x="2947" y="24230"/>
                  <a:pt x="3013" y="24230"/>
                </a:cubicBezTo>
                <a:cubicBezTo>
                  <a:pt x="3118" y="24230"/>
                  <a:pt x="3228" y="24146"/>
                  <a:pt x="3188" y="24024"/>
                </a:cubicBezTo>
                <a:lnTo>
                  <a:pt x="1479" y="18997"/>
                </a:lnTo>
                <a:cubicBezTo>
                  <a:pt x="1216" y="18175"/>
                  <a:pt x="920" y="17354"/>
                  <a:pt x="657" y="16499"/>
                </a:cubicBezTo>
                <a:cubicBezTo>
                  <a:pt x="427" y="15645"/>
                  <a:pt x="197" y="14823"/>
                  <a:pt x="493" y="13936"/>
                </a:cubicBezTo>
                <a:cubicBezTo>
                  <a:pt x="756" y="13180"/>
                  <a:pt x="1084" y="12424"/>
                  <a:pt x="1380" y="11636"/>
                </a:cubicBezTo>
                <a:cubicBezTo>
                  <a:pt x="1709" y="10880"/>
                  <a:pt x="2037" y="10059"/>
                  <a:pt x="2366" y="9303"/>
                </a:cubicBezTo>
                <a:cubicBezTo>
                  <a:pt x="3023" y="7725"/>
                  <a:pt x="3680" y="6148"/>
                  <a:pt x="4436" y="4637"/>
                </a:cubicBezTo>
                <a:cubicBezTo>
                  <a:pt x="4863" y="3782"/>
                  <a:pt x="5323" y="2961"/>
                  <a:pt x="5783" y="2139"/>
                </a:cubicBezTo>
                <a:cubicBezTo>
                  <a:pt x="6145" y="1482"/>
                  <a:pt x="6539" y="496"/>
                  <a:pt x="7361" y="332"/>
                </a:cubicBezTo>
                <a:cubicBezTo>
                  <a:pt x="7549" y="301"/>
                  <a:pt x="7498" y="1"/>
                  <a:pt x="729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7" name="Google Shape;1591;p11"/>
          <p:cNvSpPr/>
          <p:nvPr/>
        </p:nvSpPr>
        <p:spPr>
          <a:xfrm>
            <a:off x="6653880" y="3828600"/>
            <a:ext cx="266400" cy="320400"/>
          </a:xfrm>
          <a:custGeom>
            <a:avLst/>
            <a:gdLst>
              <a:gd name="textAreaLeft" fmla="*/ 0 w 266400"/>
              <a:gd name="textAreaRight" fmla="*/ 266760 w 266400"/>
              <a:gd name="textAreaTop" fmla="*/ 0 h 320400"/>
              <a:gd name="textAreaBottom" fmla="*/ 320760 h 320400"/>
            </a:gdLst>
            <a:ahLst/>
            <a:cxnLst/>
            <a:rect l="textAreaLeft" t="textAreaTop" r="textAreaRight" b="textAreaBottom"/>
            <a:pathLst>
              <a:path w="12597" h="15160">
                <a:moveTo>
                  <a:pt x="12373" y="0"/>
                </a:moveTo>
                <a:cubicBezTo>
                  <a:pt x="12337" y="0"/>
                  <a:pt x="12299" y="17"/>
                  <a:pt x="12267" y="57"/>
                </a:cubicBezTo>
                <a:cubicBezTo>
                  <a:pt x="11413" y="1141"/>
                  <a:pt x="10624" y="2291"/>
                  <a:pt x="9967" y="3507"/>
                </a:cubicBezTo>
                <a:cubicBezTo>
                  <a:pt x="9309" y="4756"/>
                  <a:pt x="8817" y="6103"/>
                  <a:pt x="8127" y="7319"/>
                </a:cubicBezTo>
                <a:cubicBezTo>
                  <a:pt x="7404" y="8568"/>
                  <a:pt x="6582" y="9652"/>
                  <a:pt x="5892" y="10835"/>
                </a:cubicBezTo>
                <a:cubicBezTo>
                  <a:pt x="5333" y="11821"/>
                  <a:pt x="4873" y="12938"/>
                  <a:pt x="3986" y="13694"/>
                </a:cubicBezTo>
                <a:cubicBezTo>
                  <a:pt x="3460" y="14121"/>
                  <a:pt x="2836" y="14384"/>
                  <a:pt x="2146" y="14417"/>
                </a:cubicBezTo>
                <a:cubicBezTo>
                  <a:pt x="1456" y="14417"/>
                  <a:pt x="799" y="14581"/>
                  <a:pt x="142" y="14844"/>
                </a:cubicBezTo>
                <a:cubicBezTo>
                  <a:pt x="0" y="14929"/>
                  <a:pt x="102" y="15160"/>
                  <a:pt x="238" y="15160"/>
                </a:cubicBezTo>
                <a:cubicBezTo>
                  <a:pt x="260" y="15160"/>
                  <a:pt x="283" y="15154"/>
                  <a:pt x="306" y="15140"/>
                </a:cubicBezTo>
                <a:cubicBezTo>
                  <a:pt x="930" y="14877"/>
                  <a:pt x="1620" y="14745"/>
                  <a:pt x="2277" y="14713"/>
                </a:cubicBezTo>
                <a:cubicBezTo>
                  <a:pt x="2836" y="14680"/>
                  <a:pt x="3395" y="14483"/>
                  <a:pt x="3855" y="14220"/>
                </a:cubicBezTo>
                <a:cubicBezTo>
                  <a:pt x="4775" y="13595"/>
                  <a:pt x="5301" y="12577"/>
                  <a:pt x="5826" y="11624"/>
                </a:cubicBezTo>
                <a:cubicBezTo>
                  <a:pt x="6451" y="10441"/>
                  <a:pt x="7239" y="9323"/>
                  <a:pt x="7995" y="8173"/>
                </a:cubicBezTo>
                <a:cubicBezTo>
                  <a:pt x="8357" y="7549"/>
                  <a:pt x="8718" y="6925"/>
                  <a:pt x="9014" y="6267"/>
                </a:cubicBezTo>
                <a:cubicBezTo>
                  <a:pt x="9342" y="5610"/>
                  <a:pt x="9605" y="4953"/>
                  <a:pt x="9934" y="4329"/>
                </a:cubicBezTo>
                <a:cubicBezTo>
                  <a:pt x="10624" y="2883"/>
                  <a:pt x="11478" y="1536"/>
                  <a:pt x="12497" y="287"/>
                </a:cubicBezTo>
                <a:cubicBezTo>
                  <a:pt x="12596" y="162"/>
                  <a:pt x="12489" y="0"/>
                  <a:pt x="1237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8" name="Google Shape;1592;p11"/>
          <p:cNvSpPr/>
          <p:nvPr/>
        </p:nvSpPr>
        <p:spPr>
          <a:xfrm>
            <a:off x="6584040" y="4096080"/>
            <a:ext cx="95760" cy="174960"/>
          </a:xfrm>
          <a:custGeom>
            <a:avLst/>
            <a:gdLst>
              <a:gd name="textAreaLeft" fmla="*/ 0 w 95760"/>
              <a:gd name="textAreaRight" fmla="*/ 96120 w 95760"/>
              <a:gd name="textAreaTop" fmla="*/ 0 h 174960"/>
              <a:gd name="textAreaBottom" fmla="*/ 175320 h 174960"/>
            </a:gdLst>
            <a:ahLst/>
            <a:cxnLst/>
            <a:rect l="textAreaLeft" t="textAreaTop" r="textAreaRight" b="textAreaBottom"/>
            <a:pathLst>
              <a:path w="4535" h="8282" fill="none">
                <a:moveTo>
                  <a:pt x="4535" y="4371"/>
                </a:moveTo>
                <a:cubicBezTo>
                  <a:pt x="3943" y="3451"/>
                  <a:pt x="3418" y="2498"/>
                  <a:pt x="2958" y="1479"/>
                </a:cubicBezTo>
                <a:cubicBezTo>
                  <a:pt x="2268" y="0"/>
                  <a:pt x="1347" y="0"/>
                  <a:pt x="822" y="625"/>
                </a:cubicBezTo>
                <a:cubicBezTo>
                  <a:pt x="329" y="1249"/>
                  <a:pt x="0" y="2629"/>
                  <a:pt x="2005" y="4732"/>
                </a:cubicBezTo>
                <a:cubicBezTo>
                  <a:pt x="4009" y="6835"/>
                  <a:pt x="4272" y="8281"/>
                  <a:pt x="4272" y="8281"/>
                </a:cubicBezTo>
              </a:path>
            </a:pathLst>
          </a:custGeom>
          <a:solidFill>
            <a:schemeClr val="dk1"/>
          </a:solidFill>
          <a:ln w="8225" cap="rnd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7480" bIns="87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9" name="Google Shape;1593;p11"/>
          <p:cNvSpPr/>
          <p:nvPr/>
        </p:nvSpPr>
        <p:spPr>
          <a:xfrm>
            <a:off x="6526800" y="4187160"/>
            <a:ext cx="97560" cy="527760"/>
          </a:xfrm>
          <a:custGeom>
            <a:avLst/>
            <a:gdLst>
              <a:gd name="textAreaLeft" fmla="*/ 0 w 97560"/>
              <a:gd name="textAreaRight" fmla="*/ 97920 w 97560"/>
              <a:gd name="textAreaTop" fmla="*/ 0 h 527760"/>
              <a:gd name="textAreaBottom" fmla="*/ 528120 h 527760"/>
            </a:gdLst>
            <a:ahLst/>
            <a:cxnLst/>
            <a:rect l="textAreaLeft" t="textAreaTop" r="textAreaRight" b="textAreaBottom"/>
            <a:pathLst>
              <a:path w="4634" h="24959">
                <a:moveTo>
                  <a:pt x="4286" y="0"/>
                </a:moveTo>
                <a:cubicBezTo>
                  <a:pt x="4225" y="0"/>
                  <a:pt x="4166" y="32"/>
                  <a:pt x="4141" y="108"/>
                </a:cubicBezTo>
                <a:cubicBezTo>
                  <a:pt x="3812" y="1619"/>
                  <a:pt x="3254" y="3032"/>
                  <a:pt x="2498" y="4347"/>
                </a:cubicBezTo>
                <a:cubicBezTo>
                  <a:pt x="2235" y="4708"/>
                  <a:pt x="2038" y="5102"/>
                  <a:pt x="1874" y="5530"/>
                </a:cubicBezTo>
                <a:cubicBezTo>
                  <a:pt x="1611" y="6450"/>
                  <a:pt x="1972" y="7403"/>
                  <a:pt x="2432" y="8191"/>
                </a:cubicBezTo>
                <a:cubicBezTo>
                  <a:pt x="2892" y="9046"/>
                  <a:pt x="3484" y="9867"/>
                  <a:pt x="3582" y="10886"/>
                </a:cubicBezTo>
                <a:cubicBezTo>
                  <a:pt x="3780" y="12989"/>
                  <a:pt x="2662" y="14862"/>
                  <a:pt x="2268" y="16866"/>
                </a:cubicBezTo>
                <a:cubicBezTo>
                  <a:pt x="2071" y="17852"/>
                  <a:pt x="2104" y="18838"/>
                  <a:pt x="1446" y="19627"/>
                </a:cubicBezTo>
                <a:cubicBezTo>
                  <a:pt x="921" y="20251"/>
                  <a:pt x="1" y="20547"/>
                  <a:pt x="132" y="21467"/>
                </a:cubicBezTo>
                <a:cubicBezTo>
                  <a:pt x="231" y="21993"/>
                  <a:pt x="428" y="22453"/>
                  <a:pt x="756" y="22847"/>
                </a:cubicBezTo>
                <a:cubicBezTo>
                  <a:pt x="1052" y="23274"/>
                  <a:pt x="1381" y="23668"/>
                  <a:pt x="1709" y="24063"/>
                </a:cubicBezTo>
                <a:cubicBezTo>
                  <a:pt x="2038" y="24391"/>
                  <a:pt x="2465" y="24654"/>
                  <a:pt x="2925" y="24819"/>
                </a:cubicBezTo>
                <a:cubicBezTo>
                  <a:pt x="3331" y="24900"/>
                  <a:pt x="3759" y="24959"/>
                  <a:pt x="4190" y="24959"/>
                </a:cubicBezTo>
                <a:cubicBezTo>
                  <a:pt x="4283" y="24959"/>
                  <a:pt x="4377" y="24956"/>
                  <a:pt x="4470" y="24950"/>
                </a:cubicBezTo>
                <a:cubicBezTo>
                  <a:pt x="4634" y="24917"/>
                  <a:pt x="4634" y="24654"/>
                  <a:pt x="4470" y="24621"/>
                </a:cubicBezTo>
                <a:cubicBezTo>
                  <a:pt x="4355" y="24630"/>
                  <a:pt x="4240" y="24634"/>
                  <a:pt x="4125" y="24634"/>
                </a:cubicBezTo>
                <a:cubicBezTo>
                  <a:pt x="3780" y="24634"/>
                  <a:pt x="3435" y="24597"/>
                  <a:pt x="3090" y="24523"/>
                </a:cubicBezTo>
                <a:cubicBezTo>
                  <a:pt x="2629" y="24391"/>
                  <a:pt x="2235" y="24129"/>
                  <a:pt x="1939" y="23800"/>
                </a:cubicBezTo>
                <a:cubicBezTo>
                  <a:pt x="1348" y="23176"/>
                  <a:pt x="625" y="22354"/>
                  <a:pt x="461" y="21500"/>
                </a:cubicBezTo>
                <a:cubicBezTo>
                  <a:pt x="362" y="20941"/>
                  <a:pt x="724" y="20645"/>
                  <a:pt x="1118" y="20350"/>
                </a:cubicBezTo>
                <a:cubicBezTo>
                  <a:pt x="1446" y="20120"/>
                  <a:pt x="1709" y="19824"/>
                  <a:pt x="1939" y="19495"/>
                </a:cubicBezTo>
                <a:cubicBezTo>
                  <a:pt x="2465" y="18674"/>
                  <a:pt x="2399" y="17754"/>
                  <a:pt x="2597" y="16834"/>
                </a:cubicBezTo>
                <a:cubicBezTo>
                  <a:pt x="2991" y="14993"/>
                  <a:pt x="3977" y="13252"/>
                  <a:pt x="3944" y="11313"/>
                </a:cubicBezTo>
                <a:cubicBezTo>
                  <a:pt x="3911" y="10393"/>
                  <a:pt x="3615" y="9506"/>
                  <a:pt x="3155" y="8750"/>
                </a:cubicBezTo>
                <a:cubicBezTo>
                  <a:pt x="2695" y="7961"/>
                  <a:pt x="2104" y="7107"/>
                  <a:pt x="2137" y="6154"/>
                </a:cubicBezTo>
                <a:cubicBezTo>
                  <a:pt x="2202" y="5595"/>
                  <a:pt x="2367" y="5102"/>
                  <a:pt x="2695" y="4642"/>
                </a:cubicBezTo>
                <a:cubicBezTo>
                  <a:pt x="2991" y="4182"/>
                  <a:pt x="3221" y="3722"/>
                  <a:pt x="3451" y="3229"/>
                </a:cubicBezTo>
                <a:cubicBezTo>
                  <a:pt x="3911" y="2244"/>
                  <a:pt x="4240" y="1225"/>
                  <a:pt x="4470" y="206"/>
                </a:cubicBezTo>
                <a:cubicBezTo>
                  <a:pt x="4490" y="84"/>
                  <a:pt x="4385" y="0"/>
                  <a:pt x="428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0" name="Google Shape;1594;p11"/>
          <p:cNvSpPr/>
          <p:nvPr/>
        </p:nvSpPr>
        <p:spPr>
          <a:xfrm>
            <a:off x="6615360" y="4684680"/>
            <a:ext cx="27360" cy="39240"/>
          </a:xfrm>
          <a:custGeom>
            <a:avLst/>
            <a:gdLst>
              <a:gd name="textAreaLeft" fmla="*/ 0 w 27360"/>
              <a:gd name="textAreaRight" fmla="*/ 27720 w 2736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318" h="1873">
                <a:moveTo>
                  <a:pt x="213" y="1"/>
                </a:moveTo>
                <a:cubicBezTo>
                  <a:pt x="101" y="1"/>
                  <a:pt x="0" y="120"/>
                  <a:pt x="68" y="254"/>
                </a:cubicBezTo>
                <a:lnTo>
                  <a:pt x="495" y="1076"/>
                </a:lnTo>
                <a:cubicBezTo>
                  <a:pt x="523" y="1133"/>
                  <a:pt x="566" y="1160"/>
                  <a:pt x="610" y="1164"/>
                </a:cubicBezTo>
                <a:lnTo>
                  <a:pt x="610" y="1164"/>
                </a:lnTo>
                <a:lnTo>
                  <a:pt x="988" y="1798"/>
                </a:lnTo>
                <a:cubicBezTo>
                  <a:pt x="1019" y="1851"/>
                  <a:pt x="1067" y="1873"/>
                  <a:pt x="1114" y="1873"/>
                </a:cubicBezTo>
                <a:cubicBezTo>
                  <a:pt x="1217" y="1873"/>
                  <a:pt x="1318" y="1769"/>
                  <a:pt x="1251" y="1634"/>
                </a:cubicBezTo>
                <a:cubicBezTo>
                  <a:pt x="955" y="1141"/>
                  <a:pt x="659" y="616"/>
                  <a:pt x="363" y="90"/>
                </a:cubicBezTo>
                <a:cubicBezTo>
                  <a:pt x="321" y="27"/>
                  <a:pt x="266" y="1"/>
                  <a:pt x="21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1" name="Google Shape;1595;p11"/>
          <p:cNvSpPr/>
          <p:nvPr/>
        </p:nvSpPr>
        <p:spPr>
          <a:xfrm>
            <a:off x="6629040" y="4690800"/>
            <a:ext cx="39240" cy="30600"/>
          </a:xfrm>
          <a:custGeom>
            <a:avLst/>
            <a:gdLst>
              <a:gd name="textAreaLeft" fmla="*/ 0 w 39240"/>
              <a:gd name="textAreaRight" fmla="*/ 39600 w 3924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1871" h="1464">
                <a:moveTo>
                  <a:pt x="243" y="1"/>
                </a:moveTo>
                <a:cubicBezTo>
                  <a:pt x="128" y="1"/>
                  <a:pt x="0" y="117"/>
                  <a:pt x="70" y="233"/>
                </a:cubicBezTo>
                <a:cubicBezTo>
                  <a:pt x="300" y="693"/>
                  <a:pt x="596" y="1087"/>
                  <a:pt x="957" y="1416"/>
                </a:cubicBezTo>
                <a:cubicBezTo>
                  <a:pt x="990" y="1449"/>
                  <a:pt x="1034" y="1463"/>
                  <a:pt x="1076" y="1463"/>
                </a:cubicBezTo>
                <a:cubicBezTo>
                  <a:pt x="1162" y="1463"/>
                  <a:pt x="1242" y="1405"/>
                  <a:pt x="1220" y="1317"/>
                </a:cubicBezTo>
                <a:cubicBezTo>
                  <a:pt x="1208" y="1185"/>
                  <a:pt x="1191" y="1057"/>
                  <a:pt x="1171" y="934"/>
                </a:cubicBezTo>
                <a:lnTo>
                  <a:pt x="1171" y="934"/>
                </a:lnTo>
                <a:cubicBezTo>
                  <a:pt x="1284" y="1053"/>
                  <a:pt x="1400" y="1169"/>
                  <a:pt x="1516" y="1284"/>
                </a:cubicBezTo>
                <a:cubicBezTo>
                  <a:pt x="1556" y="1324"/>
                  <a:pt x="1599" y="1341"/>
                  <a:pt x="1640" y="1341"/>
                </a:cubicBezTo>
                <a:cubicBezTo>
                  <a:pt x="1768" y="1341"/>
                  <a:pt x="1870" y="1179"/>
                  <a:pt x="1746" y="1054"/>
                </a:cubicBezTo>
                <a:cubicBezTo>
                  <a:pt x="1483" y="792"/>
                  <a:pt x="1220" y="529"/>
                  <a:pt x="990" y="233"/>
                </a:cubicBezTo>
                <a:cubicBezTo>
                  <a:pt x="963" y="206"/>
                  <a:pt x="926" y="194"/>
                  <a:pt x="888" y="194"/>
                </a:cubicBezTo>
                <a:cubicBezTo>
                  <a:pt x="787" y="194"/>
                  <a:pt x="679" y="278"/>
                  <a:pt x="727" y="397"/>
                </a:cubicBezTo>
                <a:cubicBezTo>
                  <a:pt x="770" y="526"/>
                  <a:pt x="801" y="656"/>
                  <a:pt x="824" y="788"/>
                </a:cubicBezTo>
                <a:lnTo>
                  <a:pt x="824" y="788"/>
                </a:lnTo>
                <a:cubicBezTo>
                  <a:pt x="644" y="568"/>
                  <a:pt x="486" y="330"/>
                  <a:pt x="366" y="69"/>
                </a:cubicBezTo>
                <a:cubicBezTo>
                  <a:pt x="337" y="21"/>
                  <a:pt x="291" y="1"/>
                  <a:pt x="2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2" name="Google Shape;1596;p11"/>
          <p:cNvSpPr/>
          <p:nvPr/>
        </p:nvSpPr>
        <p:spPr>
          <a:xfrm>
            <a:off x="6660360" y="4686840"/>
            <a:ext cx="28080" cy="36000"/>
          </a:xfrm>
          <a:custGeom>
            <a:avLst/>
            <a:gdLst>
              <a:gd name="textAreaLeft" fmla="*/ 0 w 28080"/>
              <a:gd name="textAreaRight" fmla="*/ 28440 w 2808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50" h="1716">
                <a:moveTo>
                  <a:pt x="228" y="0"/>
                </a:moveTo>
                <a:cubicBezTo>
                  <a:pt x="116" y="0"/>
                  <a:pt x="0" y="119"/>
                  <a:pt x="68" y="254"/>
                </a:cubicBezTo>
                <a:cubicBezTo>
                  <a:pt x="363" y="747"/>
                  <a:pt x="692" y="1239"/>
                  <a:pt x="1053" y="1667"/>
                </a:cubicBezTo>
                <a:cubicBezTo>
                  <a:pt x="1086" y="1699"/>
                  <a:pt x="1127" y="1716"/>
                  <a:pt x="1168" y="1716"/>
                </a:cubicBezTo>
                <a:cubicBezTo>
                  <a:pt x="1209" y="1716"/>
                  <a:pt x="1250" y="1699"/>
                  <a:pt x="1283" y="1667"/>
                </a:cubicBezTo>
                <a:cubicBezTo>
                  <a:pt x="1349" y="1601"/>
                  <a:pt x="1349" y="1502"/>
                  <a:pt x="1283" y="1437"/>
                </a:cubicBezTo>
                <a:cubicBezTo>
                  <a:pt x="922" y="1009"/>
                  <a:pt x="626" y="549"/>
                  <a:pt x="363" y="89"/>
                </a:cubicBezTo>
                <a:cubicBezTo>
                  <a:pt x="332" y="26"/>
                  <a:pt x="280" y="0"/>
                  <a:pt x="2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3" name="Google Shape;1597;p11"/>
          <p:cNvSpPr/>
          <p:nvPr/>
        </p:nvSpPr>
        <p:spPr>
          <a:xfrm>
            <a:off x="6678000" y="4692600"/>
            <a:ext cx="27000" cy="25200"/>
          </a:xfrm>
          <a:custGeom>
            <a:avLst/>
            <a:gdLst>
              <a:gd name="textAreaLeft" fmla="*/ 0 w 27000"/>
              <a:gd name="textAreaRight" fmla="*/ 27360 w 270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290" h="1203">
                <a:moveTo>
                  <a:pt x="181" y="0"/>
                </a:moveTo>
                <a:cubicBezTo>
                  <a:pt x="140" y="0"/>
                  <a:pt x="99" y="16"/>
                  <a:pt x="66" y="49"/>
                </a:cubicBezTo>
                <a:cubicBezTo>
                  <a:pt x="0" y="115"/>
                  <a:pt x="0" y="214"/>
                  <a:pt x="66" y="279"/>
                </a:cubicBezTo>
                <a:lnTo>
                  <a:pt x="953" y="1167"/>
                </a:lnTo>
                <a:cubicBezTo>
                  <a:pt x="972" y="1192"/>
                  <a:pt x="997" y="1203"/>
                  <a:pt x="1025" y="1203"/>
                </a:cubicBezTo>
                <a:cubicBezTo>
                  <a:pt x="1139" y="1203"/>
                  <a:pt x="1289" y="1016"/>
                  <a:pt x="1183" y="937"/>
                </a:cubicBezTo>
                <a:lnTo>
                  <a:pt x="296" y="49"/>
                </a:lnTo>
                <a:cubicBezTo>
                  <a:pt x="263" y="16"/>
                  <a:pt x="222" y="0"/>
                  <a:pt x="1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4" name="Google Shape;1598;p11"/>
          <p:cNvSpPr/>
          <p:nvPr/>
        </p:nvSpPr>
        <p:spPr>
          <a:xfrm>
            <a:off x="6691680" y="4698000"/>
            <a:ext cx="38520" cy="19800"/>
          </a:xfrm>
          <a:custGeom>
            <a:avLst/>
            <a:gdLst>
              <a:gd name="textAreaLeft" fmla="*/ 0 w 38520"/>
              <a:gd name="textAreaRight" fmla="*/ 38880 w 3852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842" h="946">
                <a:moveTo>
                  <a:pt x="1162" y="1"/>
                </a:moveTo>
                <a:cubicBezTo>
                  <a:pt x="1087" y="1"/>
                  <a:pt x="1020" y="52"/>
                  <a:pt x="1020" y="148"/>
                </a:cubicBezTo>
                <a:lnTo>
                  <a:pt x="1020" y="483"/>
                </a:lnTo>
                <a:lnTo>
                  <a:pt x="1020" y="483"/>
                </a:lnTo>
                <a:cubicBezTo>
                  <a:pt x="926" y="397"/>
                  <a:pt x="847" y="294"/>
                  <a:pt x="790" y="181"/>
                </a:cubicBezTo>
                <a:cubicBezTo>
                  <a:pt x="750" y="114"/>
                  <a:pt x="689" y="86"/>
                  <a:pt x="630" y="86"/>
                </a:cubicBezTo>
                <a:cubicBezTo>
                  <a:pt x="543" y="86"/>
                  <a:pt x="462" y="148"/>
                  <a:pt x="462" y="246"/>
                </a:cubicBezTo>
                <a:cubicBezTo>
                  <a:pt x="462" y="303"/>
                  <a:pt x="462" y="360"/>
                  <a:pt x="460" y="416"/>
                </a:cubicBezTo>
                <a:lnTo>
                  <a:pt x="460" y="416"/>
                </a:lnTo>
                <a:cubicBezTo>
                  <a:pt x="421" y="364"/>
                  <a:pt x="387" y="308"/>
                  <a:pt x="363" y="246"/>
                </a:cubicBezTo>
                <a:cubicBezTo>
                  <a:pt x="332" y="184"/>
                  <a:pt x="280" y="157"/>
                  <a:pt x="228" y="157"/>
                </a:cubicBezTo>
                <a:cubicBezTo>
                  <a:pt x="116" y="157"/>
                  <a:pt x="0" y="276"/>
                  <a:pt x="67" y="411"/>
                </a:cubicBezTo>
                <a:lnTo>
                  <a:pt x="67" y="378"/>
                </a:lnTo>
                <a:cubicBezTo>
                  <a:pt x="166" y="575"/>
                  <a:pt x="297" y="739"/>
                  <a:pt x="494" y="871"/>
                </a:cubicBezTo>
                <a:cubicBezTo>
                  <a:pt x="517" y="905"/>
                  <a:pt x="552" y="920"/>
                  <a:pt x="589" y="920"/>
                </a:cubicBezTo>
                <a:cubicBezTo>
                  <a:pt x="659" y="920"/>
                  <a:pt x="736" y="869"/>
                  <a:pt x="757" y="805"/>
                </a:cubicBezTo>
                <a:cubicBezTo>
                  <a:pt x="765" y="759"/>
                  <a:pt x="773" y="715"/>
                  <a:pt x="780" y="672"/>
                </a:cubicBezTo>
                <a:lnTo>
                  <a:pt x="780" y="672"/>
                </a:lnTo>
                <a:cubicBezTo>
                  <a:pt x="877" y="768"/>
                  <a:pt x="990" y="856"/>
                  <a:pt x="1119" y="936"/>
                </a:cubicBezTo>
                <a:cubicBezTo>
                  <a:pt x="1136" y="942"/>
                  <a:pt x="1155" y="945"/>
                  <a:pt x="1173" y="945"/>
                </a:cubicBezTo>
                <a:cubicBezTo>
                  <a:pt x="1260" y="945"/>
                  <a:pt x="1349" y="886"/>
                  <a:pt x="1349" y="805"/>
                </a:cubicBezTo>
                <a:lnTo>
                  <a:pt x="1349" y="698"/>
                </a:lnTo>
                <a:lnTo>
                  <a:pt x="1349" y="698"/>
                </a:lnTo>
                <a:cubicBezTo>
                  <a:pt x="1392" y="747"/>
                  <a:pt x="1436" y="794"/>
                  <a:pt x="1480" y="838"/>
                </a:cubicBezTo>
                <a:cubicBezTo>
                  <a:pt x="1519" y="877"/>
                  <a:pt x="1568" y="895"/>
                  <a:pt x="1615" y="895"/>
                </a:cubicBezTo>
                <a:cubicBezTo>
                  <a:pt x="1688" y="895"/>
                  <a:pt x="1756" y="852"/>
                  <a:pt x="1776" y="772"/>
                </a:cubicBezTo>
                <a:lnTo>
                  <a:pt x="1842" y="411"/>
                </a:lnTo>
                <a:cubicBezTo>
                  <a:pt x="1842" y="312"/>
                  <a:pt x="1809" y="214"/>
                  <a:pt x="1710" y="181"/>
                </a:cubicBezTo>
                <a:cubicBezTo>
                  <a:pt x="1612" y="181"/>
                  <a:pt x="1546" y="214"/>
                  <a:pt x="1513" y="312"/>
                </a:cubicBezTo>
                <a:lnTo>
                  <a:pt x="1502" y="375"/>
                </a:lnTo>
                <a:lnTo>
                  <a:pt x="1502" y="375"/>
                </a:lnTo>
                <a:cubicBezTo>
                  <a:pt x="1430" y="283"/>
                  <a:pt x="1369" y="187"/>
                  <a:pt x="1316" y="82"/>
                </a:cubicBezTo>
                <a:cubicBezTo>
                  <a:pt x="1275" y="27"/>
                  <a:pt x="1216" y="1"/>
                  <a:pt x="11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5" name="Google Shape;1599;p11"/>
          <p:cNvSpPr/>
          <p:nvPr/>
        </p:nvSpPr>
        <p:spPr>
          <a:xfrm>
            <a:off x="6734880" y="4700520"/>
            <a:ext cx="21240" cy="19080"/>
          </a:xfrm>
          <a:custGeom>
            <a:avLst/>
            <a:gdLst>
              <a:gd name="textAreaLeft" fmla="*/ 0 w 21240"/>
              <a:gd name="textAreaRight" fmla="*/ 21600 w 2124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1020" h="916">
                <a:moveTo>
                  <a:pt x="194" y="1"/>
                </a:moveTo>
                <a:cubicBezTo>
                  <a:pt x="159" y="1"/>
                  <a:pt x="125" y="12"/>
                  <a:pt x="99" y="37"/>
                </a:cubicBezTo>
                <a:cubicBezTo>
                  <a:pt x="34" y="70"/>
                  <a:pt x="1" y="168"/>
                  <a:pt x="34" y="234"/>
                </a:cubicBezTo>
                <a:cubicBezTo>
                  <a:pt x="198" y="530"/>
                  <a:pt x="461" y="760"/>
                  <a:pt x="757" y="891"/>
                </a:cubicBezTo>
                <a:cubicBezTo>
                  <a:pt x="789" y="908"/>
                  <a:pt x="822" y="916"/>
                  <a:pt x="851" y="916"/>
                </a:cubicBezTo>
                <a:cubicBezTo>
                  <a:pt x="880" y="916"/>
                  <a:pt x="905" y="908"/>
                  <a:pt x="921" y="891"/>
                </a:cubicBezTo>
                <a:cubicBezTo>
                  <a:pt x="987" y="858"/>
                  <a:pt x="1020" y="793"/>
                  <a:pt x="987" y="727"/>
                </a:cubicBezTo>
                <a:lnTo>
                  <a:pt x="954" y="563"/>
                </a:lnTo>
                <a:cubicBezTo>
                  <a:pt x="927" y="509"/>
                  <a:pt x="856" y="455"/>
                  <a:pt x="796" y="455"/>
                </a:cubicBezTo>
                <a:cubicBezTo>
                  <a:pt x="782" y="455"/>
                  <a:pt x="769" y="458"/>
                  <a:pt x="757" y="464"/>
                </a:cubicBezTo>
                <a:cubicBezTo>
                  <a:pt x="724" y="475"/>
                  <a:pt x="699" y="489"/>
                  <a:pt x="679" y="507"/>
                </a:cubicBezTo>
                <a:lnTo>
                  <a:pt x="679" y="507"/>
                </a:lnTo>
                <a:lnTo>
                  <a:pt x="658" y="497"/>
                </a:lnTo>
                <a:lnTo>
                  <a:pt x="658" y="464"/>
                </a:lnTo>
                <a:lnTo>
                  <a:pt x="559" y="398"/>
                </a:lnTo>
                <a:lnTo>
                  <a:pt x="494" y="333"/>
                </a:lnTo>
                <a:lnTo>
                  <a:pt x="461" y="267"/>
                </a:lnTo>
                <a:cubicBezTo>
                  <a:pt x="428" y="234"/>
                  <a:pt x="395" y="201"/>
                  <a:pt x="395" y="168"/>
                </a:cubicBezTo>
                <a:lnTo>
                  <a:pt x="329" y="70"/>
                </a:lnTo>
                <a:cubicBezTo>
                  <a:pt x="309" y="29"/>
                  <a:pt x="251" y="1"/>
                  <a:pt x="19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6" name="Google Shape;1600;p11"/>
          <p:cNvSpPr/>
          <p:nvPr/>
        </p:nvSpPr>
        <p:spPr>
          <a:xfrm>
            <a:off x="6745320" y="4698720"/>
            <a:ext cx="78840" cy="23760"/>
          </a:xfrm>
          <a:custGeom>
            <a:avLst/>
            <a:gdLst>
              <a:gd name="textAreaLeft" fmla="*/ 0 w 78840"/>
              <a:gd name="textAreaRight" fmla="*/ 79200 w 7884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3750" h="1135">
                <a:moveTo>
                  <a:pt x="214" y="0"/>
                </a:moveTo>
                <a:cubicBezTo>
                  <a:pt x="109" y="0"/>
                  <a:pt x="0" y="132"/>
                  <a:pt x="69" y="247"/>
                </a:cubicBezTo>
                <a:cubicBezTo>
                  <a:pt x="168" y="444"/>
                  <a:pt x="332" y="609"/>
                  <a:pt x="497" y="707"/>
                </a:cubicBezTo>
                <a:cubicBezTo>
                  <a:pt x="532" y="725"/>
                  <a:pt x="567" y="733"/>
                  <a:pt x="600" y="733"/>
                </a:cubicBezTo>
                <a:cubicBezTo>
                  <a:pt x="672" y="733"/>
                  <a:pt x="732" y="693"/>
                  <a:pt x="752" y="627"/>
                </a:cubicBezTo>
                <a:lnTo>
                  <a:pt x="752" y="627"/>
                </a:lnTo>
                <a:lnTo>
                  <a:pt x="825" y="740"/>
                </a:lnTo>
                <a:cubicBezTo>
                  <a:pt x="842" y="789"/>
                  <a:pt x="891" y="814"/>
                  <a:pt x="944" y="814"/>
                </a:cubicBezTo>
                <a:cubicBezTo>
                  <a:pt x="998" y="814"/>
                  <a:pt x="1055" y="789"/>
                  <a:pt x="1088" y="740"/>
                </a:cubicBezTo>
                <a:cubicBezTo>
                  <a:pt x="1110" y="707"/>
                  <a:pt x="1150" y="696"/>
                  <a:pt x="1199" y="696"/>
                </a:cubicBezTo>
                <a:cubicBezTo>
                  <a:pt x="1296" y="696"/>
                  <a:pt x="1428" y="740"/>
                  <a:pt x="1515" y="740"/>
                </a:cubicBezTo>
                <a:cubicBezTo>
                  <a:pt x="1712" y="839"/>
                  <a:pt x="1943" y="904"/>
                  <a:pt x="2173" y="937"/>
                </a:cubicBezTo>
                <a:cubicBezTo>
                  <a:pt x="2633" y="1069"/>
                  <a:pt x="3093" y="1134"/>
                  <a:pt x="3553" y="1134"/>
                </a:cubicBezTo>
                <a:cubicBezTo>
                  <a:pt x="3750" y="1134"/>
                  <a:pt x="3750" y="806"/>
                  <a:pt x="3553" y="806"/>
                </a:cubicBezTo>
                <a:cubicBezTo>
                  <a:pt x="2994" y="806"/>
                  <a:pt x="2435" y="707"/>
                  <a:pt x="1910" y="543"/>
                </a:cubicBezTo>
                <a:cubicBezTo>
                  <a:pt x="1712" y="484"/>
                  <a:pt x="1444" y="366"/>
                  <a:pt x="1212" y="366"/>
                </a:cubicBezTo>
                <a:cubicBezTo>
                  <a:pt x="1130" y="366"/>
                  <a:pt x="1054" y="380"/>
                  <a:pt x="986" y="416"/>
                </a:cubicBezTo>
                <a:lnTo>
                  <a:pt x="986" y="416"/>
                </a:lnTo>
                <a:lnTo>
                  <a:pt x="792" y="116"/>
                </a:lnTo>
                <a:cubicBezTo>
                  <a:pt x="749" y="58"/>
                  <a:pt x="693" y="32"/>
                  <a:pt x="641" y="32"/>
                </a:cubicBezTo>
                <a:cubicBezTo>
                  <a:pt x="575" y="32"/>
                  <a:pt x="515" y="75"/>
                  <a:pt x="497" y="149"/>
                </a:cubicBezTo>
                <a:cubicBezTo>
                  <a:pt x="481" y="181"/>
                  <a:pt x="469" y="212"/>
                  <a:pt x="460" y="244"/>
                </a:cubicBezTo>
                <a:lnTo>
                  <a:pt x="460" y="244"/>
                </a:lnTo>
                <a:cubicBezTo>
                  <a:pt x="415" y="194"/>
                  <a:pt x="374" y="138"/>
                  <a:pt x="332" y="83"/>
                </a:cubicBezTo>
                <a:cubicBezTo>
                  <a:pt x="303" y="24"/>
                  <a:pt x="259" y="0"/>
                  <a:pt x="21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7" name="Google Shape;1601;p11"/>
          <p:cNvSpPr/>
          <p:nvPr/>
        </p:nvSpPr>
        <p:spPr>
          <a:xfrm>
            <a:off x="6478920" y="4683960"/>
            <a:ext cx="34560" cy="41400"/>
          </a:xfrm>
          <a:custGeom>
            <a:avLst/>
            <a:gdLst>
              <a:gd name="textAreaLeft" fmla="*/ 0 w 34560"/>
              <a:gd name="textAreaRight" fmla="*/ 34920 w 34560"/>
              <a:gd name="textAreaTop" fmla="*/ 0 h 41400"/>
              <a:gd name="textAreaBottom" fmla="*/ 41760 h 41400"/>
            </a:gdLst>
            <a:ahLst/>
            <a:cxnLst/>
            <a:rect l="textAreaLeft" t="textAreaTop" r="textAreaRight" b="textAreaBottom"/>
            <a:pathLst>
              <a:path w="1646" h="1976">
                <a:moveTo>
                  <a:pt x="214" y="1"/>
                </a:moveTo>
                <a:cubicBezTo>
                  <a:pt x="101" y="1"/>
                  <a:pt x="1" y="120"/>
                  <a:pt x="68" y="254"/>
                </a:cubicBezTo>
                <a:lnTo>
                  <a:pt x="68" y="287"/>
                </a:lnTo>
                <a:lnTo>
                  <a:pt x="1317" y="1897"/>
                </a:lnTo>
                <a:cubicBezTo>
                  <a:pt x="1341" y="1945"/>
                  <a:pt x="1400" y="1976"/>
                  <a:pt x="1456" y="1976"/>
                </a:cubicBezTo>
                <a:cubicBezTo>
                  <a:pt x="1476" y="1976"/>
                  <a:pt x="1496" y="1972"/>
                  <a:pt x="1514" y="1963"/>
                </a:cubicBezTo>
                <a:cubicBezTo>
                  <a:pt x="1612" y="1897"/>
                  <a:pt x="1645" y="1799"/>
                  <a:pt x="1580" y="1733"/>
                </a:cubicBezTo>
                <a:lnTo>
                  <a:pt x="364" y="90"/>
                </a:lnTo>
                <a:cubicBezTo>
                  <a:pt x="322" y="27"/>
                  <a:pt x="267" y="1"/>
                  <a:pt x="21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8" name="Google Shape;1602;p11"/>
          <p:cNvSpPr/>
          <p:nvPr/>
        </p:nvSpPr>
        <p:spPr>
          <a:xfrm>
            <a:off x="6506640" y="4694760"/>
            <a:ext cx="21960" cy="20520"/>
          </a:xfrm>
          <a:custGeom>
            <a:avLst/>
            <a:gdLst>
              <a:gd name="textAreaLeft" fmla="*/ 0 w 21960"/>
              <a:gd name="textAreaRight" fmla="*/ 22320 w 2196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056" h="990">
                <a:moveTo>
                  <a:pt x="169" y="1"/>
                </a:moveTo>
                <a:cubicBezTo>
                  <a:pt x="124" y="1"/>
                  <a:pt x="83" y="17"/>
                  <a:pt x="66" y="50"/>
                </a:cubicBezTo>
                <a:cubicBezTo>
                  <a:pt x="1" y="83"/>
                  <a:pt x="1" y="214"/>
                  <a:pt x="66" y="280"/>
                </a:cubicBezTo>
                <a:lnTo>
                  <a:pt x="724" y="937"/>
                </a:lnTo>
                <a:cubicBezTo>
                  <a:pt x="746" y="974"/>
                  <a:pt x="776" y="990"/>
                  <a:pt x="809" y="990"/>
                </a:cubicBezTo>
                <a:cubicBezTo>
                  <a:pt x="921" y="990"/>
                  <a:pt x="1055" y="809"/>
                  <a:pt x="954" y="707"/>
                </a:cubicBezTo>
                <a:lnTo>
                  <a:pt x="296" y="50"/>
                </a:lnTo>
                <a:cubicBezTo>
                  <a:pt x="264" y="17"/>
                  <a:pt x="214" y="1"/>
                  <a:pt x="16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9" name="Google Shape;1603;p11"/>
          <p:cNvSpPr/>
          <p:nvPr/>
        </p:nvSpPr>
        <p:spPr>
          <a:xfrm>
            <a:off x="6517800" y="4696200"/>
            <a:ext cx="27000" cy="25920"/>
          </a:xfrm>
          <a:custGeom>
            <a:avLst/>
            <a:gdLst>
              <a:gd name="textAreaLeft" fmla="*/ 0 w 27000"/>
              <a:gd name="textAreaRight" fmla="*/ 27360 w 2700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1297" h="1241">
                <a:moveTo>
                  <a:pt x="177" y="1"/>
                </a:moveTo>
                <a:cubicBezTo>
                  <a:pt x="152" y="1"/>
                  <a:pt x="125" y="5"/>
                  <a:pt x="99" y="14"/>
                </a:cubicBezTo>
                <a:cubicBezTo>
                  <a:pt x="33" y="80"/>
                  <a:pt x="0" y="178"/>
                  <a:pt x="66" y="244"/>
                </a:cubicBezTo>
                <a:lnTo>
                  <a:pt x="33" y="211"/>
                </a:lnTo>
                <a:lnTo>
                  <a:pt x="33" y="211"/>
                </a:lnTo>
                <a:cubicBezTo>
                  <a:pt x="230" y="638"/>
                  <a:pt x="559" y="1000"/>
                  <a:pt x="986" y="1230"/>
                </a:cubicBezTo>
                <a:cubicBezTo>
                  <a:pt x="1008" y="1237"/>
                  <a:pt x="1028" y="1240"/>
                  <a:pt x="1048" y="1240"/>
                </a:cubicBezTo>
                <a:cubicBezTo>
                  <a:pt x="1209" y="1240"/>
                  <a:pt x="1297" y="1022"/>
                  <a:pt x="1151" y="934"/>
                </a:cubicBezTo>
                <a:cubicBezTo>
                  <a:pt x="1052" y="901"/>
                  <a:pt x="953" y="835"/>
                  <a:pt x="888" y="770"/>
                </a:cubicBezTo>
                <a:lnTo>
                  <a:pt x="855" y="737"/>
                </a:lnTo>
                <a:lnTo>
                  <a:pt x="789" y="704"/>
                </a:lnTo>
                <a:cubicBezTo>
                  <a:pt x="756" y="671"/>
                  <a:pt x="723" y="605"/>
                  <a:pt x="691" y="572"/>
                </a:cubicBezTo>
                <a:lnTo>
                  <a:pt x="559" y="474"/>
                </a:lnTo>
                <a:lnTo>
                  <a:pt x="559" y="441"/>
                </a:lnTo>
                <a:cubicBezTo>
                  <a:pt x="550" y="424"/>
                  <a:pt x="546" y="418"/>
                  <a:pt x="545" y="418"/>
                </a:cubicBezTo>
                <a:lnTo>
                  <a:pt x="545" y="418"/>
                </a:lnTo>
                <a:cubicBezTo>
                  <a:pt x="544" y="418"/>
                  <a:pt x="545" y="423"/>
                  <a:pt x="547" y="429"/>
                </a:cubicBezTo>
                <a:lnTo>
                  <a:pt x="493" y="375"/>
                </a:lnTo>
                <a:cubicBezTo>
                  <a:pt x="428" y="277"/>
                  <a:pt x="362" y="178"/>
                  <a:pt x="329" y="80"/>
                </a:cubicBezTo>
                <a:cubicBezTo>
                  <a:pt x="305" y="31"/>
                  <a:pt x="246" y="1"/>
                  <a:pt x="17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0" name="Google Shape;1604;p11"/>
          <p:cNvSpPr/>
          <p:nvPr/>
        </p:nvSpPr>
        <p:spPr>
          <a:xfrm>
            <a:off x="6533280" y="4698360"/>
            <a:ext cx="24840" cy="20160"/>
          </a:xfrm>
          <a:custGeom>
            <a:avLst/>
            <a:gdLst>
              <a:gd name="textAreaLeft" fmla="*/ 0 w 24840"/>
              <a:gd name="textAreaRight" fmla="*/ 25200 w 2484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199" h="967">
                <a:moveTo>
                  <a:pt x="185" y="0"/>
                </a:moveTo>
                <a:cubicBezTo>
                  <a:pt x="154" y="0"/>
                  <a:pt x="124" y="11"/>
                  <a:pt x="99" y="36"/>
                </a:cubicBezTo>
                <a:cubicBezTo>
                  <a:pt x="0" y="69"/>
                  <a:pt x="0" y="168"/>
                  <a:pt x="33" y="266"/>
                </a:cubicBezTo>
                <a:lnTo>
                  <a:pt x="0" y="233"/>
                </a:lnTo>
                <a:lnTo>
                  <a:pt x="0" y="233"/>
                </a:lnTo>
                <a:cubicBezTo>
                  <a:pt x="230" y="529"/>
                  <a:pt x="526" y="792"/>
                  <a:pt x="888" y="956"/>
                </a:cubicBezTo>
                <a:cubicBezTo>
                  <a:pt x="909" y="963"/>
                  <a:pt x="930" y="967"/>
                  <a:pt x="949" y="967"/>
                </a:cubicBezTo>
                <a:cubicBezTo>
                  <a:pt x="1110" y="967"/>
                  <a:pt x="1198" y="748"/>
                  <a:pt x="1052" y="661"/>
                </a:cubicBezTo>
                <a:cubicBezTo>
                  <a:pt x="986" y="628"/>
                  <a:pt x="888" y="595"/>
                  <a:pt x="822" y="529"/>
                </a:cubicBezTo>
                <a:lnTo>
                  <a:pt x="723" y="463"/>
                </a:lnTo>
                <a:lnTo>
                  <a:pt x="658" y="431"/>
                </a:lnTo>
                <a:cubicBezTo>
                  <a:pt x="592" y="398"/>
                  <a:pt x="526" y="332"/>
                  <a:pt x="460" y="266"/>
                </a:cubicBezTo>
                <a:cubicBezTo>
                  <a:pt x="428" y="233"/>
                  <a:pt x="395" y="201"/>
                  <a:pt x="395" y="168"/>
                </a:cubicBezTo>
                <a:lnTo>
                  <a:pt x="329" y="102"/>
                </a:lnTo>
                <a:lnTo>
                  <a:pt x="329" y="69"/>
                </a:lnTo>
                <a:cubicBezTo>
                  <a:pt x="288" y="28"/>
                  <a:pt x="235" y="0"/>
                  <a:pt x="18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1" name="Google Shape;1605;p11"/>
          <p:cNvSpPr/>
          <p:nvPr/>
        </p:nvSpPr>
        <p:spPr>
          <a:xfrm>
            <a:off x="6549840" y="4698720"/>
            <a:ext cx="15480" cy="13320"/>
          </a:xfrm>
          <a:custGeom>
            <a:avLst/>
            <a:gdLst>
              <a:gd name="textAreaLeft" fmla="*/ 0 w 15480"/>
              <a:gd name="textAreaRight" fmla="*/ 15840 w 1548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756" h="642">
                <a:moveTo>
                  <a:pt x="185" y="1"/>
                </a:moveTo>
                <a:cubicBezTo>
                  <a:pt x="164" y="1"/>
                  <a:pt x="148" y="9"/>
                  <a:pt x="131" y="25"/>
                </a:cubicBezTo>
                <a:cubicBezTo>
                  <a:pt x="99" y="25"/>
                  <a:pt x="33" y="58"/>
                  <a:pt x="33" y="91"/>
                </a:cubicBezTo>
                <a:cubicBezTo>
                  <a:pt x="0" y="124"/>
                  <a:pt x="0" y="190"/>
                  <a:pt x="33" y="222"/>
                </a:cubicBezTo>
                <a:cubicBezTo>
                  <a:pt x="33" y="255"/>
                  <a:pt x="66" y="288"/>
                  <a:pt x="99" y="321"/>
                </a:cubicBezTo>
                <a:lnTo>
                  <a:pt x="526" y="617"/>
                </a:lnTo>
                <a:cubicBezTo>
                  <a:pt x="542" y="633"/>
                  <a:pt x="559" y="641"/>
                  <a:pt x="575" y="641"/>
                </a:cubicBezTo>
                <a:cubicBezTo>
                  <a:pt x="592" y="641"/>
                  <a:pt x="608" y="633"/>
                  <a:pt x="624" y="617"/>
                </a:cubicBezTo>
                <a:cubicBezTo>
                  <a:pt x="690" y="617"/>
                  <a:pt x="723" y="584"/>
                  <a:pt x="723" y="551"/>
                </a:cubicBezTo>
                <a:cubicBezTo>
                  <a:pt x="756" y="518"/>
                  <a:pt x="756" y="452"/>
                  <a:pt x="723" y="420"/>
                </a:cubicBezTo>
                <a:cubicBezTo>
                  <a:pt x="723" y="387"/>
                  <a:pt x="690" y="354"/>
                  <a:pt x="657" y="321"/>
                </a:cubicBezTo>
                <a:lnTo>
                  <a:pt x="263" y="25"/>
                </a:lnTo>
                <a:cubicBezTo>
                  <a:pt x="230" y="9"/>
                  <a:pt x="205" y="1"/>
                  <a:pt x="18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2" name="Google Shape;1606;p11"/>
          <p:cNvSpPr/>
          <p:nvPr/>
        </p:nvSpPr>
        <p:spPr>
          <a:xfrm>
            <a:off x="6554160" y="4699800"/>
            <a:ext cx="24120" cy="16560"/>
          </a:xfrm>
          <a:custGeom>
            <a:avLst/>
            <a:gdLst>
              <a:gd name="textAreaLeft" fmla="*/ 0 w 24120"/>
              <a:gd name="textAreaRight" fmla="*/ 24480 w 2412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151" h="795">
                <a:moveTo>
                  <a:pt x="187" y="0"/>
                </a:moveTo>
                <a:cubicBezTo>
                  <a:pt x="132" y="0"/>
                  <a:pt x="86" y="28"/>
                  <a:pt x="66" y="69"/>
                </a:cubicBezTo>
                <a:cubicBezTo>
                  <a:pt x="0" y="167"/>
                  <a:pt x="33" y="266"/>
                  <a:pt x="99" y="299"/>
                </a:cubicBezTo>
                <a:lnTo>
                  <a:pt x="887" y="759"/>
                </a:lnTo>
                <a:cubicBezTo>
                  <a:pt x="913" y="784"/>
                  <a:pt x="942" y="795"/>
                  <a:pt x="973" y="795"/>
                </a:cubicBezTo>
                <a:cubicBezTo>
                  <a:pt x="1024" y="795"/>
                  <a:pt x="1077" y="767"/>
                  <a:pt x="1117" y="726"/>
                </a:cubicBezTo>
                <a:cubicBezTo>
                  <a:pt x="1150" y="627"/>
                  <a:pt x="1117" y="529"/>
                  <a:pt x="1052" y="496"/>
                </a:cubicBezTo>
                <a:cubicBezTo>
                  <a:pt x="789" y="332"/>
                  <a:pt x="526" y="167"/>
                  <a:pt x="296" y="36"/>
                </a:cubicBezTo>
                <a:cubicBezTo>
                  <a:pt x="258" y="11"/>
                  <a:pt x="221" y="0"/>
                  <a:pt x="18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3" name="Google Shape;1607;p11"/>
          <p:cNvSpPr/>
          <p:nvPr/>
        </p:nvSpPr>
        <p:spPr>
          <a:xfrm>
            <a:off x="6575760" y="4707360"/>
            <a:ext cx="14400" cy="12960"/>
          </a:xfrm>
          <a:custGeom>
            <a:avLst/>
            <a:gdLst>
              <a:gd name="textAreaLeft" fmla="*/ 0 w 14400"/>
              <a:gd name="textAreaRight" fmla="*/ 14760 w 1440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691" h="625">
                <a:moveTo>
                  <a:pt x="99" y="1"/>
                </a:moveTo>
                <a:cubicBezTo>
                  <a:pt x="34" y="33"/>
                  <a:pt x="34" y="66"/>
                  <a:pt x="1" y="99"/>
                </a:cubicBezTo>
                <a:lnTo>
                  <a:pt x="1" y="165"/>
                </a:lnTo>
                <a:cubicBezTo>
                  <a:pt x="1" y="165"/>
                  <a:pt x="1" y="198"/>
                  <a:pt x="1" y="231"/>
                </a:cubicBezTo>
                <a:lnTo>
                  <a:pt x="1" y="263"/>
                </a:lnTo>
                <a:cubicBezTo>
                  <a:pt x="99" y="428"/>
                  <a:pt x="264" y="559"/>
                  <a:pt x="461" y="625"/>
                </a:cubicBezTo>
                <a:lnTo>
                  <a:pt x="592" y="625"/>
                </a:lnTo>
                <a:cubicBezTo>
                  <a:pt x="625" y="592"/>
                  <a:pt x="658" y="559"/>
                  <a:pt x="658" y="526"/>
                </a:cubicBezTo>
                <a:cubicBezTo>
                  <a:pt x="691" y="493"/>
                  <a:pt x="691" y="428"/>
                  <a:pt x="658" y="395"/>
                </a:cubicBezTo>
                <a:cubicBezTo>
                  <a:pt x="658" y="362"/>
                  <a:pt x="625" y="329"/>
                  <a:pt x="559" y="329"/>
                </a:cubicBezTo>
                <a:cubicBezTo>
                  <a:pt x="559" y="329"/>
                  <a:pt x="527" y="329"/>
                  <a:pt x="494" y="296"/>
                </a:cubicBezTo>
                <a:lnTo>
                  <a:pt x="527" y="296"/>
                </a:lnTo>
                <a:cubicBezTo>
                  <a:pt x="494" y="296"/>
                  <a:pt x="461" y="264"/>
                  <a:pt x="429" y="231"/>
                </a:cubicBezTo>
                <a:lnTo>
                  <a:pt x="429" y="231"/>
                </a:lnTo>
                <a:lnTo>
                  <a:pt x="461" y="263"/>
                </a:lnTo>
                <a:cubicBezTo>
                  <a:pt x="395" y="231"/>
                  <a:pt x="362" y="198"/>
                  <a:pt x="362" y="165"/>
                </a:cubicBezTo>
                <a:lnTo>
                  <a:pt x="362" y="198"/>
                </a:lnTo>
                <a:cubicBezTo>
                  <a:pt x="362" y="165"/>
                  <a:pt x="329" y="132"/>
                  <a:pt x="297" y="66"/>
                </a:cubicBezTo>
                <a:cubicBezTo>
                  <a:pt x="297" y="33"/>
                  <a:pt x="264" y="33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4" name="Google Shape;1608;p11"/>
          <p:cNvSpPr/>
          <p:nvPr/>
        </p:nvSpPr>
        <p:spPr>
          <a:xfrm>
            <a:off x="6593040" y="4705920"/>
            <a:ext cx="19440" cy="20520"/>
          </a:xfrm>
          <a:custGeom>
            <a:avLst/>
            <a:gdLst>
              <a:gd name="textAreaLeft" fmla="*/ 0 w 19440"/>
              <a:gd name="textAreaRight" fmla="*/ 19800 w 1944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943" h="985">
                <a:moveTo>
                  <a:pt x="181" y="0"/>
                </a:moveTo>
                <a:cubicBezTo>
                  <a:pt x="140" y="0"/>
                  <a:pt x="99" y="17"/>
                  <a:pt x="66" y="50"/>
                </a:cubicBezTo>
                <a:cubicBezTo>
                  <a:pt x="0" y="115"/>
                  <a:pt x="0" y="214"/>
                  <a:pt x="66" y="280"/>
                </a:cubicBezTo>
                <a:lnTo>
                  <a:pt x="658" y="970"/>
                </a:lnTo>
                <a:cubicBezTo>
                  <a:pt x="683" y="980"/>
                  <a:pt x="708" y="985"/>
                  <a:pt x="732" y="985"/>
                </a:cubicBezTo>
                <a:cubicBezTo>
                  <a:pt x="858" y="985"/>
                  <a:pt x="943" y="851"/>
                  <a:pt x="888" y="740"/>
                </a:cubicBezTo>
                <a:lnTo>
                  <a:pt x="296" y="50"/>
                </a:lnTo>
                <a:cubicBezTo>
                  <a:pt x="263" y="17"/>
                  <a:pt x="222" y="0"/>
                  <a:pt x="1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5" name="Google Shape;1609;p11"/>
          <p:cNvSpPr/>
          <p:nvPr/>
        </p:nvSpPr>
        <p:spPr>
          <a:xfrm>
            <a:off x="6395400" y="4698360"/>
            <a:ext cx="45720" cy="24480"/>
          </a:xfrm>
          <a:custGeom>
            <a:avLst/>
            <a:gdLst>
              <a:gd name="textAreaLeft" fmla="*/ 0 w 45720"/>
              <a:gd name="textAreaRight" fmla="*/ 46080 w 4572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2169" h="1177">
                <a:moveTo>
                  <a:pt x="204" y="0"/>
                </a:moveTo>
                <a:cubicBezTo>
                  <a:pt x="147" y="0"/>
                  <a:pt x="81" y="31"/>
                  <a:pt x="33" y="79"/>
                </a:cubicBezTo>
                <a:cubicBezTo>
                  <a:pt x="0" y="145"/>
                  <a:pt x="33" y="243"/>
                  <a:pt x="99" y="309"/>
                </a:cubicBezTo>
                <a:lnTo>
                  <a:pt x="1906" y="1163"/>
                </a:lnTo>
                <a:cubicBezTo>
                  <a:pt x="1924" y="1172"/>
                  <a:pt x="1944" y="1176"/>
                  <a:pt x="1965" y="1176"/>
                </a:cubicBezTo>
                <a:cubicBezTo>
                  <a:pt x="2022" y="1176"/>
                  <a:pt x="2088" y="1146"/>
                  <a:pt x="2136" y="1098"/>
                </a:cubicBezTo>
                <a:cubicBezTo>
                  <a:pt x="2169" y="1032"/>
                  <a:pt x="2136" y="933"/>
                  <a:pt x="2070" y="868"/>
                </a:cubicBezTo>
                <a:lnTo>
                  <a:pt x="263" y="13"/>
                </a:lnTo>
                <a:cubicBezTo>
                  <a:pt x="245" y="5"/>
                  <a:pt x="225" y="0"/>
                  <a:pt x="20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6" name="Google Shape;1610;p11"/>
          <p:cNvSpPr/>
          <p:nvPr/>
        </p:nvSpPr>
        <p:spPr>
          <a:xfrm>
            <a:off x="6437880" y="4704480"/>
            <a:ext cx="24120" cy="18360"/>
          </a:xfrm>
          <a:custGeom>
            <a:avLst/>
            <a:gdLst>
              <a:gd name="textAreaLeft" fmla="*/ 0 w 24120"/>
              <a:gd name="textAreaRight" fmla="*/ 24480 w 2412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151" h="878">
                <a:moveTo>
                  <a:pt x="183" y="0"/>
                </a:moveTo>
                <a:cubicBezTo>
                  <a:pt x="134" y="0"/>
                  <a:pt x="87" y="23"/>
                  <a:pt x="66" y="86"/>
                </a:cubicBezTo>
                <a:cubicBezTo>
                  <a:pt x="1" y="152"/>
                  <a:pt x="33" y="250"/>
                  <a:pt x="99" y="316"/>
                </a:cubicBezTo>
                <a:lnTo>
                  <a:pt x="888" y="842"/>
                </a:lnTo>
                <a:cubicBezTo>
                  <a:pt x="913" y="867"/>
                  <a:pt x="943" y="877"/>
                  <a:pt x="974" y="877"/>
                </a:cubicBezTo>
                <a:cubicBezTo>
                  <a:pt x="1024" y="877"/>
                  <a:pt x="1077" y="849"/>
                  <a:pt x="1118" y="809"/>
                </a:cubicBezTo>
                <a:cubicBezTo>
                  <a:pt x="1151" y="710"/>
                  <a:pt x="1118" y="612"/>
                  <a:pt x="1052" y="579"/>
                </a:cubicBezTo>
                <a:lnTo>
                  <a:pt x="263" y="20"/>
                </a:lnTo>
                <a:cubicBezTo>
                  <a:pt x="239" y="8"/>
                  <a:pt x="211" y="0"/>
                  <a:pt x="18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7" name="Google Shape;1611;p11"/>
          <p:cNvSpPr/>
          <p:nvPr/>
        </p:nvSpPr>
        <p:spPr>
          <a:xfrm>
            <a:off x="6450840" y="4703760"/>
            <a:ext cx="24480" cy="16560"/>
          </a:xfrm>
          <a:custGeom>
            <a:avLst/>
            <a:gdLst>
              <a:gd name="textAreaLeft" fmla="*/ 0 w 24480"/>
              <a:gd name="textAreaRight" fmla="*/ 24840 w 2448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173" h="805">
                <a:moveTo>
                  <a:pt x="230" y="1"/>
                </a:moveTo>
                <a:cubicBezTo>
                  <a:pt x="97" y="1"/>
                  <a:pt x="0" y="207"/>
                  <a:pt x="139" y="318"/>
                </a:cubicBezTo>
                <a:lnTo>
                  <a:pt x="139" y="285"/>
                </a:lnTo>
                <a:cubicBezTo>
                  <a:pt x="271" y="351"/>
                  <a:pt x="402" y="417"/>
                  <a:pt x="534" y="515"/>
                </a:cubicBezTo>
                <a:lnTo>
                  <a:pt x="632" y="581"/>
                </a:lnTo>
                <a:lnTo>
                  <a:pt x="698" y="614"/>
                </a:lnTo>
                <a:cubicBezTo>
                  <a:pt x="731" y="647"/>
                  <a:pt x="797" y="712"/>
                  <a:pt x="862" y="778"/>
                </a:cubicBezTo>
                <a:cubicBezTo>
                  <a:pt x="887" y="797"/>
                  <a:pt x="914" y="805"/>
                  <a:pt x="941" y="805"/>
                </a:cubicBezTo>
                <a:cubicBezTo>
                  <a:pt x="1057" y="805"/>
                  <a:pt x="1172" y="655"/>
                  <a:pt x="1092" y="548"/>
                </a:cubicBezTo>
                <a:cubicBezTo>
                  <a:pt x="862" y="318"/>
                  <a:pt x="599" y="154"/>
                  <a:pt x="304" y="22"/>
                </a:cubicBezTo>
                <a:cubicBezTo>
                  <a:pt x="279" y="7"/>
                  <a:pt x="254" y="1"/>
                  <a:pt x="2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8" name="Google Shape;1612;p11"/>
          <p:cNvSpPr/>
          <p:nvPr/>
        </p:nvSpPr>
        <p:spPr>
          <a:xfrm>
            <a:off x="6460920" y="4693320"/>
            <a:ext cx="28080" cy="25560"/>
          </a:xfrm>
          <a:custGeom>
            <a:avLst/>
            <a:gdLst>
              <a:gd name="textAreaLeft" fmla="*/ 0 w 28080"/>
              <a:gd name="textAreaRight" fmla="*/ 28440 w 2808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1349" h="1217">
                <a:moveTo>
                  <a:pt x="182" y="1"/>
                </a:moveTo>
                <a:cubicBezTo>
                  <a:pt x="141" y="1"/>
                  <a:pt x="100" y="17"/>
                  <a:pt x="67" y="50"/>
                </a:cubicBezTo>
                <a:cubicBezTo>
                  <a:pt x="1" y="116"/>
                  <a:pt x="1" y="215"/>
                  <a:pt x="67" y="280"/>
                </a:cubicBezTo>
                <a:cubicBezTo>
                  <a:pt x="395" y="576"/>
                  <a:pt x="724" y="872"/>
                  <a:pt x="1052" y="1167"/>
                </a:cubicBezTo>
                <a:cubicBezTo>
                  <a:pt x="1085" y="1200"/>
                  <a:pt x="1126" y="1217"/>
                  <a:pt x="1167" y="1217"/>
                </a:cubicBezTo>
                <a:cubicBezTo>
                  <a:pt x="1209" y="1217"/>
                  <a:pt x="1250" y="1200"/>
                  <a:pt x="1282" y="1167"/>
                </a:cubicBezTo>
                <a:cubicBezTo>
                  <a:pt x="1348" y="1102"/>
                  <a:pt x="1348" y="1003"/>
                  <a:pt x="1282" y="937"/>
                </a:cubicBezTo>
                <a:cubicBezTo>
                  <a:pt x="954" y="642"/>
                  <a:pt x="625" y="346"/>
                  <a:pt x="297" y="50"/>
                </a:cubicBezTo>
                <a:cubicBezTo>
                  <a:pt x="264" y="17"/>
                  <a:pt x="223" y="1"/>
                  <a:pt x="18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9" name="Google Shape;1613;p11"/>
          <p:cNvSpPr/>
          <p:nvPr/>
        </p:nvSpPr>
        <p:spPr>
          <a:xfrm>
            <a:off x="6476760" y="4695840"/>
            <a:ext cx="18000" cy="18360"/>
          </a:xfrm>
          <a:custGeom>
            <a:avLst/>
            <a:gdLst>
              <a:gd name="textAreaLeft" fmla="*/ 0 w 18000"/>
              <a:gd name="textAreaRight" fmla="*/ 18360 w 1800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871" h="890">
                <a:moveTo>
                  <a:pt x="218" y="0"/>
                </a:moveTo>
                <a:cubicBezTo>
                  <a:pt x="198" y="0"/>
                  <a:pt x="181" y="8"/>
                  <a:pt x="165" y="25"/>
                </a:cubicBezTo>
                <a:cubicBezTo>
                  <a:pt x="66" y="58"/>
                  <a:pt x="34" y="123"/>
                  <a:pt x="34" y="222"/>
                </a:cubicBezTo>
                <a:lnTo>
                  <a:pt x="1" y="189"/>
                </a:lnTo>
                <a:lnTo>
                  <a:pt x="1" y="189"/>
                </a:lnTo>
                <a:cubicBezTo>
                  <a:pt x="99" y="485"/>
                  <a:pt x="296" y="715"/>
                  <a:pt x="559" y="879"/>
                </a:cubicBezTo>
                <a:cubicBezTo>
                  <a:pt x="581" y="886"/>
                  <a:pt x="601" y="890"/>
                  <a:pt x="621" y="890"/>
                </a:cubicBezTo>
                <a:cubicBezTo>
                  <a:pt x="782" y="890"/>
                  <a:pt x="870" y="671"/>
                  <a:pt x="724" y="583"/>
                </a:cubicBezTo>
                <a:lnTo>
                  <a:pt x="658" y="518"/>
                </a:lnTo>
                <a:lnTo>
                  <a:pt x="625" y="518"/>
                </a:lnTo>
                <a:cubicBezTo>
                  <a:pt x="592" y="485"/>
                  <a:pt x="526" y="419"/>
                  <a:pt x="461" y="386"/>
                </a:cubicBezTo>
                <a:lnTo>
                  <a:pt x="461" y="353"/>
                </a:lnTo>
                <a:cubicBezTo>
                  <a:pt x="461" y="321"/>
                  <a:pt x="428" y="288"/>
                  <a:pt x="395" y="255"/>
                </a:cubicBezTo>
                <a:lnTo>
                  <a:pt x="362" y="189"/>
                </a:lnTo>
                <a:lnTo>
                  <a:pt x="362" y="156"/>
                </a:lnTo>
                <a:lnTo>
                  <a:pt x="362" y="123"/>
                </a:lnTo>
                <a:cubicBezTo>
                  <a:pt x="329" y="91"/>
                  <a:pt x="329" y="58"/>
                  <a:pt x="296" y="25"/>
                </a:cubicBezTo>
                <a:cubicBezTo>
                  <a:pt x="264" y="8"/>
                  <a:pt x="239" y="0"/>
                  <a:pt x="21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0" name="Google Shape;1614;p11"/>
          <p:cNvSpPr/>
          <p:nvPr/>
        </p:nvSpPr>
        <p:spPr>
          <a:xfrm>
            <a:off x="6397560" y="4713840"/>
            <a:ext cx="18360" cy="9720"/>
          </a:xfrm>
          <a:custGeom>
            <a:avLst/>
            <a:gdLst>
              <a:gd name="textAreaLeft" fmla="*/ 0 w 18360"/>
              <a:gd name="textAreaRight" fmla="*/ 18720 w 1836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888" h="474">
                <a:moveTo>
                  <a:pt x="165" y="0"/>
                </a:moveTo>
                <a:cubicBezTo>
                  <a:pt x="66" y="0"/>
                  <a:pt x="1" y="66"/>
                  <a:pt x="1" y="132"/>
                </a:cubicBezTo>
                <a:cubicBezTo>
                  <a:pt x="1" y="230"/>
                  <a:pt x="66" y="296"/>
                  <a:pt x="165" y="296"/>
                </a:cubicBezTo>
                <a:lnTo>
                  <a:pt x="132" y="329"/>
                </a:lnTo>
                <a:lnTo>
                  <a:pt x="231" y="329"/>
                </a:lnTo>
                <a:cubicBezTo>
                  <a:pt x="296" y="362"/>
                  <a:pt x="362" y="362"/>
                  <a:pt x="461" y="395"/>
                </a:cubicBezTo>
                <a:lnTo>
                  <a:pt x="526" y="395"/>
                </a:lnTo>
                <a:lnTo>
                  <a:pt x="625" y="460"/>
                </a:lnTo>
                <a:cubicBezTo>
                  <a:pt x="643" y="469"/>
                  <a:pt x="665" y="473"/>
                  <a:pt x="689" y="473"/>
                </a:cubicBezTo>
                <a:cubicBezTo>
                  <a:pt x="754" y="473"/>
                  <a:pt x="831" y="443"/>
                  <a:pt x="855" y="395"/>
                </a:cubicBezTo>
                <a:cubicBezTo>
                  <a:pt x="888" y="296"/>
                  <a:pt x="855" y="197"/>
                  <a:pt x="789" y="165"/>
                </a:cubicBezTo>
                <a:cubicBezTo>
                  <a:pt x="592" y="66"/>
                  <a:pt x="362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1" name="Google Shape;1615;p11"/>
          <p:cNvSpPr/>
          <p:nvPr/>
        </p:nvSpPr>
        <p:spPr>
          <a:xfrm>
            <a:off x="6369120" y="4715280"/>
            <a:ext cx="21240" cy="12960"/>
          </a:xfrm>
          <a:custGeom>
            <a:avLst/>
            <a:gdLst>
              <a:gd name="textAreaLeft" fmla="*/ 0 w 21240"/>
              <a:gd name="textAreaRight" fmla="*/ 21600 w 2124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023" h="627">
                <a:moveTo>
                  <a:pt x="245" y="0"/>
                </a:moveTo>
                <a:cubicBezTo>
                  <a:pt x="93" y="0"/>
                  <a:pt x="1" y="206"/>
                  <a:pt x="168" y="318"/>
                </a:cubicBezTo>
                <a:lnTo>
                  <a:pt x="759" y="613"/>
                </a:lnTo>
                <a:cubicBezTo>
                  <a:pt x="777" y="622"/>
                  <a:pt x="797" y="626"/>
                  <a:pt x="817" y="626"/>
                </a:cubicBezTo>
                <a:cubicBezTo>
                  <a:pt x="873" y="626"/>
                  <a:pt x="932" y="596"/>
                  <a:pt x="956" y="548"/>
                </a:cubicBezTo>
                <a:cubicBezTo>
                  <a:pt x="1022" y="449"/>
                  <a:pt x="989" y="350"/>
                  <a:pt x="923" y="318"/>
                </a:cubicBezTo>
                <a:lnTo>
                  <a:pt x="332" y="22"/>
                </a:lnTo>
                <a:cubicBezTo>
                  <a:pt x="302" y="7"/>
                  <a:pt x="273" y="0"/>
                  <a:pt x="24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2" name="Google Shape;1616;p11"/>
          <p:cNvSpPr/>
          <p:nvPr/>
        </p:nvSpPr>
        <p:spPr>
          <a:xfrm>
            <a:off x="6683400" y="4268160"/>
            <a:ext cx="337680" cy="434160"/>
          </a:xfrm>
          <a:custGeom>
            <a:avLst/>
            <a:gdLst>
              <a:gd name="textAreaLeft" fmla="*/ 0 w 337680"/>
              <a:gd name="textAreaRight" fmla="*/ 338040 w 337680"/>
              <a:gd name="textAreaTop" fmla="*/ 0 h 434160"/>
              <a:gd name="textAreaBottom" fmla="*/ 434520 h 434160"/>
            </a:gdLst>
            <a:ahLst/>
            <a:cxnLst/>
            <a:rect l="textAreaLeft" t="textAreaTop" r="textAreaRight" b="textAreaBottom"/>
            <a:pathLst>
              <a:path w="15971" h="20523">
                <a:moveTo>
                  <a:pt x="15652" y="228"/>
                </a:moveTo>
                <a:cubicBezTo>
                  <a:pt x="15658" y="246"/>
                  <a:pt x="15668" y="262"/>
                  <a:pt x="15681" y="275"/>
                </a:cubicBezTo>
                <a:lnTo>
                  <a:pt x="15681" y="275"/>
                </a:lnTo>
                <a:lnTo>
                  <a:pt x="15652" y="261"/>
                </a:lnTo>
                <a:lnTo>
                  <a:pt x="15652" y="228"/>
                </a:lnTo>
                <a:close/>
                <a:moveTo>
                  <a:pt x="15812" y="312"/>
                </a:moveTo>
                <a:cubicBezTo>
                  <a:pt x="15827" y="312"/>
                  <a:pt x="15827" y="326"/>
                  <a:pt x="15783" y="326"/>
                </a:cubicBezTo>
                <a:cubicBezTo>
                  <a:pt x="15794" y="316"/>
                  <a:pt x="15805" y="312"/>
                  <a:pt x="15812" y="312"/>
                </a:cubicBezTo>
                <a:close/>
                <a:moveTo>
                  <a:pt x="14699" y="787"/>
                </a:moveTo>
                <a:cubicBezTo>
                  <a:pt x="14677" y="797"/>
                  <a:pt x="14659" y="801"/>
                  <a:pt x="14648" y="801"/>
                </a:cubicBezTo>
                <a:cubicBezTo>
                  <a:pt x="14626" y="801"/>
                  <a:pt x="14633" y="787"/>
                  <a:pt x="14699" y="787"/>
                </a:cubicBezTo>
                <a:close/>
                <a:moveTo>
                  <a:pt x="14803" y="839"/>
                </a:moveTo>
                <a:lnTo>
                  <a:pt x="14830" y="852"/>
                </a:lnTo>
                <a:lnTo>
                  <a:pt x="14830" y="901"/>
                </a:lnTo>
                <a:lnTo>
                  <a:pt x="14830" y="901"/>
                </a:lnTo>
                <a:cubicBezTo>
                  <a:pt x="14825" y="878"/>
                  <a:pt x="14815" y="857"/>
                  <a:pt x="14803" y="839"/>
                </a:cubicBezTo>
                <a:close/>
                <a:moveTo>
                  <a:pt x="15816" y="1"/>
                </a:moveTo>
                <a:cubicBezTo>
                  <a:pt x="15777" y="1"/>
                  <a:pt x="15732" y="12"/>
                  <a:pt x="15685" y="31"/>
                </a:cubicBezTo>
                <a:cubicBezTo>
                  <a:pt x="15586" y="96"/>
                  <a:pt x="15487" y="162"/>
                  <a:pt x="15389" y="228"/>
                </a:cubicBezTo>
                <a:cubicBezTo>
                  <a:pt x="15257" y="359"/>
                  <a:pt x="15093" y="491"/>
                  <a:pt x="14929" y="589"/>
                </a:cubicBezTo>
                <a:lnTo>
                  <a:pt x="14764" y="721"/>
                </a:lnTo>
                <a:cubicBezTo>
                  <a:pt x="14738" y="747"/>
                  <a:pt x="14712" y="752"/>
                  <a:pt x="14703" y="770"/>
                </a:cubicBezTo>
                <a:lnTo>
                  <a:pt x="14703" y="770"/>
                </a:lnTo>
                <a:cubicBezTo>
                  <a:pt x="14692" y="767"/>
                  <a:pt x="14681" y="766"/>
                  <a:pt x="14670" y="766"/>
                </a:cubicBezTo>
                <a:cubicBezTo>
                  <a:pt x="14645" y="766"/>
                  <a:pt x="14621" y="772"/>
                  <a:pt x="14600" y="787"/>
                </a:cubicBezTo>
                <a:cubicBezTo>
                  <a:pt x="13910" y="1181"/>
                  <a:pt x="13253" y="1641"/>
                  <a:pt x="12661" y="2167"/>
                </a:cubicBezTo>
                <a:cubicBezTo>
                  <a:pt x="12103" y="2660"/>
                  <a:pt x="11643" y="3284"/>
                  <a:pt x="11314" y="3974"/>
                </a:cubicBezTo>
                <a:cubicBezTo>
                  <a:pt x="10657" y="5321"/>
                  <a:pt x="10394" y="6800"/>
                  <a:pt x="9803" y="8180"/>
                </a:cubicBezTo>
                <a:cubicBezTo>
                  <a:pt x="9507" y="8903"/>
                  <a:pt x="9047" y="9560"/>
                  <a:pt x="8488" y="10152"/>
                </a:cubicBezTo>
                <a:cubicBezTo>
                  <a:pt x="7864" y="10776"/>
                  <a:pt x="7207" y="11335"/>
                  <a:pt x="6648" y="12025"/>
                </a:cubicBezTo>
                <a:cubicBezTo>
                  <a:pt x="5432" y="13372"/>
                  <a:pt x="4315" y="14818"/>
                  <a:pt x="3329" y="16329"/>
                </a:cubicBezTo>
                <a:cubicBezTo>
                  <a:pt x="2409" y="17742"/>
                  <a:pt x="1686" y="19418"/>
                  <a:pt x="142" y="20207"/>
                </a:cubicBezTo>
                <a:cubicBezTo>
                  <a:pt x="0" y="20292"/>
                  <a:pt x="102" y="20523"/>
                  <a:pt x="238" y="20523"/>
                </a:cubicBezTo>
                <a:cubicBezTo>
                  <a:pt x="260" y="20523"/>
                  <a:pt x="283" y="20516"/>
                  <a:pt x="306" y="20503"/>
                </a:cubicBezTo>
                <a:cubicBezTo>
                  <a:pt x="1620" y="19813"/>
                  <a:pt x="2376" y="18498"/>
                  <a:pt x="3132" y="17282"/>
                </a:cubicBezTo>
                <a:cubicBezTo>
                  <a:pt x="4085" y="15738"/>
                  <a:pt x="5136" y="14292"/>
                  <a:pt x="6319" y="12945"/>
                </a:cubicBezTo>
                <a:cubicBezTo>
                  <a:pt x="6878" y="12222"/>
                  <a:pt x="7469" y="11565"/>
                  <a:pt x="8127" y="10940"/>
                </a:cubicBezTo>
                <a:cubicBezTo>
                  <a:pt x="8751" y="10415"/>
                  <a:pt x="9244" y="9823"/>
                  <a:pt x="9704" y="9133"/>
                </a:cubicBezTo>
                <a:cubicBezTo>
                  <a:pt x="10427" y="7851"/>
                  <a:pt x="10723" y="6340"/>
                  <a:pt x="11248" y="4960"/>
                </a:cubicBezTo>
                <a:cubicBezTo>
                  <a:pt x="11544" y="4138"/>
                  <a:pt x="11971" y="3382"/>
                  <a:pt x="12563" y="2725"/>
                </a:cubicBezTo>
                <a:cubicBezTo>
                  <a:pt x="13220" y="2068"/>
                  <a:pt x="13943" y="1509"/>
                  <a:pt x="14764" y="1082"/>
                </a:cubicBezTo>
                <a:cubicBezTo>
                  <a:pt x="14863" y="1017"/>
                  <a:pt x="14962" y="951"/>
                  <a:pt x="15060" y="885"/>
                </a:cubicBezTo>
                <a:lnTo>
                  <a:pt x="15520" y="524"/>
                </a:lnTo>
                <a:lnTo>
                  <a:pt x="15717" y="392"/>
                </a:lnTo>
                <a:lnTo>
                  <a:pt x="15779" y="331"/>
                </a:lnTo>
                <a:lnTo>
                  <a:pt x="15779" y="331"/>
                </a:lnTo>
                <a:cubicBezTo>
                  <a:pt x="15792" y="334"/>
                  <a:pt x="15805" y="335"/>
                  <a:pt x="15819" y="335"/>
                </a:cubicBezTo>
                <a:cubicBezTo>
                  <a:pt x="15879" y="335"/>
                  <a:pt x="15935" y="303"/>
                  <a:pt x="15947" y="228"/>
                </a:cubicBezTo>
                <a:cubicBezTo>
                  <a:pt x="15971" y="65"/>
                  <a:pt x="15911" y="1"/>
                  <a:pt x="158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3" name="Google Shape;1617;p11"/>
          <p:cNvSpPr/>
          <p:nvPr/>
        </p:nvSpPr>
        <p:spPr>
          <a:xfrm>
            <a:off x="6926040" y="4327200"/>
            <a:ext cx="134640" cy="25920"/>
          </a:xfrm>
          <a:custGeom>
            <a:avLst/>
            <a:gdLst>
              <a:gd name="textAreaLeft" fmla="*/ 0 w 134640"/>
              <a:gd name="textAreaRight" fmla="*/ 135000 w 13464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6381" h="1236">
                <a:moveTo>
                  <a:pt x="6126" y="0"/>
                </a:moveTo>
                <a:cubicBezTo>
                  <a:pt x="6101" y="0"/>
                  <a:pt x="6074" y="6"/>
                  <a:pt x="6047" y="20"/>
                </a:cubicBezTo>
                <a:cubicBezTo>
                  <a:pt x="5192" y="480"/>
                  <a:pt x="4272" y="776"/>
                  <a:pt x="3286" y="874"/>
                </a:cubicBezTo>
                <a:cubicBezTo>
                  <a:pt x="3056" y="891"/>
                  <a:pt x="2826" y="899"/>
                  <a:pt x="2596" y="899"/>
                </a:cubicBezTo>
                <a:cubicBezTo>
                  <a:pt x="2366" y="899"/>
                  <a:pt x="2136" y="891"/>
                  <a:pt x="1906" y="874"/>
                </a:cubicBezTo>
                <a:cubicBezTo>
                  <a:pt x="1643" y="841"/>
                  <a:pt x="1413" y="808"/>
                  <a:pt x="1151" y="776"/>
                </a:cubicBezTo>
                <a:cubicBezTo>
                  <a:pt x="1074" y="750"/>
                  <a:pt x="761" y="646"/>
                  <a:pt x="609" y="646"/>
                </a:cubicBezTo>
                <a:cubicBezTo>
                  <a:pt x="569" y="646"/>
                  <a:pt x="540" y="653"/>
                  <a:pt x="529" y="670"/>
                </a:cubicBezTo>
                <a:lnTo>
                  <a:pt x="529" y="670"/>
                </a:lnTo>
                <a:cubicBezTo>
                  <a:pt x="589" y="539"/>
                  <a:pt x="476" y="424"/>
                  <a:pt x="366" y="424"/>
                </a:cubicBezTo>
                <a:cubicBezTo>
                  <a:pt x="313" y="424"/>
                  <a:pt x="262" y="450"/>
                  <a:pt x="230" y="513"/>
                </a:cubicBezTo>
                <a:cubicBezTo>
                  <a:pt x="0" y="973"/>
                  <a:pt x="888" y="1071"/>
                  <a:pt x="1151" y="1104"/>
                </a:cubicBezTo>
                <a:cubicBezTo>
                  <a:pt x="1619" y="1193"/>
                  <a:pt x="2089" y="1236"/>
                  <a:pt x="2557" y="1236"/>
                </a:cubicBezTo>
                <a:cubicBezTo>
                  <a:pt x="3830" y="1236"/>
                  <a:pt x="5082" y="916"/>
                  <a:pt x="6211" y="316"/>
                </a:cubicBezTo>
                <a:cubicBezTo>
                  <a:pt x="6381" y="231"/>
                  <a:pt x="6283" y="0"/>
                  <a:pt x="612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4" name="Google Shape;1618;p11"/>
          <p:cNvSpPr/>
          <p:nvPr/>
        </p:nvSpPr>
        <p:spPr>
          <a:xfrm>
            <a:off x="6571800" y="4622040"/>
            <a:ext cx="29880" cy="70560"/>
          </a:xfrm>
          <a:custGeom>
            <a:avLst/>
            <a:gdLst>
              <a:gd name="textAreaLeft" fmla="*/ 0 w 29880"/>
              <a:gd name="textAreaRight" fmla="*/ 30240 w 29880"/>
              <a:gd name="textAreaTop" fmla="*/ 0 h 70560"/>
              <a:gd name="textAreaBottom" fmla="*/ 70920 h 70560"/>
            </a:gdLst>
            <a:ahLst/>
            <a:cxnLst/>
            <a:rect l="textAreaLeft" t="textAreaTop" r="textAreaRight" b="textAreaBottom"/>
            <a:pathLst>
              <a:path w="1437" h="3343">
                <a:moveTo>
                  <a:pt x="1194" y="0"/>
                </a:moveTo>
                <a:cubicBezTo>
                  <a:pt x="1146" y="0"/>
                  <a:pt x="1100" y="20"/>
                  <a:pt x="1071" y="68"/>
                </a:cubicBezTo>
                <a:cubicBezTo>
                  <a:pt x="578" y="1054"/>
                  <a:pt x="217" y="2073"/>
                  <a:pt x="20" y="3157"/>
                </a:cubicBezTo>
                <a:cubicBezTo>
                  <a:pt x="0" y="3272"/>
                  <a:pt x="92" y="3342"/>
                  <a:pt x="179" y="3342"/>
                </a:cubicBezTo>
                <a:cubicBezTo>
                  <a:pt x="242" y="3342"/>
                  <a:pt x="302" y="3306"/>
                  <a:pt x="315" y="3223"/>
                </a:cubicBezTo>
                <a:cubicBezTo>
                  <a:pt x="512" y="2172"/>
                  <a:pt x="874" y="1186"/>
                  <a:pt x="1367" y="233"/>
                </a:cubicBezTo>
                <a:cubicBezTo>
                  <a:pt x="1437" y="117"/>
                  <a:pt x="1309" y="0"/>
                  <a:pt x="119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5" name="Google Shape;1619;p11"/>
          <p:cNvSpPr/>
          <p:nvPr/>
        </p:nvSpPr>
        <p:spPr>
          <a:xfrm>
            <a:off x="7881120" y="4743720"/>
            <a:ext cx="65880" cy="8640"/>
          </a:xfrm>
          <a:custGeom>
            <a:avLst/>
            <a:gdLst>
              <a:gd name="textAreaLeft" fmla="*/ 0 w 65880"/>
              <a:gd name="textAreaRight" fmla="*/ 66240 w 6588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3122" h="431">
                <a:moveTo>
                  <a:pt x="2952" y="1"/>
                </a:moveTo>
                <a:cubicBezTo>
                  <a:pt x="2943" y="1"/>
                  <a:pt x="2934" y="2"/>
                  <a:pt x="2925" y="3"/>
                </a:cubicBezTo>
                <a:cubicBezTo>
                  <a:pt x="2005" y="69"/>
                  <a:pt x="1085" y="102"/>
                  <a:pt x="198" y="102"/>
                </a:cubicBezTo>
                <a:cubicBezTo>
                  <a:pt x="0" y="135"/>
                  <a:pt x="0" y="398"/>
                  <a:pt x="198" y="430"/>
                </a:cubicBezTo>
                <a:cubicBezTo>
                  <a:pt x="1085" y="430"/>
                  <a:pt x="2005" y="398"/>
                  <a:pt x="2925" y="299"/>
                </a:cubicBezTo>
                <a:cubicBezTo>
                  <a:pt x="3113" y="299"/>
                  <a:pt x="3122" y="1"/>
                  <a:pt x="295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6" name="Google Shape;1620;p11"/>
          <p:cNvSpPr/>
          <p:nvPr/>
        </p:nvSpPr>
        <p:spPr>
          <a:xfrm>
            <a:off x="7850520" y="4733280"/>
            <a:ext cx="26280" cy="27720"/>
          </a:xfrm>
          <a:custGeom>
            <a:avLst/>
            <a:gdLst>
              <a:gd name="textAreaLeft" fmla="*/ 0 w 26280"/>
              <a:gd name="textAreaRight" fmla="*/ 26640 w 2628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1251" h="1323">
                <a:moveTo>
                  <a:pt x="213" y="1"/>
                </a:moveTo>
                <a:cubicBezTo>
                  <a:pt x="101" y="1"/>
                  <a:pt x="0" y="120"/>
                  <a:pt x="67" y="254"/>
                </a:cubicBezTo>
                <a:cubicBezTo>
                  <a:pt x="330" y="649"/>
                  <a:pt x="626" y="977"/>
                  <a:pt x="955" y="1273"/>
                </a:cubicBezTo>
                <a:cubicBezTo>
                  <a:pt x="987" y="1306"/>
                  <a:pt x="1028" y="1322"/>
                  <a:pt x="1070" y="1322"/>
                </a:cubicBezTo>
                <a:cubicBezTo>
                  <a:pt x="1111" y="1322"/>
                  <a:pt x="1152" y="1306"/>
                  <a:pt x="1185" y="1273"/>
                </a:cubicBezTo>
                <a:cubicBezTo>
                  <a:pt x="1250" y="1207"/>
                  <a:pt x="1250" y="1109"/>
                  <a:pt x="1185" y="1043"/>
                </a:cubicBezTo>
                <a:cubicBezTo>
                  <a:pt x="856" y="780"/>
                  <a:pt x="593" y="451"/>
                  <a:pt x="363" y="90"/>
                </a:cubicBezTo>
                <a:cubicBezTo>
                  <a:pt x="321" y="27"/>
                  <a:pt x="266" y="1"/>
                  <a:pt x="21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7" name="Google Shape;1621;p11"/>
          <p:cNvSpPr/>
          <p:nvPr/>
        </p:nvSpPr>
        <p:spPr>
          <a:xfrm>
            <a:off x="7814160" y="4731480"/>
            <a:ext cx="21240" cy="20520"/>
          </a:xfrm>
          <a:custGeom>
            <a:avLst/>
            <a:gdLst>
              <a:gd name="textAreaLeft" fmla="*/ 0 w 21240"/>
              <a:gd name="textAreaRight" fmla="*/ 21600 w 2124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022" h="981">
                <a:moveTo>
                  <a:pt x="218" y="1"/>
                </a:moveTo>
                <a:cubicBezTo>
                  <a:pt x="94" y="1"/>
                  <a:pt x="0" y="147"/>
                  <a:pt x="101" y="274"/>
                </a:cubicBezTo>
                <a:lnTo>
                  <a:pt x="726" y="931"/>
                </a:lnTo>
                <a:cubicBezTo>
                  <a:pt x="759" y="964"/>
                  <a:pt x="800" y="980"/>
                  <a:pt x="841" y="980"/>
                </a:cubicBezTo>
                <a:cubicBezTo>
                  <a:pt x="882" y="980"/>
                  <a:pt x="923" y="964"/>
                  <a:pt x="956" y="931"/>
                </a:cubicBezTo>
                <a:cubicBezTo>
                  <a:pt x="1022" y="865"/>
                  <a:pt x="1022" y="766"/>
                  <a:pt x="956" y="701"/>
                </a:cubicBezTo>
                <a:lnTo>
                  <a:pt x="331" y="44"/>
                </a:lnTo>
                <a:cubicBezTo>
                  <a:pt x="294" y="13"/>
                  <a:pt x="255" y="1"/>
                  <a:pt x="21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8" name="Google Shape;1622;p11"/>
          <p:cNvSpPr/>
          <p:nvPr/>
        </p:nvSpPr>
        <p:spPr>
          <a:xfrm>
            <a:off x="7828560" y="4733640"/>
            <a:ext cx="19800" cy="19800"/>
          </a:xfrm>
          <a:custGeom>
            <a:avLst/>
            <a:gdLst>
              <a:gd name="textAreaLeft" fmla="*/ 0 w 19800"/>
              <a:gd name="textAreaRight" fmla="*/ 20160 w 198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960" h="950">
                <a:moveTo>
                  <a:pt x="197" y="0"/>
                </a:moveTo>
                <a:cubicBezTo>
                  <a:pt x="81" y="0"/>
                  <a:pt x="1" y="146"/>
                  <a:pt x="77" y="273"/>
                </a:cubicBezTo>
                <a:lnTo>
                  <a:pt x="602" y="897"/>
                </a:lnTo>
                <a:cubicBezTo>
                  <a:pt x="639" y="935"/>
                  <a:pt x="680" y="950"/>
                  <a:pt x="718" y="950"/>
                </a:cubicBezTo>
                <a:cubicBezTo>
                  <a:pt x="850" y="950"/>
                  <a:pt x="960" y="769"/>
                  <a:pt x="832" y="667"/>
                </a:cubicBezTo>
                <a:lnTo>
                  <a:pt x="307" y="43"/>
                </a:lnTo>
                <a:cubicBezTo>
                  <a:pt x="269" y="13"/>
                  <a:pt x="231" y="0"/>
                  <a:pt x="19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9" name="Google Shape;1623;p11"/>
          <p:cNvSpPr/>
          <p:nvPr/>
        </p:nvSpPr>
        <p:spPr>
          <a:xfrm>
            <a:off x="7839360" y="4736880"/>
            <a:ext cx="21960" cy="22320"/>
          </a:xfrm>
          <a:custGeom>
            <a:avLst/>
            <a:gdLst>
              <a:gd name="textAreaLeft" fmla="*/ 0 w 21960"/>
              <a:gd name="textAreaRight" fmla="*/ 22320 w 2196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1047" h="1080">
                <a:moveTo>
                  <a:pt x="214" y="1"/>
                </a:moveTo>
                <a:cubicBezTo>
                  <a:pt x="198" y="1"/>
                  <a:pt x="182" y="9"/>
                  <a:pt x="165" y="26"/>
                </a:cubicBezTo>
                <a:cubicBezTo>
                  <a:pt x="99" y="26"/>
                  <a:pt x="67" y="58"/>
                  <a:pt x="67" y="91"/>
                </a:cubicBezTo>
                <a:cubicBezTo>
                  <a:pt x="1" y="157"/>
                  <a:pt x="34" y="256"/>
                  <a:pt x="99" y="321"/>
                </a:cubicBezTo>
                <a:lnTo>
                  <a:pt x="132" y="321"/>
                </a:lnTo>
                <a:lnTo>
                  <a:pt x="198" y="354"/>
                </a:lnTo>
                <a:lnTo>
                  <a:pt x="264" y="420"/>
                </a:lnTo>
                <a:cubicBezTo>
                  <a:pt x="329" y="486"/>
                  <a:pt x="395" y="551"/>
                  <a:pt x="428" y="617"/>
                </a:cubicBezTo>
                <a:lnTo>
                  <a:pt x="461" y="650"/>
                </a:lnTo>
                <a:lnTo>
                  <a:pt x="494" y="683"/>
                </a:lnTo>
                <a:cubicBezTo>
                  <a:pt x="527" y="716"/>
                  <a:pt x="527" y="748"/>
                  <a:pt x="559" y="781"/>
                </a:cubicBezTo>
                <a:cubicBezTo>
                  <a:pt x="592" y="847"/>
                  <a:pt x="658" y="913"/>
                  <a:pt x="691" y="1011"/>
                </a:cubicBezTo>
                <a:cubicBezTo>
                  <a:pt x="720" y="1059"/>
                  <a:pt x="766" y="1079"/>
                  <a:pt x="813" y="1079"/>
                </a:cubicBezTo>
                <a:cubicBezTo>
                  <a:pt x="926" y="1079"/>
                  <a:pt x="1047" y="963"/>
                  <a:pt x="954" y="847"/>
                </a:cubicBezTo>
                <a:cubicBezTo>
                  <a:pt x="789" y="518"/>
                  <a:pt x="559" y="223"/>
                  <a:pt x="264" y="26"/>
                </a:cubicBezTo>
                <a:cubicBezTo>
                  <a:pt x="247" y="9"/>
                  <a:pt x="231" y="1"/>
                  <a:pt x="21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0" name="Google Shape;1624;p11"/>
          <p:cNvSpPr/>
          <p:nvPr/>
        </p:nvSpPr>
        <p:spPr>
          <a:xfrm>
            <a:off x="7776720" y="4741920"/>
            <a:ext cx="21240" cy="20520"/>
          </a:xfrm>
          <a:custGeom>
            <a:avLst/>
            <a:gdLst>
              <a:gd name="textAreaLeft" fmla="*/ 0 w 21240"/>
              <a:gd name="textAreaRight" fmla="*/ 21600 w 2124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020" h="986">
                <a:moveTo>
                  <a:pt x="181" y="0"/>
                </a:moveTo>
                <a:cubicBezTo>
                  <a:pt x="140" y="0"/>
                  <a:pt x="99" y="17"/>
                  <a:pt x="66" y="49"/>
                </a:cubicBezTo>
                <a:cubicBezTo>
                  <a:pt x="0" y="115"/>
                  <a:pt x="0" y="214"/>
                  <a:pt x="66" y="279"/>
                </a:cubicBezTo>
                <a:lnTo>
                  <a:pt x="723" y="937"/>
                </a:lnTo>
                <a:cubicBezTo>
                  <a:pt x="756" y="970"/>
                  <a:pt x="797" y="986"/>
                  <a:pt x="838" y="986"/>
                </a:cubicBezTo>
                <a:cubicBezTo>
                  <a:pt x="879" y="986"/>
                  <a:pt x="920" y="970"/>
                  <a:pt x="953" y="937"/>
                </a:cubicBezTo>
                <a:cubicBezTo>
                  <a:pt x="1019" y="871"/>
                  <a:pt x="1019" y="772"/>
                  <a:pt x="953" y="707"/>
                </a:cubicBezTo>
                <a:lnTo>
                  <a:pt x="296" y="49"/>
                </a:lnTo>
                <a:cubicBezTo>
                  <a:pt x="263" y="17"/>
                  <a:pt x="222" y="0"/>
                  <a:pt x="1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1" name="Google Shape;1625;p11"/>
          <p:cNvSpPr/>
          <p:nvPr/>
        </p:nvSpPr>
        <p:spPr>
          <a:xfrm>
            <a:off x="7793640" y="4743360"/>
            <a:ext cx="23400" cy="22680"/>
          </a:xfrm>
          <a:custGeom>
            <a:avLst/>
            <a:gdLst>
              <a:gd name="textAreaLeft" fmla="*/ 0 w 23400"/>
              <a:gd name="textAreaRight" fmla="*/ 23760 w 2340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1118" h="1086">
                <a:moveTo>
                  <a:pt x="181" y="1"/>
                </a:moveTo>
                <a:cubicBezTo>
                  <a:pt x="140" y="1"/>
                  <a:pt x="99" y="17"/>
                  <a:pt x="66" y="50"/>
                </a:cubicBezTo>
                <a:cubicBezTo>
                  <a:pt x="0" y="116"/>
                  <a:pt x="0" y="214"/>
                  <a:pt x="66" y="280"/>
                </a:cubicBezTo>
                <a:lnTo>
                  <a:pt x="822" y="1036"/>
                </a:lnTo>
                <a:cubicBezTo>
                  <a:pt x="854" y="1069"/>
                  <a:pt x="895" y="1085"/>
                  <a:pt x="937" y="1085"/>
                </a:cubicBezTo>
                <a:cubicBezTo>
                  <a:pt x="978" y="1085"/>
                  <a:pt x="1019" y="1069"/>
                  <a:pt x="1052" y="1036"/>
                </a:cubicBezTo>
                <a:cubicBezTo>
                  <a:pt x="1117" y="970"/>
                  <a:pt x="1117" y="872"/>
                  <a:pt x="1052" y="806"/>
                </a:cubicBezTo>
                <a:lnTo>
                  <a:pt x="296" y="50"/>
                </a:lnTo>
                <a:cubicBezTo>
                  <a:pt x="263" y="17"/>
                  <a:pt x="222" y="1"/>
                  <a:pt x="1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2" name="Google Shape;1626;p11"/>
          <p:cNvSpPr/>
          <p:nvPr/>
        </p:nvSpPr>
        <p:spPr>
          <a:xfrm>
            <a:off x="7809480" y="4748760"/>
            <a:ext cx="30960" cy="30600"/>
          </a:xfrm>
          <a:custGeom>
            <a:avLst/>
            <a:gdLst>
              <a:gd name="textAreaLeft" fmla="*/ 0 w 30960"/>
              <a:gd name="textAreaRight" fmla="*/ 31320 w 3096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1485" h="1460">
                <a:moveTo>
                  <a:pt x="230" y="0"/>
                </a:moveTo>
                <a:cubicBezTo>
                  <a:pt x="102" y="0"/>
                  <a:pt x="1" y="130"/>
                  <a:pt x="104" y="260"/>
                </a:cubicBezTo>
                <a:cubicBezTo>
                  <a:pt x="499" y="622"/>
                  <a:pt x="860" y="1016"/>
                  <a:pt x="1189" y="1410"/>
                </a:cubicBezTo>
                <a:cubicBezTo>
                  <a:pt x="1222" y="1443"/>
                  <a:pt x="1263" y="1460"/>
                  <a:pt x="1304" y="1460"/>
                </a:cubicBezTo>
                <a:cubicBezTo>
                  <a:pt x="1345" y="1460"/>
                  <a:pt x="1386" y="1443"/>
                  <a:pt x="1419" y="1410"/>
                </a:cubicBezTo>
                <a:cubicBezTo>
                  <a:pt x="1485" y="1345"/>
                  <a:pt x="1485" y="1246"/>
                  <a:pt x="1419" y="1180"/>
                </a:cubicBezTo>
                <a:cubicBezTo>
                  <a:pt x="1090" y="786"/>
                  <a:pt x="729" y="392"/>
                  <a:pt x="334" y="30"/>
                </a:cubicBezTo>
                <a:cubicBezTo>
                  <a:pt x="300" y="10"/>
                  <a:pt x="264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3" name="Google Shape;1627;p11"/>
          <p:cNvSpPr/>
          <p:nvPr/>
        </p:nvSpPr>
        <p:spPr>
          <a:xfrm>
            <a:off x="7836480" y="4764240"/>
            <a:ext cx="24840" cy="24480"/>
          </a:xfrm>
          <a:custGeom>
            <a:avLst/>
            <a:gdLst>
              <a:gd name="textAreaLeft" fmla="*/ 0 w 24840"/>
              <a:gd name="textAreaRight" fmla="*/ 25200 w 2484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1194" h="1177">
                <a:moveTo>
                  <a:pt x="197" y="0"/>
                </a:moveTo>
                <a:cubicBezTo>
                  <a:pt x="80" y="0"/>
                  <a:pt x="0" y="146"/>
                  <a:pt x="76" y="273"/>
                </a:cubicBezTo>
                <a:cubicBezTo>
                  <a:pt x="372" y="536"/>
                  <a:pt x="635" y="832"/>
                  <a:pt x="898" y="1127"/>
                </a:cubicBezTo>
                <a:cubicBezTo>
                  <a:pt x="930" y="1160"/>
                  <a:pt x="972" y="1177"/>
                  <a:pt x="1013" y="1177"/>
                </a:cubicBezTo>
                <a:cubicBezTo>
                  <a:pt x="1054" y="1177"/>
                  <a:pt x="1095" y="1160"/>
                  <a:pt x="1128" y="1127"/>
                </a:cubicBezTo>
                <a:cubicBezTo>
                  <a:pt x="1193" y="1062"/>
                  <a:pt x="1193" y="963"/>
                  <a:pt x="1128" y="897"/>
                </a:cubicBezTo>
                <a:cubicBezTo>
                  <a:pt x="865" y="602"/>
                  <a:pt x="602" y="306"/>
                  <a:pt x="306" y="43"/>
                </a:cubicBezTo>
                <a:cubicBezTo>
                  <a:pt x="269" y="13"/>
                  <a:pt x="231" y="0"/>
                  <a:pt x="19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4" name="Google Shape;1628;p11"/>
          <p:cNvSpPr/>
          <p:nvPr/>
        </p:nvSpPr>
        <p:spPr>
          <a:xfrm>
            <a:off x="7852680" y="4768560"/>
            <a:ext cx="20520" cy="19440"/>
          </a:xfrm>
          <a:custGeom>
            <a:avLst/>
            <a:gdLst>
              <a:gd name="textAreaLeft" fmla="*/ 0 w 20520"/>
              <a:gd name="textAreaRight" fmla="*/ 20880 w 2052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990" h="937">
                <a:moveTo>
                  <a:pt x="229" y="1"/>
                </a:moveTo>
                <a:cubicBezTo>
                  <a:pt x="111" y="1"/>
                  <a:pt x="0" y="117"/>
                  <a:pt x="70" y="233"/>
                </a:cubicBezTo>
                <a:cubicBezTo>
                  <a:pt x="234" y="496"/>
                  <a:pt x="464" y="726"/>
                  <a:pt x="727" y="923"/>
                </a:cubicBezTo>
                <a:cubicBezTo>
                  <a:pt x="745" y="932"/>
                  <a:pt x="765" y="936"/>
                  <a:pt x="786" y="936"/>
                </a:cubicBezTo>
                <a:cubicBezTo>
                  <a:pt x="843" y="936"/>
                  <a:pt x="909" y="906"/>
                  <a:pt x="957" y="858"/>
                </a:cubicBezTo>
                <a:cubicBezTo>
                  <a:pt x="990" y="792"/>
                  <a:pt x="957" y="693"/>
                  <a:pt x="891" y="628"/>
                </a:cubicBezTo>
                <a:lnTo>
                  <a:pt x="826" y="562"/>
                </a:lnTo>
                <a:lnTo>
                  <a:pt x="793" y="562"/>
                </a:lnTo>
                <a:cubicBezTo>
                  <a:pt x="760" y="562"/>
                  <a:pt x="760" y="562"/>
                  <a:pt x="760" y="529"/>
                </a:cubicBezTo>
                <a:cubicBezTo>
                  <a:pt x="694" y="496"/>
                  <a:pt x="629" y="430"/>
                  <a:pt x="596" y="398"/>
                </a:cubicBezTo>
                <a:cubicBezTo>
                  <a:pt x="530" y="332"/>
                  <a:pt x="497" y="299"/>
                  <a:pt x="464" y="233"/>
                </a:cubicBezTo>
                <a:lnTo>
                  <a:pt x="464" y="200"/>
                </a:lnTo>
                <a:lnTo>
                  <a:pt x="398" y="168"/>
                </a:lnTo>
                <a:lnTo>
                  <a:pt x="366" y="69"/>
                </a:lnTo>
                <a:cubicBezTo>
                  <a:pt x="327" y="21"/>
                  <a:pt x="277" y="1"/>
                  <a:pt x="2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5" name="Google Shape;1629;p11"/>
          <p:cNvSpPr/>
          <p:nvPr/>
        </p:nvSpPr>
        <p:spPr>
          <a:xfrm>
            <a:off x="7865640" y="4771440"/>
            <a:ext cx="16920" cy="15480"/>
          </a:xfrm>
          <a:custGeom>
            <a:avLst/>
            <a:gdLst>
              <a:gd name="textAreaLeft" fmla="*/ 0 w 16920"/>
              <a:gd name="textAreaRight" fmla="*/ 17280 w 1692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823" h="741">
                <a:moveTo>
                  <a:pt x="198" y="1"/>
                </a:moveTo>
                <a:cubicBezTo>
                  <a:pt x="165" y="1"/>
                  <a:pt x="99" y="34"/>
                  <a:pt x="66" y="66"/>
                </a:cubicBezTo>
                <a:cubicBezTo>
                  <a:pt x="1" y="132"/>
                  <a:pt x="1" y="231"/>
                  <a:pt x="66" y="296"/>
                </a:cubicBezTo>
                <a:lnTo>
                  <a:pt x="526" y="691"/>
                </a:lnTo>
                <a:cubicBezTo>
                  <a:pt x="559" y="724"/>
                  <a:pt x="600" y="740"/>
                  <a:pt x="641" y="740"/>
                </a:cubicBezTo>
                <a:cubicBezTo>
                  <a:pt x="682" y="740"/>
                  <a:pt x="723" y="724"/>
                  <a:pt x="756" y="691"/>
                </a:cubicBezTo>
                <a:cubicBezTo>
                  <a:pt x="822" y="625"/>
                  <a:pt x="822" y="526"/>
                  <a:pt x="756" y="461"/>
                </a:cubicBezTo>
                <a:lnTo>
                  <a:pt x="296" y="66"/>
                </a:lnTo>
                <a:cubicBezTo>
                  <a:pt x="263" y="34"/>
                  <a:pt x="231" y="1"/>
                  <a:pt x="1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6" name="Google Shape;1630;p11"/>
          <p:cNvSpPr/>
          <p:nvPr/>
        </p:nvSpPr>
        <p:spPr>
          <a:xfrm>
            <a:off x="7880400" y="4771800"/>
            <a:ext cx="19080" cy="18360"/>
          </a:xfrm>
          <a:custGeom>
            <a:avLst/>
            <a:gdLst>
              <a:gd name="textAreaLeft" fmla="*/ 0 w 19080"/>
              <a:gd name="textAreaRight" fmla="*/ 19440 w 1908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921" h="884">
                <a:moveTo>
                  <a:pt x="169" y="0"/>
                </a:moveTo>
                <a:cubicBezTo>
                  <a:pt x="124" y="0"/>
                  <a:pt x="83" y="17"/>
                  <a:pt x="66" y="49"/>
                </a:cubicBezTo>
                <a:cubicBezTo>
                  <a:pt x="33" y="82"/>
                  <a:pt x="1" y="115"/>
                  <a:pt x="1" y="181"/>
                </a:cubicBezTo>
                <a:cubicBezTo>
                  <a:pt x="1" y="214"/>
                  <a:pt x="33" y="247"/>
                  <a:pt x="66" y="279"/>
                </a:cubicBezTo>
                <a:lnTo>
                  <a:pt x="33" y="279"/>
                </a:lnTo>
                <a:cubicBezTo>
                  <a:pt x="231" y="509"/>
                  <a:pt x="428" y="707"/>
                  <a:pt x="658" y="871"/>
                </a:cubicBezTo>
                <a:cubicBezTo>
                  <a:pt x="675" y="880"/>
                  <a:pt x="695" y="884"/>
                  <a:pt x="716" y="884"/>
                </a:cubicBezTo>
                <a:cubicBezTo>
                  <a:pt x="774" y="884"/>
                  <a:pt x="840" y="853"/>
                  <a:pt x="888" y="805"/>
                </a:cubicBezTo>
                <a:cubicBezTo>
                  <a:pt x="921" y="707"/>
                  <a:pt x="888" y="608"/>
                  <a:pt x="822" y="575"/>
                </a:cubicBezTo>
                <a:lnTo>
                  <a:pt x="724" y="509"/>
                </a:lnTo>
                <a:lnTo>
                  <a:pt x="691" y="477"/>
                </a:lnTo>
                <a:cubicBezTo>
                  <a:pt x="658" y="444"/>
                  <a:pt x="592" y="411"/>
                  <a:pt x="559" y="345"/>
                </a:cubicBezTo>
                <a:cubicBezTo>
                  <a:pt x="461" y="247"/>
                  <a:pt x="362" y="148"/>
                  <a:pt x="296" y="49"/>
                </a:cubicBezTo>
                <a:cubicBezTo>
                  <a:pt x="263" y="17"/>
                  <a:pt x="214" y="0"/>
                  <a:pt x="16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7" name="Google Shape;1631;p11"/>
          <p:cNvSpPr/>
          <p:nvPr/>
        </p:nvSpPr>
        <p:spPr>
          <a:xfrm>
            <a:off x="7893000" y="4770360"/>
            <a:ext cx="20520" cy="24120"/>
          </a:xfrm>
          <a:custGeom>
            <a:avLst/>
            <a:gdLst>
              <a:gd name="textAreaLeft" fmla="*/ 0 w 20520"/>
              <a:gd name="textAreaRight" fmla="*/ 20880 w 2052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986" h="1151">
                <a:moveTo>
                  <a:pt x="177" y="1"/>
                </a:moveTo>
                <a:cubicBezTo>
                  <a:pt x="151" y="1"/>
                  <a:pt x="125" y="5"/>
                  <a:pt x="99" y="14"/>
                </a:cubicBezTo>
                <a:cubicBezTo>
                  <a:pt x="33" y="80"/>
                  <a:pt x="0" y="178"/>
                  <a:pt x="66" y="244"/>
                </a:cubicBezTo>
                <a:lnTo>
                  <a:pt x="657" y="1065"/>
                </a:lnTo>
                <a:cubicBezTo>
                  <a:pt x="699" y="1128"/>
                  <a:pt x="754" y="1151"/>
                  <a:pt x="805" y="1151"/>
                </a:cubicBezTo>
                <a:cubicBezTo>
                  <a:pt x="835" y="1151"/>
                  <a:pt x="863" y="1143"/>
                  <a:pt x="887" y="1131"/>
                </a:cubicBezTo>
                <a:cubicBezTo>
                  <a:pt x="953" y="1098"/>
                  <a:pt x="986" y="1000"/>
                  <a:pt x="953" y="901"/>
                </a:cubicBezTo>
                <a:cubicBezTo>
                  <a:pt x="756" y="638"/>
                  <a:pt x="526" y="375"/>
                  <a:pt x="329" y="80"/>
                </a:cubicBezTo>
                <a:cubicBezTo>
                  <a:pt x="305" y="31"/>
                  <a:pt x="245" y="1"/>
                  <a:pt x="17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8" name="Google Shape;1632;p11"/>
          <p:cNvSpPr/>
          <p:nvPr/>
        </p:nvSpPr>
        <p:spPr>
          <a:xfrm>
            <a:off x="7905240" y="4770000"/>
            <a:ext cx="24840" cy="29880"/>
          </a:xfrm>
          <a:custGeom>
            <a:avLst/>
            <a:gdLst>
              <a:gd name="textAreaLeft" fmla="*/ 0 w 24840"/>
              <a:gd name="textAreaRight" fmla="*/ 25200 w 248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194" h="1437">
                <a:moveTo>
                  <a:pt x="197" y="1"/>
                </a:moveTo>
                <a:cubicBezTo>
                  <a:pt x="81" y="1"/>
                  <a:pt x="0" y="147"/>
                  <a:pt x="76" y="274"/>
                </a:cubicBezTo>
                <a:cubicBezTo>
                  <a:pt x="405" y="602"/>
                  <a:pt x="668" y="964"/>
                  <a:pt x="865" y="1358"/>
                </a:cubicBezTo>
                <a:cubicBezTo>
                  <a:pt x="913" y="1406"/>
                  <a:pt x="979" y="1437"/>
                  <a:pt x="1036" y="1437"/>
                </a:cubicBezTo>
                <a:cubicBezTo>
                  <a:pt x="1057" y="1437"/>
                  <a:pt x="1077" y="1433"/>
                  <a:pt x="1095" y="1424"/>
                </a:cubicBezTo>
                <a:cubicBezTo>
                  <a:pt x="1161" y="1358"/>
                  <a:pt x="1194" y="1260"/>
                  <a:pt x="1161" y="1194"/>
                </a:cubicBezTo>
                <a:cubicBezTo>
                  <a:pt x="931" y="767"/>
                  <a:pt x="635" y="372"/>
                  <a:pt x="306" y="44"/>
                </a:cubicBezTo>
                <a:cubicBezTo>
                  <a:pt x="269" y="14"/>
                  <a:pt x="231" y="1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9" name="Google Shape;1633;p11"/>
          <p:cNvSpPr/>
          <p:nvPr/>
        </p:nvSpPr>
        <p:spPr>
          <a:xfrm>
            <a:off x="7710480" y="4716360"/>
            <a:ext cx="29520" cy="43200"/>
          </a:xfrm>
          <a:custGeom>
            <a:avLst/>
            <a:gdLst>
              <a:gd name="textAreaLeft" fmla="*/ 0 w 29520"/>
              <a:gd name="textAreaRight" fmla="*/ 29880 w 29520"/>
              <a:gd name="textAreaTop" fmla="*/ 0 h 43200"/>
              <a:gd name="textAreaBottom" fmla="*/ 43560 h 43200"/>
            </a:gdLst>
            <a:ahLst/>
            <a:cxnLst/>
            <a:rect l="textAreaLeft" t="textAreaTop" r="textAreaRight" b="textAreaBottom"/>
            <a:pathLst>
              <a:path w="1405" h="2055">
                <a:moveTo>
                  <a:pt x="199" y="0"/>
                </a:moveTo>
                <a:cubicBezTo>
                  <a:pt x="94" y="0"/>
                  <a:pt x="1" y="104"/>
                  <a:pt x="46" y="239"/>
                </a:cubicBezTo>
                <a:lnTo>
                  <a:pt x="1064" y="1980"/>
                </a:lnTo>
                <a:cubicBezTo>
                  <a:pt x="1095" y="2032"/>
                  <a:pt x="1143" y="2055"/>
                  <a:pt x="1192" y="2055"/>
                </a:cubicBezTo>
                <a:cubicBezTo>
                  <a:pt x="1296" y="2055"/>
                  <a:pt x="1405" y="1951"/>
                  <a:pt x="1360" y="1816"/>
                </a:cubicBezTo>
                <a:lnTo>
                  <a:pt x="341" y="74"/>
                </a:lnTo>
                <a:cubicBezTo>
                  <a:pt x="300" y="22"/>
                  <a:pt x="248" y="0"/>
                  <a:pt x="1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0" name="Google Shape;1634;p11"/>
          <p:cNvSpPr/>
          <p:nvPr/>
        </p:nvSpPr>
        <p:spPr>
          <a:xfrm>
            <a:off x="7723800" y="4719600"/>
            <a:ext cx="24840" cy="30240"/>
          </a:xfrm>
          <a:custGeom>
            <a:avLst/>
            <a:gdLst>
              <a:gd name="textAreaLeft" fmla="*/ 0 w 24840"/>
              <a:gd name="textAreaRight" fmla="*/ 25200 w 248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183" h="1443">
                <a:moveTo>
                  <a:pt x="181" y="1"/>
                </a:moveTo>
                <a:cubicBezTo>
                  <a:pt x="140" y="1"/>
                  <a:pt x="99" y="17"/>
                  <a:pt x="66" y="50"/>
                </a:cubicBezTo>
                <a:cubicBezTo>
                  <a:pt x="0" y="116"/>
                  <a:pt x="0" y="214"/>
                  <a:pt x="66" y="280"/>
                </a:cubicBezTo>
                <a:cubicBezTo>
                  <a:pt x="394" y="576"/>
                  <a:pt x="657" y="937"/>
                  <a:pt x="854" y="1364"/>
                </a:cubicBezTo>
                <a:cubicBezTo>
                  <a:pt x="878" y="1412"/>
                  <a:pt x="938" y="1443"/>
                  <a:pt x="1006" y="1443"/>
                </a:cubicBezTo>
                <a:cubicBezTo>
                  <a:pt x="1032" y="1443"/>
                  <a:pt x="1058" y="1439"/>
                  <a:pt x="1084" y="1430"/>
                </a:cubicBezTo>
                <a:cubicBezTo>
                  <a:pt x="1150" y="1397"/>
                  <a:pt x="1183" y="1299"/>
                  <a:pt x="1117" y="1200"/>
                </a:cubicBezTo>
                <a:cubicBezTo>
                  <a:pt x="920" y="773"/>
                  <a:pt x="657" y="379"/>
                  <a:pt x="296" y="50"/>
                </a:cubicBezTo>
                <a:cubicBezTo>
                  <a:pt x="263" y="17"/>
                  <a:pt x="222" y="1"/>
                  <a:pt x="1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1" name="Google Shape;1635;p11"/>
          <p:cNvSpPr/>
          <p:nvPr/>
        </p:nvSpPr>
        <p:spPr>
          <a:xfrm>
            <a:off x="7740720" y="4720680"/>
            <a:ext cx="23400" cy="30600"/>
          </a:xfrm>
          <a:custGeom>
            <a:avLst/>
            <a:gdLst>
              <a:gd name="textAreaLeft" fmla="*/ 0 w 23400"/>
              <a:gd name="textAreaRight" fmla="*/ 23760 w 2340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1120" h="1457">
                <a:moveTo>
                  <a:pt x="201" y="1"/>
                </a:moveTo>
                <a:cubicBezTo>
                  <a:pt x="169" y="1"/>
                  <a:pt x="134" y="11"/>
                  <a:pt x="99" y="35"/>
                </a:cubicBezTo>
                <a:cubicBezTo>
                  <a:pt x="34" y="68"/>
                  <a:pt x="1" y="166"/>
                  <a:pt x="66" y="265"/>
                </a:cubicBezTo>
                <a:lnTo>
                  <a:pt x="756" y="1382"/>
                </a:lnTo>
                <a:cubicBezTo>
                  <a:pt x="798" y="1434"/>
                  <a:pt x="853" y="1456"/>
                  <a:pt x="905" y="1456"/>
                </a:cubicBezTo>
                <a:cubicBezTo>
                  <a:pt x="1018" y="1456"/>
                  <a:pt x="1120" y="1352"/>
                  <a:pt x="1052" y="1218"/>
                </a:cubicBezTo>
                <a:lnTo>
                  <a:pt x="329" y="100"/>
                </a:lnTo>
                <a:cubicBezTo>
                  <a:pt x="308" y="37"/>
                  <a:pt x="259" y="1"/>
                  <a:pt x="20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2" name="Google Shape;1636;p11"/>
          <p:cNvSpPr/>
          <p:nvPr/>
        </p:nvSpPr>
        <p:spPr>
          <a:xfrm>
            <a:off x="7751160" y="472248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1156" h="1217">
                <a:moveTo>
                  <a:pt x="219" y="0"/>
                </a:moveTo>
                <a:cubicBezTo>
                  <a:pt x="95" y="0"/>
                  <a:pt x="1" y="147"/>
                  <a:pt x="102" y="273"/>
                </a:cubicBezTo>
                <a:cubicBezTo>
                  <a:pt x="266" y="405"/>
                  <a:pt x="398" y="569"/>
                  <a:pt x="529" y="701"/>
                </a:cubicBezTo>
                <a:lnTo>
                  <a:pt x="562" y="766"/>
                </a:lnTo>
                <a:lnTo>
                  <a:pt x="661" y="898"/>
                </a:lnTo>
                <a:cubicBezTo>
                  <a:pt x="694" y="963"/>
                  <a:pt x="759" y="1062"/>
                  <a:pt x="825" y="1128"/>
                </a:cubicBezTo>
                <a:cubicBezTo>
                  <a:pt x="857" y="1191"/>
                  <a:pt x="905" y="1217"/>
                  <a:pt x="953" y="1217"/>
                </a:cubicBezTo>
                <a:cubicBezTo>
                  <a:pt x="1055" y="1217"/>
                  <a:pt x="1155" y="1098"/>
                  <a:pt x="1088" y="963"/>
                </a:cubicBezTo>
                <a:cubicBezTo>
                  <a:pt x="891" y="635"/>
                  <a:pt x="628" y="306"/>
                  <a:pt x="332" y="43"/>
                </a:cubicBezTo>
                <a:cubicBezTo>
                  <a:pt x="295" y="13"/>
                  <a:pt x="255" y="0"/>
                  <a:pt x="21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3" name="Google Shape;1637;p11"/>
          <p:cNvSpPr/>
          <p:nvPr/>
        </p:nvSpPr>
        <p:spPr>
          <a:xfrm>
            <a:off x="7769880" y="4724640"/>
            <a:ext cx="21960" cy="24120"/>
          </a:xfrm>
          <a:custGeom>
            <a:avLst/>
            <a:gdLst>
              <a:gd name="textAreaLeft" fmla="*/ 0 w 21960"/>
              <a:gd name="textAreaRight" fmla="*/ 22320 w 2196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1053" h="1151">
                <a:moveTo>
                  <a:pt x="169" y="1"/>
                </a:moveTo>
                <a:cubicBezTo>
                  <a:pt x="124" y="1"/>
                  <a:pt x="83" y="17"/>
                  <a:pt x="67" y="50"/>
                </a:cubicBezTo>
                <a:cubicBezTo>
                  <a:pt x="1" y="116"/>
                  <a:pt x="1" y="214"/>
                  <a:pt x="67" y="280"/>
                </a:cubicBezTo>
                <a:cubicBezTo>
                  <a:pt x="297" y="576"/>
                  <a:pt x="527" y="839"/>
                  <a:pt x="757" y="1101"/>
                </a:cubicBezTo>
                <a:cubicBezTo>
                  <a:pt x="789" y="1134"/>
                  <a:pt x="831" y="1151"/>
                  <a:pt x="872" y="1151"/>
                </a:cubicBezTo>
                <a:cubicBezTo>
                  <a:pt x="913" y="1151"/>
                  <a:pt x="954" y="1134"/>
                  <a:pt x="987" y="1101"/>
                </a:cubicBezTo>
                <a:cubicBezTo>
                  <a:pt x="1052" y="1036"/>
                  <a:pt x="1052" y="937"/>
                  <a:pt x="987" y="871"/>
                </a:cubicBezTo>
                <a:cubicBezTo>
                  <a:pt x="757" y="609"/>
                  <a:pt x="527" y="346"/>
                  <a:pt x="297" y="50"/>
                </a:cubicBezTo>
                <a:cubicBezTo>
                  <a:pt x="264" y="17"/>
                  <a:pt x="214" y="1"/>
                  <a:pt x="16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4" name="Google Shape;1638;p11"/>
          <p:cNvSpPr/>
          <p:nvPr/>
        </p:nvSpPr>
        <p:spPr>
          <a:xfrm>
            <a:off x="7792920" y="4732920"/>
            <a:ext cx="12960" cy="15480"/>
          </a:xfrm>
          <a:custGeom>
            <a:avLst/>
            <a:gdLst>
              <a:gd name="textAreaLeft" fmla="*/ 0 w 12960"/>
              <a:gd name="textAreaRight" fmla="*/ 13320 w 1296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625" h="741">
                <a:moveTo>
                  <a:pt x="148" y="1"/>
                </a:moveTo>
                <a:cubicBezTo>
                  <a:pt x="107" y="1"/>
                  <a:pt x="66" y="17"/>
                  <a:pt x="33" y="50"/>
                </a:cubicBezTo>
                <a:cubicBezTo>
                  <a:pt x="0" y="83"/>
                  <a:pt x="0" y="116"/>
                  <a:pt x="0" y="149"/>
                </a:cubicBezTo>
                <a:lnTo>
                  <a:pt x="0" y="215"/>
                </a:lnTo>
                <a:cubicBezTo>
                  <a:pt x="0" y="247"/>
                  <a:pt x="0" y="247"/>
                  <a:pt x="33" y="280"/>
                </a:cubicBezTo>
                <a:cubicBezTo>
                  <a:pt x="132" y="412"/>
                  <a:pt x="263" y="543"/>
                  <a:pt x="362" y="707"/>
                </a:cubicBezTo>
                <a:cubicBezTo>
                  <a:pt x="395" y="707"/>
                  <a:pt x="427" y="740"/>
                  <a:pt x="460" y="740"/>
                </a:cubicBezTo>
                <a:cubicBezTo>
                  <a:pt x="526" y="740"/>
                  <a:pt x="559" y="707"/>
                  <a:pt x="592" y="707"/>
                </a:cubicBezTo>
                <a:cubicBezTo>
                  <a:pt x="625" y="675"/>
                  <a:pt x="625" y="609"/>
                  <a:pt x="625" y="576"/>
                </a:cubicBezTo>
                <a:lnTo>
                  <a:pt x="625" y="543"/>
                </a:lnTo>
                <a:cubicBezTo>
                  <a:pt x="625" y="510"/>
                  <a:pt x="625" y="477"/>
                  <a:pt x="592" y="477"/>
                </a:cubicBezTo>
                <a:cubicBezTo>
                  <a:pt x="493" y="346"/>
                  <a:pt x="395" y="182"/>
                  <a:pt x="263" y="50"/>
                </a:cubicBezTo>
                <a:cubicBezTo>
                  <a:pt x="230" y="17"/>
                  <a:pt x="189" y="1"/>
                  <a:pt x="1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5" name="Google Shape;1639;p11"/>
          <p:cNvSpPr/>
          <p:nvPr/>
        </p:nvSpPr>
        <p:spPr>
          <a:xfrm>
            <a:off x="7336440" y="4821840"/>
            <a:ext cx="34560" cy="24120"/>
          </a:xfrm>
          <a:custGeom>
            <a:avLst/>
            <a:gdLst>
              <a:gd name="textAreaLeft" fmla="*/ 0 w 34560"/>
              <a:gd name="textAreaRight" fmla="*/ 34920 w 3456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1652" h="1153">
                <a:moveTo>
                  <a:pt x="205" y="1"/>
                </a:moveTo>
                <a:cubicBezTo>
                  <a:pt x="148" y="1"/>
                  <a:pt x="82" y="31"/>
                  <a:pt x="34" y="79"/>
                </a:cubicBezTo>
                <a:cubicBezTo>
                  <a:pt x="1" y="145"/>
                  <a:pt x="34" y="244"/>
                  <a:pt x="99" y="309"/>
                </a:cubicBezTo>
                <a:cubicBezTo>
                  <a:pt x="494" y="605"/>
                  <a:pt x="921" y="868"/>
                  <a:pt x="1348" y="1131"/>
                </a:cubicBezTo>
                <a:cubicBezTo>
                  <a:pt x="1373" y="1146"/>
                  <a:pt x="1398" y="1152"/>
                  <a:pt x="1422" y="1152"/>
                </a:cubicBezTo>
                <a:cubicBezTo>
                  <a:pt x="1555" y="1152"/>
                  <a:pt x="1652" y="946"/>
                  <a:pt x="1512" y="835"/>
                </a:cubicBezTo>
                <a:cubicBezTo>
                  <a:pt x="1085" y="605"/>
                  <a:pt x="658" y="309"/>
                  <a:pt x="264" y="14"/>
                </a:cubicBezTo>
                <a:cubicBezTo>
                  <a:pt x="246" y="5"/>
                  <a:pt x="226" y="1"/>
                  <a:pt x="20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6" name="Google Shape;1640;p11"/>
          <p:cNvSpPr/>
          <p:nvPr/>
        </p:nvSpPr>
        <p:spPr>
          <a:xfrm>
            <a:off x="7363800" y="4824720"/>
            <a:ext cx="24120" cy="20520"/>
          </a:xfrm>
          <a:custGeom>
            <a:avLst/>
            <a:gdLst>
              <a:gd name="textAreaLeft" fmla="*/ 0 w 24120"/>
              <a:gd name="textAreaRight" fmla="*/ 24480 w 2412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151" h="983">
                <a:moveTo>
                  <a:pt x="205" y="0"/>
                </a:moveTo>
                <a:cubicBezTo>
                  <a:pt x="150" y="0"/>
                  <a:pt x="90" y="31"/>
                  <a:pt x="66" y="79"/>
                </a:cubicBezTo>
                <a:cubicBezTo>
                  <a:pt x="0" y="177"/>
                  <a:pt x="33" y="276"/>
                  <a:pt x="99" y="309"/>
                </a:cubicBezTo>
                <a:lnTo>
                  <a:pt x="132" y="309"/>
                </a:lnTo>
                <a:cubicBezTo>
                  <a:pt x="198" y="342"/>
                  <a:pt x="263" y="407"/>
                  <a:pt x="329" y="440"/>
                </a:cubicBezTo>
                <a:lnTo>
                  <a:pt x="362" y="473"/>
                </a:lnTo>
                <a:lnTo>
                  <a:pt x="395" y="506"/>
                </a:lnTo>
                <a:cubicBezTo>
                  <a:pt x="428" y="539"/>
                  <a:pt x="460" y="572"/>
                  <a:pt x="493" y="604"/>
                </a:cubicBezTo>
                <a:cubicBezTo>
                  <a:pt x="625" y="703"/>
                  <a:pt x="756" y="834"/>
                  <a:pt x="855" y="933"/>
                </a:cubicBezTo>
                <a:cubicBezTo>
                  <a:pt x="888" y="966"/>
                  <a:pt x="929" y="982"/>
                  <a:pt x="970" y="982"/>
                </a:cubicBezTo>
                <a:cubicBezTo>
                  <a:pt x="1011" y="982"/>
                  <a:pt x="1052" y="966"/>
                  <a:pt x="1085" y="933"/>
                </a:cubicBezTo>
                <a:cubicBezTo>
                  <a:pt x="1151" y="867"/>
                  <a:pt x="1151" y="769"/>
                  <a:pt x="1085" y="703"/>
                </a:cubicBezTo>
                <a:cubicBezTo>
                  <a:pt x="855" y="440"/>
                  <a:pt x="559" y="243"/>
                  <a:pt x="263" y="13"/>
                </a:cubicBezTo>
                <a:cubicBezTo>
                  <a:pt x="246" y="4"/>
                  <a:pt x="226" y="0"/>
                  <a:pt x="20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7" name="Google Shape;1641;p11"/>
          <p:cNvSpPr/>
          <p:nvPr/>
        </p:nvSpPr>
        <p:spPr>
          <a:xfrm>
            <a:off x="7387200" y="4788000"/>
            <a:ext cx="111960" cy="62640"/>
          </a:xfrm>
          <a:custGeom>
            <a:avLst/>
            <a:gdLst>
              <a:gd name="textAreaLeft" fmla="*/ 0 w 111960"/>
              <a:gd name="textAreaRight" fmla="*/ 112320 w 11196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5307" h="2982">
                <a:moveTo>
                  <a:pt x="2881" y="1"/>
                </a:moveTo>
                <a:cubicBezTo>
                  <a:pt x="2842" y="1"/>
                  <a:pt x="2802" y="15"/>
                  <a:pt x="2769" y="48"/>
                </a:cubicBezTo>
                <a:cubicBezTo>
                  <a:pt x="2506" y="311"/>
                  <a:pt x="2572" y="673"/>
                  <a:pt x="2572" y="1001"/>
                </a:cubicBezTo>
                <a:lnTo>
                  <a:pt x="2611" y="1842"/>
                </a:lnTo>
                <a:lnTo>
                  <a:pt x="2611" y="1842"/>
                </a:lnTo>
                <a:cubicBezTo>
                  <a:pt x="2236" y="1345"/>
                  <a:pt x="1862" y="851"/>
                  <a:pt x="1487" y="377"/>
                </a:cubicBezTo>
                <a:cubicBezTo>
                  <a:pt x="1451" y="350"/>
                  <a:pt x="1410" y="337"/>
                  <a:pt x="1370" y="337"/>
                </a:cubicBezTo>
                <a:cubicBezTo>
                  <a:pt x="1265" y="337"/>
                  <a:pt x="1168" y="422"/>
                  <a:pt x="1192" y="541"/>
                </a:cubicBezTo>
                <a:lnTo>
                  <a:pt x="1704" y="2005"/>
                </a:lnTo>
                <a:lnTo>
                  <a:pt x="1704" y="2005"/>
                </a:lnTo>
                <a:cubicBezTo>
                  <a:pt x="1660" y="1958"/>
                  <a:pt x="1621" y="1908"/>
                  <a:pt x="1586" y="1856"/>
                </a:cubicBezTo>
                <a:cubicBezTo>
                  <a:pt x="1557" y="1807"/>
                  <a:pt x="1511" y="1787"/>
                  <a:pt x="1464" y="1787"/>
                </a:cubicBezTo>
                <a:cubicBezTo>
                  <a:pt x="1412" y="1787"/>
                  <a:pt x="1358" y="1812"/>
                  <a:pt x="1324" y="1851"/>
                </a:cubicBezTo>
                <a:lnTo>
                  <a:pt x="1324" y="1851"/>
                </a:lnTo>
                <a:lnTo>
                  <a:pt x="1316" y="1843"/>
                </a:lnTo>
                <a:lnTo>
                  <a:pt x="1316" y="1843"/>
                </a:lnTo>
                <a:cubicBezTo>
                  <a:pt x="1308" y="1825"/>
                  <a:pt x="1299" y="1807"/>
                  <a:pt x="1290" y="1790"/>
                </a:cubicBezTo>
                <a:lnTo>
                  <a:pt x="1272" y="1803"/>
                </a:lnTo>
                <a:lnTo>
                  <a:pt x="1272" y="1803"/>
                </a:lnTo>
                <a:lnTo>
                  <a:pt x="1257" y="1790"/>
                </a:lnTo>
                <a:cubicBezTo>
                  <a:pt x="1224" y="1756"/>
                  <a:pt x="1184" y="1742"/>
                  <a:pt x="1145" y="1742"/>
                </a:cubicBezTo>
                <a:cubicBezTo>
                  <a:pt x="1033" y="1742"/>
                  <a:pt x="926" y="1859"/>
                  <a:pt x="990" y="1979"/>
                </a:cubicBezTo>
                <a:lnTo>
                  <a:pt x="990" y="1979"/>
                </a:lnTo>
                <a:lnTo>
                  <a:pt x="410" y="1490"/>
                </a:lnTo>
                <a:lnTo>
                  <a:pt x="410" y="1490"/>
                </a:lnTo>
                <a:cubicBezTo>
                  <a:pt x="397" y="1469"/>
                  <a:pt x="384" y="1449"/>
                  <a:pt x="370" y="1428"/>
                </a:cubicBezTo>
                <a:lnTo>
                  <a:pt x="354" y="1442"/>
                </a:lnTo>
                <a:lnTo>
                  <a:pt x="354" y="1442"/>
                </a:lnTo>
                <a:lnTo>
                  <a:pt x="337" y="1428"/>
                </a:lnTo>
                <a:cubicBezTo>
                  <a:pt x="304" y="1395"/>
                  <a:pt x="264" y="1381"/>
                  <a:pt x="225" y="1381"/>
                </a:cubicBezTo>
                <a:cubicBezTo>
                  <a:pt x="110" y="1381"/>
                  <a:pt x="1" y="1503"/>
                  <a:pt x="74" y="1626"/>
                </a:cubicBezTo>
                <a:cubicBezTo>
                  <a:pt x="151" y="1733"/>
                  <a:pt x="221" y="1855"/>
                  <a:pt x="276" y="1984"/>
                </a:cubicBezTo>
                <a:lnTo>
                  <a:pt x="276" y="1984"/>
                </a:lnTo>
                <a:cubicBezTo>
                  <a:pt x="178" y="2014"/>
                  <a:pt x="118" y="2139"/>
                  <a:pt x="206" y="2250"/>
                </a:cubicBezTo>
                <a:lnTo>
                  <a:pt x="469" y="2513"/>
                </a:lnTo>
                <a:cubicBezTo>
                  <a:pt x="505" y="2540"/>
                  <a:pt x="544" y="2552"/>
                  <a:pt x="580" y="2552"/>
                </a:cubicBezTo>
                <a:cubicBezTo>
                  <a:pt x="676" y="2552"/>
                  <a:pt x="755" y="2468"/>
                  <a:pt x="732" y="2348"/>
                </a:cubicBezTo>
                <a:cubicBezTo>
                  <a:pt x="724" y="2272"/>
                  <a:pt x="711" y="2198"/>
                  <a:pt x="693" y="2125"/>
                </a:cubicBezTo>
                <a:lnTo>
                  <a:pt x="693" y="2125"/>
                </a:lnTo>
                <a:lnTo>
                  <a:pt x="1159" y="2546"/>
                </a:lnTo>
                <a:cubicBezTo>
                  <a:pt x="1192" y="2578"/>
                  <a:pt x="1235" y="2593"/>
                  <a:pt x="1279" y="2593"/>
                </a:cubicBezTo>
                <a:cubicBezTo>
                  <a:pt x="1367" y="2593"/>
                  <a:pt x="1455" y="2535"/>
                  <a:pt x="1455" y="2447"/>
                </a:cubicBezTo>
                <a:cubicBezTo>
                  <a:pt x="1455" y="2425"/>
                  <a:pt x="1454" y="2402"/>
                  <a:pt x="1453" y="2380"/>
                </a:cubicBezTo>
                <a:lnTo>
                  <a:pt x="1453" y="2380"/>
                </a:lnTo>
                <a:lnTo>
                  <a:pt x="1455" y="2381"/>
                </a:lnTo>
                <a:cubicBezTo>
                  <a:pt x="1482" y="2408"/>
                  <a:pt x="1516" y="2421"/>
                  <a:pt x="1552" y="2421"/>
                </a:cubicBezTo>
                <a:cubicBezTo>
                  <a:pt x="1587" y="2421"/>
                  <a:pt x="1623" y="2408"/>
                  <a:pt x="1652" y="2387"/>
                </a:cubicBezTo>
                <a:lnTo>
                  <a:pt x="1652" y="2387"/>
                </a:lnTo>
                <a:cubicBezTo>
                  <a:pt x="1753" y="2475"/>
                  <a:pt x="1864" y="2553"/>
                  <a:pt x="1980" y="2611"/>
                </a:cubicBezTo>
                <a:cubicBezTo>
                  <a:pt x="2002" y="2626"/>
                  <a:pt x="2027" y="2632"/>
                  <a:pt x="2052" y="2632"/>
                </a:cubicBezTo>
                <a:cubicBezTo>
                  <a:pt x="2141" y="2632"/>
                  <a:pt x="2236" y="2550"/>
                  <a:pt x="2210" y="2447"/>
                </a:cubicBezTo>
                <a:lnTo>
                  <a:pt x="1823" y="1340"/>
                </a:lnTo>
                <a:lnTo>
                  <a:pt x="1823" y="1340"/>
                </a:lnTo>
                <a:cubicBezTo>
                  <a:pt x="2110" y="1720"/>
                  <a:pt x="2390" y="2100"/>
                  <a:pt x="2670" y="2480"/>
                </a:cubicBezTo>
                <a:cubicBezTo>
                  <a:pt x="2712" y="2535"/>
                  <a:pt x="2770" y="2561"/>
                  <a:pt x="2824" y="2561"/>
                </a:cubicBezTo>
                <a:cubicBezTo>
                  <a:pt x="2899" y="2561"/>
                  <a:pt x="2966" y="2510"/>
                  <a:pt x="2966" y="2414"/>
                </a:cubicBezTo>
                <a:cubicBezTo>
                  <a:pt x="2966" y="2382"/>
                  <a:pt x="2966" y="2349"/>
                  <a:pt x="2965" y="2316"/>
                </a:cubicBezTo>
                <a:lnTo>
                  <a:pt x="2965" y="2316"/>
                </a:lnTo>
                <a:lnTo>
                  <a:pt x="2966" y="2316"/>
                </a:lnTo>
                <a:cubicBezTo>
                  <a:pt x="2966" y="2315"/>
                  <a:pt x="2966" y="2315"/>
                  <a:pt x="2965" y="2315"/>
                </a:cubicBezTo>
                <a:lnTo>
                  <a:pt x="2965" y="2315"/>
                </a:lnTo>
                <a:cubicBezTo>
                  <a:pt x="2961" y="2020"/>
                  <a:pt x="2937" y="1707"/>
                  <a:pt x="2911" y="1412"/>
                </a:cubicBezTo>
                <a:lnTo>
                  <a:pt x="2911" y="1412"/>
                </a:lnTo>
                <a:cubicBezTo>
                  <a:pt x="3030" y="1803"/>
                  <a:pt x="3200" y="2174"/>
                  <a:pt x="3426" y="2513"/>
                </a:cubicBezTo>
                <a:cubicBezTo>
                  <a:pt x="3455" y="2570"/>
                  <a:pt x="3509" y="2596"/>
                  <a:pt x="3563" y="2596"/>
                </a:cubicBezTo>
                <a:cubicBezTo>
                  <a:pt x="3633" y="2596"/>
                  <a:pt x="3703" y="2554"/>
                  <a:pt x="3722" y="2480"/>
                </a:cubicBezTo>
                <a:cubicBezTo>
                  <a:pt x="3752" y="2359"/>
                  <a:pt x="3776" y="2235"/>
                  <a:pt x="3794" y="2108"/>
                </a:cubicBezTo>
                <a:lnTo>
                  <a:pt x="3794" y="2108"/>
                </a:lnTo>
                <a:cubicBezTo>
                  <a:pt x="3883" y="2271"/>
                  <a:pt x="3990" y="2427"/>
                  <a:pt x="4116" y="2578"/>
                </a:cubicBezTo>
                <a:cubicBezTo>
                  <a:pt x="4146" y="2608"/>
                  <a:pt x="4189" y="2624"/>
                  <a:pt x="4230" y="2624"/>
                </a:cubicBezTo>
                <a:cubicBezTo>
                  <a:pt x="4280" y="2624"/>
                  <a:pt x="4328" y="2600"/>
                  <a:pt x="4346" y="2546"/>
                </a:cubicBezTo>
                <a:cubicBezTo>
                  <a:pt x="4360" y="2525"/>
                  <a:pt x="4372" y="2505"/>
                  <a:pt x="4384" y="2484"/>
                </a:cubicBezTo>
                <a:lnTo>
                  <a:pt x="4384" y="2484"/>
                </a:lnTo>
                <a:cubicBezTo>
                  <a:pt x="4451" y="2570"/>
                  <a:pt x="4536" y="2632"/>
                  <a:pt x="4642" y="2644"/>
                </a:cubicBezTo>
                <a:cubicBezTo>
                  <a:pt x="4652" y="2645"/>
                  <a:pt x="4662" y="2646"/>
                  <a:pt x="4672" y="2646"/>
                </a:cubicBezTo>
                <a:cubicBezTo>
                  <a:pt x="4765" y="2646"/>
                  <a:pt x="4834" y="2594"/>
                  <a:pt x="4888" y="2519"/>
                </a:cubicBezTo>
                <a:lnTo>
                  <a:pt x="4888" y="2519"/>
                </a:lnTo>
                <a:cubicBezTo>
                  <a:pt x="4916" y="2633"/>
                  <a:pt x="4943" y="2751"/>
                  <a:pt x="4971" y="2874"/>
                </a:cubicBezTo>
                <a:cubicBezTo>
                  <a:pt x="4983" y="2950"/>
                  <a:pt x="5039" y="2982"/>
                  <a:pt x="5099" y="2982"/>
                </a:cubicBezTo>
                <a:cubicBezTo>
                  <a:pt x="5197" y="2982"/>
                  <a:pt x="5307" y="2897"/>
                  <a:pt x="5266" y="2776"/>
                </a:cubicBezTo>
                <a:cubicBezTo>
                  <a:pt x="5233" y="2480"/>
                  <a:pt x="5168" y="2217"/>
                  <a:pt x="5102" y="1954"/>
                </a:cubicBezTo>
                <a:cubicBezTo>
                  <a:pt x="5087" y="1876"/>
                  <a:pt x="5027" y="1843"/>
                  <a:pt x="4962" y="1843"/>
                </a:cubicBezTo>
                <a:cubicBezTo>
                  <a:pt x="4888" y="1843"/>
                  <a:pt x="4808" y="1885"/>
                  <a:pt x="4773" y="1954"/>
                </a:cubicBezTo>
                <a:cubicBezTo>
                  <a:pt x="4741" y="2053"/>
                  <a:pt x="4708" y="2184"/>
                  <a:pt x="4675" y="2283"/>
                </a:cubicBezTo>
                <a:cubicBezTo>
                  <a:pt x="4576" y="2283"/>
                  <a:pt x="4511" y="1921"/>
                  <a:pt x="4478" y="1856"/>
                </a:cubicBezTo>
                <a:cubicBezTo>
                  <a:pt x="4463" y="1782"/>
                  <a:pt x="4395" y="1748"/>
                  <a:pt x="4324" y="1748"/>
                </a:cubicBezTo>
                <a:cubicBezTo>
                  <a:pt x="4238" y="1748"/>
                  <a:pt x="4149" y="1798"/>
                  <a:pt x="4149" y="1888"/>
                </a:cubicBezTo>
                <a:cubicBezTo>
                  <a:pt x="4162" y="1953"/>
                  <a:pt x="4165" y="2017"/>
                  <a:pt x="4159" y="2081"/>
                </a:cubicBezTo>
                <a:lnTo>
                  <a:pt x="4159" y="2081"/>
                </a:lnTo>
                <a:cubicBezTo>
                  <a:pt x="3992" y="1805"/>
                  <a:pt x="3869" y="1492"/>
                  <a:pt x="3820" y="1198"/>
                </a:cubicBezTo>
                <a:cubicBezTo>
                  <a:pt x="3790" y="1108"/>
                  <a:pt x="3712" y="1066"/>
                  <a:pt x="3639" y="1066"/>
                </a:cubicBezTo>
                <a:cubicBezTo>
                  <a:pt x="3553" y="1066"/>
                  <a:pt x="3474" y="1124"/>
                  <a:pt x="3492" y="1231"/>
                </a:cubicBezTo>
                <a:cubicBezTo>
                  <a:pt x="3493" y="1242"/>
                  <a:pt x="3494" y="1253"/>
                  <a:pt x="3494" y="1264"/>
                </a:cubicBezTo>
                <a:lnTo>
                  <a:pt x="3494" y="1264"/>
                </a:lnTo>
                <a:lnTo>
                  <a:pt x="3492" y="1264"/>
                </a:lnTo>
                <a:cubicBezTo>
                  <a:pt x="3493" y="1271"/>
                  <a:pt x="3495" y="1277"/>
                  <a:pt x="3496" y="1284"/>
                </a:cubicBezTo>
                <a:lnTo>
                  <a:pt x="3496" y="1284"/>
                </a:lnTo>
                <a:cubicBezTo>
                  <a:pt x="3511" y="1508"/>
                  <a:pt x="3505" y="1731"/>
                  <a:pt x="3478" y="1955"/>
                </a:cubicBezTo>
                <a:lnTo>
                  <a:pt x="3478" y="1955"/>
                </a:lnTo>
                <a:cubicBezTo>
                  <a:pt x="3213" y="1397"/>
                  <a:pt x="3058" y="782"/>
                  <a:pt x="3032" y="147"/>
                </a:cubicBezTo>
                <a:cubicBezTo>
                  <a:pt x="3032" y="59"/>
                  <a:pt x="2959" y="1"/>
                  <a:pt x="28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8" name="Google Shape;1642;p11"/>
          <p:cNvSpPr/>
          <p:nvPr/>
        </p:nvSpPr>
        <p:spPr>
          <a:xfrm>
            <a:off x="7497360" y="4797720"/>
            <a:ext cx="64800" cy="55080"/>
          </a:xfrm>
          <a:custGeom>
            <a:avLst/>
            <a:gdLst>
              <a:gd name="textAreaLeft" fmla="*/ 0 w 64800"/>
              <a:gd name="textAreaRight" fmla="*/ 65160 w 64800"/>
              <a:gd name="textAreaTop" fmla="*/ 0 h 55080"/>
              <a:gd name="textAreaBottom" fmla="*/ 55440 h 55080"/>
            </a:gdLst>
            <a:ahLst/>
            <a:cxnLst/>
            <a:rect l="textAreaLeft" t="textAreaTop" r="textAreaRight" b="textAreaBottom"/>
            <a:pathLst>
              <a:path w="3081" h="2619">
                <a:moveTo>
                  <a:pt x="195" y="2426"/>
                </a:moveTo>
                <a:cubicBezTo>
                  <a:pt x="215" y="2433"/>
                  <a:pt x="238" y="2437"/>
                  <a:pt x="263" y="2437"/>
                </a:cubicBezTo>
                <a:lnTo>
                  <a:pt x="231" y="2470"/>
                </a:lnTo>
                <a:lnTo>
                  <a:pt x="195" y="2426"/>
                </a:lnTo>
                <a:close/>
                <a:moveTo>
                  <a:pt x="1753" y="0"/>
                </a:moveTo>
                <a:cubicBezTo>
                  <a:pt x="1738" y="0"/>
                  <a:pt x="1723" y="2"/>
                  <a:pt x="1709" y="5"/>
                </a:cubicBezTo>
                <a:cubicBezTo>
                  <a:pt x="1216" y="301"/>
                  <a:pt x="822" y="728"/>
                  <a:pt x="592" y="1254"/>
                </a:cubicBezTo>
                <a:cubicBezTo>
                  <a:pt x="395" y="1550"/>
                  <a:pt x="231" y="1846"/>
                  <a:pt x="66" y="2141"/>
                </a:cubicBezTo>
                <a:cubicBezTo>
                  <a:pt x="1" y="2273"/>
                  <a:pt x="33" y="2437"/>
                  <a:pt x="165" y="2470"/>
                </a:cubicBezTo>
                <a:cubicBezTo>
                  <a:pt x="182" y="2474"/>
                  <a:pt x="199" y="2476"/>
                  <a:pt x="216" y="2476"/>
                </a:cubicBezTo>
                <a:cubicBezTo>
                  <a:pt x="329" y="2476"/>
                  <a:pt x="428" y="2387"/>
                  <a:pt x="428" y="2273"/>
                </a:cubicBezTo>
                <a:cubicBezTo>
                  <a:pt x="423" y="2264"/>
                  <a:pt x="419" y="2255"/>
                  <a:pt x="413" y="2245"/>
                </a:cubicBezTo>
                <a:lnTo>
                  <a:pt x="413" y="2245"/>
                </a:lnTo>
                <a:lnTo>
                  <a:pt x="461" y="2174"/>
                </a:lnTo>
                <a:lnTo>
                  <a:pt x="559" y="1977"/>
                </a:lnTo>
                <a:lnTo>
                  <a:pt x="724" y="1681"/>
                </a:lnTo>
                <a:cubicBezTo>
                  <a:pt x="822" y="1484"/>
                  <a:pt x="954" y="1287"/>
                  <a:pt x="1085" y="1090"/>
                </a:cubicBezTo>
                <a:cubicBezTo>
                  <a:pt x="1141" y="978"/>
                  <a:pt x="1212" y="874"/>
                  <a:pt x="1295" y="778"/>
                </a:cubicBezTo>
                <a:lnTo>
                  <a:pt x="1295" y="778"/>
                </a:lnTo>
                <a:cubicBezTo>
                  <a:pt x="1068" y="1244"/>
                  <a:pt x="899" y="1735"/>
                  <a:pt x="789" y="2240"/>
                </a:cubicBezTo>
                <a:cubicBezTo>
                  <a:pt x="765" y="2359"/>
                  <a:pt x="862" y="2444"/>
                  <a:pt x="955" y="2444"/>
                </a:cubicBezTo>
                <a:cubicBezTo>
                  <a:pt x="990" y="2444"/>
                  <a:pt x="1025" y="2431"/>
                  <a:pt x="1052" y="2404"/>
                </a:cubicBezTo>
                <a:lnTo>
                  <a:pt x="1226" y="2247"/>
                </a:lnTo>
                <a:lnTo>
                  <a:pt x="1226" y="2247"/>
                </a:lnTo>
                <a:cubicBezTo>
                  <a:pt x="1240" y="2310"/>
                  <a:pt x="1277" y="2365"/>
                  <a:pt x="1348" y="2404"/>
                </a:cubicBezTo>
                <a:cubicBezTo>
                  <a:pt x="1391" y="2419"/>
                  <a:pt x="1431" y="2425"/>
                  <a:pt x="1468" y="2425"/>
                </a:cubicBezTo>
                <a:cubicBezTo>
                  <a:pt x="1558" y="2425"/>
                  <a:pt x="1631" y="2388"/>
                  <a:pt x="1693" y="2332"/>
                </a:cubicBezTo>
                <a:lnTo>
                  <a:pt x="1693" y="2332"/>
                </a:lnTo>
                <a:cubicBezTo>
                  <a:pt x="1702" y="2424"/>
                  <a:pt x="1783" y="2507"/>
                  <a:pt x="1872" y="2507"/>
                </a:cubicBezTo>
                <a:cubicBezTo>
                  <a:pt x="1883" y="2507"/>
                  <a:pt x="1895" y="2506"/>
                  <a:pt x="1907" y="2503"/>
                </a:cubicBezTo>
                <a:cubicBezTo>
                  <a:pt x="1937" y="2494"/>
                  <a:pt x="1967" y="2484"/>
                  <a:pt x="1998" y="2473"/>
                </a:cubicBezTo>
                <a:lnTo>
                  <a:pt x="1998" y="2473"/>
                </a:lnTo>
                <a:cubicBezTo>
                  <a:pt x="2010" y="2527"/>
                  <a:pt x="2045" y="2582"/>
                  <a:pt x="2104" y="2601"/>
                </a:cubicBezTo>
                <a:cubicBezTo>
                  <a:pt x="2160" y="2613"/>
                  <a:pt x="2217" y="2618"/>
                  <a:pt x="2275" y="2618"/>
                </a:cubicBezTo>
                <a:cubicBezTo>
                  <a:pt x="2551" y="2618"/>
                  <a:pt x="2828" y="2491"/>
                  <a:pt x="2991" y="2273"/>
                </a:cubicBezTo>
                <a:cubicBezTo>
                  <a:pt x="3080" y="2138"/>
                  <a:pt x="2972" y="2019"/>
                  <a:pt x="2852" y="2019"/>
                </a:cubicBezTo>
                <a:cubicBezTo>
                  <a:pt x="2796" y="2019"/>
                  <a:pt x="2737" y="2046"/>
                  <a:pt x="2695" y="2108"/>
                </a:cubicBezTo>
                <a:cubicBezTo>
                  <a:pt x="2636" y="2188"/>
                  <a:pt x="2541" y="2255"/>
                  <a:pt x="2431" y="2282"/>
                </a:cubicBezTo>
                <a:lnTo>
                  <a:pt x="2431" y="2282"/>
                </a:lnTo>
                <a:cubicBezTo>
                  <a:pt x="2450" y="2251"/>
                  <a:pt x="2469" y="2221"/>
                  <a:pt x="2489" y="2192"/>
                </a:cubicBezTo>
                <a:lnTo>
                  <a:pt x="2489" y="2192"/>
                </a:lnTo>
                <a:cubicBezTo>
                  <a:pt x="2587" y="2111"/>
                  <a:pt x="2678" y="2017"/>
                  <a:pt x="2761" y="1911"/>
                </a:cubicBezTo>
                <a:cubicBezTo>
                  <a:pt x="2838" y="1808"/>
                  <a:pt x="2713" y="1684"/>
                  <a:pt x="2591" y="1684"/>
                </a:cubicBezTo>
                <a:cubicBezTo>
                  <a:pt x="2558" y="1684"/>
                  <a:pt x="2526" y="1693"/>
                  <a:pt x="2498" y="1714"/>
                </a:cubicBezTo>
                <a:cubicBezTo>
                  <a:pt x="2487" y="1725"/>
                  <a:pt x="2476" y="1736"/>
                  <a:pt x="2465" y="1747"/>
                </a:cubicBezTo>
                <a:lnTo>
                  <a:pt x="2465" y="1747"/>
                </a:lnTo>
                <a:lnTo>
                  <a:pt x="2465" y="1747"/>
                </a:lnTo>
                <a:cubicBezTo>
                  <a:pt x="2465" y="1747"/>
                  <a:pt x="2465" y="1748"/>
                  <a:pt x="2464" y="1748"/>
                </a:cubicBezTo>
                <a:lnTo>
                  <a:pt x="2464" y="1748"/>
                </a:lnTo>
                <a:cubicBezTo>
                  <a:pt x="2405" y="1808"/>
                  <a:pt x="2350" y="1869"/>
                  <a:pt x="2297" y="1931"/>
                </a:cubicBezTo>
                <a:lnTo>
                  <a:pt x="2297" y="1931"/>
                </a:lnTo>
                <a:cubicBezTo>
                  <a:pt x="2258" y="1965"/>
                  <a:pt x="2217" y="1995"/>
                  <a:pt x="2174" y="2022"/>
                </a:cubicBezTo>
                <a:lnTo>
                  <a:pt x="2174" y="2022"/>
                </a:lnTo>
                <a:cubicBezTo>
                  <a:pt x="2193" y="1936"/>
                  <a:pt x="2202" y="1844"/>
                  <a:pt x="2202" y="1747"/>
                </a:cubicBezTo>
                <a:cubicBezTo>
                  <a:pt x="2202" y="1659"/>
                  <a:pt x="2129" y="1601"/>
                  <a:pt x="2051" y="1601"/>
                </a:cubicBezTo>
                <a:cubicBezTo>
                  <a:pt x="2012" y="1601"/>
                  <a:pt x="1972" y="1616"/>
                  <a:pt x="1939" y="1648"/>
                </a:cubicBezTo>
                <a:lnTo>
                  <a:pt x="1709" y="1846"/>
                </a:lnTo>
                <a:cubicBezTo>
                  <a:pt x="1691" y="1864"/>
                  <a:pt x="1672" y="1882"/>
                  <a:pt x="1654" y="1901"/>
                </a:cubicBezTo>
                <a:lnTo>
                  <a:pt x="1654" y="1901"/>
                </a:lnTo>
                <a:cubicBezTo>
                  <a:pt x="1664" y="1879"/>
                  <a:pt x="1674" y="1857"/>
                  <a:pt x="1683" y="1836"/>
                </a:cubicBezTo>
                <a:lnTo>
                  <a:pt x="1683" y="1836"/>
                </a:lnTo>
                <a:lnTo>
                  <a:pt x="1709" y="1813"/>
                </a:lnTo>
                <a:lnTo>
                  <a:pt x="1698" y="1804"/>
                </a:lnTo>
                <a:lnTo>
                  <a:pt x="1698" y="1804"/>
                </a:lnTo>
                <a:cubicBezTo>
                  <a:pt x="1702" y="1795"/>
                  <a:pt x="1706" y="1787"/>
                  <a:pt x="1709" y="1780"/>
                </a:cubicBezTo>
                <a:cubicBezTo>
                  <a:pt x="1758" y="1657"/>
                  <a:pt x="1661" y="1535"/>
                  <a:pt x="1554" y="1535"/>
                </a:cubicBezTo>
                <a:cubicBezTo>
                  <a:pt x="1518" y="1535"/>
                  <a:pt x="1480" y="1549"/>
                  <a:pt x="1446" y="1583"/>
                </a:cubicBezTo>
                <a:lnTo>
                  <a:pt x="1231" y="1786"/>
                </a:lnTo>
                <a:lnTo>
                  <a:pt x="1231" y="1786"/>
                </a:lnTo>
                <a:cubicBezTo>
                  <a:pt x="1394" y="1268"/>
                  <a:pt x="1620" y="778"/>
                  <a:pt x="1897" y="306"/>
                </a:cubicBezTo>
                <a:lnTo>
                  <a:pt x="1897" y="306"/>
                </a:lnTo>
                <a:cubicBezTo>
                  <a:pt x="1900" y="304"/>
                  <a:pt x="1903" y="303"/>
                  <a:pt x="1907" y="301"/>
                </a:cubicBezTo>
                <a:lnTo>
                  <a:pt x="1902" y="298"/>
                </a:lnTo>
                <a:lnTo>
                  <a:pt x="1902" y="298"/>
                </a:lnTo>
                <a:cubicBezTo>
                  <a:pt x="1915" y="277"/>
                  <a:pt x="1927" y="256"/>
                  <a:pt x="1939" y="235"/>
                </a:cubicBezTo>
                <a:cubicBezTo>
                  <a:pt x="2028" y="118"/>
                  <a:pt x="1879" y="0"/>
                  <a:pt x="17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9" name="Google Shape;1643;p11"/>
          <p:cNvSpPr/>
          <p:nvPr/>
        </p:nvSpPr>
        <p:spPr>
          <a:xfrm>
            <a:off x="7560360" y="4827960"/>
            <a:ext cx="40320" cy="34560"/>
          </a:xfrm>
          <a:custGeom>
            <a:avLst/>
            <a:gdLst>
              <a:gd name="textAreaLeft" fmla="*/ 0 w 40320"/>
              <a:gd name="textAreaRight" fmla="*/ 40680 w 4032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915" h="1658">
                <a:moveTo>
                  <a:pt x="1685" y="1"/>
                </a:moveTo>
                <a:cubicBezTo>
                  <a:pt x="1661" y="1"/>
                  <a:pt x="1636" y="7"/>
                  <a:pt x="1611" y="22"/>
                </a:cubicBezTo>
                <a:cubicBezTo>
                  <a:pt x="1020" y="384"/>
                  <a:pt x="494" y="844"/>
                  <a:pt x="67" y="1402"/>
                </a:cubicBezTo>
                <a:cubicBezTo>
                  <a:pt x="1" y="1435"/>
                  <a:pt x="1" y="1567"/>
                  <a:pt x="67" y="1632"/>
                </a:cubicBezTo>
                <a:cubicBezTo>
                  <a:pt x="99" y="1649"/>
                  <a:pt x="141" y="1657"/>
                  <a:pt x="182" y="1657"/>
                </a:cubicBezTo>
                <a:cubicBezTo>
                  <a:pt x="223" y="1657"/>
                  <a:pt x="264" y="1649"/>
                  <a:pt x="297" y="1632"/>
                </a:cubicBezTo>
                <a:cubicBezTo>
                  <a:pt x="691" y="1107"/>
                  <a:pt x="1184" y="647"/>
                  <a:pt x="1775" y="318"/>
                </a:cubicBezTo>
                <a:cubicBezTo>
                  <a:pt x="1915" y="207"/>
                  <a:pt x="1818" y="1"/>
                  <a:pt x="168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0" name="Google Shape;1644;p11"/>
          <p:cNvSpPr/>
          <p:nvPr/>
        </p:nvSpPr>
        <p:spPr>
          <a:xfrm>
            <a:off x="7576200" y="4839120"/>
            <a:ext cx="31320" cy="21960"/>
          </a:xfrm>
          <a:custGeom>
            <a:avLst/>
            <a:gdLst>
              <a:gd name="textAreaLeft" fmla="*/ 0 w 31320"/>
              <a:gd name="textAreaRight" fmla="*/ 31680 w 3132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490" h="1050">
                <a:moveTo>
                  <a:pt x="1262" y="1"/>
                </a:moveTo>
                <a:cubicBezTo>
                  <a:pt x="1231" y="1"/>
                  <a:pt x="1198" y="11"/>
                  <a:pt x="1163" y="34"/>
                </a:cubicBezTo>
                <a:cubicBezTo>
                  <a:pt x="768" y="231"/>
                  <a:pt x="407" y="461"/>
                  <a:pt x="78" y="790"/>
                </a:cubicBezTo>
                <a:cubicBezTo>
                  <a:pt x="0" y="920"/>
                  <a:pt x="87" y="1050"/>
                  <a:pt x="208" y="1050"/>
                </a:cubicBezTo>
                <a:cubicBezTo>
                  <a:pt x="240" y="1050"/>
                  <a:pt x="274" y="1040"/>
                  <a:pt x="308" y="1020"/>
                </a:cubicBezTo>
                <a:cubicBezTo>
                  <a:pt x="604" y="724"/>
                  <a:pt x="966" y="494"/>
                  <a:pt x="1327" y="297"/>
                </a:cubicBezTo>
                <a:cubicBezTo>
                  <a:pt x="1489" y="216"/>
                  <a:pt x="1407" y="1"/>
                  <a:pt x="12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1" name="Google Shape;1645;p11"/>
          <p:cNvSpPr/>
          <p:nvPr/>
        </p:nvSpPr>
        <p:spPr>
          <a:xfrm>
            <a:off x="7593840" y="4842000"/>
            <a:ext cx="30960" cy="21960"/>
          </a:xfrm>
          <a:custGeom>
            <a:avLst/>
            <a:gdLst>
              <a:gd name="textAreaLeft" fmla="*/ 0 w 30960"/>
              <a:gd name="textAreaRight" fmla="*/ 31320 w 3096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485" h="1053">
                <a:moveTo>
                  <a:pt x="1230" y="1"/>
                </a:moveTo>
                <a:cubicBezTo>
                  <a:pt x="1205" y="1"/>
                  <a:pt x="1178" y="7"/>
                  <a:pt x="1150" y="20"/>
                </a:cubicBezTo>
                <a:lnTo>
                  <a:pt x="99" y="743"/>
                </a:lnTo>
                <a:cubicBezTo>
                  <a:pt x="33" y="776"/>
                  <a:pt x="0" y="875"/>
                  <a:pt x="66" y="973"/>
                </a:cubicBezTo>
                <a:cubicBezTo>
                  <a:pt x="90" y="1022"/>
                  <a:pt x="149" y="1052"/>
                  <a:pt x="205" y="1052"/>
                </a:cubicBezTo>
                <a:cubicBezTo>
                  <a:pt x="225" y="1052"/>
                  <a:pt x="245" y="1048"/>
                  <a:pt x="263" y="1039"/>
                </a:cubicBezTo>
                <a:lnTo>
                  <a:pt x="1315" y="316"/>
                </a:lnTo>
                <a:cubicBezTo>
                  <a:pt x="1484" y="231"/>
                  <a:pt x="1386" y="1"/>
                  <a:pt x="12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2" name="Google Shape;1646;p11"/>
          <p:cNvSpPr/>
          <p:nvPr/>
        </p:nvSpPr>
        <p:spPr>
          <a:xfrm>
            <a:off x="7616880" y="4847760"/>
            <a:ext cx="24840" cy="14760"/>
          </a:xfrm>
          <a:custGeom>
            <a:avLst/>
            <a:gdLst>
              <a:gd name="textAreaLeft" fmla="*/ 0 w 24840"/>
              <a:gd name="textAreaRight" fmla="*/ 25200 w 2484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184" h="713">
                <a:moveTo>
                  <a:pt x="1007" y="1"/>
                </a:moveTo>
                <a:cubicBezTo>
                  <a:pt x="990" y="1"/>
                  <a:pt x="972" y="3"/>
                  <a:pt x="954" y="9"/>
                </a:cubicBezTo>
                <a:cubicBezTo>
                  <a:pt x="658" y="108"/>
                  <a:pt x="362" y="239"/>
                  <a:pt x="99" y="404"/>
                </a:cubicBezTo>
                <a:cubicBezTo>
                  <a:pt x="33" y="437"/>
                  <a:pt x="1" y="535"/>
                  <a:pt x="66" y="634"/>
                </a:cubicBezTo>
                <a:cubicBezTo>
                  <a:pt x="90" y="682"/>
                  <a:pt x="150" y="712"/>
                  <a:pt x="205" y="712"/>
                </a:cubicBezTo>
                <a:cubicBezTo>
                  <a:pt x="226" y="712"/>
                  <a:pt x="246" y="708"/>
                  <a:pt x="263" y="699"/>
                </a:cubicBezTo>
                <a:lnTo>
                  <a:pt x="296" y="667"/>
                </a:lnTo>
                <a:cubicBezTo>
                  <a:pt x="428" y="601"/>
                  <a:pt x="559" y="535"/>
                  <a:pt x="691" y="469"/>
                </a:cubicBezTo>
                <a:lnTo>
                  <a:pt x="789" y="437"/>
                </a:lnTo>
                <a:lnTo>
                  <a:pt x="822" y="404"/>
                </a:lnTo>
                <a:lnTo>
                  <a:pt x="1052" y="338"/>
                </a:lnTo>
                <a:cubicBezTo>
                  <a:pt x="1118" y="305"/>
                  <a:pt x="1184" y="207"/>
                  <a:pt x="1151" y="108"/>
                </a:cubicBezTo>
                <a:cubicBezTo>
                  <a:pt x="1151" y="54"/>
                  <a:pt x="1085" y="1"/>
                  <a:pt x="100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3" name="Google Shape;1647;p11"/>
          <p:cNvSpPr/>
          <p:nvPr/>
        </p:nvSpPr>
        <p:spPr>
          <a:xfrm>
            <a:off x="7636320" y="4847760"/>
            <a:ext cx="18360" cy="12960"/>
          </a:xfrm>
          <a:custGeom>
            <a:avLst/>
            <a:gdLst>
              <a:gd name="textAreaLeft" fmla="*/ 0 w 18360"/>
              <a:gd name="textAreaRight" fmla="*/ 18720 w 1836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888" h="625">
                <a:moveTo>
                  <a:pt x="684" y="0"/>
                </a:moveTo>
                <a:cubicBezTo>
                  <a:pt x="663" y="0"/>
                  <a:pt x="643" y="5"/>
                  <a:pt x="625" y="13"/>
                </a:cubicBezTo>
                <a:lnTo>
                  <a:pt x="132" y="342"/>
                </a:lnTo>
                <a:cubicBezTo>
                  <a:pt x="34" y="375"/>
                  <a:pt x="1" y="473"/>
                  <a:pt x="66" y="539"/>
                </a:cubicBezTo>
                <a:cubicBezTo>
                  <a:pt x="87" y="602"/>
                  <a:pt x="134" y="624"/>
                  <a:pt x="191" y="624"/>
                </a:cubicBezTo>
                <a:cubicBezTo>
                  <a:pt x="224" y="624"/>
                  <a:pt x="260" y="617"/>
                  <a:pt x="296" y="605"/>
                </a:cubicBezTo>
                <a:lnTo>
                  <a:pt x="789" y="309"/>
                </a:lnTo>
                <a:cubicBezTo>
                  <a:pt x="855" y="243"/>
                  <a:pt x="888" y="145"/>
                  <a:pt x="855" y="79"/>
                </a:cubicBezTo>
                <a:cubicBezTo>
                  <a:pt x="807" y="31"/>
                  <a:pt x="741" y="0"/>
                  <a:pt x="68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4" name="Google Shape;1648;p11"/>
          <p:cNvSpPr/>
          <p:nvPr/>
        </p:nvSpPr>
        <p:spPr>
          <a:xfrm>
            <a:off x="7650360" y="4852800"/>
            <a:ext cx="19080" cy="13320"/>
          </a:xfrm>
          <a:custGeom>
            <a:avLst/>
            <a:gdLst>
              <a:gd name="textAreaLeft" fmla="*/ 0 w 19080"/>
              <a:gd name="textAreaRight" fmla="*/ 19440 w 1908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921" h="651">
                <a:moveTo>
                  <a:pt x="745" y="1"/>
                </a:moveTo>
                <a:cubicBezTo>
                  <a:pt x="727" y="1"/>
                  <a:pt x="709" y="3"/>
                  <a:pt x="691" y="9"/>
                </a:cubicBezTo>
                <a:cubicBezTo>
                  <a:pt x="461" y="75"/>
                  <a:pt x="264" y="207"/>
                  <a:pt x="67" y="371"/>
                </a:cubicBezTo>
                <a:cubicBezTo>
                  <a:pt x="1" y="437"/>
                  <a:pt x="1" y="535"/>
                  <a:pt x="67" y="601"/>
                </a:cubicBezTo>
                <a:cubicBezTo>
                  <a:pt x="99" y="634"/>
                  <a:pt x="141" y="650"/>
                  <a:pt x="182" y="650"/>
                </a:cubicBezTo>
                <a:cubicBezTo>
                  <a:pt x="223" y="650"/>
                  <a:pt x="264" y="634"/>
                  <a:pt x="297" y="601"/>
                </a:cubicBezTo>
                <a:lnTo>
                  <a:pt x="329" y="568"/>
                </a:lnTo>
                <a:lnTo>
                  <a:pt x="395" y="535"/>
                </a:lnTo>
                <a:lnTo>
                  <a:pt x="428" y="502"/>
                </a:lnTo>
                <a:lnTo>
                  <a:pt x="559" y="404"/>
                </a:lnTo>
                <a:lnTo>
                  <a:pt x="691" y="338"/>
                </a:lnTo>
                <a:lnTo>
                  <a:pt x="724" y="338"/>
                </a:lnTo>
                <a:lnTo>
                  <a:pt x="789" y="305"/>
                </a:lnTo>
                <a:cubicBezTo>
                  <a:pt x="855" y="305"/>
                  <a:pt x="888" y="272"/>
                  <a:pt x="888" y="239"/>
                </a:cubicBezTo>
                <a:cubicBezTo>
                  <a:pt x="921" y="207"/>
                  <a:pt x="921" y="141"/>
                  <a:pt x="888" y="108"/>
                </a:cubicBezTo>
                <a:cubicBezTo>
                  <a:pt x="888" y="54"/>
                  <a:pt x="822" y="1"/>
                  <a:pt x="74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5" name="Google Shape;1649;p11"/>
          <p:cNvSpPr/>
          <p:nvPr/>
        </p:nvSpPr>
        <p:spPr>
          <a:xfrm>
            <a:off x="7661880" y="4857480"/>
            <a:ext cx="17640" cy="11520"/>
          </a:xfrm>
          <a:custGeom>
            <a:avLst/>
            <a:gdLst>
              <a:gd name="textAreaLeft" fmla="*/ 0 w 17640"/>
              <a:gd name="textAreaRight" fmla="*/ 18000 w 1764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855" h="564">
                <a:moveTo>
                  <a:pt x="295" y="485"/>
                </a:moveTo>
                <a:cubicBezTo>
                  <a:pt x="292" y="496"/>
                  <a:pt x="286" y="506"/>
                  <a:pt x="276" y="515"/>
                </a:cubicBezTo>
                <a:lnTo>
                  <a:pt x="276" y="515"/>
                </a:lnTo>
                <a:cubicBezTo>
                  <a:pt x="283" y="504"/>
                  <a:pt x="289" y="494"/>
                  <a:pt x="295" y="485"/>
                </a:cubicBezTo>
                <a:close/>
                <a:moveTo>
                  <a:pt x="585" y="0"/>
                </a:moveTo>
                <a:cubicBezTo>
                  <a:pt x="489" y="0"/>
                  <a:pt x="392" y="31"/>
                  <a:pt x="296" y="79"/>
                </a:cubicBezTo>
                <a:cubicBezTo>
                  <a:pt x="198" y="145"/>
                  <a:pt x="99" y="211"/>
                  <a:pt x="0" y="309"/>
                </a:cubicBezTo>
                <a:cubicBezTo>
                  <a:pt x="0" y="342"/>
                  <a:pt x="0" y="408"/>
                  <a:pt x="0" y="441"/>
                </a:cubicBezTo>
                <a:cubicBezTo>
                  <a:pt x="33" y="473"/>
                  <a:pt x="33" y="506"/>
                  <a:pt x="99" y="539"/>
                </a:cubicBezTo>
                <a:cubicBezTo>
                  <a:pt x="115" y="556"/>
                  <a:pt x="132" y="564"/>
                  <a:pt x="148" y="564"/>
                </a:cubicBezTo>
                <a:cubicBezTo>
                  <a:pt x="165" y="564"/>
                  <a:pt x="181" y="556"/>
                  <a:pt x="198" y="539"/>
                </a:cubicBezTo>
                <a:cubicBezTo>
                  <a:pt x="234" y="539"/>
                  <a:pt x="260" y="529"/>
                  <a:pt x="276" y="515"/>
                </a:cubicBezTo>
                <a:lnTo>
                  <a:pt x="276" y="515"/>
                </a:lnTo>
                <a:cubicBezTo>
                  <a:pt x="272" y="522"/>
                  <a:pt x="268" y="530"/>
                  <a:pt x="263" y="539"/>
                </a:cubicBezTo>
                <a:lnTo>
                  <a:pt x="296" y="506"/>
                </a:lnTo>
                <a:lnTo>
                  <a:pt x="296" y="483"/>
                </a:lnTo>
                <a:lnTo>
                  <a:pt x="296" y="483"/>
                </a:lnTo>
                <a:cubicBezTo>
                  <a:pt x="296" y="484"/>
                  <a:pt x="295" y="485"/>
                  <a:pt x="295" y="485"/>
                </a:cubicBezTo>
                <a:lnTo>
                  <a:pt x="295" y="485"/>
                </a:lnTo>
                <a:cubicBezTo>
                  <a:pt x="296" y="481"/>
                  <a:pt x="296" y="477"/>
                  <a:pt x="296" y="473"/>
                </a:cubicBezTo>
                <a:lnTo>
                  <a:pt x="296" y="483"/>
                </a:lnTo>
                <a:lnTo>
                  <a:pt x="296" y="483"/>
                </a:lnTo>
                <a:cubicBezTo>
                  <a:pt x="308" y="466"/>
                  <a:pt x="319" y="452"/>
                  <a:pt x="331" y="440"/>
                </a:cubicBezTo>
                <a:lnTo>
                  <a:pt x="331" y="440"/>
                </a:lnTo>
                <a:cubicBezTo>
                  <a:pt x="395" y="407"/>
                  <a:pt x="428" y="375"/>
                  <a:pt x="493" y="375"/>
                </a:cubicBezTo>
                <a:lnTo>
                  <a:pt x="461" y="375"/>
                </a:lnTo>
                <a:cubicBezTo>
                  <a:pt x="493" y="342"/>
                  <a:pt x="559" y="342"/>
                  <a:pt x="592" y="309"/>
                </a:cubicBezTo>
                <a:lnTo>
                  <a:pt x="691" y="309"/>
                </a:lnTo>
                <a:cubicBezTo>
                  <a:pt x="756" y="309"/>
                  <a:pt x="855" y="243"/>
                  <a:pt x="855" y="178"/>
                </a:cubicBezTo>
                <a:cubicBezTo>
                  <a:pt x="822" y="79"/>
                  <a:pt x="756" y="13"/>
                  <a:pt x="691" y="13"/>
                </a:cubicBezTo>
                <a:cubicBezTo>
                  <a:pt x="655" y="5"/>
                  <a:pt x="620" y="0"/>
                  <a:pt x="58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6" name="Google Shape;1650;p11"/>
          <p:cNvSpPr/>
          <p:nvPr/>
        </p:nvSpPr>
        <p:spPr>
          <a:xfrm>
            <a:off x="7315560" y="4830840"/>
            <a:ext cx="18720" cy="12960"/>
          </a:xfrm>
          <a:custGeom>
            <a:avLst/>
            <a:gdLst>
              <a:gd name="textAreaLeft" fmla="*/ 0 w 18720"/>
              <a:gd name="textAreaRight" fmla="*/ 19080 w 1872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894" h="623">
                <a:moveTo>
                  <a:pt x="230" y="1"/>
                </a:moveTo>
                <a:cubicBezTo>
                  <a:pt x="102" y="1"/>
                  <a:pt x="1" y="131"/>
                  <a:pt x="105" y="261"/>
                </a:cubicBezTo>
                <a:cubicBezTo>
                  <a:pt x="269" y="425"/>
                  <a:pt x="466" y="556"/>
                  <a:pt x="696" y="622"/>
                </a:cubicBezTo>
                <a:lnTo>
                  <a:pt x="795" y="622"/>
                </a:lnTo>
                <a:cubicBezTo>
                  <a:pt x="828" y="589"/>
                  <a:pt x="860" y="556"/>
                  <a:pt x="893" y="524"/>
                </a:cubicBezTo>
                <a:cubicBezTo>
                  <a:pt x="893" y="425"/>
                  <a:pt x="860" y="359"/>
                  <a:pt x="762" y="326"/>
                </a:cubicBezTo>
                <a:lnTo>
                  <a:pt x="696" y="294"/>
                </a:lnTo>
                <a:lnTo>
                  <a:pt x="729" y="294"/>
                </a:lnTo>
                <a:cubicBezTo>
                  <a:pt x="598" y="228"/>
                  <a:pt x="499" y="162"/>
                  <a:pt x="400" y="96"/>
                </a:cubicBezTo>
                <a:lnTo>
                  <a:pt x="400" y="96"/>
                </a:lnTo>
                <a:lnTo>
                  <a:pt x="335" y="31"/>
                </a:lnTo>
                <a:cubicBezTo>
                  <a:pt x="300" y="10"/>
                  <a:pt x="264" y="1"/>
                  <a:pt x="2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7" name="Google Shape;1651;p11"/>
          <p:cNvSpPr/>
          <p:nvPr/>
        </p:nvSpPr>
        <p:spPr>
          <a:xfrm>
            <a:off x="7183440" y="4824360"/>
            <a:ext cx="140040" cy="22680"/>
          </a:xfrm>
          <a:custGeom>
            <a:avLst/>
            <a:gdLst>
              <a:gd name="textAreaLeft" fmla="*/ 0 w 140040"/>
              <a:gd name="textAreaRight" fmla="*/ 140400 w 14004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6639" h="1092">
                <a:moveTo>
                  <a:pt x="4960" y="1"/>
                </a:moveTo>
                <a:cubicBezTo>
                  <a:pt x="4841" y="1"/>
                  <a:pt x="4760" y="166"/>
                  <a:pt x="4864" y="270"/>
                </a:cubicBezTo>
                <a:cubicBezTo>
                  <a:pt x="4974" y="398"/>
                  <a:pt x="5099" y="514"/>
                  <a:pt x="5235" y="614"/>
                </a:cubicBezTo>
                <a:lnTo>
                  <a:pt x="5235" y="614"/>
                </a:lnTo>
                <a:cubicBezTo>
                  <a:pt x="5248" y="633"/>
                  <a:pt x="5260" y="653"/>
                  <a:pt x="5271" y="673"/>
                </a:cubicBezTo>
                <a:lnTo>
                  <a:pt x="5271" y="673"/>
                </a:lnTo>
                <a:cubicBezTo>
                  <a:pt x="3580" y="733"/>
                  <a:pt x="1889" y="763"/>
                  <a:pt x="198" y="763"/>
                </a:cubicBezTo>
                <a:cubicBezTo>
                  <a:pt x="1" y="796"/>
                  <a:pt x="1" y="1059"/>
                  <a:pt x="198" y="1091"/>
                </a:cubicBezTo>
                <a:cubicBezTo>
                  <a:pt x="1972" y="1091"/>
                  <a:pt x="3747" y="1059"/>
                  <a:pt x="5521" y="993"/>
                </a:cubicBezTo>
                <a:cubicBezTo>
                  <a:pt x="5593" y="993"/>
                  <a:pt x="5664" y="941"/>
                  <a:pt x="5686" y="875"/>
                </a:cubicBezTo>
                <a:lnTo>
                  <a:pt x="5686" y="875"/>
                </a:lnTo>
                <a:cubicBezTo>
                  <a:pt x="5927" y="980"/>
                  <a:pt x="6184" y="1044"/>
                  <a:pt x="6441" y="1059"/>
                </a:cubicBezTo>
                <a:cubicBezTo>
                  <a:pt x="6638" y="1059"/>
                  <a:pt x="6638" y="763"/>
                  <a:pt x="6441" y="730"/>
                </a:cubicBezTo>
                <a:cubicBezTo>
                  <a:pt x="6090" y="708"/>
                  <a:pt x="5754" y="584"/>
                  <a:pt x="5472" y="386"/>
                </a:cubicBezTo>
                <a:lnTo>
                  <a:pt x="5472" y="386"/>
                </a:lnTo>
                <a:cubicBezTo>
                  <a:pt x="5376" y="266"/>
                  <a:pt x="5260" y="162"/>
                  <a:pt x="5128" y="79"/>
                </a:cubicBezTo>
                <a:lnTo>
                  <a:pt x="5128" y="79"/>
                </a:lnTo>
                <a:cubicBezTo>
                  <a:pt x="5116" y="66"/>
                  <a:pt x="5105" y="53"/>
                  <a:pt x="5094" y="40"/>
                </a:cubicBezTo>
                <a:lnTo>
                  <a:pt x="5084" y="53"/>
                </a:lnTo>
                <a:lnTo>
                  <a:pt x="5084" y="53"/>
                </a:lnTo>
                <a:cubicBezTo>
                  <a:pt x="5077" y="49"/>
                  <a:pt x="5069" y="44"/>
                  <a:pt x="5061" y="40"/>
                </a:cubicBezTo>
                <a:cubicBezTo>
                  <a:pt x="5027" y="12"/>
                  <a:pt x="4992" y="1"/>
                  <a:pt x="49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8" name="Google Shape;1652;p11"/>
          <p:cNvSpPr/>
          <p:nvPr/>
        </p:nvSpPr>
        <p:spPr>
          <a:xfrm>
            <a:off x="7671600" y="4845240"/>
            <a:ext cx="148680" cy="29520"/>
          </a:xfrm>
          <a:custGeom>
            <a:avLst/>
            <a:gdLst>
              <a:gd name="textAreaLeft" fmla="*/ 0 w 148680"/>
              <a:gd name="textAreaRight" fmla="*/ 149040 w 14868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7034" h="1405">
                <a:moveTo>
                  <a:pt x="4755" y="1"/>
                </a:moveTo>
                <a:cubicBezTo>
                  <a:pt x="4639" y="1"/>
                  <a:pt x="4527" y="156"/>
                  <a:pt x="4601" y="255"/>
                </a:cubicBezTo>
                <a:lnTo>
                  <a:pt x="5180" y="1060"/>
                </a:lnTo>
                <a:lnTo>
                  <a:pt x="5180" y="1060"/>
                </a:lnTo>
                <a:cubicBezTo>
                  <a:pt x="4308" y="1017"/>
                  <a:pt x="3442" y="998"/>
                  <a:pt x="2577" y="998"/>
                </a:cubicBezTo>
                <a:cubicBezTo>
                  <a:pt x="1786" y="998"/>
                  <a:pt x="995" y="1014"/>
                  <a:pt x="198" y="1043"/>
                </a:cubicBezTo>
                <a:cubicBezTo>
                  <a:pt x="1" y="1043"/>
                  <a:pt x="1" y="1372"/>
                  <a:pt x="198" y="1372"/>
                </a:cubicBezTo>
                <a:lnTo>
                  <a:pt x="231" y="1372"/>
                </a:lnTo>
                <a:cubicBezTo>
                  <a:pt x="1013" y="1342"/>
                  <a:pt x="1803" y="1326"/>
                  <a:pt x="2596" y="1326"/>
                </a:cubicBezTo>
                <a:cubicBezTo>
                  <a:pt x="3567" y="1326"/>
                  <a:pt x="4544" y="1351"/>
                  <a:pt x="5521" y="1405"/>
                </a:cubicBezTo>
                <a:cubicBezTo>
                  <a:pt x="5616" y="1405"/>
                  <a:pt x="5711" y="1283"/>
                  <a:pt x="5659" y="1157"/>
                </a:cubicBezTo>
                <a:lnTo>
                  <a:pt x="5659" y="1157"/>
                </a:lnTo>
                <a:cubicBezTo>
                  <a:pt x="5689" y="1174"/>
                  <a:pt x="5720" y="1191"/>
                  <a:pt x="5751" y="1208"/>
                </a:cubicBezTo>
                <a:cubicBezTo>
                  <a:pt x="5832" y="1252"/>
                  <a:pt x="5917" y="1273"/>
                  <a:pt x="6001" y="1273"/>
                </a:cubicBezTo>
                <a:cubicBezTo>
                  <a:pt x="6117" y="1273"/>
                  <a:pt x="6230" y="1233"/>
                  <a:pt x="6321" y="1165"/>
                </a:cubicBezTo>
                <a:lnTo>
                  <a:pt x="6321" y="1165"/>
                </a:lnTo>
                <a:lnTo>
                  <a:pt x="6343" y="1208"/>
                </a:lnTo>
                <a:cubicBezTo>
                  <a:pt x="6363" y="1248"/>
                  <a:pt x="6408" y="1276"/>
                  <a:pt x="6455" y="1276"/>
                </a:cubicBezTo>
                <a:cubicBezTo>
                  <a:pt x="6485" y="1276"/>
                  <a:pt x="6515" y="1266"/>
                  <a:pt x="6540" y="1241"/>
                </a:cubicBezTo>
                <a:cubicBezTo>
                  <a:pt x="6704" y="1175"/>
                  <a:pt x="6868" y="1043"/>
                  <a:pt x="6967" y="879"/>
                </a:cubicBezTo>
                <a:cubicBezTo>
                  <a:pt x="7034" y="745"/>
                  <a:pt x="6934" y="626"/>
                  <a:pt x="6821" y="626"/>
                </a:cubicBezTo>
                <a:cubicBezTo>
                  <a:pt x="6768" y="626"/>
                  <a:pt x="6713" y="652"/>
                  <a:pt x="6671" y="715"/>
                </a:cubicBezTo>
                <a:cubicBezTo>
                  <a:pt x="6633" y="772"/>
                  <a:pt x="6584" y="829"/>
                  <a:pt x="6524" y="880"/>
                </a:cubicBezTo>
                <a:lnTo>
                  <a:pt x="6524" y="880"/>
                </a:lnTo>
                <a:lnTo>
                  <a:pt x="6474" y="781"/>
                </a:lnTo>
                <a:cubicBezTo>
                  <a:pt x="6445" y="723"/>
                  <a:pt x="6397" y="697"/>
                  <a:pt x="6347" y="697"/>
                </a:cubicBezTo>
                <a:cubicBezTo>
                  <a:pt x="6283" y="697"/>
                  <a:pt x="6215" y="740"/>
                  <a:pt x="6178" y="813"/>
                </a:cubicBezTo>
                <a:cubicBezTo>
                  <a:pt x="6160" y="903"/>
                  <a:pt x="6109" y="941"/>
                  <a:pt x="6037" y="941"/>
                </a:cubicBezTo>
                <a:cubicBezTo>
                  <a:pt x="5748" y="941"/>
                  <a:pt x="5118" y="336"/>
                  <a:pt x="4915" y="116"/>
                </a:cubicBezTo>
                <a:lnTo>
                  <a:pt x="4915" y="116"/>
                </a:lnTo>
                <a:lnTo>
                  <a:pt x="4897" y="90"/>
                </a:lnTo>
                <a:lnTo>
                  <a:pt x="4894" y="93"/>
                </a:lnTo>
                <a:lnTo>
                  <a:pt x="4894" y="93"/>
                </a:lnTo>
                <a:cubicBezTo>
                  <a:pt x="4881" y="79"/>
                  <a:pt x="4871" y="67"/>
                  <a:pt x="4864" y="58"/>
                </a:cubicBezTo>
                <a:cubicBezTo>
                  <a:pt x="4831" y="17"/>
                  <a:pt x="4793" y="1"/>
                  <a:pt x="47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9" name="Google Shape;1653;p11"/>
          <p:cNvSpPr/>
          <p:nvPr/>
        </p:nvSpPr>
        <p:spPr>
          <a:xfrm>
            <a:off x="7817760" y="4842000"/>
            <a:ext cx="30240" cy="31680"/>
          </a:xfrm>
          <a:custGeom>
            <a:avLst/>
            <a:gdLst>
              <a:gd name="textAreaLeft" fmla="*/ 0 w 30240"/>
              <a:gd name="textAreaRight" fmla="*/ 30600 w 30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446" h="1506">
                <a:moveTo>
                  <a:pt x="1261" y="1"/>
                </a:moveTo>
                <a:cubicBezTo>
                  <a:pt x="1236" y="1"/>
                  <a:pt x="1210" y="5"/>
                  <a:pt x="1183" y="13"/>
                </a:cubicBezTo>
                <a:cubicBezTo>
                  <a:pt x="723" y="342"/>
                  <a:pt x="296" y="769"/>
                  <a:pt x="33" y="1262"/>
                </a:cubicBezTo>
                <a:cubicBezTo>
                  <a:pt x="0" y="1328"/>
                  <a:pt x="0" y="1426"/>
                  <a:pt x="99" y="1492"/>
                </a:cubicBezTo>
                <a:cubicBezTo>
                  <a:pt x="116" y="1501"/>
                  <a:pt x="136" y="1505"/>
                  <a:pt x="157" y="1505"/>
                </a:cubicBezTo>
                <a:cubicBezTo>
                  <a:pt x="215" y="1505"/>
                  <a:pt x="281" y="1475"/>
                  <a:pt x="329" y="1426"/>
                </a:cubicBezTo>
                <a:cubicBezTo>
                  <a:pt x="559" y="966"/>
                  <a:pt x="920" y="572"/>
                  <a:pt x="1347" y="309"/>
                </a:cubicBezTo>
                <a:cubicBezTo>
                  <a:pt x="1446" y="243"/>
                  <a:pt x="1446" y="145"/>
                  <a:pt x="1413" y="79"/>
                </a:cubicBezTo>
                <a:cubicBezTo>
                  <a:pt x="1389" y="31"/>
                  <a:pt x="1330" y="1"/>
                  <a:pt x="126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0" name="Google Shape;1654;p11"/>
          <p:cNvSpPr/>
          <p:nvPr/>
        </p:nvSpPr>
        <p:spPr>
          <a:xfrm>
            <a:off x="7828200" y="4850640"/>
            <a:ext cx="24120" cy="23040"/>
          </a:xfrm>
          <a:custGeom>
            <a:avLst/>
            <a:gdLst>
              <a:gd name="textAreaLeft" fmla="*/ 0 w 24120"/>
              <a:gd name="textAreaRight" fmla="*/ 24480 w 2412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1158" h="1105">
                <a:moveTo>
                  <a:pt x="893" y="1"/>
                </a:moveTo>
                <a:cubicBezTo>
                  <a:pt x="866" y="1"/>
                  <a:pt x="841" y="11"/>
                  <a:pt x="822" y="37"/>
                </a:cubicBezTo>
                <a:cubicBezTo>
                  <a:pt x="526" y="300"/>
                  <a:pt x="296" y="562"/>
                  <a:pt x="66" y="825"/>
                </a:cubicBezTo>
                <a:cubicBezTo>
                  <a:pt x="0" y="891"/>
                  <a:pt x="0" y="990"/>
                  <a:pt x="66" y="1055"/>
                </a:cubicBezTo>
                <a:cubicBezTo>
                  <a:pt x="99" y="1088"/>
                  <a:pt x="140" y="1105"/>
                  <a:pt x="181" y="1105"/>
                </a:cubicBezTo>
                <a:cubicBezTo>
                  <a:pt x="222" y="1105"/>
                  <a:pt x="263" y="1088"/>
                  <a:pt x="296" y="1055"/>
                </a:cubicBezTo>
                <a:cubicBezTo>
                  <a:pt x="526" y="792"/>
                  <a:pt x="756" y="530"/>
                  <a:pt x="1052" y="267"/>
                </a:cubicBezTo>
                <a:cubicBezTo>
                  <a:pt x="1158" y="187"/>
                  <a:pt x="1007" y="1"/>
                  <a:pt x="89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1" name="Google Shape;1655;p11"/>
          <p:cNvSpPr/>
          <p:nvPr/>
        </p:nvSpPr>
        <p:spPr>
          <a:xfrm>
            <a:off x="7837200" y="4858200"/>
            <a:ext cx="16920" cy="18000"/>
          </a:xfrm>
          <a:custGeom>
            <a:avLst/>
            <a:gdLst>
              <a:gd name="textAreaLeft" fmla="*/ 0 w 16920"/>
              <a:gd name="textAreaRight" fmla="*/ 17280 w 1692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822" h="872">
                <a:moveTo>
                  <a:pt x="641" y="1"/>
                </a:moveTo>
                <a:cubicBezTo>
                  <a:pt x="600" y="1"/>
                  <a:pt x="559" y="17"/>
                  <a:pt x="526" y="50"/>
                </a:cubicBezTo>
                <a:cubicBezTo>
                  <a:pt x="362" y="214"/>
                  <a:pt x="197" y="412"/>
                  <a:pt x="33" y="609"/>
                </a:cubicBezTo>
                <a:cubicBezTo>
                  <a:pt x="0" y="609"/>
                  <a:pt x="0" y="674"/>
                  <a:pt x="0" y="707"/>
                </a:cubicBezTo>
                <a:cubicBezTo>
                  <a:pt x="0" y="740"/>
                  <a:pt x="0" y="806"/>
                  <a:pt x="33" y="806"/>
                </a:cubicBezTo>
                <a:cubicBezTo>
                  <a:pt x="66" y="839"/>
                  <a:pt x="99" y="872"/>
                  <a:pt x="165" y="872"/>
                </a:cubicBezTo>
                <a:cubicBezTo>
                  <a:pt x="197" y="872"/>
                  <a:pt x="230" y="839"/>
                  <a:pt x="263" y="839"/>
                </a:cubicBezTo>
                <a:cubicBezTo>
                  <a:pt x="427" y="642"/>
                  <a:pt x="592" y="444"/>
                  <a:pt x="756" y="280"/>
                </a:cubicBezTo>
                <a:cubicBezTo>
                  <a:pt x="822" y="214"/>
                  <a:pt x="822" y="116"/>
                  <a:pt x="756" y="50"/>
                </a:cubicBezTo>
                <a:cubicBezTo>
                  <a:pt x="723" y="17"/>
                  <a:pt x="682" y="1"/>
                  <a:pt x="64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2" name="Google Shape;1656;p11"/>
          <p:cNvSpPr/>
          <p:nvPr/>
        </p:nvSpPr>
        <p:spPr>
          <a:xfrm>
            <a:off x="7847640" y="4862520"/>
            <a:ext cx="19080" cy="12960"/>
          </a:xfrm>
          <a:custGeom>
            <a:avLst/>
            <a:gdLst>
              <a:gd name="textAreaLeft" fmla="*/ 0 w 19080"/>
              <a:gd name="textAreaRight" fmla="*/ 19440 w 1908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921" h="621">
                <a:moveTo>
                  <a:pt x="758" y="0"/>
                </a:moveTo>
                <a:cubicBezTo>
                  <a:pt x="737" y="0"/>
                  <a:pt x="715" y="4"/>
                  <a:pt x="690" y="12"/>
                </a:cubicBezTo>
                <a:cubicBezTo>
                  <a:pt x="460" y="45"/>
                  <a:pt x="230" y="177"/>
                  <a:pt x="66" y="341"/>
                </a:cubicBezTo>
                <a:cubicBezTo>
                  <a:pt x="0" y="407"/>
                  <a:pt x="0" y="505"/>
                  <a:pt x="66" y="571"/>
                </a:cubicBezTo>
                <a:cubicBezTo>
                  <a:pt x="99" y="604"/>
                  <a:pt x="140" y="620"/>
                  <a:pt x="181" y="620"/>
                </a:cubicBezTo>
                <a:cubicBezTo>
                  <a:pt x="222" y="620"/>
                  <a:pt x="263" y="604"/>
                  <a:pt x="296" y="571"/>
                </a:cubicBezTo>
                <a:lnTo>
                  <a:pt x="329" y="571"/>
                </a:lnTo>
                <a:lnTo>
                  <a:pt x="394" y="505"/>
                </a:lnTo>
                <a:lnTo>
                  <a:pt x="427" y="472"/>
                </a:lnTo>
                <a:cubicBezTo>
                  <a:pt x="460" y="440"/>
                  <a:pt x="493" y="407"/>
                  <a:pt x="559" y="407"/>
                </a:cubicBezTo>
                <a:lnTo>
                  <a:pt x="624" y="374"/>
                </a:lnTo>
                <a:cubicBezTo>
                  <a:pt x="657" y="341"/>
                  <a:pt x="723" y="341"/>
                  <a:pt x="789" y="308"/>
                </a:cubicBezTo>
                <a:cubicBezTo>
                  <a:pt x="855" y="275"/>
                  <a:pt x="920" y="210"/>
                  <a:pt x="887" y="111"/>
                </a:cubicBezTo>
                <a:cubicBezTo>
                  <a:pt x="863" y="37"/>
                  <a:pt x="820" y="0"/>
                  <a:pt x="75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3" name="Google Shape;1657;p11"/>
          <p:cNvSpPr/>
          <p:nvPr/>
        </p:nvSpPr>
        <p:spPr>
          <a:xfrm>
            <a:off x="7865280" y="4863960"/>
            <a:ext cx="15120" cy="11880"/>
          </a:xfrm>
          <a:custGeom>
            <a:avLst/>
            <a:gdLst>
              <a:gd name="textAreaLeft" fmla="*/ 0 w 15120"/>
              <a:gd name="textAreaRight" fmla="*/ 15480 w 1512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724" h="572">
                <a:moveTo>
                  <a:pt x="559" y="0"/>
                </a:moveTo>
                <a:cubicBezTo>
                  <a:pt x="329" y="0"/>
                  <a:pt x="132" y="132"/>
                  <a:pt x="34" y="329"/>
                </a:cubicBezTo>
                <a:cubicBezTo>
                  <a:pt x="1" y="362"/>
                  <a:pt x="1" y="394"/>
                  <a:pt x="34" y="460"/>
                </a:cubicBezTo>
                <a:cubicBezTo>
                  <a:pt x="34" y="493"/>
                  <a:pt x="66" y="526"/>
                  <a:pt x="99" y="559"/>
                </a:cubicBezTo>
                <a:cubicBezTo>
                  <a:pt x="117" y="568"/>
                  <a:pt x="137" y="572"/>
                  <a:pt x="158" y="572"/>
                </a:cubicBezTo>
                <a:cubicBezTo>
                  <a:pt x="215" y="572"/>
                  <a:pt x="281" y="541"/>
                  <a:pt x="329" y="493"/>
                </a:cubicBezTo>
                <a:lnTo>
                  <a:pt x="296" y="493"/>
                </a:lnTo>
                <a:cubicBezTo>
                  <a:pt x="329" y="493"/>
                  <a:pt x="329" y="460"/>
                  <a:pt x="362" y="427"/>
                </a:cubicBezTo>
                <a:lnTo>
                  <a:pt x="362" y="427"/>
                </a:lnTo>
                <a:lnTo>
                  <a:pt x="329" y="460"/>
                </a:lnTo>
                <a:cubicBezTo>
                  <a:pt x="362" y="427"/>
                  <a:pt x="362" y="394"/>
                  <a:pt x="428" y="394"/>
                </a:cubicBezTo>
                <a:lnTo>
                  <a:pt x="395" y="427"/>
                </a:lnTo>
                <a:lnTo>
                  <a:pt x="395" y="427"/>
                </a:lnTo>
                <a:cubicBezTo>
                  <a:pt x="428" y="394"/>
                  <a:pt x="461" y="362"/>
                  <a:pt x="494" y="362"/>
                </a:cubicBezTo>
                <a:lnTo>
                  <a:pt x="461" y="362"/>
                </a:lnTo>
                <a:cubicBezTo>
                  <a:pt x="494" y="329"/>
                  <a:pt x="526" y="329"/>
                  <a:pt x="559" y="329"/>
                </a:cubicBezTo>
                <a:cubicBezTo>
                  <a:pt x="625" y="329"/>
                  <a:pt x="658" y="296"/>
                  <a:pt x="691" y="263"/>
                </a:cubicBezTo>
                <a:cubicBezTo>
                  <a:pt x="724" y="230"/>
                  <a:pt x="724" y="197"/>
                  <a:pt x="724" y="164"/>
                </a:cubicBezTo>
                <a:cubicBezTo>
                  <a:pt x="724" y="66"/>
                  <a:pt x="658" y="0"/>
                  <a:pt x="5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4" name="Google Shape;1658;p11"/>
          <p:cNvSpPr/>
          <p:nvPr/>
        </p:nvSpPr>
        <p:spPr>
          <a:xfrm>
            <a:off x="7878960" y="4865040"/>
            <a:ext cx="19080" cy="14040"/>
          </a:xfrm>
          <a:custGeom>
            <a:avLst/>
            <a:gdLst>
              <a:gd name="textAreaLeft" fmla="*/ 0 w 19080"/>
              <a:gd name="textAreaRight" fmla="*/ 19440 w 1908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921" h="687">
                <a:moveTo>
                  <a:pt x="759" y="1"/>
                </a:moveTo>
                <a:cubicBezTo>
                  <a:pt x="738" y="1"/>
                  <a:pt x="716" y="5"/>
                  <a:pt x="691" y="13"/>
                </a:cubicBezTo>
                <a:cubicBezTo>
                  <a:pt x="428" y="79"/>
                  <a:pt x="231" y="210"/>
                  <a:pt x="34" y="407"/>
                </a:cubicBezTo>
                <a:cubicBezTo>
                  <a:pt x="34" y="440"/>
                  <a:pt x="1" y="473"/>
                  <a:pt x="1" y="506"/>
                </a:cubicBezTo>
                <a:cubicBezTo>
                  <a:pt x="1" y="571"/>
                  <a:pt x="34" y="604"/>
                  <a:pt x="34" y="637"/>
                </a:cubicBezTo>
                <a:cubicBezTo>
                  <a:pt x="67" y="670"/>
                  <a:pt x="116" y="686"/>
                  <a:pt x="161" y="686"/>
                </a:cubicBezTo>
                <a:cubicBezTo>
                  <a:pt x="206" y="686"/>
                  <a:pt x="247" y="670"/>
                  <a:pt x="264" y="637"/>
                </a:cubicBezTo>
                <a:lnTo>
                  <a:pt x="297" y="604"/>
                </a:lnTo>
                <a:cubicBezTo>
                  <a:pt x="329" y="571"/>
                  <a:pt x="362" y="539"/>
                  <a:pt x="428" y="473"/>
                </a:cubicBezTo>
                <a:lnTo>
                  <a:pt x="461" y="473"/>
                </a:lnTo>
                <a:lnTo>
                  <a:pt x="527" y="407"/>
                </a:lnTo>
                <a:cubicBezTo>
                  <a:pt x="559" y="374"/>
                  <a:pt x="592" y="374"/>
                  <a:pt x="658" y="341"/>
                </a:cubicBezTo>
                <a:lnTo>
                  <a:pt x="691" y="341"/>
                </a:lnTo>
                <a:lnTo>
                  <a:pt x="790" y="309"/>
                </a:lnTo>
                <a:cubicBezTo>
                  <a:pt x="855" y="276"/>
                  <a:pt x="921" y="210"/>
                  <a:pt x="888" y="111"/>
                </a:cubicBezTo>
                <a:cubicBezTo>
                  <a:pt x="863" y="37"/>
                  <a:pt x="820" y="1"/>
                  <a:pt x="7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5" name="Google Shape;1659;p11"/>
          <p:cNvSpPr/>
          <p:nvPr/>
        </p:nvSpPr>
        <p:spPr>
          <a:xfrm>
            <a:off x="7895880" y="4869720"/>
            <a:ext cx="18360" cy="10440"/>
          </a:xfrm>
          <a:custGeom>
            <a:avLst/>
            <a:gdLst>
              <a:gd name="textAreaLeft" fmla="*/ 0 w 18360"/>
              <a:gd name="textAreaRight" fmla="*/ 18720 w 1836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888" h="506">
                <a:moveTo>
                  <a:pt x="723" y="0"/>
                </a:moveTo>
                <a:cubicBezTo>
                  <a:pt x="526" y="0"/>
                  <a:pt x="296" y="99"/>
                  <a:pt x="132" y="197"/>
                </a:cubicBezTo>
                <a:cubicBezTo>
                  <a:pt x="33" y="230"/>
                  <a:pt x="1" y="329"/>
                  <a:pt x="66" y="427"/>
                </a:cubicBezTo>
                <a:cubicBezTo>
                  <a:pt x="90" y="475"/>
                  <a:pt x="150" y="506"/>
                  <a:pt x="218" y="506"/>
                </a:cubicBezTo>
                <a:cubicBezTo>
                  <a:pt x="243" y="506"/>
                  <a:pt x="270" y="502"/>
                  <a:pt x="296" y="493"/>
                </a:cubicBezTo>
                <a:cubicBezTo>
                  <a:pt x="362" y="460"/>
                  <a:pt x="395" y="427"/>
                  <a:pt x="461" y="394"/>
                </a:cubicBezTo>
                <a:lnTo>
                  <a:pt x="428" y="394"/>
                </a:lnTo>
                <a:cubicBezTo>
                  <a:pt x="519" y="364"/>
                  <a:pt x="638" y="334"/>
                  <a:pt x="733" y="303"/>
                </a:cubicBezTo>
                <a:lnTo>
                  <a:pt x="733" y="303"/>
                </a:lnTo>
                <a:cubicBezTo>
                  <a:pt x="741" y="307"/>
                  <a:pt x="750" y="309"/>
                  <a:pt x="759" y="309"/>
                </a:cubicBezTo>
                <a:cubicBezTo>
                  <a:pt x="792" y="309"/>
                  <a:pt x="832" y="286"/>
                  <a:pt x="855" y="263"/>
                </a:cubicBezTo>
                <a:cubicBezTo>
                  <a:pt x="855" y="230"/>
                  <a:pt x="888" y="197"/>
                  <a:pt x="888" y="164"/>
                </a:cubicBezTo>
                <a:cubicBezTo>
                  <a:pt x="888" y="99"/>
                  <a:pt x="855" y="66"/>
                  <a:pt x="855" y="33"/>
                </a:cubicBezTo>
                <a:cubicBezTo>
                  <a:pt x="822" y="0"/>
                  <a:pt x="756" y="0"/>
                  <a:pt x="7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6" name="Google Shape;1660;p11"/>
          <p:cNvSpPr/>
          <p:nvPr/>
        </p:nvSpPr>
        <p:spPr>
          <a:xfrm>
            <a:off x="6816960" y="4709880"/>
            <a:ext cx="77040" cy="22320"/>
          </a:xfrm>
          <a:custGeom>
            <a:avLst/>
            <a:gdLst>
              <a:gd name="textAreaLeft" fmla="*/ 0 w 77040"/>
              <a:gd name="textAreaRight" fmla="*/ 77400 w 7704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3659" h="1078">
                <a:moveTo>
                  <a:pt x="230" y="0"/>
                </a:moveTo>
                <a:cubicBezTo>
                  <a:pt x="97" y="0"/>
                  <a:pt x="1" y="201"/>
                  <a:pt x="140" y="285"/>
                </a:cubicBezTo>
                <a:lnTo>
                  <a:pt x="173" y="285"/>
                </a:lnTo>
                <a:cubicBezTo>
                  <a:pt x="440" y="433"/>
                  <a:pt x="734" y="582"/>
                  <a:pt x="1054" y="706"/>
                </a:cubicBezTo>
                <a:lnTo>
                  <a:pt x="1054" y="706"/>
                </a:lnTo>
                <a:lnTo>
                  <a:pt x="1060" y="712"/>
                </a:lnTo>
                <a:lnTo>
                  <a:pt x="1062" y="709"/>
                </a:lnTo>
                <a:lnTo>
                  <a:pt x="1062" y="709"/>
                </a:lnTo>
                <a:cubicBezTo>
                  <a:pt x="1094" y="721"/>
                  <a:pt x="1126" y="733"/>
                  <a:pt x="1158" y="745"/>
                </a:cubicBezTo>
                <a:cubicBezTo>
                  <a:pt x="1171" y="747"/>
                  <a:pt x="1183" y="749"/>
                  <a:pt x="1194" y="749"/>
                </a:cubicBezTo>
                <a:cubicBezTo>
                  <a:pt x="1261" y="749"/>
                  <a:pt x="1314" y="709"/>
                  <a:pt x="1342" y="654"/>
                </a:cubicBezTo>
                <a:lnTo>
                  <a:pt x="1342" y="654"/>
                </a:lnTo>
                <a:cubicBezTo>
                  <a:pt x="1390" y="689"/>
                  <a:pt x="1439" y="721"/>
                  <a:pt x="1487" y="745"/>
                </a:cubicBezTo>
                <a:cubicBezTo>
                  <a:pt x="1684" y="811"/>
                  <a:pt x="1947" y="909"/>
                  <a:pt x="2177" y="975"/>
                </a:cubicBezTo>
                <a:cubicBezTo>
                  <a:pt x="2355" y="1043"/>
                  <a:pt x="2545" y="1078"/>
                  <a:pt x="2733" y="1078"/>
                </a:cubicBezTo>
                <a:cubicBezTo>
                  <a:pt x="2998" y="1078"/>
                  <a:pt x="3262" y="1011"/>
                  <a:pt x="3492" y="876"/>
                </a:cubicBezTo>
                <a:cubicBezTo>
                  <a:pt x="3659" y="765"/>
                  <a:pt x="3566" y="559"/>
                  <a:pt x="3414" y="559"/>
                </a:cubicBezTo>
                <a:cubicBezTo>
                  <a:pt x="3386" y="559"/>
                  <a:pt x="3357" y="566"/>
                  <a:pt x="3327" y="581"/>
                </a:cubicBezTo>
                <a:cubicBezTo>
                  <a:pt x="3163" y="679"/>
                  <a:pt x="2933" y="745"/>
                  <a:pt x="2703" y="745"/>
                </a:cubicBezTo>
                <a:cubicBezTo>
                  <a:pt x="2473" y="712"/>
                  <a:pt x="2243" y="679"/>
                  <a:pt x="2013" y="581"/>
                </a:cubicBezTo>
                <a:cubicBezTo>
                  <a:pt x="1816" y="515"/>
                  <a:pt x="1586" y="416"/>
                  <a:pt x="1388" y="318"/>
                </a:cubicBezTo>
                <a:cubicBezTo>
                  <a:pt x="1257" y="186"/>
                  <a:pt x="1060" y="121"/>
                  <a:pt x="863" y="88"/>
                </a:cubicBezTo>
                <a:cubicBezTo>
                  <a:pt x="782" y="88"/>
                  <a:pt x="726" y="150"/>
                  <a:pt x="718" y="229"/>
                </a:cubicBezTo>
                <a:lnTo>
                  <a:pt x="718" y="229"/>
                </a:lnTo>
                <a:cubicBezTo>
                  <a:pt x="578" y="167"/>
                  <a:pt x="441" y="98"/>
                  <a:pt x="304" y="22"/>
                </a:cubicBezTo>
                <a:cubicBezTo>
                  <a:pt x="279" y="7"/>
                  <a:pt x="254" y="0"/>
                  <a:pt x="2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7" name="Google Shape;1661;p11"/>
          <p:cNvSpPr/>
          <p:nvPr/>
        </p:nvSpPr>
        <p:spPr>
          <a:xfrm>
            <a:off x="7161840" y="3263400"/>
            <a:ext cx="1053360" cy="831240"/>
          </a:xfrm>
          <a:custGeom>
            <a:avLst/>
            <a:gdLst>
              <a:gd name="textAreaLeft" fmla="*/ 0 w 1053360"/>
              <a:gd name="textAreaRight" fmla="*/ 1053720 w 1053360"/>
              <a:gd name="textAreaTop" fmla="*/ 0 h 831240"/>
              <a:gd name="textAreaBottom" fmla="*/ 831600 h 831240"/>
            </a:gdLst>
            <a:ahLst/>
            <a:cxnLst/>
            <a:rect l="textAreaLeft" t="textAreaTop" r="textAreaRight" b="textAreaBottom"/>
            <a:pathLst>
              <a:path w="49784" h="39299">
                <a:moveTo>
                  <a:pt x="43774" y="1"/>
                </a:moveTo>
                <a:cubicBezTo>
                  <a:pt x="42955" y="1"/>
                  <a:pt x="42096" y="315"/>
                  <a:pt x="41338" y="643"/>
                </a:cubicBezTo>
                <a:cubicBezTo>
                  <a:pt x="38972" y="1629"/>
                  <a:pt x="36672" y="2713"/>
                  <a:pt x="34405" y="3896"/>
                </a:cubicBezTo>
                <a:cubicBezTo>
                  <a:pt x="33550" y="4422"/>
                  <a:pt x="32630" y="4783"/>
                  <a:pt x="31644" y="4981"/>
                </a:cubicBezTo>
                <a:cubicBezTo>
                  <a:pt x="31446" y="5005"/>
                  <a:pt x="31244" y="5016"/>
                  <a:pt x="31041" y="5016"/>
                </a:cubicBezTo>
                <a:cubicBezTo>
                  <a:pt x="30056" y="5016"/>
                  <a:pt x="29024" y="4775"/>
                  <a:pt x="28067" y="4775"/>
                </a:cubicBezTo>
                <a:cubicBezTo>
                  <a:pt x="27389" y="4775"/>
                  <a:pt x="26749" y="4896"/>
                  <a:pt x="26190" y="5309"/>
                </a:cubicBezTo>
                <a:cubicBezTo>
                  <a:pt x="24514" y="6525"/>
                  <a:pt x="25138" y="9285"/>
                  <a:pt x="23955" y="11060"/>
                </a:cubicBezTo>
                <a:cubicBezTo>
                  <a:pt x="23495" y="10107"/>
                  <a:pt x="22739" y="9351"/>
                  <a:pt x="21819" y="8825"/>
                </a:cubicBezTo>
                <a:cubicBezTo>
                  <a:pt x="23561" y="7609"/>
                  <a:pt x="22805" y="4586"/>
                  <a:pt x="24415" y="3206"/>
                </a:cubicBezTo>
                <a:cubicBezTo>
                  <a:pt x="24777" y="2910"/>
                  <a:pt x="25204" y="2746"/>
                  <a:pt x="25532" y="2450"/>
                </a:cubicBezTo>
                <a:cubicBezTo>
                  <a:pt x="25894" y="2155"/>
                  <a:pt x="26058" y="1662"/>
                  <a:pt x="25894" y="1234"/>
                </a:cubicBezTo>
                <a:lnTo>
                  <a:pt x="25894" y="1234"/>
                </a:lnTo>
                <a:cubicBezTo>
                  <a:pt x="24612" y="1432"/>
                  <a:pt x="23429" y="2089"/>
                  <a:pt x="22213" y="2516"/>
                </a:cubicBezTo>
                <a:cubicBezTo>
                  <a:pt x="21162" y="2910"/>
                  <a:pt x="20078" y="3140"/>
                  <a:pt x="18927" y="3173"/>
                </a:cubicBezTo>
                <a:cubicBezTo>
                  <a:pt x="18862" y="3181"/>
                  <a:pt x="18794" y="3186"/>
                  <a:pt x="18725" y="3186"/>
                </a:cubicBezTo>
                <a:cubicBezTo>
                  <a:pt x="18519" y="3186"/>
                  <a:pt x="18303" y="3149"/>
                  <a:pt x="18106" y="3075"/>
                </a:cubicBezTo>
                <a:cubicBezTo>
                  <a:pt x="17843" y="2877"/>
                  <a:pt x="17613" y="2680"/>
                  <a:pt x="17383" y="2417"/>
                </a:cubicBezTo>
                <a:cubicBezTo>
                  <a:pt x="16885" y="2033"/>
                  <a:pt x="16263" y="1835"/>
                  <a:pt x="15634" y="1835"/>
                </a:cubicBezTo>
                <a:cubicBezTo>
                  <a:pt x="15349" y="1835"/>
                  <a:pt x="15063" y="1876"/>
                  <a:pt x="14787" y="1957"/>
                </a:cubicBezTo>
                <a:cubicBezTo>
                  <a:pt x="13900" y="2253"/>
                  <a:pt x="13078" y="2680"/>
                  <a:pt x="12323" y="3206"/>
                </a:cubicBezTo>
                <a:cubicBezTo>
                  <a:pt x="10778" y="4159"/>
                  <a:pt x="9069" y="5046"/>
                  <a:pt x="7262" y="5046"/>
                </a:cubicBezTo>
                <a:cubicBezTo>
                  <a:pt x="7065" y="6492"/>
                  <a:pt x="6506" y="7839"/>
                  <a:pt x="5652" y="8989"/>
                </a:cubicBezTo>
                <a:cubicBezTo>
                  <a:pt x="5060" y="9811"/>
                  <a:pt x="4305" y="10534"/>
                  <a:pt x="4009" y="11454"/>
                </a:cubicBezTo>
                <a:cubicBezTo>
                  <a:pt x="3845" y="12045"/>
                  <a:pt x="3746" y="12604"/>
                  <a:pt x="3680" y="13196"/>
                </a:cubicBezTo>
                <a:cubicBezTo>
                  <a:pt x="3352" y="14477"/>
                  <a:pt x="2793" y="15693"/>
                  <a:pt x="2004" y="16777"/>
                </a:cubicBezTo>
                <a:cubicBezTo>
                  <a:pt x="1282" y="17895"/>
                  <a:pt x="460" y="19012"/>
                  <a:pt x="230" y="20326"/>
                </a:cubicBezTo>
                <a:cubicBezTo>
                  <a:pt x="0" y="21641"/>
                  <a:pt x="591" y="23185"/>
                  <a:pt x="1873" y="23547"/>
                </a:cubicBezTo>
                <a:cubicBezTo>
                  <a:pt x="2169" y="24795"/>
                  <a:pt x="2004" y="26110"/>
                  <a:pt x="1380" y="27260"/>
                </a:cubicBezTo>
                <a:cubicBezTo>
                  <a:pt x="1249" y="26865"/>
                  <a:pt x="953" y="26570"/>
                  <a:pt x="559" y="26471"/>
                </a:cubicBezTo>
                <a:lnTo>
                  <a:pt x="559" y="26471"/>
                </a:lnTo>
                <a:cubicBezTo>
                  <a:pt x="66" y="27293"/>
                  <a:pt x="1052" y="28180"/>
                  <a:pt x="1577" y="29001"/>
                </a:cubicBezTo>
                <a:cubicBezTo>
                  <a:pt x="2037" y="29724"/>
                  <a:pt x="2136" y="30644"/>
                  <a:pt x="2333" y="31466"/>
                </a:cubicBezTo>
                <a:cubicBezTo>
                  <a:pt x="3056" y="34095"/>
                  <a:pt x="5093" y="36165"/>
                  <a:pt x="7229" y="37907"/>
                </a:cubicBezTo>
                <a:cubicBezTo>
                  <a:pt x="7361" y="37052"/>
                  <a:pt x="7164" y="36165"/>
                  <a:pt x="6736" y="35442"/>
                </a:cubicBezTo>
                <a:lnTo>
                  <a:pt x="6736" y="35442"/>
                </a:lnTo>
                <a:cubicBezTo>
                  <a:pt x="7689" y="36066"/>
                  <a:pt x="8642" y="36724"/>
                  <a:pt x="9595" y="37315"/>
                </a:cubicBezTo>
                <a:cubicBezTo>
                  <a:pt x="10105" y="37593"/>
                  <a:pt x="10696" y="37887"/>
                  <a:pt x="11242" y="37887"/>
                </a:cubicBezTo>
                <a:cubicBezTo>
                  <a:pt x="11471" y="37887"/>
                  <a:pt x="11692" y="37835"/>
                  <a:pt x="11895" y="37709"/>
                </a:cubicBezTo>
                <a:cubicBezTo>
                  <a:pt x="12585" y="37184"/>
                  <a:pt x="12487" y="36132"/>
                  <a:pt x="11731" y="35705"/>
                </a:cubicBezTo>
                <a:lnTo>
                  <a:pt x="11731" y="35705"/>
                </a:lnTo>
                <a:lnTo>
                  <a:pt x="12947" y="36066"/>
                </a:lnTo>
                <a:lnTo>
                  <a:pt x="13276" y="35376"/>
                </a:lnTo>
                <a:cubicBezTo>
                  <a:pt x="14721" y="36756"/>
                  <a:pt x="16463" y="37841"/>
                  <a:pt x="18336" y="38564"/>
                </a:cubicBezTo>
                <a:cubicBezTo>
                  <a:pt x="18106" y="38071"/>
                  <a:pt x="18467" y="37479"/>
                  <a:pt x="18862" y="37118"/>
                </a:cubicBezTo>
                <a:cubicBezTo>
                  <a:pt x="19322" y="36822"/>
                  <a:pt x="19716" y="36461"/>
                  <a:pt x="20078" y="36033"/>
                </a:cubicBezTo>
                <a:cubicBezTo>
                  <a:pt x="20505" y="35376"/>
                  <a:pt x="20439" y="34325"/>
                  <a:pt x="21195" y="33996"/>
                </a:cubicBezTo>
                <a:lnTo>
                  <a:pt x="21195" y="33996"/>
                </a:lnTo>
                <a:cubicBezTo>
                  <a:pt x="21031" y="34325"/>
                  <a:pt x="20866" y="34653"/>
                  <a:pt x="20702" y="34982"/>
                </a:cubicBezTo>
                <a:cubicBezTo>
                  <a:pt x="21951" y="34949"/>
                  <a:pt x="22936" y="33898"/>
                  <a:pt x="22904" y="32649"/>
                </a:cubicBezTo>
                <a:cubicBezTo>
                  <a:pt x="22805" y="31729"/>
                  <a:pt x="22181" y="30710"/>
                  <a:pt x="22739" y="29987"/>
                </a:cubicBezTo>
                <a:cubicBezTo>
                  <a:pt x="23002" y="29659"/>
                  <a:pt x="23429" y="29527"/>
                  <a:pt x="23561" y="29166"/>
                </a:cubicBezTo>
                <a:cubicBezTo>
                  <a:pt x="23659" y="28837"/>
                  <a:pt x="23626" y="28508"/>
                  <a:pt x="23462" y="28246"/>
                </a:cubicBezTo>
                <a:cubicBezTo>
                  <a:pt x="23035" y="26997"/>
                  <a:pt x="22444" y="25617"/>
                  <a:pt x="21228" y="25157"/>
                </a:cubicBezTo>
                <a:cubicBezTo>
                  <a:pt x="20833" y="25058"/>
                  <a:pt x="20472" y="24894"/>
                  <a:pt x="20143" y="24664"/>
                </a:cubicBezTo>
                <a:cubicBezTo>
                  <a:pt x="19815" y="24335"/>
                  <a:pt x="19815" y="23809"/>
                  <a:pt x="19650" y="23349"/>
                </a:cubicBezTo>
                <a:cubicBezTo>
                  <a:pt x="19335" y="22535"/>
                  <a:pt x="18558" y="22036"/>
                  <a:pt x="17722" y="22036"/>
                </a:cubicBezTo>
                <a:cubicBezTo>
                  <a:pt x="17512" y="22036"/>
                  <a:pt x="17298" y="22068"/>
                  <a:pt x="17087" y="22134"/>
                </a:cubicBezTo>
                <a:cubicBezTo>
                  <a:pt x="16857" y="19899"/>
                  <a:pt x="15707" y="17862"/>
                  <a:pt x="13933" y="16482"/>
                </a:cubicBezTo>
                <a:cubicBezTo>
                  <a:pt x="14491" y="15200"/>
                  <a:pt x="15313" y="14083"/>
                  <a:pt x="16397" y="13196"/>
                </a:cubicBezTo>
                <a:cubicBezTo>
                  <a:pt x="16397" y="13754"/>
                  <a:pt x="16627" y="14280"/>
                  <a:pt x="17022" y="14641"/>
                </a:cubicBezTo>
                <a:lnTo>
                  <a:pt x="18237" y="13919"/>
                </a:lnTo>
                <a:cubicBezTo>
                  <a:pt x="18960" y="15726"/>
                  <a:pt x="18500" y="17763"/>
                  <a:pt x="18960" y="19636"/>
                </a:cubicBezTo>
                <a:cubicBezTo>
                  <a:pt x="19388" y="21246"/>
                  <a:pt x="20472" y="22561"/>
                  <a:pt x="21523" y="23842"/>
                </a:cubicBezTo>
                <a:cubicBezTo>
                  <a:pt x="22016" y="24401"/>
                  <a:pt x="22542" y="25025"/>
                  <a:pt x="23265" y="25222"/>
                </a:cubicBezTo>
                <a:cubicBezTo>
                  <a:pt x="23410" y="25269"/>
                  <a:pt x="23564" y="25291"/>
                  <a:pt x="23717" y="25291"/>
                </a:cubicBezTo>
                <a:cubicBezTo>
                  <a:pt x="24325" y="25291"/>
                  <a:pt x="24928" y="24939"/>
                  <a:pt x="25007" y="24335"/>
                </a:cubicBezTo>
                <a:cubicBezTo>
                  <a:pt x="25467" y="24927"/>
                  <a:pt x="26025" y="25420"/>
                  <a:pt x="26650" y="25814"/>
                </a:cubicBezTo>
                <a:cubicBezTo>
                  <a:pt x="27101" y="26115"/>
                  <a:pt x="27663" y="26278"/>
                  <a:pt x="28234" y="26278"/>
                </a:cubicBezTo>
                <a:cubicBezTo>
                  <a:pt x="28286" y="26278"/>
                  <a:pt x="28339" y="26277"/>
                  <a:pt x="28391" y="26274"/>
                </a:cubicBezTo>
                <a:cubicBezTo>
                  <a:pt x="29016" y="26241"/>
                  <a:pt x="29541" y="25781"/>
                  <a:pt x="29673" y="25157"/>
                </a:cubicBezTo>
                <a:cubicBezTo>
                  <a:pt x="29789" y="25273"/>
                  <a:pt x="29940" y="25324"/>
                  <a:pt x="30101" y="25324"/>
                </a:cubicBezTo>
                <a:cubicBezTo>
                  <a:pt x="30486" y="25324"/>
                  <a:pt x="30933" y="25035"/>
                  <a:pt x="31119" y="24664"/>
                </a:cubicBezTo>
                <a:cubicBezTo>
                  <a:pt x="31381" y="24105"/>
                  <a:pt x="31349" y="23481"/>
                  <a:pt x="31546" y="22889"/>
                </a:cubicBezTo>
                <a:cubicBezTo>
                  <a:pt x="31973" y="21575"/>
                  <a:pt x="33452" y="20918"/>
                  <a:pt x="34766" y="20425"/>
                </a:cubicBezTo>
                <a:lnTo>
                  <a:pt x="34766" y="20425"/>
                </a:lnTo>
                <a:cubicBezTo>
                  <a:pt x="34700" y="21542"/>
                  <a:pt x="34635" y="22659"/>
                  <a:pt x="34569" y="23777"/>
                </a:cubicBezTo>
                <a:cubicBezTo>
                  <a:pt x="34569" y="23974"/>
                  <a:pt x="34536" y="24171"/>
                  <a:pt x="34470" y="24368"/>
                </a:cubicBezTo>
                <a:cubicBezTo>
                  <a:pt x="34339" y="24532"/>
                  <a:pt x="34207" y="24697"/>
                  <a:pt x="34043" y="24828"/>
                </a:cubicBezTo>
                <a:cubicBezTo>
                  <a:pt x="33813" y="25058"/>
                  <a:pt x="33649" y="25354"/>
                  <a:pt x="33485" y="25650"/>
                </a:cubicBezTo>
                <a:cubicBezTo>
                  <a:pt x="32827" y="26767"/>
                  <a:pt x="32203" y="27884"/>
                  <a:pt x="31546" y="29001"/>
                </a:cubicBezTo>
                <a:cubicBezTo>
                  <a:pt x="31250" y="30743"/>
                  <a:pt x="33255" y="32057"/>
                  <a:pt x="33353" y="33832"/>
                </a:cubicBezTo>
                <a:cubicBezTo>
                  <a:pt x="33386" y="34226"/>
                  <a:pt x="33320" y="34653"/>
                  <a:pt x="33320" y="35048"/>
                </a:cubicBezTo>
                <a:cubicBezTo>
                  <a:pt x="33386" y="35968"/>
                  <a:pt x="33977" y="36756"/>
                  <a:pt x="34832" y="37085"/>
                </a:cubicBezTo>
                <a:cubicBezTo>
                  <a:pt x="35160" y="37184"/>
                  <a:pt x="35456" y="37249"/>
                  <a:pt x="35752" y="37348"/>
                </a:cubicBezTo>
                <a:cubicBezTo>
                  <a:pt x="36311" y="37644"/>
                  <a:pt x="36803" y="38005"/>
                  <a:pt x="37263" y="38432"/>
                </a:cubicBezTo>
                <a:cubicBezTo>
                  <a:pt x="37986" y="38958"/>
                  <a:pt x="38841" y="39254"/>
                  <a:pt x="39728" y="39287"/>
                </a:cubicBezTo>
                <a:cubicBezTo>
                  <a:pt x="39769" y="39295"/>
                  <a:pt x="39810" y="39299"/>
                  <a:pt x="39851" y="39299"/>
                </a:cubicBezTo>
                <a:cubicBezTo>
                  <a:pt x="39972" y="39299"/>
                  <a:pt x="40089" y="39262"/>
                  <a:pt x="40188" y="39188"/>
                </a:cubicBezTo>
                <a:cubicBezTo>
                  <a:pt x="40254" y="39089"/>
                  <a:pt x="40319" y="38991"/>
                  <a:pt x="40352" y="38859"/>
                </a:cubicBezTo>
                <a:cubicBezTo>
                  <a:pt x="40845" y="37446"/>
                  <a:pt x="41141" y="36001"/>
                  <a:pt x="41240" y="34522"/>
                </a:cubicBezTo>
                <a:cubicBezTo>
                  <a:pt x="41831" y="33635"/>
                  <a:pt x="40911" y="32255"/>
                  <a:pt x="41634" y="31499"/>
                </a:cubicBezTo>
                <a:cubicBezTo>
                  <a:pt x="41864" y="31236"/>
                  <a:pt x="42225" y="31137"/>
                  <a:pt x="42455" y="30874"/>
                </a:cubicBezTo>
                <a:cubicBezTo>
                  <a:pt x="42685" y="30513"/>
                  <a:pt x="42784" y="30086"/>
                  <a:pt x="42718" y="29659"/>
                </a:cubicBezTo>
                <a:lnTo>
                  <a:pt x="42521" y="25157"/>
                </a:lnTo>
                <a:cubicBezTo>
                  <a:pt x="42423" y="24072"/>
                  <a:pt x="42521" y="22988"/>
                  <a:pt x="42817" y="21969"/>
                </a:cubicBezTo>
                <a:lnTo>
                  <a:pt x="42850" y="21969"/>
                </a:lnTo>
                <a:cubicBezTo>
                  <a:pt x="43573" y="20392"/>
                  <a:pt x="44296" y="18782"/>
                  <a:pt x="45018" y="17205"/>
                </a:cubicBezTo>
                <a:cubicBezTo>
                  <a:pt x="45150" y="16810"/>
                  <a:pt x="45413" y="16449"/>
                  <a:pt x="45741" y="16186"/>
                </a:cubicBezTo>
                <a:cubicBezTo>
                  <a:pt x="46333" y="15890"/>
                  <a:pt x="46891" y="15562"/>
                  <a:pt x="47450" y="15167"/>
                </a:cubicBezTo>
                <a:cubicBezTo>
                  <a:pt x="47614" y="13754"/>
                  <a:pt x="47812" y="13294"/>
                  <a:pt x="47647" y="11815"/>
                </a:cubicBezTo>
                <a:cubicBezTo>
                  <a:pt x="47450" y="10764"/>
                  <a:pt x="47154" y="9745"/>
                  <a:pt x="46826" y="8727"/>
                </a:cubicBezTo>
                <a:cubicBezTo>
                  <a:pt x="46563" y="8135"/>
                  <a:pt x="45544" y="6131"/>
                  <a:pt x="43605" y="2746"/>
                </a:cubicBezTo>
                <a:lnTo>
                  <a:pt x="43605" y="2746"/>
                </a:lnTo>
                <a:cubicBezTo>
                  <a:pt x="44986" y="4356"/>
                  <a:pt x="46169" y="6131"/>
                  <a:pt x="47089" y="8037"/>
                </a:cubicBezTo>
                <a:cubicBezTo>
                  <a:pt x="47220" y="8332"/>
                  <a:pt x="47319" y="8628"/>
                  <a:pt x="47417" y="8957"/>
                </a:cubicBezTo>
                <a:cubicBezTo>
                  <a:pt x="47483" y="9088"/>
                  <a:pt x="47549" y="9219"/>
                  <a:pt x="47582" y="9351"/>
                </a:cubicBezTo>
                <a:cubicBezTo>
                  <a:pt x="47877" y="10205"/>
                  <a:pt x="48074" y="11060"/>
                  <a:pt x="48239" y="11914"/>
                </a:cubicBezTo>
                <a:cubicBezTo>
                  <a:pt x="48403" y="12571"/>
                  <a:pt x="48502" y="13228"/>
                  <a:pt x="48567" y="13919"/>
                </a:cubicBezTo>
                <a:cubicBezTo>
                  <a:pt x="48600" y="13886"/>
                  <a:pt x="48600" y="13820"/>
                  <a:pt x="48633" y="13787"/>
                </a:cubicBezTo>
                <a:cubicBezTo>
                  <a:pt x="48732" y="13426"/>
                  <a:pt x="48797" y="13064"/>
                  <a:pt x="48797" y="12670"/>
                </a:cubicBezTo>
                <a:cubicBezTo>
                  <a:pt x="48896" y="10468"/>
                  <a:pt x="49783" y="8234"/>
                  <a:pt x="48830" y="6361"/>
                </a:cubicBezTo>
                <a:cubicBezTo>
                  <a:pt x="48370" y="5506"/>
                  <a:pt x="47582" y="4882"/>
                  <a:pt x="47089" y="4060"/>
                </a:cubicBezTo>
                <a:cubicBezTo>
                  <a:pt x="46399" y="2845"/>
                  <a:pt x="46333" y="1169"/>
                  <a:pt x="45183" y="413"/>
                </a:cubicBezTo>
                <a:cubicBezTo>
                  <a:pt x="44749" y="116"/>
                  <a:pt x="44269" y="1"/>
                  <a:pt x="4377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8" name="Google Shape;1662;p11"/>
          <p:cNvSpPr/>
          <p:nvPr/>
        </p:nvSpPr>
        <p:spPr>
          <a:xfrm>
            <a:off x="6575040" y="3840120"/>
            <a:ext cx="446760" cy="677160"/>
          </a:xfrm>
          <a:custGeom>
            <a:avLst/>
            <a:gdLst>
              <a:gd name="textAreaLeft" fmla="*/ 0 w 446760"/>
              <a:gd name="textAreaRight" fmla="*/ 447120 w 446760"/>
              <a:gd name="textAreaTop" fmla="*/ 0 h 677160"/>
              <a:gd name="textAreaBottom" fmla="*/ 677520 h 677160"/>
            </a:gdLst>
            <a:ahLst/>
            <a:cxnLst/>
            <a:rect l="textAreaLeft" t="textAreaTop" r="textAreaRight" b="textAreaBottom"/>
            <a:pathLst>
              <a:path w="21130" h="32007">
                <a:moveTo>
                  <a:pt x="16824" y="1"/>
                </a:moveTo>
                <a:cubicBezTo>
                  <a:pt x="15674" y="987"/>
                  <a:pt x="14754" y="2235"/>
                  <a:pt x="14130" y="3615"/>
                </a:cubicBezTo>
                <a:cubicBezTo>
                  <a:pt x="13867" y="4207"/>
                  <a:pt x="13637" y="4831"/>
                  <a:pt x="13308" y="5423"/>
                </a:cubicBezTo>
                <a:cubicBezTo>
                  <a:pt x="12848" y="6277"/>
                  <a:pt x="12191" y="7000"/>
                  <a:pt x="11830" y="7887"/>
                </a:cubicBezTo>
                <a:cubicBezTo>
                  <a:pt x="11435" y="8774"/>
                  <a:pt x="11337" y="9760"/>
                  <a:pt x="11041" y="10713"/>
                </a:cubicBezTo>
                <a:cubicBezTo>
                  <a:pt x="10548" y="12192"/>
                  <a:pt x="9562" y="13474"/>
                  <a:pt x="8609" y="14722"/>
                </a:cubicBezTo>
                <a:cubicBezTo>
                  <a:pt x="7792" y="14537"/>
                  <a:pt x="6965" y="14435"/>
                  <a:pt x="6133" y="14435"/>
                </a:cubicBezTo>
                <a:cubicBezTo>
                  <a:pt x="5492" y="14435"/>
                  <a:pt x="4849" y="14495"/>
                  <a:pt x="4206" y="14624"/>
                </a:cubicBezTo>
                <a:cubicBezTo>
                  <a:pt x="4091" y="14662"/>
                  <a:pt x="3975" y="14678"/>
                  <a:pt x="3860" y="14678"/>
                </a:cubicBezTo>
                <a:cubicBezTo>
                  <a:pt x="3778" y="14678"/>
                  <a:pt x="3696" y="14670"/>
                  <a:pt x="3615" y="14656"/>
                </a:cubicBezTo>
                <a:lnTo>
                  <a:pt x="3615" y="14656"/>
                </a:lnTo>
                <a:cubicBezTo>
                  <a:pt x="4140" y="15905"/>
                  <a:pt x="4929" y="17022"/>
                  <a:pt x="5882" y="17975"/>
                </a:cubicBezTo>
                <a:cubicBezTo>
                  <a:pt x="5983" y="18102"/>
                  <a:pt x="5889" y="18248"/>
                  <a:pt x="5781" y="18248"/>
                </a:cubicBezTo>
                <a:cubicBezTo>
                  <a:pt x="5748" y="18248"/>
                  <a:pt x="5715" y="18235"/>
                  <a:pt x="5685" y="18205"/>
                </a:cubicBezTo>
                <a:cubicBezTo>
                  <a:pt x="4535" y="17088"/>
                  <a:pt x="3680" y="15774"/>
                  <a:pt x="3122" y="14262"/>
                </a:cubicBezTo>
                <a:cubicBezTo>
                  <a:pt x="2892" y="13868"/>
                  <a:pt x="2793" y="13211"/>
                  <a:pt x="2366" y="12948"/>
                </a:cubicBezTo>
                <a:cubicBezTo>
                  <a:pt x="2268" y="12887"/>
                  <a:pt x="2154" y="12860"/>
                  <a:pt x="2035" y="12860"/>
                </a:cubicBezTo>
                <a:cubicBezTo>
                  <a:pt x="1636" y="12860"/>
                  <a:pt x="1178" y="13167"/>
                  <a:pt x="1052" y="13572"/>
                </a:cubicBezTo>
                <a:cubicBezTo>
                  <a:pt x="920" y="14131"/>
                  <a:pt x="1052" y="14722"/>
                  <a:pt x="1380" y="15182"/>
                </a:cubicBezTo>
                <a:cubicBezTo>
                  <a:pt x="1742" y="15642"/>
                  <a:pt x="2037" y="16102"/>
                  <a:pt x="2333" y="16628"/>
                </a:cubicBezTo>
                <a:cubicBezTo>
                  <a:pt x="2366" y="16727"/>
                  <a:pt x="2399" y="16825"/>
                  <a:pt x="2432" y="16957"/>
                </a:cubicBezTo>
                <a:cubicBezTo>
                  <a:pt x="3549" y="17811"/>
                  <a:pt x="4009" y="19027"/>
                  <a:pt x="4666" y="20341"/>
                </a:cubicBezTo>
                <a:cubicBezTo>
                  <a:pt x="4733" y="20452"/>
                  <a:pt x="4635" y="20563"/>
                  <a:pt x="4534" y="20563"/>
                </a:cubicBezTo>
                <a:cubicBezTo>
                  <a:pt x="4485" y="20563"/>
                  <a:pt x="4435" y="20537"/>
                  <a:pt x="4403" y="20473"/>
                </a:cubicBezTo>
                <a:cubicBezTo>
                  <a:pt x="3812" y="19323"/>
                  <a:pt x="3417" y="18205"/>
                  <a:pt x="2465" y="17384"/>
                </a:cubicBezTo>
                <a:cubicBezTo>
                  <a:pt x="2465" y="17417"/>
                  <a:pt x="2465" y="17482"/>
                  <a:pt x="2465" y="17515"/>
                </a:cubicBezTo>
                <a:cubicBezTo>
                  <a:pt x="2399" y="17712"/>
                  <a:pt x="2300" y="17877"/>
                  <a:pt x="2202" y="18041"/>
                </a:cubicBezTo>
                <a:cubicBezTo>
                  <a:pt x="1380" y="19388"/>
                  <a:pt x="690" y="20801"/>
                  <a:pt x="230" y="22313"/>
                </a:cubicBezTo>
                <a:cubicBezTo>
                  <a:pt x="99" y="22674"/>
                  <a:pt x="0" y="23069"/>
                  <a:pt x="0" y="23463"/>
                </a:cubicBezTo>
                <a:cubicBezTo>
                  <a:pt x="33" y="24482"/>
                  <a:pt x="822" y="25303"/>
                  <a:pt x="1282" y="26190"/>
                </a:cubicBezTo>
                <a:cubicBezTo>
                  <a:pt x="1840" y="27308"/>
                  <a:pt x="1742" y="28261"/>
                  <a:pt x="1282" y="29378"/>
                </a:cubicBezTo>
                <a:cubicBezTo>
                  <a:pt x="1052" y="30002"/>
                  <a:pt x="953" y="30692"/>
                  <a:pt x="1019" y="31350"/>
                </a:cubicBezTo>
                <a:lnTo>
                  <a:pt x="920" y="31119"/>
                </a:lnTo>
                <a:lnTo>
                  <a:pt x="920" y="31119"/>
                </a:lnTo>
                <a:cubicBezTo>
                  <a:pt x="920" y="31284"/>
                  <a:pt x="986" y="31481"/>
                  <a:pt x="1084" y="31612"/>
                </a:cubicBezTo>
                <a:cubicBezTo>
                  <a:pt x="1084" y="31645"/>
                  <a:pt x="1084" y="31645"/>
                  <a:pt x="1117" y="31678"/>
                </a:cubicBezTo>
                <a:lnTo>
                  <a:pt x="1117" y="31612"/>
                </a:lnTo>
                <a:cubicBezTo>
                  <a:pt x="1282" y="31842"/>
                  <a:pt x="1544" y="31974"/>
                  <a:pt x="1807" y="32007"/>
                </a:cubicBezTo>
                <a:cubicBezTo>
                  <a:pt x="2267" y="31974"/>
                  <a:pt x="2727" y="31875"/>
                  <a:pt x="3122" y="31612"/>
                </a:cubicBezTo>
                <a:cubicBezTo>
                  <a:pt x="3417" y="31514"/>
                  <a:pt x="3680" y="31317"/>
                  <a:pt x="3878" y="31087"/>
                </a:cubicBezTo>
                <a:cubicBezTo>
                  <a:pt x="4009" y="30758"/>
                  <a:pt x="4108" y="30429"/>
                  <a:pt x="4173" y="30101"/>
                </a:cubicBezTo>
                <a:cubicBezTo>
                  <a:pt x="4403" y="29674"/>
                  <a:pt x="4699" y="29312"/>
                  <a:pt x="5060" y="29016"/>
                </a:cubicBezTo>
                <a:cubicBezTo>
                  <a:pt x="6013" y="28031"/>
                  <a:pt x="6572" y="26683"/>
                  <a:pt x="7098" y="25402"/>
                </a:cubicBezTo>
                <a:lnTo>
                  <a:pt x="7689" y="23956"/>
                </a:lnTo>
                <a:cubicBezTo>
                  <a:pt x="7919" y="23332"/>
                  <a:pt x="8182" y="22740"/>
                  <a:pt x="8379" y="22083"/>
                </a:cubicBezTo>
                <a:cubicBezTo>
                  <a:pt x="8544" y="21590"/>
                  <a:pt x="8807" y="20999"/>
                  <a:pt x="9299" y="20966"/>
                </a:cubicBezTo>
                <a:cubicBezTo>
                  <a:pt x="9661" y="20966"/>
                  <a:pt x="9957" y="21261"/>
                  <a:pt x="10187" y="21524"/>
                </a:cubicBezTo>
                <a:cubicBezTo>
                  <a:pt x="10844" y="22280"/>
                  <a:pt x="11600" y="22937"/>
                  <a:pt x="12487" y="23463"/>
                </a:cubicBezTo>
                <a:cubicBezTo>
                  <a:pt x="12750" y="23594"/>
                  <a:pt x="13013" y="23693"/>
                  <a:pt x="13308" y="23759"/>
                </a:cubicBezTo>
                <a:cubicBezTo>
                  <a:pt x="13434" y="23783"/>
                  <a:pt x="13558" y="23795"/>
                  <a:pt x="13680" y="23795"/>
                </a:cubicBezTo>
                <a:cubicBezTo>
                  <a:pt x="14866" y="23795"/>
                  <a:pt x="15870" y="22692"/>
                  <a:pt x="16496" y="21590"/>
                </a:cubicBezTo>
                <a:cubicBezTo>
                  <a:pt x="16726" y="21064"/>
                  <a:pt x="17054" y="20538"/>
                  <a:pt x="17416" y="20078"/>
                </a:cubicBezTo>
                <a:cubicBezTo>
                  <a:pt x="17770" y="19665"/>
                  <a:pt x="18283" y="19411"/>
                  <a:pt x="18836" y="19411"/>
                </a:cubicBezTo>
                <a:cubicBezTo>
                  <a:pt x="18899" y="19411"/>
                  <a:pt x="18962" y="19415"/>
                  <a:pt x="19026" y="19421"/>
                </a:cubicBezTo>
                <a:cubicBezTo>
                  <a:pt x="19170" y="19469"/>
                  <a:pt x="19332" y="19500"/>
                  <a:pt x="19499" y="19500"/>
                </a:cubicBezTo>
                <a:cubicBezTo>
                  <a:pt x="19560" y="19500"/>
                  <a:pt x="19622" y="19496"/>
                  <a:pt x="19683" y="19487"/>
                </a:cubicBezTo>
                <a:cubicBezTo>
                  <a:pt x="19979" y="19421"/>
                  <a:pt x="20110" y="19125"/>
                  <a:pt x="20242" y="18830"/>
                </a:cubicBezTo>
                <a:lnTo>
                  <a:pt x="20965" y="17055"/>
                </a:lnTo>
                <a:cubicBezTo>
                  <a:pt x="21031" y="16924"/>
                  <a:pt x="21096" y="16760"/>
                  <a:pt x="21129" y="16562"/>
                </a:cubicBezTo>
                <a:cubicBezTo>
                  <a:pt x="21096" y="16365"/>
                  <a:pt x="21063" y="16135"/>
                  <a:pt x="20965" y="15938"/>
                </a:cubicBezTo>
                <a:cubicBezTo>
                  <a:pt x="20603" y="14755"/>
                  <a:pt x="20472" y="13506"/>
                  <a:pt x="20603" y="12258"/>
                </a:cubicBezTo>
                <a:cubicBezTo>
                  <a:pt x="20702" y="11863"/>
                  <a:pt x="20669" y="11469"/>
                  <a:pt x="20570" y="11108"/>
                </a:cubicBezTo>
                <a:cubicBezTo>
                  <a:pt x="20275" y="10286"/>
                  <a:pt x="19190" y="10056"/>
                  <a:pt x="18697" y="9366"/>
                </a:cubicBezTo>
                <a:cubicBezTo>
                  <a:pt x="18205" y="8643"/>
                  <a:pt x="18435" y="7493"/>
                  <a:pt x="18040" y="6671"/>
                </a:cubicBezTo>
                <a:cubicBezTo>
                  <a:pt x="17810" y="6211"/>
                  <a:pt x="17383" y="5817"/>
                  <a:pt x="17416" y="5324"/>
                </a:cubicBezTo>
                <a:cubicBezTo>
                  <a:pt x="17416" y="5094"/>
                  <a:pt x="17547" y="4864"/>
                  <a:pt x="17547" y="4634"/>
                </a:cubicBezTo>
                <a:cubicBezTo>
                  <a:pt x="17547" y="4010"/>
                  <a:pt x="16726" y="3747"/>
                  <a:pt x="16496" y="3188"/>
                </a:cubicBezTo>
                <a:cubicBezTo>
                  <a:pt x="16233" y="2597"/>
                  <a:pt x="16562" y="2071"/>
                  <a:pt x="16792" y="1578"/>
                </a:cubicBezTo>
                <a:cubicBezTo>
                  <a:pt x="17022" y="1085"/>
                  <a:pt x="17219" y="395"/>
                  <a:pt x="1682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9" name="Google Shape;1663;p11"/>
          <p:cNvSpPr/>
          <p:nvPr/>
        </p:nvSpPr>
        <p:spPr>
          <a:xfrm>
            <a:off x="7935120" y="4786920"/>
            <a:ext cx="32040" cy="32400"/>
          </a:xfrm>
          <a:custGeom>
            <a:avLst/>
            <a:gdLst>
              <a:gd name="textAreaLeft" fmla="*/ 0 w 32040"/>
              <a:gd name="textAreaRight" fmla="*/ 32400 w 3204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528" h="1552">
                <a:moveTo>
                  <a:pt x="170" y="1"/>
                </a:moveTo>
                <a:cubicBezTo>
                  <a:pt x="83" y="1"/>
                  <a:pt x="0" y="112"/>
                  <a:pt x="77" y="163"/>
                </a:cubicBezTo>
                <a:lnTo>
                  <a:pt x="110" y="163"/>
                </a:lnTo>
                <a:cubicBezTo>
                  <a:pt x="537" y="557"/>
                  <a:pt x="932" y="1017"/>
                  <a:pt x="1293" y="1510"/>
                </a:cubicBezTo>
                <a:cubicBezTo>
                  <a:pt x="1312" y="1539"/>
                  <a:pt x="1343" y="1551"/>
                  <a:pt x="1374" y="1551"/>
                </a:cubicBezTo>
                <a:cubicBezTo>
                  <a:pt x="1449" y="1551"/>
                  <a:pt x="1527" y="1481"/>
                  <a:pt x="1457" y="1412"/>
                </a:cubicBezTo>
                <a:cubicBezTo>
                  <a:pt x="1096" y="886"/>
                  <a:pt x="702" y="426"/>
                  <a:pt x="242" y="31"/>
                </a:cubicBezTo>
                <a:cubicBezTo>
                  <a:pt x="220" y="10"/>
                  <a:pt x="195" y="1"/>
                  <a:pt x="17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0" name="Google Shape;1664;p11"/>
          <p:cNvSpPr/>
          <p:nvPr/>
        </p:nvSpPr>
        <p:spPr>
          <a:xfrm>
            <a:off x="7937640" y="4778640"/>
            <a:ext cx="30240" cy="26640"/>
          </a:xfrm>
          <a:custGeom>
            <a:avLst/>
            <a:gdLst>
              <a:gd name="textAreaLeft" fmla="*/ 0 w 30240"/>
              <a:gd name="textAreaRight" fmla="*/ 30600 w 3024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1451" h="1283">
                <a:moveTo>
                  <a:pt x="161" y="0"/>
                </a:moveTo>
                <a:cubicBezTo>
                  <a:pt x="77" y="0"/>
                  <a:pt x="0" y="102"/>
                  <a:pt x="54" y="182"/>
                </a:cubicBezTo>
                <a:cubicBezTo>
                  <a:pt x="415" y="577"/>
                  <a:pt x="810" y="971"/>
                  <a:pt x="1270" y="1267"/>
                </a:cubicBezTo>
                <a:cubicBezTo>
                  <a:pt x="1286" y="1277"/>
                  <a:pt x="1301" y="1282"/>
                  <a:pt x="1317" y="1282"/>
                </a:cubicBezTo>
                <a:cubicBezTo>
                  <a:pt x="1395" y="1282"/>
                  <a:pt x="1451" y="1158"/>
                  <a:pt x="1368" y="1103"/>
                </a:cubicBezTo>
                <a:cubicBezTo>
                  <a:pt x="941" y="807"/>
                  <a:pt x="547" y="445"/>
                  <a:pt x="218" y="18"/>
                </a:cubicBezTo>
                <a:cubicBezTo>
                  <a:pt x="200" y="6"/>
                  <a:pt x="180" y="0"/>
                  <a:pt x="16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1" name="Google Shape;1665;p11"/>
          <p:cNvSpPr/>
          <p:nvPr/>
        </p:nvSpPr>
        <p:spPr>
          <a:xfrm>
            <a:off x="7938000" y="4769640"/>
            <a:ext cx="33480" cy="29520"/>
          </a:xfrm>
          <a:custGeom>
            <a:avLst/>
            <a:gdLst>
              <a:gd name="textAreaLeft" fmla="*/ 0 w 33480"/>
              <a:gd name="textAreaRight" fmla="*/ 33840 w 3348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1604" h="1406">
                <a:moveTo>
                  <a:pt x="143" y="1"/>
                </a:moveTo>
                <a:cubicBezTo>
                  <a:pt x="64" y="1"/>
                  <a:pt x="0" y="118"/>
                  <a:pt x="78" y="195"/>
                </a:cubicBezTo>
                <a:lnTo>
                  <a:pt x="45" y="195"/>
                </a:lnTo>
                <a:cubicBezTo>
                  <a:pt x="439" y="655"/>
                  <a:pt x="899" y="1050"/>
                  <a:pt x="1425" y="1378"/>
                </a:cubicBezTo>
                <a:cubicBezTo>
                  <a:pt x="1444" y="1397"/>
                  <a:pt x="1463" y="1405"/>
                  <a:pt x="1481" y="1405"/>
                </a:cubicBezTo>
                <a:cubicBezTo>
                  <a:pt x="1554" y="1405"/>
                  <a:pt x="1603" y="1267"/>
                  <a:pt x="1524" y="1214"/>
                </a:cubicBezTo>
                <a:cubicBezTo>
                  <a:pt x="1031" y="885"/>
                  <a:pt x="571" y="491"/>
                  <a:pt x="209" y="31"/>
                </a:cubicBezTo>
                <a:cubicBezTo>
                  <a:pt x="188" y="10"/>
                  <a:pt x="165" y="1"/>
                  <a:pt x="1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2" name="Google Shape;1666;p11"/>
          <p:cNvSpPr/>
          <p:nvPr/>
        </p:nvSpPr>
        <p:spPr>
          <a:xfrm>
            <a:off x="7971480" y="4797000"/>
            <a:ext cx="24840" cy="16560"/>
          </a:xfrm>
          <a:custGeom>
            <a:avLst/>
            <a:gdLst>
              <a:gd name="textAreaLeft" fmla="*/ 0 w 24840"/>
              <a:gd name="textAreaRight" fmla="*/ 25200 w 2484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184" h="806">
                <a:moveTo>
                  <a:pt x="128" y="0"/>
                </a:moveTo>
                <a:cubicBezTo>
                  <a:pt x="99" y="0"/>
                  <a:pt x="66" y="17"/>
                  <a:pt x="33" y="49"/>
                </a:cubicBezTo>
                <a:cubicBezTo>
                  <a:pt x="0" y="82"/>
                  <a:pt x="0" y="148"/>
                  <a:pt x="33" y="181"/>
                </a:cubicBezTo>
                <a:cubicBezTo>
                  <a:pt x="329" y="444"/>
                  <a:pt x="657" y="641"/>
                  <a:pt x="1019" y="805"/>
                </a:cubicBezTo>
                <a:cubicBezTo>
                  <a:pt x="1085" y="805"/>
                  <a:pt x="1150" y="772"/>
                  <a:pt x="1150" y="739"/>
                </a:cubicBezTo>
                <a:cubicBezTo>
                  <a:pt x="1183" y="674"/>
                  <a:pt x="1150" y="608"/>
                  <a:pt x="1085" y="608"/>
                </a:cubicBezTo>
                <a:cubicBezTo>
                  <a:pt x="756" y="444"/>
                  <a:pt x="460" y="279"/>
                  <a:pt x="197" y="49"/>
                </a:cubicBezTo>
                <a:cubicBezTo>
                  <a:pt x="181" y="17"/>
                  <a:pt x="156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3" name="Google Shape;1667;p11"/>
          <p:cNvSpPr/>
          <p:nvPr/>
        </p:nvSpPr>
        <p:spPr>
          <a:xfrm>
            <a:off x="7939800" y="4761360"/>
            <a:ext cx="64440" cy="43560"/>
          </a:xfrm>
          <a:custGeom>
            <a:avLst/>
            <a:gdLst>
              <a:gd name="textAreaLeft" fmla="*/ 0 w 64440"/>
              <a:gd name="textAreaRight" fmla="*/ 64800 w 64440"/>
              <a:gd name="textAreaTop" fmla="*/ 0 h 43560"/>
              <a:gd name="textAreaBottom" fmla="*/ 43920 h 43560"/>
            </a:gdLst>
            <a:ahLst/>
            <a:cxnLst/>
            <a:rect l="textAreaLeft" t="textAreaTop" r="textAreaRight" b="textAreaBottom"/>
            <a:pathLst>
              <a:path w="3057" h="2070">
                <a:moveTo>
                  <a:pt x="184" y="1"/>
                </a:moveTo>
                <a:cubicBezTo>
                  <a:pt x="94" y="1"/>
                  <a:pt x="0" y="103"/>
                  <a:pt x="80" y="183"/>
                </a:cubicBezTo>
                <a:cubicBezTo>
                  <a:pt x="935" y="906"/>
                  <a:pt x="1855" y="1530"/>
                  <a:pt x="2873" y="2056"/>
                </a:cubicBezTo>
                <a:cubicBezTo>
                  <a:pt x="2887" y="2065"/>
                  <a:pt x="2901" y="2069"/>
                  <a:pt x="2915" y="2069"/>
                </a:cubicBezTo>
                <a:cubicBezTo>
                  <a:pt x="2996" y="2069"/>
                  <a:pt x="3057" y="1920"/>
                  <a:pt x="2972" y="1892"/>
                </a:cubicBezTo>
                <a:cubicBezTo>
                  <a:pt x="1986" y="1366"/>
                  <a:pt x="1066" y="742"/>
                  <a:pt x="245" y="19"/>
                </a:cubicBezTo>
                <a:cubicBezTo>
                  <a:pt x="226" y="6"/>
                  <a:pt x="205" y="1"/>
                  <a:pt x="18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4" name="Google Shape;1668;p11"/>
          <p:cNvSpPr/>
          <p:nvPr/>
        </p:nvSpPr>
        <p:spPr>
          <a:xfrm>
            <a:off x="7939800" y="4750920"/>
            <a:ext cx="57960" cy="37080"/>
          </a:xfrm>
          <a:custGeom>
            <a:avLst/>
            <a:gdLst>
              <a:gd name="textAreaLeft" fmla="*/ 0 w 57960"/>
              <a:gd name="textAreaRight" fmla="*/ 58320 w 5796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2757" h="1773">
                <a:moveTo>
                  <a:pt x="135" y="1"/>
                </a:moveTo>
                <a:cubicBezTo>
                  <a:pt x="57" y="1"/>
                  <a:pt x="1" y="125"/>
                  <a:pt x="83" y="180"/>
                </a:cubicBezTo>
                <a:cubicBezTo>
                  <a:pt x="872" y="772"/>
                  <a:pt x="1693" y="1297"/>
                  <a:pt x="2548" y="1757"/>
                </a:cubicBezTo>
                <a:cubicBezTo>
                  <a:pt x="2569" y="1768"/>
                  <a:pt x="2589" y="1773"/>
                  <a:pt x="2608" y="1773"/>
                </a:cubicBezTo>
                <a:cubicBezTo>
                  <a:pt x="2705" y="1773"/>
                  <a:pt x="2757" y="1648"/>
                  <a:pt x="2646" y="1593"/>
                </a:cubicBezTo>
                <a:cubicBezTo>
                  <a:pt x="1792" y="1133"/>
                  <a:pt x="970" y="607"/>
                  <a:pt x="182" y="16"/>
                </a:cubicBez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5" name="Google Shape;1669;p11"/>
          <p:cNvSpPr/>
          <p:nvPr/>
        </p:nvSpPr>
        <p:spPr>
          <a:xfrm>
            <a:off x="7941600" y="4740480"/>
            <a:ext cx="57960" cy="39240"/>
          </a:xfrm>
          <a:custGeom>
            <a:avLst/>
            <a:gdLst>
              <a:gd name="textAreaLeft" fmla="*/ 0 w 57960"/>
              <a:gd name="textAreaRight" fmla="*/ 58320 w 5796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2755" h="1872">
                <a:moveTo>
                  <a:pt x="178" y="0"/>
                </a:moveTo>
                <a:cubicBezTo>
                  <a:pt x="89" y="0"/>
                  <a:pt x="0" y="102"/>
                  <a:pt x="107" y="182"/>
                </a:cubicBezTo>
                <a:lnTo>
                  <a:pt x="107" y="149"/>
                </a:lnTo>
                <a:cubicBezTo>
                  <a:pt x="895" y="774"/>
                  <a:pt x="1717" y="1332"/>
                  <a:pt x="2571" y="1858"/>
                </a:cubicBezTo>
                <a:cubicBezTo>
                  <a:pt x="2585" y="1867"/>
                  <a:pt x="2599" y="1871"/>
                  <a:pt x="2612" y="1871"/>
                </a:cubicBezTo>
                <a:cubicBezTo>
                  <a:pt x="2694" y="1871"/>
                  <a:pt x="2755" y="1717"/>
                  <a:pt x="2670" y="1661"/>
                </a:cubicBezTo>
                <a:cubicBezTo>
                  <a:pt x="1816" y="1168"/>
                  <a:pt x="994" y="609"/>
                  <a:pt x="238" y="18"/>
                </a:cubicBezTo>
                <a:cubicBezTo>
                  <a:pt x="220" y="6"/>
                  <a:pt x="199" y="0"/>
                  <a:pt x="17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6" name="Google Shape;1670;p11"/>
          <p:cNvSpPr/>
          <p:nvPr/>
        </p:nvSpPr>
        <p:spPr>
          <a:xfrm>
            <a:off x="8027280" y="4818240"/>
            <a:ext cx="15120" cy="5760"/>
          </a:xfrm>
          <a:custGeom>
            <a:avLst/>
            <a:gdLst>
              <a:gd name="textAreaLeft" fmla="*/ 0 w 15120"/>
              <a:gd name="textAreaRight" fmla="*/ 15480 w 15120"/>
              <a:gd name="textAreaTop" fmla="*/ 0 h 5760"/>
              <a:gd name="textAreaBottom" fmla="*/ 6120 h 5760"/>
            </a:gdLst>
            <a:ahLst/>
            <a:cxnLst/>
            <a:rect l="textAreaLeft" t="textAreaTop" r="textAreaRight" b="textAreaBottom"/>
            <a:pathLst>
              <a:path w="723" h="297">
                <a:moveTo>
                  <a:pt x="132" y="0"/>
                </a:moveTo>
                <a:cubicBezTo>
                  <a:pt x="33" y="0"/>
                  <a:pt x="0" y="99"/>
                  <a:pt x="66" y="165"/>
                </a:cubicBezTo>
                <a:lnTo>
                  <a:pt x="33" y="99"/>
                </a:lnTo>
                <a:lnTo>
                  <a:pt x="33" y="99"/>
                </a:lnTo>
                <a:cubicBezTo>
                  <a:pt x="197" y="230"/>
                  <a:pt x="394" y="296"/>
                  <a:pt x="592" y="296"/>
                </a:cubicBezTo>
                <a:cubicBezTo>
                  <a:pt x="723" y="296"/>
                  <a:pt x="723" y="66"/>
                  <a:pt x="592" y="66"/>
                </a:cubicBezTo>
                <a:lnTo>
                  <a:pt x="263" y="66"/>
                </a:lnTo>
                <a:lnTo>
                  <a:pt x="230" y="33"/>
                </a:lnTo>
                <a:lnTo>
                  <a:pt x="197" y="33"/>
                </a:lnTo>
                <a:cubicBezTo>
                  <a:pt x="164" y="0"/>
                  <a:pt x="164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" bIns="2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7" name="Google Shape;1671;p11"/>
          <p:cNvSpPr/>
          <p:nvPr/>
        </p:nvSpPr>
        <p:spPr>
          <a:xfrm>
            <a:off x="8012880" y="4802400"/>
            <a:ext cx="28800" cy="12600"/>
          </a:xfrm>
          <a:custGeom>
            <a:avLst/>
            <a:gdLst>
              <a:gd name="textAreaLeft" fmla="*/ 0 w 28800"/>
              <a:gd name="textAreaRight" fmla="*/ 29160 w 288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382" h="619">
                <a:moveTo>
                  <a:pt x="102" y="0"/>
                </a:moveTo>
                <a:cubicBezTo>
                  <a:pt x="13" y="0"/>
                  <a:pt x="1" y="154"/>
                  <a:pt x="86" y="211"/>
                </a:cubicBezTo>
                <a:lnTo>
                  <a:pt x="1236" y="605"/>
                </a:lnTo>
                <a:cubicBezTo>
                  <a:pt x="1254" y="614"/>
                  <a:pt x="1270" y="618"/>
                  <a:pt x="1285" y="618"/>
                </a:cubicBezTo>
                <a:cubicBezTo>
                  <a:pt x="1373" y="618"/>
                  <a:pt x="1382" y="464"/>
                  <a:pt x="1269" y="408"/>
                </a:cubicBezTo>
                <a:lnTo>
                  <a:pt x="151" y="13"/>
                </a:lnTo>
                <a:cubicBezTo>
                  <a:pt x="133" y="4"/>
                  <a:pt x="117" y="0"/>
                  <a:pt x="10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8" name="Google Shape;1672;p11"/>
          <p:cNvSpPr/>
          <p:nvPr/>
        </p:nvSpPr>
        <p:spPr>
          <a:xfrm>
            <a:off x="8012880" y="4790520"/>
            <a:ext cx="44280" cy="18720"/>
          </a:xfrm>
          <a:custGeom>
            <a:avLst/>
            <a:gdLst>
              <a:gd name="textAreaLeft" fmla="*/ 0 w 44280"/>
              <a:gd name="textAreaRight" fmla="*/ 44640 w 4428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2108" h="905">
                <a:moveTo>
                  <a:pt x="169" y="0"/>
                </a:moveTo>
                <a:cubicBezTo>
                  <a:pt x="82" y="0"/>
                  <a:pt x="1" y="150"/>
                  <a:pt x="113" y="178"/>
                </a:cubicBezTo>
                <a:cubicBezTo>
                  <a:pt x="705" y="474"/>
                  <a:pt x="1296" y="737"/>
                  <a:pt x="1954" y="901"/>
                </a:cubicBezTo>
                <a:cubicBezTo>
                  <a:pt x="1964" y="904"/>
                  <a:pt x="1973" y="905"/>
                  <a:pt x="1982" y="905"/>
                </a:cubicBezTo>
                <a:cubicBezTo>
                  <a:pt x="2089" y="905"/>
                  <a:pt x="2108" y="734"/>
                  <a:pt x="1986" y="704"/>
                </a:cubicBezTo>
                <a:cubicBezTo>
                  <a:pt x="1395" y="540"/>
                  <a:pt x="804" y="310"/>
                  <a:pt x="212" y="14"/>
                </a:cubicBezTo>
                <a:cubicBezTo>
                  <a:pt x="198" y="5"/>
                  <a:pt x="184" y="0"/>
                  <a:pt x="16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9" name="Google Shape;1673;p11"/>
          <p:cNvSpPr/>
          <p:nvPr/>
        </p:nvSpPr>
        <p:spPr>
          <a:xfrm>
            <a:off x="8013600" y="4777560"/>
            <a:ext cx="47160" cy="22680"/>
          </a:xfrm>
          <a:custGeom>
            <a:avLst/>
            <a:gdLst>
              <a:gd name="textAreaLeft" fmla="*/ 0 w 47160"/>
              <a:gd name="textAreaRight" fmla="*/ 47520 w 4716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248" h="1094">
                <a:moveTo>
                  <a:pt x="155" y="0"/>
                </a:moveTo>
                <a:cubicBezTo>
                  <a:pt x="69" y="0"/>
                  <a:pt x="1" y="111"/>
                  <a:pt x="88" y="170"/>
                </a:cubicBezTo>
                <a:cubicBezTo>
                  <a:pt x="713" y="564"/>
                  <a:pt x="1370" y="860"/>
                  <a:pt x="2060" y="1090"/>
                </a:cubicBezTo>
                <a:cubicBezTo>
                  <a:pt x="2070" y="1092"/>
                  <a:pt x="2080" y="1094"/>
                  <a:pt x="2089" y="1094"/>
                </a:cubicBezTo>
                <a:cubicBezTo>
                  <a:pt x="2200" y="1094"/>
                  <a:pt x="2247" y="921"/>
                  <a:pt x="2126" y="860"/>
                </a:cubicBezTo>
                <a:cubicBezTo>
                  <a:pt x="1436" y="663"/>
                  <a:pt x="811" y="367"/>
                  <a:pt x="187" y="5"/>
                </a:cubicBezTo>
                <a:cubicBezTo>
                  <a:pt x="176" y="2"/>
                  <a:pt x="166" y="0"/>
                  <a:pt x="1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0" name="Google Shape;1674;p11"/>
          <p:cNvSpPr/>
          <p:nvPr/>
        </p:nvSpPr>
        <p:spPr>
          <a:xfrm>
            <a:off x="7999920" y="4782240"/>
            <a:ext cx="15840" cy="10080"/>
          </a:xfrm>
          <a:custGeom>
            <a:avLst/>
            <a:gdLst>
              <a:gd name="textAreaLeft" fmla="*/ 0 w 15840"/>
              <a:gd name="textAreaRight" fmla="*/ 16200 w 1584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757" h="497">
                <a:moveTo>
                  <a:pt x="88" y="1"/>
                </a:moveTo>
                <a:cubicBezTo>
                  <a:pt x="56" y="1"/>
                  <a:pt x="33" y="17"/>
                  <a:pt x="33" y="55"/>
                </a:cubicBezTo>
                <a:cubicBezTo>
                  <a:pt x="1" y="88"/>
                  <a:pt x="1" y="154"/>
                  <a:pt x="66" y="187"/>
                </a:cubicBezTo>
                <a:lnTo>
                  <a:pt x="559" y="483"/>
                </a:lnTo>
                <a:cubicBezTo>
                  <a:pt x="578" y="492"/>
                  <a:pt x="598" y="496"/>
                  <a:pt x="616" y="496"/>
                </a:cubicBezTo>
                <a:cubicBezTo>
                  <a:pt x="661" y="496"/>
                  <a:pt x="700" y="473"/>
                  <a:pt x="723" y="450"/>
                </a:cubicBezTo>
                <a:cubicBezTo>
                  <a:pt x="756" y="384"/>
                  <a:pt x="723" y="318"/>
                  <a:pt x="691" y="318"/>
                </a:cubicBezTo>
                <a:lnTo>
                  <a:pt x="165" y="22"/>
                </a:lnTo>
                <a:cubicBezTo>
                  <a:pt x="138" y="9"/>
                  <a:pt x="110" y="1"/>
                  <a:pt x="8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1" name="Google Shape;1675;p11"/>
          <p:cNvSpPr/>
          <p:nvPr/>
        </p:nvSpPr>
        <p:spPr>
          <a:xfrm>
            <a:off x="7951320" y="4731840"/>
            <a:ext cx="79920" cy="46440"/>
          </a:xfrm>
          <a:custGeom>
            <a:avLst/>
            <a:gdLst>
              <a:gd name="textAreaLeft" fmla="*/ 0 w 79920"/>
              <a:gd name="textAreaRight" fmla="*/ 80280 w 79920"/>
              <a:gd name="textAreaTop" fmla="*/ 0 h 46440"/>
              <a:gd name="textAreaBottom" fmla="*/ 46800 h 46440"/>
            </a:gdLst>
            <a:ahLst/>
            <a:cxnLst/>
            <a:rect l="textAreaLeft" t="textAreaTop" r="textAreaRight" b="textAreaBottom"/>
            <a:pathLst>
              <a:path w="3794" h="2216">
                <a:moveTo>
                  <a:pt x="132" y="1"/>
                </a:moveTo>
                <a:cubicBezTo>
                  <a:pt x="82" y="1"/>
                  <a:pt x="33" y="34"/>
                  <a:pt x="33" y="99"/>
                </a:cubicBezTo>
                <a:lnTo>
                  <a:pt x="0" y="99"/>
                </a:lnTo>
                <a:cubicBezTo>
                  <a:pt x="0" y="198"/>
                  <a:pt x="33" y="296"/>
                  <a:pt x="132" y="362"/>
                </a:cubicBezTo>
                <a:cubicBezTo>
                  <a:pt x="296" y="461"/>
                  <a:pt x="427" y="592"/>
                  <a:pt x="592" y="658"/>
                </a:cubicBezTo>
                <a:cubicBezTo>
                  <a:pt x="920" y="888"/>
                  <a:pt x="1249" y="1085"/>
                  <a:pt x="1578" y="1249"/>
                </a:cubicBezTo>
                <a:cubicBezTo>
                  <a:pt x="2235" y="1611"/>
                  <a:pt x="2925" y="1939"/>
                  <a:pt x="3648" y="2202"/>
                </a:cubicBezTo>
                <a:cubicBezTo>
                  <a:pt x="3662" y="2211"/>
                  <a:pt x="3675" y="2216"/>
                  <a:pt x="3687" y="2216"/>
                </a:cubicBezTo>
                <a:cubicBezTo>
                  <a:pt x="3761" y="2216"/>
                  <a:pt x="3794" y="2062"/>
                  <a:pt x="3681" y="2005"/>
                </a:cubicBezTo>
                <a:cubicBezTo>
                  <a:pt x="3056" y="1775"/>
                  <a:pt x="2465" y="1479"/>
                  <a:pt x="1873" y="1184"/>
                </a:cubicBezTo>
                <a:cubicBezTo>
                  <a:pt x="1578" y="1019"/>
                  <a:pt x="1315" y="855"/>
                  <a:pt x="1019" y="691"/>
                </a:cubicBezTo>
                <a:lnTo>
                  <a:pt x="658" y="461"/>
                </a:lnTo>
                <a:cubicBezTo>
                  <a:pt x="559" y="395"/>
                  <a:pt x="230" y="264"/>
                  <a:pt x="230" y="99"/>
                </a:cubicBezTo>
                <a:cubicBezTo>
                  <a:pt x="230" y="34"/>
                  <a:pt x="181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2" name="Google Shape;1676;p11"/>
          <p:cNvSpPr/>
          <p:nvPr/>
        </p:nvSpPr>
        <p:spPr>
          <a:xfrm>
            <a:off x="7997040" y="4744080"/>
            <a:ext cx="66960" cy="35280"/>
          </a:xfrm>
          <a:custGeom>
            <a:avLst/>
            <a:gdLst>
              <a:gd name="textAreaLeft" fmla="*/ 0 w 66960"/>
              <a:gd name="textAreaRight" fmla="*/ 67320 w 6696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3187" h="1685">
                <a:moveTo>
                  <a:pt x="136" y="0"/>
                </a:moveTo>
                <a:cubicBezTo>
                  <a:pt x="57" y="0"/>
                  <a:pt x="1" y="129"/>
                  <a:pt x="84" y="212"/>
                </a:cubicBezTo>
                <a:cubicBezTo>
                  <a:pt x="577" y="574"/>
                  <a:pt x="1102" y="902"/>
                  <a:pt x="1661" y="1165"/>
                </a:cubicBezTo>
                <a:cubicBezTo>
                  <a:pt x="1957" y="1297"/>
                  <a:pt x="2220" y="1428"/>
                  <a:pt x="2483" y="1527"/>
                </a:cubicBezTo>
                <a:cubicBezTo>
                  <a:pt x="2591" y="1592"/>
                  <a:pt x="2770" y="1685"/>
                  <a:pt x="2927" y="1685"/>
                </a:cubicBezTo>
                <a:cubicBezTo>
                  <a:pt x="3008" y="1685"/>
                  <a:pt x="3084" y="1660"/>
                  <a:pt x="3140" y="1592"/>
                </a:cubicBezTo>
                <a:cubicBezTo>
                  <a:pt x="3187" y="1498"/>
                  <a:pt x="3099" y="1421"/>
                  <a:pt x="3021" y="1421"/>
                </a:cubicBezTo>
                <a:cubicBezTo>
                  <a:pt x="2990" y="1421"/>
                  <a:pt x="2961" y="1433"/>
                  <a:pt x="2943" y="1461"/>
                </a:cubicBezTo>
                <a:cubicBezTo>
                  <a:pt x="2939" y="1468"/>
                  <a:pt x="2929" y="1472"/>
                  <a:pt x="2913" y="1472"/>
                </a:cubicBezTo>
                <a:cubicBezTo>
                  <a:pt x="2786" y="1472"/>
                  <a:pt x="2311" y="1260"/>
                  <a:pt x="2253" y="1231"/>
                </a:cubicBezTo>
                <a:cubicBezTo>
                  <a:pt x="1990" y="1100"/>
                  <a:pt x="1760" y="1001"/>
                  <a:pt x="1530" y="870"/>
                </a:cubicBezTo>
                <a:cubicBezTo>
                  <a:pt x="1070" y="607"/>
                  <a:pt x="610" y="344"/>
                  <a:pt x="182" y="15"/>
                </a:cubicBezTo>
                <a:cubicBezTo>
                  <a:pt x="167" y="5"/>
                  <a:pt x="151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3" name="Google Shape;1677;p11"/>
          <p:cNvSpPr/>
          <p:nvPr/>
        </p:nvSpPr>
        <p:spPr>
          <a:xfrm>
            <a:off x="7948440" y="4716000"/>
            <a:ext cx="30960" cy="20880"/>
          </a:xfrm>
          <a:custGeom>
            <a:avLst/>
            <a:gdLst>
              <a:gd name="textAreaLeft" fmla="*/ 0 w 30960"/>
              <a:gd name="textAreaRight" fmla="*/ 31320 w 3096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474" h="1008">
                <a:moveTo>
                  <a:pt x="122" y="1"/>
                </a:moveTo>
                <a:cubicBezTo>
                  <a:pt x="49" y="1"/>
                  <a:pt x="0" y="139"/>
                  <a:pt x="80" y="192"/>
                </a:cubicBezTo>
                <a:lnTo>
                  <a:pt x="1263" y="981"/>
                </a:lnTo>
                <a:cubicBezTo>
                  <a:pt x="1288" y="1000"/>
                  <a:pt x="1312" y="1008"/>
                  <a:pt x="1334" y="1008"/>
                </a:cubicBezTo>
                <a:cubicBezTo>
                  <a:pt x="1425" y="1008"/>
                  <a:pt x="1473" y="869"/>
                  <a:pt x="1394" y="816"/>
                </a:cubicBezTo>
                <a:lnTo>
                  <a:pt x="178" y="28"/>
                </a:lnTo>
                <a:cubicBezTo>
                  <a:pt x="159" y="9"/>
                  <a:pt x="140" y="1"/>
                  <a:pt x="1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4" name="Google Shape;1678;p11"/>
          <p:cNvSpPr/>
          <p:nvPr/>
        </p:nvSpPr>
        <p:spPr>
          <a:xfrm>
            <a:off x="7950960" y="4706280"/>
            <a:ext cx="42120" cy="27360"/>
          </a:xfrm>
          <a:custGeom>
            <a:avLst/>
            <a:gdLst>
              <a:gd name="textAreaLeft" fmla="*/ 0 w 42120"/>
              <a:gd name="textAreaRight" fmla="*/ 42480 w 4212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007" h="1316">
                <a:moveTo>
                  <a:pt x="143" y="0"/>
                </a:moveTo>
                <a:cubicBezTo>
                  <a:pt x="65" y="0"/>
                  <a:pt x="1" y="118"/>
                  <a:pt x="78" y="195"/>
                </a:cubicBezTo>
                <a:cubicBezTo>
                  <a:pt x="571" y="688"/>
                  <a:pt x="1162" y="1049"/>
                  <a:pt x="1820" y="1312"/>
                </a:cubicBezTo>
                <a:cubicBezTo>
                  <a:pt x="1830" y="1315"/>
                  <a:pt x="1839" y="1316"/>
                  <a:pt x="1849" y="1316"/>
                </a:cubicBezTo>
                <a:cubicBezTo>
                  <a:pt x="1960" y="1316"/>
                  <a:pt x="2007" y="1145"/>
                  <a:pt x="1885" y="1115"/>
                </a:cubicBezTo>
                <a:cubicBezTo>
                  <a:pt x="1261" y="885"/>
                  <a:pt x="702" y="491"/>
                  <a:pt x="209" y="31"/>
                </a:cubicBezTo>
                <a:cubicBezTo>
                  <a:pt x="188" y="9"/>
                  <a:pt x="165" y="0"/>
                  <a:pt x="1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5" name="Google Shape;1679;p11"/>
          <p:cNvSpPr/>
          <p:nvPr/>
        </p:nvSpPr>
        <p:spPr>
          <a:xfrm>
            <a:off x="7958160" y="4700880"/>
            <a:ext cx="42120" cy="26640"/>
          </a:xfrm>
          <a:custGeom>
            <a:avLst/>
            <a:gdLst>
              <a:gd name="textAreaLeft" fmla="*/ 0 w 42120"/>
              <a:gd name="textAreaRight" fmla="*/ 42480 w 4212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2006" h="1269">
                <a:moveTo>
                  <a:pt x="162" y="1"/>
                </a:moveTo>
                <a:cubicBezTo>
                  <a:pt x="76" y="1"/>
                  <a:pt x="1" y="130"/>
                  <a:pt x="111" y="213"/>
                </a:cubicBezTo>
                <a:cubicBezTo>
                  <a:pt x="637" y="607"/>
                  <a:pt x="1196" y="936"/>
                  <a:pt x="1787" y="1265"/>
                </a:cubicBezTo>
                <a:cubicBezTo>
                  <a:pt x="1796" y="1267"/>
                  <a:pt x="1805" y="1269"/>
                  <a:pt x="1814" y="1269"/>
                </a:cubicBezTo>
                <a:cubicBezTo>
                  <a:pt x="1907" y="1269"/>
                  <a:pt x="2006" y="1127"/>
                  <a:pt x="1886" y="1067"/>
                </a:cubicBezTo>
                <a:cubicBezTo>
                  <a:pt x="1294" y="772"/>
                  <a:pt x="736" y="410"/>
                  <a:pt x="210" y="16"/>
                </a:cubicBezTo>
                <a:cubicBezTo>
                  <a:pt x="194" y="5"/>
                  <a:pt x="178" y="1"/>
                  <a:pt x="1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6" name="Google Shape;1680;p11"/>
          <p:cNvSpPr/>
          <p:nvPr/>
        </p:nvSpPr>
        <p:spPr>
          <a:xfrm>
            <a:off x="7951680" y="4683240"/>
            <a:ext cx="50400" cy="33840"/>
          </a:xfrm>
          <a:custGeom>
            <a:avLst/>
            <a:gdLst>
              <a:gd name="textAreaLeft" fmla="*/ 0 w 50400"/>
              <a:gd name="textAreaRight" fmla="*/ 50760 w 5040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2392" h="1622">
                <a:moveTo>
                  <a:pt x="156" y="1"/>
                </a:moveTo>
                <a:cubicBezTo>
                  <a:pt x="63" y="1"/>
                  <a:pt x="0" y="112"/>
                  <a:pt x="77" y="163"/>
                </a:cubicBezTo>
                <a:cubicBezTo>
                  <a:pt x="701" y="721"/>
                  <a:pt x="1424" y="1181"/>
                  <a:pt x="2180" y="1609"/>
                </a:cubicBezTo>
                <a:cubicBezTo>
                  <a:pt x="2194" y="1618"/>
                  <a:pt x="2208" y="1622"/>
                  <a:pt x="2222" y="1622"/>
                </a:cubicBezTo>
                <a:cubicBezTo>
                  <a:pt x="2310" y="1622"/>
                  <a:pt x="2392" y="1468"/>
                  <a:pt x="2279" y="1411"/>
                </a:cubicBezTo>
                <a:cubicBezTo>
                  <a:pt x="1556" y="1017"/>
                  <a:pt x="866" y="557"/>
                  <a:pt x="241" y="31"/>
                </a:cubicBezTo>
                <a:cubicBezTo>
                  <a:pt x="212" y="10"/>
                  <a:pt x="183" y="1"/>
                  <a:pt x="1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7" name="Google Shape;1681;p11"/>
          <p:cNvSpPr/>
          <p:nvPr/>
        </p:nvSpPr>
        <p:spPr>
          <a:xfrm>
            <a:off x="7950600" y="4669920"/>
            <a:ext cx="37800" cy="24120"/>
          </a:xfrm>
          <a:custGeom>
            <a:avLst/>
            <a:gdLst>
              <a:gd name="textAreaLeft" fmla="*/ 0 w 37800"/>
              <a:gd name="textAreaRight" fmla="*/ 38160 w 3780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1798" h="1164">
                <a:moveTo>
                  <a:pt x="141" y="0"/>
                </a:moveTo>
                <a:cubicBezTo>
                  <a:pt x="63" y="0"/>
                  <a:pt x="0" y="111"/>
                  <a:pt x="77" y="162"/>
                </a:cubicBezTo>
                <a:cubicBezTo>
                  <a:pt x="537" y="557"/>
                  <a:pt x="1030" y="885"/>
                  <a:pt x="1589" y="1148"/>
                </a:cubicBezTo>
                <a:cubicBezTo>
                  <a:pt x="1610" y="1159"/>
                  <a:pt x="1630" y="1163"/>
                  <a:pt x="1649" y="1163"/>
                </a:cubicBezTo>
                <a:cubicBezTo>
                  <a:pt x="1746" y="1163"/>
                  <a:pt x="1798" y="1039"/>
                  <a:pt x="1687" y="984"/>
                </a:cubicBezTo>
                <a:cubicBezTo>
                  <a:pt x="1162" y="721"/>
                  <a:pt x="669" y="392"/>
                  <a:pt x="209" y="31"/>
                </a:cubicBezTo>
                <a:cubicBezTo>
                  <a:pt x="187" y="9"/>
                  <a:pt x="163" y="0"/>
                  <a:pt x="14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8" name="Google Shape;1682;p11"/>
          <p:cNvSpPr/>
          <p:nvPr/>
        </p:nvSpPr>
        <p:spPr>
          <a:xfrm>
            <a:off x="7953120" y="4655160"/>
            <a:ext cx="29160" cy="20880"/>
          </a:xfrm>
          <a:custGeom>
            <a:avLst/>
            <a:gdLst>
              <a:gd name="textAreaLeft" fmla="*/ 0 w 29160"/>
              <a:gd name="textAreaRight" fmla="*/ 29520 w 2916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387" h="1009">
                <a:moveTo>
                  <a:pt x="185" y="0"/>
                </a:moveTo>
                <a:cubicBezTo>
                  <a:pt x="94" y="0"/>
                  <a:pt x="0" y="102"/>
                  <a:pt x="81" y="182"/>
                </a:cubicBezTo>
                <a:cubicBezTo>
                  <a:pt x="442" y="478"/>
                  <a:pt x="804" y="741"/>
                  <a:pt x="1198" y="1004"/>
                </a:cubicBezTo>
                <a:cubicBezTo>
                  <a:pt x="1210" y="1007"/>
                  <a:pt x="1221" y="1008"/>
                  <a:pt x="1231" y="1008"/>
                </a:cubicBezTo>
                <a:cubicBezTo>
                  <a:pt x="1340" y="1008"/>
                  <a:pt x="1386" y="867"/>
                  <a:pt x="1296" y="807"/>
                </a:cubicBezTo>
                <a:cubicBezTo>
                  <a:pt x="935" y="577"/>
                  <a:pt x="574" y="314"/>
                  <a:pt x="245" y="18"/>
                </a:cubicBezTo>
                <a:cubicBezTo>
                  <a:pt x="226" y="6"/>
                  <a:pt x="206" y="0"/>
                  <a:pt x="18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9" name="Google Shape;1683;p11"/>
          <p:cNvSpPr/>
          <p:nvPr/>
        </p:nvSpPr>
        <p:spPr>
          <a:xfrm>
            <a:off x="8001360" y="4728600"/>
            <a:ext cx="54000" cy="31680"/>
          </a:xfrm>
          <a:custGeom>
            <a:avLst/>
            <a:gdLst>
              <a:gd name="textAreaLeft" fmla="*/ 0 w 54000"/>
              <a:gd name="textAreaRight" fmla="*/ 54360 w 540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2565" h="1514">
                <a:moveTo>
                  <a:pt x="170" y="0"/>
                </a:moveTo>
                <a:cubicBezTo>
                  <a:pt x="83" y="0"/>
                  <a:pt x="0" y="111"/>
                  <a:pt x="77" y="163"/>
                </a:cubicBezTo>
                <a:cubicBezTo>
                  <a:pt x="767" y="754"/>
                  <a:pt x="1556" y="1214"/>
                  <a:pt x="2377" y="1510"/>
                </a:cubicBezTo>
                <a:cubicBezTo>
                  <a:pt x="2387" y="1512"/>
                  <a:pt x="2397" y="1514"/>
                  <a:pt x="2406" y="1514"/>
                </a:cubicBezTo>
                <a:cubicBezTo>
                  <a:pt x="2518" y="1514"/>
                  <a:pt x="2564" y="1343"/>
                  <a:pt x="2443" y="1313"/>
                </a:cubicBezTo>
                <a:cubicBezTo>
                  <a:pt x="1621" y="1017"/>
                  <a:pt x="898" y="590"/>
                  <a:pt x="241" y="31"/>
                </a:cubicBezTo>
                <a:cubicBezTo>
                  <a:pt x="219" y="9"/>
                  <a:pt x="194" y="0"/>
                  <a:pt x="17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0" name="Google Shape;1684;p11"/>
          <p:cNvSpPr/>
          <p:nvPr/>
        </p:nvSpPr>
        <p:spPr>
          <a:xfrm>
            <a:off x="8006760" y="4722480"/>
            <a:ext cx="42120" cy="24120"/>
          </a:xfrm>
          <a:custGeom>
            <a:avLst/>
            <a:gdLst>
              <a:gd name="textAreaLeft" fmla="*/ 0 w 42120"/>
              <a:gd name="textAreaRight" fmla="*/ 42480 w 4212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2002" h="1149">
                <a:moveTo>
                  <a:pt x="185" y="1"/>
                </a:moveTo>
                <a:cubicBezTo>
                  <a:pt x="94" y="1"/>
                  <a:pt x="1" y="103"/>
                  <a:pt x="81" y="183"/>
                </a:cubicBezTo>
                <a:cubicBezTo>
                  <a:pt x="574" y="610"/>
                  <a:pt x="1198" y="939"/>
                  <a:pt x="1822" y="1136"/>
                </a:cubicBezTo>
                <a:cubicBezTo>
                  <a:pt x="1841" y="1145"/>
                  <a:pt x="1858" y="1149"/>
                  <a:pt x="1873" y="1149"/>
                </a:cubicBezTo>
                <a:cubicBezTo>
                  <a:pt x="1968" y="1149"/>
                  <a:pt x="2001" y="995"/>
                  <a:pt x="1888" y="939"/>
                </a:cubicBezTo>
                <a:cubicBezTo>
                  <a:pt x="1264" y="741"/>
                  <a:pt x="705" y="446"/>
                  <a:pt x="245" y="18"/>
                </a:cubicBezTo>
                <a:cubicBezTo>
                  <a:pt x="227" y="6"/>
                  <a:pt x="206" y="1"/>
                  <a:pt x="18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1" name="Google Shape;1685;p11"/>
          <p:cNvSpPr/>
          <p:nvPr/>
        </p:nvSpPr>
        <p:spPr>
          <a:xfrm>
            <a:off x="8002440" y="4710240"/>
            <a:ext cx="46080" cy="27720"/>
          </a:xfrm>
          <a:custGeom>
            <a:avLst/>
            <a:gdLst>
              <a:gd name="textAreaLeft" fmla="*/ 0 w 46080"/>
              <a:gd name="textAreaRight" fmla="*/ 46440 w 4608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2193" h="1328">
                <a:moveTo>
                  <a:pt x="114" y="0"/>
                </a:moveTo>
                <a:cubicBezTo>
                  <a:pt x="44" y="0"/>
                  <a:pt x="0" y="118"/>
                  <a:pt x="78" y="195"/>
                </a:cubicBezTo>
                <a:cubicBezTo>
                  <a:pt x="669" y="655"/>
                  <a:pt x="1326" y="1017"/>
                  <a:pt x="1984" y="1312"/>
                </a:cubicBezTo>
                <a:cubicBezTo>
                  <a:pt x="2005" y="1323"/>
                  <a:pt x="2025" y="1328"/>
                  <a:pt x="2044" y="1328"/>
                </a:cubicBezTo>
                <a:cubicBezTo>
                  <a:pt x="2141" y="1328"/>
                  <a:pt x="2192" y="1203"/>
                  <a:pt x="2082" y="1148"/>
                </a:cubicBezTo>
                <a:cubicBezTo>
                  <a:pt x="1425" y="852"/>
                  <a:pt x="768" y="458"/>
                  <a:pt x="176" y="31"/>
                </a:cubicBezTo>
                <a:cubicBezTo>
                  <a:pt x="155" y="9"/>
                  <a:pt x="134" y="0"/>
                  <a:pt x="11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2" name="Google Shape;1686;p11"/>
          <p:cNvSpPr/>
          <p:nvPr/>
        </p:nvSpPr>
        <p:spPr>
          <a:xfrm>
            <a:off x="8003880" y="4700160"/>
            <a:ext cx="48600" cy="27360"/>
          </a:xfrm>
          <a:custGeom>
            <a:avLst/>
            <a:gdLst>
              <a:gd name="textAreaLeft" fmla="*/ 0 w 48600"/>
              <a:gd name="textAreaRight" fmla="*/ 48960 w 4860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305" h="1314">
                <a:moveTo>
                  <a:pt x="123" y="1"/>
                </a:moveTo>
                <a:cubicBezTo>
                  <a:pt x="50" y="1"/>
                  <a:pt x="1" y="139"/>
                  <a:pt x="80" y="192"/>
                </a:cubicBezTo>
                <a:cubicBezTo>
                  <a:pt x="672" y="652"/>
                  <a:pt x="1395" y="1047"/>
                  <a:pt x="2118" y="1310"/>
                </a:cubicBezTo>
                <a:cubicBezTo>
                  <a:pt x="2128" y="1312"/>
                  <a:pt x="2137" y="1313"/>
                  <a:pt x="2147" y="1313"/>
                </a:cubicBezTo>
                <a:cubicBezTo>
                  <a:pt x="2258" y="1313"/>
                  <a:pt x="2305" y="1143"/>
                  <a:pt x="2183" y="1112"/>
                </a:cubicBezTo>
                <a:cubicBezTo>
                  <a:pt x="1461" y="849"/>
                  <a:pt x="770" y="488"/>
                  <a:pt x="179" y="28"/>
                </a:cubicBezTo>
                <a:cubicBezTo>
                  <a:pt x="160" y="9"/>
                  <a:pt x="141" y="1"/>
                  <a:pt x="1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3" name="Google Shape;1687;p11"/>
          <p:cNvSpPr/>
          <p:nvPr/>
        </p:nvSpPr>
        <p:spPr>
          <a:xfrm>
            <a:off x="7998480" y="4678560"/>
            <a:ext cx="55800" cy="28800"/>
          </a:xfrm>
          <a:custGeom>
            <a:avLst/>
            <a:gdLst>
              <a:gd name="textAreaLeft" fmla="*/ 0 w 55800"/>
              <a:gd name="textAreaRight" fmla="*/ 56160 w 5580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2661" h="1377">
                <a:moveTo>
                  <a:pt x="159" y="1"/>
                </a:moveTo>
                <a:cubicBezTo>
                  <a:pt x="57" y="1"/>
                  <a:pt x="1" y="150"/>
                  <a:pt x="113" y="179"/>
                </a:cubicBezTo>
                <a:lnTo>
                  <a:pt x="2479" y="1362"/>
                </a:lnTo>
                <a:cubicBezTo>
                  <a:pt x="2495" y="1372"/>
                  <a:pt x="2511" y="1377"/>
                  <a:pt x="2526" y="1377"/>
                </a:cubicBezTo>
                <a:cubicBezTo>
                  <a:pt x="2605" y="1377"/>
                  <a:pt x="2661" y="1252"/>
                  <a:pt x="2578" y="1197"/>
                </a:cubicBezTo>
                <a:lnTo>
                  <a:pt x="2545" y="1197"/>
                </a:lnTo>
                <a:lnTo>
                  <a:pt x="212" y="14"/>
                </a:lnTo>
                <a:cubicBezTo>
                  <a:pt x="193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4" name="Google Shape;1688;p11"/>
          <p:cNvSpPr/>
          <p:nvPr/>
        </p:nvSpPr>
        <p:spPr>
          <a:xfrm>
            <a:off x="8051400" y="4727160"/>
            <a:ext cx="30240" cy="20520"/>
          </a:xfrm>
          <a:custGeom>
            <a:avLst/>
            <a:gdLst>
              <a:gd name="textAreaLeft" fmla="*/ 0 w 30240"/>
              <a:gd name="textAreaRight" fmla="*/ 30600 w 3024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447" h="988">
                <a:moveTo>
                  <a:pt x="172" y="0"/>
                </a:moveTo>
                <a:cubicBezTo>
                  <a:pt x="85" y="0"/>
                  <a:pt x="1" y="118"/>
                  <a:pt x="78" y="195"/>
                </a:cubicBezTo>
                <a:cubicBezTo>
                  <a:pt x="439" y="491"/>
                  <a:pt x="834" y="753"/>
                  <a:pt x="1228" y="983"/>
                </a:cubicBezTo>
                <a:cubicBezTo>
                  <a:pt x="1240" y="986"/>
                  <a:pt x="1251" y="988"/>
                  <a:pt x="1262" y="988"/>
                </a:cubicBezTo>
                <a:cubicBezTo>
                  <a:pt x="1375" y="988"/>
                  <a:pt x="1446" y="846"/>
                  <a:pt x="1327" y="786"/>
                </a:cubicBezTo>
                <a:cubicBezTo>
                  <a:pt x="932" y="589"/>
                  <a:pt x="571" y="326"/>
                  <a:pt x="242" y="31"/>
                </a:cubicBezTo>
                <a:cubicBezTo>
                  <a:pt x="221" y="9"/>
                  <a:pt x="196" y="0"/>
                  <a:pt x="17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5" name="Google Shape;1689;p11"/>
          <p:cNvSpPr/>
          <p:nvPr/>
        </p:nvSpPr>
        <p:spPr>
          <a:xfrm>
            <a:off x="8048520" y="4713120"/>
            <a:ext cx="43560" cy="30600"/>
          </a:xfrm>
          <a:custGeom>
            <a:avLst/>
            <a:gdLst>
              <a:gd name="textAreaLeft" fmla="*/ 0 w 43560"/>
              <a:gd name="textAreaRight" fmla="*/ 43920 w 4356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2069" h="1456">
                <a:moveTo>
                  <a:pt x="123" y="0"/>
                </a:moveTo>
                <a:cubicBezTo>
                  <a:pt x="50" y="0"/>
                  <a:pt x="1" y="139"/>
                  <a:pt x="80" y="192"/>
                </a:cubicBezTo>
                <a:lnTo>
                  <a:pt x="1888" y="1440"/>
                </a:lnTo>
                <a:cubicBezTo>
                  <a:pt x="1904" y="1451"/>
                  <a:pt x="1920" y="1456"/>
                  <a:pt x="1935" y="1456"/>
                </a:cubicBezTo>
                <a:cubicBezTo>
                  <a:pt x="2013" y="1456"/>
                  <a:pt x="2069" y="1331"/>
                  <a:pt x="1986" y="1276"/>
                </a:cubicBezTo>
                <a:lnTo>
                  <a:pt x="179" y="27"/>
                </a:lnTo>
                <a:cubicBezTo>
                  <a:pt x="160" y="8"/>
                  <a:pt x="141" y="0"/>
                  <a:pt x="1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6" name="Google Shape;1690;p11"/>
          <p:cNvSpPr/>
          <p:nvPr/>
        </p:nvSpPr>
        <p:spPr>
          <a:xfrm>
            <a:off x="8049240" y="4700520"/>
            <a:ext cx="51120" cy="32400"/>
          </a:xfrm>
          <a:custGeom>
            <a:avLst/>
            <a:gdLst>
              <a:gd name="textAreaLeft" fmla="*/ 0 w 51120"/>
              <a:gd name="textAreaRight" fmla="*/ 51480 w 511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2426" h="1555">
                <a:moveTo>
                  <a:pt x="123" y="1"/>
                </a:moveTo>
                <a:cubicBezTo>
                  <a:pt x="50" y="1"/>
                  <a:pt x="1" y="139"/>
                  <a:pt x="80" y="192"/>
                </a:cubicBezTo>
                <a:cubicBezTo>
                  <a:pt x="738" y="718"/>
                  <a:pt x="1460" y="1178"/>
                  <a:pt x="2216" y="1539"/>
                </a:cubicBezTo>
                <a:cubicBezTo>
                  <a:pt x="2237" y="1550"/>
                  <a:pt x="2258" y="1555"/>
                  <a:pt x="2277" y="1555"/>
                </a:cubicBezTo>
                <a:cubicBezTo>
                  <a:pt x="2374" y="1555"/>
                  <a:pt x="2425" y="1430"/>
                  <a:pt x="2315" y="1375"/>
                </a:cubicBezTo>
                <a:cubicBezTo>
                  <a:pt x="1559" y="981"/>
                  <a:pt x="836" y="554"/>
                  <a:pt x="179" y="28"/>
                </a:cubicBezTo>
                <a:cubicBezTo>
                  <a:pt x="160" y="9"/>
                  <a:pt x="141" y="1"/>
                  <a:pt x="1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7" name="Google Shape;1691;p11"/>
          <p:cNvSpPr/>
          <p:nvPr/>
        </p:nvSpPr>
        <p:spPr>
          <a:xfrm>
            <a:off x="8051760" y="4695840"/>
            <a:ext cx="54720" cy="32400"/>
          </a:xfrm>
          <a:custGeom>
            <a:avLst/>
            <a:gdLst>
              <a:gd name="textAreaLeft" fmla="*/ 0 w 54720"/>
              <a:gd name="textAreaRight" fmla="*/ 55080 w 547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2599" h="1544">
                <a:moveTo>
                  <a:pt x="122" y="1"/>
                </a:moveTo>
                <a:cubicBezTo>
                  <a:pt x="49" y="1"/>
                  <a:pt x="0" y="139"/>
                  <a:pt x="80" y="192"/>
                </a:cubicBezTo>
                <a:cubicBezTo>
                  <a:pt x="836" y="685"/>
                  <a:pt x="1591" y="1112"/>
                  <a:pt x="2380" y="1539"/>
                </a:cubicBezTo>
                <a:cubicBezTo>
                  <a:pt x="2392" y="1542"/>
                  <a:pt x="2403" y="1544"/>
                  <a:pt x="2414" y="1544"/>
                </a:cubicBezTo>
                <a:cubicBezTo>
                  <a:pt x="2527" y="1544"/>
                  <a:pt x="2598" y="1402"/>
                  <a:pt x="2479" y="1342"/>
                </a:cubicBezTo>
                <a:cubicBezTo>
                  <a:pt x="1690" y="948"/>
                  <a:pt x="934" y="488"/>
                  <a:pt x="178" y="28"/>
                </a:cubicBezTo>
                <a:cubicBezTo>
                  <a:pt x="159" y="9"/>
                  <a:pt x="140" y="1"/>
                  <a:pt x="1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8" name="Google Shape;1692;p11"/>
          <p:cNvSpPr/>
          <p:nvPr/>
        </p:nvSpPr>
        <p:spPr>
          <a:xfrm>
            <a:off x="8050680" y="4682520"/>
            <a:ext cx="53280" cy="28440"/>
          </a:xfrm>
          <a:custGeom>
            <a:avLst/>
            <a:gdLst>
              <a:gd name="textAreaLeft" fmla="*/ 0 w 53280"/>
              <a:gd name="textAreaRight" fmla="*/ 53640 w 5328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2531" h="1356">
                <a:moveTo>
                  <a:pt x="123" y="0"/>
                </a:moveTo>
                <a:cubicBezTo>
                  <a:pt x="49" y="0"/>
                  <a:pt x="1" y="139"/>
                  <a:pt x="80" y="192"/>
                </a:cubicBezTo>
                <a:cubicBezTo>
                  <a:pt x="770" y="685"/>
                  <a:pt x="1559" y="1079"/>
                  <a:pt x="2380" y="1342"/>
                </a:cubicBezTo>
                <a:cubicBezTo>
                  <a:pt x="2399" y="1351"/>
                  <a:pt x="2415" y="1355"/>
                  <a:pt x="2429" y="1355"/>
                </a:cubicBezTo>
                <a:cubicBezTo>
                  <a:pt x="2518" y="1355"/>
                  <a:pt x="2531" y="1201"/>
                  <a:pt x="2446" y="1145"/>
                </a:cubicBezTo>
                <a:cubicBezTo>
                  <a:pt x="1624" y="882"/>
                  <a:pt x="869" y="487"/>
                  <a:pt x="179" y="27"/>
                </a:cubicBezTo>
                <a:cubicBezTo>
                  <a:pt x="160" y="8"/>
                  <a:pt x="140" y="0"/>
                  <a:pt x="1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29" name="Google Shape;1693;p11"/>
          <p:cNvSpPr/>
          <p:nvPr/>
        </p:nvSpPr>
        <p:spPr>
          <a:xfrm>
            <a:off x="8052480" y="4669200"/>
            <a:ext cx="57240" cy="36000"/>
          </a:xfrm>
          <a:custGeom>
            <a:avLst/>
            <a:gdLst>
              <a:gd name="textAreaLeft" fmla="*/ 0 w 57240"/>
              <a:gd name="textAreaRight" fmla="*/ 57600 w 5724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2726" h="1721">
                <a:moveTo>
                  <a:pt x="142" y="0"/>
                </a:moveTo>
                <a:cubicBezTo>
                  <a:pt x="64" y="0"/>
                  <a:pt x="1" y="111"/>
                  <a:pt x="78" y="163"/>
                </a:cubicBezTo>
                <a:lnTo>
                  <a:pt x="45" y="163"/>
                </a:lnTo>
                <a:cubicBezTo>
                  <a:pt x="801" y="787"/>
                  <a:pt x="1622" y="1313"/>
                  <a:pt x="2509" y="1707"/>
                </a:cubicBezTo>
                <a:cubicBezTo>
                  <a:pt x="2528" y="1716"/>
                  <a:pt x="2546" y="1720"/>
                  <a:pt x="2563" y="1720"/>
                </a:cubicBezTo>
                <a:cubicBezTo>
                  <a:pt x="2665" y="1720"/>
                  <a:pt x="2725" y="1571"/>
                  <a:pt x="2641" y="1543"/>
                </a:cubicBezTo>
                <a:cubicBezTo>
                  <a:pt x="1753" y="1148"/>
                  <a:pt x="932" y="655"/>
                  <a:pt x="209" y="31"/>
                </a:cubicBezTo>
                <a:cubicBezTo>
                  <a:pt x="187" y="9"/>
                  <a:pt x="164" y="0"/>
                  <a:pt x="14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0" name="Google Shape;1694;p11"/>
          <p:cNvSpPr/>
          <p:nvPr/>
        </p:nvSpPr>
        <p:spPr>
          <a:xfrm>
            <a:off x="8052840" y="4660200"/>
            <a:ext cx="56520" cy="36000"/>
          </a:xfrm>
          <a:custGeom>
            <a:avLst/>
            <a:gdLst>
              <a:gd name="textAreaLeft" fmla="*/ 0 w 56520"/>
              <a:gd name="textAreaRight" fmla="*/ 56880 w 5652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2686" h="1725">
                <a:moveTo>
                  <a:pt x="130" y="0"/>
                </a:moveTo>
                <a:cubicBezTo>
                  <a:pt x="56" y="0"/>
                  <a:pt x="1" y="92"/>
                  <a:pt x="75" y="166"/>
                </a:cubicBezTo>
                <a:cubicBezTo>
                  <a:pt x="798" y="824"/>
                  <a:pt x="1619" y="1349"/>
                  <a:pt x="2539" y="1711"/>
                </a:cubicBezTo>
                <a:cubicBezTo>
                  <a:pt x="2553" y="1720"/>
                  <a:pt x="2566" y="1724"/>
                  <a:pt x="2578" y="1724"/>
                </a:cubicBezTo>
                <a:cubicBezTo>
                  <a:pt x="2652" y="1724"/>
                  <a:pt x="2685" y="1570"/>
                  <a:pt x="2572" y="1514"/>
                </a:cubicBezTo>
                <a:cubicBezTo>
                  <a:pt x="1718" y="1152"/>
                  <a:pt x="896" y="659"/>
                  <a:pt x="206" y="35"/>
                </a:cubicBezTo>
                <a:cubicBezTo>
                  <a:pt x="181" y="10"/>
                  <a:pt x="155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1" name="Google Shape;1695;p11"/>
          <p:cNvSpPr/>
          <p:nvPr/>
        </p:nvSpPr>
        <p:spPr>
          <a:xfrm>
            <a:off x="8058960" y="4646880"/>
            <a:ext cx="57240" cy="43920"/>
          </a:xfrm>
          <a:custGeom>
            <a:avLst/>
            <a:gdLst>
              <a:gd name="textAreaLeft" fmla="*/ 0 w 57240"/>
              <a:gd name="textAreaRight" fmla="*/ 57600 w 57240"/>
              <a:gd name="textAreaTop" fmla="*/ 0 h 43920"/>
              <a:gd name="textAreaBottom" fmla="*/ 44280 h 43920"/>
            </a:gdLst>
            <a:ahLst/>
            <a:cxnLst/>
            <a:rect l="textAreaLeft" t="textAreaTop" r="textAreaRight" b="textAreaBottom"/>
            <a:pathLst>
              <a:path w="2718" h="2087">
                <a:moveTo>
                  <a:pt x="130" y="1"/>
                </a:moveTo>
                <a:cubicBezTo>
                  <a:pt x="56" y="1"/>
                  <a:pt x="0" y="93"/>
                  <a:pt x="74" y="167"/>
                </a:cubicBezTo>
                <a:cubicBezTo>
                  <a:pt x="797" y="923"/>
                  <a:pt x="1586" y="1580"/>
                  <a:pt x="2506" y="2073"/>
                </a:cubicBezTo>
                <a:cubicBezTo>
                  <a:pt x="2520" y="2082"/>
                  <a:pt x="2534" y="2086"/>
                  <a:pt x="2548" y="2086"/>
                </a:cubicBezTo>
                <a:cubicBezTo>
                  <a:pt x="2636" y="2086"/>
                  <a:pt x="2718" y="1932"/>
                  <a:pt x="2605" y="1876"/>
                </a:cubicBezTo>
                <a:cubicBezTo>
                  <a:pt x="1717" y="1383"/>
                  <a:pt x="896" y="759"/>
                  <a:pt x="206" y="36"/>
                </a:cubicBezTo>
                <a:cubicBezTo>
                  <a:pt x="181" y="11"/>
                  <a:pt x="154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2" name="Google Shape;1696;p11"/>
          <p:cNvSpPr/>
          <p:nvPr/>
        </p:nvSpPr>
        <p:spPr>
          <a:xfrm>
            <a:off x="8057880" y="4637160"/>
            <a:ext cx="44280" cy="32040"/>
          </a:xfrm>
          <a:custGeom>
            <a:avLst/>
            <a:gdLst>
              <a:gd name="textAreaLeft" fmla="*/ 0 w 44280"/>
              <a:gd name="textAreaRight" fmla="*/ 44640 w 44280"/>
              <a:gd name="textAreaTop" fmla="*/ 0 h 32040"/>
              <a:gd name="textAreaBottom" fmla="*/ 32400 h 32040"/>
            </a:gdLst>
            <a:ahLst/>
            <a:cxnLst/>
            <a:rect l="textAreaLeft" t="textAreaTop" r="textAreaRight" b="textAreaBottom"/>
            <a:pathLst>
              <a:path w="2108" h="1531">
                <a:moveTo>
                  <a:pt x="255" y="1"/>
                </a:moveTo>
                <a:cubicBezTo>
                  <a:pt x="81" y="1"/>
                  <a:pt x="1" y="239"/>
                  <a:pt x="124" y="332"/>
                </a:cubicBezTo>
                <a:cubicBezTo>
                  <a:pt x="223" y="398"/>
                  <a:pt x="289" y="464"/>
                  <a:pt x="387" y="529"/>
                </a:cubicBezTo>
                <a:lnTo>
                  <a:pt x="716" y="727"/>
                </a:lnTo>
                <a:lnTo>
                  <a:pt x="1899" y="1515"/>
                </a:lnTo>
                <a:cubicBezTo>
                  <a:pt x="1920" y="1526"/>
                  <a:pt x="1940" y="1530"/>
                  <a:pt x="1959" y="1530"/>
                </a:cubicBezTo>
                <a:cubicBezTo>
                  <a:pt x="2056" y="1530"/>
                  <a:pt x="2108" y="1406"/>
                  <a:pt x="1997" y="1351"/>
                </a:cubicBezTo>
                <a:lnTo>
                  <a:pt x="1110" y="759"/>
                </a:lnTo>
                <a:lnTo>
                  <a:pt x="683" y="464"/>
                </a:lnTo>
                <a:lnTo>
                  <a:pt x="486" y="332"/>
                </a:lnTo>
                <a:lnTo>
                  <a:pt x="354" y="234"/>
                </a:lnTo>
                <a:lnTo>
                  <a:pt x="322" y="201"/>
                </a:lnTo>
                <a:cubicBezTo>
                  <a:pt x="316" y="195"/>
                  <a:pt x="311" y="192"/>
                  <a:pt x="305" y="190"/>
                </a:cubicBezTo>
                <a:lnTo>
                  <a:pt x="305" y="190"/>
                </a:lnTo>
                <a:cubicBezTo>
                  <a:pt x="375" y="147"/>
                  <a:pt x="388" y="29"/>
                  <a:pt x="289" y="4"/>
                </a:cubicBezTo>
                <a:cubicBezTo>
                  <a:pt x="277" y="2"/>
                  <a:pt x="266" y="1"/>
                  <a:pt x="2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3" name="Google Shape;1697;p11"/>
          <p:cNvSpPr/>
          <p:nvPr/>
        </p:nvSpPr>
        <p:spPr>
          <a:xfrm>
            <a:off x="8061480" y="4623840"/>
            <a:ext cx="42120" cy="28440"/>
          </a:xfrm>
          <a:custGeom>
            <a:avLst/>
            <a:gdLst>
              <a:gd name="textAreaLeft" fmla="*/ 0 w 42120"/>
              <a:gd name="textAreaRight" fmla="*/ 42480 w 4212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2010" h="1369">
                <a:moveTo>
                  <a:pt x="145" y="0"/>
                </a:moveTo>
                <a:cubicBezTo>
                  <a:pt x="81" y="0"/>
                  <a:pt x="1" y="57"/>
                  <a:pt x="21" y="138"/>
                </a:cubicBezTo>
                <a:cubicBezTo>
                  <a:pt x="54" y="269"/>
                  <a:pt x="153" y="401"/>
                  <a:pt x="284" y="466"/>
                </a:cubicBezTo>
                <a:lnTo>
                  <a:pt x="810" y="762"/>
                </a:lnTo>
                <a:cubicBezTo>
                  <a:pt x="1138" y="959"/>
                  <a:pt x="1467" y="1156"/>
                  <a:pt x="1796" y="1354"/>
                </a:cubicBezTo>
                <a:cubicBezTo>
                  <a:pt x="1817" y="1364"/>
                  <a:pt x="1837" y="1369"/>
                  <a:pt x="1856" y="1369"/>
                </a:cubicBezTo>
                <a:cubicBezTo>
                  <a:pt x="1954" y="1369"/>
                  <a:pt x="2010" y="1244"/>
                  <a:pt x="1927" y="1189"/>
                </a:cubicBezTo>
                <a:cubicBezTo>
                  <a:pt x="1598" y="1025"/>
                  <a:pt x="1303" y="828"/>
                  <a:pt x="974" y="631"/>
                </a:cubicBezTo>
                <a:lnTo>
                  <a:pt x="514" y="368"/>
                </a:lnTo>
                <a:cubicBezTo>
                  <a:pt x="415" y="302"/>
                  <a:pt x="251" y="203"/>
                  <a:pt x="218" y="72"/>
                </a:cubicBezTo>
                <a:cubicBezTo>
                  <a:pt x="218" y="22"/>
                  <a:pt x="185" y="0"/>
                  <a:pt x="14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4" name="Google Shape;1698;p11"/>
          <p:cNvSpPr/>
          <p:nvPr/>
        </p:nvSpPr>
        <p:spPr>
          <a:xfrm>
            <a:off x="8068320" y="4615920"/>
            <a:ext cx="36000" cy="24120"/>
          </a:xfrm>
          <a:custGeom>
            <a:avLst/>
            <a:gdLst>
              <a:gd name="textAreaLeft" fmla="*/ 0 w 36000"/>
              <a:gd name="textAreaRight" fmla="*/ 36360 w 3600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1725" h="1153">
                <a:moveTo>
                  <a:pt x="98" y="0"/>
                </a:moveTo>
                <a:cubicBezTo>
                  <a:pt x="72" y="0"/>
                  <a:pt x="53" y="16"/>
                  <a:pt x="34" y="55"/>
                </a:cubicBezTo>
                <a:cubicBezTo>
                  <a:pt x="1" y="88"/>
                  <a:pt x="1" y="153"/>
                  <a:pt x="67" y="186"/>
                </a:cubicBezTo>
                <a:cubicBezTo>
                  <a:pt x="527" y="548"/>
                  <a:pt x="1019" y="843"/>
                  <a:pt x="1512" y="1139"/>
                </a:cubicBezTo>
                <a:cubicBezTo>
                  <a:pt x="1531" y="1148"/>
                  <a:pt x="1548" y="1152"/>
                  <a:pt x="1565" y="1152"/>
                </a:cubicBezTo>
                <a:cubicBezTo>
                  <a:pt x="1667" y="1152"/>
                  <a:pt x="1724" y="999"/>
                  <a:pt x="1611" y="942"/>
                </a:cubicBezTo>
                <a:cubicBezTo>
                  <a:pt x="1118" y="679"/>
                  <a:pt x="625" y="350"/>
                  <a:pt x="165" y="22"/>
                </a:cubicBezTo>
                <a:cubicBezTo>
                  <a:pt x="138" y="8"/>
                  <a:pt x="116" y="0"/>
                  <a:pt x="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5" name="Google Shape;1699;p11"/>
          <p:cNvSpPr/>
          <p:nvPr/>
        </p:nvSpPr>
        <p:spPr>
          <a:xfrm>
            <a:off x="8069760" y="4608360"/>
            <a:ext cx="29520" cy="17640"/>
          </a:xfrm>
          <a:custGeom>
            <a:avLst/>
            <a:gdLst>
              <a:gd name="textAreaLeft" fmla="*/ 0 w 29520"/>
              <a:gd name="textAreaRight" fmla="*/ 29880 w 2952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414" h="844">
                <a:moveTo>
                  <a:pt x="88" y="1"/>
                </a:moveTo>
                <a:cubicBezTo>
                  <a:pt x="56" y="1"/>
                  <a:pt x="33" y="17"/>
                  <a:pt x="33" y="55"/>
                </a:cubicBezTo>
                <a:cubicBezTo>
                  <a:pt x="1" y="88"/>
                  <a:pt x="1" y="154"/>
                  <a:pt x="66" y="187"/>
                </a:cubicBezTo>
                <a:lnTo>
                  <a:pt x="33" y="187"/>
                </a:lnTo>
                <a:cubicBezTo>
                  <a:pt x="428" y="450"/>
                  <a:pt x="855" y="680"/>
                  <a:pt x="1282" y="844"/>
                </a:cubicBezTo>
                <a:cubicBezTo>
                  <a:pt x="1348" y="844"/>
                  <a:pt x="1381" y="811"/>
                  <a:pt x="1414" y="778"/>
                </a:cubicBezTo>
                <a:cubicBezTo>
                  <a:pt x="1414" y="712"/>
                  <a:pt x="1381" y="647"/>
                  <a:pt x="1348" y="647"/>
                </a:cubicBezTo>
                <a:cubicBezTo>
                  <a:pt x="921" y="482"/>
                  <a:pt x="526" y="285"/>
                  <a:pt x="165" y="22"/>
                </a:cubicBezTo>
                <a:cubicBezTo>
                  <a:pt x="138" y="9"/>
                  <a:pt x="110" y="1"/>
                  <a:pt x="8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6" name="Google Shape;1700;p11"/>
          <p:cNvSpPr/>
          <p:nvPr/>
        </p:nvSpPr>
        <p:spPr>
          <a:xfrm>
            <a:off x="8069760" y="4599360"/>
            <a:ext cx="21600" cy="12600"/>
          </a:xfrm>
          <a:custGeom>
            <a:avLst/>
            <a:gdLst>
              <a:gd name="textAreaLeft" fmla="*/ 0 w 21600"/>
              <a:gd name="textAreaRight" fmla="*/ 21960 w 216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039" h="620">
                <a:moveTo>
                  <a:pt x="129" y="1"/>
                </a:moveTo>
                <a:cubicBezTo>
                  <a:pt x="96" y="1"/>
                  <a:pt x="57" y="24"/>
                  <a:pt x="33" y="47"/>
                </a:cubicBezTo>
                <a:cubicBezTo>
                  <a:pt x="1" y="113"/>
                  <a:pt x="33" y="146"/>
                  <a:pt x="66" y="179"/>
                </a:cubicBezTo>
                <a:lnTo>
                  <a:pt x="822" y="606"/>
                </a:lnTo>
                <a:cubicBezTo>
                  <a:pt x="836" y="615"/>
                  <a:pt x="851" y="619"/>
                  <a:pt x="865" y="619"/>
                </a:cubicBezTo>
                <a:cubicBezTo>
                  <a:pt x="953" y="619"/>
                  <a:pt x="1038" y="470"/>
                  <a:pt x="953" y="441"/>
                </a:cubicBezTo>
                <a:lnTo>
                  <a:pt x="165" y="14"/>
                </a:lnTo>
                <a:cubicBezTo>
                  <a:pt x="155" y="5"/>
                  <a:pt x="143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7" name="Google Shape;1701;p11"/>
          <p:cNvSpPr/>
          <p:nvPr/>
        </p:nvSpPr>
        <p:spPr>
          <a:xfrm>
            <a:off x="8095320" y="4613400"/>
            <a:ext cx="13680" cy="9720"/>
          </a:xfrm>
          <a:custGeom>
            <a:avLst/>
            <a:gdLst>
              <a:gd name="textAreaLeft" fmla="*/ 0 w 13680"/>
              <a:gd name="textAreaRight" fmla="*/ 14040 w 1368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658" h="479">
                <a:moveTo>
                  <a:pt x="21" y="158"/>
                </a:moveTo>
                <a:lnTo>
                  <a:pt x="21" y="158"/>
                </a:lnTo>
                <a:cubicBezTo>
                  <a:pt x="24" y="167"/>
                  <a:pt x="28" y="175"/>
                  <a:pt x="33" y="183"/>
                </a:cubicBezTo>
                <a:lnTo>
                  <a:pt x="21" y="158"/>
                </a:lnTo>
                <a:close/>
                <a:moveTo>
                  <a:pt x="140" y="1"/>
                </a:moveTo>
                <a:cubicBezTo>
                  <a:pt x="72" y="1"/>
                  <a:pt x="9" y="68"/>
                  <a:pt x="16" y="136"/>
                </a:cubicBezTo>
                <a:lnTo>
                  <a:pt x="16" y="136"/>
                </a:lnTo>
                <a:cubicBezTo>
                  <a:pt x="11" y="130"/>
                  <a:pt x="6" y="123"/>
                  <a:pt x="0" y="117"/>
                </a:cubicBezTo>
                <a:lnTo>
                  <a:pt x="0" y="117"/>
                </a:lnTo>
                <a:lnTo>
                  <a:pt x="21" y="158"/>
                </a:lnTo>
                <a:lnTo>
                  <a:pt x="21" y="158"/>
                </a:lnTo>
                <a:cubicBezTo>
                  <a:pt x="19" y="151"/>
                  <a:pt x="17" y="144"/>
                  <a:pt x="16" y="136"/>
                </a:cubicBezTo>
                <a:lnTo>
                  <a:pt x="16" y="136"/>
                </a:lnTo>
                <a:cubicBezTo>
                  <a:pt x="147" y="291"/>
                  <a:pt x="337" y="415"/>
                  <a:pt x="526" y="478"/>
                </a:cubicBezTo>
                <a:cubicBezTo>
                  <a:pt x="559" y="478"/>
                  <a:pt x="625" y="446"/>
                  <a:pt x="625" y="380"/>
                </a:cubicBezTo>
                <a:cubicBezTo>
                  <a:pt x="658" y="347"/>
                  <a:pt x="625" y="281"/>
                  <a:pt x="559" y="281"/>
                </a:cubicBezTo>
                <a:lnTo>
                  <a:pt x="493" y="248"/>
                </a:lnTo>
                <a:lnTo>
                  <a:pt x="460" y="248"/>
                </a:lnTo>
                <a:cubicBezTo>
                  <a:pt x="428" y="216"/>
                  <a:pt x="395" y="183"/>
                  <a:pt x="362" y="183"/>
                </a:cubicBezTo>
                <a:lnTo>
                  <a:pt x="329" y="183"/>
                </a:lnTo>
                <a:lnTo>
                  <a:pt x="296" y="117"/>
                </a:lnTo>
                <a:cubicBezTo>
                  <a:pt x="230" y="84"/>
                  <a:pt x="198" y="51"/>
                  <a:pt x="198" y="18"/>
                </a:cubicBezTo>
                <a:cubicBezTo>
                  <a:pt x="179" y="6"/>
                  <a:pt x="159" y="1"/>
                  <a:pt x="14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8" name="Google Shape;1702;p11"/>
          <p:cNvSpPr/>
          <p:nvPr/>
        </p:nvSpPr>
        <p:spPr>
          <a:xfrm>
            <a:off x="8071920" y="4586040"/>
            <a:ext cx="40680" cy="23400"/>
          </a:xfrm>
          <a:custGeom>
            <a:avLst/>
            <a:gdLst>
              <a:gd name="textAreaLeft" fmla="*/ 0 w 40680"/>
              <a:gd name="textAreaRight" fmla="*/ 41040 w 4068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1937" h="1128">
                <a:moveTo>
                  <a:pt x="154" y="1"/>
                </a:moveTo>
                <a:cubicBezTo>
                  <a:pt x="56" y="1"/>
                  <a:pt x="0" y="125"/>
                  <a:pt x="83" y="180"/>
                </a:cubicBezTo>
                <a:lnTo>
                  <a:pt x="116" y="180"/>
                </a:lnTo>
                <a:lnTo>
                  <a:pt x="1759" y="1100"/>
                </a:lnTo>
                <a:cubicBezTo>
                  <a:pt x="1778" y="1119"/>
                  <a:pt x="1797" y="1127"/>
                  <a:pt x="1814" y="1127"/>
                </a:cubicBezTo>
                <a:cubicBezTo>
                  <a:pt x="1888" y="1127"/>
                  <a:pt x="1937" y="989"/>
                  <a:pt x="1857" y="936"/>
                </a:cubicBezTo>
                <a:lnTo>
                  <a:pt x="214" y="16"/>
                </a:lnTo>
                <a:cubicBezTo>
                  <a:pt x="193" y="5"/>
                  <a:pt x="173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9" name="Google Shape;1703;p11"/>
          <p:cNvSpPr/>
          <p:nvPr/>
        </p:nvSpPr>
        <p:spPr>
          <a:xfrm>
            <a:off x="8077680" y="4573440"/>
            <a:ext cx="37080" cy="21960"/>
          </a:xfrm>
          <a:custGeom>
            <a:avLst/>
            <a:gdLst>
              <a:gd name="textAreaLeft" fmla="*/ 0 w 37080"/>
              <a:gd name="textAreaRight" fmla="*/ 37440 w 3708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773" h="1062">
                <a:moveTo>
                  <a:pt x="140" y="0"/>
                </a:moveTo>
                <a:cubicBezTo>
                  <a:pt x="49" y="0"/>
                  <a:pt x="0" y="139"/>
                  <a:pt x="80" y="192"/>
                </a:cubicBezTo>
                <a:lnTo>
                  <a:pt x="80" y="159"/>
                </a:lnTo>
                <a:lnTo>
                  <a:pt x="1591" y="1046"/>
                </a:lnTo>
                <a:cubicBezTo>
                  <a:pt x="1607" y="1057"/>
                  <a:pt x="1623" y="1061"/>
                  <a:pt x="1638" y="1061"/>
                </a:cubicBezTo>
                <a:cubicBezTo>
                  <a:pt x="1716" y="1061"/>
                  <a:pt x="1772" y="937"/>
                  <a:pt x="1690" y="882"/>
                </a:cubicBezTo>
                <a:lnTo>
                  <a:pt x="211" y="27"/>
                </a:lnTo>
                <a:cubicBezTo>
                  <a:pt x="186" y="8"/>
                  <a:pt x="161" y="0"/>
                  <a:pt x="14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0" name="Google Shape;1704;p11"/>
          <p:cNvSpPr/>
          <p:nvPr/>
        </p:nvSpPr>
        <p:spPr>
          <a:xfrm>
            <a:off x="8082000" y="4559040"/>
            <a:ext cx="21600" cy="14760"/>
          </a:xfrm>
          <a:custGeom>
            <a:avLst/>
            <a:gdLst>
              <a:gd name="textAreaLeft" fmla="*/ 0 w 21600"/>
              <a:gd name="textAreaRight" fmla="*/ 21960 w 2160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042" h="712">
                <a:moveTo>
                  <a:pt x="115" y="1"/>
                </a:moveTo>
                <a:cubicBezTo>
                  <a:pt x="82" y="1"/>
                  <a:pt x="49" y="17"/>
                  <a:pt x="33" y="50"/>
                </a:cubicBezTo>
                <a:cubicBezTo>
                  <a:pt x="0" y="83"/>
                  <a:pt x="0" y="149"/>
                  <a:pt x="33" y="182"/>
                </a:cubicBezTo>
                <a:lnTo>
                  <a:pt x="66" y="182"/>
                </a:lnTo>
                <a:cubicBezTo>
                  <a:pt x="263" y="445"/>
                  <a:pt x="559" y="642"/>
                  <a:pt x="887" y="707"/>
                </a:cubicBezTo>
                <a:cubicBezTo>
                  <a:pt x="897" y="710"/>
                  <a:pt x="907" y="711"/>
                  <a:pt x="916" y="711"/>
                </a:cubicBezTo>
                <a:cubicBezTo>
                  <a:pt x="1023" y="711"/>
                  <a:pt x="1042" y="541"/>
                  <a:pt x="920" y="510"/>
                </a:cubicBezTo>
                <a:cubicBezTo>
                  <a:pt x="624" y="445"/>
                  <a:pt x="361" y="280"/>
                  <a:pt x="197" y="50"/>
                </a:cubicBezTo>
                <a:cubicBezTo>
                  <a:pt x="181" y="17"/>
                  <a:pt x="148" y="1"/>
                  <a:pt x="11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1" name="Google Shape;1705;p11"/>
          <p:cNvSpPr/>
          <p:nvPr/>
        </p:nvSpPr>
        <p:spPr>
          <a:xfrm>
            <a:off x="8104680" y="4573440"/>
            <a:ext cx="20160" cy="14760"/>
          </a:xfrm>
          <a:custGeom>
            <a:avLst/>
            <a:gdLst>
              <a:gd name="textAreaLeft" fmla="*/ 0 w 20160"/>
              <a:gd name="textAreaRight" fmla="*/ 20520 w 2016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972" h="712">
                <a:moveTo>
                  <a:pt x="147" y="0"/>
                </a:moveTo>
                <a:cubicBezTo>
                  <a:pt x="68" y="0"/>
                  <a:pt x="0" y="76"/>
                  <a:pt x="51" y="153"/>
                </a:cubicBezTo>
                <a:cubicBezTo>
                  <a:pt x="281" y="383"/>
                  <a:pt x="544" y="580"/>
                  <a:pt x="840" y="711"/>
                </a:cubicBezTo>
                <a:cubicBezTo>
                  <a:pt x="906" y="711"/>
                  <a:pt x="939" y="679"/>
                  <a:pt x="971" y="613"/>
                </a:cubicBezTo>
                <a:cubicBezTo>
                  <a:pt x="971" y="580"/>
                  <a:pt x="939" y="514"/>
                  <a:pt x="906" y="514"/>
                </a:cubicBezTo>
                <a:cubicBezTo>
                  <a:pt x="643" y="383"/>
                  <a:pt x="413" y="219"/>
                  <a:pt x="216" y="21"/>
                </a:cubicBezTo>
                <a:cubicBezTo>
                  <a:pt x="193" y="7"/>
                  <a:pt x="169" y="0"/>
                  <a:pt x="14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2" name="Google Shape;1706;p11"/>
          <p:cNvSpPr/>
          <p:nvPr/>
        </p:nvSpPr>
        <p:spPr>
          <a:xfrm>
            <a:off x="8082000" y="4546800"/>
            <a:ext cx="45720" cy="33480"/>
          </a:xfrm>
          <a:custGeom>
            <a:avLst/>
            <a:gdLst>
              <a:gd name="textAreaLeft" fmla="*/ 0 w 45720"/>
              <a:gd name="textAreaRight" fmla="*/ 46080 w 4572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2177" h="1602">
                <a:moveTo>
                  <a:pt x="192" y="0"/>
                </a:moveTo>
                <a:cubicBezTo>
                  <a:pt x="157" y="0"/>
                  <a:pt x="121" y="19"/>
                  <a:pt x="99" y="63"/>
                </a:cubicBezTo>
                <a:lnTo>
                  <a:pt x="99" y="30"/>
                </a:lnTo>
                <a:lnTo>
                  <a:pt x="99" y="30"/>
                </a:lnTo>
                <a:cubicBezTo>
                  <a:pt x="0" y="194"/>
                  <a:pt x="197" y="358"/>
                  <a:pt x="329" y="457"/>
                </a:cubicBezTo>
                <a:lnTo>
                  <a:pt x="887" y="818"/>
                </a:lnTo>
                <a:lnTo>
                  <a:pt x="1972" y="1574"/>
                </a:lnTo>
                <a:cubicBezTo>
                  <a:pt x="1997" y="1593"/>
                  <a:pt x="2021" y="1601"/>
                  <a:pt x="2043" y="1601"/>
                </a:cubicBezTo>
                <a:cubicBezTo>
                  <a:pt x="2133" y="1601"/>
                  <a:pt x="2176" y="1463"/>
                  <a:pt x="2070" y="1410"/>
                </a:cubicBezTo>
                <a:cubicBezTo>
                  <a:pt x="1972" y="1344"/>
                  <a:pt x="263" y="194"/>
                  <a:pt x="263" y="161"/>
                </a:cubicBezTo>
                <a:cubicBezTo>
                  <a:pt x="329" y="74"/>
                  <a:pt x="263" y="0"/>
                  <a:pt x="19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3" name="Google Shape;1707;p11"/>
          <p:cNvSpPr/>
          <p:nvPr/>
        </p:nvSpPr>
        <p:spPr>
          <a:xfrm>
            <a:off x="8082720" y="4536360"/>
            <a:ext cx="33480" cy="21600"/>
          </a:xfrm>
          <a:custGeom>
            <a:avLst/>
            <a:gdLst>
              <a:gd name="textAreaLeft" fmla="*/ 0 w 33480"/>
              <a:gd name="textAreaRight" fmla="*/ 33840 w 3348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1604" h="1030">
                <a:moveTo>
                  <a:pt x="143" y="0"/>
                </a:moveTo>
                <a:cubicBezTo>
                  <a:pt x="64" y="0"/>
                  <a:pt x="0" y="118"/>
                  <a:pt x="78" y="195"/>
                </a:cubicBezTo>
                <a:cubicBezTo>
                  <a:pt x="472" y="524"/>
                  <a:pt x="932" y="787"/>
                  <a:pt x="1392" y="1017"/>
                </a:cubicBezTo>
                <a:cubicBezTo>
                  <a:pt x="1410" y="1026"/>
                  <a:pt x="1428" y="1030"/>
                  <a:pt x="1445" y="1030"/>
                </a:cubicBezTo>
                <a:cubicBezTo>
                  <a:pt x="1547" y="1030"/>
                  <a:pt x="1604" y="876"/>
                  <a:pt x="1491" y="819"/>
                </a:cubicBezTo>
                <a:cubicBezTo>
                  <a:pt x="1031" y="622"/>
                  <a:pt x="603" y="359"/>
                  <a:pt x="209" y="31"/>
                </a:cubicBezTo>
                <a:cubicBezTo>
                  <a:pt x="188" y="9"/>
                  <a:pt x="165" y="0"/>
                  <a:pt x="1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4" name="Google Shape;1708;p11"/>
          <p:cNvSpPr/>
          <p:nvPr/>
        </p:nvSpPr>
        <p:spPr>
          <a:xfrm>
            <a:off x="8085960" y="4523040"/>
            <a:ext cx="46800" cy="30960"/>
          </a:xfrm>
          <a:custGeom>
            <a:avLst/>
            <a:gdLst>
              <a:gd name="textAreaLeft" fmla="*/ 0 w 46800"/>
              <a:gd name="textAreaRight" fmla="*/ 47160 w 46800"/>
              <a:gd name="textAreaTop" fmla="*/ 0 h 30960"/>
              <a:gd name="textAreaBottom" fmla="*/ 31320 h 30960"/>
            </a:gdLst>
            <a:ahLst/>
            <a:cxnLst/>
            <a:rect l="textAreaLeft" t="textAreaTop" r="textAreaRight" b="textAreaBottom"/>
            <a:pathLst>
              <a:path w="2236" h="1477">
                <a:moveTo>
                  <a:pt x="135" y="0"/>
                </a:moveTo>
                <a:cubicBezTo>
                  <a:pt x="56" y="0"/>
                  <a:pt x="0" y="125"/>
                  <a:pt x="83" y="180"/>
                </a:cubicBezTo>
                <a:lnTo>
                  <a:pt x="2055" y="1461"/>
                </a:lnTo>
                <a:cubicBezTo>
                  <a:pt x="2070" y="1472"/>
                  <a:pt x="2086" y="1477"/>
                  <a:pt x="2101" y="1477"/>
                </a:cubicBezTo>
                <a:cubicBezTo>
                  <a:pt x="2179" y="1477"/>
                  <a:pt x="2236" y="1347"/>
                  <a:pt x="2153" y="1264"/>
                </a:cubicBezTo>
                <a:lnTo>
                  <a:pt x="181" y="16"/>
                </a:ln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5" name="Google Shape;1709;p11"/>
          <p:cNvSpPr/>
          <p:nvPr/>
        </p:nvSpPr>
        <p:spPr>
          <a:xfrm>
            <a:off x="8086680" y="4508640"/>
            <a:ext cx="31680" cy="21240"/>
          </a:xfrm>
          <a:custGeom>
            <a:avLst/>
            <a:gdLst>
              <a:gd name="textAreaLeft" fmla="*/ 0 w 31680"/>
              <a:gd name="textAreaRight" fmla="*/ 32040 w 3168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1510" h="1029">
                <a:moveTo>
                  <a:pt x="122" y="0"/>
                </a:moveTo>
                <a:cubicBezTo>
                  <a:pt x="49" y="0"/>
                  <a:pt x="0" y="139"/>
                  <a:pt x="80" y="192"/>
                </a:cubicBezTo>
                <a:lnTo>
                  <a:pt x="1328" y="1013"/>
                </a:lnTo>
                <a:cubicBezTo>
                  <a:pt x="1344" y="1024"/>
                  <a:pt x="1360" y="1028"/>
                  <a:pt x="1375" y="1028"/>
                </a:cubicBezTo>
                <a:cubicBezTo>
                  <a:pt x="1454" y="1028"/>
                  <a:pt x="1510" y="904"/>
                  <a:pt x="1427" y="849"/>
                </a:cubicBezTo>
                <a:lnTo>
                  <a:pt x="178" y="27"/>
                </a:lnTo>
                <a:cubicBezTo>
                  <a:pt x="159" y="8"/>
                  <a:pt x="140" y="0"/>
                  <a:pt x="12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6" name="Google Shape;1710;p11"/>
          <p:cNvSpPr/>
          <p:nvPr/>
        </p:nvSpPr>
        <p:spPr>
          <a:xfrm>
            <a:off x="8085240" y="4494960"/>
            <a:ext cx="40680" cy="25920"/>
          </a:xfrm>
          <a:custGeom>
            <a:avLst/>
            <a:gdLst>
              <a:gd name="textAreaLeft" fmla="*/ 0 w 40680"/>
              <a:gd name="textAreaRight" fmla="*/ 41040 w 4068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1938" h="1245">
                <a:moveTo>
                  <a:pt x="135" y="0"/>
                </a:moveTo>
                <a:cubicBezTo>
                  <a:pt x="57" y="0"/>
                  <a:pt x="0" y="129"/>
                  <a:pt x="83" y="212"/>
                </a:cubicBezTo>
                <a:cubicBezTo>
                  <a:pt x="609" y="574"/>
                  <a:pt x="1167" y="902"/>
                  <a:pt x="1726" y="1231"/>
                </a:cubicBezTo>
                <a:cubicBezTo>
                  <a:pt x="1744" y="1240"/>
                  <a:pt x="1762" y="1244"/>
                  <a:pt x="1779" y="1244"/>
                </a:cubicBezTo>
                <a:cubicBezTo>
                  <a:pt x="1881" y="1244"/>
                  <a:pt x="1938" y="1090"/>
                  <a:pt x="1825" y="1034"/>
                </a:cubicBezTo>
                <a:cubicBezTo>
                  <a:pt x="1266" y="738"/>
                  <a:pt x="740" y="377"/>
                  <a:pt x="182" y="15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7" name="Google Shape;1711;p11"/>
          <p:cNvSpPr/>
          <p:nvPr/>
        </p:nvSpPr>
        <p:spPr>
          <a:xfrm>
            <a:off x="8091720" y="4467600"/>
            <a:ext cx="37800" cy="25560"/>
          </a:xfrm>
          <a:custGeom>
            <a:avLst/>
            <a:gdLst>
              <a:gd name="textAreaLeft" fmla="*/ 0 w 37800"/>
              <a:gd name="textAreaRight" fmla="*/ 38160 w 378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1799" h="1229">
                <a:moveTo>
                  <a:pt x="143" y="0"/>
                </a:moveTo>
                <a:cubicBezTo>
                  <a:pt x="64" y="0"/>
                  <a:pt x="1" y="118"/>
                  <a:pt x="78" y="195"/>
                </a:cubicBezTo>
                <a:cubicBezTo>
                  <a:pt x="538" y="589"/>
                  <a:pt x="1031" y="951"/>
                  <a:pt x="1589" y="1214"/>
                </a:cubicBezTo>
                <a:cubicBezTo>
                  <a:pt x="1611" y="1224"/>
                  <a:pt x="1631" y="1229"/>
                  <a:pt x="1650" y="1229"/>
                </a:cubicBezTo>
                <a:cubicBezTo>
                  <a:pt x="1747" y="1229"/>
                  <a:pt x="1798" y="1104"/>
                  <a:pt x="1688" y="1049"/>
                </a:cubicBezTo>
                <a:cubicBezTo>
                  <a:pt x="1162" y="754"/>
                  <a:pt x="669" y="425"/>
                  <a:pt x="209" y="31"/>
                </a:cubicBezTo>
                <a:cubicBezTo>
                  <a:pt x="188" y="9"/>
                  <a:pt x="165" y="0"/>
                  <a:pt x="1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8" name="Google Shape;1712;p11"/>
          <p:cNvSpPr/>
          <p:nvPr/>
        </p:nvSpPr>
        <p:spPr>
          <a:xfrm>
            <a:off x="8093160" y="4486680"/>
            <a:ext cx="19080" cy="13320"/>
          </a:xfrm>
          <a:custGeom>
            <a:avLst/>
            <a:gdLst>
              <a:gd name="textAreaLeft" fmla="*/ 0 w 19080"/>
              <a:gd name="textAreaRight" fmla="*/ 19440 w 1908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921" h="650">
                <a:moveTo>
                  <a:pt x="116" y="0"/>
                </a:moveTo>
                <a:cubicBezTo>
                  <a:pt x="91" y="0"/>
                  <a:pt x="67" y="8"/>
                  <a:pt x="34" y="25"/>
                </a:cubicBezTo>
                <a:cubicBezTo>
                  <a:pt x="1" y="58"/>
                  <a:pt x="1" y="123"/>
                  <a:pt x="34" y="156"/>
                </a:cubicBezTo>
                <a:cubicBezTo>
                  <a:pt x="231" y="386"/>
                  <a:pt x="494" y="551"/>
                  <a:pt x="757" y="649"/>
                </a:cubicBezTo>
                <a:cubicBezTo>
                  <a:pt x="822" y="649"/>
                  <a:pt x="888" y="616"/>
                  <a:pt x="888" y="551"/>
                </a:cubicBezTo>
                <a:cubicBezTo>
                  <a:pt x="921" y="518"/>
                  <a:pt x="888" y="452"/>
                  <a:pt x="822" y="452"/>
                </a:cubicBezTo>
                <a:cubicBezTo>
                  <a:pt x="691" y="386"/>
                  <a:pt x="592" y="353"/>
                  <a:pt x="494" y="288"/>
                </a:cubicBezTo>
                <a:lnTo>
                  <a:pt x="395" y="222"/>
                </a:lnTo>
                <a:lnTo>
                  <a:pt x="362" y="189"/>
                </a:lnTo>
                <a:lnTo>
                  <a:pt x="329" y="156"/>
                </a:lnTo>
                <a:cubicBezTo>
                  <a:pt x="264" y="123"/>
                  <a:pt x="231" y="58"/>
                  <a:pt x="198" y="25"/>
                </a:cubicBezTo>
                <a:cubicBezTo>
                  <a:pt x="165" y="8"/>
                  <a:pt x="140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9" name="Google Shape;1713;p11"/>
          <p:cNvSpPr/>
          <p:nvPr/>
        </p:nvSpPr>
        <p:spPr>
          <a:xfrm>
            <a:off x="8122320" y="4502160"/>
            <a:ext cx="15840" cy="9360"/>
          </a:xfrm>
          <a:custGeom>
            <a:avLst/>
            <a:gdLst>
              <a:gd name="textAreaLeft" fmla="*/ 0 w 15840"/>
              <a:gd name="textAreaRight" fmla="*/ 16200 w 15840"/>
              <a:gd name="textAreaTop" fmla="*/ 0 h 9360"/>
              <a:gd name="textAreaBottom" fmla="*/ 9720 h 9360"/>
            </a:gdLst>
            <a:ahLst/>
            <a:cxnLst/>
            <a:rect l="textAreaLeft" t="textAreaTop" r="textAreaRight" b="textAreaBottom"/>
            <a:pathLst>
              <a:path w="768" h="463">
                <a:moveTo>
                  <a:pt x="105" y="1"/>
                </a:moveTo>
                <a:cubicBezTo>
                  <a:pt x="42" y="1"/>
                  <a:pt x="0" y="83"/>
                  <a:pt x="37" y="154"/>
                </a:cubicBezTo>
                <a:lnTo>
                  <a:pt x="37" y="154"/>
                </a:lnTo>
                <a:cubicBezTo>
                  <a:pt x="29" y="148"/>
                  <a:pt x="20" y="141"/>
                  <a:pt x="12" y="134"/>
                </a:cubicBezTo>
                <a:lnTo>
                  <a:pt x="12" y="134"/>
                </a:lnTo>
                <a:lnTo>
                  <a:pt x="45" y="167"/>
                </a:lnTo>
                <a:cubicBezTo>
                  <a:pt x="42" y="163"/>
                  <a:pt x="39" y="159"/>
                  <a:pt x="37" y="154"/>
                </a:cubicBezTo>
                <a:lnTo>
                  <a:pt x="37" y="154"/>
                </a:lnTo>
                <a:cubicBezTo>
                  <a:pt x="196" y="279"/>
                  <a:pt x="383" y="400"/>
                  <a:pt x="571" y="463"/>
                </a:cubicBezTo>
                <a:cubicBezTo>
                  <a:pt x="702" y="463"/>
                  <a:pt x="768" y="299"/>
                  <a:pt x="636" y="266"/>
                </a:cubicBezTo>
                <a:lnTo>
                  <a:pt x="571" y="233"/>
                </a:lnTo>
                <a:lnTo>
                  <a:pt x="538" y="233"/>
                </a:lnTo>
                <a:lnTo>
                  <a:pt x="406" y="167"/>
                </a:lnTo>
                <a:lnTo>
                  <a:pt x="275" y="101"/>
                </a:lnTo>
                <a:lnTo>
                  <a:pt x="209" y="36"/>
                </a:lnTo>
                <a:lnTo>
                  <a:pt x="176" y="36"/>
                </a:lnTo>
                <a:cubicBezTo>
                  <a:pt x="152" y="11"/>
                  <a:pt x="127" y="1"/>
                  <a:pt x="10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0" name="Google Shape;1714;p11"/>
          <p:cNvSpPr/>
          <p:nvPr/>
        </p:nvSpPr>
        <p:spPr>
          <a:xfrm>
            <a:off x="8088120" y="4443480"/>
            <a:ext cx="42120" cy="32040"/>
          </a:xfrm>
          <a:custGeom>
            <a:avLst/>
            <a:gdLst>
              <a:gd name="textAreaLeft" fmla="*/ 0 w 42120"/>
              <a:gd name="textAreaRight" fmla="*/ 42480 w 42120"/>
              <a:gd name="textAreaTop" fmla="*/ 0 h 32040"/>
              <a:gd name="textAreaBottom" fmla="*/ 32400 h 32040"/>
            </a:gdLst>
            <a:ahLst/>
            <a:cxnLst/>
            <a:rect l="textAreaLeft" t="textAreaTop" r="textAreaRight" b="textAreaBottom"/>
            <a:pathLst>
              <a:path w="2001" h="1525">
                <a:moveTo>
                  <a:pt x="155" y="1"/>
                </a:moveTo>
                <a:cubicBezTo>
                  <a:pt x="72" y="1"/>
                  <a:pt x="0" y="103"/>
                  <a:pt x="80" y="183"/>
                </a:cubicBezTo>
                <a:cubicBezTo>
                  <a:pt x="606" y="676"/>
                  <a:pt x="1198" y="1103"/>
                  <a:pt x="1822" y="1497"/>
                </a:cubicBezTo>
                <a:cubicBezTo>
                  <a:pt x="1841" y="1516"/>
                  <a:pt x="1860" y="1524"/>
                  <a:pt x="1878" y="1524"/>
                </a:cubicBezTo>
                <a:cubicBezTo>
                  <a:pt x="1951" y="1524"/>
                  <a:pt x="2000" y="1386"/>
                  <a:pt x="1921" y="1333"/>
                </a:cubicBezTo>
                <a:cubicBezTo>
                  <a:pt x="1329" y="939"/>
                  <a:pt x="738" y="511"/>
                  <a:pt x="212" y="19"/>
                </a:cubicBezTo>
                <a:cubicBezTo>
                  <a:pt x="193" y="6"/>
                  <a:pt x="174" y="1"/>
                  <a:pt x="1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1" name="Google Shape;1715;p11"/>
          <p:cNvSpPr/>
          <p:nvPr/>
        </p:nvSpPr>
        <p:spPr>
          <a:xfrm>
            <a:off x="8088120" y="4429800"/>
            <a:ext cx="34200" cy="23400"/>
          </a:xfrm>
          <a:custGeom>
            <a:avLst/>
            <a:gdLst>
              <a:gd name="textAreaLeft" fmla="*/ 0 w 34200"/>
              <a:gd name="textAreaRight" fmla="*/ 34560 w 3420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1641" h="1124">
                <a:moveTo>
                  <a:pt x="130" y="0"/>
                </a:moveTo>
                <a:cubicBezTo>
                  <a:pt x="56" y="0"/>
                  <a:pt x="1" y="93"/>
                  <a:pt x="74" y="167"/>
                </a:cubicBezTo>
                <a:cubicBezTo>
                  <a:pt x="469" y="561"/>
                  <a:pt x="929" y="857"/>
                  <a:pt x="1422" y="1120"/>
                </a:cubicBezTo>
                <a:cubicBezTo>
                  <a:pt x="1434" y="1122"/>
                  <a:pt x="1445" y="1124"/>
                  <a:pt x="1456" y="1124"/>
                </a:cubicBezTo>
                <a:cubicBezTo>
                  <a:pt x="1569" y="1124"/>
                  <a:pt x="1640" y="982"/>
                  <a:pt x="1520" y="922"/>
                </a:cubicBezTo>
                <a:cubicBezTo>
                  <a:pt x="1060" y="692"/>
                  <a:pt x="600" y="397"/>
                  <a:pt x="206" y="35"/>
                </a:cubicBezTo>
                <a:cubicBezTo>
                  <a:pt x="181" y="11"/>
                  <a:pt x="155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2" name="Google Shape;1716;p11"/>
          <p:cNvSpPr/>
          <p:nvPr/>
        </p:nvSpPr>
        <p:spPr>
          <a:xfrm>
            <a:off x="8117640" y="4440600"/>
            <a:ext cx="23760" cy="13320"/>
          </a:xfrm>
          <a:custGeom>
            <a:avLst/>
            <a:gdLst>
              <a:gd name="textAreaLeft" fmla="*/ 0 w 23760"/>
              <a:gd name="textAreaRight" fmla="*/ 24120 w 2376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141" h="654">
                <a:moveTo>
                  <a:pt x="104" y="0"/>
                </a:moveTo>
                <a:cubicBezTo>
                  <a:pt x="75" y="0"/>
                  <a:pt x="50" y="9"/>
                  <a:pt x="34" y="25"/>
                </a:cubicBezTo>
                <a:cubicBezTo>
                  <a:pt x="1" y="58"/>
                  <a:pt x="1" y="124"/>
                  <a:pt x="34" y="157"/>
                </a:cubicBezTo>
                <a:cubicBezTo>
                  <a:pt x="297" y="419"/>
                  <a:pt x="625" y="584"/>
                  <a:pt x="954" y="649"/>
                </a:cubicBezTo>
                <a:cubicBezTo>
                  <a:pt x="964" y="652"/>
                  <a:pt x="974" y="653"/>
                  <a:pt x="983" y="653"/>
                </a:cubicBezTo>
                <a:cubicBezTo>
                  <a:pt x="1094" y="653"/>
                  <a:pt x="1141" y="483"/>
                  <a:pt x="1020" y="452"/>
                </a:cubicBezTo>
                <a:cubicBezTo>
                  <a:pt x="691" y="387"/>
                  <a:pt x="428" y="222"/>
                  <a:pt x="198" y="25"/>
                </a:cubicBezTo>
                <a:cubicBezTo>
                  <a:pt x="165" y="9"/>
                  <a:pt x="132" y="0"/>
                  <a:pt x="10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3" name="Google Shape;1717;p11"/>
          <p:cNvSpPr/>
          <p:nvPr/>
        </p:nvSpPr>
        <p:spPr>
          <a:xfrm>
            <a:off x="8085960" y="4416120"/>
            <a:ext cx="33120" cy="20520"/>
          </a:xfrm>
          <a:custGeom>
            <a:avLst/>
            <a:gdLst>
              <a:gd name="textAreaLeft" fmla="*/ 0 w 33120"/>
              <a:gd name="textAreaRight" fmla="*/ 33480 w 3312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585" h="992">
                <a:moveTo>
                  <a:pt x="138" y="0"/>
                </a:moveTo>
                <a:cubicBezTo>
                  <a:pt x="62" y="0"/>
                  <a:pt x="1" y="92"/>
                  <a:pt x="50" y="166"/>
                </a:cubicBezTo>
                <a:cubicBezTo>
                  <a:pt x="444" y="561"/>
                  <a:pt x="904" y="856"/>
                  <a:pt x="1430" y="988"/>
                </a:cubicBezTo>
                <a:cubicBezTo>
                  <a:pt x="1440" y="990"/>
                  <a:pt x="1450" y="992"/>
                  <a:pt x="1459" y="992"/>
                </a:cubicBezTo>
                <a:cubicBezTo>
                  <a:pt x="1566" y="992"/>
                  <a:pt x="1584" y="821"/>
                  <a:pt x="1463" y="791"/>
                </a:cubicBezTo>
                <a:cubicBezTo>
                  <a:pt x="1003" y="659"/>
                  <a:pt x="543" y="396"/>
                  <a:pt x="214" y="35"/>
                </a:cubicBezTo>
                <a:cubicBezTo>
                  <a:pt x="190" y="10"/>
                  <a:pt x="163" y="0"/>
                  <a:pt x="13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4" name="Google Shape;1718;p11"/>
          <p:cNvSpPr/>
          <p:nvPr/>
        </p:nvSpPr>
        <p:spPr>
          <a:xfrm>
            <a:off x="8087400" y="4400280"/>
            <a:ext cx="33840" cy="21960"/>
          </a:xfrm>
          <a:custGeom>
            <a:avLst/>
            <a:gdLst>
              <a:gd name="textAreaLeft" fmla="*/ 0 w 33840"/>
              <a:gd name="textAreaRight" fmla="*/ 34200 w 3384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623" h="1050">
                <a:moveTo>
                  <a:pt x="142" y="0"/>
                </a:moveTo>
                <a:cubicBezTo>
                  <a:pt x="64" y="0"/>
                  <a:pt x="1" y="111"/>
                  <a:pt x="78" y="163"/>
                </a:cubicBezTo>
                <a:lnTo>
                  <a:pt x="78" y="195"/>
                </a:lnTo>
                <a:cubicBezTo>
                  <a:pt x="505" y="557"/>
                  <a:pt x="965" y="853"/>
                  <a:pt x="1491" y="1050"/>
                </a:cubicBezTo>
                <a:cubicBezTo>
                  <a:pt x="1556" y="1050"/>
                  <a:pt x="1622" y="1017"/>
                  <a:pt x="1622" y="984"/>
                </a:cubicBezTo>
                <a:cubicBezTo>
                  <a:pt x="1622" y="918"/>
                  <a:pt x="1589" y="853"/>
                  <a:pt x="1556" y="853"/>
                </a:cubicBezTo>
                <a:cubicBezTo>
                  <a:pt x="1063" y="656"/>
                  <a:pt x="603" y="360"/>
                  <a:pt x="209" y="31"/>
                </a:cubicBezTo>
                <a:cubicBezTo>
                  <a:pt x="187" y="9"/>
                  <a:pt x="164" y="0"/>
                  <a:pt x="14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5" name="Google Shape;1719;p11"/>
          <p:cNvSpPr/>
          <p:nvPr/>
        </p:nvSpPr>
        <p:spPr>
          <a:xfrm>
            <a:off x="8084520" y="4388040"/>
            <a:ext cx="45720" cy="28440"/>
          </a:xfrm>
          <a:custGeom>
            <a:avLst/>
            <a:gdLst>
              <a:gd name="textAreaLeft" fmla="*/ 0 w 45720"/>
              <a:gd name="textAreaRight" fmla="*/ 46080 w 4572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2178" h="1368">
                <a:moveTo>
                  <a:pt x="136" y="1"/>
                </a:moveTo>
                <a:cubicBezTo>
                  <a:pt x="57" y="1"/>
                  <a:pt x="0" y="130"/>
                  <a:pt x="83" y="213"/>
                </a:cubicBezTo>
                <a:cubicBezTo>
                  <a:pt x="675" y="640"/>
                  <a:pt x="1299" y="1034"/>
                  <a:pt x="1956" y="1363"/>
                </a:cubicBezTo>
                <a:cubicBezTo>
                  <a:pt x="1968" y="1366"/>
                  <a:pt x="1979" y="1367"/>
                  <a:pt x="1991" y="1367"/>
                </a:cubicBezTo>
                <a:cubicBezTo>
                  <a:pt x="2104" y="1367"/>
                  <a:pt x="2177" y="1226"/>
                  <a:pt x="2088" y="1166"/>
                </a:cubicBezTo>
                <a:cubicBezTo>
                  <a:pt x="1398" y="870"/>
                  <a:pt x="773" y="476"/>
                  <a:pt x="182" y="16"/>
                </a:cubicBezTo>
                <a:cubicBezTo>
                  <a:pt x="166" y="5"/>
                  <a:pt x="150" y="1"/>
                  <a:pt x="1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6" name="Google Shape;1720;p11"/>
          <p:cNvSpPr/>
          <p:nvPr/>
        </p:nvSpPr>
        <p:spPr>
          <a:xfrm>
            <a:off x="8079480" y="4373280"/>
            <a:ext cx="44280" cy="25200"/>
          </a:xfrm>
          <a:custGeom>
            <a:avLst/>
            <a:gdLst>
              <a:gd name="textAreaLeft" fmla="*/ 0 w 44280"/>
              <a:gd name="textAreaRight" fmla="*/ 44640 w 4428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103" h="1212">
                <a:moveTo>
                  <a:pt x="154" y="0"/>
                </a:moveTo>
                <a:cubicBezTo>
                  <a:pt x="56" y="0"/>
                  <a:pt x="1" y="125"/>
                  <a:pt x="83" y="180"/>
                </a:cubicBezTo>
                <a:lnTo>
                  <a:pt x="1890" y="1199"/>
                </a:lnTo>
                <a:cubicBezTo>
                  <a:pt x="1904" y="1208"/>
                  <a:pt x="1919" y="1212"/>
                  <a:pt x="1933" y="1212"/>
                </a:cubicBezTo>
                <a:cubicBezTo>
                  <a:pt x="2021" y="1212"/>
                  <a:pt x="2102" y="1058"/>
                  <a:pt x="1989" y="1001"/>
                </a:cubicBezTo>
                <a:lnTo>
                  <a:pt x="215" y="16"/>
                </a:lnTo>
                <a:cubicBezTo>
                  <a:pt x="193" y="5"/>
                  <a:pt x="173" y="0"/>
                  <a:pt x="1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7" name="Google Shape;1721;p11"/>
          <p:cNvSpPr/>
          <p:nvPr/>
        </p:nvSpPr>
        <p:spPr>
          <a:xfrm>
            <a:off x="8088840" y="4357800"/>
            <a:ext cx="24120" cy="16560"/>
          </a:xfrm>
          <a:custGeom>
            <a:avLst/>
            <a:gdLst>
              <a:gd name="textAreaLeft" fmla="*/ 0 w 24120"/>
              <a:gd name="textAreaRight" fmla="*/ 24480 w 2412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159" h="792">
                <a:moveTo>
                  <a:pt x="130" y="1"/>
                </a:moveTo>
                <a:cubicBezTo>
                  <a:pt x="56" y="1"/>
                  <a:pt x="0" y="93"/>
                  <a:pt x="74" y="167"/>
                </a:cubicBezTo>
                <a:cubicBezTo>
                  <a:pt x="337" y="463"/>
                  <a:pt x="666" y="660"/>
                  <a:pt x="1027" y="791"/>
                </a:cubicBezTo>
                <a:cubicBezTo>
                  <a:pt x="1060" y="791"/>
                  <a:pt x="1126" y="791"/>
                  <a:pt x="1159" y="726"/>
                </a:cubicBezTo>
                <a:cubicBezTo>
                  <a:pt x="1159" y="660"/>
                  <a:pt x="1126" y="594"/>
                  <a:pt x="1060" y="594"/>
                </a:cubicBezTo>
                <a:cubicBezTo>
                  <a:pt x="732" y="463"/>
                  <a:pt x="436" y="266"/>
                  <a:pt x="206" y="36"/>
                </a:cubicBezTo>
                <a:cubicBezTo>
                  <a:pt x="181" y="11"/>
                  <a:pt x="154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8" name="Google Shape;1722;p11"/>
          <p:cNvSpPr/>
          <p:nvPr/>
        </p:nvSpPr>
        <p:spPr>
          <a:xfrm>
            <a:off x="8073720" y="4332240"/>
            <a:ext cx="55800" cy="33840"/>
          </a:xfrm>
          <a:custGeom>
            <a:avLst/>
            <a:gdLst>
              <a:gd name="textAreaLeft" fmla="*/ 0 w 55800"/>
              <a:gd name="textAreaRight" fmla="*/ 56160 w 5580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2650" h="1611">
                <a:moveTo>
                  <a:pt x="179" y="0"/>
                </a:moveTo>
                <a:cubicBezTo>
                  <a:pt x="89" y="0"/>
                  <a:pt x="0" y="102"/>
                  <a:pt x="107" y="182"/>
                </a:cubicBezTo>
                <a:cubicBezTo>
                  <a:pt x="797" y="774"/>
                  <a:pt x="1586" y="1234"/>
                  <a:pt x="2440" y="1595"/>
                </a:cubicBezTo>
                <a:cubicBezTo>
                  <a:pt x="2462" y="1606"/>
                  <a:pt x="2482" y="1610"/>
                  <a:pt x="2501" y="1610"/>
                </a:cubicBezTo>
                <a:cubicBezTo>
                  <a:pt x="2598" y="1610"/>
                  <a:pt x="2649" y="1486"/>
                  <a:pt x="2539" y="1431"/>
                </a:cubicBezTo>
                <a:cubicBezTo>
                  <a:pt x="1717" y="1069"/>
                  <a:pt x="929" y="609"/>
                  <a:pt x="239" y="18"/>
                </a:cubicBezTo>
                <a:cubicBezTo>
                  <a:pt x="220" y="6"/>
                  <a:pt x="200" y="0"/>
                  <a:pt x="17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9" name="Google Shape;1723;p11"/>
          <p:cNvSpPr/>
          <p:nvPr/>
        </p:nvSpPr>
        <p:spPr>
          <a:xfrm>
            <a:off x="8073000" y="4314600"/>
            <a:ext cx="51120" cy="34560"/>
          </a:xfrm>
          <a:custGeom>
            <a:avLst/>
            <a:gdLst>
              <a:gd name="textAreaLeft" fmla="*/ 0 w 51120"/>
              <a:gd name="textAreaRight" fmla="*/ 51480 w 5112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425" h="1655">
                <a:moveTo>
                  <a:pt x="172" y="1"/>
                </a:moveTo>
                <a:cubicBezTo>
                  <a:pt x="84" y="1"/>
                  <a:pt x="0" y="118"/>
                  <a:pt x="78" y="196"/>
                </a:cubicBezTo>
                <a:cubicBezTo>
                  <a:pt x="702" y="787"/>
                  <a:pt x="1425" y="1280"/>
                  <a:pt x="2213" y="1642"/>
                </a:cubicBezTo>
                <a:cubicBezTo>
                  <a:pt x="2232" y="1651"/>
                  <a:pt x="2250" y="1655"/>
                  <a:pt x="2267" y="1655"/>
                </a:cubicBezTo>
                <a:cubicBezTo>
                  <a:pt x="2368" y="1655"/>
                  <a:pt x="2425" y="1505"/>
                  <a:pt x="2312" y="1477"/>
                </a:cubicBezTo>
                <a:cubicBezTo>
                  <a:pt x="1523" y="1116"/>
                  <a:pt x="833" y="623"/>
                  <a:pt x="242" y="31"/>
                </a:cubicBezTo>
                <a:cubicBezTo>
                  <a:pt x="220" y="10"/>
                  <a:pt x="196" y="1"/>
                  <a:pt x="17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0" name="Google Shape;1724;p11"/>
          <p:cNvSpPr/>
          <p:nvPr/>
        </p:nvSpPr>
        <p:spPr>
          <a:xfrm>
            <a:off x="8079120" y="4307760"/>
            <a:ext cx="43920" cy="26640"/>
          </a:xfrm>
          <a:custGeom>
            <a:avLst/>
            <a:gdLst>
              <a:gd name="textAreaLeft" fmla="*/ 0 w 43920"/>
              <a:gd name="textAreaRight" fmla="*/ 44280 w 4392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2097" h="1283">
                <a:moveTo>
                  <a:pt x="183" y="1"/>
                </a:moveTo>
                <a:cubicBezTo>
                  <a:pt x="93" y="1"/>
                  <a:pt x="1" y="97"/>
                  <a:pt x="80" y="150"/>
                </a:cubicBezTo>
                <a:cubicBezTo>
                  <a:pt x="639" y="610"/>
                  <a:pt x="1263" y="972"/>
                  <a:pt x="1888" y="1267"/>
                </a:cubicBezTo>
                <a:cubicBezTo>
                  <a:pt x="1909" y="1278"/>
                  <a:pt x="1929" y="1283"/>
                  <a:pt x="1948" y="1283"/>
                </a:cubicBezTo>
                <a:cubicBezTo>
                  <a:pt x="2045" y="1283"/>
                  <a:pt x="2096" y="1158"/>
                  <a:pt x="1986" y="1103"/>
                </a:cubicBezTo>
                <a:cubicBezTo>
                  <a:pt x="1362" y="807"/>
                  <a:pt x="770" y="446"/>
                  <a:pt x="245" y="19"/>
                </a:cubicBezTo>
                <a:cubicBezTo>
                  <a:pt x="226" y="6"/>
                  <a:pt x="205" y="1"/>
                  <a:pt x="18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1" name="Google Shape;1725;p11"/>
          <p:cNvSpPr/>
          <p:nvPr/>
        </p:nvSpPr>
        <p:spPr>
          <a:xfrm>
            <a:off x="8075520" y="4291200"/>
            <a:ext cx="40680" cy="26280"/>
          </a:xfrm>
          <a:custGeom>
            <a:avLst/>
            <a:gdLst>
              <a:gd name="textAreaLeft" fmla="*/ 0 w 40680"/>
              <a:gd name="textAreaRight" fmla="*/ 41040 w 40680"/>
              <a:gd name="textAreaTop" fmla="*/ 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1931" h="1259">
                <a:moveTo>
                  <a:pt x="135" y="0"/>
                </a:moveTo>
                <a:cubicBezTo>
                  <a:pt x="57" y="0"/>
                  <a:pt x="0" y="129"/>
                  <a:pt x="83" y="212"/>
                </a:cubicBezTo>
                <a:lnTo>
                  <a:pt x="1726" y="1231"/>
                </a:lnTo>
                <a:cubicBezTo>
                  <a:pt x="1751" y="1250"/>
                  <a:pt x="1776" y="1258"/>
                  <a:pt x="1797" y="1258"/>
                </a:cubicBezTo>
                <a:cubicBezTo>
                  <a:pt x="1887" y="1258"/>
                  <a:pt x="1931" y="1120"/>
                  <a:pt x="1825" y="1067"/>
                </a:cubicBezTo>
                <a:lnTo>
                  <a:pt x="182" y="15"/>
                </a:ln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2" name="Google Shape;1726;p11"/>
          <p:cNvSpPr/>
          <p:nvPr/>
        </p:nvSpPr>
        <p:spPr>
          <a:xfrm>
            <a:off x="8080920" y="4281480"/>
            <a:ext cx="34920" cy="21960"/>
          </a:xfrm>
          <a:custGeom>
            <a:avLst/>
            <a:gdLst>
              <a:gd name="textAreaLeft" fmla="*/ 0 w 34920"/>
              <a:gd name="textAreaRight" fmla="*/ 35280 w 3492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673" h="1050">
                <a:moveTo>
                  <a:pt x="136" y="1"/>
                </a:moveTo>
                <a:cubicBezTo>
                  <a:pt x="58" y="1"/>
                  <a:pt x="1" y="130"/>
                  <a:pt x="84" y="213"/>
                </a:cubicBezTo>
                <a:cubicBezTo>
                  <a:pt x="544" y="509"/>
                  <a:pt x="971" y="805"/>
                  <a:pt x="1464" y="1035"/>
                </a:cubicBezTo>
                <a:cubicBezTo>
                  <a:pt x="1485" y="1045"/>
                  <a:pt x="1506" y="1050"/>
                  <a:pt x="1524" y="1050"/>
                </a:cubicBezTo>
                <a:cubicBezTo>
                  <a:pt x="1621" y="1050"/>
                  <a:pt x="1673" y="926"/>
                  <a:pt x="1563" y="870"/>
                </a:cubicBezTo>
                <a:cubicBezTo>
                  <a:pt x="1103" y="608"/>
                  <a:pt x="643" y="345"/>
                  <a:pt x="182" y="16"/>
                </a:cubicBezTo>
                <a:cubicBezTo>
                  <a:pt x="167" y="6"/>
                  <a:pt x="151" y="1"/>
                  <a:pt x="1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3" name="Google Shape;1727;p11"/>
          <p:cNvSpPr/>
          <p:nvPr/>
        </p:nvSpPr>
        <p:spPr>
          <a:xfrm>
            <a:off x="8083440" y="4267440"/>
            <a:ext cx="35640" cy="24120"/>
          </a:xfrm>
          <a:custGeom>
            <a:avLst/>
            <a:gdLst>
              <a:gd name="textAreaLeft" fmla="*/ 0 w 35640"/>
              <a:gd name="textAreaRight" fmla="*/ 36000 w 3564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1701" h="1161">
                <a:moveTo>
                  <a:pt x="134" y="1"/>
                </a:moveTo>
                <a:cubicBezTo>
                  <a:pt x="44" y="1"/>
                  <a:pt x="0" y="139"/>
                  <a:pt x="106" y="192"/>
                </a:cubicBezTo>
                <a:cubicBezTo>
                  <a:pt x="534" y="554"/>
                  <a:pt x="1026" y="849"/>
                  <a:pt x="1519" y="1145"/>
                </a:cubicBezTo>
                <a:cubicBezTo>
                  <a:pt x="1535" y="1156"/>
                  <a:pt x="1551" y="1160"/>
                  <a:pt x="1566" y="1160"/>
                </a:cubicBezTo>
                <a:cubicBezTo>
                  <a:pt x="1645" y="1160"/>
                  <a:pt x="1701" y="1036"/>
                  <a:pt x="1618" y="981"/>
                </a:cubicBezTo>
                <a:cubicBezTo>
                  <a:pt x="1125" y="685"/>
                  <a:pt x="632" y="356"/>
                  <a:pt x="205" y="28"/>
                </a:cubicBezTo>
                <a:cubicBezTo>
                  <a:pt x="179" y="9"/>
                  <a:pt x="155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4" name="Google Shape;1728;p11"/>
          <p:cNvSpPr/>
          <p:nvPr/>
        </p:nvSpPr>
        <p:spPr>
          <a:xfrm>
            <a:off x="8086320" y="4257000"/>
            <a:ext cx="46080" cy="28080"/>
          </a:xfrm>
          <a:custGeom>
            <a:avLst/>
            <a:gdLst>
              <a:gd name="textAreaLeft" fmla="*/ 0 w 46080"/>
              <a:gd name="textAreaRight" fmla="*/ 46440 w 4608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192" h="1352">
                <a:moveTo>
                  <a:pt x="164" y="0"/>
                </a:moveTo>
                <a:cubicBezTo>
                  <a:pt x="66" y="0"/>
                  <a:pt x="0" y="66"/>
                  <a:pt x="33" y="164"/>
                </a:cubicBezTo>
                <a:cubicBezTo>
                  <a:pt x="33" y="230"/>
                  <a:pt x="99" y="296"/>
                  <a:pt x="164" y="329"/>
                </a:cubicBezTo>
                <a:cubicBezTo>
                  <a:pt x="362" y="493"/>
                  <a:pt x="559" y="624"/>
                  <a:pt x="756" y="756"/>
                </a:cubicBezTo>
                <a:cubicBezTo>
                  <a:pt x="1150" y="986"/>
                  <a:pt x="1577" y="1183"/>
                  <a:pt x="2038" y="1347"/>
                </a:cubicBezTo>
                <a:cubicBezTo>
                  <a:pt x="2045" y="1350"/>
                  <a:pt x="2052" y="1351"/>
                  <a:pt x="2059" y="1351"/>
                </a:cubicBezTo>
                <a:cubicBezTo>
                  <a:pt x="2145" y="1351"/>
                  <a:pt x="2192" y="1181"/>
                  <a:pt x="2070" y="1150"/>
                </a:cubicBezTo>
                <a:cubicBezTo>
                  <a:pt x="1742" y="1019"/>
                  <a:pt x="1413" y="887"/>
                  <a:pt x="1085" y="690"/>
                </a:cubicBezTo>
                <a:cubicBezTo>
                  <a:pt x="920" y="624"/>
                  <a:pt x="789" y="526"/>
                  <a:pt x="625" y="427"/>
                </a:cubicBezTo>
                <a:lnTo>
                  <a:pt x="395" y="296"/>
                </a:lnTo>
                <a:lnTo>
                  <a:pt x="296" y="197"/>
                </a:lnTo>
                <a:lnTo>
                  <a:pt x="263" y="164"/>
                </a:lnTo>
                <a:lnTo>
                  <a:pt x="261" y="164"/>
                </a:lnTo>
                <a:cubicBezTo>
                  <a:pt x="272" y="115"/>
                  <a:pt x="240" y="52"/>
                  <a:pt x="164" y="33"/>
                </a:cubicBezTo>
                <a:lnTo>
                  <a:pt x="164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5" name="Google Shape;1729;p11"/>
          <p:cNvSpPr/>
          <p:nvPr/>
        </p:nvSpPr>
        <p:spPr>
          <a:xfrm>
            <a:off x="8091000" y="4250880"/>
            <a:ext cx="43560" cy="20160"/>
          </a:xfrm>
          <a:custGeom>
            <a:avLst/>
            <a:gdLst>
              <a:gd name="textAreaLeft" fmla="*/ 0 w 43560"/>
              <a:gd name="textAreaRight" fmla="*/ 43920 w 4356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2071" h="974">
                <a:moveTo>
                  <a:pt x="160" y="1"/>
                </a:moveTo>
                <a:cubicBezTo>
                  <a:pt x="75" y="1"/>
                  <a:pt x="1" y="125"/>
                  <a:pt x="111" y="181"/>
                </a:cubicBezTo>
                <a:cubicBezTo>
                  <a:pt x="669" y="542"/>
                  <a:pt x="1261" y="805"/>
                  <a:pt x="1918" y="969"/>
                </a:cubicBezTo>
                <a:cubicBezTo>
                  <a:pt x="1927" y="972"/>
                  <a:pt x="1935" y="973"/>
                  <a:pt x="1944" y="973"/>
                </a:cubicBezTo>
                <a:cubicBezTo>
                  <a:pt x="2027" y="973"/>
                  <a:pt x="2071" y="832"/>
                  <a:pt x="1951" y="772"/>
                </a:cubicBezTo>
                <a:cubicBezTo>
                  <a:pt x="1359" y="608"/>
                  <a:pt x="768" y="345"/>
                  <a:pt x="209" y="16"/>
                </a:cubicBezTo>
                <a:cubicBezTo>
                  <a:pt x="193" y="6"/>
                  <a:pt x="177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6" name="Google Shape;1730;p11"/>
          <p:cNvSpPr/>
          <p:nvPr/>
        </p:nvSpPr>
        <p:spPr>
          <a:xfrm>
            <a:off x="8091720" y="4235400"/>
            <a:ext cx="41400" cy="21240"/>
          </a:xfrm>
          <a:custGeom>
            <a:avLst/>
            <a:gdLst>
              <a:gd name="textAreaLeft" fmla="*/ 0 w 41400"/>
              <a:gd name="textAreaRight" fmla="*/ 41760 w 4140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1973" h="1017">
                <a:moveTo>
                  <a:pt x="134" y="0"/>
                </a:moveTo>
                <a:cubicBezTo>
                  <a:pt x="44" y="0"/>
                  <a:pt x="1" y="139"/>
                  <a:pt x="107" y="192"/>
                </a:cubicBezTo>
                <a:cubicBezTo>
                  <a:pt x="632" y="520"/>
                  <a:pt x="1224" y="783"/>
                  <a:pt x="1815" y="1013"/>
                </a:cubicBezTo>
                <a:cubicBezTo>
                  <a:pt x="1825" y="1016"/>
                  <a:pt x="1835" y="1017"/>
                  <a:pt x="1844" y="1017"/>
                </a:cubicBezTo>
                <a:cubicBezTo>
                  <a:pt x="1951" y="1017"/>
                  <a:pt x="1972" y="846"/>
                  <a:pt x="1881" y="816"/>
                </a:cubicBezTo>
                <a:cubicBezTo>
                  <a:pt x="1290" y="586"/>
                  <a:pt x="731" y="323"/>
                  <a:pt x="205" y="27"/>
                </a:cubicBezTo>
                <a:cubicBezTo>
                  <a:pt x="180" y="8"/>
                  <a:pt x="156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7" name="Google Shape;1731;p11"/>
          <p:cNvSpPr/>
          <p:nvPr/>
        </p:nvSpPr>
        <p:spPr>
          <a:xfrm>
            <a:off x="8094240" y="4226040"/>
            <a:ext cx="37440" cy="19440"/>
          </a:xfrm>
          <a:custGeom>
            <a:avLst/>
            <a:gdLst>
              <a:gd name="textAreaLeft" fmla="*/ 0 w 37440"/>
              <a:gd name="textAreaRight" fmla="*/ 37800 w 3744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1792" h="936">
                <a:moveTo>
                  <a:pt x="135" y="0"/>
                </a:moveTo>
                <a:cubicBezTo>
                  <a:pt x="57" y="0"/>
                  <a:pt x="1" y="124"/>
                  <a:pt x="83" y="180"/>
                </a:cubicBezTo>
                <a:cubicBezTo>
                  <a:pt x="576" y="442"/>
                  <a:pt x="1102" y="705"/>
                  <a:pt x="1661" y="935"/>
                </a:cubicBezTo>
                <a:cubicBezTo>
                  <a:pt x="1693" y="935"/>
                  <a:pt x="1759" y="902"/>
                  <a:pt x="1759" y="870"/>
                </a:cubicBezTo>
                <a:cubicBezTo>
                  <a:pt x="1792" y="804"/>
                  <a:pt x="1759" y="738"/>
                  <a:pt x="1693" y="738"/>
                </a:cubicBezTo>
                <a:cubicBezTo>
                  <a:pt x="1168" y="508"/>
                  <a:pt x="675" y="278"/>
                  <a:pt x="182" y="15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8" name="Google Shape;1732;p11"/>
          <p:cNvSpPr/>
          <p:nvPr/>
        </p:nvSpPr>
        <p:spPr>
          <a:xfrm>
            <a:off x="8092800" y="4216680"/>
            <a:ext cx="37440" cy="19800"/>
          </a:xfrm>
          <a:custGeom>
            <a:avLst/>
            <a:gdLst>
              <a:gd name="textAreaLeft" fmla="*/ 0 w 37440"/>
              <a:gd name="textAreaRight" fmla="*/ 37800 w 3744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779" h="952">
                <a:moveTo>
                  <a:pt x="122" y="1"/>
                </a:moveTo>
                <a:cubicBezTo>
                  <a:pt x="49" y="1"/>
                  <a:pt x="0" y="139"/>
                  <a:pt x="80" y="192"/>
                </a:cubicBezTo>
                <a:cubicBezTo>
                  <a:pt x="572" y="488"/>
                  <a:pt x="1065" y="751"/>
                  <a:pt x="1591" y="948"/>
                </a:cubicBezTo>
                <a:cubicBezTo>
                  <a:pt x="1601" y="951"/>
                  <a:pt x="1611" y="952"/>
                  <a:pt x="1620" y="952"/>
                </a:cubicBezTo>
                <a:cubicBezTo>
                  <a:pt x="1731" y="952"/>
                  <a:pt x="1778" y="779"/>
                  <a:pt x="1657" y="718"/>
                </a:cubicBezTo>
                <a:cubicBezTo>
                  <a:pt x="1131" y="554"/>
                  <a:pt x="638" y="324"/>
                  <a:pt x="178" y="28"/>
                </a:cubicBezTo>
                <a:cubicBezTo>
                  <a:pt x="159" y="9"/>
                  <a:pt x="140" y="1"/>
                  <a:pt x="1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9" name="Google Shape;1733;p11"/>
          <p:cNvSpPr/>
          <p:nvPr/>
        </p:nvSpPr>
        <p:spPr>
          <a:xfrm>
            <a:off x="8085240" y="4205880"/>
            <a:ext cx="53280" cy="28800"/>
          </a:xfrm>
          <a:custGeom>
            <a:avLst/>
            <a:gdLst>
              <a:gd name="textAreaLeft" fmla="*/ 0 w 53280"/>
              <a:gd name="textAreaRight" fmla="*/ 53640 w 5328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2534" h="1376">
                <a:moveTo>
                  <a:pt x="135" y="0"/>
                </a:moveTo>
                <a:cubicBezTo>
                  <a:pt x="57" y="0"/>
                  <a:pt x="0" y="130"/>
                  <a:pt x="83" y="212"/>
                </a:cubicBezTo>
                <a:cubicBezTo>
                  <a:pt x="806" y="640"/>
                  <a:pt x="1595" y="1034"/>
                  <a:pt x="2383" y="1363"/>
                </a:cubicBezTo>
                <a:cubicBezTo>
                  <a:pt x="2402" y="1372"/>
                  <a:pt x="2418" y="1376"/>
                  <a:pt x="2432" y="1376"/>
                </a:cubicBezTo>
                <a:cubicBezTo>
                  <a:pt x="2521" y="1376"/>
                  <a:pt x="2534" y="1222"/>
                  <a:pt x="2449" y="1165"/>
                </a:cubicBezTo>
                <a:cubicBezTo>
                  <a:pt x="1660" y="837"/>
                  <a:pt x="905" y="475"/>
                  <a:pt x="182" y="15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0" name="Google Shape;1734;p11"/>
          <p:cNvSpPr/>
          <p:nvPr/>
        </p:nvSpPr>
        <p:spPr>
          <a:xfrm>
            <a:off x="8087400" y="4197960"/>
            <a:ext cx="52560" cy="23760"/>
          </a:xfrm>
          <a:custGeom>
            <a:avLst/>
            <a:gdLst>
              <a:gd name="textAreaLeft" fmla="*/ 0 w 52560"/>
              <a:gd name="textAreaRight" fmla="*/ 52920 w 5256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2500" h="1137">
                <a:moveTo>
                  <a:pt x="149" y="1"/>
                </a:moveTo>
                <a:cubicBezTo>
                  <a:pt x="52" y="1"/>
                  <a:pt x="0" y="125"/>
                  <a:pt x="110" y="180"/>
                </a:cubicBezTo>
                <a:cubicBezTo>
                  <a:pt x="801" y="607"/>
                  <a:pt x="1556" y="903"/>
                  <a:pt x="2312" y="1133"/>
                </a:cubicBezTo>
                <a:cubicBezTo>
                  <a:pt x="2322" y="1136"/>
                  <a:pt x="2332" y="1137"/>
                  <a:pt x="2341" y="1137"/>
                </a:cubicBezTo>
                <a:cubicBezTo>
                  <a:pt x="2452" y="1137"/>
                  <a:pt x="2499" y="966"/>
                  <a:pt x="2378" y="936"/>
                </a:cubicBezTo>
                <a:cubicBezTo>
                  <a:pt x="1622" y="739"/>
                  <a:pt x="866" y="410"/>
                  <a:pt x="209" y="16"/>
                </a:cubicBezTo>
                <a:cubicBezTo>
                  <a:pt x="188" y="5"/>
                  <a:pt x="167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1" name="Google Shape;1735;p11"/>
          <p:cNvSpPr/>
          <p:nvPr/>
        </p:nvSpPr>
        <p:spPr>
          <a:xfrm>
            <a:off x="8094960" y="4192200"/>
            <a:ext cx="37800" cy="19440"/>
          </a:xfrm>
          <a:custGeom>
            <a:avLst/>
            <a:gdLst>
              <a:gd name="textAreaLeft" fmla="*/ 0 w 37800"/>
              <a:gd name="textAreaRight" fmla="*/ 38160 w 3780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1811" h="941">
                <a:moveTo>
                  <a:pt x="162" y="1"/>
                </a:moveTo>
                <a:cubicBezTo>
                  <a:pt x="74" y="1"/>
                  <a:pt x="0" y="142"/>
                  <a:pt x="90" y="202"/>
                </a:cubicBezTo>
                <a:cubicBezTo>
                  <a:pt x="583" y="465"/>
                  <a:pt x="1076" y="695"/>
                  <a:pt x="1602" y="925"/>
                </a:cubicBezTo>
                <a:cubicBezTo>
                  <a:pt x="1618" y="936"/>
                  <a:pt x="1634" y="940"/>
                  <a:pt x="1651" y="940"/>
                </a:cubicBezTo>
                <a:cubicBezTo>
                  <a:pt x="1736" y="940"/>
                  <a:pt x="1810" y="816"/>
                  <a:pt x="1700" y="761"/>
                </a:cubicBezTo>
                <a:cubicBezTo>
                  <a:pt x="1174" y="531"/>
                  <a:pt x="682" y="301"/>
                  <a:pt x="189" y="5"/>
                </a:cubicBezTo>
                <a:cubicBezTo>
                  <a:pt x="180" y="2"/>
                  <a:pt x="171" y="1"/>
                  <a:pt x="1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2" name="Google Shape;1736;p11"/>
          <p:cNvSpPr/>
          <p:nvPr/>
        </p:nvSpPr>
        <p:spPr>
          <a:xfrm>
            <a:off x="8098560" y="4183560"/>
            <a:ext cx="40320" cy="17280"/>
          </a:xfrm>
          <a:custGeom>
            <a:avLst/>
            <a:gdLst>
              <a:gd name="textAreaLeft" fmla="*/ 0 w 40320"/>
              <a:gd name="textAreaRight" fmla="*/ 40680 w 4032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1914" h="841">
                <a:moveTo>
                  <a:pt x="124" y="1"/>
                </a:moveTo>
                <a:cubicBezTo>
                  <a:pt x="34" y="1"/>
                  <a:pt x="1" y="125"/>
                  <a:pt x="83" y="180"/>
                </a:cubicBezTo>
                <a:cubicBezTo>
                  <a:pt x="609" y="476"/>
                  <a:pt x="1135" y="706"/>
                  <a:pt x="1726" y="837"/>
                </a:cubicBezTo>
                <a:cubicBezTo>
                  <a:pt x="1736" y="840"/>
                  <a:pt x="1746" y="841"/>
                  <a:pt x="1755" y="841"/>
                </a:cubicBezTo>
                <a:cubicBezTo>
                  <a:pt x="1867" y="841"/>
                  <a:pt x="1914" y="670"/>
                  <a:pt x="1792" y="640"/>
                </a:cubicBezTo>
                <a:cubicBezTo>
                  <a:pt x="1234" y="509"/>
                  <a:pt x="675" y="279"/>
                  <a:pt x="182" y="16"/>
                </a:cubicBezTo>
                <a:cubicBezTo>
                  <a:pt x="161" y="5"/>
                  <a:pt x="141" y="1"/>
                  <a:pt x="12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3" name="Google Shape;1737;p11"/>
          <p:cNvSpPr/>
          <p:nvPr/>
        </p:nvSpPr>
        <p:spPr>
          <a:xfrm>
            <a:off x="8102520" y="4176000"/>
            <a:ext cx="38160" cy="18720"/>
          </a:xfrm>
          <a:custGeom>
            <a:avLst/>
            <a:gdLst>
              <a:gd name="textAreaLeft" fmla="*/ 0 w 38160"/>
              <a:gd name="textAreaRight" fmla="*/ 38520 w 3816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813" h="905">
                <a:moveTo>
                  <a:pt x="159" y="0"/>
                </a:moveTo>
                <a:cubicBezTo>
                  <a:pt x="58" y="0"/>
                  <a:pt x="0" y="154"/>
                  <a:pt x="113" y="210"/>
                </a:cubicBezTo>
                <a:lnTo>
                  <a:pt x="81" y="210"/>
                </a:lnTo>
                <a:cubicBezTo>
                  <a:pt x="573" y="473"/>
                  <a:pt x="1099" y="703"/>
                  <a:pt x="1658" y="901"/>
                </a:cubicBezTo>
                <a:cubicBezTo>
                  <a:pt x="1665" y="903"/>
                  <a:pt x="1673" y="904"/>
                  <a:pt x="1680" y="904"/>
                </a:cubicBezTo>
                <a:cubicBezTo>
                  <a:pt x="1765" y="904"/>
                  <a:pt x="1812" y="734"/>
                  <a:pt x="1691" y="703"/>
                </a:cubicBezTo>
                <a:cubicBezTo>
                  <a:pt x="1165" y="506"/>
                  <a:pt x="672" y="276"/>
                  <a:pt x="212" y="13"/>
                </a:cubicBezTo>
                <a:cubicBezTo>
                  <a:pt x="194" y="4"/>
                  <a:pt x="176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4" name="Google Shape;1738;p11"/>
          <p:cNvSpPr/>
          <p:nvPr/>
        </p:nvSpPr>
        <p:spPr>
          <a:xfrm>
            <a:off x="8104680" y="4168080"/>
            <a:ext cx="36720" cy="14760"/>
          </a:xfrm>
          <a:custGeom>
            <a:avLst/>
            <a:gdLst>
              <a:gd name="textAreaLeft" fmla="*/ 0 w 36720"/>
              <a:gd name="textAreaRight" fmla="*/ 37080 w 3672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744" h="710">
                <a:moveTo>
                  <a:pt x="149" y="1"/>
                </a:moveTo>
                <a:cubicBezTo>
                  <a:pt x="52" y="1"/>
                  <a:pt x="1" y="125"/>
                  <a:pt x="111" y="180"/>
                </a:cubicBezTo>
                <a:cubicBezTo>
                  <a:pt x="571" y="443"/>
                  <a:pt x="1064" y="607"/>
                  <a:pt x="1590" y="706"/>
                </a:cubicBezTo>
                <a:cubicBezTo>
                  <a:pt x="1600" y="708"/>
                  <a:pt x="1609" y="710"/>
                  <a:pt x="1618" y="710"/>
                </a:cubicBezTo>
                <a:cubicBezTo>
                  <a:pt x="1725" y="710"/>
                  <a:pt x="1744" y="539"/>
                  <a:pt x="1623" y="509"/>
                </a:cubicBezTo>
                <a:cubicBezTo>
                  <a:pt x="1130" y="410"/>
                  <a:pt x="637" y="246"/>
                  <a:pt x="210" y="16"/>
                </a:cubicBezTo>
                <a:cubicBezTo>
                  <a:pt x="188" y="5"/>
                  <a:pt x="168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5" name="Google Shape;1739;p11"/>
          <p:cNvSpPr/>
          <p:nvPr/>
        </p:nvSpPr>
        <p:spPr>
          <a:xfrm>
            <a:off x="8110440" y="4159800"/>
            <a:ext cx="35280" cy="15840"/>
          </a:xfrm>
          <a:custGeom>
            <a:avLst/>
            <a:gdLst>
              <a:gd name="textAreaLeft" fmla="*/ 0 w 35280"/>
              <a:gd name="textAreaRight" fmla="*/ 35640 w 3528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1692" h="770">
                <a:moveTo>
                  <a:pt x="170" y="0"/>
                </a:moveTo>
                <a:cubicBezTo>
                  <a:pt x="82" y="0"/>
                  <a:pt x="1" y="154"/>
                  <a:pt x="114" y="211"/>
                </a:cubicBezTo>
                <a:cubicBezTo>
                  <a:pt x="344" y="309"/>
                  <a:pt x="607" y="474"/>
                  <a:pt x="837" y="572"/>
                </a:cubicBezTo>
                <a:cubicBezTo>
                  <a:pt x="1067" y="704"/>
                  <a:pt x="1297" y="769"/>
                  <a:pt x="1560" y="769"/>
                </a:cubicBezTo>
                <a:cubicBezTo>
                  <a:pt x="1691" y="769"/>
                  <a:pt x="1691" y="572"/>
                  <a:pt x="1560" y="572"/>
                </a:cubicBezTo>
                <a:cubicBezTo>
                  <a:pt x="1330" y="572"/>
                  <a:pt x="1100" y="474"/>
                  <a:pt x="903" y="375"/>
                </a:cubicBezTo>
                <a:cubicBezTo>
                  <a:pt x="673" y="276"/>
                  <a:pt x="442" y="145"/>
                  <a:pt x="212" y="14"/>
                </a:cubicBezTo>
                <a:cubicBezTo>
                  <a:pt x="199" y="4"/>
                  <a:pt x="184" y="0"/>
                  <a:pt x="17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6" name="Google Shape;1740;p11"/>
          <p:cNvSpPr/>
          <p:nvPr/>
        </p:nvSpPr>
        <p:spPr>
          <a:xfrm>
            <a:off x="8111880" y="4151160"/>
            <a:ext cx="33120" cy="12240"/>
          </a:xfrm>
          <a:custGeom>
            <a:avLst/>
            <a:gdLst>
              <a:gd name="textAreaLeft" fmla="*/ 0 w 33120"/>
              <a:gd name="textAreaRight" fmla="*/ 33480 w 3312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1578" h="592">
                <a:moveTo>
                  <a:pt x="230" y="128"/>
                </a:moveTo>
                <a:lnTo>
                  <a:pt x="230" y="165"/>
                </a:lnTo>
                <a:lnTo>
                  <a:pt x="223" y="170"/>
                </a:lnTo>
                <a:lnTo>
                  <a:pt x="223" y="170"/>
                </a:lnTo>
                <a:cubicBezTo>
                  <a:pt x="228" y="157"/>
                  <a:pt x="230" y="142"/>
                  <a:pt x="230" y="128"/>
                </a:cubicBezTo>
                <a:close/>
                <a:moveTo>
                  <a:pt x="131" y="0"/>
                </a:moveTo>
                <a:cubicBezTo>
                  <a:pt x="66" y="0"/>
                  <a:pt x="0" y="66"/>
                  <a:pt x="33" y="165"/>
                </a:cubicBezTo>
                <a:cubicBezTo>
                  <a:pt x="33" y="230"/>
                  <a:pt x="131" y="230"/>
                  <a:pt x="197" y="263"/>
                </a:cubicBezTo>
                <a:cubicBezTo>
                  <a:pt x="329" y="329"/>
                  <a:pt x="460" y="395"/>
                  <a:pt x="592" y="428"/>
                </a:cubicBezTo>
                <a:cubicBezTo>
                  <a:pt x="854" y="493"/>
                  <a:pt x="1150" y="559"/>
                  <a:pt x="1446" y="592"/>
                </a:cubicBezTo>
                <a:cubicBezTo>
                  <a:pt x="1577" y="592"/>
                  <a:pt x="1577" y="395"/>
                  <a:pt x="1446" y="395"/>
                </a:cubicBezTo>
                <a:cubicBezTo>
                  <a:pt x="1216" y="362"/>
                  <a:pt x="1019" y="329"/>
                  <a:pt x="789" y="263"/>
                </a:cubicBezTo>
                <a:cubicBezTo>
                  <a:pt x="690" y="230"/>
                  <a:pt x="592" y="198"/>
                  <a:pt x="493" y="165"/>
                </a:cubicBezTo>
                <a:cubicBezTo>
                  <a:pt x="427" y="165"/>
                  <a:pt x="394" y="132"/>
                  <a:pt x="329" y="99"/>
                </a:cubicBezTo>
                <a:lnTo>
                  <a:pt x="263" y="99"/>
                </a:lnTo>
                <a:lnTo>
                  <a:pt x="230" y="66"/>
                </a:lnTo>
                <a:lnTo>
                  <a:pt x="230" y="128"/>
                </a:lnTo>
                <a:lnTo>
                  <a:pt x="230" y="128"/>
                </a:lnTo>
                <a:cubicBezTo>
                  <a:pt x="230" y="74"/>
                  <a:pt x="197" y="17"/>
                  <a:pt x="1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7" name="Google Shape;1741;p11"/>
          <p:cNvSpPr/>
          <p:nvPr/>
        </p:nvSpPr>
        <p:spPr>
          <a:xfrm>
            <a:off x="8114760" y="4140720"/>
            <a:ext cx="27720" cy="15840"/>
          </a:xfrm>
          <a:custGeom>
            <a:avLst/>
            <a:gdLst>
              <a:gd name="textAreaLeft" fmla="*/ 0 w 27720"/>
              <a:gd name="textAreaRight" fmla="*/ 28080 w 2772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1323" h="759">
                <a:moveTo>
                  <a:pt x="130" y="0"/>
                </a:moveTo>
                <a:cubicBezTo>
                  <a:pt x="56" y="0"/>
                  <a:pt x="0" y="93"/>
                  <a:pt x="74" y="167"/>
                </a:cubicBezTo>
                <a:cubicBezTo>
                  <a:pt x="370" y="495"/>
                  <a:pt x="797" y="693"/>
                  <a:pt x="1224" y="758"/>
                </a:cubicBezTo>
                <a:cubicBezTo>
                  <a:pt x="1290" y="758"/>
                  <a:pt x="1323" y="693"/>
                  <a:pt x="1323" y="660"/>
                </a:cubicBezTo>
                <a:cubicBezTo>
                  <a:pt x="1323" y="594"/>
                  <a:pt x="1290" y="528"/>
                  <a:pt x="1224" y="528"/>
                </a:cubicBezTo>
                <a:cubicBezTo>
                  <a:pt x="863" y="495"/>
                  <a:pt x="501" y="298"/>
                  <a:pt x="206" y="35"/>
                </a:cubicBezTo>
                <a:cubicBezTo>
                  <a:pt x="181" y="11"/>
                  <a:pt x="154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8" name="Google Shape;1742;p11"/>
          <p:cNvSpPr/>
          <p:nvPr/>
        </p:nvSpPr>
        <p:spPr>
          <a:xfrm>
            <a:off x="8115840" y="4134240"/>
            <a:ext cx="29160" cy="10800"/>
          </a:xfrm>
          <a:custGeom>
            <a:avLst/>
            <a:gdLst>
              <a:gd name="textAreaLeft" fmla="*/ 0 w 29160"/>
              <a:gd name="textAreaRight" fmla="*/ 29520 w 2916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1402" h="531">
                <a:moveTo>
                  <a:pt x="184" y="0"/>
                </a:moveTo>
                <a:cubicBezTo>
                  <a:pt x="71" y="0"/>
                  <a:pt x="0" y="142"/>
                  <a:pt x="120" y="202"/>
                </a:cubicBezTo>
                <a:cubicBezTo>
                  <a:pt x="481" y="366"/>
                  <a:pt x="876" y="498"/>
                  <a:pt x="1270" y="530"/>
                </a:cubicBezTo>
                <a:cubicBezTo>
                  <a:pt x="1401" y="530"/>
                  <a:pt x="1401" y="333"/>
                  <a:pt x="1270" y="333"/>
                </a:cubicBezTo>
                <a:cubicBezTo>
                  <a:pt x="908" y="300"/>
                  <a:pt x="547" y="169"/>
                  <a:pt x="218" y="5"/>
                </a:cubicBezTo>
                <a:cubicBezTo>
                  <a:pt x="207" y="2"/>
                  <a:pt x="195" y="0"/>
                  <a:pt x="18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9" name="Google Shape;1743;p11"/>
          <p:cNvSpPr/>
          <p:nvPr/>
        </p:nvSpPr>
        <p:spPr>
          <a:xfrm>
            <a:off x="8120880" y="4128840"/>
            <a:ext cx="20520" cy="8640"/>
          </a:xfrm>
          <a:custGeom>
            <a:avLst/>
            <a:gdLst>
              <a:gd name="textAreaLeft" fmla="*/ 0 w 20520"/>
              <a:gd name="textAreaRight" fmla="*/ 20880 w 2052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986" h="417">
                <a:moveTo>
                  <a:pt x="99" y="1"/>
                </a:moveTo>
                <a:cubicBezTo>
                  <a:pt x="41" y="1"/>
                  <a:pt x="8" y="52"/>
                  <a:pt x="2" y="87"/>
                </a:cubicBezTo>
                <a:lnTo>
                  <a:pt x="2" y="87"/>
                </a:lnTo>
                <a:cubicBezTo>
                  <a:pt x="1" y="80"/>
                  <a:pt x="0" y="73"/>
                  <a:pt x="0" y="67"/>
                </a:cubicBezTo>
                <a:lnTo>
                  <a:pt x="0" y="99"/>
                </a:lnTo>
                <a:cubicBezTo>
                  <a:pt x="0" y="96"/>
                  <a:pt x="1" y="91"/>
                  <a:pt x="2" y="87"/>
                </a:cubicBezTo>
                <a:lnTo>
                  <a:pt x="2" y="87"/>
                </a:lnTo>
                <a:cubicBezTo>
                  <a:pt x="14" y="174"/>
                  <a:pt x="106" y="233"/>
                  <a:pt x="197" y="264"/>
                </a:cubicBezTo>
                <a:lnTo>
                  <a:pt x="427" y="329"/>
                </a:lnTo>
                <a:cubicBezTo>
                  <a:pt x="526" y="362"/>
                  <a:pt x="592" y="395"/>
                  <a:pt x="690" y="395"/>
                </a:cubicBezTo>
                <a:cubicBezTo>
                  <a:pt x="731" y="409"/>
                  <a:pt x="772" y="417"/>
                  <a:pt x="810" y="417"/>
                </a:cubicBezTo>
                <a:cubicBezTo>
                  <a:pt x="865" y="417"/>
                  <a:pt x="915" y="401"/>
                  <a:pt x="953" y="362"/>
                </a:cubicBezTo>
                <a:cubicBezTo>
                  <a:pt x="986" y="329"/>
                  <a:pt x="986" y="264"/>
                  <a:pt x="953" y="231"/>
                </a:cubicBezTo>
                <a:cubicBezTo>
                  <a:pt x="937" y="214"/>
                  <a:pt x="912" y="206"/>
                  <a:pt x="887" y="206"/>
                </a:cubicBezTo>
                <a:cubicBezTo>
                  <a:pt x="863" y="206"/>
                  <a:pt x="838" y="214"/>
                  <a:pt x="822" y="231"/>
                </a:cubicBezTo>
                <a:lnTo>
                  <a:pt x="690" y="231"/>
                </a:lnTo>
                <a:lnTo>
                  <a:pt x="493" y="165"/>
                </a:lnTo>
                <a:lnTo>
                  <a:pt x="329" y="99"/>
                </a:lnTo>
                <a:lnTo>
                  <a:pt x="230" y="67"/>
                </a:lnTo>
                <a:lnTo>
                  <a:pt x="197" y="67"/>
                </a:lnTo>
                <a:cubicBezTo>
                  <a:pt x="197" y="99"/>
                  <a:pt x="197" y="99"/>
                  <a:pt x="197" y="99"/>
                </a:cubicBezTo>
                <a:cubicBezTo>
                  <a:pt x="197" y="67"/>
                  <a:pt x="165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0" name="Google Shape;1744;p11"/>
          <p:cNvSpPr/>
          <p:nvPr/>
        </p:nvSpPr>
        <p:spPr>
          <a:xfrm>
            <a:off x="8119440" y="4121280"/>
            <a:ext cx="25560" cy="10080"/>
          </a:xfrm>
          <a:custGeom>
            <a:avLst/>
            <a:gdLst>
              <a:gd name="textAreaLeft" fmla="*/ 0 w 25560"/>
              <a:gd name="textAreaRight" fmla="*/ 25920 w 2556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1225" h="496">
                <a:moveTo>
                  <a:pt x="157" y="0"/>
                </a:moveTo>
                <a:cubicBezTo>
                  <a:pt x="74" y="0"/>
                  <a:pt x="0" y="93"/>
                  <a:pt x="74" y="167"/>
                </a:cubicBezTo>
                <a:lnTo>
                  <a:pt x="107" y="167"/>
                </a:lnTo>
                <a:cubicBezTo>
                  <a:pt x="173" y="200"/>
                  <a:pt x="239" y="265"/>
                  <a:pt x="337" y="298"/>
                </a:cubicBezTo>
                <a:cubicBezTo>
                  <a:pt x="403" y="331"/>
                  <a:pt x="501" y="331"/>
                  <a:pt x="567" y="364"/>
                </a:cubicBezTo>
                <a:cubicBezTo>
                  <a:pt x="764" y="430"/>
                  <a:pt x="929" y="462"/>
                  <a:pt x="1126" y="495"/>
                </a:cubicBezTo>
                <a:cubicBezTo>
                  <a:pt x="1159" y="495"/>
                  <a:pt x="1224" y="430"/>
                  <a:pt x="1224" y="397"/>
                </a:cubicBezTo>
                <a:cubicBezTo>
                  <a:pt x="1224" y="331"/>
                  <a:pt x="1159" y="298"/>
                  <a:pt x="1126" y="298"/>
                </a:cubicBezTo>
                <a:cubicBezTo>
                  <a:pt x="961" y="265"/>
                  <a:pt x="797" y="232"/>
                  <a:pt x="666" y="167"/>
                </a:cubicBezTo>
                <a:cubicBezTo>
                  <a:pt x="567" y="167"/>
                  <a:pt x="501" y="134"/>
                  <a:pt x="436" y="101"/>
                </a:cubicBezTo>
                <a:cubicBezTo>
                  <a:pt x="370" y="101"/>
                  <a:pt x="304" y="68"/>
                  <a:pt x="239" y="35"/>
                </a:cubicBezTo>
                <a:cubicBezTo>
                  <a:pt x="214" y="11"/>
                  <a:pt x="185" y="0"/>
                  <a:pt x="15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1" name="Google Shape;1745;p11"/>
          <p:cNvSpPr/>
          <p:nvPr/>
        </p:nvSpPr>
        <p:spPr>
          <a:xfrm>
            <a:off x="8122320" y="4113720"/>
            <a:ext cx="21960" cy="10080"/>
          </a:xfrm>
          <a:custGeom>
            <a:avLst/>
            <a:gdLst>
              <a:gd name="textAreaLeft" fmla="*/ 0 w 21960"/>
              <a:gd name="textAreaRight" fmla="*/ 22320 w 2196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1053" h="494">
                <a:moveTo>
                  <a:pt x="67" y="1"/>
                </a:moveTo>
                <a:cubicBezTo>
                  <a:pt x="34" y="34"/>
                  <a:pt x="1" y="99"/>
                  <a:pt x="34" y="165"/>
                </a:cubicBezTo>
                <a:lnTo>
                  <a:pt x="1" y="132"/>
                </a:lnTo>
                <a:lnTo>
                  <a:pt x="1" y="132"/>
                </a:lnTo>
                <a:cubicBezTo>
                  <a:pt x="34" y="198"/>
                  <a:pt x="100" y="264"/>
                  <a:pt x="198" y="297"/>
                </a:cubicBezTo>
                <a:lnTo>
                  <a:pt x="428" y="362"/>
                </a:lnTo>
                <a:cubicBezTo>
                  <a:pt x="592" y="428"/>
                  <a:pt x="757" y="494"/>
                  <a:pt x="921" y="494"/>
                </a:cubicBezTo>
                <a:cubicBezTo>
                  <a:pt x="1052" y="494"/>
                  <a:pt x="1052" y="264"/>
                  <a:pt x="921" y="264"/>
                </a:cubicBezTo>
                <a:cubicBezTo>
                  <a:pt x="790" y="264"/>
                  <a:pt x="658" y="231"/>
                  <a:pt x="527" y="165"/>
                </a:cubicBezTo>
                <a:lnTo>
                  <a:pt x="297" y="99"/>
                </a:lnTo>
                <a:lnTo>
                  <a:pt x="231" y="67"/>
                </a:lnTo>
                <a:lnTo>
                  <a:pt x="198" y="67"/>
                </a:lnTo>
                <a:cubicBezTo>
                  <a:pt x="165" y="1"/>
                  <a:pt x="100" y="1"/>
                  <a:pt x="6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2" name="Google Shape;1746;p11"/>
          <p:cNvSpPr/>
          <p:nvPr/>
        </p:nvSpPr>
        <p:spPr>
          <a:xfrm>
            <a:off x="8125200" y="4109760"/>
            <a:ext cx="18360" cy="6840"/>
          </a:xfrm>
          <a:custGeom>
            <a:avLst/>
            <a:gdLst>
              <a:gd name="textAreaLeft" fmla="*/ 0 w 18360"/>
              <a:gd name="textAreaRight" fmla="*/ 18720 w 18360"/>
              <a:gd name="textAreaTop" fmla="*/ 0 h 6840"/>
              <a:gd name="textAreaBottom" fmla="*/ 7200 h 6840"/>
            </a:gdLst>
            <a:ahLst/>
            <a:cxnLst/>
            <a:rect l="textAreaLeft" t="textAreaTop" r="textAreaRight" b="textAreaBottom"/>
            <a:pathLst>
              <a:path w="888" h="343">
                <a:moveTo>
                  <a:pt x="113" y="1"/>
                </a:moveTo>
                <a:cubicBezTo>
                  <a:pt x="68" y="1"/>
                  <a:pt x="33" y="31"/>
                  <a:pt x="33" y="79"/>
                </a:cubicBezTo>
                <a:cubicBezTo>
                  <a:pt x="0" y="145"/>
                  <a:pt x="33" y="178"/>
                  <a:pt x="99" y="211"/>
                </a:cubicBezTo>
                <a:cubicBezTo>
                  <a:pt x="296" y="276"/>
                  <a:pt x="526" y="342"/>
                  <a:pt x="756" y="342"/>
                </a:cubicBezTo>
                <a:cubicBezTo>
                  <a:pt x="822" y="342"/>
                  <a:pt x="888" y="309"/>
                  <a:pt x="888" y="244"/>
                </a:cubicBezTo>
                <a:cubicBezTo>
                  <a:pt x="855" y="178"/>
                  <a:pt x="822" y="145"/>
                  <a:pt x="789" y="145"/>
                </a:cubicBezTo>
                <a:cubicBezTo>
                  <a:pt x="559" y="145"/>
                  <a:pt x="362" y="79"/>
                  <a:pt x="165" y="14"/>
                </a:cubicBezTo>
                <a:cubicBezTo>
                  <a:pt x="147" y="5"/>
                  <a:pt x="129" y="1"/>
                  <a:pt x="11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3" name="Google Shape;1747;p11"/>
          <p:cNvSpPr/>
          <p:nvPr/>
        </p:nvSpPr>
        <p:spPr>
          <a:xfrm>
            <a:off x="8126640" y="4102560"/>
            <a:ext cx="16920" cy="7920"/>
          </a:xfrm>
          <a:custGeom>
            <a:avLst/>
            <a:gdLst>
              <a:gd name="textAreaLeft" fmla="*/ 0 w 16920"/>
              <a:gd name="textAreaRight" fmla="*/ 17280 w 16920"/>
              <a:gd name="textAreaTop" fmla="*/ 0 h 7920"/>
              <a:gd name="textAreaBottom" fmla="*/ 8280 h 7920"/>
            </a:gdLst>
            <a:ahLst/>
            <a:cxnLst/>
            <a:rect l="textAreaLeft" t="textAreaTop" r="textAreaRight" b="textAreaBottom"/>
            <a:pathLst>
              <a:path w="822" h="395">
                <a:moveTo>
                  <a:pt x="99" y="0"/>
                </a:moveTo>
                <a:cubicBezTo>
                  <a:pt x="33" y="33"/>
                  <a:pt x="33" y="66"/>
                  <a:pt x="0" y="99"/>
                </a:cubicBezTo>
                <a:cubicBezTo>
                  <a:pt x="0" y="132"/>
                  <a:pt x="33" y="197"/>
                  <a:pt x="66" y="197"/>
                </a:cubicBezTo>
                <a:cubicBezTo>
                  <a:pt x="89" y="212"/>
                  <a:pt x="112" y="227"/>
                  <a:pt x="135" y="240"/>
                </a:cubicBezTo>
                <a:lnTo>
                  <a:pt x="135" y="240"/>
                </a:lnTo>
                <a:lnTo>
                  <a:pt x="132" y="263"/>
                </a:lnTo>
                <a:lnTo>
                  <a:pt x="177" y="263"/>
                </a:lnTo>
                <a:cubicBezTo>
                  <a:pt x="347" y="351"/>
                  <a:pt x="535" y="394"/>
                  <a:pt x="723" y="394"/>
                </a:cubicBezTo>
                <a:cubicBezTo>
                  <a:pt x="789" y="394"/>
                  <a:pt x="822" y="362"/>
                  <a:pt x="822" y="296"/>
                </a:cubicBezTo>
                <a:cubicBezTo>
                  <a:pt x="822" y="230"/>
                  <a:pt x="789" y="197"/>
                  <a:pt x="723" y="197"/>
                </a:cubicBezTo>
                <a:lnTo>
                  <a:pt x="592" y="197"/>
                </a:lnTo>
                <a:lnTo>
                  <a:pt x="427" y="164"/>
                </a:lnTo>
                <a:lnTo>
                  <a:pt x="362" y="132"/>
                </a:lnTo>
                <a:lnTo>
                  <a:pt x="296" y="132"/>
                </a:lnTo>
                <a:cubicBezTo>
                  <a:pt x="283" y="119"/>
                  <a:pt x="265" y="111"/>
                  <a:pt x="246" y="104"/>
                </a:cubicBezTo>
                <a:lnTo>
                  <a:pt x="246" y="104"/>
                </a:lnTo>
                <a:cubicBezTo>
                  <a:pt x="222" y="72"/>
                  <a:pt x="190" y="53"/>
                  <a:pt x="164" y="53"/>
                </a:cubicBezTo>
                <a:cubicBezTo>
                  <a:pt x="151" y="53"/>
                  <a:pt x="140" y="57"/>
                  <a:pt x="132" y="66"/>
                </a:cubicBezTo>
                <a:lnTo>
                  <a:pt x="132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4" name="Google Shape;1748;p11"/>
          <p:cNvSpPr/>
          <p:nvPr/>
        </p:nvSpPr>
        <p:spPr>
          <a:xfrm>
            <a:off x="8128080" y="4095720"/>
            <a:ext cx="17640" cy="9000"/>
          </a:xfrm>
          <a:custGeom>
            <a:avLst/>
            <a:gdLst>
              <a:gd name="textAreaLeft" fmla="*/ 0 w 17640"/>
              <a:gd name="textAreaRight" fmla="*/ 18000 w 17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856" h="442">
                <a:moveTo>
                  <a:pt x="109" y="1"/>
                </a:moveTo>
                <a:cubicBezTo>
                  <a:pt x="67" y="1"/>
                  <a:pt x="34" y="24"/>
                  <a:pt x="34" y="47"/>
                </a:cubicBezTo>
                <a:cubicBezTo>
                  <a:pt x="1" y="113"/>
                  <a:pt x="1" y="179"/>
                  <a:pt x="67" y="212"/>
                </a:cubicBezTo>
                <a:cubicBezTo>
                  <a:pt x="264" y="310"/>
                  <a:pt x="494" y="409"/>
                  <a:pt x="724" y="442"/>
                </a:cubicBezTo>
                <a:cubicBezTo>
                  <a:pt x="757" y="442"/>
                  <a:pt x="822" y="409"/>
                  <a:pt x="855" y="376"/>
                </a:cubicBezTo>
                <a:cubicBezTo>
                  <a:pt x="855" y="310"/>
                  <a:pt x="855" y="244"/>
                  <a:pt x="757" y="244"/>
                </a:cubicBezTo>
                <a:cubicBezTo>
                  <a:pt x="559" y="212"/>
                  <a:pt x="362" y="146"/>
                  <a:pt x="165" y="14"/>
                </a:cubicBezTo>
                <a:cubicBezTo>
                  <a:pt x="146" y="5"/>
                  <a:pt x="127" y="1"/>
                  <a:pt x="10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5" name="Google Shape;1749;p11"/>
          <p:cNvSpPr/>
          <p:nvPr/>
        </p:nvSpPr>
        <p:spPr>
          <a:xfrm>
            <a:off x="8130240" y="4089600"/>
            <a:ext cx="13680" cy="6480"/>
          </a:xfrm>
          <a:custGeom>
            <a:avLst/>
            <a:gdLst>
              <a:gd name="textAreaLeft" fmla="*/ 0 w 13680"/>
              <a:gd name="textAreaRight" fmla="*/ 14040 w 1368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658" h="318">
                <a:moveTo>
                  <a:pt x="88" y="0"/>
                </a:moveTo>
                <a:cubicBezTo>
                  <a:pt x="56" y="0"/>
                  <a:pt x="33" y="16"/>
                  <a:pt x="33" y="54"/>
                </a:cubicBezTo>
                <a:cubicBezTo>
                  <a:pt x="0" y="87"/>
                  <a:pt x="0" y="153"/>
                  <a:pt x="66" y="186"/>
                </a:cubicBezTo>
                <a:lnTo>
                  <a:pt x="33" y="153"/>
                </a:lnTo>
                <a:lnTo>
                  <a:pt x="33" y="153"/>
                </a:lnTo>
                <a:cubicBezTo>
                  <a:pt x="198" y="252"/>
                  <a:pt x="362" y="317"/>
                  <a:pt x="559" y="317"/>
                </a:cubicBezTo>
                <a:cubicBezTo>
                  <a:pt x="625" y="317"/>
                  <a:pt x="658" y="285"/>
                  <a:pt x="658" y="219"/>
                </a:cubicBezTo>
                <a:cubicBezTo>
                  <a:pt x="658" y="153"/>
                  <a:pt x="625" y="120"/>
                  <a:pt x="559" y="120"/>
                </a:cubicBezTo>
                <a:lnTo>
                  <a:pt x="460" y="120"/>
                </a:lnTo>
                <a:lnTo>
                  <a:pt x="362" y="87"/>
                </a:lnTo>
                <a:lnTo>
                  <a:pt x="296" y="54"/>
                </a:lnTo>
                <a:lnTo>
                  <a:pt x="263" y="54"/>
                </a:lnTo>
                <a:lnTo>
                  <a:pt x="165" y="22"/>
                </a:lnTo>
                <a:cubicBezTo>
                  <a:pt x="137" y="8"/>
                  <a:pt x="110" y="0"/>
                  <a:pt x="8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6" name="Google Shape;1750;p11"/>
          <p:cNvSpPr/>
          <p:nvPr/>
        </p:nvSpPr>
        <p:spPr>
          <a:xfrm>
            <a:off x="8131320" y="4083480"/>
            <a:ext cx="13680" cy="5760"/>
          </a:xfrm>
          <a:custGeom>
            <a:avLst/>
            <a:gdLst>
              <a:gd name="textAreaLeft" fmla="*/ 0 w 13680"/>
              <a:gd name="textAreaRight" fmla="*/ 14040 w 13680"/>
              <a:gd name="textAreaTop" fmla="*/ 0 h 5760"/>
              <a:gd name="textAreaBottom" fmla="*/ 6120 h 5760"/>
            </a:gdLst>
            <a:ahLst/>
            <a:cxnLst/>
            <a:rect l="textAreaLeft" t="textAreaTop" r="textAreaRight" b="textAreaBottom"/>
            <a:pathLst>
              <a:path w="658" h="297">
                <a:moveTo>
                  <a:pt x="99" y="1"/>
                </a:moveTo>
                <a:cubicBezTo>
                  <a:pt x="66" y="1"/>
                  <a:pt x="66" y="34"/>
                  <a:pt x="33" y="67"/>
                </a:cubicBezTo>
                <a:cubicBezTo>
                  <a:pt x="0" y="99"/>
                  <a:pt x="33" y="165"/>
                  <a:pt x="66" y="198"/>
                </a:cubicBezTo>
                <a:lnTo>
                  <a:pt x="66" y="165"/>
                </a:lnTo>
                <a:cubicBezTo>
                  <a:pt x="197" y="198"/>
                  <a:pt x="362" y="264"/>
                  <a:pt x="493" y="297"/>
                </a:cubicBezTo>
                <a:cubicBezTo>
                  <a:pt x="559" y="297"/>
                  <a:pt x="624" y="264"/>
                  <a:pt x="624" y="231"/>
                </a:cubicBezTo>
                <a:cubicBezTo>
                  <a:pt x="657" y="165"/>
                  <a:pt x="624" y="99"/>
                  <a:pt x="559" y="99"/>
                </a:cubicBezTo>
                <a:lnTo>
                  <a:pt x="362" y="34"/>
                </a:lnTo>
                <a:lnTo>
                  <a:pt x="263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" bIns="2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7" name="Google Shape;1751;p11"/>
          <p:cNvSpPr/>
          <p:nvPr/>
        </p:nvSpPr>
        <p:spPr>
          <a:xfrm>
            <a:off x="8135640" y="4078800"/>
            <a:ext cx="8640" cy="5400"/>
          </a:xfrm>
          <a:custGeom>
            <a:avLst/>
            <a:gdLst>
              <a:gd name="textAreaLeft" fmla="*/ 0 w 8640"/>
              <a:gd name="textAreaRight" fmla="*/ 9000 w 8640"/>
              <a:gd name="textAreaTop" fmla="*/ 0 h 5400"/>
              <a:gd name="textAreaBottom" fmla="*/ 5760 h 5400"/>
            </a:gdLst>
            <a:ahLst/>
            <a:cxnLst/>
            <a:rect l="textAreaLeft" t="textAreaTop" r="textAreaRight" b="textAreaBottom"/>
            <a:pathLst>
              <a:path w="428" h="264">
                <a:moveTo>
                  <a:pt x="66" y="1"/>
                </a:moveTo>
                <a:cubicBezTo>
                  <a:pt x="33" y="1"/>
                  <a:pt x="33" y="34"/>
                  <a:pt x="0" y="34"/>
                </a:cubicBezTo>
                <a:cubicBezTo>
                  <a:pt x="0" y="67"/>
                  <a:pt x="0" y="99"/>
                  <a:pt x="0" y="132"/>
                </a:cubicBezTo>
                <a:cubicBezTo>
                  <a:pt x="0" y="165"/>
                  <a:pt x="33" y="165"/>
                  <a:pt x="66" y="198"/>
                </a:cubicBezTo>
                <a:lnTo>
                  <a:pt x="33" y="165"/>
                </a:lnTo>
                <a:lnTo>
                  <a:pt x="33" y="165"/>
                </a:lnTo>
                <a:cubicBezTo>
                  <a:pt x="99" y="198"/>
                  <a:pt x="197" y="231"/>
                  <a:pt x="263" y="264"/>
                </a:cubicBezTo>
                <a:lnTo>
                  <a:pt x="362" y="264"/>
                </a:lnTo>
                <a:cubicBezTo>
                  <a:pt x="362" y="231"/>
                  <a:pt x="395" y="198"/>
                  <a:pt x="395" y="198"/>
                </a:cubicBezTo>
                <a:cubicBezTo>
                  <a:pt x="427" y="165"/>
                  <a:pt x="427" y="132"/>
                  <a:pt x="395" y="99"/>
                </a:cubicBezTo>
                <a:cubicBezTo>
                  <a:pt x="395" y="99"/>
                  <a:pt x="362" y="67"/>
                  <a:pt x="329" y="67"/>
                </a:cubicBezTo>
                <a:cubicBezTo>
                  <a:pt x="263" y="34"/>
                  <a:pt x="197" y="34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" bIns="2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8" name="Google Shape;1752;p11"/>
          <p:cNvSpPr/>
          <p:nvPr/>
        </p:nvSpPr>
        <p:spPr>
          <a:xfrm>
            <a:off x="8135640" y="4073040"/>
            <a:ext cx="7200" cy="4680"/>
          </a:xfrm>
          <a:custGeom>
            <a:avLst/>
            <a:gdLst>
              <a:gd name="textAreaLeft" fmla="*/ 0 w 7200"/>
              <a:gd name="textAreaRight" fmla="*/ 7560 w 7200"/>
              <a:gd name="textAreaTop" fmla="*/ 0 h 4680"/>
              <a:gd name="textAreaBottom" fmla="*/ 5040 h 4680"/>
            </a:gdLst>
            <a:ahLst/>
            <a:cxnLst/>
            <a:rect l="textAreaLeft" t="textAreaTop" r="textAreaRight" b="textAreaBottom"/>
            <a:pathLst>
              <a:path w="362" h="231">
                <a:moveTo>
                  <a:pt x="66" y="1"/>
                </a:moveTo>
                <a:cubicBezTo>
                  <a:pt x="33" y="1"/>
                  <a:pt x="33" y="34"/>
                  <a:pt x="0" y="67"/>
                </a:cubicBezTo>
                <a:cubicBezTo>
                  <a:pt x="0" y="100"/>
                  <a:pt x="0" y="132"/>
                  <a:pt x="0" y="132"/>
                </a:cubicBezTo>
                <a:lnTo>
                  <a:pt x="66" y="165"/>
                </a:lnTo>
                <a:lnTo>
                  <a:pt x="99" y="198"/>
                </a:lnTo>
                <a:lnTo>
                  <a:pt x="132" y="231"/>
                </a:lnTo>
                <a:lnTo>
                  <a:pt x="296" y="231"/>
                </a:lnTo>
                <a:cubicBezTo>
                  <a:pt x="329" y="231"/>
                  <a:pt x="362" y="231"/>
                  <a:pt x="362" y="198"/>
                </a:cubicBezTo>
                <a:lnTo>
                  <a:pt x="362" y="165"/>
                </a:lnTo>
                <a:cubicBezTo>
                  <a:pt x="362" y="132"/>
                  <a:pt x="362" y="132"/>
                  <a:pt x="362" y="100"/>
                </a:cubicBezTo>
                <a:cubicBezTo>
                  <a:pt x="362" y="100"/>
                  <a:pt x="362" y="67"/>
                  <a:pt x="329" y="34"/>
                </a:cubicBezTo>
                <a:lnTo>
                  <a:pt x="197" y="34"/>
                </a:lnTo>
                <a:cubicBezTo>
                  <a:pt x="197" y="34"/>
                  <a:pt x="165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" bIns="2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9" name="Google Shape;1753;p11"/>
          <p:cNvSpPr/>
          <p:nvPr/>
        </p:nvSpPr>
        <p:spPr>
          <a:xfrm>
            <a:off x="8138520" y="4066920"/>
            <a:ext cx="4680" cy="3960"/>
          </a:xfrm>
          <a:custGeom>
            <a:avLst/>
            <a:gdLst>
              <a:gd name="textAreaLeft" fmla="*/ 0 w 4680"/>
              <a:gd name="textAreaRight" fmla="*/ 5040 w 4680"/>
              <a:gd name="textAreaTop" fmla="*/ 0 h 3960"/>
              <a:gd name="textAreaBottom" fmla="*/ 4320 h 3960"/>
            </a:gdLst>
            <a:ahLst/>
            <a:cxnLst/>
            <a:rect l="textAreaLeft" t="textAreaTop" r="textAreaRight" b="textAreaBottom"/>
            <a:pathLst>
              <a:path w="231" h="198">
                <a:moveTo>
                  <a:pt x="34" y="0"/>
                </a:moveTo>
                <a:cubicBezTo>
                  <a:pt x="34" y="0"/>
                  <a:pt x="1" y="33"/>
                  <a:pt x="1" y="33"/>
                </a:cubicBezTo>
                <a:lnTo>
                  <a:pt x="1" y="66"/>
                </a:lnTo>
                <a:cubicBezTo>
                  <a:pt x="1" y="66"/>
                  <a:pt x="1" y="99"/>
                  <a:pt x="1" y="99"/>
                </a:cubicBezTo>
                <a:lnTo>
                  <a:pt x="1" y="165"/>
                </a:lnTo>
                <a:cubicBezTo>
                  <a:pt x="1" y="165"/>
                  <a:pt x="1" y="197"/>
                  <a:pt x="1" y="197"/>
                </a:cubicBezTo>
                <a:lnTo>
                  <a:pt x="99" y="197"/>
                </a:lnTo>
                <a:cubicBezTo>
                  <a:pt x="132" y="197"/>
                  <a:pt x="165" y="197"/>
                  <a:pt x="198" y="165"/>
                </a:cubicBezTo>
                <a:cubicBezTo>
                  <a:pt x="231" y="132"/>
                  <a:pt x="231" y="132"/>
                  <a:pt x="231" y="132"/>
                </a:cubicBezTo>
                <a:cubicBezTo>
                  <a:pt x="231" y="99"/>
                  <a:pt x="231" y="99"/>
                  <a:pt x="231" y="66"/>
                </a:cubicBezTo>
                <a:cubicBezTo>
                  <a:pt x="231" y="66"/>
                  <a:pt x="231" y="66"/>
                  <a:pt x="231" y="33"/>
                </a:cubicBezTo>
                <a:cubicBezTo>
                  <a:pt x="231" y="33"/>
                  <a:pt x="198" y="33"/>
                  <a:pt x="198" y="0"/>
                </a:cubicBezTo>
                <a:lnTo>
                  <a:pt x="165" y="0"/>
                </a:lnTo>
                <a:lnTo>
                  <a:pt x="165" y="33"/>
                </a:lnTo>
                <a:cubicBezTo>
                  <a:pt x="165" y="0"/>
                  <a:pt x="165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" bIns="2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0" name="Google Shape;1754;p11"/>
          <p:cNvSpPr/>
          <p:nvPr/>
        </p:nvSpPr>
        <p:spPr>
          <a:xfrm>
            <a:off x="7957440" y="4637520"/>
            <a:ext cx="51840" cy="23760"/>
          </a:xfrm>
          <a:custGeom>
            <a:avLst/>
            <a:gdLst>
              <a:gd name="textAreaLeft" fmla="*/ 0 w 51840"/>
              <a:gd name="textAreaRight" fmla="*/ 52200 w 5184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2473" h="1138">
                <a:moveTo>
                  <a:pt x="134" y="0"/>
                </a:moveTo>
                <a:cubicBezTo>
                  <a:pt x="56" y="0"/>
                  <a:pt x="0" y="125"/>
                  <a:pt x="83" y="180"/>
                </a:cubicBezTo>
                <a:cubicBezTo>
                  <a:pt x="773" y="607"/>
                  <a:pt x="1529" y="903"/>
                  <a:pt x="2317" y="1133"/>
                </a:cubicBezTo>
                <a:cubicBezTo>
                  <a:pt x="2329" y="1136"/>
                  <a:pt x="2340" y="1137"/>
                  <a:pt x="2350" y="1137"/>
                </a:cubicBezTo>
                <a:cubicBezTo>
                  <a:pt x="2454" y="1137"/>
                  <a:pt x="2473" y="995"/>
                  <a:pt x="2383" y="936"/>
                </a:cubicBezTo>
                <a:cubicBezTo>
                  <a:pt x="1594" y="706"/>
                  <a:pt x="871" y="410"/>
                  <a:pt x="181" y="16"/>
                </a:cubicBezTo>
                <a:cubicBezTo>
                  <a:pt x="165" y="5"/>
                  <a:pt x="150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1" name="Google Shape;1755;p11"/>
          <p:cNvSpPr/>
          <p:nvPr/>
        </p:nvSpPr>
        <p:spPr>
          <a:xfrm>
            <a:off x="7968600" y="4617360"/>
            <a:ext cx="23760" cy="13320"/>
          </a:xfrm>
          <a:custGeom>
            <a:avLst/>
            <a:gdLst>
              <a:gd name="textAreaLeft" fmla="*/ 0 w 23760"/>
              <a:gd name="textAreaRight" fmla="*/ 24120 w 2376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141" h="654">
                <a:moveTo>
                  <a:pt x="99" y="1"/>
                </a:moveTo>
                <a:cubicBezTo>
                  <a:pt x="75" y="1"/>
                  <a:pt x="50" y="9"/>
                  <a:pt x="34" y="26"/>
                </a:cubicBezTo>
                <a:cubicBezTo>
                  <a:pt x="1" y="58"/>
                  <a:pt x="1" y="124"/>
                  <a:pt x="34" y="157"/>
                </a:cubicBezTo>
                <a:cubicBezTo>
                  <a:pt x="297" y="387"/>
                  <a:pt x="625" y="551"/>
                  <a:pt x="954" y="650"/>
                </a:cubicBezTo>
                <a:cubicBezTo>
                  <a:pt x="964" y="652"/>
                  <a:pt x="973" y="654"/>
                  <a:pt x="983" y="654"/>
                </a:cubicBezTo>
                <a:cubicBezTo>
                  <a:pt x="1094" y="654"/>
                  <a:pt x="1141" y="483"/>
                  <a:pt x="1019" y="453"/>
                </a:cubicBezTo>
                <a:cubicBezTo>
                  <a:pt x="724" y="387"/>
                  <a:pt x="428" y="223"/>
                  <a:pt x="165" y="26"/>
                </a:cubicBezTo>
                <a:cubicBezTo>
                  <a:pt x="149" y="9"/>
                  <a:pt x="12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2" name="Google Shape;1756;p11"/>
          <p:cNvSpPr/>
          <p:nvPr/>
        </p:nvSpPr>
        <p:spPr>
          <a:xfrm>
            <a:off x="7970040" y="4595760"/>
            <a:ext cx="16920" cy="10800"/>
          </a:xfrm>
          <a:custGeom>
            <a:avLst/>
            <a:gdLst>
              <a:gd name="textAreaLeft" fmla="*/ 0 w 16920"/>
              <a:gd name="textAreaRight" fmla="*/ 17280 w 1692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823" h="531">
                <a:moveTo>
                  <a:pt x="103" y="0"/>
                </a:moveTo>
                <a:cubicBezTo>
                  <a:pt x="74" y="0"/>
                  <a:pt x="50" y="8"/>
                  <a:pt x="33" y="25"/>
                </a:cubicBezTo>
                <a:cubicBezTo>
                  <a:pt x="1" y="58"/>
                  <a:pt x="1" y="124"/>
                  <a:pt x="33" y="156"/>
                </a:cubicBezTo>
                <a:cubicBezTo>
                  <a:pt x="231" y="321"/>
                  <a:pt x="461" y="452"/>
                  <a:pt x="691" y="518"/>
                </a:cubicBezTo>
                <a:cubicBezTo>
                  <a:pt x="708" y="527"/>
                  <a:pt x="723" y="531"/>
                  <a:pt x="737" y="531"/>
                </a:cubicBezTo>
                <a:cubicBezTo>
                  <a:pt x="774" y="531"/>
                  <a:pt x="798" y="500"/>
                  <a:pt x="822" y="452"/>
                </a:cubicBezTo>
                <a:cubicBezTo>
                  <a:pt x="822" y="419"/>
                  <a:pt x="789" y="354"/>
                  <a:pt x="756" y="321"/>
                </a:cubicBezTo>
                <a:lnTo>
                  <a:pt x="691" y="321"/>
                </a:lnTo>
                <a:lnTo>
                  <a:pt x="625" y="288"/>
                </a:lnTo>
                <a:lnTo>
                  <a:pt x="461" y="222"/>
                </a:lnTo>
                <a:cubicBezTo>
                  <a:pt x="395" y="189"/>
                  <a:pt x="362" y="156"/>
                  <a:pt x="329" y="124"/>
                </a:cubicBezTo>
                <a:cubicBezTo>
                  <a:pt x="263" y="91"/>
                  <a:pt x="231" y="58"/>
                  <a:pt x="198" y="25"/>
                </a:cubicBezTo>
                <a:cubicBezTo>
                  <a:pt x="165" y="8"/>
                  <a:pt x="132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3" name="Google Shape;1757;p11"/>
          <p:cNvSpPr/>
          <p:nvPr/>
        </p:nvSpPr>
        <p:spPr>
          <a:xfrm>
            <a:off x="7972920" y="4573440"/>
            <a:ext cx="15120" cy="8280"/>
          </a:xfrm>
          <a:custGeom>
            <a:avLst/>
            <a:gdLst>
              <a:gd name="textAreaLeft" fmla="*/ 0 w 15120"/>
              <a:gd name="textAreaRight" fmla="*/ 15480 w 1512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724" h="406">
                <a:moveTo>
                  <a:pt x="112" y="1"/>
                </a:moveTo>
                <a:cubicBezTo>
                  <a:pt x="84" y="1"/>
                  <a:pt x="53" y="17"/>
                  <a:pt x="34" y="55"/>
                </a:cubicBezTo>
                <a:cubicBezTo>
                  <a:pt x="1" y="88"/>
                  <a:pt x="34" y="154"/>
                  <a:pt x="67" y="187"/>
                </a:cubicBezTo>
                <a:lnTo>
                  <a:pt x="527" y="384"/>
                </a:lnTo>
                <a:cubicBezTo>
                  <a:pt x="554" y="397"/>
                  <a:pt x="581" y="405"/>
                  <a:pt x="606" y="405"/>
                </a:cubicBezTo>
                <a:cubicBezTo>
                  <a:pt x="641" y="405"/>
                  <a:pt x="672" y="389"/>
                  <a:pt x="691" y="351"/>
                </a:cubicBezTo>
                <a:cubicBezTo>
                  <a:pt x="724" y="318"/>
                  <a:pt x="691" y="252"/>
                  <a:pt x="658" y="220"/>
                </a:cubicBezTo>
                <a:lnTo>
                  <a:pt x="165" y="22"/>
                </a:lnTo>
                <a:cubicBezTo>
                  <a:pt x="152" y="9"/>
                  <a:pt x="132" y="1"/>
                  <a:pt x="1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4" name="Google Shape;1758;p11"/>
          <p:cNvSpPr/>
          <p:nvPr/>
        </p:nvSpPr>
        <p:spPr>
          <a:xfrm>
            <a:off x="8014680" y="4615560"/>
            <a:ext cx="15840" cy="11520"/>
          </a:xfrm>
          <a:custGeom>
            <a:avLst/>
            <a:gdLst>
              <a:gd name="textAreaLeft" fmla="*/ 0 w 15840"/>
              <a:gd name="textAreaRight" fmla="*/ 16200 w 1584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771" h="553">
                <a:moveTo>
                  <a:pt x="129" y="0"/>
                </a:moveTo>
                <a:cubicBezTo>
                  <a:pt x="96" y="0"/>
                  <a:pt x="57" y="24"/>
                  <a:pt x="33" y="47"/>
                </a:cubicBezTo>
                <a:cubicBezTo>
                  <a:pt x="1" y="113"/>
                  <a:pt x="33" y="178"/>
                  <a:pt x="66" y="211"/>
                </a:cubicBezTo>
                <a:lnTo>
                  <a:pt x="559" y="540"/>
                </a:lnTo>
                <a:cubicBezTo>
                  <a:pt x="573" y="549"/>
                  <a:pt x="587" y="553"/>
                  <a:pt x="602" y="553"/>
                </a:cubicBezTo>
                <a:cubicBezTo>
                  <a:pt x="689" y="553"/>
                  <a:pt x="771" y="399"/>
                  <a:pt x="658" y="343"/>
                </a:cubicBezTo>
                <a:lnTo>
                  <a:pt x="165" y="14"/>
                </a:lnTo>
                <a:cubicBezTo>
                  <a:pt x="155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5" name="Google Shape;1759;p11"/>
          <p:cNvSpPr/>
          <p:nvPr/>
        </p:nvSpPr>
        <p:spPr>
          <a:xfrm>
            <a:off x="8008920" y="4583520"/>
            <a:ext cx="15840" cy="8640"/>
          </a:xfrm>
          <a:custGeom>
            <a:avLst/>
            <a:gdLst>
              <a:gd name="textAreaLeft" fmla="*/ 0 w 15840"/>
              <a:gd name="textAreaRight" fmla="*/ 16200 w 1584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771" h="422">
                <a:moveTo>
                  <a:pt x="129" y="1"/>
                </a:moveTo>
                <a:cubicBezTo>
                  <a:pt x="96" y="1"/>
                  <a:pt x="57" y="24"/>
                  <a:pt x="34" y="47"/>
                </a:cubicBezTo>
                <a:cubicBezTo>
                  <a:pt x="1" y="113"/>
                  <a:pt x="1" y="179"/>
                  <a:pt x="66" y="212"/>
                </a:cubicBezTo>
                <a:lnTo>
                  <a:pt x="559" y="409"/>
                </a:lnTo>
                <a:cubicBezTo>
                  <a:pt x="573" y="418"/>
                  <a:pt x="588" y="422"/>
                  <a:pt x="602" y="422"/>
                </a:cubicBezTo>
                <a:cubicBezTo>
                  <a:pt x="689" y="422"/>
                  <a:pt x="771" y="268"/>
                  <a:pt x="658" y="212"/>
                </a:cubicBezTo>
                <a:lnTo>
                  <a:pt x="165" y="14"/>
                </a:lnTo>
                <a:cubicBezTo>
                  <a:pt x="155" y="5"/>
                  <a:pt x="143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6" name="Google Shape;1760;p11"/>
          <p:cNvSpPr/>
          <p:nvPr/>
        </p:nvSpPr>
        <p:spPr>
          <a:xfrm>
            <a:off x="8008200" y="4560840"/>
            <a:ext cx="5400" cy="3960"/>
          </a:xfrm>
          <a:custGeom>
            <a:avLst/>
            <a:gdLst>
              <a:gd name="textAreaLeft" fmla="*/ 0 w 5400"/>
              <a:gd name="textAreaRight" fmla="*/ 5760 w 5400"/>
              <a:gd name="textAreaTop" fmla="*/ 0 h 3960"/>
              <a:gd name="textAreaBottom" fmla="*/ 4320 h 3960"/>
            </a:gdLst>
            <a:ahLst/>
            <a:cxnLst/>
            <a:rect l="textAreaLeft" t="textAreaTop" r="textAreaRight" b="textAreaBottom"/>
            <a:pathLst>
              <a:path w="264" h="198">
                <a:moveTo>
                  <a:pt x="132" y="0"/>
                </a:moveTo>
                <a:cubicBezTo>
                  <a:pt x="1" y="0"/>
                  <a:pt x="1" y="197"/>
                  <a:pt x="132" y="197"/>
                </a:cubicBezTo>
                <a:cubicBezTo>
                  <a:pt x="264" y="197"/>
                  <a:pt x="264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" bIns="2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7" name="Google Shape;1761;p11"/>
          <p:cNvSpPr/>
          <p:nvPr/>
        </p:nvSpPr>
        <p:spPr>
          <a:xfrm>
            <a:off x="7991640" y="4443120"/>
            <a:ext cx="25560" cy="11160"/>
          </a:xfrm>
          <a:custGeom>
            <a:avLst/>
            <a:gdLst>
              <a:gd name="textAreaLeft" fmla="*/ 0 w 25560"/>
              <a:gd name="textAreaRight" fmla="*/ 25920 w 2556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217" h="540">
                <a:moveTo>
                  <a:pt x="132" y="1"/>
                </a:moveTo>
                <a:cubicBezTo>
                  <a:pt x="99" y="1"/>
                  <a:pt x="33" y="1"/>
                  <a:pt x="33" y="66"/>
                </a:cubicBezTo>
                <a:cubicBezTo>
                  <a:pt x="0" y="132"/>
                  <a:pt x="33" y="165"/>
                  <a:pt x="99" y="198"/>
                </a:cubicBezTo>
                <a:lnTo>
                  <a:pt x="1052" y="526"/>
                </a:lnTo>
                <a:cubicBezTo>
                  <a:pt x="1069" y="535"/>
                  <a:pt x="1087" y="539"/>
                  <a:pt x="1103" y="539"/>
                </a:cubicBezTo>
                <a:cubicBezTo>
                  <a:pt x="1148" y="539"/>
                  <a:pt x="1183" y="509"/>
                  <a:pt x="1183" y="461"/>
                </a:cubicBezTo>
                <a:cubicBezTo>
                  <a:pt x="1216" y="395"/>
                  <a:pt x="1183" y="362"/>
                  <a:pt x="1117" y="329"/>
                </a:cubicBezTo>
                <a:lnTo>
                  <a:pt x="132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8" name="Google Shape;1762;p11"/>
          <p:cNvSpPr/>
          <p:nvPr/>
        </p:nvSpPr>
        <p:spPr>
          <a:xfrm>
            <a:off x="7999200" y="4418280"/>
            <a:ext cx="19800" cy="11880"/>
          </a:xfrm>
          <a:custGeom>
            <a:avLst/>
            <a:gdLst>
              <a:gd name="textAreaLeft" fmla="*/ 0 w 19800"/>
              <a:gd name="textAreaRight" fmla="*/ 20160 w 1980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954" h="573">
                <a:moveTo>
                  <a:pt x="165" y="1"/>
                </a:moveTo>
                <a:cubicBezTo>
                  <a:pt x="99" y="1"/>
                  <a:pt x="34" y="1"/>
                  <a:pt x="1" y="34"/>
                </a:cubicBezTo>
                <a:cubicBezTo>
                  <a:pt x="1" y="99"/>
                  <a:pt x="1" y="165"/>
                  <a:pt x="66" y="198"/>
                </a:cubicBezTo>
                <a:cubicBezTo>
                  <a:pt x="296" y="362"/>
                  <a:pt x="559" y="461"/>
                  <a:pt x="822" y="559"/>
                </a:cubicBezTo>
                <a:cubicBezTo>
                  <a:pt x="831" y="568"/>
                  <a:pt x="842" y="572"/>
                  <a:pt x="854" y="572"/>
                </a:cubicBezTo>
                <a:cubicBezTo>
                  <a:pt x="888" y="572"/>
                  <a:pt x="930" y="542"/>
                  <a:pt x="954" y="494"/>
                </a:cubicBezTo>
                <a:cubicBezTo>
                  <a:pt x="954" y="428"/>
                  <a:pt x="921" y="395"/>
                  <a:pt x="888" y="362"/>
                </a:cubicBezTo>
                <a:cubicBezTo>
                  <a:pt x="625" y="296"/>
                  <a:pt x="362" y="165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9" name="Google Shape;1763;p11"/>
          <p:cNvSpPr/>
          <p:nvPr/>
        </p:nvSpPr>
        <p:spPr>
          <a:xfrm>
            <a:off x="8016120" y="4408560"/>
            <a:ext cx="19080" cy="8280"/>
          </a:xfrm>
          <a:custGeom>
            <a:avLst/>
            <a:gdLst>
              <a:gd name="textAreaLeft" fmla="*/ 0 w 19080"/>
              <a:gd name="textAreaRight" fmla="*/ 19440 w 1908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921" h="408">
                <a:moveTo>
                  <a:pt x="165" y="1"/>
                </a:moveTo>
                <a:cubicBezTo>
                  <a:pt x="99" y="1"/>
                  <a:pt x="33" y="34"/>
                  <a:pt x="33" y="66"/>
                </a:cubicBezTo>
                <a:cubicBezTo>
                  <a:pt x="0" y="132"/>
                  <a:pt x="33" y="198"/>
                  <a:pt x="99" y="198"/>
                </a:cubicBezTo>
                <a:lnTo>
                  <a:pt x="789" y="395"/>
                </a:lnTo>
                <a:cubicBezTo>
                  <a:pt x="798" y="404"/>
                  <a:pt x="809" y="408"/>
                  <a:pt x="821" y="408"/>
                </a:cubicBezTo>
                <a:cubicBezTo>
                  <a:pt x="855" y="408"/>
                  <a:pt x="896" y="377"/>
                  <a:pt x="920" y="329"/>
                </a:cubicBezTo>
                <a:cubicBezTo>
                  <a:pt x="920" y="296"/>
                  <a:pt x="888" y="231"/>
                  <a:pt x="855" y="198"/>
                </a:cubicBezTo>
                <a:lnTo>
                  <a:pt x="165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0" name="Google Shape;1764;p11"/>
          <p:cNvSpPr/>
          <p:nvPr/>
        </p:nvSpPr>
        <p:spPr>
          <a:xfrm>
            <a:off x="7945920" y="4380120"/>
            <a:ext cx="33480" cy="19800"/>
          </a:xfrm>
          <a:custGeom>
            <a:avLst/>
            <a:gdLst>
              <a:gd name="textAreaLeft" fmla="*/ 0 w 33480"/>
              <a:gd name="textAreaRight" fmla="*/ 33840 w 3348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601" h="949">
                <a:moveTo>
                  <a:pt x="99" y="1"/>
                </a:moveTo>
                <a:cubicBezTo>
                  <a:pt x="74" y="1"/>
                  <a:pt x="50" y="9"/>
                  <a:pt x="33" y="25"/>
                </a:cubicBezTo>
                <a:cubicBezTo>
                  <a:pt x="0" y="91"/>
                  <a:pt x="0" y="157"/>
                  <a:pt x="33" y="190"/>
                </a:cubicBezTo>
                <a:cubicBezTo>
                  <a:pt x="460" y="518"/>
                  <a:pt x="921" y="781"/>
                  <a:pt x="1413" y="945"/>
                </a:cubicBezTo>
                <a:cubicBezTo>
                  <a:pt x="1423" y="948"/>
                  <a:pt x="1433" y="949"/>
                  <a:pt x="1442" y="949"/>
                </a:cubicBezTo>
                <a:cubicBezTo>
                  <a:pt x="1554" y="949"/>
                  <a:pt x="1601" y="779"/>
                  <a:pt x="1479" y="748"/>
                </a:cubicBezTo>
                <a:cubicBezTo>
                  <a:pt x="1019" y="584"/>
                  <a:pt x="559" y="354"/>
                  <a:pt x="165" y="25"/>
                </a:cubicBezTo>
                <a:cubicBezTo>
                  <a:pt x="148" y="9"/>
                  <a:pt x="12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1" name="Google Shape;1765;p11"/>
          <p:cNvSpPr/>
          <p:nvPr/>
        </p:nvSpPr>
        <p:spPr>
          <a:xfrm>
            <a:off x="7935840" y="4363560"/>
            <a:ext cx="44280" cy="20880"/>
          </a:xfrm>
          <a:custGeom>
            <a:avLst/>
            <a:gdLst>
              <a:gd name="textAreaLeft" fmla="*/ 0 w 44280"/>
              <a:gd name="textAreaRight" fmla="*/ 44640 w 4428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2112" h="1005">
                <a:moveTo>
                  <a:pt x="155" y="0"/>
                </a:moveTo>
                <a:cubicBezTo>
                  <a:pt x="57" y="0"/>
                  <a:pt x="0" y="130"/>
                  <a:pt x="83" y="213"/>
                </a:cubicBezTo>
                <a:cubicBezTo>
                  <a:pt x="675" y="541"/>
                  <a:pt x="1266" y="804"/>
                  <a:pt x="1923" y="1001"/>
                </a:cubicBezTo>
                <a:cubicBezTo>
                  <a:pt x="1932" y="1004"/>
                  <a:pt x="1940" y="1005"/>
                  <a:pt x="1949" y="1005"/>
                </a:cubicBezTo>
                <a:cubicBezTo>
                  <a:pt x="2063" y="1005"/>
                  <a:pt x="2112" y="802"/>
                  <a:pt x="1989" y="771"/>
                </a:cubicBezTo>
                <a:cubicBezTo>
                  <a:pt x="1332" y="607"/>
                  <a:pt x="740" y="377"/>
                  <a:pt x="215" y="16"/>
                </a:cubicBezTo>
                <a:cubicBezTo>
                  <a:pt x="194" y="5"/>
                  <a:pt x="174" y="0"/>
                  <a:pt x="1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2" name="Google Shape;1766;p11"/>
          <p:cNvSpPr/>
          <p:nvPr/>
        </p:nvSpPr>
        <p:spPr>
          <a:xfrm>
            <a:off x="7986960" y="4381200"/>
            <a:ext cx="51480" cy="15120"/>
          </a:xfrm>
          <a:custGeom>
            <a:avLst/>
            <a:gdLst>
              <a:gd name="textAreaLeft" fmla="*/ 0 w 51480"/>
              <a:gd name="textAreaRight" fmla="*/ 51840 w 5148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2452" h="738">
                <a:moveTo>
                  <a:pt x="102" y="1"/>
                </a:moveTo>
                <a:cubicBezTo>
                  <a:pt x="13" y="1"/>
                  <a:pt x="1" y="155"/>
                  <a:pt x="86" y="211"/>
                </a:cubicBezTo>
                <a:cubicBezTo>
                  <a:pt x="809" y="474"/>
                  <a:pt x="1564" y="638"/>
                  <a:pt x="2320" y="737"/>
                </a:cubicBezTo>
                <a:cubicBezTo>
                  <a:pt x="2452" y="737"/>
                  <a:pt x="2452" y="540"/>
                  <a:pt x="2320" y="540"/>
                </a:cubicBezTo>
                <a:cubicBezTo>
                  <a:pt x="1564" y="441"/>
                  <a:pt x="842" y="277"/>
                  <a:pt x="151" y="14"/>
                </a:cubicBezTo>
                <a:cubicBezTo>
                  <a:pt x="133" y="5"/>
                  <a:pt x="117" y="1"/>
                  <a:pt x="10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3" name="Google Shape;1767;p11"/>
          <p:cNvSpPr/>
          <p:nvPr/>
        </p:nvSpPr>
        <p:spPr>
          <a:xfrm>
            <a:off x="7925040" y="4338000"/>
            <a:ext cx="83160" cy="36000"/>
          </a:xfrm>
          <a:custGeom>
            <a:avLst/>
            <a:gdLst>
              <a:gd name="textAreaLeft" fmla="*/ 0 w 83160"/>
              <a:gd name="textAreaRight" fmla="*/ 83520 w 831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3944" h="1725">
                <a:moveTo>
                  <a:pt x="179" y="1"/>
                </a:moveTo>
                <a:cubicBezTo>
                  <a:pt x="164" y="1"/>
                  <a:pt x="148" y="5"/>
                  <a:pt x="132" y="16"/>
                </a:cubicBezTo>
                <a:cubicBezTo>
                  <a:pt x="33" y="49"/>
                  <a:pt x="1" y="147"/>
                  <a:pt x="66" y="246"/>
                </a:cubicBezTo>
                <a:cubicBezTo>
                  <a:pt x="132" y="377"/>
                  <a:pt x="264" y="443"/>
                  <a:pt x="395" y="542"/>
                </a:cubicBezTo>
                <a:cubicBezTo>
                  <a:pt x="756" y="739"/>
                  <a:pt x="1118" y="936"/>
                  <a:pt x="1512" y="1100"/>
                </a:cubicBezTo>
                <a:cubicBezTo>
                  <a:pt x="2235" y="1396"/>
                  <a:pt x="3024" y="1626"/>
                  <a:pt x="3812" y="1724"/>
                </a:cubicBezTo>
                <a:cubicBezTo>
                  <a:pt x="3944" y="1724"/>
                  <a:pt x="3944" y="1527"/>
                  <a:pt x="3812" y="1494"/>
                </a:cubicBezTo>
                <a:cubicBezTo>
                  <a:pt x="3188" y="1429"/>
                  <a:pt x="2564" y="1264"/>
                  <a:pt x="1939" y="1034"/>
                </a:cubicBezTo>
                <a:cubicBezTo>
                  <a:pt x="1644" y="936"/>
                  <a:pt x="1348" y="804"/>
                  <a:pt x="1052" y="673"/>
                </a:cubicBezTo>
                <a:cubicBezTo>
                  <a:pt x="921" y="607"/>
                  <a:pt x="789" y="509"/>
                  <a:pt x="658" y="443"/>
                </a:cubicBezTo>
                <a:cubicBezTo>
                  <a:pt x="526" y="344"/>
                  <a:pt x="362" y="246"/>
                  <a:pt x="231" y="180"/>
                </a:cubicBezTo>
                <a:cubicBezTo>
                  <a:pt x="313" y="125"/>
                  <a:pt x="257" y="1"/>
                  <a:pt x="17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4" name="Google Shape;1768;p11"/>
          <p:cNvSpPr/>
          <p:nvPr/>
        </p:nvSpPr>
        <p:spPr>
          <a:xfrm>
            <a:off x="7919640" y="4314240"/>
            <a:ext cx="40680" cy="22680"/>
          </a:xfrm>
          <a:custGeom>
            <a:avLst/>
            <a:gdLst>
              <a:gd name="textAreaLeft" fmla="*/ 0 w 40680"/>
              <a:gd name="textAreaRight" fmla="*/ 41040 w 4068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1936" h="1083">
                <a:moveTo>
                  <a:pt x="149" y="0"/>
                </a:moveTo>
                <a:cubicBezTo>
                  <a:pt x="52" y="0"/>
                  <a:pt x="1" y="125"/>
                  <a:pt x="111" y="180"/>
                </a:cubicBezTo>
                <a:lnTo>
                  <a:pt x="1754" y="1067"/>
                </a:lnTo>
                <a:cubicBezTo>
                  <a:pt x="1770" y="1078"/>
                  <a:pt x="1786" y="1082"/>
                  <a:pt x="1801" y="1082"/>
                </a:cubicBezTo>
                <a:cubicBezTo>
                  <a:pt x="1879" y="1082"/>
                  <a:pt x="1935" y="958"/>
                  <a:pt x="1853" y="903"/>
                </a:cubicBezTo>
                <a:cubicBezTo>
                  <a:pt x="1294" y="607"/>
                  <a:pt x="736" y="311"/>
                  <a:pt x="210" y="16"/>
                </a:cubicBezTo>
                <a:cubicBezTo>
                  <a:pt x="189" y="5"/>
                  <a:pt x="168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5" name="Google Shape;1769;p11"/>
          <p:cNvSpPr/>
          <p:nvPr/>
        </p:nvSpPr>
        <p:spPr>
          <a:xfrm>
            <a:off x="7982280" y="4339440"/>
            <a:ext cx="43200" cy="16560"/>
          </a:xfrm>
          <a:custGeom>
            <a:avLst/>
            <a:gdLst>
              <a:gd name="textAreaLeft" fmla="*/ 0 w 43200"/>
              <a:gd name="textAreaRight" fmla="*/ 43560 w 4320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2055" h="805">
                <a:moveTo>
                  <a:pt x="134" y="0"/>
                </a:moveTo>
                <a:cubicBezTo>
                  <a:pt x="56" y="0"/>
                  <a:pt x="0" y="125"/>
                  <a:pt x="83" y="180"/>
                </a:cubicBezTo>
                <a:cubicBezTo>
                  <a:pt x="674" y="443"/>
                  <a:pt x="1266" y="640"/>
                  <a:pt x="1890" y="804"/>
                </a:cubicBezTo>
                <a:cubicBezTo>
                  <a:pt x="2021" y="804"/>
                  <a:pt x="2054" y="640"/>
                  <a:pt x="1956" y="607"/>
                </a:cubicBezTo>
                <a:cubicBezTo>
                  <a:pt x="1364" y="443"/>
                  <a:pt x="773" y="245"/>
                  <a:pt x="181" y="15"/>
                </a:cubicBezTo>
                <a:cubicBezTo>
                  <a:pt x="165" y="5"/>
                  <a:pt x="149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6" name="Google Shape;1770;p11"/>
          <p:cNvSpPr/>
          <p:nvPr/>
        </p:nvSpPr>
        <p:spPr>
          <a:xfrm>
            <a:off x="8030160" y="4304160"/>
            <a:ext cx="44640" cy="9360"/>
          </a:xfrm>
          <a:custGeom>
            <a:avLst/>
            <a:gdLst>
              <a:gd name="textAreaLeft" fmla="*/ 0 w 44640"/>
              <a:gd name="textAreaRight" fmla="*/ 45000 w 44640"/>
              <a:gd name="textAreaTop" fmla="*/ 0 h 9360"/>
              <a:gd name="textAreaBottom" fmla="*/ 9720 h 9360"/>
            </a:gdLst>
            <a:ahLst/>
            <a:cxnLst/>
            <a:rect l="textAreaLeft" t="textAreaTop" r="textAreaRight" b="textAreaBottom"/>
            <a:pathLst>
              <a:path w="2127" h="456">
                <a:moveTo>
                  <a:pt x="126" y="1"/>
                </a:moveTo>
                <a:cubicBezTo>
                  <a:pt x="19" y="1"/>
                  <a:pt x="1" y="171"/>
                  <a:pt x="122" y="202"/>
                </a:cubicBezTo>
                <a:cubicBezTo>
                  <a:pt x="570" y="376"/>
                  <a:pt x="1037" y="456"/>
                  <a:pt x="1522" y="456"/>
                </a:cubicBezTo>
                <a:cubicBezTo>
                  <a:pt x="1678" y="456"/>
                  <a:pt x="1836" y="448"/>
                  <a:pt x="1995" y="432"/>
                </a:cubicBezTo>
                <a:cubicBezTo>
                  <a:pt x="2126" y="432"/>
                  <a:pt x="2126" y="202"/>
                  <a:pt x="1995" y="202"/>
                </a:cubicBezTo>
                <a:cubicBezTo>
                  <a:pt x="1839" y="218"/>
                  <a:pt x="1683" y="226"/>
                  <a:pt x="1527" y="226"/>
                </a:cubicBezTo>
                <a:cubicBezTo>
                  <a:pt x="1061" y="226"/>
                  <a:pt x="598" y="152"/>
                  <a:pt x="155" y="5"/>
                </a:cubicBezTo>
                <a:cubicBezTo>
                  <a:pt x="145" y="2"/>
                  <a:pt x="135" y="1"/>
                  <a:pt x="12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7" name="Google Shape;1771;p11"/>
          <p:cNvSpPr/>
          <p:nvPr/>
        </p:nvSpPr>
        <p:spPr>
          <a:xfrm>
            <a:off x="8055000" y="4285440"/>
            <a:ext cx="24120" cy="3960"/>
          </a:xfrm>
          <a:custGeom>
            <a:avLst/>
            <a:gdLst>
              <a:gd name="textAreaLeft" fmla="*/ 0 w 24120"/>
              <a:gd name="textAreaRight" fmla="*/ 24480 w 24120"/>
              <a:gd name="textAreaTop" fmla="*/ 0 h 3960"/>
              <a:gd name="textAreaBottom" fmla="*/ 4320 h 3960"/>
            </a:gdLst>
            <a:ahLst/>
            <a:cxnLst/>
            <a:rect l="textAreaLeft" t="textAreaTop" r="textAreaRight" b="textAreaBottom"/>
            <a:pathLst>
              <a:path w="1151" h="198">
                <a:moveTo>
                  <a:pt x="132" y="0"/>
                </a:moveTo>
                <a:cubicBezTo>
                  <a:pt x="0" y="0"/>
                  <a:pt x="0" y="198"/>
                  <a:pt x="132" y="198"/>
                </a:cubicBezTo>
                <a:lnTo>
                  <a:pt x="1019" y="198"/>
                </a:lnTo>
                <a:cubicBezTo>
                  <a:pt x="1151" y="198"/>
                  <a:pt x="1151" y="0"/>
                  <a:pt x="101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" bIns="2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8" name="Google Shape;1772;p11"/>
          <p:cNvSpPr/>
          <p:nvPr/>
        </p:nvSpPr>
        <p:spPr>
          <a:xfrm>
            <a:off x="7993440" y="4262040"/>
            <a:ext cx="39240" cy="15480"/>
          </a:xfrm>
          <a:custGeom>
            <a:avLst/>
            <a:gdLst>
              <a:gd name="textAreaLeft" fmla="*/ 0 w 39240"/>
              <a:gd name="textAreaRight" fmla="*/ 39600 w 3924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878" h="741">
                <a:moveTo>
                  <a:pt x="159" y="1"/>
                </a:moveTo>
                <a:cubicBezTo>
                  <a:pt x="57" y="1"/>
                  <a:pt x="0" y="155"/>
                  <a:pt x="113" y="211"/>
                </a:cubicBezTo>
                <a:cubicBezTo>
                  <a:pt x="606" y="474"/>
                  <a:pt x="1165" y="638"/>
                  <a:pt x="1724" y="737"/>
                </a:cubicBezTo>
                <a:cubicBezTo>
                  <a:pt x="1731" y="739"/>
                  <a:pt x="1738" y="741"/>
                  <a:pt x="1745" y="741"/>
                </a:cubicBezTo>
                <a:cubicBezTo>
                  <a:pt x="1831" y="741"/>
                  <a:pt x="1878" y="570"/>
                  <a:pt x="1756" y="540"/>
                </a:cubicBezTo>
                <a:cubicBezTo>
                  <a:pt x="1231" y="474"/>
                  <a:pt x="705" y="277"/>
                  <a:pt x="212" y="14"/>
                </a:cubicBezTo>
                <a:cubicBezTo>
                  <a:pt x="194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9" name="Google Shape;1773;p11"/>
          <p:cNvSpPr/>
          <p:nvPr/>
        </p:nvSpPr>
        <p:spPr>
          <a:xfrm>
            <a:off x="8048880" y="4232520"/>
            <a:ext cx="32040" cy="12960"/>
          </a:xfrm>
          <a:custGeom>
            <a:avLst/>
            <a:gdLst>
              <a:gd name="textAreaLeft" fmla="*/ 0 w 32040"/>
              <a:gd name="textAreaRight" fmla="*/ 32400 w 3204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526" h="633">
                <a:moveTo>
                  <a:pt x="159" y="0"/>
                </a:moveTo>
                <a:cubicBezTo>
                  <a:pt x="48" y="0"/>
                  <a:pt x="1" y="171"/>
                  <a:pt x="122" y="201"/>
                </a:cubicBezTo>
                <a:lnTo>
                  <a:pt x="1371" y="628"/>
                </a:lnTo>
                <a:cubicBezTo>
                  <a:pt x="1381" y="631"/>
                  <a:pt x="1390" y="632"/>
                  <a:pt x="1399" y="632"/>
                </a:cubicBezTo>
                <a:cubicBezTo>
                  <a:pt x="1506" y="632"/>
                  <a:pt x="1525" y="462"/>
                  <a:pt x="1404" y="431"/>
                </a:cubicBezTo>
                <a:lnTo>
                  <a:pt x="188" y="4"/>
                </a:lnTo>
                <a:cubicBezTo>
                  <a:pt x="178" y="1"/>
                  <a:pt x="168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0" name="Google Shape;1774;p11"/>
          <p:cNvSpPr/>
          <p:nvPr/>
        </p:nvSpPr>
        <p:spPr>
          <a:xfrm>
            <a:off x="8051760" y="4222440"/>
            <a:ext cx="34560" cy="14760"/>
          </a:xfrm>
          <a:custGeom>
            <a:avLst/>
            <a:gdLst>
              <a:gd name="textAreaLeft" fmla="*/ 0 w 34560"/>
              <a:gd name="textAreaRight" fmla="*/ 34920 w 3456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648" h="708">
                <a:moveTo>
                  <a:pt x="160" y="1"/>
                </a:moveTo>
                <a:cubicBezTo>
                  <a:pt x="58" y="1"/>
                  <a:pt x="1" y="155"/>
                  <a:pt x="114" y="211"/>
                </a:cubicBezTo>
                <a:cubicBezTo>
                  <a:pt x="541" y="441"/>
                  <a:pt x="1001" y="605"/>
                  <a:pt x="1494" y="704"/>
                </a:cubicBezTo>
                <a:cubicBezTo>
                  <a:pt x="1504" y="707"/>
                  <a:pt x="1513" y="708"/>
                  <a:pt x="1522" y="708"/>
                </a:cubicBezTo>
                <a:cubicBezTo>
                  <a:pt x="1629" y="708"/>
                  <a:pt x="1648" y="537"/>
                  <a:pt x="1527" y="507"/>
                </a:cubicBezTo>
                <a:cubicBezTo>
                  <a:pt x="1067" y="408"/>
                  <a:pt x="607" y="244"/>
                  <a:pt x="212" y="14"/>
                </a:cubicBezTo>
                <a:cubicBezTo>
                  <a:pt x="194" y="5"/>
                  <a:pt x="176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1" name="Google Shape;1775;p11"/>
          <p:cNvSpPr/>
          <p:nvPr/>
        </p:nvSpPr>
        <p:spPr>
          <a:xfrm>
            <a:off x="8031240" y="4184280"/>
            <a:ext cx="35640" cy="19800"/>
          </a:xfrm>
          <a:custGeom>
            <a:avLst/>
            <a:gdLst>
              <a:gd name="textAreaLeft" fmla="*/ 0 w 35640"/>
              <a:gd name="textAreaRight" fmla="*/ 36000 w 3564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703" h="949">
                <a:moveTo>
                  <a:pt x="160" y="0"/>
                </a:moveTo>
                <a:cubicBezTo>
                  <a:pt x="75" y="0"/>
                  <a:pt x="1" y="125"/>
                  <a:pt x="111" y="180"/>
                </a:cubicBezTo>
                <a:cubicBezTo>
                  <a:pt x="538" y="476"/>
                  <a:pt x="998" y="706"/>
                  <a:pt x="1491" y="936"/>
                </a:cubicBezTo>
                <a:cubicBezTo>
                  <a:pt x="1509" y="945"/>
                  <a:pt x="1527" y="949"/>
                  <a:pt x="1544" y="949"/>
                </a:cubicBezTo>
                <a:cubicBezTo>
                  <a:pt x="1645" y="949"/>
                  <a:pt x="1703" y="795"/>
                  <a:pt x="1590" y="739"/>
                </a:cubicBezTo>
                <a:cubicBezTo>
                  <a:pt x="1097" y="541"/>
                  <a:pt x="637" y="311"/>
                  <a:pt x="209" y="16"/>
                </a:cubicBezTo>
                <a:cubicBezTo>
                  <a:pt x="193" y="5"/>
                  <a:pt x="177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2" name="Google Shape;1776;p11"/>
          <p:cNvSpPr/>
          <p:nvPr/>
        </p:nvSpPr>
        <p:spPr>
          <a:xfrm>
            <a:off x="8070120" y="4189320"/>
            <a:ext cx="7920" cy="6480"/>
          </a:xfrm>
          <a:custGeom>
            <a:avLst/>
            <a:gdLst>
              <a:gd name="textAreaLeft" fmla="*/ 0 w 7920"/>
              <a:gd name="textAreaRight" fmla="*/ 8280 w 792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395" h="330">
                <a:moveTo>
                  <a:pt x="66" y="1"/>
                </a:moveTo>
                <a:cubicBezTo>
                  <a:pt x="33" y="1"/>
                  <a:pt x="0" y="34"/>
                  <a:pt x="0" y="66"/>
                </a:cubicBezTo>
                <a:cubicBezTo>
                  <a:pt x="0" y="66"/>
                  <a:pt x="0" y="99"/>
                  <a:pt x="0" y="132"/>
                </a:cubicBezTo>
                <a:cubicBezTo>
                  <a:pt x="0" y="165"/>
                  <a:pt x="33" y="165"/>
                  <a:pt x="66" y="198"/>
                </a:cubicBezTo>
                <a:lnTo>
                  <a:pt x="33" y="198"/>
                </a:lnTo>
                <a:lnTo>
                  <a:pt x="263" y="329"/>
                </a:lnTo>
                <a:lnTo>
                  <a:pt x="329" y="329"/>
                </a:lnTo>
                <a:cubicBezTo>
                  <a:pt x="362" y="329"/>
                  <a:pt x="395" y="296"/>
                  <a:pt x="395" y="296"/>
                </a:cubicBezTo>
                <a:cubicBezTo>
                  <a:pt x="395" y="264"/>
                  <a:pt x="395" y="231"/>
                  <a:pt x="395" y="198"/>
                </a:cubicBezTo>
                <a:cubicBezTo>
                  <a:pt x="395" y="165"/>
                  <a:pt x="362" y="165"/>
                  <a:pt x="362" y="132"/>
                </a:cubicBezTo>
                <a:lnTo>
                  <a:pt x="132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3" name="Google Shape;1777;p11"/>
          <p:cNvSpPr/>
          <p:nvPr/>
        </p:nvSpPr>
        <p:spPr>
          <a:xfrm>
            <a:off x="7882200" y="4257720"/>
            <a:ext cx="28800" cy="16920"/>
          </a:xfrm>
          <a:custGeom>
            <a:avLst/>
            <a:gdLst>
              <a:gd name="textAreaLeft" fmla="*/ 0 w 28800"/>
              <a:gd name="textAreaRight" fmla="*/ 29160 w 2880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1382" h="824">
                <a:moveTo>
                  <a:pt x="141" y="0"/>
                </a:moveTo>
                <a:cubicBezTo>
                  <a:pt x="63" y="0"/>
                  <a:pt x="0" y="111"/>
                  <a:pt x="77" y="162"/>
                </a:cubicBezTo>
                <a:cubicBezTo>
                  <a:pt x="405" y="458"/>
                  <a:pt x="800" y="688"/>
                  <a:pt x="1227" y="819"/>
                </a:cubicBezTo>
                <a:cubicBezTo>
                  <a:pt x="1237" y="822"/>
                  <a:pt x="1247" y="823"/>
                  <a:pt x="1255" y="823"/>
                </a:cubicBezTo>
                <a:cubicBezTo>
                  <a:pt x="1362" y="823"/>
                  <a:pt x="1381" y="653"/>
                  <a:pt x="1260" y="622"/>
                </a:cubicBezTo>
                <a:cubicBezTo>
                  <a:pt x="898" y="491"/>
                  <a:pt x="537" y="294"/>
                  <a:pt x="208" y="31"/>
                </a:cubicBezTo>
                <a:cubicBezTo>
                  <a:pt x="187" y="9"/>
                  <a:pt x="163" y="0"/>
                  <a:pt x="14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4" name="Google Shape;1778;p11"/>
          <p:cNvSpPr/>
          <p:nvPr/>
        </p:nvSpPr>
        <p:spPr>
          <a:xfrm>
            <a:off x="7868160" y="4232160"/>
            <a:ext cx="28440" cy="14760"/>
          </a:xfrm>
          <a:custGeom>
            <a:avLst/>
            <a:gdLst>
              <a:gd name="textAreaLeft" fmla="*/ 0 w 28440"/>
              <a:gd name="textAreaRight" fmla="*/ 28800 w 2844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360" h="708">
                <a:moveTo>
                  <a:pt x="143" y="1"/>
                </a:moveTo>
                <a:cubicBezTo>
                  <a:pt x="62" y="1"/>
                  <a:pt x="1" y="155"/>
                  <a:pt x="86" y="211"/>
                </a:cubicBezTo>
                <a:cubicBezTo>
                  <a:pt x="447" y="408"/>
                  <a:pt x="809" y="573"/>
                  <a:pt x="1203" y="704"/>
                </a:cubicBezTo>
                <a:cubicBezTo>
                  <a:pt x="1213" y="707"/>
                  <a:pt x="1222" y="708"/>
                  <a:pt x="1231" y="708"/>
                </a:cubicBezTo>
                <a:cubicBezTo>
                  <a:pt x="1339" y="708"/>
                  <a:pt x="1360" y="537"/>
                  <a:pt x="1269" y="507"/>
                </a:cubicBezTo>
                <a:cubicBezTo>
                  <a:pt x="874" y="408"/>
                  <a:pt x="513" y="244"/>
                  <a:pt x="184" y="14"/>
                </a:cubicBezTo>
                <a:cubicBezTo>
                  <a:pt x="170" y="5"/>
                  <a:pt x="157" y="1"/>
                  <a:pt x="1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5" name="Google Shape;1779;p11"/>
          <p:cNvSpPr/>
          <p:nvPr/>
        </p:nvSpPr>
        <p:spPr>
          <a:xfrm>
            <a:off x="7851600" y="4209480"/>
            <a:ext cx="32400" cy="16920"/>
          </a:xfrm>
          <a:custGeom>
            <a:avLst/>
            <a:gdLst>
              <a:gd name="textAreaLeft" fmla="*/ 0 w 32400"/>
              <a:gd name="textAreaRight" fmla="*/ 32760 w 3240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1550" h="809">
                <a:moveTo>
                  <a:pt x="191" y="0"/>
                </a:moveTo>
                <a:cubicBezTo>
                  <a:pt x="99" y="0"/>
                  <a:pt x="0" y="142"/>
                  <a:pt x="120" y="202"/>
                </a:cubicBezTo>
                <a:lnTo>
                  <a:pt x="1369" y="793"/>
                </a:lnTo>
                <a:cubicBezTo>
                  <a:pt x="1384" y="804"/>
                  <a:pt x="1400" y="808"/>
                  <a:pt x="1416" y="808"/>
                </a:cubicBezTo>
                <a:cubicBezTo>
                  <a:pt x="1494" y="808"/>
                  <a:pt x="1550" y="684"/>
                  <a:pt x="1467" y="629"/>
                </a:cubicBezTo>
                <a:lnTo>
                  <a:pt x="218" y="5"/>
                </a:lnTo>
                <a:cubicBezTo>
                  <a:pt x="210" y="2"/>
                  <a:pt x="201" y="0"/>
                  <a:pt x="19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6" name="Google Shape;1780;p11"/>
          <p:cNvSpPr/>
          <p:nvPr/>
        </p:nvSpPr>
        <p:spPr>
          <a:xfrm>
            <a:off x="7850520" y="4199760"/>
            <a:ext cx="45720" cy="17280"/>
          </a:xfrm>
          <a:custGeom>
            <a:avLst/>
            <a:gdLst>
              <a:gd name="textAreaLeft" fmla="*/ 0 w 45720"/>
              <a:gd name="textAreaRight" fmla="*/ 46080 w 4572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2185" h="830">
                <a:moveTo>
                  <a:pt x="128" y="1"/>
                </a:moveTo>
                <a:cubicBezTo>
                  <a:pt x="21" y="1"/>
                  <a:pt x="0" y="171"/>
                  <a:pt x="91" y="202"/>
                </a:cubicBezTo>
                <a:lnTo>
                  <a:pt x="2030" y="826"/>
                </a:lnTo>
                <a:cubicBezTo>
                  <a:pt x="2040" y="829"/>
                  <a:pt x="2049" y="830"/>
                  <a:pt x="2058" y="830"/>
                </a:cubicBezTo>
                <a:cubicBezTo>
                  <a:pt x="2165" y="830"/>
                  <a:pt x="2184" y="659"/>
                  <a:pt x="2063" y="629"/>
                </a:cubicBezTo>
                <a:lnTo>
                  <a:pt x="157" y="5"/>
                </a:lnTo>
                <a:cubicBezTo>
                  <a:pt x="147" y="2"/>
                  <a:pt x="137" y="1"/>
                  <a:pt x="12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7" name="Google Shape;1781;p11"/>
          <p:cNvSpPr/>
          <p:nvPr/>
        </p:nvSpPr>
        <p:spPr>
          <a:xfrm>
            <a:off x="7848720" y="4186440"/>
            <a:ext cx="43920" cy="14400"/>
          </a:xfrm>
          <a:custGeom>
            <a:avLst/>
            <a:gdLst>
              <a:gd name="textAreaLeft" fmla="*/ 0 w 43920"/>
              <a:gd name="textAreaRight" fmla="*/ 44280 w 4392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2093" h="696">
                <a:moveTo>
                  <a:pt x="185" y="1"/>
                </a:moveTo>
                <a:cubicBezTo>
                  <a:pt x="72" y="1"/>
                  <a:pt x="1" y="143"/>
                  <a:pt x="120" y="202"/>
                </a:cubicBezTo>
                <a:cubicBezTo>
                  <a:pt x="679" y="432"/>
                  <a:pt x="1303" y="630"/>
                  <a:pt x="1961" y="695"/>
                </a:cubicBezTo>
                <a:cubicBezTo>
                  <a:pt x="2092" y="695"/>
                  <a:pt x="2059" y="498"/>
                  <a:pt x="1961" y="498"/>
                </a:cubicBezTo>
                <a:cubicBezTo>
                  <a:pt x="1336" y="400"/>
                  <a:pt x="778" y="268"/>
                  <a:pt x="219" y="5"/>
                </a:cubicBezTo>
                <a:cubicBezTo>
                  <a:pt x="207" y="2"/>
                  <a:pt x="196" y="1"/>
                  <a:pt x="18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8" name="Google Shape;1782;p11"/>
          <p:cNvSpPr/>
          <p:nvPr/>
        </p:nvSpPr>
        <p:spPr>
          <a:xfrm>
            <a:off x="7895880" y="4194360"/>
            <a:ext cx="25560" cy="8640"/>
          </a:xfrm>
          <a:custGeom>
            <a:avLst/>
            <a:gdLst>
              <a:gd name="textAreaLeft" fmla="*/ 0 w 25560"/>
              <a:gd name="textAreaRight" fmla="*/ 25920 w 2556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1217" h="417">
                <a:moveTo>
                  <a:pt x="112" y="1"/>
                </a:moveTo>
                <a:cubicBezTo>
                  <a:pt x="83" y="1"/>
                  <a:pt x="53" y="17"/>
                  <a:pt x="33" y="55"/>
                </a:cubicBezTo>
                <a:cubicBezTo>
                  <a:pt x="1" y="88"/>
                  <a:pt x="1" y="154"/>
                  <a:pt x="66" y="187"/>
                </a:cubicBezTo>
                <a:cubicBezTo>
                  <a:pt x="395" y="318"/>
                  <a:pt x="723" y="417"/>
                  <a:pt x="1085" y="417"/>
                </a:cubicBezTo>
                <a:cubicBezTo>
                  <a:pt x="1216" y="417"/>
                  <a:pt x="1216" y="220"/>
                  <a:pt x="1085" y="220"/>
                </a:cubicBezTo>
                <a:cubicBezTo>
                  <a:pt x="756" y="220"/>
                  <a:pt x="461" y="154"/>
                  <a:pt x="165" y="23"/>
                </a:cubicBezTo>
                <a:cubicBezTo>
                  <a:pt x="151" y="9"/>
                  <a:pt x="132" y="1"/>
                  <a:pt x="1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19" name="Google Shape;1783;p11"/>
          <p:cNvSpPr/>
          <p:nvPr/>
        </p:nvSpPr>
        <p:spPr>
          <a:xfrm>
            <a:off x="7810920" y="4164840"/>
            <a:ext cx="63360" cy="17280"/>
          </a:xfrm>
          <a:custGeom>
            <a:avLst/>
            <a:gdLst>
              <a:gd name="textAreaLeft" fmla="*/ 0 w 63360"/>
              <a:gd name="textAreaRight" fmla="*/ 63720 w 6336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3014" h="827">
                <a:moveTo>
                  <a:pt x="159" y="1"/>
                </a:moveTo>
                <a:cubicBezTo>
                  <a:pt x="47" y="1"/>
                  <a:pt x="1" y="171"/>
                  <a:pt x="122" y="202"/>
                </a:cubicBezTo>
                <a:cubicBezTo>
                  <a:pt x="1009" y="530"/>
                  <a:pt x="1929" y="727"/>
                  <a:pt x="2882" y="826"/>
                </a:cubicBezTo>
                <a:cubicBezTo>
                  <a:pt x="3014" y="826"/>
                  <a:pt x="3014" y="629"/>
                  <a:pt x="2882" y="629"/>
                </a:cubicBezTo>
                <a:cubicBezTo>
                  <a:pt x="1962" y="530"/>
                  <a:pt x="1042" y="333"/>
                  <a:pt x="188" y="5"/>
                </a:cubicBezTo>
                <a:cubicBezTo>
                  <a:pt x="178" y="2"/>
                  <a:pt x="168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0" name="Google Shape;1784;p11"/>
          <p:cNvSpPr/>
          <p:nvPr/>
        </p:nvSpPr>
        <p:spPr>
          <a:xfrm>
            <a:off x="7817040" y="4152240"/>
            <a:ext cx="39960" cy="14040"/>
          </a:xfrm>
          <a:custGeom>
            <a:avLst/>
            <a:gdLst>
              <a:gd name="textAreaLeft" fmla="*/ 0 w 39960"/>
              <a:gd name="textAreaRight" fmla="*/ 40320 w 3996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907" h="672">
                <a:moveTo>
                  <a:pt x="129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33" y="178"/>
                  <a:pt x="66" y="178"/>
                </a:cubicBezTo>
                <a:lnTo>
                  <a:pt x="99" y="211"/>
                </a:lnTo>
                <a:cubicBezTo>
                  <a:pt x="625" y="408"/>
                  <a:pt x="1183" y="573"/>
                  <a:pt x="1775" y="671"/>
                </a:cubicBezTo>
                <a:cubicBezTo>
                  <a:pt x="1808" y="671"/>
                  <a:pt x="1873" y="638"/>
                  <a:pt x="1906" y="606"/>
                </a:cubicBezTo>
                <a:cubicBezTo>
                  <a:pt x="1906" y="540"/>
                  <a:pt x="1873" y="474"/>
                  <a:pt x="1808" y="474"/>
                </a:cubicBezTo>
                <a:cubicBezTo>
                  <a:pt x="1249" y="376"/>
                  <a:pt x="690" y="244"/>
                  <a:pt x="165" y="14"/>
                </a:cubicBezTo>
                <a:cubicBezTo>
                  <a:pt x="155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1" name="Google Shape;1785;p11"/>
          <p:cNvSpPr/>
          <p:nvPr/>
        </p:nvSpPr>
        <p:spPr>
          <a:xfrm>
            <a:off x="7846560" y="4343040"/>
            <a:ext cx="26640" cy="10080"/>
          </a:xfrm>
          <a:custGeom>
            <a:avLst/>
            <a:gdLst>
              <a:gd name="textAreaLeft" fmla="*/ 0 w 26640"/>
              <a:gd name="textAreaRight" fmla="*/ 27000 w 2664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1275" h="497">
                <a:moveTo>
                  <a:pt x="129" y="0"/>
                </a:moveTo>
                <a:cubicBezTo>
                  <a:pt x="22" y="0"/>
                  <a:pt x="1" y="173"/>
                  <a:pt x="92" y="234"/>
                </a:cubicBezTo>
                <a:cubicBezTo>
                  <a:pt x="453" y="332"/>
                  <a:pt x="782" y="398"/>
                  <a:pt x="1144" y="497"/>
                </a:cubicBezTo>
                <a:cubicBezTo>
                  <a:pt x="1176" y="497"/>
                  <a:pt x="1242" y="464"/>
                  <a:pt x="1275" y="398"/>
                </a:cubicBezTo>
                <a:cubicBezTo>
                  <a:pt x="1275" y="365"/>
                  <a:pt x="1242" y="300"/>
                  <a:pt x="1176" y="267"/>
                </a:cubicBezTo>
                <a:cubicBezTo>
                  <a:pt x="848" y="201"/>
                  <a:pt x="486" y="135"/>
                  <a:pt x="158" y="4"/>
                </a:cubicBezTo>
                <a:cubicBezTo>
                  <a:pt x="148" y="1"/>
                  <a:pt x="138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2" name="Google Shape;1786;p11"/>
          <p:cNvSpPr/>
          <p:nvPr/>
        </p:nvSpPr>
        <p:spPr>
          <a:xfrm>
            <a:off x="7840440" y="4330080"/>
            <a:ext cx="34920" cy="12600"/>
          </a:xfrm>
          <a:custGeom>
            <a:avLst/>
            <a:gdLst>
              <a:gd name="textAreaLeft" fmla="*/ 0 w 34920"/>
              <a:gd name="textAreaRight" fmla="*/ 35280 w 3492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661" h="607">
                <a:moveTo>
                  <a:pt x="135" y="0"/>
                </a:moveTo>
                <a:cubicBezTo>
                  <a:pt x="57" y="0"/>
                  <a:pt x="1" y="124"/>
                  <a:pt x="83" y="180"/>
                </a:cubicBezTo>
                <a:cubicBezTo>
                  <a:pt x="543" y="410"/>
                  <a:pt x="1003" y="541"/>
                  <a:pt x="1529" y="607"/>
                </a:cubicBezTo>
                <a:cubicBezTo>
                  <a:pt x="1661" y="607"/>
                  <a:pt x="1661" y="410"/>
                  <a:pt x="1529" y="377"/>
                </a:cubicBezTo>
                <a:cubicBezTo>
                  <a:pt x="1036" y="344"/>
                  <a:pt x="609" y="212"/>
                  <a:pt x="182" y="15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3" name="Google Shape;1787;p11"/>
          <p:cNvSpPr/>
          <p:nvPr/>
        </p:nvSpPr>
        <p:spPr>
          <a:xfrm>
            <a:off x="7829280" y="4317120"/>
            <a:ext cx="42480" cy="12960"/>
          </a:xfrm>
          <a:custGeom>
            <a:avLst/>
            <a:gdLst>
              <a:gd name="textAreaLeft" fmla="*/ 0 w 42480"/>
              <a:gd name="textAreaRight" fmla="*/ 42840 w 4248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2026" h="637">
                <a:moveTo>
                  <a:pt x="108" y="0"/>
                </a:moveTo>
                <a:cubicBezTo>
                  <a:pt x="15" y="0"/>
                  <a:pt x="0" y="180"/>
                  <a:pt x="87" y="209"/>
                </a:cubicBezTo>
                <a:cubicBezTo>
                  <a:pt x="678" y="406"/>
                  <a:pt x="1302" y="538"/>
                  <a:pt x="1894" y="636"/>
                </a:cubicBezTo>
                <a:cubicBezTo>
                  <a:pt x="2025" y="636"/>
                  <a:pt x="2025" y="439"/>
                  <a:pt x="1894" y="406"/>
                </a:cubicBezTo>
                <a:cubicBezTo>
                  <a:pt x="1302" y="341"/>
                  <a:pt x="711" y="209"/>
                  <a:pt x="152" y="12"/>
                </a:cubicBezTo>
                <a:cubicBezTo>
                  <a:pt x="136" y="4"/>
                  <a:pt x="121" y="0"/>
                  <a:pt x="1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4" name="Google Shape;1788;p11"/>
          <p:cNvSpPr/>
          <p:nvPr/>
        </p:nvSpPr>
        <p:spPr>
          <a:xfrm>
            <a:off x="7830000" y="4303440"/>
            <a:ext cx="59400" cy="18360"/>
          </a:xfrm>
          <a:custGeom>
            <a:avLst/>
            <a:gdLst>
              <a:gd name="textAreaLeft" fmla="*/ 0 w 59400"/>
              <a:gd name="textAreaRight" fmla="*/ 59760 w 5940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2818" h="892">
                <a:moveTo>
                  <a:pt x="163" y="0"/>
                </a:moveTo>
                <a:cubicBezTo>
                  <a:pt x="74" y="0"/>
                  <a:pt x="1" y="142"/>
                  <a:pt x="90" y="202"/>
                </a:cubicBezTo>
                <a:cubicBezTo>
                  <a:pt x="912" y="563"/>
                  <a:pt x="1799" y="826"/>
                  <a:pt x="2686" y="892"/>
                </a:cubicBezTo>
                <a:cubicBezTo>
                  <a:pt x="2818" y="892"/>
                  <a:pt x="2818" y="695"/>
                  <a:pt x="2686" y="695"/>
                </a:cubicBezTo>
                <a:cubicBezTo>
                  <a:pt x="1832" y="596"/>
                  <a:pt x="978" y="366"/>
                  <a:pt x="189" y="5"/>
                </a:cubicBezTo>
                <a:cubicBezTo>
                  <a:pt x="180" y="2"/>
                  <a:pt x="171" y="0"/>
                  <a:pt x="16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5" name="Google Shape;1789;p11"/>
          <p:cNvSpPr/>
          <p:nvPr/>
        </p:nvSpPr>
        <p:spPr>
          <a:xfrm>
            <a:off x="7834680" y="4292640"/>
            <a:ext cx="61200" cy="22320"/>
          </a:xfrm>
          <a:custGeom>
            <a:avLst/>
            <a:gdLst>
              <a:gd name="textAreaLeft" fmla="*/ 0 w 61200"/>
              <a:gd name="textAreaRight" fmla="*/ 61560 w 6120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2916" h="1074">
                <a:moveTo>
                  <a:pt x="225" y="0"/>
                </a:moveTo>
                <a:cubicBezTo>
                  <a:pt x="204" y="0"/>
                  <a:pt x="184" y="6"/>
                  <a:pt x="165" y="18"/>
                </a:cubicBezTo>
                <a:lnTo>
                  <a:pt x="132" y="18"/>
                </a:lnTo>
                <a:cubicBezTo>
                  <a:pt x="1" y="149"/>
                  <a:pt x="132" y="346"/>
                  <a:pt x="297" y="379"/>
                </a:cubicBezTo>
                <a:cubicBezTo>
                  <a:pt x="559" y="478"/>
                  <a:pt x="822" y="544"/>
                  <a:pt x="1118" y="642"/>
                </a:cubicBezTo>
                <a:cubicBezTo>
                  <a:pt x="1644" y="806"/>
                  <a:pt x="2202" y="938"/>
                  <a:pt x="2761" y="1069"/>
                </a:cubicBezTo>
                <a:cubicBezTo>
                  <a:pt x="2771" y="1072"/>
                  <a:pt x="2781" y="1073"/>
                  <a:pt x="2789" y="1073"/>
                </a:cubicBezTo>
                <a:cubicBezTo>
                  <a:pt x="2897" y="1073"/>
                  <a:pt x="2915" y="903"/>
                  <a:pt x="2794" y="872"/>
                </a:cubicBezTo>
                <a:cubicBezTo>
                  <a:pt x="2400" y="774"/>
                  <a:pt x="1940" y="675"/>
                  <a:pt x="1545" y="544"/>
                </a:cubicBezTo>
                <a:cubicBezTo>
                  <a:pt x="1315" y="478"/>
                  <a:pt x="1118" y="412"/>
                  <a:pt x="921" y="346"/>
                </a:cubicBezTo>
                <a:lnTo>
                  <a:pt x="625" y="248"/>
                </a:lnTo>
                <a:cubicBezTo>
                  <a:pt x="569" y="248"/>
                  <a:pt x="392" y="175"/>
                  <a:pt x="342" y="175"/>
                </a:cubicBezTo>
                <a:cubicBezTo>
                  <a:pt x="339" y="175"/>
                  <a:pt x="337" y="176"/>
                  <a:pt x="335" y="176"/>
                </a:cubicBezTo>
                <a:lnTo>
                  <a:pt x="335" y="176"/>
                </a:lnTo>
                <a:cubicBezTo>
                  <a:pt x="405" y="97"/>
                  <a:pt x="314" y="0"/>
                  <a:pt x="22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6" name="Google Shape;1790;p11"/>
          <p:cNvSpPr/>
          <p:nvPr/>
        </p:nvSpPr>
        <p:spPr>
          <a:xfrm>
            <a:off x="7839000" y="4282920"/>
            <a:ext cx="77760" cy="28440"/>
          </a:xfrm>
          <a:custGeom>
            <a:avLst/>
            <a:gdLst>
              <a:gd name="textAreaLeft" fmla="*/ 0 w 77760"/>
              <a:gd name="textAreaRight" fmla="*/ 78120 w 7776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3696" h="1362">
                <a:moveTo>
                  <a:pt x="97" y="1"/>
                </a:moveTo>
                <a:cubicBezTo>
                  <a:pt x="9" y="1"/>
                  <a:pt x="0" y="154"/>
                  <a:pt x="113" y="211"/>
                </a:cubicBezTo>
                <a:cubicBezTo>
                  <a:pt x="1231" y="605"/>
                  <a:pt x="2381" y="1000"/>
                  <a:pt x="3531" y="1361"/>
                </a:cubicBezTo>
                <a:cubicBezTo>
                  <a:pt x="3662" y="1361"/>
                  <a:pt x="3695" y="1197"/>
                  <a:pt x="3597" y="1164"/>
                </a:cubicBezTo>
                <a:cubicBezTo>
                  <a:pt x="2446" y="802"/>
                  <a:pt x="1296" y="408"/>
                  <a:pt x="146" y="14"/>
                </a:cubicBezTo>
                <a:cubicBezTo>
                  <a:pt x="128" y="5"/>
                  <a:pt x="111" y="1"/>
                  <a:pt x="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7" name="Google Shape;1791;p11"/>
          <p:cNvSpPr/>
          <p:nvPr/>
        </p:nvSpPr>
        <p:spPr>
          <a:xfrm>
            <a:off x="7848720" y="4278240"/>
            <a:ext cx="59760" cy="16560"/>
          </a:xfrm>
          <a:custGeom>
            <a:avLst/>
            <a:gdLst>
              <a:gd name="textAreaLeft" fmla="*/ 0 w 59760"/>
              <a:gd name="textAreaRight" fmla="*/ 60120 w 5976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2839" h="797">
                <a:moveTo>
                  <a:pt x="158" y="0"/>
                </a:moveTo>
                <a:cubicBezTo>
                  <a:pt x="47" y="0"/>
                  <a:pt x="0" y="171"/>
                  <a:pt x="121" y="201"/>
                </a:cubicBezTo>
                <a:lnTo>
                  <a:pt x="2685" y="792"/>
                </a:lnTo>
                <a:cubicBezTo>
                  <a:pt x="2692" y="795"/>
                  <a:pt x="2699" y="796"/>
                  <a:pt x="2706" y="796"/>
                </a:cubicBezTo>
                <a:cubicBezTo>
                  <a:pt x="2792" y="796"/>
                  <a:pt x="2839" y="626"/>
                  <a:pt x="2717" y="595"/>
                </a:cubicBezTo>
                <a:lnTo>
                  <a:pt x="187" y="4"/>
                </a:lnTo>
                <a:cubicBezTo>
                  <a:pt x="177" y="1"/>
                  <a:pt x="167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8" name="Google Shape;1792;p11"/>
          <p:cNvSpPr/>
          <p:nvPr/>
        </p:nvSpPr>
        <p:spPr>
          <a:xfrm>
            <a:off x="7850880" y="4264920"/>
            <a:ext cx="46800" cy="20520"/>
          </a:xfrm>
          <a:custGeom>
            <a:avLst/>
            <a:gdLst>
              <a:gd name="textAreaLeft" fmla="*/ 0 w 46800"/>
              <a:gd name="textAreaRight" fmla="*/ 47160 w 4680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2232" h="980">
                <a:moveTo>
                  <a:pt x="98" y="0"/>
                </a:moveTo>
                <a:cubicBezTo>
                  <a:pt x="9" y="0"/>
                  <a:pt x="1" y="154"/>
                  <a:pt x="114" y="211"/>
                </a:cubicBezTo>
                <a:lnTo>
                  <a:pt x="2086" y="966"/>
                </a:lnTo>
                <a:cubicBezTo>
                  <a:pt x="2099" y="976"/>
                  <a:pt x="2113" y="980"/>
                  <a:pt x="2125" y="980"/>
                </a:cubicBezTo>
                <a:cubicBezTo>
                  <a:pt x="2199" y="980"/>
                  <a:pt x="2232" y="826"/>
                  <a:pt x="2119" y="769"/>
                </a:cubicBezTo>
                <a:lnTo>
                  <a:pt x="147" y="13"/>
                </a:lnTo>
                <a:cubicBezTo>
                  <a:pt x="129" y="4"/>
                  <a:pt x="112" y="0"/>
                  <a:pt x="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9" name="Google Shape;1793;p11"/>
          <p:cNvSpPr/>
          <p:nvPr/>
        </p:nvSpPr>
        <p:spPr>
          <a:xfrm>
            <a:off x="7863480" y="4260600"/>
            <a:ext cx="22320" cy="9720"/>
          </a:xfrm>
          <a:custGeom>
            <a:avLst/>
            <a:gdLst>
              <a:gd name="textAreaLeft" fmla="*/ 0 w 22320"/>
              <a:gd name="textAreaRight" fmla="*/ 22680 w 2232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1064" h="476">
                <a:moveTo>
                  <a:pt x="149" y="0"/>
                </a:moveTo>
                <a:cubicBezTo>
                  <a:pt x="52" y="0"/>
                  <a:pt x="0" y="124"/>
                  <a:pt x="111" y="180"/>
                </a:cubicBezTo>
                <a:cubicBezTo>
                  <a:pt x="373" y="344"/>
                  <a:pt x="669" y="442"/>
                  <a:pt x="965" y="475"/>
                </a:cubicBezTo>
                <a:cubicBezTo>
                  <a:pt x="1031" y="475"/>
                  <a:pt x="1063" y="442"/>
                  <a:pt x="1063" y="377"/>
                </a:cubicBezTo>
                <a:cubicBezTo>
                  <a:pt x="1063" y="311"/>
                  <a:pt x="1031" y="278"/>
                  <a:pt x="965" y="278"/>
                </a:cubicBezTo>
                <a:cubicBezTo>
                  <a:pt x="702" y="245"/>
                  <a:pt x="439" y="147"/>
                  <a:pt x="209" y="15"/>
                </a:cubicBezTo>
                <a:cubicBezTo>
                  <a:pt x="188" y="5"/>
                  <a:pt x="167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0" name="Google Shape;1794;p11"/>
          <p:cNvSpPr/>
          <p:nvPr/>
        </p:nvSpPr>
        <p:spPr>
          <a:xfrm>
            <a:off x="7869960" y="4255920"/>
            <a:ext cx="15120" cy="8640"/>
          </a:xfrm>
          <a:custGeom>
            <a:avLst/>
            <a:gdLst>
              <a:gd name="textAreaLeft" fmla="*/ 0 w 15120"/>
              <a:gd name="textAreaRight" fmla="*/ 15480 w 1512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724" h="423">
                <a:moveTo>
                  <a:pt x="129" y="1"/>
                </a:moveTo>
                <a:cubicBezTo>
                  <a:pt x="96" y="1"/>
                  <a:pt x="57" y="24"/>
                  <a:pt x="34" y="47"/>
                </a:cubicBezTo>
                <a:cubicBezTo>
                  <a:pt x="1" y="113"/>
                  <a:pt x="1" y="179"/>
                  <a:pt x="66" y="211"/>
                </a:cubicBezTo>
                <a:lnTo>
                  <a:pt x="559" y="409"/>
                </a:lnTo>
                <a:cubicBezTo>
                  <a:pt x="569" y="418"/>
                  <a:pt x="581" y="422"/>
                  <a:pt x="595" y="422"/>
                </a:cubicBezTo>
                <a:cubicBezTo>
                  <a:pt x="628" y="422"/>
                  <a:pt x="668" y="399"/>
                  <a:pt x="691" y="376"/>
                </a:cubicBezTo>
                <a:cubicBezTo>
                  <a:pt x="724" y="310"/>
                  <a:pt x="691" y="244"/>
                  <a:pt x="658" y="244"/>
                </a:cubicBezTo>
                <a:lnTo>
                  <a:pt x="165" y="14"/>
                </a:lnTo>
                <a:cubicBezTo>
                  <a:pt x="155" y="5"/>
                  <a:pt x="143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1" name="Google Shape;1795;p11"/>
          <p:cNvSpPr/>
          <p:nvPr/>
        </p:nvSpPr>
        <p:spPr>
          <a:xfrm>
            <a:off x="7896240" y="4337640"/>
            <a:ext cx="17640" cy="6840"/>
          </a:xfrm>
          <a:custGeom>
            <a:avLst/>
            <a:gdLst>
              <a:gd name="textAreaLeft" fmla="*/ 0 w 17640"/>
              <a:gd name="textAreaRight" fmla="*/ 18000 w 17640"/>
              <a:gd name="textAreaTop" fmla="*/ 0 h 6840"/>
              <a:gd name="textAreaBottom" fmla="*/ 7200 h 6840"/>
            </a:gdLst>
            <a:ahLst/>
            <a:cxnLst/>
            <a:rect l="textAreaLeft" t="textAreaTop" r="textAreaRight" b="textAreaBottom"/>
            <a:pathLst>
              <a:path w="846" h="338">
                <a:moveTo>
                  <a:pt x="133" y="0"/>
                </a:moveTo>
                <a:cubicBezTo>
                  <a:pt x="66" y="0"/>
                  <a:pt x="20" y="69"/>
                  <a:pt x="59" y="142"/>
                </a:cubicBezTo>
                <a:lnTo>
                  <a:pt x="59" y="142"/>
                </a:lnTo>
                <a:cubicBezTo>
                  <a:pt x="39" y="125"/>
                  <a:pt x="19" y="107"/>
                  <a:pt x="0" y="88"/>
                </a:cubicBezTo>
                <a:lnTo>
                  <a:pt x="0" y="88"/>
                </a:lnTo>
                <a:lnTo>
                  <a:pt x="66" y="153"/>
                </a:lnTo>
                <a:cubicBezTo>
                  <a:pt x="64" y="149"/>
                  <a:pt x="61" y="145"/>
                  <a:pt x="59" y="142"/>
                </a:cubicBezTo>
                <a:lnTo>
                  <a:pt x="59" y="142"/>
                </a:lnTo>
                <a:cubicBezTo>
                  <a:pt x="205" y="265"/>
                  <a:pt x="381" y="338"/>
                  <a:pt x="576" y="338"/>
                </a:cubicBezTo>
                <a:cubicBezTo>
                  <a:pt x="634" y="338"/>
                  <a:pt x="694" y="331"/>
                  <a:pt x="756" y="317"/>
                </a:cubicBezTo>
                <a:cubicBezTo>
                  <a:pt x="846" y="258"/>
                  <a:pt x="827" y="116"/>
                  <a:pt x="723" y="116"/>
                </a:cubicBezTo>
                <a:cubicBezTo>
                  <a:pt x="713" y="116"/>
                  <a:pt x="702" y="117"/>
                  <a:pt x="690" y="120"/>
                </a:cubicBezTo>
                <a:lnTo>
                  <a:pt x="428" y="120"/>
                </a:lnTo>
                <a:lnTo>
                  <a:pt x="362" y="87"/>
                </a:lnTo>
                <a:lnTo>
                  <a:pt x="296" y="87"/>
                </a:lnTo>
                <a:lnTo>
                  <a:pt x="230" y="55"/>
                </a:lnTo>
                <a:lnTo>
                  <a:pt x="198" y="22"/>
                </a:lnTo>
                <a:cubicBezTo>
                  <a:pt x="175" y="7"/>
                  <a:pt x="153" y="0"/>
                  <a:pt x="1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2" name="Google Shape;1796;p11"/>
          <p:cNvSpPr/>
          <p:nvPr/>
        </p:nvSpPr>
        <p:spPr>
          <a:xfrm>
            <a:off x="7886160" y="4320720"/>
            <a:ext cx="27360" cy="15120"/>
          </a:xfrm>
          <a:custGeom>
            <a:avLst/>
            <a:gdLst>
              <a:gd name="textAreaLeft" fmla="*/ 0 w 27360"/>
              <a:gd name="textAreaRight" fmla="*/ 27720 w 2736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305" h="729">
                <a:moveTo>
                  <a:pt x="156" y="0"/>
                </a:moveTo>
                <a:cubicBezTo>
                  <a:pt x="70" y="0"/>
                  <a:pt x="1" y="114"/>
                  <a:pt x="89" y="202"/>
                </a:cubicBezTo>
                <a:cubicBezTo>
                  <a:pt x="451" y="400"/>
                  <a:pt x="779" y="564"/>
                  <a:pt x="1173" y="728"/>
                </a:cubicBezTo>
                <a:cubicBezTo>
                  <a:pt x="1206" y="728"/>
                  <a:pt x="1272" y="695"/>
                  <a:pt x="1305" y="662"/>
                </a:cubicBezTo>
                <a:cubicBezTo>
                  <a:pt x="1305" y="597"/>
                  <a:pt x="1272" y="531"/>
                  <a:pt x="1206" y="531"/>
                </a:cubicBezTo>
                <a:cubicBezTo>
                  <a:pt x="878" y="400"/>
                  <a:pt x="516" y="202"/>
                  <a:pt x="188" y="5"/>
                </a:cubicBezTo>
                <a:cubicBezTo>
                  <a:pt x="177" y="2"/>
                  <a:pt x="167" y="0"/>
                  <a:pt x="1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3" name="Google Shape;1797;p11"/>
          <p:cNvSpPr/>
          <p:nvPr/>
        </p:nvSpPr>
        <p:spPr>
          <a:xfrm>
            <a:off x="7887960" y="4309920"/>
            <a:ext cx="30960" cy="16560"/>
          </a:xfrm>
          <a:custGeom>
            <a:avLst/>
            <a:gdLst>
              <a:gd name="textAreaLeft" fmla="*/ 0 w 30960"/>
              <a:gd name="textAreaRight" fmla="*/ 31320 w 3096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479" h="792">
                <a:moveTo>
                  <a:pt x="129" y="1"/>
                </a:moveTo>
                <a:cubicBezTo>
                  <a:pt x="96" y="1"/>
                  <a:pt x="56" y="24"/>
                  <a:pt x="33" y="47"/>
                </a:cubicBezTo>
                <a:cubicBezTo>
                  <a:pt x="0" y="113"/>
                  <a:pt x="33" y="179"/>
                  <a:pt x="66" y="212"/>
                </a:cubicBezTo>
                <a:lnTo>
                  <a:pt x="1314" y="770"/>
                </a:lnTo>
                <a:cubicBezTo>
                  <a:pt x="1328" y="784"/>
                  <a:pt x="1347" y="792"/>
                  <a:pt x="1368" y="792"/>
                </a:cubicBezTo>
                <a:cubicBezTo>
                  <a:pt x="1396" y="792"/>
                  <a:pt x="1427" y="776"/>
                  <a:pt x="1446" y="737"/>
                </a:cubicBezTo>
                <a:cubicBezTo>
                  <a:pt x="1479" y="704"/>
                  <a:pt x="1446" y="639"/>
                  <a:pt x="1413" y="606"/>
                </a:cubicBezTo>
                <a:lnTo>
                  <a:pt x="164" y="14"/>
                </a:lnTo>
                <a:cubicBezTo>
                  <a:pt x="155" y="5"/>
                  <a:pt x="142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4" name="Google Shape;1798;p11"/>
          <p:cNvSpPr/>
          <p:nvPr/>
        </p:nvSpPr>
        <p:spPr>
          <a:xfrm>
            <a:off x="7896960" y="4305960"/>
            <a:ext cx="17640" cy="10800"/>
          </a:xfrm>
          <a:custGeom>
            <a:avLst/>
            <a:gdLst>
              <a:gd name="textAreaLeft" fmla="*/ 0 w 17640"/>
              <a:gd name="textAreaRight" fmla="*/ 18000 w 1764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855" h="521">
                <a:moveTo>
                  <a:pt x="108" y="1"/>
                </a:moveTo>
                <a:cubicBezTo>
                  <a:pt x="66" y="1"/>
                  <a:pt x="33" y="24"/>
                  <a:pt x="33" y="47"/>
                </a:cubicBezTo>
                <a:cubicBezTo>
                  <a:pt x="0" y="80"/>
                  <a:pt x="0" y="146"/>
                  <a:pt x="66" y="178"/>
                </a:cubicBezTo>
                <a:lnTo>
                  <a:pt x="690" y="507"/>
                </a:lnTo>
                <a:cubicBezTo>
                  <a:pt x="700" y="517"/>
                  <a:pt x="712" y="521"/>
                  <a:pt x="726" y="521"/>
                </a:cubicBezTo>
                <a:cubicBezTo>
                  <a:pt x="759" y="521"/>
                  <a:pt x="798" y="497"/>
                  <a:pt x="822" y="474"/>
                </a:cubicBezTo>
                <a:cubicBezTo>
                  <a:pt x="855" y="409"/>
                  <a:pt x="822" y="343"/>
                  <a:pt x="789" y="343"/>
                </a:cubicBezTo>
                <a:lnTo>
                  <a:pt x="165" y="14"/>
                </a:lnTo>
                <a:cubicBezTo>
                  <a:pt x="145" y="5"/>
                  <a:pt x="126" y="1"/>
                  <a:pt x="1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5" name="Google Shape;1799;p11"/>
          <p:cNvSpPr/>
          <p:nvPr/>
        </p:nvSpPr>
        <p:spPr>
          <a:xfrm>
            <a:off x="7758360" y="4281480"/>
            <a:ext cx="56160" cy="21600"/>
          </a:xfrm>
          <a:custGeom>
            <a:avLst/>
            <a:gdLst>
              <a:gd name="textAreaLeft" fmla="*/ 0 w 56160"/>
              <a:gd name="textAreaRight" fmla="*/ 56520 w 5616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2667" h="1037">
                <a:moveTo>
                  <a:pt x="159" y="1"/>
                </a:moveTo>
                <a:cubicBezTo>
                  <a:pt x="58" y="1"/>
                  <a:pt x="1" y="150"/>
                  <a:pt x="114" y="178"/>
                </a:cubicBezTo>
                <a:lnTo>
                  <a:pt x="114" y="211"/>
                </a:lnTo>
                <a:cubicBezTo>
                  <a:pt x="869" y="573"/>
                  <a:pt x="1658" y="836"/>
                  <a:pt x="2480" y="1033"/>
                </a:cubicBezTo>
                <a:cubicBezTo>
                  <a:pt x="2490" y="1035"/>
                  <a:pt x="2499" y="1036"/>
                  <a:pt x="2508" y="1036"/>
                </a:cubicBezTo>
                <a:cubicBezTo>
                  <a:pt x="2620" y="1036"/>
                  <a:pt x="2667" y="866"/>
                  <a:pt x="2545" y="836"/>
                </a:cubicBezTo>
                <a:cubicBezTo>
                  <a:pt x="1724" y="638"/>
                  <a:pt x="935" y="376"/>
                  <a:pt x="212" y="14"/>
                </a:cubicBezTo>
                <a:cubicBezTo>
                  <a:pt x="194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6" name="Google Shape;1800;p11"/>
          <p:cNvSpPr/>
          <p:nvPr/>
        </p:nvSpPr>
        <p:spPr>
          <a:xfrm>
            <a:off x="7774920" y="4276080"/>
            <a:ext cx="45000" cy="19440"/>
          </a:xfrm>
          <a:custGeom>
            <a:avLst/>
            <a:gdLst>
              <a:gd name="textAreaLeft" fmla="*/ 0 w 45000"/>
              <a:gd name="textAreaRight" fmla="*/ 45360 w 4500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2151" h="935">
                <a:moveTo>
                  <a:pt x="159" y="1"/>
                </a:moveTo>
                <a:cubicBezTo>
                  <a:pt x="57" y="1"/>
                  <a:pt x="0" y="155"/>
                  <a:pt x="113" y="211"/>
                </a:cubicBezTo>
                <a:cubicBezTo>
                  <a:pt x="672" y="573"/>
                  <a:pt x="1296" y="803"/>
                  <a:pt x="1953" y="934"/>
                </a:cubicBezTo>
                <a:cubicBezTo>
                  <a:pt x="2085" y="934"/>
                  <a:pt x="2151" y="737"/>
                  <a:pt x="2019" y="737"/>
                </a:cubicBezTo>
                <a:cubicBezTo>
                  <a:pt x="1362" y="606"/>
                  <a:pt x="770" y="376"/>
                  <a:pt x="212" y="14"/>
                </a:cubicBezTo>
                <a:cubicBezTo>
                  <a:pt x="193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7" name="Google Shape;1801;p11"/>
          <p:cNvSpPr/>
          <p:nvPr/>
        </p:nvSpPr>
        <p:spPr>
          <a:xfrm>
            <a:off x="7795080" y="4273200"/>
            <a:ext cx="43920" cy="17280"/>
          </a:xfrm>
          <a:custGeom>
            <a:avLst/>
            <a:gdLst>
              <a:gd name="textAreaLeft" fmla="*/ 0 w 43920"/>
              <a:gd name="textAreaRight" fmla="*/ 44280 w 4392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2088" h="838">
                <a:moveTo>
                  <a:pt x="135" y="1"/>
                </a:moveTo>
                <a:cubicBezTo>
                  <a:pt x="57" y="1"/>
                  <a:pt x="1" y="125"/>
                  <a:pt x="83" y="180"/>
                </a:cubicBezTo>
                <a:cubicBezTo>
                  <a:pt x="642" y="509"/>
                  <a:pt x="1266" y="739"/>
                  <a:pt x="1924" y="837"/>
                </a:cubicBezTo>
                <a:cubicBezTo>
                  <a:pt x="2055" y="837"/>
                  <a:pt x="2088" y="640"/>
                  <a:pt x="1956" y="640"/>
                </a:cubicBezTo>
                <a:cubicBezTo>
                  <a:pt x="1332" y="542"/>
                  <a:pt x="741" y="311"/>
                  <a:pt x="182" y="16"/>
                </a:cubicBez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8" name="Google Shape;1802;p11"/>
          <p:cNvSpPr/>
          <p:nvPr/>
        </p:nvSpPr>
        <p:spPr>
          <a:xfrm>
            <a:off x="7814880" y="4301640"/>
            <a:ext cx="10080" cy="5040"/>
          </a:xfrm>
          <a:custGeom>
            <a:avLst/>
            <a:gdLst>
              <a:gd name="textAreaLeft" fmla="*/ 0 w 10080"/>
              <a:gd name="textAreaRight" fmla="*/ 10440 w 10080"/>
              <a:gd name="textAreaTop" fmla="*/ 0 h 5040"/>
              <a:gd name="textAreaBottom" fmla="*/ 5400 h 5040"/>
            </a:gdLst>
            <a:ahLst/>
            <a:cxnLst/>
            <a:rect l="textAreaLeft" t="textAreaTop" r="textAreaRight" b="textAreaBottom"/>
            <a:pathLst>
              <a:path w="494" h="256">
                <a:moveTo>
                  <a:pt x="87" y="0"/>
                </a:moveTo>
                <a:cubicBezTo>
                  <a:pt x="75" y="0"/>
                  <a:pt x="66" y="9"/>
                  <a:pt x="66" y="25"/>
                </a:cubicBezTo>
                <a:cubicBezTo>
                  <a:pt x="34" y="25"/>
                  <a:pt x="1" y="58"/>
                  <a:pt x="1" y="58"/>
                </a:cubicBezTo>
                <a:cubicBezTo>
                  <a:pt x="1" y="124"/>
                  <a:pt x="34" y="189"/>
                  <a:pt x="66" y="189"/>
                </a:cubicBezTo>
                <a:lnTo>
                  <a:pt x="362" y="255"/>
                </a:lnTo>
                <a:lnTo>
                  <a:pt x="428" y="255"/>
                </a:lnTo>
                <a:cubicBezTo>
                  <a:pt x="494" y="222"/>
                  <a:pt x="494" y="91"/>
                  <a:pt x="395" y="91"/>
                </a:cubicBezTo>
                <a:lnTo>
                  <a:pt x="132" y="25"/>
                </a:lnTo>
                <a:cubicBezTo>
                  <a:pt x="116" y="9"/>
                  <a:pt x="99" y="0"/>
                  <a:pt x="8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" bIns="2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9" name="Google Shape;1803;p11"/>
          <p:cNvSpPr/>
          <p:nvPr/>
        </p:nvSpPr>
        <p:spPr>
          <a:xfrm>
            <a:off x="7794000" y="4257720"/>
            <a:ext cx="50760" cy="22320"/>
          </a:xfrm>
          <a:custGeom>
            <a:avLst/>
            <a:gdLst>
              <a:gd name="textAreaLeft" fmla="*/ 0 w 50760"/>
              <a:gd name="textAreaRight" fmla="*/ 51120 w 5076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2413" h="1080">
                <a:moveTo>
                  <a:pt x="122" y="1"/>
                </a:moveTo>
                <a:cubicBezTo>
                  <a:pt x="49" y="1"/>
                  <a:pt x="0" y="139"/>
                  <a:pt x="80" y="192"/>
                </a:cubicBezTo>
                <a:cubicBezTo>
                  <a:pt x="737" y="685"/>
                  <a:pt x="1493" y="981"/>
                  <a:pt x="2281" y="1079"/>
                </a:cubicBezTo>
                <a:cubicBezTo>
                  <a:pt x="2413" y="1079"/>
                  <a:pt x="2413" y="882"/>
                  <a:pt x="2281" y="882"/>
                </a:cubicBezTo>
                <a:cubicBezTo>
                  <a:pt x="1525" y="784"/>
                  <a:pt x="803" y="488"/>
                  <a:pt x="178" y="28"/>
                </a:cubicBezTo>
                <a:cubicBezTo>
                  <a:pt x="159" y="9"/>
                  <a:pt x="140" y="1"/>
                  <a:pt x="1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0" name="Google Shape;1804;p11"/>
          <p:cNvSpPr/>
          <p:nvPr/>
        </p:nvSpPr>
        <p:spPr>
          <a:xfrm>
            <a:off x="7803000" y="4247640"/>
            <a:ext cx="42840" cy="20160"/>
          </a:xfrm>
          <a:custGeom>
            <a:avLst/>
            <a:gdLst>
              <a:gd name="textAreaLeft" fmla="*/ 0 w 42840"/>
              <a:gd name="textAreaRight" fmla="*/ 43200 w 4284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2047" h="973">
                <a:moveTo>
                  <a:pt x="134" y="1"/>
                </a:moveTo>
                <a:cubicBezTo>
                  <a:pt x="56" y="1"/>
                  <a:pt x="0" y="125"/>
                  <a:pt x="83" y="180"/>
                </a:cubicBezTo>
                <a:cubicBezTo>
                  <a:pt x="641" y="542"/>
                  <a:pt x="1233" y="837"/>
                  <a:pt x="1890" y="969"/>
                </a:cubicBezTo>
                <a:cubicBezTo>
                  <a:pt x="1900" y="971"/>
                  <a:pt x="1910" y="973"/>
                  <a:pt x="1919" y="973"/>
                </a:cubicBezTo>
                <a:cubicBezTo>
                  <a:pt x="2026" y="973"/>
                  <a:pt x="2047" y="802"/>
                  <a:pt x="1956" y="772"/>
                </a:cubicBezTo>
                <a:cubicBezTo>
                  <a:pt x="1299" y="640"/>
                  <a:pt x="707" y="377"/>
                  <a:pt x="181" y="16"/>
                </a:cubicBezTo>
                <a:cubicBezTo>
                  <a:pt x="165" y="5"/>
                  <a:pt x="150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1" name="Google Shape;1805;p11"/>
          <p:cNvSpPr/>
          <p:nvPr/>
        </p:nvSpPr>
        <p:spPr>
          <a:xfrm>
            <a:off x="7819560" y="4241160"/>
            <a:ext cx="30600" cy="14400"/>
          </a:xfrm>
          <a:custGeom>
            <a:avLst/>
            <a:gdLst>
              <a:gd name="textAreaLeft" fmla="*/ 0 w 30600"/>
              <a:gd name="textAreaRight" fmla="*/ 30960 w 3060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1461" h="705">
                <a:moveTo>
                  <a:pt x="169" y="1"/>
                </a:moveTo>
                <a:cubicBezTo>
                  <a:pt x="82" y="1"/>
                  <a:pt x="0" y="155"/>
                  <a:pt x="113" y="211"/>
                </a:cubicBezTo>
                <a:cubicBezTo>
                  <a:pt x="475" y="409"/>
                  <a:pt x="902" y="606"/>
                  <a:pt x="1296" y="704"/>
                </a:cubicBezTo>
                <a:cubicBezTo>
                  <a:pt x="1428" y="704"/>
                  <a:pt x="1461" y="540"/>
                  <a:pt x="1362" y="507"/>
                </a:cubicBezTo>
                <a:cubicBezTo>
                  <a:pt x="968" y="409"/>
                  <a:pt x="573" y="244"/>
                  <a:pt x="212" y="14"/>
                </a:cubicBezTo>
                <a:cubicBezTo>
                  <a:pt x="198" y="5"/>
                  <a:pt x="184" y="1"/>
                  <a:pt x="16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2" name="Google Shape;1806;p11"/>
          <p:cNvSpPr/>
          <p:nvPr/>
        </p:nvSpPr>
        <p:spPr>
          <a:xfrm>
            <a:off x="7825680" y="4231440"/>
            <a:ext cx="30600" cy="14040"/>
          </a:xfrm>
          <a:custGeom>
            <a:avLst/>
            <a:gdLst>
              <a:gd name="textAreaLeft" fmla="*/ 0 w 30600"/>
              <a:gd name="textAreaRight" fmla="*/ 30960 w 3060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456" h="676">
                <a:moveTo>
                  <a:pt x="143" y="1"/>
                </a:moveTo>
                <a:cubicBezTo>
                  <a:pt x="61" y="1"/>
                  <a:pt x="1" y="150"/>
                  <a:pt x="85" y="178"/>
                </a:cubicBezTo>
                <a:cubicBezTo>
                  <a:pt x="480" y="376"/>
                  <a:pt x="874" y="540"/>
                  <a:pt x="1301" y="671"/>
                </a:cubicBezTo>
                <a:cubicBezTo>
                  <a:pt x="1311" y="674"/>
                  <a:pt x="1321" y="675"/>
                  <a:pt x="1329" y="675"/>
                </a:cubicBezTo>
                <a:cubicBezTo>
                  <a:pt x="1437" y="675"/>
                  <a:pt x="1455" y="505"/>
                  <a:pt x="1334" y="474"/>
                </a:cubicBezTo>
                <a:cubicBezTo>
                  <a:pt x="940" y="343"/>
                  <a:pt x="578" y="211"/>
                  <a:pt x="184" y="14"/>
                </a:cubicBezTo>
                <a:cubicBezTo>
                  <a:pt x="170" y="5"/>
                  <a:pt x="156" y="1"/>
                  <a:pt x="1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3" name="Google Shape;1807;p11"/>
          <p:cNvSpPr/>
          <p:nvPr/>
        </p:nvSpPr>
        <p:spPr>
          <a:xfrm>
            <a:off x="7851240" y="4232880"/>
            <a:ext cx="12960" cy="8640"/>
          </a:xfrm>
          <a:custGeom>
            <a:avLst/>
            <a:gdLst>
              <a:gd name="textAreaLeft" fmla="*/ 0 w 12960"/>
              <a:gd name="textAreaRight" fmla="*/ 13320 w 1296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625" h="422">
                <a:moveTo>
                  <a:pt x="109" y="0"/>
                </a:moveTo>
                <a:cubicBezTo>
                  <a:pt x="66" y="0"/>
                  <a:pt x="33" y="23"/>
                  <a:pt x="33" y="47"/>
                </a:cubicBezTo>
                <a:cubicBezTo>
                  <a:pt x="0" y="112"/>
                  <a:pt x="0" y="178"/>
                  <a:pt x="66" y="178"/>
                </a:cubicBezTo>
                <a:lnTo>
                  <a:pt x="460" y="408"/>
                </a:lnTo>
                <a:cubicBezTo>
                  <a:pt x="480" y="418"/>
                  <a:pt x="499" y="422"/>
                  <a:pt x="517" y="422"/>
                </a:cubicBezTo>
                <a:cubicBezTo>
                  <a:pt x="562" y="422"/>
                  <a:pt x="602" y="399"/>
                  <a:pt x="625" y="375"/>
                </a:cubicBezTo>
                <a:cubicBezTo>
                  <a:pt x="625" y="310"/>
                  <a:pt x="625" y="244"/>
                  <a:pt x="559" y="211"/>
                </a:cubicBezTo>
                <a:lnTo>
                  <a:pt x="165" y="14"/>
                </a:lnTo>
                <a:cubicBezTo>
                  <a:pt x="146" y="4"/>
                  <a:pt x="126" y="0"/>
                  <a:pt x="10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4" name="Google Shape;1808;p11"/>
          <p:cNvSpPr/>
          <p:nvPr/>
        </p:nvSpPr>
        <p:spPr>
          <a:xfrm>
            <a:off x="7828200" y="4215600"/>
            <a:ext cx="27360" cy="13680"/>
          </a:xfrm>
          <a:custGeom>
            <a:avLst/>
            <a:gdLst>
              <a:gd name="textAreaLeft" fmla="*/ 0 w 27360"/>
              <a:gd name="textAreaRight" fmla="*/ 27720 w 2736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1315" h="671">
                <a:moveTo>
                  <a:pt x="80" y="0"/>
                </a:moveTo>
                <a:cubicBezTo>
                  <a:pt x="35" y="0"/>
                  <a:pt x="0" y="31"/>
                  <a:pt x="0" y="79"/>
                </a:cubicBezTo>
                <a:cubicBezTo>
                  <a:pt x="0" y="145"/>
                  <a:pt x="0" y="178"/>
                  <a:pt x="66" y="211"/>
                </a:cubicBezTo>
                <a:lnTo>
                  <a:pt x="1183" y="671"/>
                </a:lnTo>
                <a:cubicBezTo>
                  <a:pt x="1216" y="671"/>
                  <a:pt x="1282" y="638"/>
                  <a:pt x="1314" y="605"/>
                </a:cubicBezTo>
                <a:cubicBezTo>
                  <a:pt x="1314" y="539"/>
                  <a:pt x="1282" y="473"/>
                  <a:pt x="1216" y="473"/>
                </a:cubicBezTo>
                <a:lnTo>
                  <a:pt x="132" y="13"/>
                </a:lnTo>
                <a:cubicBezTo>
                  <a:pt x="114" y="5"/>
                  <a:pt x="96" y="0"/>
                  <a:pt x="8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5" name="Google Shape;1809;p11"/>
          <p:cNvSpPr/>
          <p:nvPr/>
        </p:nvSpPr>
        <p:spPr>
          <a:xfrm>
            <a:off x="7809120" y="4193640"/>
            <a:ext cx="27000" cy="11160"/>
          </a:xfrm>
          <a:custGeom>
            <a:avLst/>
            <a:gdLst>
              <a:gd name="textAreaLeft" fmla="*/ 0 w 27000"/>
              <a:gd name="textAreaRight" fmla="*/ 27360 w 2700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291" h="543">
                <a:moveTo>
                  <a:pt x="126" y="0"/>
                </a:moveTo>
                <a:cubicBezTo>
                  <a:pt x="19" y="0"/>
                  <a:pt x="0" y="171"/>
                  <a:pt x="121" y="201"/>
                </a:cubicBezTo>
                <a:lnTo>
                  <a:pt x="1140" y="530"/>
                </a:lnTo>
                <a:cubicBezTo>
                  <a:pt x="1158" y="539"/>
                  <a:pt x="1175" y="543"/>
                  <a:pt x="1189" y="543"/>
                </a:cubicBezTo>
                <a:cubicBezTo>
                  <a:pt x="1278" y="543"/>
                  <a:pt x="1291" y="389"/>
                  <a:pt x="1206" y="332"/>
                </a:cubicBezTo>
                <a:lnTo>
                  <a:pt x="154" y="4"/>
                </a:lnTo>
                <a:cubicBezTo>
                  <a:pt x="144" y="1"/>
                  <a:pt x="135" y="0"/>
                  <a:pt x="12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6" name="Google Shape;1810;p11"/>
          <p:cNvSpPr/>
          <p:nvPr/>
        </p:nvSpPr>
        <p:spPr>
          <a:xfrm>
            <a:off x="7802280" y="4178520"/>
            <a:ext cx="35280" cy="14040"/>
          </a:xfrm>
          <a:custGeom>
            <a:avLst/>
            <a:gdLst>
              <a:gd name="textAreaLeft" fmla="*/ 0 w 35280"/>
              <a:gd name="textAreaRight" fmla="*/ 35640 w 3528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689" h="673">
                <a:moveTo>
                  <a:pt x="160" y="1"/>
                </a:moveTo>
                <a:cubicBezTo>
                  <a:pt x="75" y="1"/>
                  <a:pt x="1" y="125"/>
                  <a:pt x="111" y="180"/>
                </a:cubicBezTo>
                <a:cubicBezTo>
                  <a:pt x="538" y="410"/>
                  <a:pt x="1031" y="574"/>
                  <a:pt x="1524" y="673"/>
                </a:cubicBezTo>
                <a:cubicBezTo>
                  <a:pt x="1622" y="673"/>
                  <a:pt x="1688" y="476"/>
                  <a:pt x="1557" y="476"/>
                </a:cubicBezTo>
                <a:cubicBezTo>
                  <a:pt x="1097" y="377"/>
                  <a:pt x="637" y="213"/>
                  <a:pt x="209" y="16"/>
                </a:cubicBezTo>
                <a:cubicBezTo>
                  <a:pt x="193" y="5"/>
                  <a:pt x="177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7" name="Google Shape;1811;p11"/>
          <p:cNvSpPr/>
          <p:nvPr/>
        </p:nvSpPr>
        <p:spPr>
          <a:xfrm>
            <a:off x="7729560" y="4230000"/>
            <a:ext cx="26640" cy="12600"/>
          </a:xfrm>
          <a:custGeom>
            <a:avLst/>
            <a:gdLst>
              <a:gd name="textAreaLeft" fmla="*/ 0 w 26640"/>
              <a:gd name="textAreaRight" fmla="*/ 27000 w 2664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283" h="617">
                <a:moveTo>
                  <a:pt x="104" y="1"/>
                </a:moveTo>
                <a:cubicBezTo>
                  <a:pt x="75" y="1"/>
                  <a:pt x="50" y="9"/>
                  <a:pt x="34" y="25"/>
                </a:cubicBezTo>
                <a:cubicBezTo>
                  <a:pt x="1" y="91"/>
                  <a:pt x="1" y="157"/>
                  <a:pt x="34" y="190"/>
                </a:cubicBezTo>
                <a:cubicBezTo>
                  <a:pt x="362" y="453"/>
                  <a:pt x="724" y="584"/>
                  <a:pt x="1151" y="617"/>
                </a:cubicBezTo>
                <a:cubicBezTo>
                  <a:pt x="1282" y="617"/>
                  <a:pt x="1282" y="420"/>
                  <a:pt x="1151" y="420"/>
                </a:cubicBezTo>
                <a:cubicBezTo>
                  <a:pt x="790" y="387"/>
                  <a:pt x="461" y="255"/>
                  <a:pt x="198" y="25"/>
                </a:cubicBezTo>
                <a:cubicBezTo>
                  <a:pt x="165" y="9"/>
                  <a:pt x="132" y="1"/>
                  <a:pt x="10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8" name="Google Shape;1812;p11"/>
          <p:cNvSpPr/>
          <p:nvPr/>
        </p:nvSpPr>
        <p:spPr>
          <a:xfrm>
            <a:off x="7769880" y="4223160"/>
            <a:ext cx="24120" cy="7560"/>
          </a:xfrm>
          <a:custGeom>
            <a:avLst/>
            <a:gdLst>
              <a:gd name="textAreaLeft" fmla="*/ 0 w 24120"/>
              <a:gd name="textAreaRight" fmla="*/ 24480 w 24120"/>
              <a:gd name="textAreaTop" fmla="*/ 0 h 7560"/>
              <a:gd name="textAreaBottom" fmla="*/ 7920 h 7560"/>
            </a:gdLst>
            <a:ahLst/>
            <a:cxnLst/>
            <a:rect l="textAreaLeft" t="textAreaTop" r="textAreaRight" b="textAreaBottom"/>
            <a:pathLst>
              <a:path w="1151" h="376">
                <a:moveTo>
                  <a:pt x="129" y="0"/>
                </a:moveTo>
                <a:cubicBezTo>
                  <a:pt x="97" y="0"/>
                  <a:pt x="57" y="23"/>
                  <a:pt x="34" y="47"/>
                </a:cubicBezTo>
                <a:cubicBezTo>
                  <a:pt x="1" y="80"/>
                  <a:pt x="1" y="145"/>
                  <a:pt x="67" y="178"/>
                </a:cubicBezTo>
                <a:cubicBezTo>
                  <a:pt x="362" y="310"/>
                  <a:pt x="691" y="375"/>
                  <a:pt x="1019" y="375"/>
                </a:cubicBezTo>
                <a:cubicBezTo>
                  <a:pt x="1151" y="375"/>
                  <a:pt x="1151" y="178"/>
                  <a:pt x="1019" y="178"/>
                </a:cubicBezTo>
                <a:cubicBezTo>
                  <a:pt x="724" y="178"/>
                  <a:pt x="428" y="112"/>
                  <a:pt x="165" y="14"/>
                </a:cubicBezTo>
                <a:cubicBezTo>
                  <a:pt x="155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9" name="Google Shape;1813;p11"/>
          <p:cNvSpPr/>
          <p:nvPr/>
        </p:nvSpPr>
        <p:spPr>
          <a:xfrm>
            <a:off x="7744680" y="4170240"/>
            <a:ext cx="28080" cy="13320"/>
          </a:xfrm>
          <a:custGeom>
            <a:avLst/>
            <a:gdLst>
              <a:gd name="textAreaLeft" fmla="*/ 0 w 28080"/>
              <a:gd name="textAreaRight" fmla="*/ 28440 w 2808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349" h="650">
                <a:moveTo>
                  <a:pt x="132" y="1"/>
                </a:moveTo>
                <a:cubicBezTo>
                  <a:pt x="108" y="1"/>
                  <a:pt x="83" y="9"/>
                  <a:pt x="67" y="25"/>
                </a:cubicBezTo>
                <a:cubicBezTo>
                  <a:pt x="1" y="58"/>
                  <a:pt x="1" y="124"/>
                  <a:pt x="67" y="190"/>
                </a:cubicBezTo>
                <a:cubicBezTo>
                  <a:pt x="395" y="453"/>
                  <a:pt x="789" y="617"/>
                  <a:pt x="1250" y="650"/>
                </a:cubicBezTo>
                <a:cubicBezTo>
                  <a:pt x="1282" y="650"/>
                  <a:pt x="1348" y="584"/>
                  <a:pt x="1348" y="551"/>
                </a:cubicBezTo>
                <a:cubicBezTo>
                  <a:pt x="1348" y="485"/>
                  <a:pt x="1282" y="453"/>
                  <a:pt x="1250" y="453"/>
                </a:cubicBezTo>
                <a:cubicBezTo>
                  <a:pt x="855" y="420"/>
                  <a:pt x="494" y="255"/>
                  <a:pt x="198" y="25"/>
                </a:cubicBezTo>
                <a:cubicBezTo>
                  <a:pt x="182" y="9"/>
                  <a:pt x="157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0" name="Google Shape;1814;p11"/>
          <p:cNvSpPr/>
          <p:nvPr/>
        </p:nvSpPr>
        <p:spPr>
          <a:xfrm>
            <a:off x="7723080" y="4093920"/>
            <a:ext cx="24120" cy="12600"/>
          </a:xfrm>
          <a:custGeom>
            <a:avLst/>
            <a:gdLst>
              <a:gd name="textAreaLeft" fmla="*/ 0 w 24120"/>
              <a:gd name="textAreaRight" fmla="*/ 24480 w 2412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151" h="619">
                <a:moveTo>
                  <a:pt x="140" y="0"/>
                </a:moveTo>
                <a:cubicBezTo>
                  <a:pt x="96" y="0"/>
                  <a:pt x="56" y="23"/>
                  <a:pt x="33" y="47"/>
                </a:cubicBezTo>
                <a:cubicBezTo>
                  <a:pt x="0" y="112"/>
                  <a:pt x="33" y="178"/>
                  <a:pt x="66" y="211"/>
                </a:cubicBezTo>
                <a:lnTo>
                  <a:pt x="986" y="605"/>
                </a:lnTo>
                <a:cubicBezTo>
                  <a:pt x="996" y="615"/>
                  <a:pt x="1008" y="619"/>
                  <a:pt x="1022" y="619"/>
                </a:cubicBezTo>
                <a:cubicBezTo>
                  <a:pt x="1055" y="619"/>
                  <a:pt x="1094" y="596"/>
                  <a:pt x="1117" y="572"/>
                </a:cubicBezTo>
                <a:cubicBezTo>
                  <a:pt x="1150" y="540"/>
                  <a:pt x="1117" y="474"/>
                  <a:pt x="1085" y="441"/>
                </a:cubicBezTo>
                <a:lnTo>
                  <a:pt x="197" y="14"/>
                </a:lnTo>
                <a:cubicBezTo>
                  <a:pt x="178" y="4"/>
                  <a:pt x="159" y="0"/>
                  <a:pt x="14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1" name="Google Shape;1815;p11"/>
          <p:cNvSpPr/>
          <p:nvPr/>
        </p:nvSpPr>
        <p:spPr>
          <a:xfrm>
            <a:off x="7711560" y="3984840"/>
            <a:ext cx="23760" cy="14040"/>
          </a:xfrm>
          <a:custGeom>
            <a:avLst/>
            <a:gdLst>
              <a:gd name="textAreaLeft" fmla="*/ 0 w 23760"/>
              <a:gd name="textAreaRight" fmla="*/ 24120 w 2376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137" h="688">
                <a:moveTo>
                  <a:pt x="150" y="0"/>
                </a:moveTo>
                <a:cubicBezTo>
                  <a:pt x="70" y="0"/>
                  <a:pt x="1" y="118"/>
                  <a:pt x="52" y="195"/>
                </a:cubicBezTo>
                <a:cubicBezTo>
                  <a:pt x="315" y="458"/>
                  <a:pt x="644" y="622"/>
                  <a:pt x="1005" y="688"/>
                </a:cubicBezTo>
                <a:cubicBezTo>
                  <a:pt x="1038" y="688"/>
                  <a:pt x="1104" y="655"/>
                  <a:pt x="1137" y="589"/>
                </a:cubicBezTo>
                <a:cubicBezTo>
                  <a:pt x="1137" y="556"/>
                  <a:pt x="1104" y="491"/>
                  <a:pt x="1038" y="491"/>
                </a:cubicBezTo>
                <a:cubicBezTo>
                  <a:pt x="742" y="425"/>
                  <a:pt x="414" y="261"/>
                  <a:pt x="217" y="31"/>
                </a:cubicBezTo>
                <a:cubicBezTo>
                  <a:pt x="195" y="9"/>
                  <a:pt x="172" y="0"/>
                  <a:pt x="15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2" name="Google Shape;1816;p11"/>
          <p:cNvSpPr/>
          <p:nvPr/>
        </p:nvSpPr>
        <p:spPr>
          <a:xfrm>
            <a:off x="7702560" y="3970080"/>
            <a:ext cx="30600" cy="12600"/>
          </a:xfrm>
          <a:custGeom>
            <a:avLst/>
            <a:gdLst>
              <a:gd name="textAreaLeft" fmla="*/ 0 w 30600"/>
              <a:gd name="textAreaRight" fmla="*/ 30960 w 306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464" h="608">
                <a:moveTo>
                  <a:pt x="135" y="0"/>
                </a:moveTo>
                <a:cubicBezTo>
                  <a:pt x="56" y="0"/>
                  <a:pt x="0" y="125"/>
                  <a:pt x="83" y="180"/>
                </a:cubicBezTo>
                <a:cubicBezTo>
                  <a:pt x="444" y="410"/>
                  <a:pt x="872" y="574"/>
                  <a:pt x="1332" y="607"/>
                </a:cubicBezTo>
                <a:cubicBezTo>
                  <a:pt x="1463" y="607"/>
                  <a:pt x="1463" y="377"/>
                  <a:pt x="1332" y="377"/>
                </a:cubicBezTo>
                <a:cubicBezTo>
                  <a:pt x="904" y="344"/>
                  <a:pt x="543" y="246"/>
                  <a:pt x="182" y="16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3" name="Google Shape;1817;p11"/>
          <p:cNvSpPr/>
          <p:nvPr/>
        </p:nvSpPr>
        <p:spPr>
          <a:xfrm>
            <a:off x="7714080" y="3960720"/>
            <a:ext cx="19800" cy="8640"/>
          </a:xfrm>
          <a:custGeom>
            <a:avLst/>
            <a:gdLst>
              <a:gd name="textAreaLeft" fmla="*/ 0 w 19800"/>
              <a:gd name="textAreaRight" fmla="*/ 20160 w 1980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954" h="428">
                <a:moveTo>
                  <a:pt x="132" y="1"/>
                </a:moveTo>
                <a:cubicBezTo>
                  <a:pt x="67" y="1"/>
                  <a:pt x="34" y="33"/>
                  <a:pt x="1" y="99"/>
                </a:cubicBezTo>
                <a:cubicBezTo>
                  <a:pt x="1" y="132"/>
                  <a:pt x="1" y="198"/>
                  <a:pt x="67" y="231"/>
                </a:cubicBezTo>
                <a:lnTo>
                  <a:pt x="822" y="428"/>
                </a:lnTo>
                <a:cubicBezTo>
                  <a:pt x="888" y="428"/>
                  <a:pt x="921" y="395"/>
                  <a:pt x="954" y="362"/>
                </a:cubicBezTo>
                <a:cubicBezTo>
                  <a:pt x="954" y="296"/>
                  <a:pt x="921" y="231"/>
                  <a:pt x="888" y="231"/>
                </a:cubicBezTo>
                <a:lnTo>
                  <a:pt x="132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4" name="Google Shape;1818;p11"/>
          <p:cNvSpPr/>
          <p:nvPr/>
        </p:nvSpPr>
        <p:spPr>
          <a:xfrm>
            <a:off x="7722720" y="3949920"/>
            <a:ext cx="14760" cy="7560"/>
          </a:xfrm>
          <a:custGeom>
            <a:avLst/>
            <a:gdLst>
              <a:gd name="textAreaLeft" fmla="*/ 0 w 14760"/>
              <a:gd name="textAreaRight" fmla="*/ 15120 w 14760"/>
              <a:gd name="textAreaTop" fmla="*/ 0 h 7560"/>
              <a:gd name="textAreaBottom" fmla="*/ 7920 h 7560"/>
            </a:gdLst>
            <a:ahLst/>
            <a:cxnLst/>
            <a:rect l="textAreaLeft" t="textAreaTop" r="textAreaRight" b="textAreaBottom"/>
            <a:pathLst>
              <a:path w="714" h="366">
                <a:moveTo>
                  <a:pt x="159" y="0"/>
                </a:moveTo>
                <a:cubicBezTo>
                  <a:pt x="47" y="0"/>
                  <a:pt x="0" y="173"/>
                  <a:pt x="122" y="234"/>
                </a:cubicBezTo>
                <a:lnTo>
                  <a:pt x="549" y="365"/>
                </a:lnTo>
                <a:cubicBezTo>
                  <a:pt x="648" y="365"/>
                  <a:pt x="713" y="201"/>
                  <a:pt x="582" y="168"/>
                </a:cubicBezTo>
                <a:lnTo>
                  <a:pt x="187" y="4"/>
                </a:lnTo>
                <a:cubicBezTo>
                  <a:pt x="177" y="1"/>
                  <a:pt x="168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5" name="Google Shape;1819;p11"/>
          <p:cNvSpPr/>
          <p:nvPr/>
        </p:nvSpPr>
        <p:spPr>
          <a:xfrm>
            <a:off x="7755120" y="3872520"/>
            <a:ext cx="28080" cy="10800"/>
          </a:xfrm>
          <a:custGeom>
            <a:avLst/>
            <a:gdLst>
              <a:gd name="textAreaLeft" fmla="*/ 0 w 28080"/>
              <a:gd name="textAreaRight" fmla="*/ 28440 w 2808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1348" h="520">
                <a:moveTo>
                  <a:pt x="113" y="0"/>
                </a:moveTo>
                <a:cubicBezTo>
                  <a:pt x="69" y="0"/>
                  <a:pt x="34" y="31"/>
                  <a:pt x="34" y="79"/>
                </a:cubicBezTo>
                <a:cubicBezTo>
                  <a:pt x="1" y="112"/>
                  <a:pt x="34" y="178"/>
                  <a:pt x="99" y="210"/>
                </a:cubicBezTo>
                <a:cubicBezTo>
                  <a:pt x="461" y="243"/>
                  <a:pt x="822" y="375"/>
                  <a:pt x="1184" y="506"/>
                </a:cubicBezTo>
                <a:cubicBezTo>
                  <a:pt x="1193" y="516"/>
                  <a:pt x="1206" y="520"/>
                  <a:pt x="1219" y="520"/>
                </a:cubicBezTo>
                <a:cubicBezTo>
                  <a:pt x="1252" y="520"/>
                  <a:pt x="1292" y="497"/>
                  <a:pt x="1315" y="473"/>
                </a:cubicBezTo>
                <a:cubicBezTo>
                  <a:pt x="1348" y="440"/>
                  <a:pt x="1315" y="375"/>
                  <a:pt x="1282" y="342"/>
                </a:cubicBezTo>
                <a:cubicBezTo>
                  <a:pt x="921" y="178"/>
                  <a:pt x="527" y="79"/>
                  <a:pt x="165" y="13"/>
                </a:cubicBezTo>
                <a:cubicBezTo>
                  <a:pt x="147" y="4"/>
                  <a:pt x="130" y="0"/>
                  <a:pt x="11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6" name="Google Shape;1820;p11"/>
          <p:cNvSpPr/>
          <p:nvPr/>
        </p:nvSpPr>
        <p:spPr>
          <a:xfrm>
            <a:off x="7745760" y="3853080"/>
            <a:ext cx="32400" cy="16920"/>
          </a:xfrm>
          <a:custGeom>
            <a:avLst/>
            <a:gdLst>
              <a:gd name="textAreaLeft" fmla="*/ 0 w 32400"/>
              <a:gd name="textAreaRight" fmla="*/ 32760 w 3240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1546" h="817">
                <a:moveTo>
                  <a:pt x="159" y="1"/>
                </a:moveTo>
                <a:cubicBezTo>
                  <a:pt x="57" y="1"/>
                  <a:pt x="0" y="150"/>
                  <a:pt x="113" y="178"/>
                </a:cubicBezTo>
                <a:lnTo>
                  <a:pt x="1329" y="803"/>
                </a:lnTo>
                <a:cubicBezTo>
                  <a:pt x="1348" y="812"/>
                  <a:pt x="1365" y="816"/>
                  <a:pt x="1382" y="816"/>
                </a:cubicBezTo>
                <a:cubicBezTo>
                  <a:pt x="1484" y="816"/>
                  <a:pt x="1545" y="667"/>
                  <a:pt x="1460" y="638"/>
                </a:cubicBezTo>
                <a:lnTo>
                  <a:pt x="212" y="14"/>
                </a:lnTo>
                <a:cubicBezTo>
                  <a:pt x="193" y="5"/>
                  <a:pt x="175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7" name="Google Shape;1821;p11"/>
          <p:cNvSpPr/>
          <p:nvPr/>
        </p:nvSpPr>
        <p:spPr>
          <a:xfrm>
            <a:off x="7745400" y="3839760"/>
            <a:ext cx="25920" cy="13320"/>
          </a:xfrm>
          <a:custGeom>
            <a:avLst/>
            <a:gdLst>
              <a:gd name="textAreaLeft" fmla="*/ 0 w 25920"/>
              <a:gd name="textAreaRight" fmla="*/ 26280 w 2592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250" h="650">
                <a:moveTo>
                  <a:pt x="103" y="0"/>
                </a:moveTo>
                <a:cubicBezTo>
                  <a:pt x="75" y="0"/>
                  <a:pt x="50" y="8"/>
                  <a:pt x="34" y="25"/>
                </a:cubicBezTo>
                <a:cubicBezTo>
                  <a:pt x="1" y="91"/>
                  <a:pt x="1" y="156"/>
                  <a:pt x="34" y="189"/>
                </a:cubicBezTo>
                <a:cubicBezTo>
                  <a:pt x="362" y="452"/>
                  <a:pt x="724" y="616"/>
                  <a:pt x="1151" y="649"/>
                </a:cubicBezTo>
                <a:cubicBezTo>
                  <a:pt x="1184" y="649"/>
                  <a:pt x="1249" y="616"/>
                  <a:pt x="1249" y="551"/>
                </a:cubicBezTo>
                <a:cubicBezTo>
                  <a:pt x="1249" y="485"/>
                  <a:pt x="1184" y="452"/>
                  <a:pt x="1151" y="452"/>
                </a:cubicBezTo>
                <a:cubicBezTo>
                  <a:pt x="789" y="419"/>
                  <a:pt x="461" y="255"/>
                  <a:pt x="198" y="25"/>
                </a:cubicBezTo>
                <a:cubicBezTo>
                  <a:pt x="165" y="8"/>
                  <a:pt x="132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8" name="Google Shape;1822;p11"/>
          <p:cNvSpPr/>
          <p:nvPr/>
        </p:nvSpPr>
        <p:spPr>
          <a:xfrm>
            <a:off x="7743960" y="3827160"/>
            <a:ext cx="23040" cy="12960"/>
          </a:xfrm>
          <a:custGeom>
            <a:avLst/>
            <a:gdLst>
              <a:gd name="textAreaLeft" fmla="*/ 0 w 23040"/>
              <a:gd name="textAreaRight" fmla="*/ 23400 w 2304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100" h="628">
                <a:moveTo>
                  <a:pt x="88" y="1"/>
                </a:moveTo>
                <a:cubicBezTo>
                  <a:pt x="56" y="1"/>
                  <a:pt x="34" y="17"/>
                  <a:pt x="34" y="55"/>
                </a:cubicBezTo>
                <a:cubicBezTo>
                  <a:pt x="1" y="88"/>
                  <a:pt x="1" y="154"/>
                  <a:pt x="67" y="187"/>
                </a:cubicBezTo>
                <a:lnTo>
                  <a:pt x="888" y="614"/>
                </a:lnTo>
                <a:cubicBezTo>
                  <a:pt x="902" y="623"/>
                  <a:pt x="916" y="627"/>
                  <a:pt x="931" y="627"/>
                </a:cubicBezTo>
                <a:cubicBezTo>
                  <a:pt x="1018" y="627"/>
                  <a:pt x="1100" y="473"/>
                  <a:pt x="987" y="417"/>
                </a:cubicBezTo>
                <a:lnTo>
                  <a:pt x="165" y="22"/>
                </a:lnTo>
                <a:cubicBezTo>
                  <a:pt x="138" y="9"/>
                  <a:pt x="111" y="1"/>
                  <a:pt x="8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9" name="Google Shape;1823;p11"/>
          <p:cNvSpPr/>
          <p:nvPr/>
        </p:nvSpPr>
        <p:spPr>
          <a:xfrm>
            <a:off x="7640280" y="4253040"/>
            <a:ext cx="88200" cy="46080"/>
          </a:xfrm>
          <a:custGeom>
            <a:avLst/>
            <a:gdLst>
              <a:gd name="textAreaLeft" fmla="*/ 0 w 88200"/>
              <a:gd name="textAreaRight" fmla="*/ 88560 w 88200"/>
              <a:gd name="textAreaTop" fmla="*/ 0 h 46080"/>
              <a:gd name="textAreaBottom" fmla="*/ 46440 h 46080"/>
            </a:gdLst>
            <a:ahLst/>
            <a:cxnLst/>
            <a:rect l="textAreaLeft" t="textAreaTop" r="textAreaRight" b="textAreaBottom"/>
            <a:pathLst>
              <a:path w="4178" h="2187">
                <a:moveTo>
                  <a:pt x="159" y="1"/>
                </a:moveTo>
                <a:cubicBezTo>
                  <a:pt x="57" y="1"/>
                  <a:pt x="0" y="154"/>
                  <a:pt x="113" y="211"/>
                </a:cubicBezTo>
                <a:cubicBezTo>
                  <a:pt x="1329" y="1000"/>
                  <a:pt x="2644" y="1657"/>
                  <a:pt x="4024" y="2183"/>
                </a:cubicBezTo>
                <a:cubicBezTo>
                  <a:pt x="4034" y="2185"/>
                  <a:pt x="4043" y="2186"/>
                  <a:pt x="4052" y="2186"/>
                </a:cubicBezTo>
                <a:cubicBezTo>
                  <a:pt x="4159" y="2186"/>
                  <a:pt x="4178" y="2016"/>
                  <a:pt x="4057" y="1985"/>
                </a:cubicBezTo>
                <a:cubicBezTo>
                  <a:pt x="2709" y="1460"/>
                  <a:pt x="1428" y="802"/>
                  <a:pt x="212" y="14"/>
                </a:cubicBezTo>
                <a:cubicBezTo>
                  <a:pt x="194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0" name="Google Shape;1824;p11"/>
          <p:cNvSpPr/>
          <p:nvPr/>
        </p:nvSpPr>
        <p:spPr>
          <a:xfrm>
            <a:off x="7673040" y="4247280"/>
            <a:ext cx="95040" cy="49680"/>
          </a:xfrm>
          <a:custGeom>
            <a:avLst/>
            <a:gdLst>
              <a:gd name="textAreaLeft" fmla="*/ 0 w 95040"/>
              <a:gd name="textAreaRight" fmla="*/ 95400 w 95040"/>
              <a:gd name="textAreaTop" fmla="*/ 0 h 49680"/>
              <a:gd name="textAreaBottom" fmla="*/ 50040 h 49680"/>
            </a:gdLst>
            <a:ahLst/>
            <a:cxnLst/>
            <a:rect l="textAreaLeft" t="textAreaTop" r="textAreaRight" b="textAreaBottom"/>
            <a:pathLst>
              <a:path w="4505" h="2368">
                <a:moveTo>
                  <a:pt x="141" y="0"/>
                </a:moveTo>
                <a:cubicBezTo>
                  <a:pt x="63" y="0"/>
                  <a:pt x="0" y="111"/>
                  <a:pt x="77" y="162"/>
                </a:cubicBezTo>
                <a:cubicBezTo>
                  <a:pt x="1326" y="1181"/>
                  <a:pt x="2771" y="1937"/>
                  <a:pt x="4316" y="2364"/>
                </a:cubicBezTo>
                <a:cubicBezTo>
                  <a:pt x="4325" y="2366"/>
                  <a:pt x="4333" y="2367"/>
                  <a:pt x="4341" y="2367"/>
                </a:cubicBezTo>
                <a:cubicBezTo>
                  <a:pt x="4455" y="2367"/>
                  <a:pt x="4504" y="2165"/>
                  <a:pt x="4382" y="2134"/>
                </a:cubicBezTo>
                <a:cubicBezTo>
                  <a:pt x="2870" y="1740"/>
                  <a:pt x="1424" y="1017"/>
                  <a:pt x="208" y="31"/>
                </a:cubicBezTo>
                <a:cubicBezTo>
                  <a:pt x="187" y="9"/>
                  <a:pt x="163" y="0"/>
                  <a:pt x="14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1" name="Google Shape;1825;p11"/>
          <p:cNvSpPr/>
          <p:nvPr/>
        </p:nvSpPr>
        <p:spPr>
          <a:xfrm>
            <a:off x="7670160" y="4258080"/>
            <a:ext cx="77760" cy="37440"/>
          </a:xfrm>
          <a:custGeom>
            <a:avLst/>
            <a:gdLst>
              <a:gd name="textAreaLeft" fmla="*/ 0 w 77760"/>
              <a:gd name="textAreaRight" fmla="*/ 78120 w 777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3686" h="1792">
                <a:moveTo>
                  <a:pt x="159" y="1"/>
                </a:moveTo>
                <a:cubicBezTo>
                  <a:pt x="57" y="1"/>
                  <a:pt x="0" y="154"/>
                  <a:pt x="113" y="211"/>
                </a:cubicBezTo>
                <a:cubicBezTo>
                  <a:pt x="1165" y="901"/>
                  <a:pt x="2282" y="1427"/>
                  <a:pt x="3498" y="1788"/>
                </a:cubicBezTo>
                <a:cubicBezTo>
                  <a:pt x="3508" y="1791"/>
                  <a:pt x="3518" y="1792"/>
                  <a:pt x="3527" y="1792"/>
                </a:cubicBezTo>
                <a:cubicBezTo>
                  <a:pt x="3638" y="1792"/>
                  <a:pt x="3685" y="1621"/>
                  <a:pt x="3564" y="1591"/>
                </a:cubicBezTo>
                <a:cubicBezTo>
                  <a:pt x="2381" y="1230"/>
                  <a:pt x="1231" y="704"/>
                  <a:pt x="212" y="14"/>
                </a:cubicBezTo>
                <a:cubicBezTo>
                  <a:pt x="194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2" name="Google Shape;1826;p11"/>
          <p:cNvSpPr/>
          <p:nvPr/>
        </p:nvSpPr>
        <p:spPr>
          <a:xfrm>
            <a:off x="7672320" y="4233240"/>
            <a:ext cx="71280" cy="42840"/>
          </a:xfrm>
          <a:custGeom>
            <a:avLst/>
            <a:gdLst>
              <a:gd name="textAreaLeft" fmla="*/ 0 w 71280"/>
              <a:gd name="textAreaRight" fmla="*/ 71640 w 7128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3391" h="2037">
                <a:moveTo>
                  <a:pt x="123" y="1"/>
                </a:moveTo>
                <a:cubicBezTo>
                  <a:pt x="49" y="1"/>
                  <a:pt x="1" y="139"/>
                  <a:pt x="80" y="192"/>
                </a:cubicBezTo>
                <a:cubicBezTo>
                  <a:pt x="1066" y="882"/>
                  <a:pt x="2117" y="1506"/>
                  <a:pt x="3169" y="2032"/>
                </a:cubicBezTo>
                <a:cubicBezTo>
                  <a:pt x="3181" y="2035"/>
                  <a:pt x="3192" y="2036"/>
                  <a:pt x="3203" y="2036"/>
                </a:cubicBezTo>
                <a:cubicBezTo>
                  <a:pt x="3316" y="2036"/>
                  <a:pt x="3390" y="1895"/>
                  <a:pt x="3300" y="1835"/>
                </a:cubicBezTo>
                <a:cubicBezTo>
                  <a:pt x="2216" y="1309"/>
                  <a:pt x="1164" y="718"/>
                  <a:pt x="179" y="28"/>
                </a:cubicBezTo>
                <a:cubicBezTo>
                  <a:pt x="160" y="9"/>
                  <a:pt x="140" y="1"/>
                  <a:pt x="1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3" name="Google Shape;1827;p11"/>
          <p:cNvSpPr/>
          <p:nvPr/>
        </p:nvSpPr>
        <p:spPr>
          <a:xfrm>
            <a:off x="7656120" y="4203000"/>
            <a:ext cx="48960" cy="31680"/>
          </a:xfrm>
          <a:custGeom>
            <a:avLst/>
            <a:gdLst>
              <a:gd name="textAreaLeft" fmla="*/ 0 w 48960"/>
              <a:gd name="textAreaRight" fmla="*/ 49320 w 4896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2337" h="1508">
                <a:moveTo>
                  <a:pt x="154" y="1"/>
                </a:moveTo>
                <a:cubicBezTo>
                  <a:pt x="57" y="1"/>
                  <a:pt x="1" y="125"/>
                  <a:pt x="83" y="180"/>
                </a:cubicBezTo>
                <a:lnTo>
                  <a:pt x="2154" y="1495"/>
                </a:lnTo>
                <a:cubicBezTo>
                  <a:pt x="2167" y="1504"/>
                  <a:pt x="2181" y="1508"/>
                  <a:pt x="2194" y="1508"/>
                </a:cubicBezTo>
                <a:cubicBezTo>
                  <a:pt x="2276" y="1508"/>
                  <a:pt x="2337" y="1354"/>
                  <a:pt x="2252" y="1297"/>
                </a:cubicBezTo>
                <a:lnTo>
                  <a:pt x="215" y="16"/>
                </a:lnTo>
                <a:cubicBezTo>
                  <a:pt x="194" y="5"/>
                  <a:pt x="173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4" name="Google Shape;1828;p11"/>
          <p:cNvSpPr/>
          <p:nvPr/>
        </p:nvSpPr>
        <p:spPr>
          <a:xfrm>
            <a:off x="7657920" y="4187160"/>
            <a:ext cx="32040" cy="19800"/>
          </a:xfrm>
          <a:custGeom>
            <a:avLst/>
            <a:gdLst>
              <a:gd name="textAreaLeft" fmla="*/ 0 w 32040"/>
              <a:gd name="textAreaRight" fmla="*/ 32400 w 3204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527" h="948">
                <a:moveTo>
                  <a:pt x="141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33" y="178"/>
                  <a:pt x="66" y="211"/>
                </a:cubicBezTo>
                <a:cubicBezTo>
                  <a:pt x="460" y="474"/>
                  <a:pt x="888" y="704"/>
                  <a:pt x="1315" y="934"/>
                </a:cubicBezTo>
                <a:cubicBezTo>
                  <a:pt x="1333" y="943"/>
                  <a:pt x="1351" y="947"/>
                  <a:pt x="1367" y="947"/>
                </a:cubicBezTo>
                <a:cubicBezTo>
                  <a:pt x="1469" y="947"/>
                  <a:pt x="1526" y="794"/>
                  <a:pt x="1413" y="737"/>
                </a:cubicBezTo>
                <a:cubicBezTo>
                  <a:pt x="986" y="540"/>
                  <a:pt x="559" y="310"/>
                  <a:pt x="197" y="14"/>
                </a:cubicBezTo>
                <a:cubicBezTo>
                  <a:pt x="178" y="4"/>
                  <a:pt x="159" y="0"/>
                  <a:pt x="14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5" name="Google Shape;1829;p11"/>
          <p:cNvSpPr/>
          <p:nvPr/>
        </p:nvSpPr>
        <p:spPr>
          <a:xfrm>
            <a:off x="7655040" y="4160160"/>
            <a:ext cx="33480" cy="25200"/>
          </a:xfrm>
          <a:custGeom>
            <a:avLst/>
            <a:gdLst>
              <a:gd name="textAreaLeft" fmla="*/ 0 w 33480"/>
              <a:gd name="textAreaRight" fmla="*/ 33840 w 3348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593" h="1200">
                <a:moveTo>
                  <a:pt x="151" y="1"/>
                </a:moveTo>
                <a:cubicBezTo>
                  <a:pt x="122" y="1"/>
                  <a:pt x="92" y="11"/>
                  <a:pt x="67" y="36"/>
                </a:cubicBezTo>
                <a:cubicBezTo>
                  <a:pt x="1" y="69"/>
                  <a:pt x="1" y="168"/>
                  <a:pt x="34" y="234"/>
                </a:cubicBezTo>
                <a:cubicBezTo>
                  <a:pt x="99" y="299"/>
                  <a:pt x="165" y="365"/>
                  <a:pt x="231" y="431"/>
                </a:cubicBezTo>
                <a:lnTo>
                  <a:pt x="461" y="595"/>
                </a:lnTo>
                <a:cubicBezTo>
                  <a:pt x="757" y="825"/>
                  <a:pt x="1052" y="1022"/>
                  <a:pt x="1381" y="1186"/>
                </a:cubicBezTo>
                <a:cubicBezTo>
                  <a:pt x="1395" y="1196"/>
                  <a:pt x="1409" y="1200"/>
                  <a:pt x="1424" y="1200"/>
                </a:cubicBezTo>
                <a:cubicBezTo>
                  <a:pt x="1511" y="1200"/>
                  <a:pt x="1592" y="1050"/>
                  <a:pt x="1480" y="1022"/>
                </a:cubicBezTo>
                <a:cubicBezTo>
                  <a:pt x="1250" y="891"/>
                  <a:pt x="1020" y="759"/>
                  <a:pt x="822" y="595"/>
                </a:cubicBezTo>
                <a:cubicBezTo>
                  <a:pt x="724" y="529"/>
                  <a:pt x="592" y="464"/>
                  <a:pt x="494" y="365"/>
                </a:cubicBezTo>
                <a:lnTo>
                  <a:pt x="362" y="234"/>
                </a:lnTo>
                <a:lnTo>
                  <a:pt x="264" y="201"/>
                </a:lnTo>
                <a:lnTo>
                  <a:pt x="246" y="183"/>
                </a:lnTo>
                <a:lnTo>
                  <a:pt x="246" y="183"/>
                </a:lnTo>
                <a:cubicBezTo>
                  <a:pt x="272" y="148"/>
                  <a:pt x="291" y="97"/>
                  <a:pt x="264" y="69"/>
                </a:cubicBezTo>
                <a:cubicBezTo>
                  <a:pt x="243" y="29"/>
                  <a:pt x="198" y="1"/>
                  <a:pt x="15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6" name="Google Shape;1830;p11"/>
          <p:cNvSpPr/>
          <p:nvPr/>
        </p:nvSpPr>
        <p:spPr>
          <a:xfrm>
            <a:off x="7652160" y="4140360"/>
            <a:ext cx="29160" cy="23760"/>
          </a:xfrm>
          <a:custGeom>
            <a:avLst/>
            <a:gdLst>
              <a:gd name="textAreaLeft" fmla="*/ 0 w 29160"/>
              <a:gd name="textAreaRight" fmla="*/ 29520 w 2916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393" h="1147">
                <a:moveTo>
                  <a:pt x="116" y="1"/>
                </a:moveTo>
                <a:cubicBezTo>
                  <a:pt x="102" y="1"/>
                  <a:pt x="85" y="5"/>
                  <a:pt x="66" y="14"/>
                </a:cubicBezTo>
                <a:cubicBezTo>
                  <a:pt x="33" y="47"/>
                  <a:pt x="0" y="113"/>
                  <a:pt x="33" y="146"/>
                </a:cubicBezTo>
                <a:cubicBezTo>
                  <a:pt x="329" y="573"/>
                  <a:pt x="723" y="902"/>
                  <a:pt x="1183" y="1132"/>
                </a:cubicBezTo>
                <a:cubicBezTo>
                  <a:pt x="1199" y="1142"/>
                  <a:pt x="1216" y="1147"/>
                  <a:pt x="1232" y="1147"/>
                </a:cubicBezTo>
                <a:cubicBezTo>
                  <a:pt x="1318" y="1147"/>
                  <a:pt x="1392" y="1022"/>
                  <a:pt x="1282" y="967"/>
                </a:cubicBezTo>
                <a:cubicBezTo>
                  <a:pt x="855" y="737"/>
                  <a:pt x="493" y="409"/>
                  <a:pt x="198" y="47"/>
                </a:cubicBezTo>
                <a:cubicBezTo>
                  <a:pt x="174" y="24"/>
                  <a:pt x="151" y="1"/>
                  <a:pt x="1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7" name="Google Shape;1831;p11"/>
          <p:cNvSpPr/>
          <p:nvPr/>
        </p:nvSpPr>
        <p:spPr>
          <a:xfrm>
            <a:off x="7654320" y="4119840"/>
            <a:ext cx="30960" cy="22680"/>
          </a:xfrm>
          <a:custGeom>
            <a:avLst/>
            <a:gdLst>
              <a:gd name="textAreaLeft" fmla="*/ 0 w 30960"/>
              <a:gd name="textAreaRight" fmla="*/ 31320 w 3096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1474" h="1092">
                <a:moveTo>
                  <a:pt x="156" y="0"/>
                </a:moveTo>
                <a:cubicBezTo>
                  <a:pt x="72" y="0"/>
                  <a:pt x="1" y="167"/>
                  <a:pt x="110" y="222"/>
                </a:cubicBezTo>
                <a:lnTo>
                  <a:pt x="1293" y="1076"/>
                </a:lnTo>
                <a:cubicBezTo>
                  <a:pt x="1308" y="1087"/>
                  <a:pt x="1324" y="1091"/>
                  <a:pt x="1339" y="1091"/>
                </a:cubicBezTo>
                <a:cubicBezTo>
                  <a:pt x="1418" y="1091"/>
                  <a:pt x="1474" y="967"/>
                  <a:pt x="1391" y="912"/>
                </a:cubicBezTo>
                <a:lnTo>
                  <a:pt x="208" y="24"/>
                </a:lnTo>
                <a:cubicBezTo>
                  <a:pt x="191" y="8"/>
                  <a:pt x="173" y="0"/>
                  <a:pt x="1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8" name="Google Shape;1832;p11"/>
          <p:cNvSpPr/>
          <p:nvPr/>
        </p:nvSpPr>
        <p:spPr>
          <a:xfrm>
            <a:off x="7655040" y="4096440"/>
            <a:ext cx="32040" cy="21240"/>
          </a:xfrm>
          <a:custGeom>
            <a:avLst/>
            <a:gdLst>
              <a:gd name="textAreaLeft" fmla="*/ 0 w 32040"/>
              <a:gd name="textAreaRight" fmla="*/ 32400 w 3204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1525" h="1027">
                <a:moveTo>
                  <a:pt x="104" y="1"/>
                </a:moveTo>
                <a:cubicBezTo>
                  <a:pt x="75" y="1"/>
                  <a:pt x="50" y="9"/>
                  <a:pt x="34" y="25"/>
                </a:cubicBezTo>
                <a:cubicBezTo>
                  <a:pt x="1" y="91"/>
                  <a:pt x="1" y="157"/>
                  <a:pt x="34" y="190"/>
                </a:cubicBezTo>
                <a:lnTo>
                  <a:pt x="67" y="190"/>
                </a:lnTo>
                <a:cubicBezTo>
                  <a:pt x="461" y="518"/>
                  <a:pt x="855" y="781"/>
                  <a:pt x="1315" y="1011"/>
                </a:cubicBezTo>
                <a:cubicBezTo>
                  <a:pt x="1337" y="1022"/>
                  <a:pt x="1357" y="1026"/>
                  <a:pt x="1376" y="1026"/>
                </a:cubicBezTo>
                <a:cubicBezTo>
                  <a:pt x="1473" y="1026"/>
                  <a:pt x="1524" y="902"/>
                  <a:pt x="1414" y="847"/>
                </a:cubicBezTo>
                <a:cubicBezTo>
                  <a:pt x="987" y="617"/>
                  <a:pt x="559" y="354"/>
                  <a:pt x="198" y="25"/>
                </a:cubicBezTo>
                <a:cubicBezTo>
                  <a:pt x="165" y="9"/>
                  <a:pt x="132" y="1"/>
                  <a:pt x="10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69" name="Google Shape;1833;p11"/>
          <p:cNvSpPr/>
          <p:nvPr/>
        </p:nvSpPr>
        <p:spPr>
          <a:xfrm>
            <a:off x="7663680" y="4076280"/>
            <a:ext cx="24840" cy="16200"/>
          </a:xfrm>
          <a:custGeom>
            <a:avLst/>
            <a:gdLst>
              <a:gd name="textAreaLeft" fmla="*/ 0 w 24840"/>
              <a:gd name="textAreaRight" fmla="*/ 25200 w 2484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199" h="775">
                <a:moveTo>
                  <a:pt x="155" y="1"/>
                </a:moveTo>
                <a:cubicBezTo>
                  <a:pt x="73" y="1"/>
                  <a:pt x="1" y="102"/>
                  <a:pt x="81" y="183"/>
                </a:cubicBezTo>
                <a:cubicBezTo>
                  <a:pt x="344" y="445"/>
                  <a:pt x="705" y="643"/>
                  <a:pt x="1067" y="774"/>
                </a:cubicBezTo>
                <a:cubicBezTo>
                  <a:pt x="1132" y="774"/>
                  <a:pt x="1165" y="741"/>
                  <a:pt x="1198" y="708"/>
                </a:cubicBezTo>
                <a:cubicBezTo>
                  <a:pt x="1198" y="643"/>
                  <a:pt x="1165" y="577"/>
                  <a:pt x="1132" y="577"/>
                </a:cubicBezTo>
                <a:cubicBezTo>
                  <a:pt x="771" y="445"/>
                  <a:pt x="475" y="248"/>
                  <a:pt x="212" y="18"/>
                </a:cubicBezTo>
                <a:cubicBezTo>
                  <a:pt x="194" y="6"/>
                  <a:pt x="174" y="1"/>
                  <a:pt x="1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0" name="Google Shape;1834;p11"/>
          <p:cNvSpPr/>
          <p:nvPr/>
        </p:nvSpPr>
        <p:spPr>
          <a:xfrm>
            <a:off x="7674840" y="4057920"/>
            <a:ext cx="20880" cy="15120"/>
          </a:xfrm>
          <a:custGeom>
            <a:avLst/>
            <a:gdLst>
              <a:gd name="textAreaLeft" fmla="*/ 0 w 20880"/>
              <a:gd name="textAreaRight" fmla="*/ 21240 w 2088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000" h="734">
                <a:moveTo>
                  <a:pt x="188" y="1"/>
                </a:moveTo>
                <a:cubicBezTo>
                  <a:pt x="75" y="1"/>
                  <a:pt x="1" y="142"/>
                  <a:pt x="91" y="202"/>
                </a:cubicBezTo>
                <a:lnTo>
                  <a:pt x="813" y="728"/>
                </a:lnTo>
                <a:cubicBezTo>
                  <a:pt x="824" y="732"/>
                  <a:pt x="835" y="733"/>
                  <a:pt x="845" y="733"/>
                </a:cubicBezTo>
                <a:cubicBezTo>
                  <a:pt x="931" y="733"/>
                  <a:pt x="1000" y="622"/>
                  <a:pt x="912" y="564"/>
                </a:cubicBezTo>
                <a:lnTo>
                  <a:pt x="222" y="5"/>
                </a:lnTo>
                <a:cubicBezTo>
                  <a:pt x="210" y="2"/>
                  <a:pt x="199" y="1"/>
                  <a:pt x="18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1" name="Google Shape;1835;p11"/>
          <p:cNvSpPr/>
          <p:nvPr/>
        </p:nvSpPr>
        <p:spPr>
          <a:xfrm>
            <a:off x="7685640" y="4032720"/>
            <a:ext cx="22680" cy="19440"/>
          </a:xfrm>
          <a:custGeom>
            <a:avLst/>
            <a:gdLst>
              <a:gd name="textAreaLeft" fmla="*/ 0 w 22680"/>
              <a:gd name="textAreaRight" fmla="*/ 23040 w 2268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1086" h="934">
                <a:moveTo>
                  <a:pt x="165" y="66"/>
                </a:moveTo>
                <a:cubicBezTo>
                  <a:pt x="152" y="69"/>
                  <a:pt x="141" y="74"/>
                  <a:pt x="132" y="80"/>
                </a:cubicBezTo>
                <a:lnTo>
                  <a:pt x="132" y="80"/>
                </a:lnTo>
                <a:lnTo>
                  <a:pt x="132" y="66"/>
                </a:lnTo>
                <a:close/>
                <a:moveTo>
                  <a:pt x="231" y="132"/>
                </a:moveTo>
                <a:cubicBezTo>
                  <a:pt x="243" y="132"/>
                  <a:pt x="250" y="136"/>
                  <a:pt x="254" y="143"/>
                </a:cubicBezTo>
                <a:lnTo>
                  <a:pt x="254" y="143"/>
                </a:lnTo>
                <a:lnTo>
                  <a:pt x="231" y="132"/>
                </a:lnTo>
                <a:close/>
                <a:moveTo>
                  <a:pt x="132" y="0"/>
                </a:moveTo>
                <a:cubicBezTo>
                  <a:pt x="34" y="33"/>
                  <a:pt x="1" y="132"/>
                  <a:pt x="66" y="197"/>
                </a:cubicBezTo>
                <a:cubicBezTo>
                  <a:pt x="99" y="263"/>
                  <a:pt x="132" y="329"/>
                  <a:pt x="198" y="362"/>
                </a:cubicBezTo>
                <a:lnTo>
                  <a:pt x="921" y="920"/>
                </a:lnTo>
                <a:cubicBezTo>
                  <a:pt x="940" y="930"/>
                  <a:pt x="959" y="934"/>
                  <a:pt x="978" y="934"/>
                </a:cubicBezTo>
                <a:cubicBezTo>
                  <a:pt x="1022" y="934"/>
                  <a:pt x="1062" y="911"/>
                  <a:pt x="1085" y="887"/>
                </a:cubicBezTo>
                <a:cubicBezTo>
                  <a:pt x="1085" y="822"/>
                  <a:pt x="1085" y="756"/>
                  <a:pt x="1052" y="756"/>
                </a:cubicBezTo>
                <a:lnTo>
                  <a:pt x="592" y="394"/>
                </a:lnTo>
                <a:lnTo>
                  <a:pt x="395" y="263"/>
                </a:lnTo>
                <a:lnTo>
                  <a:pt x="302" y="170"/>
                </a:lnTo>
                <a:lnTo>
                  <a:pt x="302" y="170"/>
                </a:lnTo>
                <a:cubicBezTo>
                  <a:pt x="313" y="137"/>
                  <a:pt x="312" y="98"/>
                  <a:pt x="296" y="66"/>
                </a:cubicBezTo>
                <a:cubicBezTo>
                  <a:pt x="264" y="33"/>
                  <a:pt x="198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2" name="Google Shape;1836;p11"/>
          <p:cNvSpPr/>
          <p:nvPr/>
        </p:nvSpPr>
        <p:spPr>
          <a:xfrm>
            <a:off x="7692480" y="4019040"/>
            <a:ext cx="16560" cy="13320"/>
          </a:xfrm>
          <a:custGeom>
            <a:avLst/>
            <a:gdLst>
              <a:gd name="textAreaLeft" fmla="*/ 0 w 16560"/>
              <a:gd name="textAreaRight" fmla="*/ 16920 w 1656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800" h="647">
                <a:moveTo>
                  <a:pt x="154" y="0"/>
                </a:moveTo>
                <a:cubicBezTo>
                  <a:pt x="83" y="0"/>
                  <a:pt x="0" y="111"/>
                  <a:pt x="77" y="162"/>
                </a:cubicBezTo>
                <a:lnTo>
                  <a:pt x="636" y="622"/>
                </a:lnTo>
                <a:cubicBezTo>
                  <a:pt x="652" y="639"/>
                  <a:pt x="677" y="647"/>
                  <a:pt x="701" y="647"/>
                </a:cubicBezTo>
                <a:cubicBezTo>
                  <a:pt x="726" y="647"/>
                  <a:pt x="751" y="639"/>
                  <a:pt x="767" y="622"/>
                </a:cubicBezTo>
                <a:cubicBezTo>
                  <a:pt x="800" y="589"/>
                  <a:pt x="800" y="524"/>
                  <a:pt x="767" y="491"/>
                </a:cubicBezTo>
                <a:lnTo>
                  <a:pt x="208" y="31"/>
                </a:lnTo>
                <a:cubicBezTo>
                  <a:pt x="194" y="9"/>
                  <a:pt x="175" y="0"/>
                  <a:pt x="1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3" name="Google Shape;1837;p11"/>
          <p:cNvSpPr/>
          <p:nvPr/>
        </p:nvSpPr>
        <p:spPr>
          <a:xfrm>
            <a:off x="7701840" y="4012560"/>
            <a:ext cx="5400" cy="3240"/>
          </a:xfrm>
          <a:custGeom>
            <a:avLst/>
            <a:gdLst>
              <a:gd name="textAreaLeft" fmla="*/ 0 w 5400"/>
              <a:gd name="textAreaRight" fmla="*/ 5760 w 5400"/>
              <a:gd name="textAreaTop" fmla="*/ 0 h 3240"/>
              <a:gd name="textAreaBottom" fmla="*/ 3600 h 3240"/>
            </a:gdLst>
            <a:ahLst/>
            <a:cxnLst/>
            <a:rect l="textAreaLeft" t="textAreaTop" r="textAreaRight" b="textAreaBottom"/>
            <a:pathLst>
              <a:path w="264" h="165">
                <a:moveTo>
                  <a:pt x="66" y="0"/>
                </a:moveTo>
                <a:cubicBezTo>
                  <a:pt x="33" y="0"/>
                  <a:pt x="33" y="0"/>
                  <a:pt x="1" y="33"/>
                </a:cubicBezTo>
                <a:cubicBezTo>
                  <a:pt x="1" y="66"/>
                  <a:pt x="1" y="66"/>
                  <a:pt x="1" y="66"/>
                </a:cubicBezTo>
                <a:lnTo>
                  <a:pt x="1" y="99"/>
                </a:lnTo>
                <a:cubicBezTo>
                  <a:pt x="1" y="132"/>
                  <a:pt x="33" y="132"/>
                  <a:pt x="33" y="164"/>
                </a:cubicBezTo>
                <a:lnTo>
                  <a:pt x="99" y="164"/>
                </a:lnTo>
                <a:lnTo>
                  <a:pt x="132" y="132"/>
                </a:lnTo>
                <a:lnTo>
                  <a:pt x="263" y="132"/>
                </a:lnTo>
                <a:cubicBezTo>
                  <a:pt x="263" y="132"/>
                  <a:pt x="263" y="99"/>
                  <a:pt x="263" y="99"/>
                </a:cubicBezTo>
                <a:cubicBezTo>
                  <a:pt x="263" y="99"/>
                  <a:pt x="263" y="66"/>
                  <a:pt x="263" y="66"/>
                </a:cubicBezTo>
                <a:lnTo>
                  <a:pt x="263" y="33"/>
                </a:lnTo>
                <a:cubicBezTo>
                  <a:pt x="263" y="0"/>
                  <a:pt x="263" y="0"/>
                  <a:pt x="2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" bIns="1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4" name="Google Shape;1838;p11"/>
          <p:cNvSpPr/>
          <p:nvPr/>
        </p:nvSpPr>
        <p:spPr>
          <a:xfrm>
            <a:off x="8143200" y="3962520"/>
            <a:ext cx="16560" cy="6120"/>
          </a:xfrm>
          <a:custGeom>
            <a:avLst/>
            <a:gdLst>
              <a:gd name="textAreaLeft" fmla="*/ 0 w 16560"/>
              <a:gd name="textAreaRight" fmla="*/ 16920 w 16560"/>
              <a:gd name="textAreaTop" fmla="*/ 0 h 6120"/>
              <a:gd name="textAreaBottom" fmla="*/ 6480 h 6120"/>
            </a:gdLst>
            <a:ahLst/>
            <a:cxnLst/>
            <a:rect l="textAreaLeft" t="textAreaTop" r="textAreaRight" b="textAreaBottom"/>
            <a:pathLst>
              <a:path w="798" h="310">
                <a:moveTo>
                  <a:pt x="42" y="170"/>
                </a:moveTo>
                <a:lnTo>
                  <a:pt x="43" y="171"/>
                </a:lnTo>
                <a:lnTo>
                  <a:pt x="43" y="171"/>
                </a:lnTo>
                <a:cubicBezTo>
                  <a:pt x="43" y="171"/>
                  <a:pt x="43" y="170"/>
                  <a:pt x="43" y="170"/>
                </a:cubicBezTo>
                <a:lnTo>
                  <a:pt x="43" y="170"/>
                </a:lnTo>
                <a:cubicBezTo>
                  <a:pt x="42" y="170"/>
                  <a:pt x="42" y="170"/>
                  <a:pt x="42" y="170"/>
                </a:cubicBezTo>
                <a:close/>
                <a:moveTo>
                  <a:pt x="43" y="171"/>
                </a:moveTo>
                <a:cubicBezTo>
                  <a:pt x="51" y="183"/>
                  <a:pt x="61" y="194"/>
                  <a:pt x="74" y="202"/>
                </a:cubicBezTo>
                <a:lnTo>
                  <a:pt x="43" y="171"/>
                </a:lnTo>
                <a:close/>
                <a:moveTo>
                  <a:pt x="139" y="1"/>
                </a:moveTo>
                <a:cubicBezTo>
                  <a:pt x="48" y="1"/>
                  <a:pt x="0" y="103"/>
                  <a:pt x="43" y="170"/>
                </a:cubicBezTo>
                <a:lnTo>
                  <a:pt x="43" y="170"/>
                </a:lnTo>
                <a:cubicBezTo>
                  <a:pt x="205" y="251"/>
                  <a:pt x="389" y="309"/>
                  <a:pt x="577" y="309"/>
                </a:cubicBezTo>
                <a:cubicBezTo>
                  <a:pt x="617" y="309"/>
                  <a:pt x="658" y="307"/>
                  <a:pt x="699" y="301"/>
                </a:cubicBezTo>
                <a:cubicBezTo>
                  <a:pt x="765" y="301"/>
                  <a:pt x="797" y="268"/>
                  <a:pt x="797" y="202"/>
                </a:cubicBezTo>
                <a:cubicBezTo>
                  <a:pt x="797" y="170"/>
                  <a:pt x="765" y="104"/>
                  <a:pt x="699" y="104"/>
                </a:cubicBezTo>
                <a:lnTo>
                  <a:pt x="403" y="104"/>
                </a:lnTo>
                <a:lnTo>
                  <a:pt x="272" y="71"/>
                </a:lnTo>
                <a:lnTo>
                  <a:pt x="239" y="71"/>
                </a:lnTo>
                <a:lnTo>
                  <a:pt x="173" y="5"/>
                </a:lnTo>
                <a:cubicBezTo>
                  <a:pt x="161" y="2"/>
                  <a:pt x="150" y="1"/>
                  <a:pt x="13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5" name="Google Shape;1839;p11"/>
          <p:cNvSpPr/>
          <p:nvPr/>
        </p:nvSpPr>
        <p:spPr>
          <a:xfrm>
            <a:off x="8131680" y="3930120"/>
            <a:ext cx="29160" cy="18720"/>
          </a:xfrm>
          <a:custGeom>
            <a:avLst/>
            <a:gdLst>
              <a:gd name="textAreaLeft" fmla="*/ 0 w 29160"/>
              <a:gd name="textAreaRight" fmla="*/ 29520 w 2916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402" h="906">
                <a:moveTo>
                  <a:pt x="161" y="1"/>
                </a:moveTo>
                <a:cubicBezTo>
                  <a:pt x="77" y="1"/>
                  <a:pt x="0" y="103"/>
                  <a:pt x="54" y="183"/>
                </a:cubicBezTo>
                <a:cubicBezTo>
                  <a:pt x="382" y="544"/>
                  <a:pt x="810" y="807"/>
                  <a:pt x="1270" y="906"/>
                </a:cubicBezTo>
                <a:cubicBezTo>
                  <a:pt x="1335" y="906"/>
                  <a:pt x="1368" y="873"/>
                  <a:pt x="1401" y="840"/>
                </a:cubicBezTo>
                <a:cubicBezTo>
                  <a:pt x="1401" y="774"/>
                  <a:pt x="1368" y="709"/>
                  <a:pt x="1335" y="709"/>
                </a:cubicBezTo>
                <a:cubicBezTo>
                  <a:pt x="875" y="610"/>
                  <a:pt x="481" y="380"/>
                  <a:pt x="218" y="19"/>
                </a:cubicBezTo>
                <a:cubicBezTo>
                  <a:pt x="200" y="6"/>
                  <a:pt x="180" y="1"/>
                  <a:pt x="16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6" name="Google Shape;1840;p11"/>
          <p:cNvSpPr/>
          <p:nvPr/>
        </p:nvSpPr>
        <p:spPr>
          <a:xfrm>
            <a:off x="8133120" y="3916440"/>
            <a:ext cx="33120" cy="16200"/>
          </a:xfrm>
          <a:custGeom>
            <a:avLst/>
            <a:gdLst>
              <a:gd name="textAreaLeft" fmla="*/ 0 w 33120"/>
              <a:gd name="textAreaRight" fmla="*/ 33480 w 3312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582" h="778">
                <a:moveTo>
                  <a:pt x="185" y="1"/>
                </a:moveTo>
                <a:cubicBezTo>
                  <a:pt x="94" y="1"/>
                  <a:pt x="0" y="103"/>
                  <a:pt x="80" y="183"/>
                </a:cubicBezTo>
                <a:lnTo>
                  <a:pt x="113" y="183"/>
                </a:lnTo>
                <a:cubicBezTo>
                  <a:pt x="475" y="478"/>
                  <a:pt x="935" y="708"/>
                  <a:pt x="1395" y="774"/>
                </a:cubicBezTo>
                <a:cubicBezTo>
                  <a:pt x="1405" y="777"/>
                  <a:pt x="1415" y="778"/>
                  <a:pt x="1424" y="778"/>
                </a:cubicBezTo>
                <a:cubicBezTo>
                  <a:pt x="1535" y="778"/>
                  <a:pt x="1582" y="607"/>
                  <a:pt x="1461" y="577"/>
                </a:cubicBezTo>
                <a:cubicBezTo>
                  <a:pt x="1000" y="511"/>
                  <a:pt x="573" y="314"/>
                  <a:pt x="245" y="18"/>
                </a:cubicBezTo>
                <a:cubicBezTo>
                  <a:pt x="226" y="6"/>
                  <a:pt x="206" y="1"/>
                  <a:pt x="18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7" name="Google Shape;1841;p11"/>
          <p:cNvSpPr/>
          <p:nvPr/>
        </p:nvSpPr>
        <p:spPr>
          <a:xfrm>
            <a:off x="8147160" y="3900240"/>
            <a:ext cx="29520" cy="14760"/>
          </a:xfrm>
          <a:custGeom>
            <a:avLst/>
            <a:gdLst>
              <a:gd name="textAreaLeft" fmla="*/ 0 w 29520"/>
              <a:gd name="textAreaRight" fmla="*/ 29880 w 2952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417" h="722">
                <a:moveTo>
                  <a:pt x="140" y="1"/>
                </a:moveTo>
                <a:cubicBezTo>
                  <a:pt x="49" y="1"/>
                  <a:pt x="0" y="139"/>
                  <a:pt x="80" y="192"/>
                </a:cubicBezTo>
                <a:cubicBezTo>
                  <a:pt x="441" y="422"/>
                  <a:pt x="835" y="619"/>
                  <a:pt x="1230" y="718"/>
                </a:cubicBezTo>
                <a:cubicBezTo>
                  <a:pt x="1240" y="720"/>
                  <a:pt x="1249" y="721"/>
                  <a:pt x="1259" y="721"/>
                </a:cubicBezTo>
                <a:cubicBezTo>
                  <a:pt x="1370" y="721"/>
                  <a:pt x="1417" y="551"/>
                  <a:pt x="1295" y="521"/>
                </a:cubicBezTo>
                <a:cubicBezTo>
                  <a:pt x="901" y="422"/>
                  <a:pt x="540" y="258"/>
                  <a:pt x="211" y="28"/>
                </a:cubicBezTo>
                <a:cubicBezTo>
                  <a:pt x="186" y="9"/>
                  <a:pt x="161" y="1"/>
                  <a:pt x="14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8" name="Google Shape;1842;p11"/>
          <p:cNvSpPr/>
          <p:nvPr/>
        </p:nvSpPr>
        <p:spPr>
          <a:xfrm>
            <a:off x="8151840" y="3873600"/>
            <a:ext cx="33480" cy="16200"/>
          </a:xfrm>
          <a:custGeom>
            <a:avLst/>
            <a:gdLst>
              <a:gd name="textAreaLeft" fmla="*/ 0 w 33480"/>
              <a:gd name="textAreaRight" fmla="*/ 33840 w 3348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598" h="786">
                <a:moveTo>
                  <a:pt x="151" y="1"/>
                </a:moveTo>
                <a:cubicBezTo>
                  <a:pt x="74" y="1"/>
                  <a:pt x="0" y="63"/>
                  <a:pt x="20" y="161"/>
                </a:cubicBezTo>
                <a:cubicBezTo>
                  <a:pt x="20" y="227"/>
                  <a:pt x="86" y="293"/>
                  <a:pt x="151" y="293"/>
                </a:cubicBezTo>
                <a:lnTo>
                  <a:pt x="414" y="424"/>
                </a:lnTo>
                <a:cubicBezTo>
                  <a:pt x="743" y="556"/>
                  <a:pt x="1071" y="687"/>
                  <a:pt x="1433" y="786"/>
                </a:cubicBezTo>
                <a:cubicBezTo>
                  <a:pt x="1531" y="786"/>
                  <a:pt x="1597" y="621"/>
                  <a:pt x="1466" y="589"/>
                </a:cubicBezTo>
                <a:cubicBezTo>
                  <a:pt x="1269" y="523"/>
                  <a:pt x="1039" y="457"/>
                  <a:pt x="809" y="359"/>
                </a:cubicBezTo>
                <a:lnTo>
                  <a:pt x="480" y="227"/>
                </a:lnTo>
                <a:lnTo>
                  <a:pt x="316" y="161"/>
                </a:lnTo>
                <a:lnTo>
                  <a:pt x="296" y="151"/>
                </a:lnTo>
                <a:lnTo>
                  <a:pt x="296" y="151"/>
                </a:lnTo>
                <a:cubicBezTo>
                  <a:pt x="297" y="136"/>
                  <a:pt x="293" y="117"/>
                  <a:pt x="283" y="96"/>
                </a:cubicBezTo>
                <a:cubicBezTo>
                  <a:pt x="256" y="29"/>
                  <a:pt x="203" y="1"/>
                  <a:pt x="15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9" name="Google Shape;1843;p11"/>
          <p:cNvSpPr/>
          <p:nvPr/>
        </p:nvSpPr>
        <p:spPr>
          <a:xfrm>
            <a:off x="8155440" y="3851640"/>
            <a:ext cx="23040" cy="11520"/>
          </a:xfrm>
          <a:custGeom>
            <a:avLst/>
            <a:gdLst>
              <a:gd name="textAreaLeft" fmla="*/ 0 w 23040"/>
              <a:gd name="textAreaRight" fmla="*/ 23400 w 2304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1100" h="553">
                <a:moveTo>
                  <a:pt x="160" y="0"/>
                </a:moveTo>
                <a:cubicBezTo>
                  <a:pt x="58" y="0"/>
                  <a:pt x="1" y="154"/>
                  <a:pt x="114" y="211"/>
                </a:cubicBezTo>
                <a:cubicBezTo>
                  <a:pt x="377" y="375"/>
                  <a:pt x="672" y="473"/>
                  <a:pt x="968" y="539"/>
                </a:cubicBezTo>
                <a:cubicBezTo>
                  <a:pt x="986" y="548"/>
                  <a:pt x="1001" y="552"/>
                  <a:pt x="1015" y="552"/>
                </a:cubicBezTo>
                <a:cubicBezTo>
                  <a:pt x="1051" y="552"/>
                  <a:pt x="1076" y="522"/>
                  <a:pt x="1100" y="473"/>
                </a:cubicBezTo>
                <a:cubicBezTo>
                  <a:pt x="1100" y="441"/>
                  <a:pt x="1067" y="375"/>
                  <a:pt x="1034" y="342"/>
                </a:cubicBezTo>
                <a:cubicBezTo>
                  <a:pt x="738" y="276"/>
                  <a:pt x="475" y="178"/>
                  <a:pt x="212" y="13"/>
                </a:cubicBezTo>
                <a:cubicBezTo>
                  <a:pt x="194" y="4"/>
                  <a:pt x="176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0" name="Google Shape;1844;p11"/>
          <p:cNvSpPr/>
          <p:nvPr/>
        </p:nvSpPr>
        <p:spPr>
          <a:xfrm>
            <a:off x="8158680" y="3832920"/>
            <a:ext cx="24120" cy="11880"/>
          </a:xfrm>
          <a:custGeom>
            <a:avLst/>
            <a:gdLst>
              <a:gd name="textAreaLeft" fmla="*/ 0 w 24120"/>
              <a:gd name="textAreaRight" fmla="*/ 24480 w 2412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151" h="572">
                <a:moveTo>
                  <a:pt x="81" y="0"/>
                </a:moveTo>
                <a:cubicBezTo>
                  <a:pt x="36" y="0"/>
                  <a:pt x="1" y="31"/>
                  <a:pt x="1" y="79"/>
                </a:cubicBezTo>
                <a:cubicBezTo>
                  <a:pt x="1" y="145"/>
                  <a:pt x="34" y="177"/>
                  <a:pt x="66" y="210"/>
                </a:cubicBezTo>
                <a:lnTo>
                  <a:pt x="1019" y="572"/>
                </a:lnTo>
                <a:cubicBezTo>
                  <a:pt x="1085" y="572"/>
                  <a:pt x="1151" y="539"/>
                  <a:pt x="1151" y="473"/>
                </a:cubicBezTo>
                <a:cubicBezTo>
                  <a:pt x="1151" y="440"/>
                  <a:pt x="1118" y="375"/>
                  <a:pt x="1085" y="375"/>
                </a:cubicBezTo>
                <a:lnTo>
                  <a:pt x="132" y="13"/>
                </a:lnTo>
                <a:cubicBezTo>
                  <a:pt x="114" y="4"/>
                  <a:pt x="97" y="0"/>
                  <a:pt x="8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1" name="Google Shape;1845;p11"/>
          <p:cNvSpPr/>
          <p:nvPr/>
        </p:nvSpPr>
        <p:spPr>
          <a:xfrm>
            <a:off x="8163360" y="3813480"/>
            <a:ext cx="28080" cy="14760"/>
          </a:xfrm>
          <a:custGeom>
            <a:avLst/>
            <a:gdLst>
              <a:gd name="textAreaLeft" fmla="*/ 0 w 28080"/>
              <a:gd name="textAreaRight" fmla="*/ 28440 w 2808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338" h="716">
                <a:moveTo>
                  <a:pt x="119" y="1"/>
                </a:moveTo>
                <a:cubicBezTo>
                  <a:pt x="83" y="1"/>
                  <a:pt x="53" y="16"/>
                  <a:pt x="34" y="55"/>
                </a:cubicBezTo>
                <a:cubicBezTo>
                  <a:pt x="1" y="88"/>
                  <a:pt x="34" y="154"/>
                  <a:pt x="66" y="186"/>
                </a:cubicBezTo>
                <a:cubicBezTo>
                  <a:pt x="395" y="416"/>
                  <a:pt x="756" y="614"/>
                  <a:pt x="1151" y="712"/>
                </a:cubicBezTo>
                <a:cubicBezTo>
                  <a:pt x="1161" y="715"/>
                  <a:pt x="1170" y="716"/>
                  <a:pt x="1180" y="716"/>
                </a:cubicBezTo>
                <a:cubicBezTo>
                  <a:pt x="1291" y="716"/>
                  <a:pt x="1338" y="545"/>
                  <a:pt x="1216" y="515"/>
                </a:cubicBezTo>
                <a:cubicBezTo>
                  <a:pt x="822" y="416"/>
                  <a:pt x="494" y="219"/>
                  <a:pt x="198" y="22"/>
                </a:cubicBezTo>
                <a:cubicBezTo>
                  <a:pt x="171" y="8"/>
                  <a:pt x="143" y="1"/>
                  <a:pt x="11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2" name="Google Shape;1846;p11"/>
          <p:cNvSpPr/>
          <p:nvPr/>
        </p:nvSpPr>
        <p:spPr>
          <a:xfrm>
            <a:off x="8171280" y="3798360"/>
            <a:ext cx="13680" cy="7200"/>
          </a:xfrm>
          <a:custGeom>
            <a:avLst/>
            <a:gdLst>
              <a:gd name="textAreaLeft" fmla="*/ 0 w 13680"/>
              <a:gd name="textAreaRight" fmla="*/ 14040 w 13680"/>
              <a:gd name="textAreaTop" fmla="*/ 0 h 7200"/>
              <a:gd name="textAreaBottom" fmla="*/ 7560 h 7200"/>
            </a:gdLst>
            <a:ahLst/>
            <a:cxnLst/>
            <a:rect l="textAreaLeft" t="textAreaTop" r="textAreaRight" b="textAreaBottom"/>
            <a:pathLst>
              <a:path w="658" h="355">
                <a:moveTo>
                  <a:pt x="113" y="0"/>
                </a:moveTo>
                <a:cubicBezTo>
                  <a:pt x="68" y="0"/>
                  <a:pt x="33" y="31"/>
                  <a:pt x="33" y="79"/>
                </a:cubicBezTo>
                <a:cubicBezTo>
                  <a:pt x="0" y="145"/>
                  <a:pt x="33" y="177"/>
                  <a:pt x="99" y="210"/>
                </a:cubicBezTo>
                <a:lnTo>
                  <a:pt x="493" y="342"/>
                </a:lnTo>
                <a:cubicBezTo>
                  <a:pt x="511" y="351"/>
                  <a:pt x="528" y="355"/>
                  <a:pt x="545" y="355"/>
                </a:cubicBezTo>
                <a:cubicBezTo>
                  <a:pt x="589" y="355"/>
                  <a:pt x="624" y="324"/>
                  <a:pt x="624" y="276"/>
                </a:cubicBezTo>
                <a:cubicBezTo>
                  <a:pt x="657" y="210"/>
                  <a:pt x="624" y="177"/>
                  <a:pt x="559" y="145"/>
                </a:cubicBezTo>
                <a:lnTo>
                  <a:pt x="164" y="13"/>
                </a:lnTo>
                <a:cubicBezTo>
                  <a:pt x="147" y="4"/>
                  <a:pt x="129" y="0"/>
                  <a:pt x="11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3" name="Google Shape;1847;p11"/>
          <p:cNvSpPr/>
          <p:nvPr/>
        </p:nvSpPr>
        <p:spPr>
          <a:xfrm>
            <a:off x="8165880" y="3745440"/>
            <a:ext cx="27720" cy="11880"/>
          </a:xfrm>
          <a:custGeom>
            <a:avLst/>
            <a:gdLst>
              <a:gd name="textAreaLeft" fmla="*/ 0 w 27720"/>
              <a:gd name="textAreaRight" fmla="*/ 28080 w 2772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322" h="579">
                <a:moveTo>
                  <a:pt x="134" y="1"/>
                </a:moveTo>
                <a:cubicBezTo>
                  <a:pt x="56" y="1"/>
                  <a:pt x="0" y="125"/>
                  <a:pt x="83" y="180"/>
                </a:cubicBezTo>
                <a:cubicBezTo>
                  <a:pt x="411" y="344"/>
                  <a:pt x="773" y="476"/>
                  <a:pt x="1167" y="574"/>
                </a:cubicBezTo>
                <a:cubicBezTo>
                  <a:pt x="1175" y="577"/>
                  <a:pt x="1182" y="578"/>
                  <a:pt x="1189" y="578"/>
                </a:cubicBezTo>
                <a:cubicBezTo>
                  <a:pt x="1275" y="578"/>
                  <a:pt x="1321" y="408"/>
                  <a:pt x="1200" y="377"/>
                </a:cubicBezTo>
                <a:cubicBezTo>
                  <a:pt x="839" y="312"/>
                  <a:pt x="510" y="180"/>
                  <a:pt x="181" y="16"/>
                </a:cubicBezTo>
                <a:cubicBezTo>
                  <a:pt x="165" y="5"/>
                  <a:pt x="150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4" name="Google Shape;1848;p11"/>
          <p:cNvSpPr/>
          <p:nvPr/>
        </p:nvSpPr>
        <p:spPr>
          <a:xfrm>
            <a:off x="8175600" y="3729960"/>
            <a:ext cx="23400" cy="11880"/>
          </a:xfrm>
          <a:custGeom>
            <a:avLst/>
            <a:gdLst>
              <a:gd name="textAreaLeft" fmla="*/ 0 w 23400"/>
              <a:gd name="textAreaRight" fmla="*/ 23760 w 2340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123" h="577">
                <a:moveTo>
                  <a:pt x="160" y="1"/>
                </a:moveTo>
                <a:cubicBezTo>
                  <a:pt x="58" y="1"/>
                  <a:pt x="1" y="154"/>
                  <a:pt x="114" y="211"/>
                </a:cubicBezTo>
                <a:lnTo>
                  <a:pt x="147" y="211"/>
                </a:lnTo>
                <a:cubicBezTo>
                  <a:pt x="377" y="342"/>
                  <a:pt x="672" y="474"/>
                  <a:pt x="968" y="572"/>
                </a:cubicBezTo>
                <a:cubicBezTo>
                  <a:pt x="976" y="575"/>
                  <a:pt x="983" y="576"/>
                  <a:pt x="990" y="576"/>
                </a:cubicBezTo>
                <a:cubicBezTo>
                  <a:pt x="1076" y="576"/>
                  <a:pt x="1122" y="403"/>
                  <a:pt x="1001" y="342"/>
                </a:cubicBezTo>
                <a:cubicBezTo>
                  <a:pt x="738" y="277"/>
                  <a:pt x="475" y="145"/>
                  <a:pt x="212" y="14"/>
                </a:cubicBezTo>
                <a:cubicBezTo>
                  <a:pt x="194" y="5"/>
                  <a:pt x="176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5" name="Google Shape;1849;p11"/>
          <p:cNvSpPr/>
          <p:nvPr/>
        </p:nvSpPr>
        <p:spPr>
          <a:xfrm>
            <a:off x="8178840" y="3702960"/>
            <a:ext cx="18720" cy="10080"/>
          </a:xfrm>
          <a:custGeom>
            <a:avLst/>
            <a:gdLst>
              <a:gd name="textAreaLeft" fmla="*/ 0 w 18720"/>
              <a:gd name="textAreaRight" fmla="*/ 19080 w 1872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901" h="487">
                <a:moveTo>
                  <a:pt x="129" y="1"/>
                </a:moveTo>
                <a:cubicBezTo>
                  <a:pt x="96" y="1"/>
                  <a:pt x="57" y="24"/>
                  <a:pt x="33" y="47"/>
                </a:cubicBezTo>
                <a:cubicBezTo>
                  <a:pt x="1" y="113"/>
                  <a:pt x="33" y="146"/>
                  <a:pt x="66" y="179"/>
                </a:cubicBezTo>
                <a:cubicBezTo>
                  <a:pt x="263" y="310"/>
                  <a:pt x="461" y="409"/>
                  <a:pt x="724" y="474"/>
                </a:cubicBezTo>
                <a:cubicBezTo>
                  <a:pt x="740" y="483"/>
                  <a:pt x="755" y="486"/>
                  <a:pt x="769" y="486"/>
                </a:cubicBezTo>
                <a:cubicBezTo>
                  <a:pt x="868" y="486"/>
                  <a:pt x="900" y="306"/>
                  <a:pt x="756" y="277"/>
                </a:cubicBezTo>
                <a:lnTo>
                  <a:pt x="592" y="244"/>
                </a:lnTo>
                <a:lnTo>
                  <a:pt x="461" y="179"/>
                </a:lnTo>
                <a:cubicBezTo>
                  <a:pt x="362" y="146"/>
                  <a:pt x="263" y="80"/>
                  <a:pt x="165" y="14"/>
                </a:cubicBezTo>
                <a:cubicBezTo>
                  <a:pt x="155" y="5"/>
                  <a:pt x="143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6" name="Google Shape;1850;p11"/>
          <p:cNvSpPr/>
          <p:nvPr/>
        </p:nvSpPr>
        <p:spPr>
          <a:xfrm>
            <a:off x="8175960" y="3674520"/>
            <a:ext cx="15120" cy="6120"/>
          </a:xfrm>
          <a:custGeom>
            <a:avLst/>
            <a:gdLst>
              <a:gd name="textAreaLeft" fmla="*/ 0 w 15120"/>
              <a:gd name="textAreaRight" fmla="*/ 15480 w 15120"/>
              <a:gd name="textAreaTop" fmla="*/ 0 h 6120"/>
              <a:gd name="textAreaBottom" fmla="*/ 6480 h 6120"/>
            </a:gdLst>
            <a:ahLst/>
            <a:cxnLst/>
            <a:rect l="textAreaLeft" t="textAreaTop" r="textAreaRight" b="textAreaBottom"/>
            <a:pathLst>
              <a:path w="724" h="310">
                <a:moveTo>
                  <a:pt x="129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33" y="145"/>
                  <a:pt x="66" y="178"/>
                </a:cubicBezTo>
                <a:lnTo>
                  <a:pt x="66" y="145"/>
                </a:lnTo>
                <a:cubicBezTo>
                  <a:pt x="197" y="277"/>
                  <a:pt x="394" y="310"/>
                  <a:pt x="592" y="310"/>
                </a:cubicBezTo>
                <a:cubicBezTo>
                  <a:pt x="723" y="310"/>
                  <a:pt x="723" y="113"/>
                  <a:pt x="592" y="113"/>
                </a:cubicBezTo>
                <a:lnTo>
                  <a:pt x="362" y="113"/>
                </a:lnTo>
                <a:lnTo>
                  <a:pt x="329" y="80"/>
                </a:lnTo>
                <a:lnTo>
                  <a:pt x="296" y="80"/>
                </a:lnTo>
                <a:cubicBezTo>
                  <a:pt x="230" y="47"/>
                  <a:pt x="197" y="47"/>
                  <a:pt x="164" y="14"/>
                </a:cubicBezTo>
                <a:cubicBezTo>
                  <a:pt x="155" y="4"/>
                  <a:pt x="142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7" name="Google Shape;1851;p11"/>
          <p:cNvSpPr/>
          <p:nvPr/>
        </p:nvSpPr>
        <p:spPr>
          <a:xfrm>
            <a:off x="8168400" y="3639240"/>
            <a:ext cx="19080" cy="8280"/>
          </a:xfrm>
          <a:custGeom>
            <a:avLst/>
            <a:gdLst>
              <a:gd name="textAreaLeft" fmla="*/ 0 w 19080"/>
              <a:gd name="textAreaRight" fmla="*/ 19440 w 1908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921" h="408">
                <a:moveTo>
                  <a:pt x="132" y="0"/>
                </a:moveTo>
                <a:cubicBezTo>
                  <a:pt x="99" y="0"/>
                  <a:pt x="34" y="0"/>
                  <a:pt x="34" y="66"/>
                </a:cubicBezTo>
                <a:cubicBezTo>
                  <a:pt x="1" y="132"/>
                  <a:pt x="34" y="164"/>
                  <a:pt x="99" y="197"/>
                </a:cubicBezTo>
                <a:lnTo>
                  <a:pt x="789" y="394"/>
                </a:lnTo>
                <a:cubicBezTo>
                  <a:pt x="798" y="403"/>
                  <a:pt x="809" y="407"/>
                  <a:pt x="822" y="407"/>
                </a:cubicBezTo>
                <a:cubicBezTo>
                  <a:pt x="855" y="407"/>
                  <a:pt x="897" y="377"/>
                  <a:pt x="921" y="329"/>
                </a:cubicBezTo>
                <a:cubicBezTo>
                  <a:pt x="921" y="263"/>
                  <a:pt x="888" y="230"/>
                  <a:pt x="822" y="197"/>
                </a:cubicBezTo>
                <a:lnTo>
                  <a:pt x="132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8" name="Google Shape;1852;p11"/>
          <p:cNvSpPr/>
          <p:nvPr/>
        </p:nvSpPr>
        <p:spPr>
          <a:xfrm>
            <a:off x="8178840" y="3619800"/>
            <a:ext cx="21240" cy="7200"/>
          </a:xfrm>
          <a:custGeom>
            <a:avLst/>
            <a:gdLst>
              <a:gd name="textAreaLeft" fmla="*/ 0 w 21240"/>
              <a:gd name="textAreaRight" fmla="*/ 21600 w 21240"/>
              <a:gd name="textAreaTop" fmla="*/ 0 h 7200"/>
              <a:gd name="textAreaBottom" fmla="*/ 7560 h 7200"/>
            </a:gdLst>
            <a:ahLst/>
            <a:cxnLst/>
            <a:rect l="textAreaLeft" t="textAreaTop" r="textAreaRight" b="textAreaBottom"/>
            <a:pathLst>
              <a:path w="1020" h="362">
                <a:moveTo>
                  <a:pt x="132" y="0"/>
                </a:moveTo>
                <a:cubicBezTo>
                  <a:pt x="66" y="0"/>
                  <a:pt x="33" y="33"/>
                  <a:pt x="1" y="66"/>
                </a:cubicBezTo>
                <a:cubicBezTo>
                  <a:pt x="1" y="132"/>
                  <a:pt x="33" y="197"/>
                  <a:pt x="66" y="197"/>
                </a:cubicBezTo>
                <a:cubicBezTo>
                  <a:pt x="362" y="329"/>
                  <a:pt x="625" y="362"/>
                  <a:pt x="921" y="362"/>
                </a:cubicBezTo>
                <a:cubicBezTo>
                  <a:pt x="986" y="362"/>
                  <a:pt x="1019" y="296"/>
                  <a:pt x="1019" y="263"/>
                </a:cubicBezTo>
                <a:cubicBezTo>
                  <a:pt x="1019" y="197"/>
                  <a:pt x="986" y="132"/>
                  <a:pt x="921" y="132"/>
                </a:cubicBezTo>
                <a:cubicBezTo>
                  <a:pt x="859" y="139"/>
                  <a:pt x="797" y="143"/>
                  <a:pt x="735" y="143"/>
                </a:cubicBezTo>
                <a:cubicBezTo>
                  <a:pt x="534" y="143"/>
                  <a:pt x="333" y="10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9" name="Google Shape;1853;p11"/>
          <p:cNvSpPr/>
          <p:nvPr/>
        </p:nvSpPr>
        <p:spPr>
          <a:xfrm>
            <a:off x="8178120" y="3576960"/>
            <a:ext cx="17640" cy="9360"/>
          </a:xfrm>
          <a:custGeom>
            <a:avLst/>
            <a:gdLst>
              <a:gd name="textAreaLeft" fmla="*/ 0 w 17640"/>
              <a:gd name="textAreaRight" fmla="*/ 18000 w 17640"/>
              <a:gd name="textAreaTop" fmla="*/ 0 h 9360"/>
              <a:gd name="textAreaBottom" fmla="*/ 9720 h 9360"/>
            </a:gdLst>
            <a:ahLst/>
            <a:cxnLst/>
            <a:rect l="textAreaLeft" t="textAreaTop" r="textAreaRight" b="textAreaBottom"/>
            <a:pathLst>
              <a:path w="856" h="462">
                <a:moveTo>
                  <a:pt x="119" y="0"/>
                </a:moveTo>
                <a:cubicBezTo>
                  <a:pt x="83" y="0"/>
                  <a:pt x="53" y="16"/>
                  <a:pt x="34" y="54"/>
                </a:cubicBezTo>
                <a:cubicBezTo>
                  <a:pt x="1" y="87"/>
                  <a:pt x="34" y="153"/>
                  <a:pt x="66" y="186"/>
                </a:cubicBezTo>
                <a:cubicBezTo>
                  <a:pt x="264" y="317"/>
                  <a:pt x="494" y="416"/>
                  <a:pt x="724" y="449"/>
                </a:cubicBezTo>
                <a:cubicBezTo>
                  <a:pt x="741" y="458"/>
                  <a:pt x="759" y="462"/>
                  <a:pt x="775" y="462"/>
                </a:cubicBezTo>
                <a:cubicBezTo>
                  <a:pt x="820" y="462"/>
                  <a:pt x="855" y="431"/>
                  <a:pt x="855" y="383"/>
                </a:cubicBezTo>
                <a:cubicBezTo>
                  <a:pt x="855" y="317"/>
                  <a:pt x="822" y="284"/>
                  <a:pt x="789" y="252"/>
                </a:cubicBezTo>
                <a:cubicBezTo>
                  <a:pt x="559" y="219"/>
                  <a:pt x="362" y="153"/>
                  <a:pt x="198" y="22"/>
                </a:cubicBezTo>
                <a:cubicBezTo>
                  <a:pt x="171" y="8"/>
                  <a:pt x="143" y="0"/>
                  <a:pt x="11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0" name="Google Shape;1854;p11"/>
          <p:cNvSpPr/>
          <p:nvPr/>
        </p:nvSpPr>
        <p:spPr>
          <a:xfrm>
            <a:off x="8173800" y="3544920"/>
            <a:ext cx="15120" cy="8280"/>
          </a:xfrm>
          <a:custGeom>
            <a:avLst/>
            <a:gdLst>
              <a:gd name="textAreaLeft" fmla="*/ 0 w 15120"/>
              <a:gd name="textAreaRight" fmla="*/ 15480 w 1512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724" h="408">
                <a:moveTo>
                  <a:pt x="113" y="0"/>
                </a:moveTo>
                <a:cubicBezTo>
                  <a:pt x="69" y="0"/>
                  <a:pt x="33" y="31"/>
                  <a:pt x="33" y="79"/>
                </a:cubicBezTo>
                <a:cubicBezTo>
                  <a:pt x="1" y="112"/>
                  <a:pt x="33" y="177"/>
                  <a:pt x="99" y="210"/>
                </a:cubicBezTo>
                <a:lnTo>
                  <a:pt x="592" y="407"/>
                </a:lnTo>
                <a:cubicBezTo>
                  <a:pt x="625" y="407"/>
                  <a:pt x="691" y="374"/>
                  <a:pt x="723" y="342"/>
                </a:cubicBezTo>
                <a:cubicBezTo>
                  <a:pt x="723" y="276"/>
                  <a:pt x="691" y="210"/>
                  <a:pt x="625" y="210"/>
                </a:cubicBezTo>
                <a:lnTo>
                  <a:pt x="165" y="13"/>
                </a:lnTo>
                <a:cubicBezTo>
                  <a:pt x="147" y="4"/>
                  <a:pt x="130" y="0"/>
                  <a:pt x="11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1" name="Google Shape;1855;p11"/>
          <p:cNvSpPr/>
          <p:nvPr/>
        </p:nvSpPr>
        <p:spPr>
          <a:xfrm>
            <a:off x="8162640" y="3511800"/>
            <a:ext cx="16920" cy="9720"/>
          </a:xfrm>
          <a:custGeom>
            <a:avLst/>
            <a:gdLst>
              <a:gd name="textAreaLeft" fmla="*/ 0 w 16920"/>
              <a:gd name="textAreaRight" fmla="*/ 17280 w 1692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823" h="474">
                <a:moveTo>
                  <a:pt x="81" y="1"/>
                </a:moveTo>
                <a:cubicBezTo>
                  <a:pt x="36" y="1"/>
                  <a:pt x="1" y="31"/>
                  <a:pt x="1" y="79"/>
                </a:cubicBezTo>
                <a:cubicBezTo>
                  <a:pt x="1" y="145"/>
                  <a:pt x="34" y="178"/>
                  <a:pt x="67" y="211"/>
                </a:cubicBezTo>
                <a:lnTo>
                  <a:pt x="691" y="474"/>
                </a:lnTo>
                <a:cubicBezTo>
                  <a:pt x="757" y="474"/>
                  <a:pt x="822" y="441"/>
                  <a:pt x="822" y="375"/>
                </a:cubicBezTo>
                <a:cubicBezTo>
                  <a:pt x="822" y="342"/>
                  <a:pt x="822" y="277"/>
                  <a:pt x="757" y="277"/>
                </a:cubicBezTo>
                <a:lnTo>
                  <a:pt x="132" y="14"/>
                </a:lnTo>
                <a:cubicBezTo>
                  <a:pt x="115" y="5"/>
                  <a:pt x="97" y="1"/>
                  <a:pt x="8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2" name="Google Shape;1856;p11"/>
          <p:cNvSpPr/>
          <p:nvPr/>
        </p:nvSpPr>
        <p:spPr>
          <a:xfrm>
            <a:off x="7537680" y="3313080"/>
            <a:ext cx="41760" cy="15120"/>
          </a:xfrm>
          <a:custGeom>
            <a:avLst/>
            <a:gdLst>
              <a:gd name="textAreaLeft" fmla="*/ 0 w 41760"/>
              <a:gd name="textAreaRight" fmla="*/ 42120 w 4176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988" h="731">
                <a:moveTo>
                  <a:pt x="126" y="0"/>
                </a:moveTo>
                <a:cubicBezTo>
                  <a:pt x="19" y="0"/>
                  <a:pt x="1" y="171"/>
                  <a:pt x="122" y="201"/>
                </a:cubicBezTo>
                <a:lnTo>
                  <a:pt x="1831" y="727"/>
                </a:lnTo>
                <a:cubicBezTo>
                  <a:pt x="1841" y="729"/>
                  <a:pt x="1850" y="730"/>
                  <a:pt x="1859" y="730"/>
                </a:cubicBezTo>
                <a:cubicBezTo>
                  <a:pt x="1966" y="730"/>
                  <a:pt x="1987" y="560"/>
                  <a:pt x="1896" y="529"/>
                </a:cubicBezTo>
                <a:lnTo>
                  <a:pt x="155" y="4"/>
                </a:lnTo>
                <a:cubicBezTo>
                  <a:pt x="145" y="1"/>
                  <a:pt x="135" y="0"/>
                  <a:pt x="12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3" name="Google Shape;1857;p11"/>
          <p:cNvSpPr/>
          <p:nvPr/>
        </p:nvSpPr>
        <p:spPr>
          <a:xfrm>
            <a:off x="7550280" y="3303000"/>
            <a:ext cx="39600" cy="16560"/>
          </a:xfrm>
          <a:custGeom>
            <a:avLst/>
            <a:gdLst>
              <a:gd name="textAreaLeft" fmla="*/ 0 w 39600"/>
              <a:gd name="textAreaRight" fmla="*/ 39960 w 3960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880" h="807">
                <a:moveTo>
                  <a:pt x="128" y="0"/>
                </a:moveTo>
                <a:cubicBezTo>
                  <a:pt x="33" y="0"/>
                  <a:pt x="1" y="150"/>
                  <a:pt x="113" y="178"/>
                </a:cubicBezTo>
                <a:cubicBezTo>
                  <a:pt x="639" y="375"/>
                  <a:pt x="1165" y="572"/>
                  <a:pt x="1658" y="802"/>
                </a:cubicBezTo>
                <a:cubicBezTo>
                  <a:pt x="1670" y="805"/>
                  <a:pt x="1681" y="807"/>
                  <a:pt x="1692" y="807"/>
                </a:cubicBezTo>
                <a:cubicBezTo>
                  <a:pt x="1805" y="807"/>
                  <a:pt x="1879" y="665"/>
                  <a:pt x="1789" y="605"/>
                </a:cubicBezTo>
                <a:cubicBezTo>
                  <a:pt x="1264" y="375"/>
                  <a:pt x="705" y="178"/>
                  <a:pt x="179" y="14"/>
                </a:cubicBezTo>
                <a:cubicBezTo>
                  <a:pt x="161" y="4"/>
                  <a:pt x="143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4" name="Google Shape;1858;p11"/>
          <p:cNvSpPr/>
          <p:nvPr/>
        </p:nvSpPr>
        <p:spPr>
          <a:xfrm>
            <a:off x="7579440" y="3302280"/>
            <a:ext cx="25920" cy="14760"/>
          </a:xfrm>
          <a:custGeom>
            <a:avLst/>
            <a:gdLst>
              <a:gd name="textAreaLeft" fmla="*/ 0 w 25920"/>
              <a:gd name="textAreaRight" fmla="*/ 26280 w 2592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245" h="722">
                <a:moveTo>
                  <a:pt x="123" y="1"/>
                </a:moveTo>
                <a:cubicBezTo>
                  <a:pt x="33" y="1"/>
                  <a:pt x="0" y="125"/>
                  <a:pt x="83" y="180"/>
                </a:cubicBezTo>
                <a:lnTo>
                  <a:pt x="1036" y="706"/>
                </a:lnTo>
                <a:cubicBezTo>
                  <a:pt x="1057" y="716"/>
                  <a:pt x="1077" y="721"/>
                  <a:pt x="1096" y="721"/>
                </a:cubicBezTo>
                <a:cubicBezTo>
                  <a:pt x="1193" y="721"/>
                  <a:pt x="1244" y="597"/>
                  <a:pt x="1134" y="542"/>
                </a:cubicBezTo>
                <a:lnTo>
                  <a:pt x="181" y="16"/>
                </a:lnTo>
                <a:cubicBezTo>
                  <a:pt x="160" y="5"/>
                  <a:pt x="141" y="1"/>
                  <a:pt x="1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5" name="Google Shape;1859;p11"/>
          <p:cNvSpPr/>
          <p:nvPr/>
        </p:nvSpPr>
        <p:spPr>
          <a:xfrm>
            <a:off x="7579440" y="3290040"/>
            <a:ext cx="40680" cy="18000"/>
          </a:xfrm>
          <a:custGeom>
            <a:avLst/>
            <a:gdLst>
              <a:gd name="textAreaLeft" fmla="*/ 0 w 40680"/>
              <a:gd name="textAreaRight" fmla="*/ 41040 w 4068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946" h="874">
                <a:moveTo>
                  <a:pt x="158" y="1"/>
                </a:moveTo>
                <a:cubicBezTo>
                  <a:pt x="47" y="1"/>
                  <a:pt x="0" y="171"/>
                  <a:pt x="122" y="201"/>
                </a:cubicBezTo>
                <a:cubicBezTo>
                  <a:pt x="680" y="300"/>
                  <a:pt x="1239" y="530"/>
                  <a:pt x="1732" y="859"/>
                </a:cubicBezTo>
                <a:cubicBezTo>
                  <a:pt x="1753" y="869"/>
                  <a:pt x="1773" y="874"/>
                  <a:pt x="1792" y="874"/>
                </a:cubicBezTo>
                <a:cubicBezTo>
                  <a:pt x="1890" y="874"/>
                  <a:pt x="1946" y="749"/>
                  <a:pt x="1863" y="694"/>
                </a:cubicBezTo>
                <a:cubicBezTo>
                  <a:pt x="1337" y="366"/>
                  <a:pt x="779" y="136"/>
                  <a:pt x="187" y="4"/>
                </a:cubicBezTo>
                <a:cubicBezTo>
                  <a:pt x="177" y="2"/>
                  <a:pt x="168" y="1"/>
                  <a:pt x="15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6" name="Google Shape;1860;p11"/>
          <p:cNvSpPr/>
          <p:nvPr/>
        </p:nvSpPr>
        <p:spPr>
          <a:xfrm>
            <a:off x="7512840" y="4720320"/>
            <a:ext cx="18000" cy="7560"/>
          </a:xfrm>
          <a:custGeom>
            <a:avLst/>
            <a:gdLst>
              <a:gd name="textAreaLeft" fmla="*/ 0 w 18000"/>
              <a:gd name="textAreaRight" fmla="*/ 18360 w 18000"/>
              <a:gd name="textAreaTop" fmla="*/ 0 h 7560"/>
              <a:gd name="textAreaBottom" fmla="*/ 7920 h 7560"/>
            </a:gdLst>
            <a:ahLst/>
            <a:cxnLst/>
            <a:rect l="textAreaLeft" t="textAreaTop" r="textAreaRight" b="textAreaBottom"/>
            <a:pathLst>
              <a:path w="867" h="378">
                <a:moveTo>
                  <a:pt x="149" y="1"/>
                </a:moveTo>
                <a:cubicBezTo>
                  <a:pt x="52" y="1"/>
                  <a:pt x="1" y="125"/>
                  <a:pt x="111" y="180"/>
                </a:cubicBezTo>
                <a:lnTo>
                  <a:pt x="111" y="147"/>
                </a:lnTo>
                <a:cubicBezTo>
                  <a:pt x="308" y="279"/>
                  <a:pt x="505" y="345"/>
                  <a:pt x="768" y="377"/>
                </a:cubicBezTo>
                <a:cubicBezTo>
                  <a:pt x="801" y="377"/>
                  <a:pt x="867" y="345"/>
                  <a:pt x="867" y="279"/>
                </a:cubicBezTo>
                <a:cubicBezTo>
                  <a:pt x="867" y="213"/>
                  <a:pt x="801" y="180"/>
                  <a:pt x="768" y="180"/>
                </a:cubicBezTo>
                <a:lnTo>
                  <a:pt x="604" y="180"/>
                </a:lnTo>
                <a:lnTo>
                  <a:pt x="472" y="147"/>
                </a:lnTo>
                <a:cubicBezTo>
                  <a:pt x="374" y="114"/>
                  <a:pt x="275" y="49"/>
                  <a:pt x="210" y="16"/>
                </a:cubicBezTo>
                <a:cubicBezTo>
                  <a:pt x="188" y="5"/>
                  <a:pt x="168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7" name="Google Shape;1861;p11"/>
          <p:cNvSpPr/>
          <p:nvPr/>
        </p:nvSpPr>
        <p:spPr>
          <a:xfrm>
            <a:off x="7512840" y="4707360"/>
            <a:ext cx="42120" cy="19440"/>
          </a:xfrm>
          <a:custGeom>
            <a:avLst/>
            <a:gdLst>
              <a:gd name="textAreaLeft" fmla="*/ 0 w 42120"/>
              <a:gd name="textAreaRight" fmla="*/ 42480 w 4212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2014" h="940">
                <a:moveTo>
                  <a:pt x="135" y="0"/>
                </a:moveTo>
                <a:cubicBezTo>
                  <a:pt x="56" y="0"/>
                  <a:pt x="0" y="125"/>
                  <a:pt x="83" y="180"/>
                </a:cubicBezTo>
                <a:lnTo>
                  <a:pt x="1825" y="936"/>
                </a:lnTo>
                <a:cubicBezTo>
                  <a:pt x="1834" y="939"/>
                  <a:pt x="1842" y="940"/>
                  <a:pt x="1851" y="940"/>
                </a:cubicBezTo>
                <a:cubicBezTo>
                  <a:pt x="1939" y="940"/>
                  <a:pt x="2013" y="798"/>
                  <a:pt x="1923" y="738"/>
                </a:cubicBezTo>
                <a:lnTo>
                  <a:pt x="182" y="16"/>
                </a:ln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8" name="Google Shape;1862;p11"/>
          <p:cNvSpPr/>
          <p:nvPr/>
        </p:nvSpPr>
        <p:spPr>
          <a:xfrm>
            <a:off x="7517160" y="4695480"/>
            <a:ext cx="38160" cy="18000"/>
          </a:xfrm>
          <a:custGeom>
            <a:avLst/>
            <a:gdLst>
              <a:gd name="textAreaLeft" fmla="*/ 0 w 38160"/>
              <a:gd name="textAreaRight" fmla="*/ 38520 w 3816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815" h="874">
                <a:moveTo>
                  <a:pt x="154" y="1"/>
                </a:moveTo>
                <a:cubicBezTo>
                  <a:pt x="57" y="1"/>
                  <a:pt x="1" y="125"/>
                  <a:pt x="83" y="180"/>
                </a:cubicBezTo>
                <a:cubicBezTo>
                  <a:pt x="609" y="443"/>
                  <a:pt x="1102" y="673"/>
                  <a:pt x="1628" y="870"/>
                </a:cubicBezTo>
                <a:cubicBezTo>
                  <a:pt x="1638" y="873"/>
                  <a:pt x="1647" y="874"/>
                  <a:pt x="1657" y="874"/>
                </a:cubicBezTo>
                <a:cubicBezTo>
                  <a:pt x="1768" y="874"/>
                  <a:pt x="1815" y="703"/>
                  <a:pt x="1693" y="673"/>
                </a:cubicBezTo>
                <a:cubicBezTo>
                  <a:pt x="1168" y="476"/>
                  <a:pt x="675" y="279"/>
                  <a:pt x="215" y="16"/>
                </a:cubicBezTo>
                <a:cubicBezTo>
                  <a:pt x="193" y="5"/>
                  <a:pt x="173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9" name="Google Shape;1863;p11"/>
          <p:cNvSpPr/>
          <p:nvPr/>
        </p:nvSpPr>
        <p:spPr>
          <a:xfrm>
            <a:off x="7550280" y="4707360"/>
            <a:ext cx="36360" cy="14040"/>
          </a:xfrm>
          <a:custGeom>
            <a:avLst/>
            <a:gdLst>
              <a:gd name="textAreaLeft" fmla="*/ 0 w 36360"/>
              <a:gd name="textAreaRight" fmla="*/ 36720 w 3636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727" h="673">
                <a:moveTo>
                  <a:pt x="135" y="0"/>
                </a:moveTo>
                <a:cubicBezTo>
                  <a:pt x="57" y="0"/>
                  <a:pt x="1" y="125"/>
                  <a:pt x="84" y="180"/>
                </a:cubicBezTo>
                <a:cubicBezTo>
                  <a:pt x="544" y="443"/>
                  <a:pt x="1069" y="607"/>
                  <a:pt x="1595" y="673"/>
                </a:cubicBezTo>
                <a:cubicBezTo>
                  <a:pt x="1727" y="673"/>
                  <a:pt x="1727" y="443"/>
                  <a:pt x="1595" y="443"/>
                </a:cubicBezTo>
                <a:cubicBezTo>
                  <a:pt x="1102" y="410"/>
                  <a:pt x="609" y="278"/>
                  <a:pt x="182" y="16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0" name="Google Shape;1864;p11"/>
          <p:cNvSpPr/>
          <p:nvPr/>
        </p:nvSpPr>
        <p:spPr>
          <a:xfrm>
            <a:off x="7535880" y="4692600"/>
            <a:ext cx="78120" cy="27000"/>
          </a:xfrm>
          <a:custGeom>
            <a:avLst/>
            <a:gdLst>
              <a:gd name="textAreaLeft" fmla="*/ 0 w 78120"/>
              <a:gd name="textAreaRight" fmla="*/ 78480 w 78120"/>
              <a:gd name="textAreaTop" fmla="*/ 0 h 27000"/>
              <a:gd name="textAreaBottom" fmla="*/ 27360 h 27000"/>
            </a:gdLst>
            <a:ahLst/>
            <a:cxnLst/>
            <a:rect l="textAreaLeft" t="textAreaTop" r="textAreaRight" b="textAreaBottom"/>
            <a:pathLst>
              <a:path w="3715" h="1301">
                <a:moveTo>
                  <a:pt x="149" y="0"/>
                </a:moveTo>
                <a:cubicBezTo>
                  <a:pt x="52" y="0"/>
                  <a:pt x="0" y="125"/>
                  <a:pt x="110" y="180"/>
                </a:cubicBezTo>
                <a:cubicBezTo>
                  <a:pt x="1195" y="706"/>
                  <a:pt x="2345" y="1067"/>
                  <a:pt x="3561" y="1297"/>
                </a:cubicBezTo>
                <a:cubicBezTo>
                  <a:pt x="3571" y="1300"/>
                  <a:pt x="3580" y="1301"/>
                  <a:pt x="3589" y="1301"/>
                </a:cubicBezTo>
                <a:cubicBezTo>
                  <a:pt x="3696" y="1301"/>
                  <a:pt x="3715" y="1130"/>
                  <a:pt x="3594" y="1100"/>
                </a:cubicBezTo>
                <a:cubicBezTo>
                  <a:pt x="2411" y="870"/>
                  <a:pt x="1293" y="508"/>
                  <a:pt x="209" y="15"/>
                </a:cubicBezTo>
                <a:cubicBezTo>
                  <a:pt x="188" y="5"/>
                  <a:pt x="167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1" name="Google Shape;1865;p11"/>
          <p:cNvSpPr/>
          <p:nvPr/>
        </p:nvSpPr>
        <p:spPr>
          <a:xfrm>
            <a:off x="7515720" y="4674600"/>
            <a:ext cx="82440" cy="32040"/>
          </a:xfrm>
          <a:custGeom>
            <a:avLst/>
            <a:gdLst>
              <a:gd name="textAreaLeft" fmla="*/ 0 w 82440"/>
              <a:gd name="textAreaRight" fmla="*/ 82800 w 82440"/>
              <a:gd name="textAreaTop" fmla="*/ 0 h 32040"/>
              <a:gd name="textAreaBottom" fmla="*/ 32400 h 32040"/>
            </a:gdLst>
            <a:ahLst/>
            <a:cxnLst/>
            <a:rect l="textAreaLeft" t="textAreaTop" r="textAreaRight" b="textAreaBottom"/>
            <a:pathLst>
              <a:path w="3916" h="1530">
                <a:moveTo>
                  <a:pt x="159" y="1"/>
                </a:moveTo>
                <a:cubicBezTo>
                  <a:pt x="57" y="1"/>
                  <a:pt x="1" y="150"/>
                  <a:pt x="113" y="178"/>
                </a:cubicBezTo>
                <a:cubicBezTo>
                  <a:pt x="1296" y="704"/>
                  <a:pt x="2512" y="1164"/>
                  <a:pt x="3761" y="1526"/>
                </a:cubicBezTo>
                <a:cubicBezTo>
                  <a:pt x="3771" y="1528"/>
                  <a:pt x="3780" y="1529"/>
                  <a:pt x="3789" y="1529"/>
                </a:cubicBezTo>
                <a:cubicBezTo>
                  <a:pt x="3896" y="1529"/>
                  <a:pt x="3915" y="1359"/>
                  <a:pt x="3794" y="1329"/>
                </a:cubicBezTo>
                <a:cubicBezTo>
                  <a:pt x="2578" y="967"/>
                  <a:pt x="1362" y="540"/>
                  <a:pt x="212" y="14"/>
                </a:cubicBezTo>
                <a:cubicBezTo>
                  <a:pt x="193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2" name="Google Shape;1866;p11"/>
          <p:cNvSpPr/>
          <p:nvPr/>
        </p:nvSpPr>
        <p:spPr>
          <a:xfrm>
            <a:off x="7521840" y="4658040"/>
            <a:ext cx="80640" cy="31320"/>
          </a:xfrm>
          <a:custGeom>
            <a:avLst/>
            <a:gdLst>
              <a:gd name="textAreaLeft" fmla="*/ 0 w 80640"/>
              <a:gd name="textAreaRight" fmla="*/ 81000 w 8064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3822" h="1497">
                <a:moveTo>
                  <a:pt x="159" y="1"/>
                </a:moveTo>
                <a:cubicBezTo>
                  <a:pt x="48" y="1"/>
                  <a:pt x="1" y="171"/>
                  <a:pt x="122" y="202"/>
                </a:cubicBezTo>
                <a:lnTo>
                  <a:pt x="3671" y="1483"/>
                </a:lnTo>
                <a:cubicBezTo>
                  <a:pt x="3689" y="1492"/>
                  <a:pt x="3706" y="1496"/>
                  <a:pt x="3720" y="1496"/>
                </a:cubicBezTo>
                <a:cubicBezTo>
                  <a:pt x="3809" y="1496"/>
                  <a:pt x="3822" y="1343"/>
                  <a:pt x="3737" y="1286"/>
                </a:cubicBezTo>
                <a:lnTo>
                  <a:pt x="188" y="4"/>
                </a:lnTo>
                <a:cubicBezTo>
                  <a:pt x="178" y="2"/>
                  <a:pt x="168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3" name="Google Shape;1867;p11"/>
          <p:cNvSpPr/>
          <p:nvPr/>
        </p:nvSpPr>
        <p:spPr>
          <a:xfrm>
            <a:off x="7524720" y="4646160"/>
            <a:ext cx="72720" cy="27000"/>
          </a:xfrm>
          <a:custGeom>
            <a:avLst/>
            <a:gdLst>
              <a:gd name="textAreaLeft" fmla="*/ 0 w 72720"/>
              <a:gd name="textAreaRight" fmla="*/ 73080 w 72720"/>
              <a:gd name="textAreaTop" fmla="*/ 0 h 27000"/>
              <a:gd name="textAreaBottom" fmla="*/ 27360 h 27000"/>
            </a:gdLst>
            <a:ahLst/>
            <a:cxnLst/>
            <a:rect l="textAreaLeft" t="textAreaTop" r="textAreaRight" b="textAreaBottom"/>
            <a:pathLst>
              <a:path w="3457" h="1300">
                <a:moveTo>
                  <a:pt x="108" y="1"/>
                </a:moveTo>
                <a:cubicBezTo>
                  <a:pt x="33" y="1"/>
                  <a:pt x="1" y="154"/>
                  <a:pt x="114" y="211"/>
                </a:cubicBezTo>
                <a:cubicBezTo>
                  <a:pt x="1165" y="605"/>
                  <a:pt x="2217" y="1000"/>
                  <a:pt x="3334" y="1295"/>
                </a:cubicBezTo>
                <a:cubicBezTo>
                  <a:pt x="3343" y="1298"/>
                  <a:pt x="3351" y="1300"/>
                  <a:pt x="3359" y="1300"/>
                </a:cubicBezTo>
                <a:cubicBezTo>
                  <a:pt x="3437" y="1300"/>
                  <a:pt x="3457" y="1158"/>
                  <a:pt x="3367" y="1098"/>
                </a:cubicBezTo>
                <a:cubicBezTo>
                  <a:pt x="2282" y="770"/>
                  <a:pt x="1198" y="408"/>
                  <a:pt x="146" y="14"/>
                </a:cubicBezTo>
                <a:cubicBezTo>
                  <a:pt x="133" y="5"/>
                  <a:pt x="120" y="1"/>
                  <a:pt x="1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4" name="Google Shape;1868;p11"/>
          <p:cNvSpPr/>
          <p:nvPr/>
        </p:nvSpPr>
        <p:spPr>
          <a:xfrm>
            <a:off x="7523280" y="4635000"/>
            <a:ext cx="59040" cy="23400"/>
          </a:xfrm>
          <a:custGeom>
            <a:avLst/>
            <a:gdLst>
              <a:gd name="textAreaLeft" fmla="*/ 0 w 59040"/>
              <a:gd name="textAreaRight" fmla="*/ 59400 w 5904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2809" h="1126">
                <a:moveTo>
                  <a:pt x="159" y="0"/>
                </a:moveTo>
                <a:cubicBezTo>
                  <a:pt x="47" y="0"/>
                  <a:pt x="0" y="171"/>
                  <a:pt x="122" y="201"/>
                </a:cubicBezTo>
                <a:lnTo>
                  <a:pt x="2652" y="1121"/>
                </a:lnTo>
                <a:cubicBezTo>
                  <a:pt x="2662" y="1124"/>
                  <a:pt x="2672" y="1125"/>
                  <a:pt x="2681" y="1125"/>
                </a:cubicBezTo>
                <a:cubicBezTo>
                  <a:pt x="2788" y="1125"/>
                  <a:pt x="2809" y="955"/>
                  <a:pt x="2718" y="924"/>
                </a:cubicBezTo>
                <a:lnTo>
                  <a:pt x="188" y="4"/>
                </a:lnTo>
                <a:cubicBezTo>
                  <a:pt x="178" y="2"/>
                  <a:pt x="168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5" name="Google Shape;1869;p11"/>
          <p:cNvSpPr/>
          <p:nvPr/>
        </p:nvSpPr>
        <p:spPr>
          <a:xfrm>
            <a:off x="7527600" y="4624560"/>
            <a:ext cx="53280" cy="19440"/>
          </a:xfrm>
          <a:custGeom>
            <a:avLst/>
            <a:gdLst>
              <a:gd name="textAreaLeft" fmla="*/ 0 w 53280"/>
              <a:gd name="textAreaRight" fmla="*/ 53640 w 5328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2536" h="938">
                <a:moveTo>
                  <a:pt x="108" y="1"/>
                </a:moveTo>
                <a:cubicBezTo>
                  <a:pt x="34" y="1"/>
                  <a:pt x="1" y="155"/>
                  <a:pt x="114" y="211"/>
                </a:cubicBezTo>
                <a:cubicBezTo>
                  <a:pt x="837" y="507"/>
                  <a:pt x="1593" y="737"/>
                  <a:pt x="2381" y="934"/>
                </a:cubicBezTo>
                <a:cubicBezTo>
                  <a:pt x="2391" y="937"/>
                  <a:pt x="2401" y="938"/>
                  <a:pt x="2410" y="938"/>
                </a:cubicBezTo>
                <a:cubicBezTo>
                  <a:pt x="2517" y="938"/>
                  <a:pt x="2536" y="767"/>
                  <a:pt x="2414" y="737"/>
                </a:cubicBezTo>
                <a:cubicBezTo>
                  <a:pt x="1658" y="540"/>
                  <a:pt x="903" y="310"/>
                  <a:pt x="147" y="14"/>
                </a:cubicBezTo>
                <a:cubicBezTo>
                  <a:pt x="133" y="5"/>
                  <a:pt x="120" y="1"/>
                  <a:pt x="1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6" name="Google Shape;1870;p11"/>
          <p:cNvSpPr/>
          <p:nvPr/>
        </p:nvSpPr>
        <p:spPr>
          <a:xfrm>
            <a:off x="7521840" y="4605120"/>
            <a:ext cx="55080" cy="20160"/>
          </a:xfrm>
          <a:custGeom>
            <a:avLst/>
            <a:gdLst>
              <a:gd name="textAreaLeft" fmla="*/ 0 w 55080"/>
              <a:gd name="textAreaRight" fmla="*/ 55440 w 5508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2612" h="961">
                <a:moveTo>
                  <a:pt x="159" y="0"/>
                </a:moveTo>
                <a:cubicBezTo>
                  <a:pt x="48" y="0"/>
                  <a:pt x="1" y="171"/>
                  <a:pt x="122" y="201"/>
                </a:cubicBezTo>
                <a:lnTo>
                  <a:pt x="2455" y="957"/>
                </a:lnTo>
                <a:cubicBezTo>
                  <a:pt x="2465" y="960"/>
                  <a:pt x="2475" y="961"/>
                  <a:pt x="2484" y="961"/>
                </a:cubicBezTo>
                <a:cubicBezTo>
                  <a:pt x="2591" y="961"/>
                  <a:pt x="2612" y="790"/>
                  <a:pt x="2521" y="760"/>
                </a:cubicBezTo>
                <a:lnTo>
                  <a:pt x="188" y="4"/>
                </a:lnTo>
                <a:cubicBezTo>
                  <a:pt x="178" y="2"/>
                  <a:pt x="168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7" name="Google Shape;1871;p11"/>
          <p:cNvSpPr/>
          <p:nvPr/>
        </p:nvSpPr>
        <p:spPr>
          <a:xfrm>
            <a:off x="7521840" y="4583520"/>
            <a:ext cx="43560" cy="21960"/>
          </a:xfrm>
          <a:custGeom>
            <a:avLst/>
            <a:gdLst>
              <a:gd name="textAreaLeft" fmla="*/ 0 w 43560"/>
              <a:gd name="textAreaRight" fmla="*/ 43920 w 4356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2070" h="1048">
                <a:moveTo>
                  <a:pt x="135" y="0"/>
                </a:moveTo>
                <a:cubicBezTo>
                  <a:pt x="57" y="0"/>
                  <a:pt x="1" y="125"/>
                  <a:pt x="83" y="180"/>
                </a:cubicBezTo>
                <a:lnTo>
                  <a:pt x="1858" y="1034"/>
                </a:lnTo>
                <a:cubicBezTo>
                  <a:pt x="1876" y="1043"/>
                  <a:pt x="1894" y="1047"/>
                  <a:pt x="1911" y="1047"/>
                </a:cubicBezTo>
                <a:cubicBezTo>
                  <a:pt x="2012" y="1047"/>
                  <a:pt x="2069" y="898"/>
                  <a:pt x="1956" y="870"/>
                </a:cubicBezTo>
                <a:lnTo>
                  <a:pt x="182" y="15"/>
                </a:ln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8" name="Google Shape;1872;p11"/>
          <p:cNvSpPr/>
          <p:nvPr/>
        </p:nvSpPr>
        <p:spPr>
          <a:xfrm>
            <a:off x="7514280" y="4556160"/>
            <a:ext cx="53280" cy="28800"/>
          </a:xfrm>
          <a:custGeom>
            <a:avLst/>
            <a:gdLst>
              <a:gd name="textAreaLeft" fmla="*/ 0 w 53280"/>
              <a:gd name="textAreaRight" fmla="*/ 53640 w 5328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2531" h="1379">
                <a:moveTo>
                  <a:pt x="134" y="1"/>
                </a:moveTo>
                <a:cubicBezTo>
                  <a:pt x="44" y="1"/>
                  <a:pt x="1" y="139"/>
                  <a:pt x="107" y="192"/>
                </a:cubicBezTo>
                <a:cubicBezTo>
                  <a:pt x="797" y="685"/>
                  <a:pt x="1553" y="1079"/>
                  <a:pt x="2374" y="1375"/>
                </a:cubicBezTo>
                <a:cubicBezTo>
                  <a:pt x="2384" y="1378"/>
                  <a:pt x="2394" y="1379"/>
                  <a:pt x="2402" y="1379"/>
                </a:cubicBezTo>
                <a:cubicBezTo>
                  <a:pt x="2510" y="1379"/>
                  <a:pt x="2531" y="1208"/>
                  <a:pt x="2440" y="1178"/>
                </a:cubicBezTo>
                <a:cubicBezTo>
                  <a:pt x="1618" y="882"/>
                  <a:pt x="862" y="521"/>
                  <a:pt x="205" y="28"/>
                </a:cubicBezTo>
                <a:cubicBezTo>
                  <a:pt x="180" y="9"/>
                  <a:pt x="156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09" name="Google Shape;1873;p11"/>
          <p:cNvSpPr/>
          <p:nvPr/>
        </p:nvSpPr>
        <p:spPr>
          <a:xfrm>
            <a:off x="7513560" y="4544640"/>
            <a:ext cx="52560" cy="28080"/>
          </a:xfrm>
          <a:custGeom>
            <a:avLst/>
            <a:gdLst>
              <a:gd name="textAreaLeft" fmla="*/ 0 w 52560"/>
              <a:gd name="textAreaRight" fmla="*/ 52920 w 5256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501" h="1343">
                <a:moveTo>
                  <a:pt x="123" y="0"/>
                </a:moveTo>
                <a:cubicBezTo>
                  <a:pt x="33" y="0"/>
                  <a:pt x="0" y="124"/>
                  <a:pt x="83" y="180"/>
                </a:cubicBezTo>
                <a:cubicBezTo>
                  <a:pt x="806" y="607"/>
                  <a:pt x="1529" y="1001"/>
                  <a:pt x="2317" y="1330"/>
                </a:cubicBezTo>
                <a:cubicBezTo>
                  <a:pt x="2331" y="1339"/>
                  <a:pt x="2345" y="1343"/>
                  <a:pt x="2359" y="1343"/>
                </a:cubicBezTo>
                <a:cubicBezTo>
                  <a:pt x="2440" y="1343"/>
                  <a:pt x="2501" y="1194"/>
                  <a:pt x="2416" y="1165"/>
                </a:cubicBezTo>
                <a:cubicBezTo>
                  <a:pt x="1627" y="804"/>
                  <a:pt x="904" y="410"/>
                  <a:pt x="182" y="15"/>
                </a:cubicBezTo>
                <a:cubicBezTo>
                  <a:pt x="160" y="5"/>
                  <a:pt x="141" y="0"/>
                  <a:pt x="1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0" name="Google Shape;1874;p11"/>
          <p:cNvSpPr/>
          <p:nvPr/>
        </p:nvSpPr>
        <p:spPr>
          <a:xfrm>
            <a:off x="7507440" y="4531320"/>
            <a:ext cx="52920" cy="23040"/>
          </a:xfrm>
          <a:custGeom>
            <a:avLst/>
            <a:gdLst>
              <a:gd name="textAreaLeft" fmla="*/ 0 w 52920"/>
              <a:gd name="textAreaRight" fmla="*/ 53280 w 5292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2510" h="1101">
                <a:moveTo>
                  <a:pt x="149" y="1"/>
                </a:moveTo>
                <a:cubicBezTo>
                  <a:pt x="52" y="1"/>
                  <a:pt x="1" y="125"/>
                  <a:pt x="111" y="180"/>
                </a:cubicBezTo>
                <a:cubicBezTo>
                  <a:pt x="801" y="575"/>
                  <a:pt x="1557" y="870"/>
                  <a:pt x="2346" y="1100"/>
                </a:cubicBezTo>
                <a:cubicBezTo>
                  <a:pt x="2477" y="1100"/>
                  <a:pt x="2510" y="936"/>
                  <a:pt x="2411" y="903"/>
                </a:cubicBezTo>
                <a:cubicBezTo>
                  <a:pt x="1623" y="706"/>
                  <a:pt x="900" y="377"/>
                  <a:pt x="210" y="16"/>
                </a:cubicBezTo>
                <a:cubicBezTo>
                  <a:pt x="188" y="5"/>
                  <a:pt x="168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1" name="Google Shape;1875;p11"/>
          <p:cNvSpPr/>
          <p:nvPr/>
        </p:nvSpPr>
        <p:spPr>
          <a:xfrm>
            <a:off x="7497720" y="4506840"/>
            <a:ext cx="72000" cy="31680"/>
          </a:xfrm>
          <a:custGeom>
            <a:avLst/>
            <a:gdLst>
              <a:gd name="textAreaLeft" fmla="*/ 0 w 72000"/>
              <a:gd name="textAreaRight" fmla="*/ 72360 w 720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3415" h="1506">
                <a:moveTo>
                  <a:pt x="129" y="1"/>
                </a:moveTo>
                <a:cubicBezTo>
                  <a:pt x="34" y="1"/>
                  <a:pt x="1" y="154"/>
                  <a:pt x="114" y="211"/>
                </a:cubicBezTo>
                <a:cubicBezTo>
                  <a:pt x="1166" y="605"/>
                  <a:pt x="2184" y="1032"/>
                  <a:pt x="3203" y="1493"/>
                </a:cubicBezTo>
                <a:cubicBezTo>
                  <a:pt x="3221" y="1502"/>
                  <a:pt x="3239" y="1506"/>
                  <a:pt x="3256" y="1506"/>
                </a:cubicBezTo>
                <a:cubicBezTo>
                  <a:pt x="3357" y="1506"/>
                  <a:pt x="3415" y="1352"/>
                  <a:pt x="3301" y="1295"/>
                </a:cubicBezTo>
                <a:cubicBezTo>
                  <a:pt x="2283" y="835"/>
                  <a:pt x="1231" y="408"/>
                  <a:pt x="180" y="14"/>
                </a:cubicBezTo>
                <a:cubicBezTo>
                  <a:pt x="161" y="5"/>
                  <a:pt x="144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2" name="Google Shape;1876;p11"/>
          <p:cNvSpPr/>
          <p:nvPr/>
        </p:nvSpPr>
        <p:spPr>
          <a:xfrm>
            <a:off x="7498800" y="4491720"/>
            <a:ext cx="68760" cy="23400"/>
          </a:xfrm>
          <a:custGeom>
            <a:avLst/>
            <a:gdLst>
              <a:gd name="textAreaLeft" fmla="*/ 0 w 68760"/>
              <a:gd name="textAreaRight" fmla="*/ 69120 w 6876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3271" h="1130">
                <a:moveTo>
                  <a:pt x="104" y="0"/>
                </a:moveTo>
                <a:cubicBezTo>
                  <a:pt x="12" y="0"/>
                  <a:pt x="1" y="180"/>
                  <a:pt x="116" y="209"/>
                </a:cubicBezTo>
                <a:cubicBezTo>
                  <a:pt x="1102" y="538"/>
                  <a:pt x="2087" y="833"/>
                  <a:pt x="3106" y="1129"/>
                </a:cubicBezTo>
                <a:cubicBezTo>
                  <a:pt x="3237" y="1129"/>
                  <a:pt x="3270" y="965"/>
                  <a:pt x="3172" y="932"/>
                </a:cubicBezTo>
                <a:cubicBezTo>
                  <a:pt x="2153" y="669"/>
                  <a:pt x="1167" y="340"/>
                  <a:pt x="149" y="12"/>
                </a:cubicBezTo>
                <a:cubicBezTo>
                  <a:pt x="132" y="4"/>
                  <a:pt x="118" y="0"/>
                  <a:pt x="10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3" name="Google Shape;1877;p11"/>
          <p:cNvSpPr/>
          <p:nvPr/>
        </p:nvSpPr>
        <p:spPr>
          <a:xfrm>
            <a:off x="7492680" y="4498200"/>
            <a:ext cx="77040" cy="29880"/>
          </a:xfrm>
          <a:custGeom>
            <a:avLst/>
            <a:gdLst>
              <a:gd name="textAreaLeft" fmla="*/ 0 w 77040"/>
              <a:gd name="textAreaRight" fmla="*/ 77400 w 770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3653" h="1431">
                <a:moveTo>
                  <a:pt x="159" y="1"/>
                </a:moveTo>
                <a:cubicBezTo>
                  <a:pt x="47" y="1"/>
                  <a:pt x="1" y="171"/>
                  <a:pt x="122" y="202"/>
                </a:cubicBezTo>
                <a:lnTo>
                  <a:pt x="155" y="202"/>
                </a:lnTo>
                <a:cubicBezTo>
                  <a:pt x="1272" y="498"/>
                  <a:pt x="2389" y="892"/>
                  <a:pt x="3441" y="1418"/>
                </a:cubicBezTo>
                <a:cubicBezTo>
                  <a:pt x="3459" y="1427"/>
                  <a:pt x="3477" y="1431"/>
                  <a:pt x="3494" y="1431"/>
                </a:cubicBezTo>
                <a:cubicBezTo>
                  <a:pt x="3596" y="1431"/>
                  <a:pt x="3652" y="1282"/>
                  <a:pt x="3539" y="1253"/>
                </a:cubicBezTo>
                <a:cubicBezTo>
                  <a:pt x="2455" y="695"/>
                  <a:pt x="1338" y="300"/>
                  <a:pt x="188" y="5"/>
                </a:cubicBezTo>
                <a:cubicBezTo>
                  <a:pt x="178" y="2"/>
                  <a:pt x="168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4" name="Google Shape;1878;p11"/>
          <p:cNvSpPr/>
          <p:nvPr/>
        </p:nvSpPr>
        <p:spPr>
          <a:xfrm>
            <a:off x="7507080" y="4520880"/>
            <a:ext cx="61920" cy="28800"/>
          </a:xfrm>
          <a:custGeom>
            <a:avLst/>
            <a:gdLst>
              <a:gd name="textAreaLeft" fmla="*/ 0 w 61920"/>
              <a:gd name="textAreaRight" fmla="*/ 62280 w 6192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2949" h="1382">
                <a:moveTo>
                  <a:pt x="159" y="0"/>
                </a:moveTo>
                <a:cubicBezTo>
                  <a:pt x="47" y="0"/>
                  <a:pt x="1" y="171"/>
                  <a:pt x="122" y="201"/>
                </a:cubicBezTo>
                <a:cubicBezTo>
                  <a:pt x="549" y="365"/>
                  <a:pt x="976" y="530"/>
                  <a:pt x="1404" y="694"/>
                </a:cubicBezTo>
                <a:cubicBezTo>
                  <a:pt x="1634" y="793"/>
                  <a:pt x="1831" y="891"/>
                  <a:pt x="2028" y="990"/>
                </a:cubicBezTo>
                <a:lnTo>
                  <a:pt x="2357" y="1121"/>
                </a:lnTo>
                <a:cubicBezTo>
                  <a:pt x="2389" y="1154"/>
                  <a:pt x="2619" y="1220"/>
                  <a:pt x="2619" y="1286"/>
                </a:cubicBezTo>
                <a:lnTo>
                  <a:pt x="2623" y="1275"/>
                </a:lnTo>
                <a:lnTo>
                  <a:pt x="2623" y="1275"/>
                </a:lnTo>
                <a:cubicBezTo>
                  <a:pt x="2632" y="1332"/>
                  <a:pt x="2684" y="1382"/>
                  <a:pt x="2731" y="1382"/>
                </a:cubicBezTo>
                <a:cubicBezTo>
                  <a:pt x="2751" y="1382"/>
                  <a:pt x="2770" y="1373"/>
                  <a:pt x="2784" y="1351"/>
                </a:cubicBezTo>
                <a:cubicBezTo>
                  <a:pt x="2948" y="1154"/>
                  <a:pt x="2619" y="1023"/>
                  <a:pt x="2488" y="957"/>
                </a:cubicBezTo>
                <a:cubicBezTo>
                  <a:pt x="2225" y="826"/>
                  <a:pt x="1962" y="727"/>
                  <a:pt x="1732" y="595"/>
                </a:cubicBezTo>
                <a:cubicBezTo>
                  <a:pt x="1206" y="398"/>
                  <a:pt x="714" y="201"/>
                  <a:pt x="188" y="4"/>
                </a:cubicBezTo>
                <a:cubicBezTo>
                  <a:pt x="178" y="1"/>
                  <a:pt x="168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5" name="Google Shape;1879;p11"/>
          <p:cNvSpPr/>
          <p:nvPr/>
        </p:nvSpPr>
        <p:spPr>
          <a:xfrm>
            <a:off x="7519680" y="4570200"/>
            <a:ext cx="51120" cy="25200"/>
          </a:xfrm>
          <a:custGeom>
            <a:avLst/>
            <a:gdLst>
              <a:gd name="textAreaLeft" fmla="*/ 0 w 51120"/>
              <a:gd name="textAreaRight" fmla="*/ 51480 w 5112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436" h="1213">
                <a:moveTo>
                  <a:pt x="144" y="1"/>
                </a:moveTo>
                <a:cubicBezTo>
                  <a:pt x="62" y="1"/>
                  <a:pt x="1" y="155"/>
                  <a:pt x="86" y="211"/>
                </a:cubicBezTo>
                <a:cubicBezTo>
                  <a:pt x="447" y="376"/>
                  <a:pt x="809" y="540"/>
                  <a:pt x="1203" y="704"/>
                </a:cubicBezTo>
                <a:cubicBezTo>
                  <a:pt x="1564" y="803"/>
                  <a:pt x="1926" y="967"/>
                  <a:pt x="2254" y="1197"/>
                </a:cubicBezTo>
                <a:cubicBezTo>
                  <a:pt x="2270" y="1208"/>
                  <a:pt x="2286" y="1212"/>
                  <a:pt x="2301" y="1212"/>
                </a:cubicBezTo>
                <a:cubicBezTo>
                  <a:pt x="2379" y="1212"/>
                  <a:pt x="2436" y="1083"/>
                  <a:pt x="2353" y="1000"/>
                </a:cubicBezTo>
                <a:cubicBezTo>
                  <a:pt x="2024" y="803"/>
                  <a:pt x="1696" y="638"/>
                  <a:pt x="1334" y="507"/>
                </a:cubicBezTo>
                <a:cubicBezTo>
                  <a:pt x="940" y="376"/>
                  <a:pt x="546" y="211"/>
                  <a:pt x="184" y="14"/>
                </a:cubicBezTo>
                <a:cubicBezTo>
                  <a:pt x="171" y="5"/>
                  <a:pt x="157" y="1"/>
                  <a:pt x="1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6" name="Google Shape;1880;p11"/>
          <p:cNvSpPr/>
          <p:nvPr/>
        </p:nvSpPr>
        <p:spPr>
          <a:xfrm>
            <a:off x="7521840" y="4596120"/>
            <a:ext cx="56160" cy="22320"/>
          </a:xfrm>
          <a:custGeom>
            <a:avLst/>
            <a:gdLst>
              <a:gd name="textAreaLeft" fmla="*/ 0 w 56160"/>
              <a:gd name="textAreaRight" fmla="*/ 56520 w 5616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2670" h="1071">
                <a:moveTo>
                  <a:pt x="159" y="0"/>
                </a:moveTo>
                <a:cubicBezTo>
                  <a:pt x="48" y="0"/>
                  <a:pt x="1" y="171"/>
                  <a:pt x="122" y="201"/>
                </a:cubicBezTo>
                <a:cubicBezTo>
                  <a:pt x="944" y="398"/>
                  <a:pt x="1732" y="694"/>
                  <a:pt x="2455" y="1055"/>
                </a:cubicBezTo>
                <a:cubicBezTo>
                  <a:pt x="2476" y="1066"/>
                  <a:pt x="2497" y="1071"/>
                  <a:pt x="2516" y="1071"/>
                </a:cubicBezTo>
                <a:cubicBezTo>
                  <a:pt x="2613" y="1071"/>
                  <a:pt x="2669" y="946"/>
                  <a:pt x="2587" y="891"/>
                </a:cubicBezTo>
                <a:cubicBezTo>
                  <a:pt x="1798" y="497"/>
                  <a:pt x="1009" y="201"/>
                  <a:pt x="188" y="4"/>
                </a:cubicBezTo>
                <a:cubicBezTo>
                  <a:pt x="178" y="1"/>
                  <a:pt x="168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7" name="Google Shape;1881;p11"/>
          <p:cNvSpPr/>
          <p:nvPr/>
        </p:nvSpPr>
        <p:spPr>
          <a:xfrm>
            <a:off x="7515000" y="4664880"/>
            <a:ext cx="83880" cy="31320"/>
          </a:xfrm>
          <a:custGeom>
            <a:avLst/>
            <a:gdLst>
              <a:gd name="textAreaLeft" fmla="*/ 0 w 83880"/>
              <a:gd name="textAreaRight" fmla="*/ 84240 w 8388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3983" h="1495">
                <a:moveTo>
                  <a:pt x="136" y="0"/>
                </a:moveTo>
                <a:cubicBezTo>
                  <a:pt x="37" y="0"/>
                  <a:pt x="0" y="180"/>
                  <a:pt x="116" y="209"/>
                </a:cubicBezTo>
                <a:cubicBezTo>
                  <a:pt x="1331" y="702"/>
                  <a:pt x="2547" y="1129"/>
                  <a:pt x="3796" y="1491"/>
                </a:cubicBezTo>
                <a:cubicBezTo>
                  <a:pt x="3806" y="1493"/>
                  <a:pt x="3816" y="1494"/>
                  <a:pt x="3825" y="1494"/>
                </a:cubicBezTo>
                <a:cubicBezTo>
                  <a:pt x="3936" y="1494"/>
                  <a:pt x="3983" y="1324"/>
                  <a:pt x="3862" y="1294"/>
                </a:cubicBezTo>
                <a:cubicBezTo>
                  <a:pt x="2613" y="932"/>
                  <a:pt x="1364" y="505"/>
                  <a:pt x="181" y="12"/>
                </a:cubicBezTo>
                <a:cubicBezTo>
                  <a:pt x="165" y="4"/>
                  <a:pt x="150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8" name="Google Shape;1882;p11"/>
          <p:cNvSpPr/>
          <p:nvPr/>
        </p:nvSpPr>
        <p:spPr>
          <a:xfrm>
            <a:off x="7489800" y="4474080"/>
            <a:ext cx="76320" cy="28440"/>
          </a:xfrm>
          <a:custGeom>
            <a:avLst/>
            <a:gdLst>
              <a:gd name="textAreaLeft" fmla="*/ 0 w 76320"/>
              <a:gd name="textAreaRight" fmla="*/ 76680 w 7632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3622" h="1367">
                <a:moveTo>
                  <a:pt x="134" y="0"/>
                </a:moveTo>
                <a:cubicBezTo>
                  <a:pt x="56" y="0"/>
                  <a:pt x="0" y="125"/>
                  <a:pt x="83" y="180"/>
                </a:cubicBezTo>
                <a:cubicBezTo>
                  <a:pt x="1167" y="673"/>
                  <a:pt x="2284" y="1067"/>
                  <a:pt x="3467" y="1363"/>
                </a:cubicBezTo>
                <a:cubicBezTo>
                  <a:pt x="3477" y="1365"/>
                  <a:pt x="3487" y="1366"/>
                  <a:pt x="3496" y="1366"/>
                </a:cubicBezTo>
                <a:cubicBezTo>
                  <a:pt x="3603" y="1366"/>
                  <a:pt x="3622" y="1196"/>
                  <a:pt x="3500" y="1165"/>
                </a:cubicBezTo>
                <a:cubicBezTo>
                  <a:pt x="2383" y="903"/>
                  <a:pt x="1266" y="508"/>
                  <a:pt x="181" y="15"/>
                </a:cubicBezTo>
                <a:cubicBezTo>
                  <a:pt x="165" y="5"/>
                  <a:pt x="149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9" name="Google Shape;1883;p11"/>
          <p:cNvSpPr/>
          <p:nvPr/>
        </p:nvSpPr>
        <p:spPr>
          <a:xfrm>
            <a:off x="7481520" y="4452840"/>
            <a:ext cx="89640" cy="43560"/>
          </a:xfrm>
          <a:custGeom>
            <a:avLst/>
            <a:gdLst>
              <a:gd name="textAreaLeft" fmla="*/ 0 w 89640"/>
              <a:gd name="textAreaRight" fmla="*/ 90000 w 89640"/>
              <a:gd name="textAreaTop" fmla="*/ 0 h 43560"/>
              <a:gd name="textAreaBottom" fmla="*/ 43920 h 43560"/>
            </a:gdLst>
            <a:ahLst/>
            <a:cxnLst/>
            <a:rect l="textAreaLeft" t="textAreaTop" r="textAreaRight" b="textAreaBottom"/>
            <a:pathLst>
              <a:path w="4251" h="2069">
                <a:moveTo>
                  <a:pt x="170" y="1"/>
                </a:moveTo>
                <a:cubicBezTo>
                  <a:pt x="83" y="1"/>
                  <a:pt x="1" y="112"/>
                  <a:pt x="77" y="163"/>
                </a:cubicBezTo>
                <a:cubicBezTo>
                  <a:pt x="636" y="656"/>
                  <a:pt x="1359" y="820"/>
                  <a:pt x="2016" y="1116"/>
                </a:cubicBezTo>
                <a:cubicBezTo>
                  <a:pt x="2673" y="1412"/>
                  <a:pt x="3298" y="1905"/>
                  <a:pt x="4053" y="2069"/>
                </a:cubicBezTo>
                <a:cubicBezTo>
                  <a:pt x="4185" y="2069"/>
                  <a:pt x="4251" y="1872"/>
                  <a:pt x="4119" y="1872"/>
                </a:cubicBezTo>
                <a:cubicBezTo>
                  <a:pt x="3396" y="1707"/>
                  <a:pt x="2772" y="1247"/>
                  <a:pt x="2115" y="952"/>
                </a:cubicBezTo>
                <a:cubicBezTo>
                  <a:pt x="1458" y="623"/>
                  <a:pt x="767" y="524"/>
                  <a:pt x="242" y="32"/>
                </a:cubicBezTo>
                <a:cubicBezTo>
                  <a:pt x="220" y="10"/>
                  <a:pt x="195" y="1"/>
                  <a:pt x="17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0" name="Google Shape;1884;p11"/>
          <p:cNvSpPr/>
          <p:nvPr/>
        </p:nvSpPr>
        <p:spPr>
          <a:xfrm>
            <a:off x="7474320" y="4438440"/>
            <a:ext cx="99360" cy="44280"/>
          </a:xfrm>
          <a:custGeom>
            <a:avLst/>
            <a:gdLst>
              <a:gd name="textAreaLeft" fmla="*/ 0 w 99360"/>
              <a:gd name="textAreaRight" fmla="*/ 99720 w 99360"/>
              <a:gd name="textAreaTop" fmla="*/ 0 h 44280"/>
              <a:gd name="textAreaBottom" fmla="*/ 44640 h 44280"/>
            </a:gdLst>
            <a:ahLst/>
            <a:cxnLst/>
            <a:rect l="textAreaLeft" t="textAreaTop" r="textAreaRight" b="textAreaBottom"/>
            <a:pathLst>
              <a:path w="4712" h="2112">
                <a:moveTo>
                  <a:pt x="192" y="0"/>
                </a:moveTo>
                <a:cubicBezTo>
                  <a:pt x="99" y="0"/>
                  <a:pt x="1" y="142"/>
                  <a:pt x="121" y="202"/>
                </a:cubicBezTo>
                <a:cubicBezTo>
                  <a:pt x="1567" y="859"/>
                  <a:pt x="3045" y="1516"/>
                  <a:pt x="4524" y="2108"/>
                </a:cubicBezTo>
                <a:cubicBezTo>
                  <a:pt x="4534" y="2110"/>
                  <a:pt x="4544" y="2111"/>
                  <a:pt x="4553" y="2111"/>
                </a:cubicBezTo>
                <a:cubicBezTo>
                  <a:pt x="4664" y="2111"/>
                  <a:pt x="4711" y="1941"/>
                  <a:pt x="4590" y="1911"/>
                </a:cubicBezTo>
                <a:cubicBezTo>
                  <a:pt x="3111" y="1319"/>
                  <a:pt x="1665" y="695"/>
                  <a:pt x="219" y="5"/>
                </a:cubicBezTo>
                <a:cubicBezTo>
                  <a:pt x="210" y="2"/>
                  <a:pt x="201" y="0"/>
                  <a:pt x="19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1" name="Google Shape;1885;p11"/>
          <p:cNvSpPr/>
          <p:nvPr/>
        </p:nvSpPr>
        <p:spPr>
          <a:xfrm>
            <a:off x="7470720" y="4417560"/>
            <a:ext cx="101880" cy="55080"/>
          </a:xfrm>
          <a:custGeom>
            <a:avLst/>
            <a:gdLst>
              <a:gd name="textAreaLeft" fmla="*/ 0 w 101880"/>
              <a:gd name="textAreaRight" fmla="*/ 102240 w 101880"/>
              <a:gd name="textAreaTop" fmla="*/ 0 h 55080"/>
              <a:gd name="textAreaBottom" fmla="*/ 55440 h 55080"/>
            </a:gdLst>
            <a:ahLst/>
            <a:cxnLst/>
            <a:rect l="textAreaLeft" t="textAreaTop" r="textAreaRight" b="textAreaBottom"/>
            <a:pathLst>
              <a:path w="4828" h="2611">
                <a:moveTo>
                  <a:pt x="130" y="1"/>
                </a:moveTo>
                <a:cubicBezTo>
                  <a:pt x="56" y="1"/>
                  <a:pt x="1" y="93"/>
                  <a:pt x="75" y="167"/>
                </a:cubicBezTo>
                <a:cubicBezTo>
                  <a:pt x="765" y="660"/>
                  <a:pt x="1520" y="1087"/>
                  <a:pt x="2276" y="1449"/>
                </a:cubicBezTo>
                <a:lnTo>
                  <a:pt x="3558" y="2073"/>
                </a:lnTo>
                <a:cubicBezTo>
                  <a:pt x="3919" y="2270"/>
                  <a:pt x="4281" y="2434"/>
                  <a:pt x="4675" y="2599"/>
                </a:cubicBezTo>
                <a:cubicBezTo>
                  <a:pt x="4691" y="2607"/>
                  <a:pt x="4706" y="2611"/>
                  <a:pt x="4719" y="2611"/>
                </a:cubicBezTo>
                <a:cubicBezTo>
                  <a:pt x="4813" y="2611"/>
                  <a:pt x="4827" y="2430"/>
                  <a:pt x="4741" y="2402"/>
                </a:cubicBezTo>
                <a:cubicBezTo>
                  <a:pt x="4346" y="2237"/>
                  <a:pt x="3952" y="2073"/>
                  <a:pt x="3558" y="1876"/>
                </a:cubicBezTo>
                <a:lnTo>
                  <a:pt x="2408" y="1284"/>
                </a:lnTo>
                <a:cubicBezTo>
                  <a:pt x="1619" y="923"/>
                  <a:pt x="896" y="496"/>
                  <a:pt x="206" y="36"/>
                </a:cubicBezTo>
                <a:cubicBezTo>
                  <a:pt x="181" y="11"/>
                  <a:pt x="155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2" name="Google Shape;1886;p11"/>
          <p:cNvSpPr/>
          <p:nvPr/>
        </p:nvSpPr>
        <p:spPr>
          <a:xfrm>
            <a:off x="7471080" y="4407120"/>
            <a:ext cx="104760" cy="50760"/>
          </a:xfrm>
          <a:custGeom>
            <a:avLst/>
            <a:gdLst>
              <a:gd name="textAreaLeft" fmla="*/ 0 w 104760"/>
              <a:gd name="textAreaRight" fmla="*/ 105120 w 104760"/>
              <a:gd name="textAreaTop" fmla="*/ 0 h 50760"/>
              <a:gd name="textAreaBottom" fmla="*/ 51120 h 50760"/>
            </a:gdLst>
            <a:ahLst/>
            <a:cxnLst/>
            <a:rect l="textAreaLeft" t="textAreaTop" r="textAreaRight" b="textAreaBottom"/>
            <a:pathLst>
              <a:path w="4964" h="2410">
                <a:moveTo>
                  <a:pt x="142" y="0"/>
                </a:moveTo>
                <a:cubicBezTo>
                  <a:pt x="63" y="0"/>
                  <a:pt x="1" y="111"/>
                  <a:pt x="78" y="162"/>
                </a:cubicBezTo>
                <a:cubicBezTo>
                  <a:pt x="768" y="721"/>
                  <a:pt x="1523" y="1115"/>
                  <a:pt x="2345" y="1444"/>
                </a:cubicBezTo>
                <a:lnTo>
                  <a:pt x="3692" y="2035"/>
                </a:lnTo>
                <a:lnTo>
                  <a:pt x="4349" y="2331"/>
                </a:lnTo>
                <a:cubicBezTo>
                  <a:pt x="4470" y="2379"/>
                  <a:pt x="4590" y="2410"/>
                  <a:pt x="4710" y="2410"/>
                </a:cubicBezTo>
                <a:cubicBezTo>
                  <a:pt x="4754" y="2410"/>
                  <a:pt x="4798" y="2406"/>
                  <a:pt x="4842" y="2397"/>
                </a:cubicBezTo>
                <a:cubicBezTo>
                  <a:pt x="4964" y="2366"/>
                  <a:pt x="4917" y="2196"/>
                  <a:pt x="4831" y="2196"/>
                </a:cubicBezTo>
                <a:cubicBezTo>
                  <a:pt x="4824" y="2196"/>
                  <a:pt x="4817" y="2197"/>
                  <a:pt x="4809" y="2200"/>
                </a:cubicBezTo>
                <a:cubicBezTo>
                  <a:pt x="4786" y="2202"/>
                  <a:pt x="4763" y="2204"/>
                  <a:pt x="4740" y="2204"/>
                </a:cubicBezTo>
                <a:cubicBezTo>
                  <a:pt x="4500" y="2204"/>
                  <a:pt x="4266" y="2059"/>
                  <a:pt x="4086" y="1970"/>
                </a:cubicBezTo>
                <a:lnTo>
                  <a:pt x="3462" y="1707"/>
                </a:lnTo>
                <a:lnTo>
                  <a:pt x="2312" y="1181"/>
                </a:lnTo>
                <a:cubicBezTo>
                  <a:pt x="1556" y="918"/>
                  <a:pt x="866" y="524"/>
                  <a:pt x="209" y="31"/>
                </a:cubicBezTo>
                <a:cubicBezTo>
                  <a:pt x="187" y="9"/>
                  <a:pt x="164" y="0"/>
                  <a:pt x="14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3" name="Google Shape;1887;p11"/>
          <p:cNvSpPr/>
          <p:nvPr/>
        </p:nvSpPr>
        <p:spPr>
          <a:xfrm>
            <a:off x="7471800" y="4392720"/>
            <a:ext cx="110520" cy="59040"/>
          </a:xfrm>
          <a:custGeom>
            <a:avLst/>
            <a:gdLst>
              <a:gd name="textAreaLeft" fmla="*/ 0 w 110520"/>
              <a:gd name="textAreaRight" fmla="*/ 110880 w 110520"/>
              <a:gd name="textAreaTop" fmla="*/ 0 h 59040"/>
              <a:gd name="textAreaBottom" fmla="*/ 59400 h 59040"/>
            </a:gdLst>
            <a:ahLst/>
            <a:cxnLst/>
            <a:rect l="textAreaLeft" t="textAreaTop" r="textAreaRight" b="textAreaBottom"/>
            <a:pathLst>
              <a:path w="5240" h="2811">
                <a:moveTo>
                  <a:pt x="155" y="0"/>
                </a:moveTo>
                <a:cubicBezTo>
                  <a:pt x="72" y="0"/>
                  <a:pt x="0" y="102"/>
                  <a:pt x="80" y="182"/>
                </a:cubicBezTo>
                <a:cubicBezTo>
                  <a:pt x="1559" y="1365"/>
                  <a:pt x="3235" y="2252"/>
                  <a:pt x="5075" y="2811"/>
                </a:cubicBezTo>
                <a:cubicBezTo>
                  <a:pt x="5174" y="2811"/>
                  <a:pt x="5239" y="2647"/>
                  <a:pt x="5108" y="2614"/>
                </a:cubicBezTo>
                <a:cubicBezTo>
                  <a:pt x="3334" y="2055"/>
                  <a:pt x="1658" y="1201"/>
                  <a:pt x="212" y="18"/>
                </a:cubicBezTo>
                <a:cubicBezTo>
                  <a:pt x="193" y="5"/>
                  <a:pt x="174" y="0"/>
                  <a:pt x="1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520" bIns="29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4" name="Google Shape;1888;p11"/>
          <p:cNvSpPr/>
          <p:nvPr/>
        </p:nvSpPr>
        <p:spPr>
          <a:xfrm>
            <a:off x="7531560" y="4417920"/>
            <a:ext cx="49680" cy="22320"/>
          </a:xfrm>
          <a:custGeom>
            <a:avLst/>
            <a:gdLst>
              <a:gd name="textAreaLeft" fmla="*/ 0 w 49680"/>
              <a:gd name="textAreaRight" fmla="*/ 50040 w 4968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2369" h="1071">
                <a:moveTo>
                  <a:pt x="161" y="1"/>
                </a:moveTo>
                <a:cubicBezTo>
                  <a:pt x="76" y="1"/>
                  <a:pt x="1" y="130"/>
                  <a:pt x="111" y="213"/>
                </a:cubicBezTo>
                <a:cubicBezTo>
                  <a:pt x="736" y="640"/>
                  <a:pt x="1426" y="936"/>
                  <a:pt x="2181" y="1067"/>
                </a:cubicBezTo>
                <a:cubicBezTo>
                  <a:pt x="2191" y="1070"/>
                  <a:pt x="2201" y="1071"/>
                  <a:pt x="2210" y="1071"/>
                </a:cubicBezTo>
                <a:cubicBezTo>
                  <a:pt x="2322" y="1071"/>
                  <a:pt x="2369" y="900"/>
                  <a:pt x="2247" y="870"/>
                </a:cubicBezTo>
                <a:cubicBezTo>
                  <a:pt x="1524" y="739"/>
                  <a:pt x="801" y="443"/>
                  <a:pt x="210" y="16"/>
                </a:cubicBezTo>
                <a:cubicBezTo>
                  <a:pt x="194" y="5"/>
                  <a:pt x="178" y="1"/>
                  <a:pt x="16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5" name="Google Shape;1889;p11"/>
          <p:cNvSpPr/>
          <p:nvPr/>
        </p:nvSpPr>
        <p:spPr>
          <a:xfrm>
            <a:off x="7471080" y="4383720"/>
            <a:ext cx="113760" cy="51120"/>
          </a:xfrm>
          <a:custGeom>
            <a:avLst/>
            <a:gdLst>
              <a:gd name="textAreaLeft" fmla="*/ 0 w 113760"/>
              <a:gd name="textAreaRight" fmla="*/ 114120 w 113760"/>
              <a:gd name="textAreaTop" fmla="*/ 0 h 51120"/>
              <a:gd name="textAreaBottom" fmla="*/ 51480 h 51120"/>
            </a:gdLst>
            <a:ahLst/>
            <a:cxnLst/>
            <a:rect l="textAreaLeft" t="textAreaTop" r="textAreaRight" b="textAreaBottom"/>
            <a:pathLst>
              <a:path w="5388" h="2425">
                <a:moveTo>
                  <a:pt x="136" y="1"/>
                </a:moveTo>
                <a:cubicBezTo>
                  <a:pt x="36" y="1"/>
                  <a:pt x="0" y="181"/>
                  <a:pt x="115" y="210"/>
                </a:cubicBezTo>
                <a:lnTo>
                  <a:pt x="115" y="177"/>
                </a:lnTo>
                <a:cubicBezTo>
                  <a:pt x="1857" y="735"/>
                  <a:pt x="3566" y="1491"/>
                  <a:pt x="5176" y="2411"/>
                </a:cubicBezTo>
                <a:cubicBezTo>
                  <a:pt x="5194" y="2421"/>
                  <a:pt x="5212" y="2425"/>
                  <a:pt x="5228" y="2425"/>
                </a:cubicBezTo>
                <a:cubicBezTo>
                  <a:pt x="5330" y="2425"/>
                  <a:pt x="5388" y="2271"/>
                  <a:pt x="5274" y="2214"/>
                </a:cubicBezTo>
                <a:cubicBezTo>
                  <a:pt x="3664" y="1327"/>
                  <a:pt x="1956" y="571"/>
                  <a:pt x="181" y="13"/>
                </a:cubicBezTo>
                <a:cubicBezTo>
                  <a:pt x="165" y="4"/>
                  <a:pt x="150" y="1"/>
                  <a:pt x="1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6" name="Google Shape;1890;p11"/>
          <p:cNvSpPr/>
          <p:nvPr/>
        </p:nvSpPr>
        <p:spPr>
          <a:xfrm>
            <a:off x="7488360" y="4395960"/>
            <a:ext cx="38160" cy="19440"/>
          </a:xfrm>
          <a:custGeom>
            <a:avLst/>
            <a:gdLst>
              <a:gd name="textAreaLeft" fmla="*/ 0 w 38160"/>
              <a:gd name="textAreaRight" fmla="*/ 38520 w 3816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1817" h="938">
                <a:moveTo>
                  <a:pt x="127" y="0"/>
                </a:moveTo>
                <a:cubicBezTo>
                  <a:pt x="19" y="0"/>
                  <a:pt x="0" y="173"/>
                  <a:pt x="122" y="234"/>
                </a:cubicBezTo>
                <a:cubicBezTo>
                  <a:pt x="648" y="398"/>
                  <a:pt x="1141" y="629"/>
                  <a:pt x="1633" y="924"/>
                </a:cubicBezTo>
                <a:cubicBezTo>
                  <a:pt x="1647" y="933"/>
                  <a:pt x="1661" y="937"/>
                  <a:pt x="1674" y="937"/>
                </a:cubicBezTo>
                <a:cubicBezTo>
                  <a:pt x="1756" y="937"/>
                  <a:pt x="1817" y="784"/>
                  <a:pt x="1732" y="727"/>
                </a:cubicBezTo>
                <a:cubicBezTo>
                  <a:pt x="1239" y="431"/>
                  <a:pt x="713" y="201"/>
                  <a:pt x="155" y="4"/>
                </a:cubicBezTo>
                <a:cubicBezTo>
                  <a:pt x="145" y="2"/>
                  <a:pt x="135" y="0"/>
                  <a:pt x="12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7" name="Google Shape;1891;p11"/>
          <p:cNvSpPr/>
          <p:nvPr/>
        </p:nvSpPr>
        <p:spPr>
          <a:xfrm>
            <a:off x="7466400" y="4374720"/>
            <a:ext cx="118080" cy="41760"/>
          </a:xfrm>
          <a:custGeom>
            <a:avLst/>
            <a:gdLst>
              <a:gd name="textAreaLeft" fmla="*/ 0 w 118080"/>
              <a:gd name="textAreaRight" fmla="*/ 118440 w 118080"/>
              <a:gd name="textAreaTop" fmla="*/ 0 h 41760"/>
              <a:gd name="textAreaBottom" fmla="*/ 42120 h 41760"/>
            </a:gdLst>
            <a:ahLst/>
            <a:cxnLst/>
            <a:rect l="textAreaLeft" t="textAreaTop" r="textAreaRight" b="textAreaBottom"/>
            <a:pathLst>
              <a:path w="5603" h="1984">
                <a:moveTo>
                  <a:pt x="135" y="1"/>
                </a:moveTo>
                <a:cubicBezTo>
                  <a:pt x="36" y="1"/>
                  <a:pt x="0" y="181"/>
                  <a:pt x="115" y="210"/>
                </a:cubicBezTo>
                <a:cubicBezTo>
                  <a:pt x="1890" y="801"/>
                  <a:pt x="3631" y="1425"/>
                  <a:pt x="5439" y="1984"/>
                </a:cubicBezTo>
                <a:cubicBezTo>
                  <a:pt x="5537" y="1984"/>
                  <a:pt x="5603" y="1820"/>
                  <a:pt x="5472" y="1787"/>
                </a:cubicBezTo>
                <a:cubicBezTo>
                  <a:pt x="3697" y="1228"/>
                  <a:pt x="1923" y="604"/>
                  <a:pt x="181" y="12"/>
                </a:cubicBezTo>
                <a:cubicBezTo>
                  <a:pt x="165" y="4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8" name="Google Shape;1892;p11"/>
          <p:cNvSpPr/>
          <p:nvPr/>
        </p:nvSpPr>
        <p:spPr>
          <a:xfrm>
            <a:off x="7468200" y="4370040"/>
            <a:ext cx="123120" cy="29160"/>
          </a:xfrm>
          <a:custGeom>
            <a:avLst/>
            <a:gdLst>
              <a:gd name="textAreaLeft" fmla="*/ 0 w 123120"/>
              <a:gd name="textAreaRight" fmla="*/ 123480 w 123120"/>
              <a:gd name="textAreaTop" fmla="*/ 0 h 29160"/>
              <a:gd name="textAreaBottom" fmla="*/ 29520 h 29160"/>
            </a:gdLst>
            <a:ahLst/>
            <a:cxnLst/>
            <a:rect l="textAreaLeft" t="textAreaTop" r="textAreaRight" b="textAreaBottom"/>
            <a:pathLst>
              <a:path w="5830" h="1389">
                <a:moveTo>
                  <a:pt x="126" y="1"/>
                </a:moveTo>
                <a:cubicBezTo>
                  <a:pt x="19" y="1"/>
                  <a:pt x="1" y="171"/>
                  <a:pt x="122" y="201"/>
                </a:cubicBezTo>
                <a:cubicBezTo>
                  <a:pt x="1929" y="662"/>
                  <a:pt x="3802" y="1056"/>
                  <a:pt x="5642" y="1384"/>
                </a:cubicBezTo>
                <a:cubicBezTo>
                  <a:pt x="5652" y="1387"/>
                  <a:pt x="5662" y="1388"/>
                  <a:pt x="5671" y="1388"/>
                </a:cubicBezTo>
                <a:cubicBezTo>
                  <a:pt x="5783" y="1388"/>
                  <a:pt x="5830" y="1218"/>
                  <a:pt x="5708" y="1187"/>
                </a:cubicBezTo>
                <a:cubicBezTo>
                  <a:pt x="3835" y="859"/>
                  <a:pt x="1995" y="464"/>
                  <a:pt x="155" y="4"/>
                </a:cubicBezTo>
                <a:cubicBezTo>
                  <a:pt x="145" y="2"/>
                  <a:pt x="135" y="1"/>
                  <a:pt x="12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29" name="Google Shape;1893;p11"/>
          <p:cNvSpPr/>
          <p:nvPr/>
        </p:nvSpPr>
        <p:spPr>
          <a:xfrm>
            <a:off x="7468920" y="4361040"/>
            <a:ext cx="123840" cy="25560"/>
          </a:xfrm>
          <a:custGeom>
            <a:avLst/>
            <a:gdLst>
              <a:gd name="textAreaLeft" fmla="*/ 0 w 123840"/>
              <a:gd name="textAreaRight" fmla="*/ 124200 w 12384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5873" h="1220">
                <a:moveTo>
                  <a:pt x="126" y="0"/>
                </a:moveTo>
                <a:cubicBezTo>
                  <a:pt x="19" y="0"/>
                  <a:pt x="0" y="171"/>
                  <a:pt x="122" y="201"/>
                </a:cubicBezTo>
                <a:cubicBezTo>
                  <a:pt x="1896" y="891"/>
                  <a:pt x="3802" y="1220"/>
                  <a:pt x="5741" y="1220"/>
                </a:cubicBezTo>
                <a:cubicBezTo>
                  <a:pt x="5872" y="1220"/>
                  <a:pt x="5872" y="1023"/>
                  <a:pt x="5741" y="1023"/>
                </a:cubicBezTo>
                <a:lnTo>
                  <a:pt x="5708" y="1023"/>
                </a:lnTo>
                <a:cubicBezTo>
                  <a:pt x="3802" y="1023"/>
                  <a:pt x="1929" y="661"/>
                  <a:pt x="155" y="4"/>
                </a:cubicBezTo>
                <a:cubicBezTo>
                  <a:pt x="145" y="2"/>
                  <a:pt x="135" y="0"/>
                  <a:pt x="12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0" name="Google Shape;1894;p11"/>
          <p:cNvSpPr/>
          <p:nvPr/>
        </p:nvSpPr>
        <p:spPr>
          <a:xfrm>
            <a:off x="7465680" y="4345560"/>
            <a:ext cx="123120" cy="32760"/>
          </a:xfrm>
          <a:custGeom>
            <a:avLst/>
            <a:gdLst>
              <a:gd name="textAreaLeft" fmla="*/ 0 w 123120"/>
              <a:gd name="textAreaRight" fmla="*/ 123480 w 1231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5835" h="1561">
                <a:moveTo>
                  <a:pt x="155" y="1"/>
                </a:moveTo>
                <a:cubicBezTo>
                  <a:pt x="57" y="1"/>
                  <a:pt x="1" y="125"/>
                  <a:pt x="84" y="181"/>
                </a:cubicBezTo>
                <a:cubicBezTo>
                  <a:pt x="1825" y="1133"/>
                  <a:pt x="3797" y="1396"/>
                  <a:pt x="5703" y="1561"/>
                </a:cubicBezTo>
                <a:cubicBezTo>
                  <a:pt x="5834" y="1561"/>
                  <a:pt x="5834" y="1363"/>
                  <a:pt x="5703" y="1363"/>
                </a:cubicBezTo>
                <a:cubicBezTo>
                  <a:pt x="3830" y="1199"/>
                  <a:pt x="1891" y="936"/>
                  <a:pt x="215" y="16"/>
                </a:cubicBezTo>
                <a:cubicBezTo>
                  <a:pt x="194" y="6"/>
                  <a:pt x="173" y="1"/>
                  <a:pt x="1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1" name="Google Shape;1895;p11"/>
          <p:cNvSpPr/>
          <p:nvPr/>
        </p:nvSpPr>
        <p:spPr>
          <a:xfrm>
            <a:off x="7467840" y="4326480"/>
            <a:ext cx="125640" cy="42120"/>
          </a:xfrm>
          <a:custGeom>
            <a:avLst/>
            <a:gdLst>
              <a:gd name="textAreaLeft" fmla="*/ 0 w 125640"/>
              <a:gd name="textAreaRight" fmla="*/ 126000 w 12564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5957" h="2007">
                <a:moveTo>
                  <a:pt x="157" y="0"/>
                </a:moveTo>
                <a:cubicBezTo>
                  <a:pt x="74" y="0"/>
                  <a:pt x="0" y="92"/>
                  <a:pt x="74" y="166"/>
                </a:cubicBezTo>
                <a:cubicBezTo>
                  <a:pt x="403" y="462"/>
                  <a:pt x="797" y="659"/>
                  <a:pt x="1191" y="824"/>
                </a:cubicBezTo>
                <a:cubicBezTo>
                  <a:pt x="1717" y="988"/>
                  <a:pt x="2210" y="1185"/>
                  <a:pt x="2736" y="1382"/>
                </a:cubicBezTo>
                <a:cubicBezTo>
                  <a:pt x="3722" y="1777"/>
                  <a:pt x="4773" y="2007"/>
                  <a:pt x="5825" y="2007"/>
                </a:cubicBezTo>
                <a:cubicBezTo>
                  <a:pt x="5956" y="2007"/>
                  <a:pt x="5956" y="1809"/>
                  <a:pt x="5825" y="1809"/>
                </a:cubicBezTo>
                <a:cubicBezTo>
                  <a:pt x="4806" y="1809"/>
                  <a:pt x="3820" y="1612"/>
                  <a:pt x="2867" y="1218"/>
                </a:cubicBezTo>
                <a:lnTo>
                  <a:pt x="1520" y="692"/>
                </a:lnTo>
                <a:cubicBezTo>
                  <a:pt x="1027" y="561"/>
                  <a:pt x="600" y="331"/>
                  <a:pt x="239" y="35"/>
                </a:cubicBezTo>
                <a:cubicBezTo>
                  <a:pt x="214" y="10"/>
                  <a:pt x="185" y="0"/>
                  <a:pt x="15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2" name="Google Shape;1896;p11"/>
          <p:cNvSpPr/>
          <p:nvPr/>
        </p:nvSpPr>
        <p:spPr>
          <a:xfrm>
            <a:off x="7466760" y="4317120"/>
            <a:ext cx="127800" cy="42120"/>
          </a:xfrm>
          <a:custGeom>
            <a:avLst/>
            <a:gdLst>
              <a:gd name="textAreaLeft" fmla="*/ 0 w 127800"/>
              <a:gd name="textAreaRight" fmla="*/ 128160 w 12780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6060" h="2013">
                <a:moveTo>
                  <a:pt x="159" y="0"/>
                </a:moveTo>
                <a:cubicBezTo>
                  <a:pt x="48" y="0"/>
                  <a:pt x="1" y="171"/>
                  <a:pt x="122" y="201"/>
                </a:cubicBezTo>
                <a:lnTo>
                  <a:pt x="3047" y="1121"/>
                </a:lnTo>
                <a:lnTo>
                  <a:pt x="4525" y="1581"/>
                </a:lnTo>
                <a:cubicBezTo>
                  <a:pt x="4953" y="1778"/>
                  <a:pt x="5413" y="1910"/>
                  <a:pt x="5906" y="2008"/>
                </a:cubicBezTo>
                <a:cubicBezTo>
                  <a:pt x="5913" y="2011"/>
                  <a:pt x="5920" y="2012"/>
                  <a:pt x="5928" y="2012"/>
                </a:cubicBezTo>
                <a:cubicBezTo>
                  <a:pt x="6013" y="2012"/>
                  <a:pt x="6060" y="1842"/>
                  <a:pt x="5938" y="1811"/>
                </a:cubicBezTo>
                <a:cubicBezTo>
                  <a:pt x="5478" y="1713"/>
                  <a:pt x="5018" y="1548"/>
                  <a:pt x="4558" y="1384"/>
                </a:cubicBezTo>
                <a:lnTo>
                  <a:pt x="3112" y="924"/>
                </a:lnTo>
                <a:lnTo>
                  <a:pt x="188" y="4"/>
                </a:lnTo>
                <a:cubicBezTo>
                  <a:pt x="178" y="1"/>
                  <a:pt x="168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3" name="Google Shape;1897;p11"/>
          <p:cNvSpPr/>
          <p:nvPr/>
        </p:nvSpPr>
        <p:spPr>
          <a:xfrm>
            <a:off x="7466760" y="4299480"/>
            <a:ext cx="129240" cy="52560"/>
          </a:xfrm>
          <a:custGeom>
            <a:avLst/>
            <a:gdLst>
              <a:gd name="textAreaLeft" fmla="*/ 0 w 129240"/>
              <a:gd name="textAreaRight" fmla="*/ 129600 w 129240"/>
              <a:gd name="textAreaTop" fmla="*/ 0 h 52560"/>
              <a:gd name="textAreaBottom" fmla="*/ 52920 h 52560"/>
            </a:gdLst>
            <a:ahLst/>
            <a:cxnLst/>
            <a:rect l="textAreaLeft" t="textAreaTop" r="textAreaRight" b="textAreaBottom"/>
            <a:pathLst>
              <a:path w="6131" h="2495">
                <a:moveTo>
                  <a:pt x="149" y="0"/>
                </a:moveTo>
                <a:cubicBezTo>
                  <a:pt x="69" y="0"/>
                  <a:pt x="0" y="118"/>
                  <a:pt x="51" y="195"/>
                </a:cubicBezTo>
                <a:cubicBezTo>
                  <a:pt x="413" y="490"/>
                  <a:pt x="807" y="721"/>
                  <a:pt x="1267" y="852"/>
                </a:cubicBezTo>
                <a:cubicBezTo>
                  <a:pt x="1760" y="1049"/>
                  <a:pt x="2286" y="1246"/>
                  <a:pt x="2812" y="1443"/>
                </a:cubicBezTo>
                <a:cubicBezTo>
                  <a:pt x="3863" y="1838"/>
                  <a:pt x="4915" y="2166"/>
                  <a:pt x="5966" y="2495"/>
                </a:cubicBezTo>
                <a:cubicBezTo>
                  <a:pt x="6098" y="2495"/>
                  <a:pt x="6131" y="2331"/>
                  <a:pt x="6032" y="2298"/>
                </a:cubicBezTo>
                <a:cubicBezTo>
                  <a:pt x="5013" y="2002"/>
                  <a:pt x="4028" y="1673"/>
                  <a:pt x="3042" y="1312"/>
                </a:cubicBezTo>
                <a:cubicBezTo>
                  <a:pt x="2549" y="1148"/>
                  <a:pt x="2056" y="951"/>
                  <a:pt x="1596" y="753"/>
                </a:cubicBezTo>
                <a:cubicBezTo>
                  <a:pt x="1103" y="556"/>
                  <a:pt x="544" y="425"/>
                  <a:pt x="216" y="30"/>
                </a:cubicBezTo>
                <a:cubicBezTo>
                  <a:pt x="194" y="9"/>
                  <a:pt x="171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280" bIns="26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4" name="Google Shape;1898;p11"/>
          <p:cNvSpPr/>
          <p:nvPr/>
        </p:nvSpPr>
        <p:spPr>
          <a:xfrm>
            <a:off x="7470360" y="4293360"/>
            <a:ext cx="128520" cy="44640"/>
          </a:xfrm>
          <a:custGeom>
            <a:avLst/>
            <a:gdLst>
              <a:gd name="textAreaLeft" fmla="*/ 0 w 128520"/>
              <a:gd name="textAreaRight" fmla="*/ 128880 w 128520"/>
              <a:gd name="textAreaTop" fmla="*/ 0 h 44640"/>
              <a:gd name="textAreaBottom" fmla="*/ 45000 h 44640"/>
            </a:gdLst>
            <a:ahLst/>
            <a:cxnLst/>
            <a:rect l="textAreaLeft" t="textAreaTop" r="textAreaRight" b="textAreaBottom"/>
            <a:pathLst>
              <a:path w="6084" h="2121">
                <a:moveTo>
                  <a:pt x="128" y="0"/>
                </a:moveTo>
                <a:cubicBezTo>
                  <a:pt x="33" y="0"/>
                  <a:pt x="0" y="154"/>
                  <a:pt x="114" y="211"/>
                </a:cubicBezTo>
                <a:cubicBezTo>
                  <a:pt x="2019" y="967"/>
                  <a:pt x="3958" y="1591"/>
                  <a:pt x="5930" y="2117"/>
                </a:cubicBezTo>
                <a:cubicBezTo>
                  <a:pt x="5940" y="2119"/>
                  <a:pt x="5949" y="2120"/>
                  <a:pt x="5958" y="2120"/>
                </a:cubicBezTo>
                <a:cubicBezTo>
                  <a:pt x="6065" y="2120"/>
                  <a:pt x="6084" y="1950"/>
                  <a:pt x="5963" y="1920"/>
                </a:cubicBezTo>
                <a:cubicBezTo>
                  <a:pt x="3991" y="1394"/>
                  <a:pt x="2052" y="769"/>
                  <a:pt x="179" y="14"/>
                </a:cubicBezTo>
                <a:cubicBezTo>
                  <a:pt x="161" y="5"/>
                  <a:pt x="144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5" name="Google Shape;1899;p11"/>
          <p:cNvSpPr/>
          <p:nvPr/>
        </p:nvSpPr>
        <p:spPr>
          <a:xfrm>
            <a:off x="7472880" y="4280400"/>
            <a:ext cx="126000" cy="48600"/>
          </a:xfrm>
          <a:custGeom>
            <a:avLst/>
            <a:gdLst>
              <a:gd name="textAreaLeft" fmla="*/ 0 w 126000"/>
              <a:gd name="textAreaRight" fmla="*/ 126360 w 12600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5962" h="2309">
                <a:moveTo>
                  <a:pt x="187" y="0"/>
                </a:moveTo>
                <a:cubicBezTo>
                  <a:pt x="74" y="0"/>
                  <a:pt x="0" y="142"/>
                  <a:pt x="90" y="202"/>
                </a:cubicBezTo>
                <a:cubicBezTo>
                  <a:pt x="1930" y="1056"/>
                  <a:pt x="3836" y="1746"/>
                  <a:pt x="5808" y="2305"/>
                </a:cubicBezTo>
                <a:cubicBezTo>
                  <a:pt x="5815" y="2307"/>
                  <a:pt x="5823" y="2308"/>
                  <a:pt x="5830" y="2308"/>
                </a:cubicBezTo>
                <a:cubicBezTo>
                  <a:pt x="5915" y="2308"/>
                  <a:pt x="5962" y="2138"/>
                  <a:pt x="5841" y="2107"/>
                </a:cubicBezTo>
                <a:cubicBezTo>
                  <a:pt x="3902" y="1549"/>
                  <a:pt x="2029" y="859"/>
                  <a:pt x="222" y="4"/>
                </a:cubicBezTo>
                <a:cubicBezTo>
                  <a:pt x="210" y="1"/>
                  <a:pt x="198" y="0"/>
                  <a:pt x="18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6" name="Google Shape;1900;p11"/>
          <p:cNvSpPr/>
          <p:nvPr/>
        </p:nvSpPr>
        <p:spPr>
          <a:xfrm>
            <a:off x="7513920" y="4287960"/>
            <a:ext cx="86040" cy="33120"/>
          </a:xfrm>
          <a:custGeom>
            <a:avLst/>
            <a:gdLst>
              <a:gd name="textAreaLeft" fmla="*/ 0 w 86040"/>
              <a:gd name="textAreaRight" fmla="*/ 86400 w 8604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4075" h="1582">
                <a:moveTo>
                  <a:pt x="324" y="0"/>
                </a:moveTo>
                <a:cubicBezTo>
                  <a:pt x="316" y="0"/>
                  <a:pt x="306" y="1"/>
                  <a:pt x="296" y="4"/>
                </a:cubicBezTo>
                <a:lnTo>
                  <a:pt x="263" y="4"/>
                </a:lnTo>
                <a:lnTo>
                  <a:pt x="99" y="37"/>
                </a:lnTo>
                <a:cubicBezTo>
                  <a:pt x="0" y="70"/>
                  <a:pt x="33" y="201"/>
                  <a:pt x="99" y="234"/>
                </a:cubicBezTo>
                <a:lnTo>
                  <a:pt x="2103" y="1022"/>
                </a:lnTo>
                <a:cubicBezTo>
                  <a:pt x="2640" y="1275"/>
                  <a:pt x="3238" y="1467"/>
                  <a:pt x="3867" y="1569"/>
                </a:cubicBezTo>
                <a:lnTo>
                  <a:pt x="3867" y="1569"/>
                </a:lnTo>
                <a:cubicBezTo>
                  <a:pt x="3884" y="1577"/>
                  <a:pt x="3899" y="1581"/>
                  <a:pt x="3911" y="1581"/>
                </a:cubicBezTo>
                <a:lnTo>
                  <a:pt x="3911" y="1576"/>
                </a:lnTo>
                <a:lnTo>
                  <a:pt x="3911" y="1576"/>
                </a:lnTo>
                <a:cubicBezTo>
                  <a:pt x="3922" y="1578"/>
                  <a:pt x="3933" y="1580"/>
                  <a:pt x="3943" y="1581"/>
                </a:cubicBezTo>
                <a:cubicBezTo>
                  <a:pt x="4042" y="1581"/>
                  <a:pt x="4075" y="1417"/>
                  <a:pt x="3976" y="1384"/>
                </a:cubicBezTo>
                <a:cubicBezTo>
                  <a:pt x="3957" y="1355"/>
                  <a:pt x="3927" y="1343"/>
                  <a:pt x="3895" y="1343"/>
                </a:cubicBezTo>
                <a:cubicBezTo>
                  <a:pt x="3869" y="1343"/>
                  <a:pt x="3843" y="1351"/>
                  <a:pt x="3821" y="1363"/>
                </a:cubicBezTo>
                <a:lnTo>
                  <a:pt x="3821" y="1363"/>
                </a:lnTo>
                <a:cubicBezTo>
                  <a:pt x="3234" y="1259"/>
                  <a:pt x="2623" y="1069"/>
                  <a:pt x="2070" y="792"/>
                </a:cubicBezTo>
                <a:lnTo>
                  <a:pt x="406" y="133"/>
                </a:lnTo>
                <a:lnTo>
                  <a:pt x="406" y="133"/>
                </a:lnTo>
                <a:cubicBezTo>
                  <a:pt x="427" y="74"/>
                  <a:pt x="395" y="0"/>
                  <a:pt x="32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7" name="Google Shape;1901;p11"/>
          <p:cNvSpPr/>
          <p:nvPr/>
        </p:nvSpPr>
        <p:spPr>
          <a:xfrm>
            <a:off x="7538760" y="4288680"/>
            <a:ext cx="57600" cy="24840"/>
          </a:xfrm>
          <a:custGeom>
            <a:avLst/>
            <a:gdLst>
              <a:gd name="textAreaLeft" fmla="*/ 0 w 57600"/>
              <a:gd name="textAreaRight" fmla="*/ 57960 w 5760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2740" h="1199">
                <a:moveTo>
                  <a:pt x="149" y="0"/>
                </a:moveTo>
                <a:cubicBezTo>
                  <a:pt x="52" y="0"/>
                  <a:pt x="1" y="125"/>
                  <a:pt x="111" y="180"/>
                </a:cubicBezTo>
                <a:cubicBezTo>
                  <a:pt x="867" y="607"/>
                  <a:pt x="1721" y="936"/>
                  <a:pt x="2575" y="1199"/>
                </a:cubicBezTo>
                <a:cubicBezTo>
                  <a:pt x="2674" y="1199"/>
                  <a:pt x="2740" y="1034"/>
                  <a:pt x="2608" y="1001"/>
                </a:cubicBezTo>
                <a:cubicBezTo>
                  <a:pt x="1787" y="771"/>
                  <a:pt x="965" y="443"/>
                  <a:pt x="209" y="16"/>
                </a:cubicBezTo>
                <a:cubicBezTo>
                  <a:pt x="188" y="5"/>
                  <a:pt x="168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8" name="Google Shape;1902;p11"/>
          <p:cNvSpPr/>
          <p:nvPr/>
        </p:nvSpPr>
        <p:spPr>
          <a:xfrm>
            <a:off x="7565760" y="4291200"/>
            <a:ext cx="31680" cy="14040"/>
          </a:xfrm>
          <a:custGeom>
            <a:avLst/>
            <a:gdLst>
              <a:gd name="textAreaLeft" fmla="*/ 0 w 31680"/>
              <a:gd name="textAreaRight" fmla="*/ 32040 w 3168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517" h="675">
                <a:moveTo>
                  <a:pt x="159" y="1"/>
                </a:moveTo>
                <a:cubicBezTo>
                  <a:pt x="57" y="1"/>
                  <a:pt x="0" y="155"/>
                  <a:pt x="113" y="211"/>
                </a:cubicBezTo>
                <a:cubicBezTo>
                  <a:pt x="508" y="408"/>
                  <a:pt x="902" y="540"/>
                  <a:pt x="1329" y="671"/>
                </a:cubicBezTo>
                <a:cubicBezTo>
                  <a:pt x="1339" y="674"/>
                  <a:pt x="1349" y="675"/>
                  <a:pt x="1358" y="675"/>
                </a:cubicBezTo>
                <a:cubicBezTo>
                  <a:pt x="1470" y="675"/>
                  <a:pt x="1516" y="505"/>
                  <a:pt x="1395" y="474"/>
                </a:cubicBezTo>
                <a:cubicBezTo>
                  <a:pt x="968" y="376"/>
                  <a:pt x="573" y="211"/>
                  <a:pt x="212" y="14"/>
                </a:cubicBezTo>
                <a:cubicBezTo>
                  <a:pt x="194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9" name="Google Shape;1903;p11"/>
          <p:cNvSpPr/>
          <p:nvPr/>
        </p:nvSpPr>
        <p:spPr>
          <a:xfrm>
            <a:off x="7092000" y="4741920"/>
            <a:ext cx="23400" cy="11160"/>
          </a:xfrm>
          <a:custGeom>
            <a:avLst/>
            <a:gdLst>
              <a:gd name="textAreaLeft" fmla="*/ 0 w 23400"/>
              <a:gd name="textAreaRight" fmla="*/ 23760 w 2340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131" h="552">
                <a:moveTo>
                  <a:pt x="132" y="1"/>
                </a:moveTo>
                <a:cubicBezTo>
                  <a:pt x="33" y="1"/>
                  <a:pt x="0" y="181"/>
                  <a:pt x="144" y="210"/>
                </a:cubicBezTo>
                <a:cubicBezTo>
                  <a:pt x="440" y="308"/>
                  <a:pt x="703" y="407"/>
                  <a:pt x="966" y="538"/>
                </a:cubicBezTo>
                <a:cubicBezTo>
                  <a:pt x="976" y="548"/>
                  <a:pt x="988" y="552"/>
                  <a:pt x="1002" y="552"/>
                </a:cubicBezTo>
                <a:cubicBezTo>
                  <a:pt x="1034" y="552"/>
                  <a:pt x="1074" y="529"/>
                  <a:pt x="1097" y="505"/>
                </a:cubicBezTo>
                <a:cubicBezTo>
                  <a:pt x="1130" y="473"/>
                  <a:pt x="1130" y="407"/>
                  <a:pt x="1065" y="374"/>
                </a:cubicBezTo>
                <a:cubicBezTo>
                  <a:pt x="769" y="243"/>
                  <a:pt x="473" y="111"/>
                  <a:pt x="177" y="13"/>
                </a:cubicBezTo>
                <a:cubicBezTo>
                  <a:pt x="161" y="4"/>
                  <a:pt x="146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0" name="Google Shape;1904;p11"/>
          <p:cNvSpPr/>
          <p:nvPr/>
        </p:nvSpPr>
        <p:spPr>
          <a:xfrm>
            <a:off x="7104240" y="4738320"/>
            <a:ext cx="16560" cy="9720"/>
          </a:xfrm>
          <a:custGeom>
            <a:avLst/>
            <a:gdLst>
              <a:gd name="textAreaLeft" fmla="*/ 0 w 16560"/>
              <a:gd name="textAreaRight" fmla="*/ 16920 w 1656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800" h="474">
                <a:moveTo>
                  <a:pt x="112" y="1"/>
                </a:moveTo>
                <a:cubicBezTo>
                  <a:pt x="83" y="1"/>
                  <a:pt x="53" y="17"/>
                  <a:pt x="33" y="55"/>
                </a:cubicBezTo>
                <a:cubicBezTo>
                  <a:pt x="1" y="88"/>
                  <a:pt x="33" y="154"/>
                  <a:pt x="66" y="187"/>
                </a:cubicBezTo>
                <a:lnTo>
                  <a:pt x="559" y="449"/>
                </a:lnTo>
                <a:cubicBezTo>
                  <a:pt x="582" y="467"/>
                  <a:pt x="605" y="474"/>
                  <a:pt x="627" y="474"/>
                </a:cubicBezTo>
                <a:cubicBezTo>
                  <a:pt x="729" y="474"/>
                  <a:pt x="799" y="312"/>
                  <a:pt x="691" y="285"/>
                </a:cubicBezTo>
                <a:lnTo>
                  <a:pt x="165" y="22"/>
                </a:lnTo>
                <a:cubicBezTo>
                  <a:pt x="151" y="9"/>
                  <a:pt x="132" y="1"/>
                  <a:pt x="1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1" name="Google Shape;1905;p11"/>
          <p:cNvSpPr/>
          <p:nvPr/>
        </p:nvSpPr>
        <p:spPr>
          <a:xfrm>
            <a:off x="7108560" y="4731120"/>
            <a:ext cx="15840" cy="8280"/>
          </a:xfrm>
          <a:custGeom>
            <a:avLst/>
            <a:gdLst>
              <a:gd name="textAreaLeft" fmla="*/ 0 w 15840"/>
              <a:gd name="textAreaRight" fmla="*/ 16200 w 1584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761" h="414">
                <a:moveTo>
                  <a:pt x="156" y="0"/>
                </a:moveTo>
                <a:cubicBezTo>
                  <a:pt x="45" y="0"/>
                  <a:pt x="0" y="171"/>
                  <a:pt x="152" y="201"/>
                </a:cubicBezTo>
                <a:cubicBezTo>
                  <a:pt x="185" y="234"/>
                  <a:pt x="218" y="234"/>
                  <a:pt x="251" y="234"/>
                </a:cubicBezTo>
                <a:lnTo>
                  <a:pt x="284" y="234"/>
                </a:lnTo>
                <a:cubicBezTo>
                  <a:pt x="316" y="267"/>
                  <a:pt x="316" y="267"/>
                  <a:pt x="349" y="267"/>
                </a:cubicBezTo>
                <a:cubicBezTo>
                  <a:pt x="415" y="300"/>
                  <a:pt x="481" y="332"/>
                  <a:pt x="546" y="398"/>
                </a:cubicBezTo>
                <a:cubicBezTo>
                  <a:pt x="568" y="409"/>
                  <a:pt x="588" y="413"/>
                  <a:pt x="607" y="413"/>
                </a:cubicBezTo>
                <a:cubicBezTo>
                  <a:pt x="705" y="413"/>
                  <a:pt x="760" y="289"/>
                  <a:pt x="678" y="234"/>
                </a:cubicBezTo>
                <a:cubicBezTo>
                  <a:pt x="514" y="135"/>
                  <a:pt x="349" y="37"/>
                  <a:pt x="185" y="4"/>
                </a:cubicBezTo>
                <a:cubicBezTo>
                  <a:pt x="175" y="1"/>
                  <a:pt x="165" y="0"/>
                  <a:pt x="15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2" name="Google Shape;1906;p11"/>
          <p:cNvSpPr/>
          <p:nvPr/>
        </p:nvSpPr>
        <p:spPr>
          <a:xfrm>
            <a:off x="7056360" y="4740840"/>
            <a:ext cx="25560" cy="10800"/>
          </a:xfrm>
          <a:custGeom>
            <a:avLst/>
            <a:gdLst>
              <a:gd name="textAreaLeft" fmla="*/ 0 w 25560"/>
              <a:gd name="textAreaRight" fmla="*/ 25920 w 2556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1230" h="535">
                <a:moveTo>
                  <a:pt x="162" y="1"/>
                </a:moveTo>
                <a:cubicBezTo>
                  <a:pt x="74" y="1"/>
                  <a:pt x="0" y="142"/>
                  <a:pt x="90" y="202"/>
                </a:cubicBezTo>
                <a:cubicBezTo>
                  <a:pt x="386" y="333"/>
                  <a:pt x="714" y="465"/>
                  <a:pt x="1043" y="531"/>
                </a:cubicBezTo>
                <a:cubicBezTo>
                  <a:pt x="1053" y="533"/>
                  <a:pt x="1062" y="534"/>
                  <a:pt x="1072" y="534"/>
                </a:cubicBezTo>
                <a:cubicBezTo>
                  <a:pt x="1183" y="534"/>
                  <a:pt x="1230" y="364"/>
                  <a:pt x="1108" y="333"/>
                </a:cubicBezTo>
                <a:cubicBezTo>
                  <a:pt x="780" y="268"/>
                  <a:pt x="484" y="169"/>
                  <a:pt x="188" y="5"/>
                </a:cubicBezTo>
                <a:cubicBezTo>
                  <a:pt x="180" y="2"/>
                  <a:pt x="171" y="1"/>
                  <a:pt x="1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3" name="Google Shape;1907;p11"/>
          <p:cNvSpPr/>
          <p:nvPr/>
        </p:nvSpPr>
        <p:spPr>
          <a:xfrm>
            <a:off x="7056720" y="4730760"/>
            <a:ext cx="41040" cy="20160"/>
          </a:xfrm>
          <a:custGeom>
            <a:avLst/>
            <a:gdLst>
              <a:gd name="textAreaLeft" fmla="*/ 0 w 41040"/>
              <a:gd name="textAreaRight" fmla="*/ 41400 w 4104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948" h="971">
                <a:moveTo>
                  <a:pt x="143" y="1"/>
                </a:moveTo>
                <a:cubicBezTo>
                  <a:pt x="61" y="1"/>
                  <a:pt x="0" y="154"/>
                  <a:pt x="85" y="211"/>
                </a:cubicBezTo>
                <a:cubicBezTo>
                  <a:pt x="643" y="474"/>
                  <a:pt x="1202" y="737"/>
                  <a:pt x="1794" y="967"/>
                </a:cubicBezTo>
                <a:cubicBezTo>
                  <a:pt x="1804" y="969"/>
                  <a:pt x="1813" y="970"/>
                  <a:pt x="1822" y="970"/>
                </a:cubicBezTo>
                <a:cubicBezTo>
                  <a:pt x="1929" y="970"/>
                  <a:pt x="1948" y="800"/>
                  <a:pt x="1826" y="770"/>
                </a:cubicBezTo>
                <a:cubicBezTo>
                  <a:pt x="1268" y="540"/>
                  <a:pt x="742" y="310"/>
                  <a:pt x="183" y="14"/>
                </a:cubicBezTo>
                <a:cubicBezTo>
                  <a:pt x="170" y="5"/>
                  <a:pt x="156" y="1"/>
                  <a:pt x="1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4" name="Google Shape;1908;p11"/>
          <p:cNvSpPr/>
          <p:nvPr/>
        </p:nvSpPr>
        <p:spPr>
          <a:xfrm>
            <a:off x="7059600" y="4720320"/>
            <a:ext cx="45000" cy="24480"/>
          </a:xfrm>
          <a:custGeom>
            <a:avLst/>
            <a:gdLst>
              <a:gd name="textAreaLeft" fmla="*/ 0 w 45000"/>
              <a:gd name="textAreaRight" fmla="*/ 45360 w 4500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2141" h="1172">
                <a:moveTo>
                  <a:pt x="172" y="0"/>
                </a:moveTo>
                <a:cubicBezTo>
                  <a:pt x="72" y="0"/>
                  <a:pt x="0" y="102"/>
                  <a:pt x="80" y="182"/>
                </a:cubicBezTo>
                <a:cubicBezTo>
                  <a:pt x="639" y="609"/>
                  <a:pt x="1296" y="938"/>
                  <a:pt x="1953" y="1168"/>
                </a:cubicBezTo>
                <a:cubicBezTo>
                  <a:pt x="1963" y="1171"/>
                  <a:pt x="1973" y="1172"/>
                  <a:pt x="1982" y="1172"/>
                </a:cubicBezTo>
                <a:cubicBezTo>
                  <a:pt x="2094" y="1172"/>
                  <a:pt x="2140" y="1001"/>
                  <a:pt x="2019" y="971"/>
                </a:cubicBezTo>
                <a:cubicBezTo>
                  <a:pt x="1362" y="774"/>
                  <a:pt x="770" y="445"/>
                  <a:pt x="245" y="18"/>
                </a:cubicBezTo>
                <a:cubicBezTo>
                  <a:pt x="220" y="6"/>
                  <a:pt x="195" y="0"/>
                  <a:pt x="17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5" name="Google Shape;1909;p11"/>
          <p:cNvSpPr/>
          <p:nvPr/>
        </p:nvSpPr>
        <p:spPr>
          <a:xfrm>
            <a:off x="7076880" y="4719600"/>
            <a:ext cx="27720" cy="15480"/>
          </a:xfrm>
          <a:custGeom>
            <a:avLst/>
            <a:gdLst>
              <a:gd name="textAreaLeft" fmla="*/ 0 w 27720"/>
              <a:gd name="textAreaRight" fmla="*/ 28080 w 2772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332" h="753">
                <a:moveTo>
                  <a:pt x="134" y="1"/>
                </a:moveTo>
                <a:cubicBezTo>
                  <a:pt x="56" y="1"/>
                  <a:pt x="0" y="125"/>
                  <a:pt x="83" y="180"/>
                </a:cubicBezTo>
                <a:cubicBezTo>
                  <a:pt x="444" y="378"/>
                  <a:pt x="806" y="575"/>
                  <a:pt x="1167" y="739"/>
                </a:cubicBezTo>
                <a:cubicBezTo>
                  <a:pt x="1177" y="749"/>
                  <a:pt x="1189" y="753"/>
                  <a:pt x="1203" y="753"/>
                </a:cubicBezTo>
                <a:cubicBezTo>
                  <a:pt x="1236" y="753"/>
                  <a:pt x="1275" y="729"/>
                  <a:pt x="1299" y="706"/>
                </a:cubicBezTo>
                <a:cubicBezTo>
                  <a:pt x="1331" y="673"/>
                  <a:pt x="1299" y="608"/>
                  <a:pt x="1266" y="575"/>
                </a:cubicBezTo>
                <a:cubicBezTo>
                  <a:pt x="904" y="410"/>
                  <a:pt x="543" y="213"/>
                  <a:pt x="181" y="16"/>
                </a:cubicBezTo>
                <a:cubicBezTo>
                  <a:pt x="165" y="5"/>
                  <a:pt x="150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6" name="Google Shape;1910;p11"/>
          <p:cNvSpPr/>
          <p:nvPr/>
        </p:nvSpPr>
        <p:spPr>
          <a:xfrm>
            <a:off x="7069680" y="4700880"/>
            <a:ext cx="45000" cy="23040"/>
          </a:xfrm>
          <a:custGeom>
            <a:avLst/>
            <a:gdLst>
              <a:gd name="textAreaLeft" fmla="*/ 0 w 45000"/>
              <a:gd name="textAreaRight" fmla="*/ 45360 w 4500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2146" h="1104">
                <a:moveTo>
                  <a:pt x="135" y="1"/>
                </a:moveTo>
                <a:cubicBezTo>
                  <a:pt x="56" y="1"/>
                  <a:pt x="1" y="125"/>
                  <a:pt x="83" y="180"/>
                </a:cubicBezTo>
                <a:cubicBezTo>
                  <a:pt x="675" y="542"/>
                  <a:pt x="1332" y="870"/>
                  <a:pt x="1989" y="1100"/>
                </a:cubicBezTo>
                <a:cubicBezTo>
                  <a:pt x="1999" y="1103"/>
                  <a:pt x="2009" y="1104"/>
                  <a:pt x="2017" y="1104"/>
                </a:cubicBezTo>
                <a:cubicBezTo>
                  <a:pt x="2125" y="1104"/>
                  <a:pt x="2146" y="933"/>
                  <a:pt x="2055" y="903"/>
                </a:cubicBezTo>
                <a:cubicBezTo>
                  <a:pt x="1398" y="673"/>
                  <a:pt x="773" y="377"/>
                  <a:pt x="182" y="16"/>
                </a:cubicBez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7" name="Google Shape;1911;p11"/>
          <p:cNvSpPr/>
          <p:nvPr/>
        </p:nvSpPr>
        <p:spPr>
          <a:xfrm>
            <a:off x="7091280" y="4697640"/>
            <a:ext cx="37080" cy="18360"/>
          </a:xfrm>
          <a:custGeom>
            <a:avLst/>
            <a:gdLst>
              <a:gd name="textAreaLeft" fmla="*/ 0 w 37080"/>
              <a:gd name="textAreaRight" fmla="*/ 37440 w 3708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774" h="884">
                <a:moveTo>
                  <a:pt x="134" y="0"/>
                </a:moveTo>
                <a:cubicBezTo>
                  <a:pt x="56" y="0"/>
                  <a:pt x="0" y="125"/>
                  <a:pt x="83" y="180"/>
                </a:cubicBezTo>
                <a:cubicBezTo>
                  <a:pt x="576" y="476"/>
                  <a:pt x="1069" y="706"/>
                  <a:pt x="1627" y="870"/>
                </a:cubicBezTo>
                <a:cubicBezTo>
                  <a:pt x="1641" y="879"/>
                  <a:pt x="1654" y="883"/>
                  <a:pt x="1666" y="883"/>
                </a:cubicBezTo>
                <a:cubicBezTo>
                  <a:pt x="1740" y="883"/>
                  <a:pt x="1773" y="729"/>
                  <a:pt x="1660" y="673"/>
                </a:cubicBezTo>
                <a:cubicBezTo>
                  <a:pt x="1167" y="508"/>
                  <a:pt x="674" y="278"/>
                  <a:pt x="181" y="16"/>
                </a:cubicBezTo>
                <a:cubicBezTo>
                  <a:pt x="166" y="5"/>
                  <a:pt x="150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8" name="Google Shape;1912;p11"/>
          <p:cNvSpPr/>
          <p:nvPr/>
        </p:nvSpPr>
        <p:spPr>
          <a:xfrm>
            <a:off x="7106040" y="4687200"/>
            <a:ext cx="33120" cy="13680"/>
          </a:xfrm>
          <a:custGeom>
            <a:avLst/>
            <a:gdLst>
              <a:gd name="textAreaLeft" fmla="*/ 0 w 33120"/>
              <a:gd name="textAreaRight" fmla="*/ 33480 w 3312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1583" h="669">
                <a:moveTo>
                  <a:pt x="152" y="0"/>
                </a:moveTo>
                <a:cubicBezTo>
                  <a:pt x="72" y="0"/>
                  <a:pt x="1" y="78"/>
                  <a:pt x="48" y="172"/>
                </a:cubicBezTo>
                <a:cubicBezTo>
                  <a:pt x="179" y="336"/>
                  <a:pt x="377" y="435"/>
                  <a:pt x="607" y="435"/>
                </a:cubicBezTo>
                <a:lnTo>
                  <a:pt x="1395" y="665"/>
                </a:lnTo>
                <a:cubicBezTo>
                  <a:pt x="1405" y="667"/>
                  <a:pt x="1415" y="668"/>
                  <a:pt x="1424" y="668"/>
                </a:cubicBezTo>
                <a:cubicBezTo>
                  <a:pt x="1536" y="668"/>
                  <a:pt x="1582" y="496"/>
                  <a:pt x="1461" y="435"/>
                </a:cubicBezTo>
                <a:lnTo>
                  <a:pt x="738" y="270"/>
                </a:lnTo>
                <a:cubicBezTo>
                  <a:pt x="640" y="238"/>
                  <a:pt x="541" y="205"/>
                  <a:pt x="442" y="205"/>
                </a:cubicBezTo>
                <a:cubicBezTo>
                  <a:pt x="344" y="172"/>
                  <a:pt x="278" y="106"/>
                  <a:pt x="245" y="40"/>
                </a:cubicBezTo>
                <a:cubicBezTo>
                  <a:pt x="217" y="13"/>
                  <a:pt x="184" y="0"/>
                  <a:pt x="15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49" name="Google Shape;1913;p11"/>
          <p:cNvSpPr/>
          <p:nvPr/>
        </p:nvSpPr>
        <p:spPr>
          <a:xfrm>
            <a:off x="7105320" y="4665600"/>
            <a:ext cx="39600" cy="20880"/>
          </a:xfrm>
          <a:custGeom>
            <a:avLst/>
            <a:gdLst>
              <a:gd name="textAreaLeft" fmla="*/ 0 w 39600"/>
              <a:gd name="textAreaRight" fmla="*/ 39960 w 3960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881" h="1006">
                <a:moveTo>
                  <a:pt x="135" y="1"/>
                </a:moveTo>
                <a:cubicBezTo>
                  <a:pt x="56" y="1"/>
                  <a:pt x="0" y="125"/>
                  <a:pt x="83" y="180"/>
                </a:cubicBezTo>
                <a:cubicBezTo>
                  <a:pt x="576" y="509"/>
                  <a:pt x="1135" y="805"/>
                  <a:pt x="1693" y="1002"/>
                </a:cubicBezTo>
                <a:cubicBezTo>
                  <a:pt x="1703" y="1004"/>
                  <a:pt x="1713" y="1005"/>
                  <a:pt x="1722" y="1005"/>
                </a:cubicBezTo>
                <a:cubicBezTo>
                  <a:pt x="1834" y="1005"/>
                  <a:pt x="1880" y="835"/>
                  <a:pt x="1759" y="805"/>
                </a:cubicBezTo>
                <a:cubicBezTo>
                  <a:pt x="1200" y="607"/>
                  <a:pt x="675" y="345"/>
                  <a:pt x="182" y="16"/>
                </a:cubicBez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0" name="Google Shape;1914;p11"/>
          <p:cNvSpPr/>
          <p:nvPr/>
        </p:nvSpPr>
        <p:spPr>
          <a:xfrm>
            <a:off x="7127280" y="4661280"/>
            <a:ext cx="22680" cy="12600"/>
          </a:xfrm>
          <a:custGeom>
            <a:avLst/>
            <a:gdLst>
              <a:gd name="textAreaLeft" fmla="*/ 0 w 22680"/>
              <a:gd name="textAreaRight" fmla="*/ 23040 w 2268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086" h="614">
                <a:moveTo>
                  <a:pt x="112" y="0"/>
                </a:moveTo>
                <a:cubicBezTo>
                  <a:pt x="84" y="0"/>
                  <a:pt x="53" y="16"/>
                  <a:pt x="34" y="55"/>
                </a:cubicBezTo>
                <a:cubicBezTo>
                  <a:pt x="1" y="88"/>
                  <a:pt x="34" y="153"/>
                  <a:pt x="67" y="186"/>
                </a:cubicBezTo>
                <a:lnTo>
                  <a:pt x="921" y="613"/>
                </a:lnTo>
                <a:cubicBezTo>
                  <a:pt x="987" y="613"/>
                  <a:pt x="1053" y="613"/>
                  <a:pt x="1085" y="548"/>
                </a:cubicBezTo>
                <a:cubicBezTo>
                  <a:pt x="1085" y="515"/>
                  <a:pt x="1085" y="449"/>
                  <a:pt x="1053" y="416"/>
                </a:cubicBezTo>
                <a:lnTo>
                  <a:pt x="165" y="22"/>
                </a:lnTo>
                <a:cubicBezTo>
                  <a:pt x="152" y="8"/>
                  <a:pt x="132" y="0"/>
                  <a:pt x="11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1" name="Google Shape;1915;p11"/>
          <p:cNvSpPr/>
          <p:nvPr/>
        </p:nvSpPr>
        <p:spPr>
          <a:xfrm>
            <a:off x="7113960" y="4639680"/>
            <a:ext cx="30240" cy="15480"/>
          </a:xfrm>
          <a:custGeom>
            <a:avLst/>
            <a:gdLst>
              <a:gd name="textAreaLeft" fmla="*/ 0 w 30240"/>
              <a:gd name="textAreaRight" fmla="*/ 30600 w 3024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447" h="751">
                <a:moveTo>
                  <a:pt x="108" y="1"/>
                </a:moveTo>
                <a:cubicBezTo>
                  <a:pt x="64" y="1"/>
                  <a:pt x="24" y="24"/>
                  <a:pt x="1" y="47"/>
                </a:cubicBezTo>
                <a:cubicBezTo>
                  <a:pt x="1" y="113"/>
                  <a:pt x="1" y="178"/>
                  <a:pt x="66" y="211"/>
                </a:cubicBezTo>
                <a:lnTo>
                  <a:pt x="1282" y="737"/>
                </a:lnTo>
                <a:cubicBezTo>
                  <a:pt x="1292" y="747"/>
                  <a:pt x="1304" y="751"/>
                  <a:pt x="1318" y="751"/>
                </a:cubicBezTo>
                <a:cubicBezTo>
                  <a:pt x="1351" y="751"/>
                  <a:pt x="1390" y="727"/>
                  <a:pt x="1414" y="704"/>
                </a:cubicBezTo>
                <a:cubicBezTo>
                  <a:pt x="1446" y="638"/>
                  <a:pt x="1446" y="573"/>
                  <a:pt x="1381" y="540"/>
                </a:cubicBezTo>
                <a:lnTo>
                  <a:pt x="165" y="14"/>
                </a:lnTo>
                <a:cubicBezTo>
                  <a:pt x="146" y="4"/>
                  <a:pt x="126" y="1"/>
                  <a:pt x="1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2" name="Google Shape;1916;p11"/>
          <p:cNvSpPr/>
          <p:nvPr/>
        </p:nvSpPr>
        <p:spPr>
          <a:xfrm>
            <a:off x="7120800" y="4625640"/>
            <a:ext cx="28080" cy="13320"/>
          </a:xfrm>
          <a:custGeom>
            <a:avLst/>
            <a:gdLst>
              <a:gd name="textAreaLeft" fmla="*/ 0 w 28080"/>
              <a:gd name="textAreaRight" fmla="*/ 28440 w 2808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352" h="644">
                <a:moveTo>
                  <a:pt x="149" y="1"/>
                </a:moveTo>
                <a:cubicBezTo>
                  <a:pt x="52" y="1"/>
                  <a:pt x="1" y="125"/>
                  <a:pt x="111" y="180"/>
                </a:cubicBezTo>
                <a:cubicBezTo>
                  <a:pt x="439" y="377"/>
                  <a:pt x="801" y="509"/>
                  <a:pt x="1195" y="640"/>
                </a:cubicBezTo>
                <a:cubicBezTo>
                  <a:pt x="1205" y="643"/>
                  <a:pt x="1215" y="644"/>
                  <a:pt x="1224" y="644"/>
                </a:cubicBezTo>
                <a:cubicBezTo>
                  <a:pt x="1331" y="644"/>
                  <a:pt x="1352" y="473"/>
                  <a:pt x="1261" y="443"/>
                </a:cubicBezTo>
                <a:cubicBezTo>
                  <a:pt x="899" y="312"/>
                  <a:pt x="538" y="180"/>
                  <a:pt x="209" y="16"/>
                </a:cubicBezTo>
                <a:cubicBezTo>
                  <a:pt x="188" y="5"/>
                  <a:pt x="168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3" name="Google Shape;1917;p11"/>
          <p:cNvSpPr/>
          <p:nvPr/>
        </p:nvSpPr>
        <p:spPr>
          <a:xfrm>
            <a:off x="7128360" y="4608360"/>
            <a:ext cx="24480" cy="12960"/>
          </a:xfrm>
          <a:custGeom>
            <a:avLst/>
            <a:gdLst>
              <a:gd name="textAreaLeft" fmla="*/ 0 w 24480"/>
              <a:gd name="textAreaRight" fmla="*/ 24840 w 2448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181" h="623">
                <a:moveTo>
                  <a:pt x="134" y="0"/>
                </a:moveTo>
                <a:cubicBezTo>
                  <a:pt x="44" y="0"/>
                  <a:pt x="0" y="139"/>
                  <a:pt x="106" y="192"/>
                </a:cubicBezTo>
                <a:cubicBezTo>
                  <a:pt x="369" y="356"/>
                  <a:pt x="665" y="520"/>
                  <a:pt x="994" y="619"/>
                </a:cubicBezTo>
                <a:cubicBezTo>
                  <a:pt x="1004" y="621"/>
                  <a:pt x="1013" y="623"/>
                  <a:pt x="1022" y="623"/>
                </a:cubicBezTo>
                <a:cubicBezTo>
                  <a:pt x="1134" y="623"/>
                  <a:pt x="1181" y="452"/>
                  <a:pt x="1059" y="422"/>
                </a:cubicBezTo>
                <a:cubicBezTo>
                  <a:pt x="763" y="323"/>
                  <a:pt x="468" y="192"/>
                  <a:pt x="205" y="27"/>
                </a:cubicBezTo>
                <a:cubicBezTo>
                  <a:pt x="179" y="8"/>
                  <a:pt x="155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4" name="Google Shape;1918;p11"/>
          <p:cNvSpPr/>
          <p:nvPr/>
        </p:nvSpPr>
        <p:spPr>
          <a:xfrm>
            <a:off x="7131240" y="4558680"/>
            <a:ext cx="16920" cy="8640"/>
          </a:xfrm>
          <a:custGeom>
            <a:avLst/>
            <a:gdLst>
              <a:gd name="textAreaLeft" fmla="*/ 0 w 16920"/>
              <a:gd name="textAreaRight" fmla="*/ 17280 w 1692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822" h="428">
                <a:moveTo>
                  <a:pt x="132" y="0"/>
                </a:moveTo>
                <a:cubicBezTo>
                  <a:pt x="99" y="0"/>
                  <a:pt x="33" y="33"/>
                  <a:pt x="33" y="99"/>
                </a:cubicBezTo>
                <a:cubicBezTo>
                  <a:pt x="0" y="132"/>
                  <a:pt x="33" y="198"/>
                  <a:pt x="99" y="230"/>
                </a:cubicBezTo>
                <a:lnTo>
                  <a:pt x="657" y="428"/>
                </a:lnTo>
                <a:cubicBezTo>
                  <a:pt x="723" y="428"/>
                  <a:pt x="789" y="395"/>
                  <a:pt x="789" y="362"/>
                </a:cubicBezTo>
                <a:cubicBezTo>
                  <a:pt x="822" y="296"/>
                  <a:pt x="789" y="230"/>
                  <a:pt x="723" y="230"/>
                </a:cubicBezTo>
                <a:lnTo>
                  <a:pt x="132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5" name="Google Shape;1919;p11"/>
          <p:cNvSpPr/>
          <p:nvPr/>
        </p:nvSpPr>
        <p:spPr>
          <a:xfrm>
            <a:off x="7127640" y="4539240"/>
            <a:ext cx="29160" cy="16920"/>
          </a:xfrm>
          <a:custGeom>
            <a:avLst/>
            <a:gdLst>
              <a:gd name="textAreaLeft" fmla="*/ 0 w 29160"/>
              <a:gd name="textAreaRight" fmla="*/ 29520 w 2916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1392" h="820">
                <a:moveTo>
                  <a:pt x="170" y="0"/>
                </a:moveTo>
                <a:cubicBezTo>
                  <a:pt x="83" y="0"/>
                  <a:pt x="1" y="111"/>
                  <a:pt x="78" y="163"/>
                </a:cubicBezTo>
                <a:lnTo>
                  <a:pt x="78" y="196"/>
                </a:lnTo>
                <a:cubicBezTo>
                  <a:pt x="406" y="491"/>
                  <a:pt x="800" y="688"/>
                  <a:pt x="1195" y="820"/>
                </a:cubicBezTo>
                <a:cubicBezTo>
                  <a:pt x="1326" y="820"/>
                  <a:pt x="1392" y="656"/>
                  <a:pt x="1261" y="623"/>
                </a:cubicBezTo>
                <a:cubicBezTo>
                  <a:pt x="866" y="491"/>
                  <a:pt x="538" y="294"/>
                  <a:pt x="242" y="31"/>
                </a:cubicBezTo>
                <a:cubicBezTo>
                  <a:pt x="220" y="9"/>
                  <a:pt x="195" y="0"/>
                  <a:pt x="17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6" name="Google Shape;1920;p11"/>
          <p:cNvSpPr/>
          <p:nvPr/>
        </p:nvSpPr>
        <p:spPr>
          <a:xfrm>
            <a:off x="7127640" y="4514040"/>
            <a:ext cx="27360" cy="16560"/>
          </a:xfrm>
          <a:custGeom>
            <a:avLst/>
            <a:gdLst>
              <a:gd name="textAreaLeft" fmla="*/ 0 w 27360"/>
              <a:gd name="textAreaRight" fmla="*/ 27720 w 2736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310" h="799">
                <a:moveTo>
                  <a:pt x="170" y="1"/>
                </a:moveTo>
                <a:cubicBezTo>
                  <a:pt x="83" y="1"/>
                  <a:pt x="1" y="112"/>
                  <a:pt x="78" y="163"/>
                </a:cubicBezTo>
                <a:cubicBezTo>
                  <a:pt x="406" y="458"/>
                  <a:pt x="735" y="656"/>
                  <a:pt x="1129" y="787"/>
                </a:cubicBezTo>
                <a:cubicBezTo>
                  <a:pt x="1149" y="795"/>
                  <a:pt x="1168" y="799"/>
                  <a:pt x="1184" y="799"/>
                </a:cubicBezTo>
                <a:cubicBezTo>
                  <a:pt x="1299" y="799"/>
                  <a:pt x="1310" y="619"/>
                  <a:pt x="1195" y="590"/>
                </a:cubicBezTo>
                <a:cubicBezTo>
                  <a:pt x="833" y="491"/>
                  <a:pt x="505" y="294"/>
                  <a:pt x="242" y="31"/>
                </a:cubicBezTo>
                <a:cubicBezTo>
                  <a:pt x="220" y="9"/>
                  <a:pt x="195" y="1"/>
                  <a:pt x="17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7" name="Google Shape;1921;p11"/>
          <p:cNvSpPr/>
          <p:nvPr/>
        </p:nvSpPr>
        <p:spPr>
          <a:xfrm>
            <a:off x="7118640" y="4490280"/>
            <a:ext cx="36360" cy="20520"/>
          </a:xfrm>
          <a:custGeom>
            <a:avLst/>
            <a:gdLst>
              <a:gd name="textAreaLeft" fmla="*/ 0 w 36360"/>
              <a:gd name="textAreaRight" fmla="*/ 36720 w 3636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738" h="985">
                <a:moveTo>
                  <a:pt x="149" y="1"/>
                </a:moveTo>
                <a:cubicBezTo>
                  <a:pt x="52" y="1"/>
                  <a:pt x="0" y="125"/>
                  <a:pt x="110" y="180"/>
                </a:cubicBezTo>
                <a:lnTo>
                  <a:pt x="1523" y="969"/>
                </a:lnTo>
                <a:cubicBezTo>
                  <a:pt x="1544" y="980"/>
                  <a:pt x="1565" y="984"/>
                  <a:pt x="1584" y="984"/>
                </a:cubicBezTo>
                <a:cubicBezTo>
                  <a:pt x="1681" y="984"/>
                  <a:pt x="1737" y="860"/>
                  <a:pt x="1655" y="805"/>
                </a:cubicBezTo>
                <a:lnTo>
                  <a:pt x="209" y="16"/>
                </a:lnTo>
                <a:cubicBezTo>
                  <a:pt x="188" y="6"/>
                  <a:pt x="167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8" name="Google Shape;1922;p11"/>
          <p:cNvSpPr/>
          <p:nvPr/>
        </p:nvSpPr>
        <p:spPr>
          <a:xfrm>
            <a:off x="7112880" y="4469400"/>
            <a:ext cx="34920" cy="18360"/>
          </a:xfrm>
          <a:custGeom>
            <a:avLst/>
            <a:gdLst>
              <a:gd name="textAreaLeft" fmla="*/ 0 w 34920"/>
              <a:gd name="textAreaRight" fmla="*/ 35280 w 3492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661" h="892">
                <a:moveTo>
                  <a:pt x="155" y="0"/>
                </a:moveTo>
                <a:cubicBezTo>
                  <a:pt x="57" y="0"/>
                  <a:pt x="1" y="125"/>
                  <a:pt x="84" y="180"/>
                </a:cubicBezTo>
                <a:cubicBezTo>
                  <a:pt x="544" y="443"/>
                  <a:pt x="1004" y="673"/>
                  <a:pt x="1496" y="870"/>
                </a:cubicBezTo>
                <a:cubicBezTo>
                  <a:pt x="1510" y="883"/>
                  <a:pt x="1529" y="891"/>
                  <a:pt x="1550" y="891"/>
                </a:cubicBezTo>
                <a:cubicBezTo>
                  <a:pt x="1578" y="891"/>
                  <a:pt x="1609" y="875"/>
                  <a:pt x="1628" y="837"/>
                </a:cubicBezTo>
                <a:cubicBezTo>
                  <a:pt x="1661" y="804"/>
                  <a:pt x="1628" y="738"/>
                  <a:pt x="1595" y="705"/>
                </a:cubicBezTo>
                <a:cubicBezTo>
                  <a:pt x="1102" y="508"/>
                  <a:pt x="642" y="245"/>
                  <a:pt x="215" y="15"/>
                </a:cubicBezTo>
                <a:cubicBezTo>
                  <a:pt x="194" y="5"/>
                  <a:pt x="173" y="0"/>
                  <a:pt x="1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9" name="Google Shape;1923;p11"/>
          <p:cNvSpPr/>
          <p:nvPr/>
        </p:nvSpPr>
        <p:spPr>
          <a:xfrm>
            <a:off x="7120440" y="4458240"/>
            <a:ext cx="32400" cy="16200"/>
          </a:xfrm>
          <a:custGeom>
            <a:avLst/>
            <a:gdLst>
              <a:gd name="textAreaLeft" fmla="*/ 0 w 32400"/>
              <a:gd name="textAreaRight" fmla="*/ 32760 w 3240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544" h="785">
                <a:moveTo>
                  <a:pt x="135" y="0"/>
                </a:moveTo>
                <a:cubicBezTo>
                  <a:pt x="56" y="0"/>
                  <a:pt x="0" y="125"/>
                  <a:pt x="83" y="180"/>
                </a:cubicBezTo>
                <a:cubicBezTo>
                  <a:pt x="477" y="410"/>
                  <a:pt x="937" y="607"/>
                  <a:pt x="1365" y="771"/>
                </a:cubicBezTo>
                <a:cubicBezTo>
                  <a:pt x="1383" y="781"/>
                  <a:pt x="1400" y="785"/>
                  <a:pt x="1415" y="785"/>
                </a:cubicBezTo>
                <a:cubicBezTo>
                  <a:pt x="1510" y="785"/>
                  <a:pt x="1543" y="631"/>
                  <a:pt x="1430" y="574"/>
                </a:cubicBezTo>
                <a:cubicBezTo>
                  <a:pt x="1003" y="443"/>
                  <a:pt x="576" y="246"/>
                  <a:pt x="182" y="16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0" name="Google Shape;1924;p11"/>
          <p:cNvSpPr/>
          <p:nvPr/>
        </p:nvSpPr>
        <p:spPr>
          <a:xfrm>
            <a:off x="7121880" y="4439520"/>
            <a:ext cx="40680" cy="18720"/>
          </a:xfrm>
          <a:custGeom>
            <a:avLst/>
            <a:gdLst>
              <a:gd name="textAreaLeft" fmla="*/ 0 w 40680"/>
              <a:gd name="textAreaRight" fmla="*/ 41040 w 4068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946" h="907">
                <a:moveTo>
                  <a:pt x="134" y="0"/>
                </a:moveTo>
                <a:cubicBezTo>
                  <a:pt x="56" y="0"/>
                  <a:pt x="0" y="125"/>
                  <a:pt x="83" y="180"/>
                </a:cubicBezTo>
                <a:cubicBezTo>
                  <a:pt x="608" y="475"/>
                  <a:pt x="1200" y="705"/>
                  <a:pt x="1791" y="903"/>
                </a:cubicBezTo>
                <a:cubicBezTo>
                  <a:pt x="1801" y="905"/>
                  <a:pt x="1811" y="906"/>
                  <a:pt x="1820" y="906"/>
                </a:cubicBezTo>
                <a:cubicBezTo>
                  <a:pt x="1927" y="906"/>
                  <a:pt x="1946" y="736"/>
                  <a:pt x="1824" y="705"/>
                </a:cubicBezTo>
                <a:cubicBezTo>
                  <a:pt x="1266" y="541"/>
                  <a:pt x="707" y="278"/>
                  <a:pt x="181" y="15"/>
                </a:cubicBezTo>
                <a:cubicBezTo>
                  <a:pt x="165" y="5"/>
                  <a:pt x="149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1" name="Google Shape;1925;p11"/>
          <p:cNvSpPr/>
          <p:nvPr/>
        </p:nvSpPr>
        <p:spPr>
          <a:xfrm>
            <a:off x="7121520" y="4412880"/>
            <a:ext cx="40680" cy="16200"/>
          </a:xfrm>
          <a:custGeom>
            <a:avLst/>
            <a:gdLst>
              <a:gd name="textAreaLeft" fmla="*/ 0 w 40680"/>
              <a:gd name="textAreaRight" fmla="*/ 41040 w 4068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942" h="783">
                <a:moveTo>
                  <a:pt x="133" y="0"/>
                </a:moveTo>
                <a:cubicBezTo>
                  <a:pt x="66" y="0"/>
                  <a:pt x="0" y="85"/>
                  <a:pt x="46" y="154"/>
                </a:cubicBezTo>
                <a:cubicBezTo>
                  <a:pt x="112" y="253"/>
                  <a:pt x="210" y="351"/>
                  <a:pt x="342" y="384"/>
                </a:cubicBezTo>
                <a:cubicBezTo>
                  <a:pt x="506" y="417"/>
                  <a:pt x="637" y="483"/>
                  <a:pt x="802" y="516"/>
                </a:cubicBezTo>
                <a:cubicBezTo>
                  <a:pt x="1130" y="614"/>
                  <a:pt x="1459" y="713"/>
                  <a:pt x="1788" y="778"/>
                </a:cubicBezTo>
                <a:cubicBezTo>
                  <a:pt x="1795" y="781"/>
                  <a:pt x="1802" y="782"/>
                  <a:pt x="1810" y="782"/>
                </a:cubicBezTo>
                <a:cubicBezTo>
                  <a:pt x="1895" y="782"/>
                  <a:pt x="1942" y="612"/>
                  <a:pt x="1820" y="581"/>
                </a:cubicBezTo>
                <a:cubicBezTo>
                  <a:pt x="1525" y="516"/>
                  <a:pt x="1229" y="450"/>
                  <a:pt x="933" y="351"/>
                </a:cubicBezTo>
                <a:cubicBezTo>
                  <a:pt x="802" y="318"/>
                  <a:pt x="670" y="286"/>
                  <a:pt x="539" y="220"/>
                </a:cubicBezTo>
                <a:cubicBezTo>
                  <a:pt x="407" y="187"/>
                  <a:pt x="309" y="121"/>
                  <a:pt x="210" y="56"/>
                </a:cubicBezTo>
                <a:cubicBezTo>
                  <a:pt x="190" y="16"/>
                  <a:pt x="162" y="0"/>
                  <a:pt x="1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2" name="Google Shape;1926;p11"/>
          <p:cNvSpPr/>
          <p:nvPr/>
        </p:nvSpPr>
        <p:spPr>
          <a:xfrm>
            <a:off x="7137360" y="4405320"/>
            <a:ext cx="30960" cy="14040"/>
          </a:xfrm>
          <a:custGeom>
            <a:avLst/>
            <a:gdLst>
              <a:gd name="textAreaLeft" fmla="*/ 0 w 30960"/>
              <a:gd name="textAreaRight" fmla="*/ 31320 w 3096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484" h="676">
                <a:moveTo>
                  <a:pt x="159" y="1"/>
                </a:moveTo>
                <a:cubicBezTo>
                  <a:pt x="58" y="1"/>
                  <a:pt x="0" y="155"/>
                  <a:pt x="113" y="211"/>
                </a:cubicBezTo>
                <a:cubicBezTo>
                  <a:pt x="475" y="409"/>
                  <a:pt x="869" y="573"/>
                  <a:pt x="1296" y="671"/>
                </a:cubicBezTo>
                <a:cubicBezTo>
                  <a:pt x="1306" y="674"/>
                  <a:pt x="1316" y="675"/>
                  <a:pt x="1325" y="675"/>
                </a:cubicBezTo>
                <a:cubicBezTo>
                  <a:pt x="1437" y="675"/>
                  <a:pt x="1484" y="505"/>
                  <a:pt x="1362" y="474"/>
                </a:cubicBezTo>
                <a:cubicBezTo>
                  <a:pt x="935" y="376"/>
                  <a:pt x="574" y="244"/>
                  <a:pt x="212" y="14"/>
                </a:cubicBezTo>
                <a:cubicBezTo>
                  <a:pt x="194" y="5"/>
                  <a:pt x="176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3" name="Google Shape;1927;p11"/>
          <p:cNvSpPr/>
          <p:nvPr/>
        </p:nvSpPr>
        <p:spPr>
          <a:xfrm>
            <a:off x="7146360" y="4392720"/>
            <a:ext cx="28440" cy="11880"/>
          </a:xfrm>
          <a:custGeom>
            <a:avLst/>
            <a:gdLst>
              <a:gd name="textAreaLeft" fmla="*/ 0 w 28440"/>
              <a:gd name="textAreaRight" fmla="*/ 28800 w 2844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355" h="579">
                <a:moveTo>
                  <a:pt x="134" y="0"/>
                </a:moveTo>
                <a:cubicBezTo>
                  <a:pt x="56" y="0"/>
                  <a:pt x="0" y="125"/>
                  <a:pt x="83" y="180"/>
                </a:cubicBezTo>
                <a:cubicBezTo>
                  <a:pt x="444" y="344"/>
                  <a:pt x="806" y="509"/>
                  <a:pt x="1167" y="574"/>
                </a:cubicBezTo>
                <a:cubicBezTo>
                  <a:pt x="1177" y="577"/>
                  <a:pt x="1187" y="578"/>
                  <a:pt x="1196" y="578"/>
                </a:cubicBezTo>
                <a:cubicBezTo>
                  <a:pt x="1308" y="578"/>
                  <a:pt x="1354" y="408"/>
                  <a:pt x="1233" y="377"/>
                </a:cubicBezTo>
                <a:cubicBezTo>
                  <a:pt x="871" y="311"/>
                  <a:pt x="510" y="180"/>
                  <a:pt x="181" y="16"/>
                </a:cubicBezTo>
                <a:cubicBezTo>
                  <a:pt x="165" y="5"/>
                  <a:pt x="150" y="0"/>
                  <a:pt x="13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4" name="Google Shape;1928;p11"/>
          <p:cNvSpPr/>
          <p:nvPr/>
        </p:nvSpPr>
        <p:spPr>
          <a:xfrm>
            <a:off x="7144200" y="4373280"/>
            <a:ext cx="32400" cy="16920"/>
          </a:xfrm>
          <a:custGeom>
            <a:avLst/>
            <a:gdLst>
              <a:gd name="textAreaLeft" fmla="*/ 0 w 32400"/>
              <a:gd name="textAreaRight" fmla="*/ 32760 w 3240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1547" h="808">
                <a:moveTo>
                  <a:pt x="150" y="1"/>
                </a:moveTo>
                <a:cubicBezTo>
                  <a:pt x="53" y="1"/>
                  <a:pt x="1" y="130"/>
                  <a:pt x="111" y="213"/>
                </a:cubicBezTo>
                <a:lnTo>
                  <a:pt x="78" y="213"/>
                </a:lnTo>
                <a:cubicBezTo>
                  <a:pt x="473" y="443"/>
                  <a:pt x="900" y="673"/>
                  <a:pt x="1360" y="804"/>
                </a:cubicBezTo>
                <a:cubicBezTo>
                  <a:pt x="1370" y="807"/>
                  <a:pt x="1379" y="808"/>
                  <a:pt x="1389" y="808"/>
                </a:cubicBezTo>
                <a:cubicBezTo>
                  <a:pt x="1500" y="808"/>
                  <a:pt x="1547" y="637"/>
                  <a:pt x="1425" y="607"/>
                </a:cubicBezTo>
                <a:cubicBezTo>
                  <a:pt x="998" y="476"/>
                  <a:pt x="571" y="279"/>
                  <a:pt x="210" y="16"/>
                </a:cubicBezTo>
                <a:cubicBezTo>
                  <a:pt x="189" y="5"/>
                  <a:pt x="169" y="1"/>
                  <a:pt x="15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5" name="Google Shape;1929;p11"/>
          <p:cNvSpPr/>
          <p:nvPr/>
        </p:nvSpPr>
        <p:spPr>
          <a:xfrm>
            <a:off x="7143480" y="4362120"/>
            <a:ext cx="40320" cy="16920"/>
          </a:xfrm>
          <a:custGeom>
            <a:avLst/>
            <a:gdLst>
              <a:gd name="textAreaLeft" fmla="*/ 0 w 40320"/>
              <a:gd name="textAreaRight" fmla="*/ 40680 w 4032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1914" h="809">
                <a:moveTo>
                  <a:pt x="154" y="1"/>
                </a:moveTo>
                <a:cubicBezTo>
                  <a:pt x="57" y="1"/>
                  <a:pt x="1" y="125"/>
                  <a:pt x="83" y="180"/>
                </a:cubicBezTo>
                <a:cubicBezTo>
                  <a:pt x="609" y="410"/>
                  <a:pt x="1168" y="640"/>
                  <a:pt x="1726" y="805"/>
                </a:cubicBezTo>
                <a:cubicBezTo>
                  <a:pt x="1736" y="807"/>
                  <a:pt x="1746" y="808"/>
                  <a:pt x="1755" y="808"/>
                </a:cubicBezTo>
                <a:cubicBezTo>
                  <a:pt x="1867" y="808"/>
                  <a:pt x="1913" y="638"/>
                  <a:pt x="1792" y="607"/>
                </a:cubicBezTo>
                <a:cubicBezTo>
                  <a:pt x="1233" y="443"/>
                  <a:pt x="708" y="246"/>
                  <a:pt x="215" y="16"/>
                </a:cubicBezTo>
                <a:cubicBezTo>
                  <a:pt x="194" y="5"/>
                  <a:pt x="173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6" name="Google Shape;1930;p11"/>
          <p:cNvSpPr/>
          <p:nvPr/>
        </p:nvSpPr>
        <p:spPr>
          <a:xfrm>
            <a:off x="7135920" y="4344120"/>
            <a:ext cx="50400" cy="22320"/>
          </a:xfrm>
          <a:custGeom>
            <a:avLst/>
            <a:gdLst>
              <a:gd name="textAreaLeft" fmla="*/ 0 w 50400"/>
              <a:gd name="textAreaRight" fmla="*/ 50760 w 5040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2401" h="1079">
                <a:moveTo>
                  <a:pt x="159" y="0"/>
                </a:moveTo>
                <a:cubicBezTo>
                  <a:pt x="58" y="0"/>
                  <a:pt x="1" y="150"/>
                  <a:pt x="114" y="178"/>
                </a:cubicBezTo>
                <a:cubicBezTo>
                  <a:pt x="804" y="474"/>
                  <a:pt x="1527" y="769"/>
                  <a:pt x="2250" y="1065"/>
                </a:cubicBezTo>
                <a:cubicBezTo>
                  <a:pt x="2268" y="1074"/>
                  <a:pt x="2284" y="1078"/>
                  <a:pt x="2299" y="1078"/>
                </a:cubicBezTo>
                <a:cubicBezTo>
                  <a:pt x="2388" y="1078"/>
                  <a:pt x="2400" y="924"/>
                  <a:pt x="2315" y="868"/>
                </a:cubicBezTo>
                <a:cubicBezTo>
                  <a:pt x="1592" y="605"/>
                  <a:pt x="902" y="309"/>
                  <a:pt x="212" y="13"/>
                </a:cubicBezTo>
                <a:cubicBezTo>
                  <a:pt x="194" y="4"/>
                  <a:pt x="176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7" name="Google Shape;1931;p11"/>
          <p:cNvSpPr/>
          <p:nvPr/>
        </p:nvSpPr>
        <p:spPr>
          <a:xfrm>
            <a:off x="7195680" y="4383720"/>
            <a:ext cx="49320" cy="16920"/>
          </a:xfrm>
          <a:custGeom>
            <a:avLst/>
            <a:gdLst>
              <a:gd name="textAreaLeft" fmla="*/ 0 w 49320"/>
              <a:gd name="textAreaRight" fmla="*/ 49680 w 4932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2341" h="808">
                <a:moveTo>
                  <a:pt x="135" y="0"/>
                </a:moveTo>
                <a:cubicBezTo>
                  <a:pt x="56" y="0"/>
                  <a:pt x="0" y="125"/>
                  <a:pt x="83" y="180"/>
                </a:cubicBezTo>
                <a:cubicBezTo>
                  <a:pt x="740" y="476"/>
                  <a:pt x="1463" y="706"/>
                  <a:pt x="2153" y="804"/>
                </a:cubicBezTo>
                <a:cubicBezTo>
                  <a:pt x="2163" y="807"/>
                  <a:pt x="2173" y="808"/>
                  <a:pt x="2182" y="808"/>
                </a:cubicBezTo>
                <a:cubicBezTo>
                  <a:pt x="2293" y="808"/>
                  <a:pt x="2340" y="637"/>
                  <a:pt x="2219" y="607"/>
                </a:cubicBezTo>
                <a:cubicBezTo>
                  <a:pt x="1529" y="508"/>
                  <a:pt x="839" y="311"/>
                  <a:pt x="181" y="16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8" name="Google Shape;1932;p11"/>
          <p:cNvSpPr/>
          <p:nvPr/>
        </p:nvSpPr>
        <p:spPr>
          <a:xfrm>
            <a:off x="7179840" y="4366440"/>
            <a:ext cx="33840" cy="16200"/>
          </a:xfrm>
          <a:custGeom>
            <a:avLst/>
            <a:gdLst>
              <a:gd name="textAreaLeft" fmla="*/ 0 w 33840"/>
              <a:gd name="textAreaRight" fmla="*/ 34200 w 3384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610" h="786">
                <a:moveTo>
                  <a:pt x="135" y="1"/>
                </a:moveTo>
                <a:cubicBezTo>
                  <a:pt x="56" y="1"/>
                  <a:pt x="0" y="125"/>
                  <a:pt x="83" y="180"/>
                </a:cubicBezTo>
                <a:cubicBezTo>
                  <a:pt x="543" y="410"/>
                  <a:pt x="970" y="608"/>
                  <a:pt x="1463" y="772"/>
                </a:cubicBezTo>
                <a:cubicBezTo>
                  <a:pt x="1477" y="781"/>
                  <a:pt x="1490" y="785"/>
                  <a:pt x="1502" y="785"/>
                </a:cubicBezTo>
                <a:cubicBezTo>
                  <a:pt x="1576" y="785"/>
                  <a:pt x="1609" y="631"/>
                  <a:pt x="1496" y="575"/>
                </a:cubicBezTo>
                <a:cubicBezTo>
                  <a:pt x="1069" y="410"/>
                  <a:pt x="609" y="213"/>
                  <a:pt x="182" y="16"/>
                </a:cubicBez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9" name="Google Shape;1933;p11"/>
          <p:cNvSpPr/>
          <p:nvPr/>
        </p:nvSpPr>
        <p:spPr>
          <a:xfrm>
            <a:off x="7217640" y="4372920"/>
            <a:ext cx="61200" cy="17280"/>
          </a:xfrm>
          <a:custGeom>
            <a:avLst/>
            <a:gdLst>
              <a:gd name="textAreaLeft" fmla="*/ 0 w 61200"/>
              <a:gd name="textAreaRight" fmla="*/ 61560 w 6120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2916" h="826">
                <a:moveTo>
                  <a:pt x="133" y="0"/>
                </a:moveTo>
                <a:cubicBezTo>
                  <a:pt x="48" y="0"/>
                  <a:pt x="1" y="171"/>
                  <a:pt x="122" y="201"/>
                </a:cubicBezTo>
                <a:cubicBezTo>
                  <a:pt x="977" y="562"/>
                  <a:pt x="1864" y="760"/>
                  <a:pt x="2784" y="825"/>
                </a:cubicBezTo>
                <a:cubicBezTo>
                  <a:pt x="2915" y="825"/>
                  <a:pt x="2915" y="628"/>
                  <a:pt x="2784" y="628"/>
                </a:cubicBezTo>
                <a:cubicBezTo>
                  <a:pt x="1897" y="530"/>
                  <a:pt x="1009" y="332"/>
                  <a:pt x="155" y="4"/>
                </a:cubicBezTo>
                <a:cubicBezTo>
                  <a:pt x="148" y="1"/>
                  <a:pt x="140" y="0"/>
                  <a:pt x="13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0" name="Google Shape;1934;p11"/>
          <p:cNvSpPr/>
          <p:nvPr/>
        </p:nvSpPr>
        <p:spPr>
          <a:xfrm>
            <a:off x="7209000" y="4356000"/>
            <a:ext cx="82800" cy="25560"/>
          </a:xfrm>
          <a:custGeom>
            <a:avLst/>
            <a:gdLst>
              <a:gd name="textAreaLeft" fmla="*/ 0 w 82800"/>
              <a:gd name="textAreaRight" fmla="*/ 83160 w 828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3926" h="1230">
                <a:moveTo>
                  <a:pt x="108" y="1"/>
                </a:moveTo>
                <a:cubicBezTo>
                  <a:pt x="34" y="1"/>
                  <a:pt x="1" y="155"/>
                  <a:pt x="114" y="211"/>
                </a:cubicBezTo>
                <a:cubicBezTo>
                  <a:pt x="1264" y="671"/>
                  <a:pt x="2480" y="1033"/>
                  <a:pt x="3729" y="1230"/>
                </a:cubicBezTo>
                <a:cubicBezTo>
                  <a:pt x="3860" y="1230"/>
                  <a:pt x="3926" y="1033"/>
                  <a:pt x="3794" y="1033"/>
                </a:cubicBezTo>
                <a:cubicBezTo>
                  <a:pt x="2546" y="836"/>
                  <a:pt x="1330" y="474"/>
                  <a:pt x="147" y="14"/>
                </a:cubicBezTo>
                <a:cubicBezTo>
                  <a:pt x="133" y="5"/>
                  <a:pt x="120" y="1"/>
                  <a:pt x="1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1" name="Google Shape;1935;p11"/>
          <p:cNvSpPr/>
          <p:nvPr/>
        </p:nvSpPr>
        <p:spPr>
          <a:xfrm>
            <a:off x="7182000" y="4349160"/>
            <a:ext cx="15120" cy="8280"/>
          </a:xfrm>
          <a:custGeom>
            <a:avLst/>
            <a:gdLst>
              <a:gd name="textAreaLeft" fmla="*/ 0 w 15120"/>
              <a:gd name="textAreaRight" fmla="*/ 15480 w 1512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724" h="409">
                <a:moveTo>
                  <a:pt x="132" y="1"/>
                </a:moveTo>
                <a:cubicBezTo>
                  <a:pt x="100" y="1"/>
                  <a:pt x="34" y="33"/>
                  <a:pt x="34" y="66"/>
                </a:cubicBezTo>
                <a:cubicBezTo>
                  <a:pt x="1" y="132"/>
                  <a:pt x="34" y="198"/>
                  <a:pt x="100" y="198"/>
                </a:cubicBezTo>
                <a:lnTo>
                  <a:pt x="100" y="231"/>
                </a:lnTo>
                <a:lnTo>
                  <a:pt x="330" y="296"/>
                </a:lnTo>
                <a:lnTo>
                  <a:pt x="362" y="296"/>
                </a:lnTo>
                <a:lnTo>
                  <a:pt x="428" y="329"/>
                </a:lnTo>
                <a:cubicBezTo>
                  <a:pt x="461" y="362"/>
                  <a:pt x="494" y="362"/>
                  <a:pt x="527" y="395"/>
                </a:cubicBezTo>
                <a:cubicBezTo>
                  <a:pt x="546" y="404"/>
                  <a:pt x="565" y="408"/>
                  <a:pt x="584" y="408"/>
                </a:cubicBezTo>
                <a:cubicBezTo>
                  <a:pt x="628" y="408"/>
                  <a:pt x="668" y="385"/>
                  <a:pt x="691" y="362"/>
                </a:cubicBezTo>
                <a:cubicBezTo>
                  <a:pt x="724" y="296"/>
                  <a:pt x="691" y="231"/>
                  <a:pt x="658" y="231"/>
                </a:cubicBezTo>
                <a:cubicBezTo>
                  <a:pt x="494" y="132"/>
                  <a:pt x="330" y="66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2" name="Google Shape;1936;p11"/>
          <p:cNvSpPr/>
          <p:nvPr/>
        </p:nvSpPr>
        <p:spPr>
          <a:xfrm>
            <a:off x="7184520" y="4330800"/>
            <a:ext cx="101520" cy="34200"/>
          </a:xfrm>
          <a:custGeom>
            <a:avLst/>
            <a:gdLst>
              <a:gd name="textAreaLeft" fmla="*/ 0 w 101520"/>
              <a:gd name="textAreaRight" fmla="*/ 101880 w 101520"/>
              <a:gd name="textAreaTop" fmla="*/ 0 h 34200"/>
              <a:gd name="textAreaBottom" fmla="*/ 34560 h 34200"/>
            </a:gdLst>
            <a:ahLst/>
            <a:cxnLst/>
            <a:rect l="textAreaLeft" t="textAreaTop" r="textAreaRight" b="textAreaBottom"/>
            <a:pathLst>
              <a:path w="4813" h="1625">
                <a:moveTo>
                  <a:pt x="129" y="1"/>
                </a:moveTo>
                <a:cubicBezTo>
                  <a:pt x="34" y="1"/>
                  <a:pt x="1" y="155"/>
                  <a:pt x="114" y="211"/>
                </a:cubicBezTo>
                <a:cubicBezTo>
                  <a:pt x="1593" y="737"/>
                  <a:pt x="3104" y="1197"/>
                  <a:pt x="4649" y="1624"/>
                </a:cubicBezTo>
                <a:cubicBezTo>
                  <a:pt x="4747" y="1624"/>
                  <a:pt x="4813" y="1460"/>
                  <a:pt x="4682" y="1427"/>
                </a:cubicBezTo>
                <a:cubicBezTo>
                  <a:pt x="3170" y="1000"/>
                  <a:pt x="1658" y="540"/>
                  <a:pt x="180" y="14"/>
                </a:cubicBezTo>
                <a:cubicBezTo>
                  <a:pt x="161" y="5"/>
                  <a:pt x="144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3" name="Google Shape;1937;p11"/>
          <p:cNvSpPr/>
          <p:nvPr/>
        </p:nvSpPr>
        <p:spPr>
          <a:xfrm>
            <a:off x="7261200" y="4341240"/>
            <a:ext cx="52200" cy="12600"/>
          </a:xfrm>
          <a:custGeom>
            <a:avLst/>
            <a:gdLst>
              <a:gd name="textAreaLeft" fmla="*/ 0 w 52200"/>
              <a:gd name="textAreaRight" fmla="*/ 52560 w 522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2480" h="606">
                <a:moveTo>
                  <a:pt x="108" y="1"/>
                </a:moveTo>
                <a:cubicBezTo>
                  <a:pt x="33" y="1"/>
                  <a:pt x="1" y="155"/>
                  <a:pt x="114" y="211"/>
                </a:cubicBezTo>
                <a:cubicBezTo>
                  <a:pt x="837" y="474"/>
                  <a:pt x="1592" y="606"/>
                  <a:pt x="2348" y="606"/>
                </a:cubicBezTo>
                <a:cubicBezTo>
                  <a:pt x="2480" y="606"/>
                  <a:pt x="2480" y="408"/>
                  <a:pt x="2348" y="408"/>
                </a:cubicBezTo>
                <a:cubicBezTo>
                  <a:pt x="1592" y="408"/>
                  <a:pt x="869" y="277"/>
                  <a:pt x="146" y="14"/>
                </a:cubicBezTo>
                <a:cubicBezTo>
                  <a:pt x="133" y="5"/>
                  <a:pt x="120" y="1"/>
                  <a:pt x="1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4" name="Google Shape;1938;p11"/>
          <p:cNvSpPr/>
          <p:nvPr/>
        </p:nvSpPr>
        <p:spPr>
          <a:xfrm>
            <a:off x="7190280" y="4312800"/>
            <a:ext cx="51840" cy="18000"/>
          </a:xfrm>
          <a:custGeom>
            <a:avLst/>
            <a:gdLst>
              <a:gd name="textAreaLeft" fmla="*/ 0 w 51840"/>
              <a:gd name="textAreaRight" fmla="*/ 52200 w 5184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2470" h="872">
                <a:moveTo>
                  <a:pt x="159" y="0"/>
                </a:moveTo>
                <a:cubicBezTo>
                  <a:pt x="58" y="0"/>
                  <a:pt x="1" y="150"/>
                  <a:pt x="114" y="178"/>
                </a:cubicBezTo>
                <a:cubicBezTo>
                  <a:pt x="804" y="474"/>
                  <a:pt x="1527" y="704"/>
                  <a:pt x="2283" y="868"/>
                </a:cubicBezTo>
                <a:cubicBezTo>
                  <a:pt x="2293" y="871"/>
                  <a:pt x="2302" y="872"/>
                  <a:pt x="2312" y="872"/>
                </a:cubicBezTo>
                <a:cubicBezTo>
                  <a:pt x="2423" y="872"/>
                  <a:pt x="2470" y="701"/>
                  <a:pt x="2348" y="671"/>
                </a:cubicBezTo>
                <a:cubicBezTo>
                  <a:pt x="1625" y="540"/>
                  <a:pt x="902" y="310"/>
                  <a:pt x="212" y="14"/>
                </a:cubicBezTo>
                <a:cubicBezTo>
                  <a:pt x="194" y="5"/>
                  <a:pt x="176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5" name="Google Shape;1939;p11"/>
          <p:cNvSpPr/>
          <p:nvPr/>
        </p:nvSpPr>
        <p:spPr>
          <a:xfrm>
            <a:off x="7192800" y="4293000"/>
            <a:ext cx="65880" cy="24120"/>
          </a:xfrm>
          <a:custGeom>
            <a:avLst/>
            <a:gdLst>
              <a:gd name="textAreaLeft" fmla="*/ 0 w 65880"/>
              <a:gd name="textAreaRight" fmla="*/ 66240 w 6588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3135" h="1160">
                <a:moveTo>
                  <a:pt x="185" y="1"/>
                </a:moveTo>
                <a:cubicBezTo>
                  <a:pt x="72" y="1"/>
                  <a:pt x="1" y="142"/>
                  <a:pt x="120" y="202"/>
                </a:cubicBezTo>
                <a:cubicBezTo>
                  <a:pt x="1040" y="596"/>
                  <a:pt x="1993" y="925"/>
                  <a:pt x="2979" y="1155"/>
                </a:cubicBezTo>
                <a:cubicBezTo>
                  <a:pt x="2991" y="1158"/>
                  <a:pt x="3002" y="1159"/>
                  <a:pt x="3012" y="1159"/>
                </a:cubicBezTo>
                <a:cubicBezTo>
                  <a:pt x="3115" y="1159"/>
                  <a:pt x="3135" y="1018"/>
                  <a:pt x="3045" y="958"/>
                </a:cubicBezTo>
                <a:cubicBezTo>
                  <a:pt x="2059" y="728"/>
                  <a:pt x="1139" y="399"/>
                  <a:pt x="219" y="5"/>
                </a:cubicBezTo>
                <a:cubicBezTo>
                  <a:pt x="207" y="2"/>
                  <a:pt x="196" y="1"/>
                  <a:pt x="18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6" name="Google Shape;1940;p11"/>
          <p:cNvSpPr/>
          <p:nvPr/>
        </p:nvSpPr>
        <p:spPr>
          <a:xfrm>
            <a:off x="7253280" y="4324680"/>
            <a:ext cx="71640" cy="16560"/>
          </a:xfrm>
          <a:custGeom>
            <a:avLst/>
            <a:gdLst>
              <a:gd name="textAreaLeft" fmla="*/ 0 w 71640"/>
              <a:gd name="textAreaRight" fmla="*/ 72000 w 7164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3405" h="803">
                <a:moveTo>
                  <a:pt x="164" y="0"/>
                </a:moveTo>
                <a:cubicBezTo>
                  <a:pt x="62" y="0"/>
                  <a:pt x="0" y="154"/>
                  <a:pt x="85" y="211"/>
                </a:cubicBezTo>
                <a:cubicBezTo>
                  <a:pt x="282" y="309"/>
                  <a:pt x="512" y="408"/>
                  <a:pt x="742" y="408"/>
                </a:cubicBezTo>
                <a:lnTo>
                  <a:pt x="1597" y="572"/>
                </a:lnTo>
                <a:cubicBezTo>
                  <a:pt x="2155" y="671"/>
                  <a:pt x="2714" y="736"/>
                  <a:pt x="3273" y="802"/>
                </a:cubicBezTo>
                <a:cubicBezTo>
                  <a:pt x="3404" y="802"/>
                  <a:pt x="3404" y="638"/>
                  <a:pt x="3273" y="605"/>
                </a:cubicBezTo>
                <a:cubicBezTo>
                  <a:pt x="2714" y="539"/>
                  <a:pt x="2188" y="441"/>
                  <a:pt x="1663" y="375"/>
                </a:cubicBezTo>
                <a:lnTo>
                  <a:pt x="874" y="243"/>
                </a:lnTo>
                <a:cubicBezTo>
                  <a:pt x="644" y="211"/>
                  <a:pt x="414" y="145"/>
                  <a:pt x="217" y="13"/>
                </a:cubicBezTo>
                <a:cubicBezTo>
                  <a:pt x="198" y="4"/>
                  <a:pt x="181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7" name="Google Shape;1941;p11"/>
          <p:cNvSpPr/>
          <p:nvPr/>
        </p:nvSpPr>
        <p:spPr>
          <a:xfrm>
            <a:off x="7263360" y="4303080"/>
            <a:ext cx="66600" cy="25200"/>
          </a:xfrm>
          <a:custGeom>
            <a:avLst/>
            <a:gdLst>
              <a:gd name="textAreaLeft" fmla="*/ 0 w 66600"/>
              <a:gd name="textAreaRight" fmla="*/ 66960 w 666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3160" h="1201">
                <a:moveTo>
                  <a:pt x="128" y="1"/>
                </a:moveTo>
                <a:cubicBezTo>
                  <a:pt x="33" y="1"/>
                  <a:pt x="0" y="154"/>
                  <a:pt x="113" y="211"/>
                </a:cubicBezTo>
                <a:lnTo>
                  <a:pt x="2972" y="1197"/>
                </a:lnTo>
                <a:cubicBezTo>
                  <a:pt x="2982" y="1199"/>
                  <a:pt x="2992" y="1200"/>
                  <a:pt x="3001" y="1200"/>
                </a:cubicBezTo>
                <a:cubicBezTo>
                  <a:pt x="3112" y="1200"/>
                  <a:pt x="3159" y="1030"/>
                  <a:pt x="3038" y="1000"/>
                </a:cubicBezTo>
                <a:lnTo>
                  <a:pt x="179" y="14"/>
                </a:lnTo>
                <a:cubicBezTo>
                  <a:pt x="161" y="5"/>
                  <a:pt x="143" y="1"/>
                  <a:pt x="12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8" name="Google Shape;1942;p11"/>
          <p:cNvSpPr/>
          <p:nvPr/>
        </p:nvSpPr>
        <p:spPr>
          <a:xfrm>
            <a:off x="7198920" y="4269240"/>
            <a:ext cx="51840" cy="23040"/>
          </a:xfrm>
          <a:custGeom>
            <a:avLst/>
            <a:gdLst>
              <a:gd name="textAreaLeft" fmla="*/ 0 w 51840"/>
              <a:gd name="textAreaRight" fmla="*/ 52200 w 5184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2470" h="1103">
                <a:moveTo>
                  <a:pt x="159" y="1"/>
                </a:moveTo>
                <a:cubicBezTo>
                  <a:pt x="47" y="1"/>
                  <a:pt x="1" y="171"/>
                  <a:pt x="122" y="202"/>
                </a:cubicBezTo>
                <a:lnTo>
                  <a:pt x="2324" y="1089"/>
                </a:lnTo>
                <a:cubicBezTo>
                  <a:pt x="2337" y="1098"/>
                  <a:pt x="2351" y="1102"/>
                  <a:pt x="2363" y="1102"/>
                </a:cubicBezTo>
                <a:cubicBezTo>
                  <a:pt x="2437" y="1102"/>
                  <a:pt x="2470" y="948"/>
                  <a:pt x="2357" y="892"/>
                </a:cubicBezTo>
                <a:lnTo>
                  <a:pt x="188" y="5"/>
                </a:lnTo>
                <a:cubicBezTo>
                  <a:pt x="178" y="2"/>
                  <a:pt x="168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9" name="Google Shape;1943;p11"/>
          <p:cNvSpPr/>
          <p:nvPr/>
        </p:nvSpPr>
        <p:spPr>
          <a:xfrm>
            <a:off x="7264080" y="4275360"/>
            <a:ext cx="48600" cy="19440"/>
          </a:xfrm>
          <a:custGeom>
            <a:avLst/>
            <a:gdLst>
              <a:gd name="textAreaLeft" fmla="*/ 0 w 48600"/>
              <a:gd name="textAreaRight" fmla="*/ 48960 w 4860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2305" h="938">
                <a:moveTo>
                  <a:pt x="158" y="0"/>
                </a:moveTo>
                <a:cubicBezTo>
                  <a:pt x="57" y="0"/>
                  <a:pt x="0" y="149"/>
                  <a:pt x="113" y="178"/>
                </a:cubicBezTo>
                <a:cubicBezTo>
                  <a:pt x="770" y="473"/>
                  <a:pt x="1427" y="736"/>
                  <a:pt x="2118" y="933"/>
                </a:cubicBezTo>
                <a:cubicBezTo>
                  <a:pt x="2128" y="936"/>
                  <a:pt x="2137" y="937"/>
                  <a:pt x="2146" y="937"/>
                </a:cubicBezTo>
                <a:cubicBezTo>
                  <a:pt x="2258" y="937"/>
                  <a:pt x="2305" y="767"/>
                  <a:pt x="2183" y="736"/>
                </a:cubicBezTo>
                <a:cubicBezTo>
                  <a:pt x="1526" y="539"/>
                  <a:pt x="836" y="309"/>
                  <a:pt x="212" y="13"/>
                </a:cubicBezTo>
                <a:cubicBezTo>
                  <a:pt x="193" y="4"/>
                  <a:pt x="17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0" name="Google Shape;1944;p11"/>
          <p:cNvSpPr/>
          <p:nvPr/>
        </p:nvSpPr>
        <p:spPr>
          <a:xfrm>
            <a:off x="7286040" y="4298400"/>
            <a:ext cx="50400" cy="14040"/>
          </a:xfrm>
          <a:custGeom>
            <a:avLst/>
            <a:gdLst>
              <a:gd name="textAreaLeft" fmla="*/ 0 w 50400"/>
              <a:gd name="textAreaRight" fmla="*/ 50760 w 5040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2404" h="675">
                <a:moveTo>
                  <a:pt x="128" y="0"/>
                </a:moveTo>
                <a:cubicBezTo>
                  <a:pt x="33" y="0"/>
                  <a:pt x="0" y="154"/>
                  <a:pt x="114" y="211"/>
                </a:cubicBezTo>
                <a:cubicBezTo>
                  <a:pt x="804" y="375"/>
                  <a:pt x="1527" y="539"/>
                  <a:pt x="2249" y="671"/>
                </a:cubicBezTo>
                <a:cubicBezTo>
                  <a:pt x="2260" y="673"/>
                  <a:pt x="2269" y="675"/>
                  <a:pt x="2278" y="675"/>
                </a:cubicBezTo>
                <a:cubicBezTo>
                  <a:pt x="2385" y="675"/>
                  <a:pt x="2404" y="504"/>
                  <a:pt x="2282" y="474"/>
                </a:cubicBezTo>
                <a:cubicBezTo>
                  <a:pt x="1592" y="342"/>
                  <a:pt x="869" y="211"/>
                  <a:pt x="179" y="14"/>
                </a:cubicBezTo>
                <a:cubicBezTo>
                  <a:pt x="161" y="5"/>
                  <a:pt x="144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1" name="Google Shape;1945;p11"/>
          <p:cNvSpPr/>
          <p:nvPr/>
        </p:nvSpPr>
        <p:spPr>
          <a:xfrm>
            <a:off x="7320240" y="4293360"/>
            <a:ext cx="31680" cy="11160"/>
          </a:xfrm>
          <a:custGeom>
            <a:avLst/>
            <a:gdLst>
              <a:gd name="textAreaLeft" fmla="*/ 0 w 31680"/>
              <a:gd name="textAreaRight" fmla="*/ 32040 w 3168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517" h="544">
                <a:moveTo>
                  <a:pt x="129" y="0"/>
                </a:moveTo>
                <a:cubicBezTo>
                  <a:pt x="33" y="0"/>
                  <a:pt x="1" y="154"/>
                  <a:pt x="114" y="211"/>
                </a:cubicBezTo>
                <a:cubicBezTo>
                  <a:pt x="508" y="342"/>
                  <a:pt x="935" y="474"/>
                  <a:pt x="1330" y="539"/>
                </a:cubicBezTo>
                <a:cubicBezTo>
                  <a:pt x="1340" y="542"/>
                  <a:pt x="1349" y="543"/>
                  <a:pt x="1358" y="543"/>
                </a:cubicBezTo>
                <a:cubicBezTo>
                  <a:pt x="1470" y="543"/>
                  <a:pt x="1517" y="373"/>
                  <a:pt x="1395" y="342"/>
                </a:cubicBezTo>
                <a:cubicBezTo>
                  <a:pt x="968" y="277"/>
                  <a:pt x="574" y="145"/>
                  <a:pt x="179" y="14"/>
                </a:cubicBezTo>
                <a:cubicBezTo>
                  <a:pt x="161" y="5"/>
                  <a:pt x="144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2" name="Google Shape;1946;p11"/>
          <p:cNvSpPr/>
          <p:nvPr/>
        </p:nvSpPr>
        <p:spPr>
          <a:xfrm>
            <a:off x="7321680" y="4274640"/>
            <a:ext cx="47160" cy="20880"/>
          </a:xfrm>
          <a:custGeom>
            <a:avLst/>
            <a:gdLst>
              <a:gd name="textAreaLeft" fmla="*/ 0 w 47160"/>
              <a:gd name="textAreaRight" fmla="*/ 47520 w 4716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2240" h="1008">
                <a:moveTo>
                  <a:pt x="154" y="1"/>
                </a:moveTo>
                <a:cubicBezTo>
                  <a:pt x="72" y="1"/>
                  <a:pt x="1" y="97"/>
                  <a:pt x="81" y="150"/>
                </a:cubicBezTo>
                <a:cubicBezTo>
                  <a:pt x="376" y="413"/>
                  <a:pt x="705" y="610"/>
                  <a:pt x="1034" y="741"/>
                </a:cubicBezTo>
                <a:cubicBezTo>
                  <a:pt x="1198" y="807"/>
                  <a:pt x="1395" y="873"/>
                  <a:pt x="1559" y="939"/>
                </a:cubicBezTo>
                <a:cubicBezTo>
                  <a:pt x="1661" y="979"/>
                  <a:pt x="1787" y="1007"/>
                  <a:pt x="1908" y="1007"/>
                </a:cubicBezTo>
                <a:cubicBezTo>
                  <a:pt x="1983" y="1007"/>
                  <a:pt x="2055" y="997"/>
                  <a:pt x="2118" y="971"/>
                </a:cubicBezTo>
                <a:cubicBezTo>
                  <a:pt x="2239" y="941"/>
                  <a:pt x="2193" y="771"/>
                  <a:pt x="2107" y="771"/>
                </a:cubicBezTo>
                <a:cubicBezTo>
                  <a:pt x="2100" y="771"/>
                  <a:pt x="2093" y="772"/>
                  <a:pt x="2085" y="774"/>
                </a:cubicBezTo>
                <a:cubicBezTo>
                  <a:pt x="2003" y="788"/>
                  <a:pt x="1927" y="796"/>
                  <a:pt x="1855" y="796"/>
                </a:cubicBezTo>
                <a:cubicBezTo>
                  <a:pt x="1752" y="796"/>
                  <a:pt x="1656" y="780"/>
                  <a:pt x="1559" y="741"/>
                </a:cubicBezTo>
                <a:cubicBezTo>
                  <a:pt x="1395" y="676"/>
                  <a:pt x="1231" y="610"/>
                  <a:pt x="1099" y="544"/>
                </a:cubicBezTo>
                <a:cubicBezTo>
                  <a:pt x="771" y="413"/>
                  <a:pt x="475" y="216"/>
                  <a:pt x="212" y="18"/>
                </a:cubicBezTo>
                <a:cubicBezTo>
                  <a:pt x="193" y="6"/>
                  <a:pt x="173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3" name="Google Shape;1947;p11"/>
          <p:cNvSpPr/>
          <p:nvPr/>
        </p:nvSpPr>
        <p:spPr>
          <a:xfrm>
            <a:off x="7329960" y="4268160"/>
            <a:ext cx="51120" cy="22680"/>
          </a:xfrm>
          <a:custGeom>
            <a:avLst/>
            <a:gdLst>
              <a:gd name="textAreaLeft" fmla="*/ 0 w 51120"/>
              <a:gd name="textAreaRight" fmla="*/ 51480 w 5112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426" h="1081">
                <a:moveTo>
                  <a:pt x="150" y="1"/>
                </a:moveTo>
                <a:cubicBezTo>
                  <a:pt x="52" y="1"/>
                  <a:pt x="0" y="130"/>
                  <a:pt x="111" y="213"/>
                </a:cubicBezTo>
                <a:cubicBezTo>
                  <a:pt x="801" y="574"/>
                  <a:pt x="1491" y="870"/>
                  <a:pt x="2247" y="1067"/>
                </a:cubicBezTo>
                <a:cubicBezTo>
                  <a:pt x="2265" y="1076"/>
                  <a:pt x="2282" y="1080"/>
                  <a:pt x="2298" y="1080"/>
                </a:cubicBezTo>
                <a:cubicBezTo>
                  <a:pt x="2393" y="1080"/>
                  <a:pt x="2425" y="927"/>
                  <a:pt x="2312" y="870"/>
                </a:cubicBezTo>
                <a:cubicBezTo>
                  <a:pt x="1589" y="673"/>
                  <a:pt x="867" y="377"/>
                  <a:pt x="209" y="16"/>
                </a:cubicBezTo>
                <a:cubicBezTo>
                  <a:pt x="188" y="5"/>
                  <a:pt x="168" y="1"/>
                  <a:pt x="15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4" name="Google Shape;1948;p11"/>
          <p:cNvSpPr/>
          <p:nvPr/>
        </p:nvSpPr>
        <p:spPr>
          <a:xfrm>
            <a:off x="7346520" y="4266360"/>
            <a:ext cx="46440" cy="21240"/>
          </a:xfrm>
          <a:custGeom>
            <a:avLst/>
            <a:gdLst>
              <a:gd name="textAreaLeft" fmla="*/ 0 w 46440"/>
              <a:gd name="textAreaRight" fmla="*/ 46800 w 4644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2203" h="1014">
                <a:moveTo>
                  <a:pt x="102" y="1"/>
                </a:moveTo>
                <a:cubicBezTo>
                  <a:pt x="13" y="1"/>
                  <a:pt x="1" y="155"/>
                  <a:pt x="86" y="211"/>
                </a:cubicBezTo>
                <a:lnTo>
                  <a:pt x="86" y="178"/>
                </a:lnTo>
                <a:cubicBezTo>
                  <a:pt x="743" y="441"/>
                  <a:pt x="1367" y="704"/>
                  <a:pt x="1991" y="1000"/>
                </a:cubicBezTo>
                <a:cubicBezTo>
                  <a:pt x="2010" y="1009"/>
                  <a:pt x="2028" y="1013"/>
                  <a:pt x="2045" y="1013"/>
                </a:cubicBezTo>
                <a:cubicBezTo>
                  <a:pt x="2146" y="1013"/>
                  <a:pt x="2203" y="864"/>
                  <a:pt x="2090" y="836"/>
                </a:cubicBezTo>
                <a:cubicBezTo>
                  <a:pt x="1466" y="540"/>
                  <a:pt x="808" y="244"/>
                  <a:pt x="151" y="14"/>
                </a:cubicBezTo>
                <a:cubicBezTo>
                  <a:pt x="133" y="5"/>
                  <a:pt x="116" y="1"/>
                  <a:pt x="10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5" name="Google Shape;1949;p11"/>
          <p:cNvSpPr/>
          <p:nvPr/>
        </p:nvSpPr>
        <p:spPr>
          <a:xfrm>
            <a:off x="7352280" y="4255920"/>
            <a:ext cx="56160" cy="26640"/>
          </a:xfrm>
          <a:custGeom>
            <a:avLst/>
            <a:gdLst>
              <a:gd name="textAreaLeft" fmla="*/ 0 w 56160"/>
              <a:gd name="textAreaRight" fmla="*/ 56520 w 5616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2670" h="1268">
                <a:moveTo>
                  <a:pt x="135" y="0"/>
                </a:moveTo>
                <a:cubicBezTo>
                  <a:pt x="57" y="0"/>
                  <a:pt x="1" y="124"/>
                  <a:pt x="83" y="180"/>
                </a:cubicBezTo>
                <a:cubicBezTo>
                  <a:pt x="872" y="607"/>
                  <a:pt x="1661" y="968"/>
                  <a:pt x="2515" y="1264"/>
                </a:cubicBezTo>
                <a:cubicBezTo>
                  <a:pt x="2523" y="1266"/>
                  <a:pt x="2530" y="1268"/>
                  <a:pt x="2537" y="1268"/>
                </a:cubicBezTo>
                <a:cubicBezTo>
                  <a:pt x="2623" y="1268"/>
                  <a:pt x="2669" y="1097"/>
                  <a:pt x="2548" y="1067"/>
                </a:cubicBezTo>
                <a:cubicBezTo>
                  <a:pt x="1726" y="771"/>
                  <a:pt x="938" y="442"/>
                  <a:pt x="182" y="15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6" name="Google Shape;1950;p11"/>
          <p:cNvSpPr/>
          <p:nvPr/>
        </p:nvSpPr>
        <p:spPr>
          <a:xfrm>
            <a:off x="7374600" y="4256640"/>
            <a:ext cx="49680" cy="21600"/>
          </a:xfrm>
          <a:custGeom>
            <a:avLst/>
            <a:gdLst>
              <a:gd name="textAreaLeft" fmla="*/ 0 w 49680"/>
              <a:gd name="textAreaRight" fmla="*/ 50040 w 4968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2369" h="1039">
                <a:moveTo>
                  <a:pt x="149" y="1"/>
                </a:moveTo>
                <a:cubicBezTo>
                  <a:pt x="52" y="1"/>
                  <a:pt x="1" y="125"/>
                  <a:pt x="111" y="180"/>
                </a:cubicBezTo>
                <a:cubicBezTo>
                  <a:pt x="768" y="509"/>
                  <a:pt x="1491" y="805"/>
                  <a:pt x="2214" y="1035"/>
                </a:cubicBezTo>
                <a:cubicBezTo>
                  <a:pt x="2224" y="1037"/>
                  <a:pt x="2233" y="1038"/>
                  <a:pt x="2242" y="1038"/>
                </a:cubicBezTo>
                <a:cubicBezTo>
                  <a:pt x="2349" y="1038"/>
                  <a:pt x="2368" y="868"/>
                  <a:pt x="2247" y="838"/>
                </a:cubicBezTo>
                <a:cubicBezTo>
                  <a:pt x="1557" y="608"/>
                  <a:pt x="867" y="312"/>
                  <a:pt x="209" y="16"/>
                </a:cubicBezTo>
                <a:cubicBezTo>
                  <a:pt x="188" y="5"/>
                  <a:pt x="168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7" name="Google Shape;1951;p11"/>
          <p:cNvSpPr/>
          <p:nvPr/>
        </p:nvSpPr>
        <p:spPr>
          <a:xfrm>
            <a:off x="7327080" y="4227840"/>
            <a:ext cx="41400" cy="27360"/>
          </a:xfrm>
          <a:custGeom>
            <a:avLst/>
            <a:gdLst>
              <a:gd name="textAreaLeft" fmla="*/ 0 w 41400"/>
              <a:gd name="textAreaRight" fmla="*/ 41760 w 4140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1975" h="1302">
                <a:moveTo>
                  <a:pt x="149" y="1"/>
                </a:moveTo>
                <a:cubicBezTo>
                  <a:pt x="52" y="1"/>
                  <a:pt x="0" y="125"/>
                  <a:pt x="110" y="180"/>
                </a:cubicBezTo>
                <a:cubicBezTo>
                  <a:pt x="636" y="574"/>
                  <a:pt x="1195" y="936"/>
                  <a:pt x="1786" y="1297"/>
                </a:cubicBezTo>
                <a:cubicBezTo>
                  <a:pt x="1795" y="1300"/>
                  <a:pt x="1804" y="1302"/>
                  <a:pt x="1812" y="1302"/>
                </a:cubicBezTo>
                <a:cubicBezTo>
                  <a:pt x="1901" y="1302"/>
                  <a:pt x="1975" y="1160"/>
                  <a:pt x="1885" y="1100"/>
                </a:cubicBezTo>
                <a:cubicBezTo>
                  <a:pt x="1293" y="772"/>
                  <a:pt x="735" y="410"/>
                  <a:pt x="209" y="16"/>
                </a:cubicBezTo>
                <a:cubicBezTo>
                  <a:pt x="188" y="5"/>
                  <a:pt x="167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8" name="Google Shape;1952;p11"/>
          <p:cNvSpPr/>
          <p:nvPr/>
        </p:nvSpPr>
        <p:spPr>
          <a:xfrm>
            <a:off x="7311960" y="4234680"/>
            <a:ext cx="40320" cy="24840"/>
          </a:xfrm>
          <a:custGeom>
            <a:avLst/>
            <a:gdLst>
              <a:gd name="textAreaLeft" fmla="*/ 0 w 40320"/>
              <a:gd name="textAreaRight" fmla="*/ 40680 w 4032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1915" h="1199">
                <a:moveTo>
                  <a:pt x="158" y="1"/>
                </a:moveTo>
                <a:cubicBezTo>
                  <a:pt x="75" y="1"/>
                  <a:pt x="1" y="93"/>
                  <a:pt x="75" y="167"/>
                </a:cubicBezTo>
                <a:cubicBezTo>
                  <a:pt x="600" y="594"/>
                  <a:pt x="1159" y="956"/>
                  <a:pt x="1783" y="1186"/>
                </a:cubicBezTo>
                <a:cubicBezTo>
                  <a:pt x="1792" y="1194"/>
                  <a:pt x="1803" y="1198"/>
                  <a:pt x="1815" y="1198"/>
                </a:cubicBezTo>
                <a:cubicBezTo>
                  <a:pt x="1847" y="1198"/>
                  <a:pt x="1882" y="1168"/>
                  <a:pt x="1882" y="1120"/>
                </a:cubicBezTo>
                <a:cubicBezTo>
                  <a:pt x="1915" y="1054"/>
                  <a:pt x="1882" y="1021"/>
                  <a:pt x="1816" y="988"/>
                </a:cubicBezTo>
                <a:cubicBezTo>
                  <a:pt x="1257" y="758"/>
                  <a:pt x="699" y="430"/>
                  <a:pt x="239" y="35"/>
                </a:cubicBezTo>
                <a:cubicBezTo>
                  <a:pt x="214" y="11"/>
                  <a:pt x="185" y="1"/>
                  <a:pt x="15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89" name="Google Shape;1953;p11"/>
          <p:cNvSpPr/>
          <p:nvPr/>
        </p:nvSpPr>
        <p:spPr>
          <a:xfrm>
            <a:off x="7288200" y="4235760"/>
            <a:ext cx="46440" cy="27720"/>
          </a:xfrm>
          <a:custGeom>
            <a:avLst/>
            <a:gdLst>
              <a:gd name="textAreaLeft" fmla="*/ 0 w 46440"/>
              <a:gd name="textAreaRight" fmla="*/ 46800 w 4644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2211" h="1335">
                <a:moveTo>
                  <a:pt x="155" y="1"/>
                </a:moveTo>
                <a:cubicBezTo>
                  <a:pt x="47" y="1"/>
                  <a:pt x="1" y="143"/>
                  <a:pt x="90" y="202"/>
                </a:cubicBezTo>
                <a:lnTo>
                  <a:pt x="2029" y="1320"/>
                </a:lnTo>
                <a:cubicBezTo>
                  <a:pt x="2050" y="1330"/>
                  <a:pt x="2070" y="1335"/>
                  <a:pt x="2087" y="1335"/>
                </a:cubicBezTo>
                <a:cubicBezTo>
                  <a:pt x="2177" y="1335"/>
                  <a:pt x="2210" y="1211"/>
                  <a:pt x="2128" y="1155"/>
                </a:cubicBezTo>
                <a:lnTo>
                  <a:pt x="189" y="5"/>
                </a:lnTo>
                <a:cubicBezTo>
                  <a:pt x="177" y="2"/>
                  <a:pt x="166" y="1"/>
                  <a:pt x="1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0" name="Google Shape;1954;p11"/>
          <p:cNvSpPr/>
          <p:nvPr/>
        </p:nvSpPr>
        <p:spPr>
          <a:xfrm>
            <a:off x="7263360" y="4244040"/>
            <a:ext cx="45360" cy="21960"/>
          </a:xfrm>
          <a:custGeom>
            <a:avLst/>
            <a:gdLst>
              <a:gd name="textAreaLeft" fmla="*/ 0 w 45360"/>
              <a:gd name="textAreaRight" fmla="*/ 45720 w 4536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2168" h="1048">
                <a:moveTo>
                  <a:pt x="161" y="0"/>
                </a:moveTo>
                <a:cubicBezTo>
                  <a:pt x="76" y="0"/>
                  <a:pt x="1" y="125"/>
                  <a:pt x="111" y="180"/>
                </a:cubicBezTo>
                <a:lnTo>
                  <a:pt x="1951" y="1034"/>
                </a:lnTo>
                <a:cubicBezTo>
                  <a:pt x="1970" y="1044"/>
                  <a:pt x="1988" y="1048"/>
                  <a:pt x="2005" y="1048"/>
                </a:cubicBezTo>
                <a:cubicBezTo>
                  <a:pt x="2107" y="1048"/>
                  <a:pt x="2167" y="898"/>
                  <a:pt x="2083" y="870"/>
                </a:cubicBezTo>
                <a:lnTo>
                  <a:pt x="210" y="16"/>
                </a:lnTo>
                <a:cubicBezTo>
                  <a:pt x="194" y="5"/>
                  <a:pt x="177" y="0"/>
                  <a:pt x="16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1" name="Google Shape;1955;p11"/>
          <p:cNvSpPr/>
          <p:nvPr/>
        </p:nvSpPr>
        <p:spPr>
          <a:xfrm>
            <a:off x="7254000" y="4256640"/>
            <a:ext cx="36720" cy="16560"/>
          </a:xfrm>
          <a:custGeom>
            <a:avLst/>
            <a:gdLst>
              <a:gd name="textAreaLeft" fmla="*/ 0 w 36720"/>
              <a:gd name="textAreaRight" fmla="*/ 37080 w 3672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759" h="805">
                <a:moveTo>
                  <a:pt x="154" y="1"/>
                </a:moveTo>
                <a:cubicBezTo>
                  <a:pt x="56" y="1"/>
                  <a:pt x="0" y="125"/>
                  <a:pt x="83" y="180"/>
                </a:cubicBezTo>
                <a:lnTo>
                  <a:pt x="116" y="180"/>
                </a:lnTo>
                <a:cubicBezTo>
                  <a:pt x="576" y="443"/>
                  <a:pt x="1102" y="640"/>
                  <a:pt x="1628" y="805"/>
                </a:cubicBezTo>
                <a:cubicBezTo>
                  <a:pt x="1726" y="772"/>
                  <a:pt x="1759" y="673"/>
                  <a:pt x="1693" y="608"/>
                </a:cubicBezTo>
                <a:cubicBezTo>
                  <a:pt x="1168" y="476"/>
                  <a:pt x="675" y="279"/>
                  <a:pt x="215" y="16"/>
                </a:cubicBezTo>
                <a:cubicBezTo>
                  <a:pt x="193" y="5"/>
                  <a:pt x="173" y="1"/>
                  <a:pt x="15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2" name="Google Shape;1956;p11"/>
          <p:cNvSpPr/>
          <p:nvPr/>
        </p:nvSpPr>
        <p:spPr>
          <a:xfrm>
            <a:off x="7199280" y="4250160"/>
            <a:ext cx="36360" cy="15840"/>
          </a:xfrm>
          <a:custGeom>
            <a:avLst/>
            <a:gdLst>
              <a:gd name="textAreaLeft" fmla="*/ 0 w 36360"/>
              <a:gd name="textAreaRight" fmla="*/ 36720 w 3636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1727" h="772">
                <a:moveTo>
                  <a:pt x="154" y="0"/>
                </a:moveTo>
                <a:cubicBezTo>
                  <a:pt x="56" y="0"/>
                  <a:pt x="1" y="125"/>
                  <a:pt x="83" y="180"/>
                </a:cubicBezTo>
                <a:cubicBezTo>
                  <a:pt x="543" y="475"/>
                  <a:pt x="1036" y="673"/>
                  <a:pt x="1562" y="771"/>
                </a:cubicBezTo>
                <a:cubicBezTo>
                  <a:pt x="1693" y="771"/>
                  <a:pt x="1726" y="574"/>
                  <a:pt x="1628" y="541"/>
                </a:cubicBezTo>
                <a:cubicBezTo>
                  <a:pt x="1102" y="475"/>
                  <a:pt x="642" y="278"/>
                  <a:pt x="215" y="15"/>
                </a:cubicBezTo>
                <a:cubicBezTo>
                  <a:pt x="193" y="5"/>
                  <a:pt x="173" y="0"/>
                  <a:pt x="1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3" name="Google Shape;1957;p11"/>
          <p:cNvSpPr/>
          <p:nvPr/>
        </p:nvSpPr>
        <p:spPr>
          <a:xfrm>
            <a:off x="7200360" y="4232160"/>
            <a:ext cx="33120" cy="19800"/>
          </a:xfrm>
          <a:custGeom>
            <a:avLst/>
            <a:gdLst>
              <a:gd name="textAreaLeft" fmla="*/ 0 w 33120"/>
              <a:gd name="textAreaRight" fmla="*/ 33480 w 3312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578" h="956">
                <a:moveTo>
                  <a:pt x="141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33" y="178"/>
                  <a:pt x="66" y="211"/>
                </a:cubicBezTo>
                <a:cubicBezTo>
                  <a:pt x="493" y="507"/>
                  <a:pt x="953" y="737"/>
                  <a:pt x="1413" y="934"/>
                </a:cubicBezTo>
                <a:cubicBezTo>
                  <a:pt x="1427" y="948"/>
                  <a:pt x="1446" y="956"/>
                  <a:pt x="1466" y="956"/>
                </a:cubicBezTo>
                <a:cubicBezTo>
                  <a:pt x="1495" y="956"/>
                  <a:pt x="1525" y="940"/>
                  <a:pt x="1545" y="901"/>
                </a:cubicBezTo>
                <a:cubicBezTo>
                  <a:pt x="1578" y="868"/>
                  <a:pt x="1578" y="803"/>
                  <a:pt x="1512" y="770"/>
                </a:cubicBezTo>
                <a:cubicBezTo>
                  <a:pt x="1052" y="573"/>
                  <a:pt x="592" y="310"/>
                  <a:pt x="197" y="14"/>
                </a:cubicBezTo>
                <a:cubicBezTo>
                  <a:pt x="178" y="4"/>
                  <a:pt x="159" y="0"/>
                  <a:pt x="14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4" name="Google Shape;1958;p11"/>
          <p:cNvSpPr/>
          <p:nvPr/>
        </p:nvSpPr>
        <p:spPr>
          <a:xfrm>
            <a:off x="7245360" y="4268520"/>
            <a:ext cx="12240" cy="5760"/>
          </a:xfrm>
          <a:custGeom>
            <a:avLst/>
            <a:gdLst>
              <a:gd name="textAreaLeft" fmla="*/ 0 w 12240"/>
              <a:gd name="textAreaRight" fmla="*/ 12600 w 12240"/>
              <a:gd name="textAreaTop" fmla="*/ 0 h 5760"/>
              <a:gd name="textAreaBottom" fmla="*/ 6120 h 5760"/>
            </a:gdLst>
            <a:ahLst/>
            <a:cxnLst/>
            <a:rect l="textAreaLeft" t="textAreaTop" r="textAreaRight" b="textAreaBottom"/>
            <a:pathLst>
              <a:path w="592" h="297">
                <a:moveTo>
                  <a:pt x="165" y="1"/>
                </a:moveTo>
                <a:cubicBezTo>
                  <a:pt x="99" y="1"/>
                  <a:pt x="33" y="1"/>
                  <a:pt x="0" y="34"/>
                </a:cubicBezTo>
                <a:cubicBezTo>
                  <a:pt x="0" y="99"/>
                  <a:pt x="0" y="165"/>
                  <a:pt x="33" y="198"/>
                </a:cubicBezTo>
                <a:lnTo>
                  <a:pt x="66" y="132"/>
                </a:lnTo>
                <a:cubicBezTo>
                  <a:pt x="197" y="231"/>
                  <a:pt x="329" y="264"/>
                  <a:pt x="493" y="296"/>
                </a:cubicBezTo>
                <a:cubicBezTo>
                  <a:pt x="526" y="296"/>
                  <a:pt x="559" y="296"/>
                  <a:pt x="559" y="264"/>
                </a:cubicBezTo>
                <a:cubicBezTo>
                  <a:pt x="592" y="231"/>
                  <a:pt x="592" y="231"/>
                  <a:pt x="592" y="198"/>
                </a:cubicBezTo>
                <a:cubicBezTo>
                  <a:pt x="592" y="165"/>
                  <a:pt x="592" y="132"/>
                  <a:pt x="559" y="132"/>
                </a:cubicBezTo>
                <a:cubicBezTo>
                  <a:pt x="559" y="99"/>
                  <a:pt x="526" y="99"/>
                  <a:pt x="493" y="99"/>
                </a:cubicBezTo>
                <a:lnTo>
                  <a:pt x="395" y="99"/>
                </a:lnTo>
                <a:lnTo>
                  <a:pt x="329" y="66"/>
                </a:lnTo>
                <a:lnTo>
                  <a:pt x="230" y="66"/>
                </a:lnTo>
                <a:lnTo>
                  <a:pt x="165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" bIns="2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5" name="Google Shape;1959;p11"/>
          <p:cNvSpPr/>
          <p:nvPr/>
        </p:nvSpPr>
        <p:spPr>
          <a:xfrm>
            <a:off x="7205040" y="4215600"/>
            <a:ext cx="52200" cy="29520"/>
          </a:xfrm>
          <a:custGeom>
            <a:avLst/>
            <a:gdLst>
              <a:gd name="textAreaLeft" fmla="*/ 0 w 52200"/>
              <a:gd name="textAreaRight" fmla="*/ 52560 w 5220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2480" h="1409">
                <a:moveTo>
                  <a:pt x="145" y="0"/>
                </a:moveTo>
                <a:cubicBezTo>
                  <a:pt x="130" y="0"/>
                  <a:pt x="115" y="5"/>
                  <a:pt x="99" y="15"/>
                </a:cubicBezTo>
                <a:cubicBezTo>
                  <a:pt x="33" y="48"/>
                  <a:pt x="0" y="147"/>
                  <a:pt x="33" y="213"/>
                </a:cubicBezTo>
                <a:cubicBezTo>
                  <a:pt x="99" y="278"/>
                  <a:pt x="165" y="344"/>
                  <a:pt x="230" y="377"/>
                </a:cubicBezTo>
                <a:lnTo>
                  <a:pt x="920" y="738"/>
                </a:lnTo>
                <a:cubicBezTo>
                  <a:pt x="1348" y="968"/>
                  <a:pt x="1808" y="1198"/>
                  <a:pt x="2268" y="1395"/>
                </a:cubicBezTo>
                <a:cubicBezTo>
                  <a:pt x="2286" y="1405"/>
                  <a:pt x="2304" y="1409"/>
                  <a:pt x="2321" y="1409"/>
                </a:cubicBezTo>
                <a:cubicBezTo>
                  <a:pt x="2422" y="1409"/>
                  <a:pt x="2479" y="1259"/>
                  <a:pt x="2366" y="1231"/>
                </a:cubicBezTo>
                <a:cubicBezTo>
                  <a:pt x="2005" y="1067"/>
                  <a:pt x="1643" y="870"/>
                  <a:pt x="1249" y="705"/>
                </a:cubicBezTo>
                <a:lnTo>
                  <a:pt x="723" y="410"/>
                </a:lnTo>
                <a:lnTo>
                  <a:pt x="460" y="245"/>
                </a:lnTo>
                <a:lnTo>
                  <a:pt x="329" y="180"/>
                </a:lnTo>
                <a:lnTo>
                  <a:pt x="234" y="148"/>
                </a:lnTo>
                <a:lnTo>
                  <a:pt x="234" y="148"/>
                </a:lnTo>
                <a:cubicBezTo>
                  <a:pt x="252" y="76"/>
                  <a:pt x="205" y="0"/>
                  <a:pt x="14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6" name="Google Shape;1960;p11"/>
          <p:cNvSpPr/>
          <p:nvPr/>
        </p:nvSpPr>
        <p:spPr>
          <a:xfrm>
            <a:off x="7201440" y="4195800"/>
            <a:ext cx="51120" cy="27000"/>
          </a:xfrm>
          <a:custGeom>
            <a:avLst/>
            <a:gdLst>
              <a:gd name="textAreaLeft" fmla="*/ 0 w 51120"/>
              <a:gd name="textAreaRight" fmla="*/ 51480 w 51120"/>
              <a:gd name="textAreaTop" fmla="*/ 0 h 27000"/>
              <a:gd name="textAreaBottom" fmla="*/ 27360 h 27000"/>
            </a:gdLst>
            <a:ahLst/>
            <a:cxnLst/>
            <a:rect l="textAreaLeft" t="textAreaTop" r="textAreaRight" b="textAreaBottom"/>
            <a:pathLst>
              <a:path w="2428" h="1290">
                <a:moveTo>
                  <a:pt x="140" y="0"/>
                </a:moveTo>
                <a:cubicBezTo>
                  <a:pt x="49" y="0"/>
                  <a:pt x="0" y="139"/>
                  <a:pt x="80" y="192"/>
                </a:cubicBezTo>
                <a:cubicBezTo>
                  <a:pt x="770" y="586"/>
                  <a:pt x="1493" y="947"/>
                  <a:pt x="2216" y="1276"/>
                </a:cubicBezTo>
                <a:cubicBezTo>
                  <a:pt x="2234" y="1285"/>
                  <a:pt x="2252" y="1289"/>
                  <a:pt x="2269" y="1289"/>
                </a:cubicBezTo>
                <a:cubicBezTo>
                  <a:pt x="2370" y="1289"/>
                  <a:pt x="2427" y="1140"/>
                  <a:pt x="2314" y="1112"/>
                </a:cubicBezTo>
                <a:cubicBezTo>
                  <a:pt x="1591" y="783"/>
                  <a:pt x="868" y="422"/>
                  <a:pt x="211" y="27"/>
                </a:cubicBezTo>
                <a:cubicBezTo>
                  <a:pt x="186" y="8"/>
                  <a:pt x="161" y="0"/>
                  <a:pt x="14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7" name="Google Shape;1961;p11"/>
          <p:cNvSpPr/>
          <p:nvPr/>
        </p:nvSpPr>
        <p:spPr>
          <a:xfrm>
            <a:off x="7255800" y="4217040"/>
            <a:ext cx="25200" cy="13320"/>
          </a:xfrm>
          <a:custGeom>
            <a:avLst/>
            <a:gdLst>
              <a:gd name="textAreaLeft" fmla="*/ 0 w 25200"/>
              <a:gd name="textAreaRight" fmla="*/ 25560 w 2520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216" h="639">
                <a:moveTo>
                  <a:pt x="108" y="0"/>
                </a:moveTo>
                <a:cubicBezTo>
                  <a:pt x="66" y="0"/>
                  <a:pt x="33" y="24"/>
                  <a:pt x="33" y="47"/>
                </a:cubicBezTo>
                <a:cubicBezTo>
                  <a:pt x="0" y="113"/>
                  <a:pt x="0" y="178"/>
                  <a:pt x="66" y="178"/>
                </a:cubicBezTo>
                <a:cubicBezTo>
                  <a:pt x="394" y="343"/>
                  <a:pt x="723" y="507"/>
                  <a:pt x="1052" y="638"/>
                </a:cubicBezTo>
                <a:cubicBezTo>
                  <a:pt x="1117" y="638"/>
                  <a:pt x="1183" y="606"/>
                  <a:pt x="1183" y="540"/>
                </a:cubicBezTo>
                <a:cubicBezTo>
                  <a:pt x="1216" y="507"/>
                  <a:pt x="1183" y="441"/>
                  <a:pt x="1117" y="441"/>
                </a:cubicBezTo>
                <a:cubicBezTo>
                  <a:pt x="789" y="310"/>
                  <a:pt x="460" y="178"/>
                  <a:pt x="164" y="14"/>
                </a:cubicBezTo>
                <a:cubicBezTo>
                  <a:pt x="145" y="4"/>
                  <a:pt x="126" y="0"/>
                  <a:pt x="1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8" name="Google Shape;1962;p11"/>
          <p:cNvSpPr/>
          <p:nvPr/>
        </p:nvSpPr>
        <p:spPr>
          <a:xfrm>
            <a:off x="7211880" y="4176360"/>
            <a:ext cx="68040" cy="36360"/>
          </a:xfrm>
          <a:custGeom>
            <a:avLst/>
            <a:gdLst>
              <a:gd name="textAreaLeft" fmla="*/ 0 w 68040"/>
              <a:gd name="textAreaRight" fmla="*/ 68400 w 680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3233" h="1731">
                <a:moveTo>
                  <a:pt x="160" y="1"/>
                </a:moveTo>
                <a:cubicBezTo>
                  <a:pt x="75" y="1"/>
                  <a:pt x="0" y="125"/>
                  <a:pt x="111" y="180"/>
                </a:cubicBezTo>
                <a:cubicBezTo>
                  <a:pt x="669" y="542"/>
                  <a:pt x="1261" y="871"/>
                  <a:pt x="1852" y="1199"/>
                </a:cubicBezTo>
                <a:cubicBezTo>
                  <a:pt x="2148" y="1331"/>
                  <a:pt x="2444" y="1462"/>
                  <a:pt x="2739" y="1593"/>
                </a:cubicBezTo>
                <a:cubicBezTo>
                  <a:pt x="2827" y="1623"/>
                  <a:pt x="2967" y="1730"/>
                  <a:pt x="3066" y="1730"/>
                </a:cubicBezTo>
                <a:cubicBezTo>
                  <a:pt x="3078" y="1730"/>
                  <a:pt x="3090" y="1729"/>
                  <a:pt x="3101" y="1725"/>
                </a:cubicBezTo>
                <a:cubicBezTo>
                  <a:pt x="3199" y="1692"/>
                  <a:pt x="3232" y="1626"/>
                  <a:pt x="3199" y="1528"/>
                </a:cubicBezTo>
                <a:cubicBezTo>
                  <a:pt x="3187" y="1478"/>
                  <a:pt x="3150" y="1456"/>
                  <a:pt x="3112" y="1456"/>
                </a:cubicBezTo>
                <a:cubicBezTo>
                  <a:pt x="3064" y="1456"/>
                  <a:pt x="3013" y="1489"/>
                  <a:pt x="3001" y="1541"/>
                </a:cubicBezTo>
                <a:lnTo>
                  <a:pt x="3001" y="1541"/>
                </a:lnTo>
                <a:cubicBezTo>
                  <a:pt x="2999" y="1510"/>
                  <a:pt x="2992" y="1495"/>
                  <a:pt x="2969" y="1495"/>
                </a:cubicBezTo>
                <a:lnTo>
                  <a:pt x="2871" y="1462"/>
                </a:lnTo>
                <a:lnTo>
                  <a:pt x="2674" y="1363"/>
                </a:lnTo>
                <a:lnTo>
                  <a:pt x="2312" y="1199"/>
                </a:lnTo>
                <a:cubicBezTo>
                  <a:pt x="2082" y="1068"/>
                  <a:pt x="1852" y="969"/>
                  <a:pt x="1622" y="838"/>
                </a:cubicBezTo>
                <a:cubicBezTo>
                  <a:pt x="1129" y="575"/>
                  <a:pt x="669" y="312"/>
                  <a:pt x="209" y="16"/>
                </a:cubicBezTo>
                <a:cubicBezTo>
                  <a:pt x="193" y="6"/>
                  <a:pt x="176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9" name="Google Shape;1963;p11"/>
          <p:cNvSpPr/>
          <p:nvPr/>
        </p:nvSpPr>
        <p:spPr>
          <a:xfrm>
            <a:off x="7217280" y="4160880"/>
            <a:ext cx="51840" cy="27360"/>
          </a:xfrm>
          <a:custGeom>
            <a:avLst/>
            <a:gdLst>
              <a:gd name="textAreaLeft" fmla="*/ 0 w 51840"/>
              <a:gd name="textAreaRight" fmla="*/ 52200 w 5184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463" h="1313">
                <a:moveTo>
                  <a:pt x="146" y="0"/>
                </a:moveTo>
                <a:cubicBezTo>
                  <a:pt x="65" y="0"/>
                  <a:pt x="0" y="139"/>
                  <a:pt x="106" y="192"/>
                </a:cubicBezTo>
                <a:cubicBezTo>
                  <a:pt x="764" y="652"/>
                  <a:pt x="1519" y="1013"/>
                  <a:pt x="2308" y="1309"/>
                </a:cubicBezTo>
                <a:cubicBezTo>
                  <a:pt x="2318" y="1311"/>
                  <a:pt x="2327" y="1312"/>
                  <a:pt x="2336" y="1312"/>
                </a:cubicBezTo>
                <a:cubicBezTo>
                  <a:pt x="2444" y="1312"/>
                  <a:pt x="2462" y="1140"/>
                  <a:pt x="2341" y="1079"/>
                </a:cubicBezTo>
                <a:cubicBezTo>
                  <a:pt x="1585" y="849"/>
                  <a:pt x="862" y="454"/>
                  <a:pt x="205" y="27"/>
                </a:cubicBezTo>
                <a:cubicBezTo>
                  <a:pt x="186" y="8"/>
                  <a:pt x="166" y="0"/>
                  <a:pt x="14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0" name="Google Shape;1964;p11"/>
          <p:cNvSpPr/>
          <p:nvPr/>
        </p:nvSpPr>
        <p:spPr>
          <a:xfrm>
            <a:off x="7216200" y="4135680"/>
            <a:ext cx="40320" cy="28440"/>
          </a:xfrm>
          <a:custGeom>
            <a:avLst/>
            <a:gdLst>
              <a:gd name="textAreaLeft" fmla="*/ 0 w 40320"/>
              <a:gd name="textAreaRight" fmla="*/ 40680 w 4032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1930" h="1363">
                <a:moveTo>
                  <a:pt x="158" y="0"/>
                </a:moveTo>
                <a:cubicBezTo>
                  <a:pt x="75" y="0"/>
                  <a:pt x="1" y="93"/>
                  <a:pt x="75" y="167"/>
                </a:cubicBezTo>
                <a:cubicBezTo>
                  <a:pt x="568" y="660"/>
                  <a:pt x="1126" y="1054"/>
                  <a:pt x="1718" y="1350"/>
                </a:cubicBezTo>
                <a:cubicBezTo>
                  <a:pt x="1736" y="1359"/>
                  <a:pt x="1754" y="1363"/>
                  <a:pt x="1771" y="1363"/>
                </a:cubicBezTo>
                <a:cubicBezTo>
                  <a:pt x="1873" y="1363"/>
                  <a:pt x="1929" y="1214"/>
                  <a:pt x="1816" y="1185"/>
                </a:cubicBezTo>
                <a:lnTo>
                  <a:pt x="1849" y="1185"/>
                </a:lnTo>
                <a:cubicBezTo>
                  <a:pt x="1258" y="890"/>
                  <a:pt x="699" y="495"/>
                  <a:pt x="239" y="35"/>
                </a:cubicBezTo>
                <a:cubicBezTo>
                  <a:pt x="214" y="11"/>
                  <a:pt x="186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1" name="Google Shape;1965;p11"/>
          <p:cNvSpPr/>
          <p:nvPr/>
        </p:nvSpPr>
        <p:spPr>
          <a:xfrm>
            <a:off x="7212960" y="4120560"/>
            <a:ext cx="30240" cy="20160"/>
          </a:xfrm>
          <a:custGeom>
            <a:avLst/>
            <a:gdLst>
              <a:gd name="textAreaLeft" fmla="*/ 0 w 30240"/>
              <a:gd name="textAreaRight" fmla="*/ 30600 w 3024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445" h="963">
                <a:moveTo>
                  <a:pt x="123" y="0"/>
                </a:moveTo>
                <a:cubicBezTo>
                  <a:pt x="50" y="0"/>
                  <a:pt x="1" y="139"/>
                  <a:pt x="80" y="192"/>
                </a:cubicBezTo>
                <a:lnTo>
                  <a:pt x="1230" y="947"/>
                </a:lnTo>
                <a:cubicBezTo>
                  <a:pt x="1252" y="958"/>
                  <a:pt x="1272" y="963"/>
                  <a:pt x="1291" y="963"/>
                </a:cubicBezTo>
                <a:cubicBezTo>
                  <a:pt x="1389" y="963"/>
                  <a:pt x="1445" y="838"/>
                  <a:pt x="1362" y="783"/>
                </a:cubicBezTo>
                <a:lnTo>
                  <a:pt x="179" y="27"/>
                </a:lnTo>
                <a:cubicBezTo>
                  <a:pt x="160" y="8"/>
                  <a:pt x="141" y="0"/>
                  <a:pt x="12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2" name="Google Shape;1966;p11"/>
          <p:cNvSpPr/>
          <p:nvPr/>
        </p:nvSpPr>
        <p:spPr>
          <a:xfrm>
            <a:off x="7217640" y="4111560"/>
            <a:ext cx="22320" cy="12960"/>
          </a:xfrm>
          <a:custGeom>
            <a:avLst/>
            <a:gdLst>
              <a:gd name="textAreaLeft" fmla="*/ 0 w 22320"/>
              <a:gd name="textAreaRight" fmla="*/ 22680 w 2232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077" h="629">
                <a:moveTo>
                  <a:pt x="155" y="0"/>
                </a:moveTo>
                <a:cubicBezTo>
                  <a:pt x="47" y="0"/>
                  <a:pt x="1" y="142"/>
                  <a:pt x="90" y="201"/>
                </a:cubicBezTo>
                <a:lnTo>
                  <a:pt x="58" y="201"/>
                </a:lnTo>
                <a:cubicBezTo>
                  <a:pt x="353" y="366"/>
                  <a:pt x="649" y="497"/>
                  <a:pt x="945" y="629"/>
                </a:cubicBezTo>
                <a:cubicBezTo>
                  <a:pt x="1010" y="629"/>
                  <a:pt x="1076" y="596"/>
                  <a:pt x="1076" y="563"/>
                </a:cubicBezTo>
                <a:cubicBezTo>
                  <a:pt x="1076" y="497"/>
                  <a:pt x="1043" y="431"/>
                  <a:pt x="1010" y="431"/>
                </a:cubicBezTo>
                <a:cubicBezTo>
                  <a:pt x="715" y="300"/>
                  <a:pt x="452" y="169"/>
                  <a:pt x="189" y="4"/>
                </a:cubicBezTo>
                <a:cubicBezTo>
                  <a:pt x="177" y="1"/>
                  <a:pt x="166" y="0"/>
                  <a:pt x="1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3" name="Google Shape;1967;p11"/>
          <p:cNvSpPr/>
          <p:nvPr/>
        </p:nvSpPr>
        <p:spPr>
          <a:xfrm>
            <a:off x="7203240" y="4087440"/>
            <a:ext cx="36000" cy="16920"/>
          </a:xfrm>
          <a:custGeom>
            <a:avLst/>
            <a:gdLst>
              <a:gd name="textAreaLeft" fmla="*/ 0 w 36000"/>
              <a:gd name="textAreaRight" fmla="*/ 36360 w 3600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1715" h="816">
                <a:moveTo>
                  <a:pt x="164" y="1"/>
                </a:moveTo>
                <a:cubicBezTo>
                  <a:pt x="61" y="1"/>
                  <a:pt x="1" y="150"/>
                  <a:pt x="85" y="178"/>
                </a:cubicBezTo>
                <a:cubicBezTo>
                  <a:pt x="578" y="408"/>
                  <a:pt x="1071" y="638"/>
                  <a:pt x="1564" y="803"/>
                </a:cubicBezTo>
                <a:cubicBezTo>
                  <a:pt x="1582" y="812"/>
                  <a:pt x="1599" y="816"/>
                  <a:pt x="1613" y="816"/>
                </a:cubicBezTo>
                <a:cubicBezTo>
                  <a:pt x="1702" y="816"/>
                  <a:pt x="1715" y="662"/>
                  <a:pt x="1630" y="606"/>
                </a:cubicBezTo>
                <a:cubicBezTo>
                  <a:pt x="1137" y="441"/>
                  <a:pt x="677" y="244"/>
                  <a:pt x="217" y="14"/>
                </a:cubicBezTo>
                <a:cubicBezTo>
                  <a:pt x="198" y="5"/>
                  <a:pt x="180" y="1"/>
                  <a:pt x="16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4" name="Google Shape;1968;p11"/>
          <p:cNvSpPr/>
          <p:nvPr/>
        </p:nvSpPr>
        <p:spPr>
          <a:xfrm>
            <a:off x="7208640" y="4070880"/>
            <a:ext cx="24120" cy="12960"/>
          </a:xfrm>
          <a:custGeom>
            <a:avLst/>
            <a:gdLst>
              <a:gd name="textAreaLeft" fmla="*/ 0 w 24120"/>
              <a:gd name="textAreaRight" fmla="*/ 24480 w 2412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163" h="622">
                <a:moveTo>
                  <a:pt x="109" y="1"/>
                </a:moveTo>
                <a:cubicBezTo>
                  <a:pt x="66" y="1"/>
                  <a:pt x="33" y="24"/>
                  <a:pt x="33" y="47"/>
                </a:cubicBezTo>
                <a:cubicBezTo>
                  <a:pt x="1" y="113"/>
                  <a:pt x="1" y="179"/>
                  <a:pt x="66" y="179"/>
                </a:cubicBezTo>
                <a:lnTo>
                  <a:pt x="954" y="606"/>
                </a:lnTo>
                <a:cubicBezTo>
                  <a:pt x="969" y="617"/>
                  <a:pt x="986" y="621"/>
                  <a:pt x="1003" y="621"/>
                </a:cubicBezTo>
                <a:cubicBezTo>
                  <a:pt x="1088" y="621"/>
                  <a:pt x="1162" y="497"/>
                  <a:pt x="1052" y="442"/>
                </a:cubicBezTo>
                <a:lnTo>
                  <a:pt x="165" y="14"/>
                </a:lnTo>
                <a:cubicBezTo>
                  <a:pt x="146" y="5"/>
                  <a:pt x="126" y="1"/>
                  <a:pt x="10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5" name="Google Shape;1969;p11"/>
          <p:cNvSpPr/>
          <p:nvPr/>
        </p:nvSpPr>
        <p:spPr>
          <a:xfrm>
            <a:off x="7210080" y="4061880"/>
            <a:ext cx="21600" cy="12600"/>
          </a:xfrm>
          <a:custGeom>
            <a:avLst/>
            <a:gdLst>
              <a:gd name="textAreaLeft" fmla="*/ 0 w 21600"/>
              <a:gd name="textAreaRight" fmla="*/ 21960 w 216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043" h="610">
                <a:moveTo>
                  <a:pt x="162" y="1"/>
                </a:moveTo>
                <a:cubicBezTo>
                  <a:pt x="74" y="1"/>
                  <a:pt x="0" y="143"/>
                  <a:pt x="90" y="202"/>
                </a:cubicBezTo>
                <a:cubicBezTo>
                  <a:pt x="353" y="367"/>
                  <a:pt x="616" y="498"/>
                  <a:pt x="911" y="597"/>
                </a:cubicBezTo>
                <a:cubicBezTo>
                  <a:pt x="920" y="606"/>
                  <a:pt x="931" y="610"/>
                  <a:pt x="944" y="610"/>
                </a:cubicBezTo>
                <a:cubicBezTo>
                  <a:pt x="977" y="610"/>
                  <a:pt x="1019" y="579"/>
                  <a:pt x="1043" y="531"/>
                </a:cubicBezTo>
                <a:cubicBezTo>
                  <a:pt x="1043" y="465"/>
                  <a:pt x="1010" y="432"/>
                  <a:pt x="944" y="400"/>
                </a:cubicBezTo>
                <a:cubicBezTo>
                  <a:pt x="681" y="301"/>
                  <a:pt x="419" y="170"/>
                  <a:pt x="189" y="5"/>
                </a:cubicBezTo>
                <a:cubicBezTo>
                  <a:pt x="180" y="2"/>
                  <a:pt x="171" y="1"/>
                  <a:pt x="16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6" name="Google Shape;1970;p11"/>
          <p:cNvSpPr/>
          <p:nvPr/>
        </p:nvSpPr>
        <p:spPr>
          <a:xfrm>
            <a:off x="7210080" y="4052880"/>
            <a:ext cx="24120" cy="13680"/>
          </a:xfrm>
          <a:custGeom>
            <a:avLst/>
            <a:gdLst>
              <a:gd name="textAreaLeft" fmla="*/ 0 w 24120"/>
              <a:gd name="textAreaRight" fmla="*/ 24480 w 2412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1151" h="660">
                <a:moveTo>
                  <a:pt x="129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33" y="178"/>
                  <a:pt x="66" y="211"/>
                </a:cubicBezTo>
                <a:lnTo>
                  <a:pt x="986" y="638"/>
                </a:lnTo>
                <a:cubicBezTo>
                  <a:pt x="1000" y="652"/>
                  <a:pt x="1019" y="660"/>
                  <a:pt x="1039" y="660"/>
                </a:cubicBezTo>
                <a:cubicBezTo>
                  <a:pt x="1068" y="660"/>
                  <a:pt x="1098" y="644"/>
                  <a:pt x="1118" y="606"/>
                </a:cubicBezTo>
                <a:cubicBezTo>
                  <a:pt x="1150" y="573"/>
                  <a:pt x="1118" y="507"/>
                  <a:pt x="1085" y="474"/>
                </a:cubicBezTo>
                <a:lnTo>
                  <a:pt x="165" y="14"/>
                </a:lnTo>
                <a:cubicBezTo>
                  <a:pt x="155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7" name="Google Shape;1971;p11"/>
          <p:cNvSpPr/>
          <p:nvPr/>
        </p:nvSpPr>
        <p:spPr>
          <a:xfrm>
            <a:off x="7207560" y="4042440"/>
            <a:ext cx="21600" cy="12600"/>
          </a:xfrm>
          <a:custGeom>
            <a:avLst/>
            <a:gdLst>
              <a:gd name="textAreaLeft" fmla="*/ 0 w 21600"/>
              <a:gd name="textAreaRight" fmla="*/ 21960 w 216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036" h="617">
                <a:moveTo>
                  <a:pt x="176" y="0"/>
                </a:moveTo>
                <a:cubicBezTo>
                  <a:pt x="87" y="0"/>
                  <a:pt x="0" y="181"/>
                  <a:pt x="115" y="209"/>
                </a:cubicBezTo>
                <a:cubicBezTo>
                  <a:pt x="345" y="341"/>
                  <a:pt x="608" y="505"/>
                  <a:pt x="904" y="604"/>
                </a:cubicBezTo>
                <a:cubicBezTo>
                  <a:pt x="913" y="612"/>
                  <a:pt x="924" y="617"/>
                  <a:pt x="936" y="617"/>
                </a:cubicBezTo>
                <a:cubicBezTo>
                  <a:pt x="970" y="617"/>
                  <a:pt x="1011" y="586"/>
                  <a:pt x="1035" y="538"/>
                </a:cubicBezTo>
                <a:cubicBezTo>
                  <a:pt x="1035" y="472"/>
                  <a:pt x="1003" y="439"/>
                  <a:pt x="937" y="406"/>
                </a:cubicBezTo>
                <a:cubicBezTo>
                  <a:pt x="674" y="308"/>
                  <a:pt x="444" y="176"/>
                  <a:pt x="214" y="12"/>
                </a:cubicBezTo>
                <a:cubicBezTo>
                  <a:pt x="202" y="4"/>
                  <a:pt x="189" y="0"/>
                  <a:pt x="17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8" name="Google Shape;1972;p11"/>
          <p:cNvSpPr/>
          <p:nvPr/>
        </p:nvSpPr>
        <p:spPr>
          <a:xfrm>
            <a:off x="7207200" y="4032720"/>
            <a:ext cx="26280" cy="13320"/>
          </a:xfrm>
          <a:custGeom>
            <a:avLst/>
            <a:gdLst>
              <a:gd name="textAreaLeft" fmla="*/ 0 w 26280"/>
              <a:gd name="textAreaRight" fmla="*/ 26640 w 2628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262" h="654">
                <a:moveTo>
                  <a:pt x="130" y="0"/>
                </a:moveTo>
                <a:cubicBezTo>
                  <a:pt x="97" y="0"/>
                  <a:pt x="57" y="24"/>
                  <a:pt x="34" y="47"/>
                </a:cubicBezTo>
                <a:cubicBezTo>
                  <a:pt x="1" y="113"/>
                  <a:pt x="1" y="178"/>
                  <a:pt x="67" y="211"/>
                </a:cubicBezTo>
                <a:lnTo>
                  <a:pt x="1052" y="638"/>
                </a:lnTo>
                <a:cubicBezTo>
                  <a:pt x="1074" y="649"/>
                  <a:pt x="1094" y="654"/>
                  <a:pt x="1113" y="654"/>
                </a:cubicBezTo>
                <a:cubicBezTo>
                  <a:pt x="1210" y="654"/>
                  <a:pt x="1261" y="529"/>
                  <a:pt x="1151" y="474"/>
                </a:cubicBezTo>
                <a:lnTo>
                  <a:pt x="165" y="14"/>
                </a:lnTo>
                <a:cubicBezTo>
                  <a:pt x="156" y="4"/>
                  <a:pt x="143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09" name="Google Shape;1973;p11"/>
          <p:cNvSpPr/>
          <p:nvPr/>
        </p:nvSpPr>
        <p:spPr>
          <a:xfrm>
            <a:off x="7208640" y="4023720"/>
            <a:ext cx="23760" cy="11160"/>
          </a:xfrm>
          <a:custGeom>
            <a:avLst/>
            <a:gdLst>
              <a:gd name="textAreaLeft" fmla="*/ 0 w 23760"/>
              <a:gd name="textAreaRight" fmla="*/ 24120 w 2376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141" h="544">
                <a:moveTo>
                  <a:pt x="129" y="0"/>
                </a:moveTo>
                <a:cubicBezTo>
                  <a:pt x="96" y="0"/>
                  <a:pt x="57" y="24"/>
                  <a:pt x="33" y="47"/>
                </a:cubicBezTo>
                <a:cubicBezTo>
                  <a:pt x="1" y="112"/>
                  <a:pt x="1" y="178"/>
                  <a:pt x="66" y="178"/>
                </a:cubicBezTo>
                <a:cubicBezTo>
                  <a:pt x="362" y="310"/>
                  <a:pt x="658" y="441"/>
                  <a:pt x="986" y="540"/>
                </a:cubicBezTo>
                <a:cubicBezTo>
                  <a:pt x="996" y="542"/>
                  <a:pt x="1006" y="543"/>
                  <a:pt x="1015" y="543"/>
                </a:cubicBezTo>
                <a:cubicBezTo>
                  <a:pt x="1122" y="543"/>
                  <a:pt x="1141" y="373"/>
                  <a:pt x="1019" y="343"/>
                </a:cubicBezTo>
                <a:cubicBezTo>
                  <a:pt x="724" y="244"/>
                  <a:pt x="461" y="145"/>
                  <a:pt x="165" y="14"/>
                </a:cubicBezTo>
                <a:cubicBezTo>
                  <a:pt x="155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0" name="Google Shape;1974;p11"/>
          <p:cNvSpPr/>
          <p:nvPr/>
        </p:nvSpPr>
        <p:spPr>
          <a:xfrm>
            <a:off x="7210080" y="4009680"/>
            <a:ext cx="21240" cy="10800"/>
          </a:xfrm>
          <a:custGeom>
            <a:avLst/>
            <a:gdLst>
              <a:gd name="textAreaLeft" fmla="*/ 0 w 21240"/>
              <a:gd name="textAreaRight" fmla="*/ 21600 w 2124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1020" h="520">
                <a:moveTo>
                  <a:pt x="100" y="1"/>
                </a:moveTo>
                <a:cubicBezTo>
                  <a:pt x="68" y="1"/>
                  <a:pt x="33" y="31"/>
                  <a:pt x="33" y="79"/>
                </a:cubicBezTo>
                <a:cubicBezTo>
                  <a:pt x="0" y="145"/>
                  <a:pt x="33" y="178"/>
                  <a:pt x="99" y="211"/>
                </a:cubicBezTo>
                <a:lnTo>
                  <a:pt x="888" y="507"/>
                </a:lnTo>
                <a:cubicBezTo>
                  <a:pt x="896" y="515"/>
                  <a:pt x="908" y="520"/>
                  <a:pt x="919" y="520"/>
                </a:cubicBezTo>
                <a:cubicBezTo>
                  <a:pt x="951" y="520"/>
                  <a:pt x="986" y="489"/>
                  <a:pt x="986" y="441"/>
                </a:cubicBezTo>
                <a:cubicBezTo>
                  <a:pt x="1019" y="408"/>
                  <a:pt x="986" y="342"/>
                  <a:pt x="920" y="309"/>
                </a:cubicBezTo>
                <a:lnTo>
                  <a:pt x="132" y="14"/>
                </a:lnTo>
                <a:cubicBezTo>
                  <a:pt x="123" y="5"/>
                  <a:pt x="112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1" name="Google Shape;1975;p11"/>
          <p:cNvSpPr/>
          <p:nvPr/>
        </p:nvSpPr>
        <p:spPr>
          <a:xfrm>
            <a:off x="7211520" y="3997800"/>
            <a:ext cx="19800" cy="11160"/>
          </a:xfrm>
          <a:custGeom>
            <a:avLst/>
            <a:gdLst>
              <a:gd name="textAreaLeft" fmla="*/ 0 w 19800"/>
              <a:gd name="textAreaRight" fmla="*/ 20160 w 1980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954" h="537">
                <a:moveTo>
                  <a:pt x="111" y="0"/>
                </a:moveTo>
                <a:cubicBezTo>
                  <a:pt x="83" y="0"/>
                  <a:pt x="52" y="16"/>
                  <a:pt x="33" y="55"/>
                </a:cubicBezTo>
                <a:cubicBezTo>
                  <a:pt x="0" y="88"/>
                  <a:pt x="0" y="154"/>
                  <a:pt x="66" y="186"/>
                </a:cubicBezTo>
                <a:lnTo>
                  <a:pt x="789" y="515"/>
                </a:lnTo>
                <a:cubicBezTo>
                  <a:pt x="802" y="529"/>
                  <a:pt x="822" y="537"/>
                  <a:pt x="842" y="537"/>
                </a:cubicBezTo>
                <a:cubicBezTo>
                  <a:pt x="870" y="537"/>
                  <a:pt x="901" y="521"/>
                  <a:pt x="920" y="482"/>
                </a:cubicBezTo>
                <a:cubicBezTo>
                  <a:pt x="953" y="449"/>
                  <a:pt x="920" y="384"/>
                  <a:pt x="887" y="351"/>
                </a:cubicBezTo>
                <a:lnTo>
                  <a:pt x="164" y="22"/>
                </a:lnTo>
                <a:cubicBezTo>
                  <a:pt x="151" y="8"/>
                  <a:pt x="132" y="0"/>
                  <a:pt x="11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2" name="Google Shape;1976;p11"/>
          <p:cNvSpPr/>
          <p:nvPr/>
        </p:nvSpPr>
        <p:spPr>
          <a:xfrm>
            <a:off x="7214760" y="3989880"/>
            <a:ext cx="19080" cy="10080"/>
          </a:xfrm>
          <a:custGeom>
            <a:avLst/>
            <a:gdLst>
              <a:gd name="textAreaLeft" fmla="*/ 0 w 19080"/>
              <a:gd name="textAreaRight" fmla="*/ 19440 w 1908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921" h="494">
                <a:moveTo>
                  <a:pt x="165" y="1"/>
                </a:moveTo>
                <a:cubicBezTo>
                  <a:pt x="99" y="1"/>
                  <a:pt x="33" y="34"/>
                  <a:pt x="33" y="66"/>
                </a:cubicBezTo>
                <a:cubicBezTo>
                  <a:pt x="0" y="132"/>
                  <a:pt x="33" y="198"/>
                  <a:pt x="99" y="198"/>
                </a:cubicBezTo>
                <a:lnTo>
                  <a:pt x="789" y="494"/>
                </a:lnTo>
                <a:cubicBezTo>
                  <a:pt x="855" y="494"/>
                  <a:pt x="888" y="461"/>
                  <a:pt x="920" y="395"/>
                </a:cubicBezTo>
                <a:cubicBezTo>
                  <a:pt x="920" y="362"/>
                  <a:pt x="888" y="296"/>
                  <a:pt x="855" y="296"/>
                </a:cubicBezTo>
                <a:lnTo>
                  <a:pt x="165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3" name="Google Shape;1977;p11"/>
          <p:cNvSpPr/>
          <p:nvPr/>
        </p:nvSpPr>
        <p:spPr>
          <a:xfrm>
            <a:off x="7211160" y="3977640"/>
            <a:ext cx="24480" cy="12600"/>
          </a:xfrm>
          <a:custGeom>
            <a:avLst/>
            <a:gdLst>
              <a:gd name="textAreaLeft" fmla="*/ 0 w 24480"/>
              <a:gd name="textAreaRight" fmla="*/ 24840 w 2448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180" h="620">
                <a:moveTo>
                  <a:pt x="134" y="1"/>
                </a:moveTo>
                <a:cubicBezTo>
                  <a:pt x="56" y="1"/>
                  <a:pt x="0" y="125"/>
                  <a:pt x="83" y="180"/>
                </a:cubicBezTo>
                <a:lnTo>
                  <a:pt x="83" y="213"/>
                </a:lnTo>
                <a:cubicBezTo>
                  <a:pt x="379" y="345"/>
                  <a:pt x="674" y="509"/>
                  <a:pt x="1003" y="608"/>
                </a:cubicBezTo>
                <a:cubicBezTo>
                  <a:pt x="1019" y="616"/>
                  <a:pt x="1034" y="619"/>
                  <a:pt x="1048" y="619"/>
                </a:cubicBezTo>
                <a:cubicBezTo>
                  <a:pt x="1147" y="619"/>
                  <a:pt x="1180" y="439"/>
                  <a:pt x="1036" y="410"/>
                </a:cubicBezTo>
                <a:cubicBezTo>
                  <a:pt x="740" y="312"/>
                  <a:pt x="477" y="148"/>
                  <a:pt x="181" y="16"/>
                </a:cubicBezTo>
                <a:cubicBezTo>
                  <a:pt x="165" y="6"/>
                  <a:pt x="150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4" name="Google Shape;1978;p11"/>
          <p:cNvSpPr/>
          <p:nvPr/>
        </p:nvSpPr>
        <p:spPr>
          <a:xfrm>
            <a:off x="7212600" y="3968640"/>
            <a:ext cx="19080" cy="11520"/>
          </a:xfrm>
          <a:custGeom>
            <a:avLst/>
            <a:gdLst>
              <a:gd name="textAreaLeft" fmla="*/ 0 w 19080"/>
              <a:gd name="textAreaRight" fmla="*/ 19440 w 1908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921" h="562">
                <a:moveTo>
                  <a:pt x="129" y="0"/>
                </a:moveTo>
                <a:cubicBezTo>
                  <a:pt x="97" y="0"/>
                  <a:pt x="57" y="24"/>
                  <a:pt x="34" y="47"/>
                </a:cubicBezTo>
                <a:cubicBezTo>
                  <a:pt x="1" y="80"/>
                  <a:pt x="34" y="145"/>
                  <a:pt x="67" y="178"/>
                </a:cubicBezTo>
                <a:lnTo>
                  <a:pt x="757" y="540"/>
                </a:lnTo>
                <a:cubicBezTo>
                  <a:pt x="770" y="553"/>
                  <a:pt x="789" y="561"/>
                  <a:pt x="810" y="561"/>
                </a:cubicBezTo>
                <a:cubicBezTo>
                  <a:pt x="838" y="561"/>
                  <a:pt x="869" y="545"/>
                  <a:pt x="888" y="507"/>
                </a:cubicBezTo>
                <a:cubicBezTo>
                  <a:pt x="921" y="474"/>
                  <a:pt x="921" y="408"/>
                  <a:pt x="855" y="375"/>
                </a:cubicBezTo>
                <a:lnTo>
                  <a:pt x="165" y="14"/>
                </a:lnTo>
                <a:cubicBezTo>
                  <a:pt x="155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5" name="Google Shape;1979;p11"/>
          <p:cNvSpPr/>
          <p:nvPr/>
        </p:nvSpPr>
        <p:spPr>
          <a:xfrm>
            <a:off x="7207920" y="3958920"/>
            <a:ext cx="19080" cy="9720"/>
          </a:xfrm>
          <a:custGeom>
            <a:avLst/>
            <a:gdLst>
              <a:gd name="textAreaLeft" fmla="*/ 0 w 19080"/>
              <a:gd name="textAreaRight" fmla="*/ 19440 w 1908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911" h="477">
                <a:moveTo>
                  <a:pt x="127" y="0"/>
                </a:moveTo>
                <a:cubicBezTo>
                  <a:pt x="20" y="0"/>
                  <a:pt x="1" y="171"/>
                  <a:pt x="122" y="201"/>
                </a:cubicBezTo>
                <a:lnTo>
                  <a:pt x="779" y="464"/>
                </a:lnTo>
                <a:cubicBezTo>
                  <a:pt x="788" y="473"/>
                  <a:pt x="799" y="477"/>
                  <a:pt x="811" y="477"/>
                </a:cubicBezTo>
                <a:cubicBezTo>
                  <a:pt x="843" y="477"/>
                  <a:pt x="878" y="446"/>
                  <a:pt x="878" y="398"/>
                </a:cubicBezTo>
                <a:cubicBezTo>
                  <a:pt x="911" y="333"/>
                  <a:pt x="878" y="300"/>
                  <a:pt x="812" y="267"/>
                </a:cubicBezTo>
                <a:lnTo>
                  <a:pt x="155" y="4"/>
                </a:lnTo>
                <a:cubicBezTo>
                  <a:pt x="145" y="1"/>
                  <a:pt x="136" y="0"/>
                  <a:pt x="12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6" name="Google Shape;1980;p11"/>
          <p:cNvSpPr/>
          <p:nvPr/>
        </p:nvSpPr>
        <p:spPr>
          <a:xfrm>
            <a:off x="7205040" y="3948120"/>
            <a:ext cx="16920" cy="9000"/>
          </a:xfrm>
          <a:custGeom>
            <a:avLst/>
            <a:gdLst>
              <a:gd name="textAreaLeft" fmla="*/ 0 w 16920"/>
              <a:gd name="textAreaRight" fmla="*/ 17280 w 1692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823" h="444">
                <a:moveTo>
                  <a:pt x="157" y="1"/>
                </a:moveTo>
                <a:cubicBezTo>
                  <a:pt x="60" y="1"/>
                  <a:pt x="0" y="139"/>
                  <a:pt x="133" y="192"/>
                </a:cubicBezTo>
                <a:lnTo>
                  <a:pt x="626" y="422"/>
                </a:lnTo>
                <a:cubicBezTo>
                  <a:pt x="653" y="436"/>
                  <a:pt x="680" y="444"/>
                  <a:pt x="705" y="444"/>
                </a:cubicBezTo>
                <a:cubicBezTo>
                  <a:pt x="740" y="444"/>
                  <a:pt x="771" y="428"/>
                  <a:pt x="790" y="389"/>
                </a:cubicBezTo>
                <a:cubicBezTo>
                  <a:pt x="823" y="357"/>
                  <a:pt x="790" y="291"/>
                  <a:pt x="757" y="258"/>
                </a:cubicBezTo>
                <a:lnTo>
                  <a:pt x="231" y="28"/>
                </a:lnTo>
                <a:cubicBezTo>
                  <a:pt x="206" y="9"/>
                  <a:pt x="180" y="1"/>
                  <a:pt x="15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7" name="Google Shape;1981;p11"/>
          <p:cNvSpPr/>
          <p:nvPr/>
        </p:nvSpPr>
        <p:spPr>
          <a:xfrm>
            <a:off x="7272360" y="4168800"/>
            <a:ext cx="37440" cy="12600"/>
          </a:xfrm>
          <a:custGeom>
            <a:avLst/>
            <a:gdLst>
              <a:gd name="textAreaLeft" fmla="*/ 0 w 37440"/>
              <a:gd name="textAreaRight" fmla="*/ 37800 w 3744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780" h="609">
                <a:moveTo>
                  <a:pt x="128" y="0"/>
                </a:moveTo>
                <a:cubicBezTo>
                  <a:pt x="33" y="0"/>
                  <a:pt x="0" y="154"/>
                  <a:pt x="113" y="211"/>
                </a:cubicBezTo>
                <a:cubicBezTo>
                  <a:pt x="606" y="375"/>
                  <a:pt x="1099" y="507"/>
                  <a:pt x="1592" y="605"/>
                </a:cubicBezTo>
                <a:cubicBezTo>
                  <a:pt x="1602" y="608"/>
                  <a:pt x="1612" y="609"/>
                  <a:pt x="1621" y="609"/>
                </a:cubicBezTo>
                <a:cubicBezTo>
                  <a:pt x="1732" y="609"/>
                  <a:pt x="1779" y="438"/>
                  <a:pt x="1658" y="408"/>
                </a:cubicBezTo>
                <a:cubicBezTo>
                  <a:pt x="1165" y="309"/>
                  <a:pt x="672" y="178"/>
                  <a:pt x="179" y="14"/>
                </a:cubicBezTo>
                <a:cubicBezTo>
                  <a:pt x="161" y="5"/>
                  <a:pt x="144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8" name="Google Shape;1982;p11"/>
          <p:cNvSpPr/>
          <p:nvPr/>
        </p:nvSpPr>
        <p:spPr>
          <a:xfrm>
            <a:off x="7264080" y="4143960"/>
            <a:ext cx="33120" cy="20880"/>
          </a:xfrm>
          <a:custGeom>
            <a:avLst/>
            <a:gdLst>
              <a:gd name="textAreaLeft" fmla="*/ 0 w 33120"/>
              <a:gd name="textAreaRight" fmla="*/ 33480 w 3312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578" h="1003">
                <a:moveTo>
                  <a:pt x="132" y="0"/>
                </a:moveTo>
                <a:cubicBezTo>
                  <a:pt x="107" y="0"/>
                  <a:pt x="83" y="17"/>
                  <a:pt x="66" y="50"/>
                </a:cubicBezTo>
                <a:cubicBezTo>
                  <a:pt x="0" y="82"/>
                  <a:pt x="0" y="148"/>
                  <a:pt x="66" y="181"/>
                </a:cubicBezTo>
                <a:cubicBezTo>
                  <a:pt x="460" y="510"/>
                  <a:pt x="921" y="805"/>
                  <a:pt x="1413" y="1003"/>
                </a:cubicBezTo>
                <a:cubicBezTo>
                  <a:pt x="1479" y="1003"/>
                  <a:pt x="1545" y="970"/>
                  <a:pt x="1545" y="937"/>
                </a:cubicBezTo>
                <a:cubicBezTo>
                  <a:pt x="1578" y="871"/>
                  <a:pt x="1545" y="805"/>
                  <a:pt x="1479" y="805"/>
                </a:cubicBezTo>
                <a:cubicBezTo>
                  <a:pt x="1019" y="608"/>
                  <a:pt x="592" y="345"/>
                  <a:pt x="198" y="50"/>
                </a:cubicBezTo>
                <a:cubicBezTo>
                  <a:pt x="181" y="17"/>
                  <a:pt x="157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19" name="Google Shape;1983;p11"/>
          <p:cNvSpPr/>
          <p:nvPr/>
        </p:nvSpPr>
        <p:spPr>
          <a:xfrm>
            <a:off x="7266240" y="4133880"/>
            <a:ext cx="32400" cy="19800"/>
          </a:xfrm>
          <a:custGeom>
            <a:avLst/>
            <a:gdLst>
              <a:gd name="textAreaLeft" fmla="*/ 0 w 32400"/>
              <a:gd name="textAreaRight" fmla="*/ 32760 w 324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545" h="955">
                <a:moveTo>
                  <a:pt x="111" y="0"/>
                </a:moveTo>
                <a:cubicBezTo>
                  <a:pt x="83" y="0"/>
                  <a:pt x="52" y="16"/>
                  <a:pt x="33" y="55"/>
                </a:cubicBezTo>
                <a:cubicBezTo>
                  <a:pt x="0" y="87"/>
                  <a:pt x="33" y="153"/>
                  <a:pt x="66" y="186"/>
                </a:cubicBezTo>
                <a:cubicBezTo>
                  <a:pt x="460" y="482"/>
                  <a:pt x="920" y="745"/>
                  <a:pt x="1380" y="942"/>
                </a:cubicBezTo>
                <a:cubicBezTo>
                  <a:pt x="1398" y="951"/>
                  <a:pt x="1415" y="955"/>
                  <a:pt x="1432" y="955"/>
                </a:cubicBezTo>
                <a:cubicBezTo>
                  <a:pt x="1476" y="955"/>
                  <a:pt x="1512" y="924"/>
                  <a:pt x="1512" y="876"/>
                </a:cubicBezTo>
                <a:cubicBezTo>
                  <a:pt x="1544" y="810"/>
                  <a:pt x="1512" y="777"/>
                  <a:pt x="1446" y="745"/>
                </a:cubicBezTo>
                <a:cubicBezTo>
                  <a:pt x="986" y="547"/>
                  <a:pt x="559" y="317"/>
                  <a:pt x="164" y="22"/>
                </a:cubicBezTo>
                <a:cubicBezTo>
                  <a:pt x="151" y="8"/>
                  <a:pt x="131" y="0"/>
                  <a:pt x="11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0" name="Google Shape;1984;p11"/>
          <p:cNvSpPr/>
          <p:nvPr/>
        </p:nvSpPr>
        <p:spPr>
          <a:xfrm>
            <a:off x="7257240" y="4109400"/>
            <a:ext cx="24840" cy="16560"/>
          </a:xfrm>
          <a:custGeom>
            <a:avLst/>
            <a:gdLst>
              <a:gd name="textAreaLeft" fmla="*/ 0 w 24840"/>
              <a:gd name="textAreaRight" fmla="*/ 25200 w 2484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192" h="805">
                <a:moveTo>
                  <a:pt x="130" y="1"/>
                </a:moveTo>
                <a:cubicBezTo>
                  <a:pt x="56" y="1"/>
                  <a:pt x="1" y="93"/>
                  <a:pt x="75" y="167"/>
                </a:cubicBezTo>
                <a:cubicBezTo>
                  <a:pt x="337" y="463"/>
                  <a:pt x="666" y="660"/>
                  <a:pt x="1060" y="791"/>
                </a:cubicBezTo>
                <a:cubicBezTo>
                  <a:pt x="1069" y="800"/>
                  <a:pt x="1080" y="804"/>
                  <a:pt x="1092" y="804"/>
                </a:cubicBezTo>
                <a:cubicBezTo>
                  <a:pt x="1124" y="804"/>
                  <a:pt x="1159" y="774"/>
                  <a:pt x="1159" y="726"/>
                </a:cubicBezTo>
                <a:cubicBezTo>
                  <a:pt x="1192" y="660"/>
                  <a:pt x="1159" y="627"/>
                  <a:pt x="1093" y="594"/>
                </a:cubicBezTo>
                <a:cubicBezTo>
                  <a:pt x="765" y="496"/>
                  <a:pt x="469" y="298"/>
                  <a:pt x="206" y="36"/>
                </a:cubicBezTo>
                <a:cubicBezTo>
                  <a:pt x="181" y="11"/>
                  <a:pt x="155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1" name="Google Shape;1985;p11"/>
          <p:cNvSpPr/>
          <p:nvPr/>
        </p:nvSpPr>
        <p:spPr>
          <a:xfrm>
            <a:off x="7247880" y="4091760"/>
            <a:ext cx="33120" cy="21240"/>
          </a:xfrm>
          <a:custGeom>
            <a:avLst/>
            <a:gdLst>
              <a:gd name="textAreaLeft" fmla="*/ 0 w 33120"/>
              <a:gd name="textAreaRight" fmla="*/ 33480 w 3312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1580" h="1018">
                <a:moveTo>
                  <a:pt x="135" y="1"/>
                </a:moveTo>
                <a:cubicBezTo>
                  <a:pt x="57" y="1"/>
                  <a:pt x="1" y="125"/>
                  <a:pt x="83" y="181"/>
                </a:cubicBezTo>
                <a:lnTo>
                  <a:pt x="1398" y="1002"/>
                </a:lnTo>
                <a:cubicBezTo>
                  <a:pt x="1414" y="1013"/>
                  <a:pt x="1430" y="1017"/>
                  <a:pt x="1445" y="1017"/>
                </a:cubicBezTo>
                <a:cubicBezTo>
                  <a:pt x="1523" y="1017"/>
                  <a:pt x="1579" y="893"/>
                  <a:pt x="1496" y="838"/>
                </a:cubicBezTo>
                <a:lnTo>
                  <a:pt x="182" y="16"/>
                </a:lnTo>
                <a:cubicBezTo>
                  <a:pt x="166" y="6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2" name="Google Shape;1986;p11"/>
          <p:cNvSpPr/>
          <p:nvPr/>
        </p:nvSpPr>
        <p:spPr>
          <a:xfrm>
            <a:off x="7246080" y="4076280"/>
            <a:ext cx="25920" cy="15480"/>
          </a:xfrm>
          <a:custGeom>
            <a:avLst/>
            <a:gdLst>
              <a:gd name="textAreaLeft" fmla="*/ 0 w 25920"/>
              <a:gd name="textAreaRight" fmla="*/ 26280 w 2592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249" h="751">
                <a:moveTo>
                  <a:pt x="129" y="1"/>
                </a:moveTo>
                <a:cubicBezTo>
                  <a:pt x="96" y="1"/>
                  <a:pt x="56" y="24"/>
                  <a:pt x="33" y="47"/>
                </a:cubicBezTo>
                <a:cubicBezTo>
                  <a:pt x="0" y="113"/>
                  <a:pt x="0" y="179"/>
                  <a:pt x="66" y="179"/>
                </a:cubicBezTo>
                <a:cubicBezTo>
                  <a:pt x="394" y="441"/>
                  <a:pt x="756" y="606"/>
                  <a:pt x="1117" y="737"/>
                </a:cubicBezTo>
                <a:cubicBezTo>
                  <a:pt x="1135" y="746"/>
                  <a:pt x="1150" y="750"/>
                  <a:pt x="1164" y="750"/>
                </a:cubicBezTo>
                <a:cubicBezTo>
                  <a:pt x="1201" y="750"/>
                  <a:pt x="1225" y="720"/>
                  <a:pt x="1249" y="671"/>
                </a:cubicBezTo>
                <a:cubicBezTo>
                  <a:pt x="1249" y="606"/>
                  <a:pt x="1216" y="573"/>
                  <a:pt x="1183" y="540"/>
                </a:cubicBezTo>
                <a:cubicBezTo>
                  <a:pt x="822" y="409"/>
                  <a:pt x="460" y="244"/>
                  <a:pt x="164" y="14"/>
                </a:cubicBezTo>
                <a:cubicBezTo>
                  <a:pt x="155" y="5"/>
                  <a:pt x="142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3" name="Google Shape;1987;p11"/>
          <p:cNvSpPr/>
          <p:nvPr/>
        </p:nvSpPr>
        <p:spPr>
          <a:xfrm>
            <a:off x="7241760" y="4059360"/>
            <a:ext cx="18000" cy="12240"/>
          </a:xfrm>
          <a:custGeom>
            <a:avLst/>
            <a:gdLst>
              <a:gd name="textAreaLeft" fmla="*/ 0 w 18000"/>
              <a:gd name="textAreaRight" fmla="*/ 18360 w 18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73" h="599">
                <a:moveTo>
                  <a:pt x="132" y="0"/>
                </a:moveTo>
                <a:cubicBezTo>
                  <a:pt x="108" y="0"/>
                  <a:pt x="83" y="8"/>
                  <a:pt x="67" y="25"/>
                </a:cubicBezTo>
                <a:cubicBezTo>
                  <a:pt x="1" y="90"/>
                  <a:pt x="1" y="156"/>
                  <a:pt x="67" y="189"/>
                </a:cubicBezTo>
                <a:lnTo>
                  <a:pt x="67" y="156"/>
                </a:lnTo>
                <a:cubicBezTo>
                  <a:pt x="231" y="320"/>
                  <a:pt x="461" y="485"/>
                  <a:pt x="691" y="583"/>
                </a:cubicBezTo>
                <a:cubicBezTo>
                  <a:pt x="707" y="594"/>
                  <a:pt x="723" y="598"/>
                  <a:pt x="738" y="598"/>
                </a:cubicBezTo>
                <a:cubicBezTo>
                  <a:pt x="816" y="598"/>
                  <a:pt x="872" y="474"/>
                  <a:pt x="790" y="419"/>
                </a:cubicBezTo>
                <a:cubicBezTo>
                  <a:pt x="691" y="353"/>
                  <a:pt x="560" y="288"/>
                  <a:pt x="461" y="222"/>
                </a:cubicBezTo>
                <a:cubicBezTo>
                  <a:pt x="362" y="189"/>
                  <a:pt x="297" y="123"/>
                  <a:pt x="198" y="25"/>
                </a:cubicBezTo>
                <a:cubicBezTo>
                  <a:pt x="182" y="8"/>
                  <a:pt x="157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4" name="Google Shape;1988;p11"/>
          <p:cNvSpPr/>
          <p:nvPr/>
        </p:nvSpPr>
        <p:spPr>
          <a:xfrm>
            <a:off x="7240320" y="4049280"/>
            <a:ext cx="19080" cy="10440"/>
          </a:xfrm>
          <a:custGeom>
            <a:avLst/>
            <a:gdLst>
              <a:gd name="textAreaLeft" fmla="*/ 0 w 19080"/>
              <a:gd name="textAreaRight" fmla="*/ 19440 w 1908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912" h="503">
                <a:moveTo>
                  <a:pt x="123" y="1"/>
                </a:moveTo>
                <a:cubicBezTo>
                  <a:pt x="33" y="1"/>
                  <a:pt x="0" y="125"/>
                  <a:pt x="83" y="180"/>
                </a:cubicBezTo>
                <a:lnTo>
                  <a:pt x="707" y="476"/>
                </a:lnTo>
                <a:cubicBezTo>
                  <a:pt x="726" y="495"/>
                  <a:pt x="747" y="503"/>
                  <a:pt x="766" y="503"/>
                </a:cubicBezTo>
                <a:cubicBezTo>
                  <a:pt x="847" y="503"/>
                  <a:pt x="912" y="364"/>
                  <a:pt x="806" y="311"/>
                </a:cubicBezTo>
                <a:lnTo>
                  <a:pt x="182" y="16"/>
                </a:lnTo>
                <a:cubicBezTo>
                  <a:pt x="160" y="5"/>
                  <a:pt x="141" y="1"/>
                  <a:pt x="1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5" name="Google Shape;1989;p11"/>
          <p:cNvSpPr/>
          <p:nvPr/>
        </p:nvSpPr>
        <p:spPr>
          <a:xfrm>
            <a:off x="7240680" y="4037400"/>
            <a:ext cx="22680" cy="15120"/>
          </a:xfrm>
          <a:custGeom>
            <a:avLst/>
            <a:gdLst>
              <a:gd name="textAreaLeft" fmla="*/ 0 w 22680"/>
              <a:gd name="textAreaRight" fmla="*/ 23040 w 2268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085" h="726">
                <a:moveTo>
                  <a:pt x="88" y="1"/>
                </a:moveTo>
                <a:cubicBezTo>
                  <a:pt x="56" y="1"/>
                  <a:pt x="33" y="16"/>
                  <a:pt x="33" y="55"/>
                </a:cubicBezTo>
                <a:cubicBezTo>
                  <a:pt x="0" y="88"/>
                  <a:pt x="0" y="154"/>
                  <a:pt x="66" y="186"/>
                </a:cubicBezTo>
                <a:cubicBezTo>
                  <a:pt x="329" y="384"/>
                  <a:pt x="625" y="581"/>
                  <a:pt x="920" y="712"/>
                </a:cubicBezTo>
                <a:cubicBezTo>
                  <a:pt x="930" y="722"/>
                  <a:pt x="942" y="726"/>
                  <a:pt x="956" y="726"/>
                </a:cubicBezTo>
                <a:cubicBezTo>
                  <a:pt x="989" y="726"/>
                  <a:pt x="1028" y="703"/>
                  <a:pt x="1052" y="679"/>
                </a:cubicBezTo>
                <a:cubicBezTo>
                  <a:pt x="1085" y="614"/>
                  <a:pt x="1052" y="548"/>
                  <a:pt x="1019" y="515"/>
                </a:cubicBezTo>
                <a:cubicBezTo>
                  <a:pt x="723" y="384"/>
                  <a:pt x="427" y="219"/>
                  <a:pt x="165" y="22"/>
                </a:cubicBezTo>
                <a:cubicBezTo>
                  <a:pt x="137" y="9"/>
                  <a:pt x="110" y="1"/>
                  <a:pt x="8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6" name="Google Shape;1990;p11"/>
          <p:cNvSpPr/>
          <p:nvPr/>
        </p:nvSpPr>
        <p:spPr>
          <a:xfrm>
            <a:off x="7238520" y="4029480"/>
            <a:ext cx="19800" cy="10800"/>
          </a:xfrm>
          <a:custGeom>
            <a:avLst/>
            <a:gdLst>
              <a:gd name="textAreaLeft" fmla="*/ 0 w 19800"/>
              <a:gd name="textAreaRight" fmla="*/ 20160 w 1980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954" h="519">
                <a:moveTo>
                  <a:pt x="99" y="1"/>
                </a:moveTo>
                <a:cubicBezTo>
                  <a:pt x="33" y="1"/>
                  <a:pt x="1" y="67"/>
                  <a:pt x="1" y="99"/>
                </a:cubicBezTo>
                <a:cubicBezTo>
                  <a:pt x="1" y="165"/>
                  <a:pt x="33" y="198"/>
                  <a:pt x="99" y="198"/>
                </a:cubicBezTo>
                <a:cubicBezTo>
                  <a:pt x="362" y="231"/>
                  <a:pt x="592" y="329"/>
                  <a:pt x="789" y="494"/>
                </a:cubicBezTo>
                <a:cubicBezTo>
                  <a:pt x="806" y="510"/>
                  <a:pt x="830" y="518"/>
                  <a:pt x="855" y="518"/>
                </a:cubicBezTo>
                <a:cubicBezTo>
                  <a:pt x="880" y="518"/>
                  <a:pt x="904" y="510"/>
                  <a:pt x="921" y="494"/>
                </a:cubicBezTo>
                <a:cubicBezTo>
                  <a:pt x="954" y="461"/>
                  <a:pt x="954" y="395"/>
                  <a:pt x="921" y="329"/>
                </a:cubicBezTo>
                <a:cubicBezTo>
                  <a:pt x="691" y="165"/>
                  <a:pt x="395" y="34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7" name="Google Shape;1991;p11"/>
          <p:cNvSpPr/>
          <p:nvPr/>
        </p:nvSpPr>
        <p:spPr>
          <a:xfrm>
            <a:off x="7236000" y="4013280"/>
            <a:ext cx="20160" cy="11520"/>
          </a:xfrm>
          <a:custGeom>
            <a:avLst/>
            <a:gdLst>
              <a:gd name="textAreaLeft" fmla="*/ 0 w 20160"/>
              <a:gd name="textAreaRight" fmla="*/ 20520 w 2016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976" h="565">
                <a:moveTo>
                  <a:pt x="179" y="1"/>
                </a:moveTo>
                <a:cubicBezTo>
                  <a:pt x="70" y="1"/>
                  <a:pt x="1" y="115"/>
                  <a:pt x="89" y="203"/>
                </a:cubicBezTo>
                <a:cubicBezTo>
                  <a:pt x="319" y="367"/>
                  <a:pt x="582" y="466"/>
                  <a:pt x="845" y="565"/>
                </a:cubicBezTo>
                <a:cubicBezTo>
                  <a:pt x="910" y="565"/>
                  <a:pt x="976" y="532"/>
                  <a:pt x="976" y="499"/>
                </a:cubicBezTo>
                <a:cubicBezTo>
                  <a:pt x="976" y="433"/>
                  <a:pt x="943" y="367"/>
                  <a:pt x="910" y="367"/>
                </a:cubicBezTo>
                <a:cubicBezTo>
                  <a:pt x="647" y="269"/>
                  <a:pt x="417" y="170"/>
                  <a:pt x="220" y="6"/>
                </a:cubicBezTo>
                <a:cubicBezTo>
                  <a:pt x="206" y="2"/>
                  <a:pt x="192" y="1"/>
                  <a:pt x="17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8" name="Google Shape;1992;p11"/>
          <p:cNvSpPr/>
          <p:nvPr/>
        </p:nvSpPr>
        <p:spPr>
          <a:xfrm>
            <a:off x="7234200" y="3999600"/>
            <a:ext cx="19080" cy="10440"/>
          </a:xfrm>
          <a:custGeom>
            <a:avLst/>
            <a:gdLst>
              <a:gd name="textAreaLeft" fmla="*/ 0 w 19080"/>
              <a:gd name="textAreaRight" fmla="*/ 19440 w 1908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921" h="515">
                <a:moveTo>
                  <a:pt x="112" y="0"/>
                </a:moveTo>
                <a:cubicBezTo>
                  <a:pt x="83" y="0"/>
                  <a:pt x="53" y="16"/>
                  <a:pt x="33" y="55"/>
                </a:cubicBezTo>
                <a:cubicBezTo>
                  <a:pt x="0" y="87"/>
                  <a:pt x="33" y="153"/>
                  <a:pt x="66" y="186"/>
                </a:cubicBezTo>
                <a:cubicBezTo>
                  <a:pt x="296" y="317"/>
                  <a:pt x="526" y="416"/>
                  <a:pt x="789" y="515"/>
                </a:cubicBezTo>
                <a:cubicBezTo>
                  <a:pt x="822" y="515"/>
                  <a:pt x="888" y="482"/>
                  <a:pt x="921" y="449"/>
                </a:cubicBezTo>
                <a:cubicBezTo>
                  <a:pt x="921" y="383"/>
                  <a:pt x="888" y="317"/>
                  <a:pt x="855" y="317"/>
                </a:cubicBezTo>
                <a:cubicBezTo>
                  <a:pt x="625" y="219"/>
                  <a:pt x="395" y="120"/>
                  <a:pt x="165" y="22"/>
                </a:cubicBezTo>
                <a:cubicBezTo>
                  <a:pt x="151" y="8"/>
                  <a:pt x="132" y="0"/>
                  <a:pt x="11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9" name="Google Shape;1993;p11"/>
          <p:cNvSpPr/>
          <p:nvPr/>
        </p:nvSpPr>
        <p:spPr>
          <a:xfrm>
            <a:off x="7232040" y="3989520"/>
            <a:ext cx="22680" cy="12600"/>
          </a:xfrm>
          <a:custGeom>
            <a:avLst/>
            <a:gdLst>
              <a:gd name="textAreaLeft" fmla="*/ 0 w 22680"/>
              <a:gd name="textAreaRight" fmla="*/ 23040 w 2268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086" h="619">
                <a:moveTo>
                  <a:pt x="130" y="0"/>
                </a:moveTo>
                <a:cubicBezTo>
                  <a:pt x="97" y="0"/>
                  <a:pt x="57" y="23"/>
                  <a:pt x="34" y="47"/>
                </a:cubicBezTo>
                <a:cubicBezTo>
                  <a:pt x="1" y="112"/>
                  <a:pt x="34" y="178"/>
                  <a:pt x="67" y="178"/>
                </a:cubicBezTo>
                <a:lnTo>
                  <a:pt x="67" y="211"/>
                </a:lnTo>
                <a:lnTo>
                  <a:pt x="921" y="605"/>
                </a:lnTo>
                <a:cubicBezTo>
                  <a:pt x="940" y="615"/>
                  <a:pt x="959" y="619"/>
                  <a:pt x="978" y="619"/>
                </a:cubicBezTo>
                <a:cubicBezTo>
                  <a:pt x="1022" y="619"/>
                  <a:pt x="1062" y="596"/>
                  <a:pt x="1085" y="572"/>
                </a:cubicBezTo>
                <a:cubicBezTo>
                  <a:pt x="1085" y="507"/>
                  <a:pt x="1085" y="474"/>
                  <a:pt x="1020" y="441"/>
                </a:cubicBezTo>
                <a:lnTo>
                  <a:pt x="165" y="14"/>
                </a:lnTo>
                <a:cubicBezTo>
                  <a:pt x="156" y="4"/>
                  <a:pt x="143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0" name="Google Shape;1994;p11"/>
          <p:cNvSpPr/>
          <p:nvPr/>
        </p:nvSpPr>
        <p:spPr>
          <a:xfrm>
            <a:off x="7110360" y="4300200"/>
            <a:ext cx="53640" cy="27000"/>
          </a:xfrm>
          <a:custGeom>
            <a:avLst/>
            <a:gdLst>
              <a:gd name="textAreaLeft" fmla="*/ 0 w 53640"/>
              <a:gd name="textAreaRight" fmla="*/ 54000 w 53640"/>
              <a:gd name="textAreaTop" fmla="*/ 0 h 27000"/>
              <a:gd name="textAreaBottom" fmla="*/ 27360 h 27000"/>
            </a:gdLst>
            <a:ahLst/>
            <a:cxnLst/>
            <a:rect l="textAreaLeft" t="textAreaTop" r="textAreaRight" b="textAreaBottom"/>
            <a:pathLst>
              <a:path w="2554" h="1290">
                <a:moveTo>
                  <a:pt x="147" y="0"/>
                </a:moveTo>
                <a:cubicBezTo>
                  <a:pt x="66" y="0"/>
                  <a:pt x="1" y="139"/>
                  <a:pt x="107" y="192"/>
                </a:cubicBezTo>
                <a:cubicBezTo>
                  <a:pt x="830" y="652"/>
                  <a:pt x="1586" y="1013"/>
                  <a:pt x="2407" y="1276"/>
                </a:cubicBezTo>
                <a:cubicBezTo>
                  <a:pt x="2425" y="1285"/>
                  <a:pt x="2442" y="1289"/>
                  <a:pt x="2456" y="1289"/>
                </a:cubicBezTo>
                <a:cubicBezTo>
                  <a:pt x="2545" y="1289"/>
                  <a:pt x="2553" y="1135"/>
                  <a:pt x="2440" y="1079"/>
                </a:cubicBezTo>
                <a:cubicBezTo>
                  <a:pt x="1651" y="816"/>
                  <a:pt x="928" y="454"/>
                  <a:pt x="206" y="27"/>
                </a:cubicBezTo>
                <a:cubicBezTo>
                  <a:pt x="186" y="8"/>
                  <a:pt x="166" y="0"/>
                  <a:pt x="14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1" name="Google Shape;1995;p11"/>
          <p:cNvSpPr/>
          <p:nvPr/>
        </p:nvSpPr>
        <p:spPr>
          <a:xfrm>
            <a:off x="7173000" y="4329720"/>
            <a:ext cx="16200" cy="6480"/>
          </a:xfrm>
          <a:custGeom>
            <a:avLst/>
            <a:gdLst>
              <a:gd name="textAreaLeft" fmla="*/ 0 w 16200"/>
              <a:gd name="textAreaRight" fmla="*/ 16560 w 1620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790" h="330">
                <a:moveTo>
                  <a:pt x="165" y="0"/>
                </a:moveTo>
                <a:cubicBezTo>
                  <a:pt x="132" y="0"/>
                  <a:pt x="66" y="0"/>
                  <a:pt x="34" y="66"/>
                </a:cubicBezTo>
                <a:cubicBezTo>
                  <a:pt x="1" y="99"/>
                  <a:pt x="1" y="165"/>
                  <a:pt x="66" y="198"/>
                </a:cubicBezTo>
                <a:lnTo>
                  <a:pt x="66" y="132"/>
                </a:lnTo>
                <a:cubicBezTo>
                  <a:pt x="231" y="230"/>
                  <a:pt x="461" y="296"/>
                  <a:pt x="658" y="329"/>
                </a:cubicBezTo>
                <a:cubicBezTo>
                  <a:pt x="789" y="329"/>
                  <a:pt x="789" y="99"/>
                  <a:pt x="658" y="99"/>
                </a:cubicBezTo>
                <a:lnTo>
                  <a:pt x="527" y="99"/>
                </a:lnTo>
                <a:lnTo>
                  <a:pt x="395" y="66"/>
                </a:lnTo>
                <a:lnTo>
                  <a:pt x="231" y="66"/>
                </a:lnTo>
                <a:lnTo>
                  <a:pt x="165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2" name="Google Shape;1996;p11"/>
          <p:cNvSpPr/>
          <p:nvPr/>
        </p:nvSpPr>
        <p:spPr>
          <a:xfrm>
            <a:off x="7135200" y="4327560"/>
            <a:ext cx="32040" cy="14040"/>
          </a:xfrm>
          <a:custGeom>
            <a:avLst/>
            <a:gdLst>
              <a:gd name="textAreaLeft" fmla="*/ 0 w 32040"/>
              <a:gd name="textAreaRight" fmla="*/ 32400 w 320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524" h="675">
                <a:moveTo>
                  <a:pt x="102" y="1"/>
                </a:moveTo>
                <a:cubicBezTo>
                  <a:pt x="13" y="1"/>
                  <a:pt x="0" y="154"/>
                  <a:pt x="85" y="211"/>
                </a:cubicBezTo>
                <a:lnTo>
                  <a:pt x="1367" y="671"/>
                </a:lnTo>
                <a:cubicBezTo>
                  <a:pt x="1377" y="674"/>
                  <a:pt x="1386" y="675"/>
                  <a:pt x="1395" y="675"/>
                </a:cubicBezTo>
                <a:cubicBezTo>
                  <a:pt x="1502" y="675"/>
                  <a:pt x="1523" y="504"/>
                  <a:pt x="1432" y="474"/>
                </a:cubicBezTo>
                <a:lnTo>
                  <a:pt x="151" y="14"/>
                </a:lnTo>
                <a:cubicBezTo>
                  <a:pt x="132" y="5"/>
                  <a:pt x="116" y="1"/>
                  <a:pt x="10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3" name="Google Shape;1997;p11"/>
          <p:cNvSpPr/>
          <p:nvPr/>
        </p:nvSpPr>
        <p:spPr>
          <a:xfrm>
            <a:off x="7124400" y="4284360"/>
            <a:ext cx="51840" cy="27360"/>
          </a:xfrm>
          <a:custGeom>
            <a:avLst/>
            <a:gdLst>
              <a:gd name="textAreaLeft" fmla="*/ 0 w 51840"/>
              <a:gd name="textAreaRight" fmla="*/ 52200 w 5184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464" h="1304">
                <a:moveTo>
                  <a:pt x="179" y="1"/>
                </a:moveTo>
                <a:cubicBezTo>
                  <a:pt x="89" y="1"/>
                  <a:pt x="0" y="103"/>
                  <a:pt x="107" y="183"/>
                </a:cubicBezTo>
                <a:cubicBezTo>
                  <a:pt x="731" y="709"/>
                  <a:pt x="1487" y="1103"/>
                  <a:pt x="2276" y="1300"/>
                </a:cubicBezTo>
                <a:cubicBezTo>
                  <a:pt x="2286" y="1303"/>
                  <a:pt x="2296" y="1304"/>
                  <a:pt x="2305" y="1304"/>
                </a:cubicBezTo>
                <a:cubicBezTo>
                  <a:pt x="2416" y="1304"/>
                  <a:pt x="2463" y="1133"/>
                  <a:pt x="2342" y="1103"/>
                </a:cubicBezTo>
                <a:cubicBezTo>
                  <a:pt x="1586" y="906"/>
                  <a:pt x="863" y="544"/>
                  <a:pt x="239" y="19"/>
                </a:cubicBezTo>
                <a:cubicBezTo>
                  <a:pt x="220" y="6"/>
                  <a:pt x="199" y="1"/>
                  <a:pt x="17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4" name="Google Shape;1998;p11"/>
          <p:cNvSpPr/>
          <p:nvPr/>
        </p:nvSpPr>
        <p:spPr>
          <a:xfrm>
            <a:off x="7101720" y="4254480"/>
            <a:ext cx="50400" cy="27360"/>
          </a:xfrm>
          <a:custGeom>
            <a:avLst/>
            <a:gdLst>
              <a:gd name="textAreaLeft" fmla="*/ 0 w 50400"/>
              <a:gd name="textAreaRight" fmla="*/ 50760 w 50400"/>
              <a:gd name="textAreaTop" fmla="*/ 0 h 27360"/>
              <a:gd name="textAreaBottom" fmla="*/ 27720 h 27360"/>
            </a:gdLst>
            <a:ahLst/>
            <a:cxnLst/>
            <a:rect l="textAreaLeft" t="textAreaTop" r="textAreaRight" b="textAreaBottom"/>
            <a:pathLst>
              <a:path w="2393" h="1311">
                <a:moveTo>
                  <a:pt x="160" y="0"/>
                </a:moveTo>
                <a:cubicBezTo>
                  <a:pt x="58" y="0"/>
                  <a:pt x="1" y="154"/>
                  <a:pt x="114" y="211"/>
                </a:cubicBezTo>
                <a:lnTo>
                  <a:pt x="2184" y="1295"/>
                </a:lnTo>
                <a:cubicBezTo>
                  <a:pt x="2205" y="1306"/>
                  <a:pt x="2225" y="1310"/>
                  <a:pt x="2244" y="1310"/>
                </a:cubicBezTo>
                <a:cubicBezTo>
                  <a:pt x="2341" y="1310"/>
                  <a:pt x="2393" y="1186"/>
                  <a:pt x="2282" y="1131"/>
                </a:cubicBezTo>
                <a:lnTo>
                  <a:pt x="212" y="14"/>
                </a:lnTo>
                <a:cubicBezTo>
                  <a:pt x="194" y="4"/>
                  <a:pt x="176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680" bIns="13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5" name="Google Shape;1999;p11"/>
          <p:cNvSpPr/>
          <p:nvPr/>
        </p:nvSpPr>
        <p:spPr>
          <a:xfrm>
            <a:off x="7170840" y="4290120"/>
            <a:ext cx="26280" cy="9720"/>
          </a:xfrm>
          <a:custGeom>
            <a:avLst/>
            <a:gdLst>
              <a:gd name="textAreaLeft" fmla="*/ 0 w 26280"/>
              <a:gd name="textAreaRight" fmla="*/ 26640 w 2628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1264" h="474">
                <a:moveTo>
                  <a:pt x="164" y="0"/>
                </a:moveTo>
                <a:cubicBezTo>
                  <a:pt x="33" y="0"/>
                  <a:pt x="0" y="165"/>
                  <a:pt x="99" y="198"/>
                </a:cubicBezTo>
                <a:lnTo>
                  <a:pt x="1117" y="460"/>
                </a:lnTo>
                <a:cubicBezTo>
                  <a:pt x="1136" y="470"/>
                  <a:pt x="1152" y="474"/>
                  <a:pt x="1167" y="474"/>
                </a:cubicBezTo>
                <a:cubicBezTo>
                  <a:pt x="1255" y="474"/>
                  <a:pt x="1263" y="320"/>
                  <a:pt x="1150" y="263"/>
                </a:cubicBezTo>
                <a:lnTo>
                  <a:pt x="164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6" name="Google Shape;2000;p11"/>
          <p:cNvSpPr/>
          <p:nvPr/>
        </p:nvSpPr>
        <p:spPr>
          <a:xfrm>
            <a:off x="7143120" y="4258080"/>
            <a:ext cx="48960" cy="23040"/>
          </a:xfrm>
          <a:custGeom>
            <a:avLst/>
            <a:gdLst>
              <a:gd name="textAreaLeft" fmla="*/ 0 w 48960"/>
              <a:gd name="textAreaRight" fmla="*/ 49320 w 4896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2332" h="1114">
                <a:moveTo>
                  <a:pt x="149" y="1"/>
                </a:moveTo>
                <a:cubicBezTo>
                  <a:pt x="52" y="1"/>
                  <a:pt x="0" y="125"/>
                  <a:pt x="110" y="180"/>
                </a:cubicBezTo>
                <a:cubicBezTo>
                  <a:pt x="768" y="542"/>
                  <a:pt x="1458" y="837"/>
                  <a:pt x="2181" y="1100"/>
                </a:cubicBezTo>
                <a:cubicBezTo>
                  <a:pt x="2199" y="1109"/>
                  <a:pt x="2215" y="1113"/>
                  <a:pt x="2230" y="1113"/>
                </a:cubicBezTo>
                <a:cubicBezTo>
                  <a:pt x="2319" y="1113"/>
                  <a:pt x="2331" y="960"/>
                  <a:pt x="2246" y="903"/>
                </a:cubicBezTo>
                <a:cubicBezTo>
                  <a:pt x="1556" y="673"/>
                  <a:pt x="866" y="344"/>
                  <a:pt x="209" y="16"/>
                </a:cubicBezTo>
                <a:cubicBezTo>
                  <a:pt x="188" y="5"/>
                  <a:pt x="167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7" name="Google Shape;2001;p11"/>
          <p:cNvSpPr/>
          <p:nvPr/>
        </p:nvSpPr>
        <p:spPr>
          <a:xfrm>
            <a:off x="7095600" y="4234320"/>
            <a:ext cx="42120" cy="25920"/>
          </a:xfrm>
          <a:custGeom>
            <a:avLst/>
            <a:gdLst>
              <a:gd name="textAreaLeft" fmla="*/ 0 w 42120"/>
              <a:gd name="textAreaRight" fmla="*/ 42480 w 4212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2001" h="1247">
                <a:moveTo>
                  <a:pt x="149" y="0"/>
                </a:moveTo>
                <a:cubicBezTo>
                  <a:pt x="52" y="0"/>
                  <a:pt x="1" y="125"/>
                  <a:pt x="111" y="180"/>
                </a:cubicBezTo>
                <a:lnTo>
                  <a:pt x="1820" y="1231"/>
                </a:lnTo>
                <a:cubicBezTo>
                  <a:pt x="1841" y="1242"/>
                  <a:pt x="1860" y="1247"/>
                  <a:pt x="1878" y="1247"/>
                </a:cubicBezTo>
                <a:cubicBezTo>
                  <a:pt x="1968" y="1247"/>
                  <a:pt x="2001" y="1122"/>
                  <a:pt x="1918" y="1067"/>
                </a:cubicBezTo>
                <a:lnTo>
                  <a:pt x="209" y="16"/>
                </a:lnTo>
                <a:cubicBezTo>
                  <a:pt x="188" y="5"/>
                  <a:pt x="168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8" name="Google Shape;2002;p11"/>
          <p:cNvSpPr/>
          <p:nvPr/>
        </p:nvSpPr>
        <p:spPr>
          <a:xfrm>
            <a:off x="7121160" y="4230720"/>
            <a:ext cx="43920" cy="22680"/>
          </a:xfrm>
          <a:custGeom>
            <a:avLst/>
            <a:gdLst>
              <a:gd name="textAreaLeft" fmla="*/ 0 w 43920"/>
              <a:gd name="textAreaRight" fmla="*/ 44280 w 4392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097" h="1081">
                <a:moveTo>
                  <a:pt x="160" y="0"/>
                </a:moveTo>
                <a:cubicBezTo>
                  <a:pt x="58" y="0"/>
                  <a:pt x="1" y="154"/>
                  <a:pt x="114" y="210"/>
                </a:cubicBezTo>
                <a:cubicBezTo>
                  <a:pt x="705" y="506"/>
                  <a:pt x="1297" y="802"/>
                  <a:pt x="1888" y="1065"/>
                </a:cubicBezTo>
                <a:cubicBezTo>
                  <a:pt x="1909" y="1075"/>
                  <a:pt x="1930" y="1080"/>
                  <a:pt x="1948" y="1080"/>
                </a:cubicBezTo>
                <a:cubicBezTo>
                  <a:pt x="2045" y="1080"/>
                  <a:pt x="2097" y="956"/>
                  <a:pt x="1987" y="901"/>
                </a:cubicBezTo>
                <a:cubicBezTo>
                  <a:pt x="1395" y="638"/>
                  <a:pt x="804" y="342"/>
                  <a:pt x="212" y="13"/>
                </a:cubicBezTo>
                <a:cubicBezTo>
                  <a:pt x="194" y="4"/>
                  <a:pt x="176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39" name="Google Shape;2003;p11"/>
          <p:cNvSpPr/>
          <p:nvPr/>
        </p:nvSpPr>
        <p:spPr>
          <a:xfrm>
            <a:off x="7170480" y="4252680"/>
            <a:ext cx="33480" cy="10800"/>
          </a:xfrm>
          <a:custGeom>
            <a:avLst/>
            <a:gdLst>
              <a:gd name="textAreaLeft" fmla="*/ 0 w 33480"/>
              <a:gd name="textAreaRight" fmla="*/ 33840 w 3348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1594" h="534">
                <a:moveTo>
                  <a:pt x="129" y="0"/>
                </a:moveTo>
                <a:cubicBezTo>
                  <a:pt x="22" y="0"/>
                  <a:pt x="1" y="171"/>
                  <a:pt x="92" y="201"/>
                </a:cubicBezTo>
                <a:cubicBezTo>
                  <a:pt x="519" y="333"/>
                  <a:pt x="979" y="464"/>
                  <a:pt x="1406" y="530"/>
                </a:cubicBezTo>
                <a:cubicBezTo>
                  <a:pt x="1416" y="532"/>
                  <a:pt x="1426" y="533"/>
                  <a:pt x="1435" y="533"/>
                </a:cubicBezTo>
                <a:cubicBezTo>
                  <a:pt x="1547" y="533"/>
                  <a:pt x="1593" y="363"/>
                  <a:pt x="1472" y="333"/>
                </a:cubicBezTo>
                <a:cubicBezTo>
                  <a:pt x="1012" y="267"/>
                  <a:pt x="585" y="135"/>
                  <a:pt x="158" y="4"/>
                </a:cubicBezTo>
                <a:cubicBezTo>
                  <a:pt x="148" y="1"/>
                  <a:pt x="138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0" name="Google Shape;2004;p11"/>
          <p:cNvSpPr/>
          <p:nvPr/>
        </p:nvSpPr>
        <p:spPr>
          <a:xfrm>
            <a:off x="7087680" y="4189680"/>
            <a:ext cx="46440" cy="21600"/>
          </a:xfrm>
          <a:custGeom>
            <a:avLst/>
            <a:gdLst>
              <a:gd name="textAreaLeft" fmla="*/ 0 w 46440"/>
              <a:gd name="textAreaRight" fmla="*/ 46800 w 4644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2206" h="1044">
                <a:moveTo>
                  <a:pt x="143" y="0"/>
                </a:moveTo>
                <a:cubicBezTo>
                  <a:pt x="62" y="0"/>
                  <a:pt x="1" y="154"/>
                  <a:pt x="86" y="211"/>
                </a:cubicBezTo>
                <a:cubicBezTo>
                  <a:pt x="710" y="539"/>
                  <a:pt x="1367" y="802"/>
                  <a:pt x="2024" y="1032"/>
                </a:cubicBezTo>
                <a:cubicBezTo>
                  <a:pt x="2041" y="1040"/>
                  <a:pt x="2056" y="1044"/>
                  <a:pt x="2070" y="1044"/>
                </a:cubicBezTo>
                <a:cubicBezTo>
                  <a:pt x="2169" y="1044"/>
                  <a:pt x="2205" y="864"/>
                  <a:pt x="2090" y="835"/>
                </a:cubicBezTo>
                <a:cubicBezTo>
                  <a:pt x="1433" y="605"/>
                  <a:pt x="808" y="342"/>
                  <a:pt x="184" y="14"/>
                </a:cubicBezTo>
                <a:cubicBezTo>
                  <a:pt x="170" y="4"/>
                  <a:pt x="157" y="0"/>
                  <a:pt x="1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1" name="Google Shape;2005;p11"/>
          <p:cNvSpPr/>
          <p:nvPr/>
        </p:nvSpPr>
        <p:spPr>
          <a:xfrm>
            <a:off x="6930720" y="4334400"/>
            <a:ext cx="40680" cy="18720"/>
          </a:xfrm>
          <a:custGeom>
            <a:avLst/>
            <a:gdLst>
              <a:gd name="textAreaLeft" fmla="*/ 0 w 40680"/>
              <a:gd name="textAreaRight" fmla="*/ 41040 w 4068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941" h="909">
                <a:moveTo>
                  <a:pt x="132" y="1"/>
                </a:moveTo>
                <a:cubicBezTo>
                  <a:pt x="64" y="1"/>
                  <a:pt x="1" y="48"/>
                  <a:pt x="20" y="107"/>
                </a:cubicBezTo>
                <a:cubicBezTo>
                  <a:pt x="86" y="271"/>
                  <a:pt x="218" y="304"/>
                  <a:pt x="349" y="370"/>
                </a:cubicBezTo>
                <a:lnTo>
                  <a:pt x="809" y="534"/>
                </a:lnTo>
                <a:cubicBezTo>
                  <a:pt x="1138" y="666"/>
                  <a:pt x="1466" y="797"/>
                  <a:pt x="1795" y="896"/>
                </a:cubicBezTo>
                <a:cubicBezTo>
                  <a:pt x="1813" y="905"/>
                  <a:pt x="1830" y="909"/>
                  <a:pt x="1844" y="909"/>
                </a:cubicBezTo>
                <a:cubicBezTo>
                  <a:pt x="1932" y="909"/>
                  <a:pt x="1941" y="755"/>
                  <a:pt x="1828" y="699"/>
                </a:cubicBezTo>
                <a:cubicBezTo>
                  <a:pt x="1565" y="600"/>
                  <a:pt x="1269" y="501"/>
                  <a:pt x="973" y="403"/>
                </a:cubicBezTo>
                <a:lnTo>
                  <a:pt x="579" y="238"/>
                </a:lnTo>
                <a:lnTo>
                  <a:pt x="349" y="140"/>
                </a:lnTo>
                <a:cubicBezTo>
                  <a:pt x="316" y="140"/>
                  <a:pt x="250" y="107"/>
                  <a:pt x="250" y="74"/>
                </a:cubicBezTo>
                <a:cubicBezTo>
                  <a:pt x="224" y="22"/>
                  <a:pt x="177" y="1"/>
                  <a:pt x="13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2" name="Google Shape;2006;p11"/>
          <p:cNvSpPr/>
          <p:nvPr/>
        </p:nvSpPr>
        <p:spPr>
          <a:xfrm>
            <a:off x="6943320" y="4319280"/>
            <a:ext cx="46800" cy="33840"/>
          </a:xfrm>
          <a:custGeom>
            <a:avLst/>
            <a:gdLst>
              <a:gd name="textAreaLeft" fmla="*/ 0 w 46800"/>
              <a:gd name="textAreaRight" fmla="*/ 47160 w 46800"/>
              <a:gd name="textAreaTop" fmla="*/ 0 h 33840"/>
              <a:gd name="textAreaBottom" fmla="*/ 34200 h 33840"/>
            </a:gdLst>
            <a:ahLst/>
            <a:cxnLst/>
            <a:rect l="textAreaLeft" t="textAreaTop" r="textAreaRight" b="textAreaBottom"/>
            <a:pathLst>
              <a:path w="2234" h="1617">
                <a:moveTo>
                  <a:pt x="144" y="0"/>
                </a:moveTo>
                <a:cubicBezTo>
                  <a:pt x="75" y="0"/>
                  <a:pt x="1" y="93"/>
                  <a:pt x="75" y="167"/>
                </a:cubicBezTo>
                <a:cubicBezTo>
                  <a:pt x="600" y="791"/>
                  <a:pt x="1290" y="1284"/>
                  <a:pt x="2079" y="1613"/>
                </a:cubicBezTo>
                <a:cubicBezTo>
                  <a:pt x="2087" y="1615"/>
                  <a:pt x="2094" y="1616"/>
                  <a:pt x="2101" y="1616"/>
                </a:cubicBezTo>
                <a:cubicBezTo>
                  <a:pt x="2187" y="1616"/>
                  <a:pt x="2233" y="1443"/>
                  <a:pt x="2112" y="1383"/>
                </a:cubicBezTo>
                <a:cubicBezTo>
                  <a:pt x="1389" y="1087"/>
                  <a:pt x="732" y="627"/>
                  <a:pt x="206" y="35"/>
                </a:cubicBezTo>
                <a:cubicBezTo>
                  <a:pt x="190" y="11"/>
                  <a:pt x="167" y="0"/>
                  <a:pt x="1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3" name="Google Shape;2007;p11"/>
          <p:cNvSpPr/>
          <p:nvPr/>
        </p:nvSpPr>
        <p:spPr>
          <a:xfrm>
            <a:off x="6954480" y="4315320"/>
            <a:ext cx="28800" cy="19080"/>
          </a:xfrm>
          <a:custGeom>
            <a:avLst/>
            <a:gdLst>
              <a:gd name="textAreaLeft" fmla="*/ 0 w 28800"/>
              <a:gd name="textAreaRight" fmla="*/ 29160 w 2880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1383" h="925">
                <a:moveTo>
                  <a:pt x="118" y="1"/>
                </a:moveTo>
                <a:cubicBezTo>
                  <a:pt x="48" y="1"/>
                  <a:pt x="1" y="77"/>
                  <a:pt x="52" y="154"/>
                </a:cubicBezTo>
                <a:cubicBezTo>
                  <a:pt x="413" y="449"/>
                  <a:pt x="774" y="712"/>
                  <a:pt x="1202" y="909"/>
                </a:cubicBezTo>
                <a:cubicBezTo>
                  <a:pt x="1218" y="920"/>
                  <a:pt x="1233" y="925"/>
                  <a:pt x="1249" y="925"/>
                </a:cubicBezTo>
                <a:cubicBezTo>
                  <a:pt x="1327" y="925"/>
                  <a:pt x="1383" y="800"/>
                  <a:pt x="1300" y="745"/>
                </a:cubicBezTo>
                <a:cubicBezTo>
                  <a:pt x="906" y="515"/>
                  <a:pt x="544" y="285"/>
                  <a:pt x="183" y="22"/>
                </a:cubicBezTo>
                <a:cubicBezTo>
                  <a:pt x="161" y="7"/>
                  <a:pt x="139" y="1"/>
                  <a:pt x="11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4" name="Google Shape;2008;p11"/>
          <p:cNvSpPr/>
          <p:nvPr/>
        </p:nvSpPr>
        <p:spPr>
          <a:xfrm>
            <a:off x="6987240" y="4332960"/>
            <a:ext cx="31680" cy="11880"/>
          </a:xfrm>
          <a:custGeom>
            <a:avLst/>
            <a:gdLst>
              <a:gd name="textAreaLeft" fmla="*/ 0 w 31680"/>
              <a:gd name="textAreaRight" fmla="*/ 32040 w 3168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512" h="573">
                <a:moveTo>
                  <a:pt x="108" y="0"/>
                </a:moveTo>
                <a:cubicBezTo>
                  <a:pt x="66" y="0"/>
                  <a:pt x="33" y="23"/>
                  <a:pt x="33" y="47"/>
                </a:cubicBezTo>
                <a:cubicBezTo>
                  <a:pt x="0" y="112"/>
                  <a:pt x="0" y="178"/>
                  <a:pt x="66" y="178"/>
                </a:cubicBezTo>
                <a:lnTo>
                  <a:pt x="66" y="211"/>
                </a:lnTo>
                <a:cubicBezTo>
                  <a:pt x="493" y="375"/>
                  <a:pt x="920" y="507"/>
                  <a:pt x="1380" y="572"/>
                </a:cubicBezTo>
                <a:cubicBezTo>
                  <a:pt x="1512" y="572"/>
                  <a:pt x="1512" y="342"/>
                  <a:pt x="1380" y="342"/>
                </a:cubicBezTo>
                <a:cubicBezTo>
                  <a:pt x="953" y="309"/>
                  <a:pt x="559" y="211"/>
                  <a:pt x="164" y="14"/>
                </a:cubicBezTo>
                <a:cubicBezTo>
                  <a:pt x="145" y="4"/>
                  <a:pt x="126" y="0"/>
                  <a:pt x="1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5" name="Google Shape;2009;p11"/>
          <p:cNvSpPr/>
          <p:nvPr/>
        </p:nvSpPr>
        <p:spPr>
          <a:xfrm>
            <a:off x="6976080" y="4309200"/>
            <a:ext cx="59400" cy="32040"/>
          </a:xfrm>
          <a:custGeom>
            <a:avLst/>
            <a:gdLst>
              <a:gd name="textAreaLeft" fmla="*/ 0 w 59400"/>
              <a:gd name="textAreaRight" fmla="*/ 59760 w 59400"/>
              <a:gd name="textAreaTop" fmla="*/ 0 h 32040"/>
              <a:gd name="textAreaBottom" fmla="*/ 32400 h 32040"/>
            </a:gdLst>
            <a:ahLst/>
            <a:cxnLst/>
            <a:rect l="textAreaLeft" t="textAreaTop" r="textAreaRight" b="textAreaBottom"/>
            <a:pathLst>
              <a:path w="2832" h="1534">
                <a:moveTo>
                  <a:pt x="155" y="1"/>
                </a:moveTo>
                <a:cubicBezTo>
                  <a:pt x="73" y="1"/>
                  <a:pt x="1" y="103"/>
                  <a:pt x="81" y="183"/>
                </a:cubicBezTo>
                <a:cubicBezTo>
                  <a:pt x="837" y="774"/>
                  <a:pt x="1658" y="1366"/>
                  <a:pt x="2644" y="1530"/>
                </a:cubicBezTo>
                <a:cubicBezTo>
                  <a:pt x="2654" y="1533"/>
                  <a:pt x="2664" y="1534"/>
                  <a:pt x="2673" y="1534"/>
                </a:cubicBezTo>
                <a:cubicBezTo>
                  <a:pt x="2784" y="1534"/>
                  <a:pt x="2831" y="1363"/>
                  <a:pt x="2710" y="1333"/>
                </a:cubicBezTo>
                <a:cubicBezTo>
                  <a:pt x="1790" y="1103"/>
                  <a:pt x="935" y="676"/>
                  <a:pt x="212" y="18"/>
                </a:cubicBezTo>
                <a:cubicBezTo>
                  <a:pt x="194" y="6"/>
                  <a:pt x="174" y="1"/>
                  <a:pt x="1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6" name="Google Shape;2010;p11"/>
          <p:cNvSpPr/>
          <p:nvPr/>
        </p:nvSpPr>
        <p:spPr>
          <a:xfrm>
            <a:off x="6980040" y="4293720"/>
            <a:ext cx="27720" cy="18720"/>
          </a:xfrm>
          <a:custGeom>
            <a:avLst/>
            <a:gdLst>
              <a:gd name="textAreaLeft" fmla="*/ 0 w 27720"/>
              <a:gd name="textAreaRight" fmla="*/ 28080 w 2772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326" h="899">
                <a:moveTo>
                  <a:pt x="170" y="1"/>
                </a:moveTo>
                <a:cubicBezTo>
                  <a:pt x="83" y="1"/>
                  <a:pt x="0" y="112"/>
                  <a:pt x="77" y="163"/>
                </a:cubicBezTo>
                <a:cubicBezTo>
                  <a:pt x="406" y="492"/>
                  <a:pt x="767" y="722"/>
                  <a:pt x="1194" y="886"/>
                </a:cubicBezTo>
                <a:cubicBezTo>
                  <a:pt x="1203" y="895"/>
                  <a:pt x="1214" y="899"/>
                  <a:pt x="1227" y="899"/>
                </a:cubicBezTo>
                <a:cubicBezTo>
                  <a:pt x="1260" y="899"/>
                  <a:pt x="1302" y="868"/>
                  <a:pt x="1326" y="820"/>
                </a:cubicBezTo>
                <a:cubicBezTo>
                  <a:pt x="1326" y="754"/>
                  <a:pt x="1293" y="689"/>
                  <a:pt x="1227" y="689"/>
                </a:cubicBezTo>
                <a:cubicBezTo>
                  <a:pt x="866" y="557"/>
                  <a:pt x="504" y="327"/>
                  <a:pt x="242" y="32"/>
                </a:cubicBezTo>
                <a:cubicBezTo>
                  <a:pt x="220" y="10"/>
                  <a:pt x="195" y="1"/>
                  <a:pt x="17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7" name="Google Shape;2011;p11"/>
          <p:cNvSpPr/>
          <p:nvPr/>
        </p:nvSpPr>
        <p:spPr>
          <a:xfrm>
            <a:off x="7014600" y="4312800"/>
            <a:ext cx="19080" cy="11160"/>
          </a:xfrm>
          <a:custGeom>
            <a:avLst/>
            <a:gdLst>
              <a:gd name="textAreaLeft" fmla="*/ 0 w 19080"/>
              <a:gd name="textAreaRight" fmla="*/ 19440 w 1908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921" h="548">
                <a:moveTo>
                  <a:pt x="88" y="0"/>
                </a:moveTo>
                <a:cubicBezTo>
                  <a:pt x="56" y="0"/>
                  <a:pt x="34" y="16"/>
                  <a:pt x="34" y="55"/>
                </a:cubicBezTo>
                <a:cubicBezTo>
                  <a:pt x="1" y="88"/>
                  <a:pt x="1" y="153"/>
                  <a:pt x="66" y="186"/>
                </a:cubicBezTo>
                <a:cubicBezTo>
                  <a:pt x="296" y="350"/>
                  <a:pt x="526" y="482"/>
                  <a:pt x="789" y="548"/>
                </a:cubicBezTo>
                <a:cubicBezTo>
                  <a:pt x="855" y="548"/>
                  <a:pt x="921" y="515"/>
                  <a:pt x="921" y="482"/>
                </a:cubicBezTo>
                <a:cubicBezTo>
                  <a:pt x="921" y="416"/>
                  <a:pt x="888" y="350"/>
                  <a:pt x="855" y="350"/>
                </a:cubicBezTo>
                <a:cubicBezTo>
                  <a:pt x="592" y="285"/>
                  <a:pt x="362" y="153"/>
                  <a:pt x="165" y="22"/>
                </a:cubicBezTo>
                <a:cubicBezTo>
                  <a:pt x="138" y="8"/>
                  <a:pt x="110" y="0"/>
                  <a:pt x="8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8" name="Google Shape;2012;p11"/>
          <p:cNvSpPr/>
          <p:nvPr/>
        </p:nvSpPr>
        <p:spPr>
          <a:xfrm>
            <a:off x="7036200" y="4326120"/>
            <a:ext cx="20160" cy="9000"/>
          </a:xfrm>
          <a:custGeom>
            <a:avLst/>
            <a:gdLst>
              <a:gd name="textAreaLeft" fmla="*/ 0 w 20160"/>
              <a:gd name="textAreaRight" fmla="*/ 20520 w 2016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967" h="437">
                <a:moveTo>
                  <a:pt x="148" y="1"/>
                </a:moveTo>
                <a:cubicBezTo>
                  <a:pt x="44" y="1"/>
                  <a:pt x="1" y="115"/>
                  <a:pt x="89" y="203"/>
                </a:cubicBezTo>
                <a:cubicBezTo>
                  <a:pt x="319" y="302"/>
                  <a:pt x="549" y="400"/>
                  <a:pt x="812" y="433"/>
                </a:cubicBezTo>
                <a:cubicBezTo>
                  <a:pt x="819" y="436"/>
                  <a:pt x="827" y="437"/>
                  <a:pt x="834" y="437"/>
                </a:cubicBezTo>
                <a:cubicBezTo>
                  <a:pt x="919" y="437"/>
                  <a:pt x="966" y="267"/>
                  <a:pt x="845" y="236"/>
                </a:cubicBezTo>
                <a:cubicBezTo>
                  <a:pt x="615" y="203"/>
                  <a:pt x="385" y="105"/>
                  <a:pt x="187" y="6"/>
                </a:cubicBezTo>
                <a:cubicBezTo>
                  <a:pt x="173" y="3"/>
                  <a:pt x="160" y="1"/>
                  <a:pt x="14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49" name="Google Shape;2013;p11"/>
          <p:cNvSpPr/>
          <p:nvPr/>
        </p:nvSpPr>
        <p:spPr>
          <a:xfrm>
            <a:off x="7008120" y="4293720"/>
            <a:ext cx="48240" cy="27720"/>
          </a:xfrm>
          <a:custGeom>
            <a:avLst/>
            <a:gdLst>
              <a:gd name="textAreaLeft" fmla="*/ 0 w 48240"/>
              <a:gd name="textAreaRight" fmla="*/ 48600 w 4824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2293" h="1325">
                <a:moveTo>
                  <a:pt x="140" y="0"/>
                </a:moveTo>
                <a:cubicBezTo>
                  <a:pt x="49" y="0"/>
                  <a:pt x="0" y="139"/>
                  <a:pt x="80" y="192"/>
                </a:cubicBezTo>
                <a:cubicBezTo>
                  <a:pt x="704" y="619"/>
                  <a:pt x="1394" y="1013"/>
                  <a:pt x="2084" y="1309"/>
                </a:cubicBezTo>
                <a:cubicBezTo>
                  <a:pt x="2100" y="1320"/>
                  <a:pt x="2117" y="1324"/>
                  <a:pt x="2133" y="1324"/>
                </a:cubicBezTo>
                <a:cubicBezTo>
                  <a:pt x="2218" y="1324"/>
                  <a:pt x="2293" y="1200"/>
                  <a:pt x="2183" y="1145"/>
                </a:cubicBezTo>
                <a:cubicBezTo>
                  <a:pt x="1493" y="849"/>
                  <a:pt x="803" y="455"/>
                  <a:pt x="211" y="28"/>
                </a:cubicBezTo>
                <a:cubicBezTo>
                  <a:pt x="186" y="8"/>
                  <a:pt x="161" y="0"/>
                  <a:pt x="14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0" name="Google Shape;2014;p11"/>
          <p:cNvSpPr/>
          <p:nvPr/>
        </p:nvSpPr>
        <p:spPr>
          <a:xfrm>
            <a:off x="7010280" y="4271040"/>
            <a:ext cx="38160" cy="25920"/>
          </a:xfrm>
          <a:custGeom>
            <a:avLst/>
            <a:gdLst>
              <a:gd name="textAreaLeft" fmla="*/ 0 w 38160"/>
              <a:gd name="textAreaRight" fmla="*/ 38520 w 3816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1827" h="1244">
                <a:moveTo>
                  <a:pt x="119" y="1"/>
                </a:moveTo>
                <a:cubicBezTo>
                  <a:pt x="102" y="1"/>
                  <a:pt x="85" y="5"/>
                  <a:pt x="66" y="14"/>
                </a:cubicBezTo>
                <a:cubicBezTo>
                  <a:pt x="0" y="47"/>
                  <a:pt x="0" y="113"/>
                  <a:pt x="33" y="178"/>
                </a:cubicBezTo>
                <a:cubicBezTo>
                  <a:pt x="66" y="244"/>
                  <a:pt x="99" y="310"/>
                  <a:pt x="165" y="343"/>
                </a:cubicBezTo>
                <a:lnTo>
                  <a:pt x="658" y="671"/>
                </a:lnTo>
                <a:cubicBezTo>
                  <a:pt x="953" y="869"/>
                  <a:pt x="1282" y="1033"/>
                  <a:pt x="1611" y="1230"/>
                </a:cubicBezTo>
                <a:cubicBezTo>
                  <a:pt x="1629" y="1239"/>
                  <a:pt x="1647" y="1243"/>
                  <a:pt x="1664" y="1243"/>
                </a:cubicBezTo>
                <a:cubicBezTo>
                  <a:pt x="1766" y="1243"/>
                  <a:pt x="1827" y="1094"/>
                  <a:pt x="1742" y="1066"/>
                </a:cubicBezTo>
                <a:cubicBezTo>
                  <a:pt x="1446" y="901"/>
                  <a:pt x="1183" y="737"/>
                  <a:pt x="921" y="573"/>
                </a:cubicBezTo>
                <a:cubicBezTo>
                  <a:pt x="789" y="507"/>
                  <a:pt x="658" y="441"/>
                  <a:pt x="559" y="343"/>
                </a:cubicBezTo>
                <a:lnTo>
                  <a:pt x="362" y="211"/>
                </a:lnTo>
                <a:lnTo>
                  <a:pt x="263" y="146"/>
                </a:lnTo>
                <a:lnTo>
                  <a:pt x="237" y="119"/>
                </a:lnTo>
                <a:lnTo>
                  <a:pt x="237" y="119"/>
                </a:lnTo>
                <a:cubicBezTo>
                  <a:pt x="230" y="61"/>
                  <a:pt x="183" y="1"/>
                  <a:pt x="11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1" name="Google Shape;2015;p11"/>
          <p:cNvSpPr/>
          <p:nvPr/>
        </p:nvSpPr>
        <p:spPr>
          <a:xfrm>
            <a:off x="7025040" y="4268880"/>
            <a:ext cx="24120" cy="14760"/>
          </a:xfrm>
          <a:custGeom>
            <a:avLst/>
            <a:gdLst>
              <a:gd name="textAreaLeft" fmla="*/ 0 w 24120"/>
              <a:gd name="textAreaRight" fmla="*/ 24480 w 2412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151" h="719">
                <a:moveTo>
                  <a:pt x="141" y="1"/>
                </a:moveTo>
                <a:cubicBezTo>
                  <a:pt x="96" y="1"/>
                  <a:pt x="57" y="24"/>
                  <a:pt x="33" y="47"/>
                </a:cubicBezTo>
                <a:cubicBezTo>
                  <a:pt x="1" y="113"/>
                  <a:pt x="33" y="179"/>
                  <a:pt x="99" y="212"/>
                </a:cubicBezTo>
                <a:lnTo>
                  <a:pt x="66" y="212"/>
                </a:lnTo>
                <a:cubicBezTo>
                  <a:pt x="362" y="409"/>
                  <a:pt x="658" y="573"/>
                  <a:pt x="953" y="705"/>
                </a:cubicBezTo>
                <a:cubicBezTo>
                  <a:pt x="973" y="714"/>
                  <a:pt x="992" y="718"/>
                  <a:pt x="1010" y="718"/>
                </a:cubicBezTo>
                <a:cubicBezTo>
                  <a:pt x="1055" y="718"/>
                  <a:pt x="1095" y="695"/>
                  <a:pt x="1118" y="672"/>
                </a:cubicBezTo>
                <a:cubicBezTo>
                  <a:pt x="1151" y="639"/>
                  <a:pt x="1118" y="573"/>
                  <a:pt x="1085" y="540"/>
                </a:cubicBezTo>
                <a:cubicBezTo>
                  <a:pt x="756" y="376"/>
                  <a:pt x="461" y="212"/>
                  <a:pt x="198" y="15"/>
                </a:cubicBezTo>
                <a:cubicBezTo>
                  <a:pt x="178" y="5"/>
                  <a:pt x="159" y="1"/>
                  <a:pt x="14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2" name="Google Shape;2016;p11"/>
          <p:cNvSpPr/>
          <p:nvPr/>
        </p:nvSpPr>
        <p:spPr>
          <a:xfrm>
            <a:off x="6997680" y="4238280"/>
            <a:ext cx="39960" cy="27720"/>
          </a:xfrm>
          <a:custGeom>
            <a:avLst/>
            <a:gdLst>
              <a:gd name="textAreaLeft" fmla="*/ 0 w 39960"/>
              <a:gd name="textAreaRight" fmla="*/ 40320 w 3996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1898" h="1325">
                <a:moveTo>
                  <a:pt x="134" y="1"/>
                </a:moveTo>
                <a:cubicBezTo>
                  <a:pt x="44" y="1"/>
                  <a:pt x="1" y="139"/>
                  <a:pt x="107" y="192"/>
                </a:cubicBezTo>
                <a:cubicBezTo>
                  <a:pt x="632" y="586"/>
                  <a:pt x="1158" y="948"/>
                  <a:pt x="1717" y="1309"/>
                </a:cubicBezTo>
                <a:cubicBezTo>
                  <a:pt x="1733" y="1320"/>
                  <a:pt x="1749" y="1325"/>
                  <a:pt x="1764" y="1325"/>
                </a:cubicBezTo>
                <a:cubicBezTo>
                  <a:pt x="1842" y="1325"/>
                  <a:pt x="1898" y="1200"/>
                  <a:pt x="1815" y="1145"/>
                </a:cubicBezTo>
                <a:cubicBezTo>
                  <a:pt x="1257" y="784"/>
                  <a:pt x="731" y="389"/>
                  <a:pt x="205" y="28"/>
                </a:cubicBezTo>
                <a:cubicBezTo>
                  <a:pt x="180" y="9"/>
                  <a:pt x="155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3" name="Google Shape;2017;p11"/>
          <p:cNvSpPr/>
          <p:nvPr/>
        </p:nvSpPr>
        <p:spPr>
          <a:xfrm>
            <a:off x="7009920" y="4229280"/>
            <a:ext cx="39960" cy="30240"/>
          </a:xfrm>
          <a:custGeom>
            <a:avLst/>
            <a:gdLst>
              <a:gd name="textAreaLeft" fmla="*/ 0 w 39960"/>
              <a:gd name="textAreaRight" fmla="*/ 40320 w 3996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908" h="1444">
                <a:moveTo>
                  <a:pt x="135" y="0"/>
                </a:moveTo>
                <a:cubicBezTo>
                  <a:pt x="57" y="0"/>
                  <a:pt x="1" y="125"/>
                  <a:pt x="83" y="180"/>
                </a:cubicBezTo>
                <a:lnTo>
                  <a:pt x="1726" y="1429"/>
                </a:lnTo>
                <a:cubicBezTo>
                  <a:pt x="1742" y="1439"/>
                  <a:pt x="1758" y="1444"/>
                  <a:pt x="1773" y="1444"/>
                </a:cubicBezTo>
                <a:cubicBezTo>
                  <a:pt x="1851" y="1444"/>
                  <a:pt x="1907" y="1319"/>
                  <a:pt x="1825" y="1264"/>
                </a:cubicBezTo>
                <a:lnTo>
                  <a:pt x="182" y="16"/>
                </a:ln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4" name="Google Shape;2018;p11"/>
          <p:cNvSpPr/>
          <p:nvPr/>
        </p:nvSpPr>
        <p:spPr>
          <a:xfrm>
            <a:off x="7016760" y="4217760"/>
            <a:ext cx="22680" cy="15840"/>
          </a:xfrm>
          <a:custGeom>
            <a:avLst/>
            <a:gdLst>
              <a:gd name="textAreaLeft" fmla="*/ 0 w 22680"/>
              <a:gd name="textAreaRight" fmla="*/ 23040 w 2268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1085" h="759">
                <a:moveTo>
                  <a:pt x="129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33" y="178"/>
                  <a:pt x="66" y="211"/>
                </a:cubicBezTo>
                <a:lnTo>
                  <a:pt x="920" y="737"/>
                </a:lnTo>
                <a:cubicBezTo>
                  <a:pt x="934" y="750"/>
                  <a:pt x="953" y="758"/>
                  <a:pt x="973" y="758"/>
                </a:cubicBezTo>
                <a:cubicBezTo>
                  <a:pt x="1002" y="758"/>
                  <a:pt x="1032" y="742"/>
                  <a:pt x="1052" y="704"/>
                </a:cubicBezTo>
                <a:cubicBezTo>
                  <a:pt x="1085" y="671"/>
                  <a:pt x="1052" y="605"/>
                  <a:pt x="1019" y="573"/>
                </a:cubicBezTo>
                <a:lnTo>
                  <a:pt x="165" y="14"/>
                </a:lnTo>
                <a:cubicBezTo>
                  <a:pt x="155" y="4"/>
                  <a:pt x="142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5" name="Google Shape;2019;p11"/>
          <p:cNvSpPr/>
          <p:nvPr/>
        </p:nvSpPr>
        <p:spPr>
          <a:xfrm>
            <a:off x="7022520" y="4211280"/>
            <a:ext cx="20880" cy="13680"/>
          </a:xfrm>
          <a:custGeom>
            <a:avLst/>
            <a:gdLst>
              <a:gd name="textAreaLeft" fmla="*/ 0 w 20880"/>
              <a:gd name="textAreaRight" fmla="*/ 21240 w 2088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1003" h="655">
                <a:moveTo>
                  <a:pt x="134" y="1"/>
                </a:moveTo>
                <a:cubicBezTo>
                  <a:pt x="56" y="1"/>
                  <a:pt x="0" y="125"/>
                  <a:pt x="83" y="180"/>
                </a:cubicBezTo>
                <a:cubicBezTo>
                  <a:pt x="313" y="345"/>
                  <a:pt x="576" y="509"/>
                  <a:pt x="838" y="641"/>
                </a:cubicBezTo>
                <a:cubicBezTo>
                  <a:pt x="858" y="650"/>
                  <a:pt x="874" y="654"/>
                  <a:pt x="889" y="654"/>
                </a:cubicBezTo>
                <a:cubicBezTo>
                  <a:pt x="923" y="654"/>
                  <a:pt x="947" y="631"/>
                  <a:pt x="970" y="608"/>
                </a:cubicBezTo>
                <a:cubicBezTo>
                  <a:pt x="1003" y="542"/>
                  <a:pt x="1003" y="476"/>
                  <a:pt x="937" y="443"/>
                </a:cubicBezTo>
                <a:cubicBezTo>
                  <a:pt x="674" y="312"/>
                  <a:pt x="444" y="180"/>
                  <a:pt x="181" y="16"/>
                </a:cubicBezTo>
                <a:cubicBezTo>
                  <a:pt x="165" y="6"/>
                  <a:pt x="149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6" name="Google Shape;2020;p11"/>
          <p:cNvSpPr/>
          <p:nvPr/>
        </p:nvSpPr>
        <p:spPr>
          <a:xfrm>
            <a:off x="7023600" y="4197600"/>
            <a:ext cx="16560" cy="11520"/>
          </a:xfrm>
          <a:custGeom>
            <a:avLst/>
            <a:gdLst>
              <a:gd name="textAreaLeft" fmla="*/ 0 w 16560"/>
              <a:gd name="textAreaRight" fmla="*/ 16920 w 1656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804" h="553">
                <a:moveTo>
                  <a:pt x="129" y="0"/>
                </a:moveTo>
                <a:cubicBezTo>
                  <a:pt x="97" y="0"/>
                  <a:pt x="57" y="24"/>
                  <a:pt x="34" y="47"/>
                </a:cubicBezTo>
                <a:cubicBezTo>
                  <a:pt x="1" y="113"/>
                  <a:pt x="34" y="178"/>
                  <a:pt x="67" y="211"/>
                </a:cubicBezTo>
                <a:lnTo>
                  <a:pt x="592" y="540"/>
                </a:lnTo>
                <a:cubicBezTo>
                  <a:pt x="611" y="549"/>
                  <a:pt x="628" y="553"/>
                  <a:pt x="645" y="553"/>
                </a:cubicBezTo>
                <a:cubicBezTo>
                  <a:pt x="747" y="553"/>
                  <a:pt x="804" y="399"/>
                  <a:pt x="691" y="343"/>
                </a:cubicBezTo>
                <a:lnTo>
                  <a:pt x="165" y="14"/>
                </a:lnTo>
                <a:cubicBezTo>
                  <a:pt x="156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7" name="Google Shape;2021;p11"/>
          <p:cNvSpPr/>
          <p:nvPr/>
        </p:nvSpPr>
        <p:spPr>
          <a:xfrm>
            <a:off x="7008840" y="4120920"/>
            <a:ext cx="19800" cy="9360"/>
          </a:xfrm>
          <a:custGeom>
            <a:avLst/>
            <a:gdLst>
              <a:gd name="textAreaLeft" fmla="*/ 0 w 19800"/>
              <a:gd name="textAreaRight" fmla="*/ 20160 w 19800"/>
              <a:gd name="textAreaTop" fmla="*/ 0 h 9360"/>
              <a:gd name="textAreaBottom" fmla="*/ 9720 h 9360"/>
            </a:gdLst>
            <a:ahLst/>
            <a:cxnLst/>
            <a:rect l="textAreaLeft" t="textAreaTop" r="textAreaRight" b="textAreaBottom"/>
            <a:pathLst>
              <a:path w="944" h="454">
                <a:moveTo>
                  <a:pt x="119" y="1"/>
                </a:moveTo>
                <a:cubicBezTo>
                  <a:pt x="83" y="1"/>
                  <a:pt x="53" y="17"/>
                  <a:pt x="34" y="55"/>
                </a:cubicBezTo>
                <a:cubicBezTo>
                  <a:pt x="1" y="88"/>
                  <a:pt x="34" y="154"/>
                  <a:pt x="66" y="187"/>
                </a:cubicBezTo>
                <a:cubicBezTo>
                  <a:pt x="297" y="318"/>
                  <a:pt x="527" y="417"/>
                  <a:pt x="757" y="450"/>
                </a:cubicBezTo>
                <a:cubicBezTo>
                  <a:pt x="767" y="452"/>
                  <a:pt x="776" y="453"/>
                  <a:pt x="785" y="453"/>
                </a:cubicBezTo>
                <a:cubicBezTo>
                  <a:pt x="897" y="453"/>
                  <a:pt x="944" y="283"/>
                  <a:pt x="822" y="252"/>
                </a:cubicBezTo>
                <a:cubicBezTo>
                  <a:pt x="592" y="220"/>
                  <a:pt x="362" y="154"/>
                  <a:pt x="198" y="22"/>
                </a:cubicBezTo>
                <a:cubicBezTo>
                  <a:pt x="171" y="9"/>
                  <a:pt x="143" y="1"/>
                  <a:pt x="11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8" name="Google Shape;2022;p11"/>
          <p:cNvSpPr/>
          <p:nvPr/>
        </p:nvSpPr>
        <p:spPr>
          <a:xfrm>
            <a:off x="7007040" y="4105080"/>
            <a:ext cx="25200" cy="15120"/>
          </a:xfrm>
          <a:custGeom>
            <a:avLst/>
            <a:gdLst>
              <a:gd name="textAreaLeft" fmla="*/ 0 w 25200"/>
              <a:gd name="textAreaRight" fmla="*/ 25560 w 2520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216" h="724">
                <a:moveTo>
                  <a:pt x="197" y="1"/>
                </a:moveTo>
                <a:cubicBezTo>
                  <a:pt x="132" y="1"/>
                  <a:pt x="66" y="1"/>
                  <a:pt x="33" y="33"/>
                </a:cubicBezTo>
                <a:cubicBezTo>
                  <a:pt x="0" y="99"/>
                  <a:pt x="33" y="165"/>
                  <a:pt x="99" y="198"/>
                </a:cubicBezTo>
                <a:cubicBezTo>
                  <a:pt x="395" y="395"/>
                  <a:pt x="723" y="592"/>
                  <a:pt x="1085" y="723"/>
                </a:cubicBezTo>
                <a:cubicBezTo>
                  <a:pt x="1150" y="723"/>
                  <a:pt x="1216" y="691"/>
                  <a:pt x="1216" y="658"/>
                </a:cubicBezTo>
                <a:cubicBezTo>
                  <a:pt x="1216" y="592"/>
                  <a:pt x="1216" y="526"/>
                  <a:pt x="1150" y="526"/>
                </a:cubicBezTo>
                <a:cubicBezTo>
                  <a:pt x="822" y="395"/>
                  <a:pt x="493" y="231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9" name="Google Shape;2023;p11"/>
          <p:cNvSpPr/>
          <p:nvPr/>
        </p:nvSpPr>
        <p:spPr>
          <a:xfrm>
            <a:off x="7012440" y="4092480"/>
            <a:ext cx="20160" cy="9720"/>
          </a:xfrm>
          <a:custGeom>
            <a:avLst/>
            <a:gdLst>
              <a:gd name="textAreaLeft" fmla="*/ 0 w 20160"/>
              <a:gd name="textAreaRight" fmla="*/ 20520 w 2016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978" h="478">
                <a:moveTo>
                  <a:pt x="107" y="0"/>
                </a:moveTo>
                <a:cubicBezTo>
                  <a:pt x="63" y="0"/>
                  <a:pt x="23" y="24"/>
                  <a:pt x="0" y="47"/>
                </a:cubicBezTo>
                <a:cubicBezTo>
                  <a:pt x="0" y="113"/>
                  <a:pt x="0" y="146"/>
                  <a:pt x="66" y="178"/>
                </a:cubicBezTo>
                <a:cubicBezTo>
                  <a:pt x="296" y="310"/>
                  <a:pt x="526" y="408"/>
                  <a:pt x="789" y="474"/>
                </a:cubicBezTo>
                <a:cubicBezTo>
                  <a:pt x="800" y="476"/>
                  <a:pt x="810" y="477"/>
                  <a:pt x="820" y="477"/>
                </a:cubicBezTo>
                <a:cubicBezTo>
                  <a:pt x="957" y="477"/>
                  <a:pt x="977" y="277"/>
                  <a:pt x="854" y="277"/>
                </a:cubicBezTo>
                <a:cubicBezTo>
                  <a:pt x="624" y="211"/>
                  <a:pt x="362" y="113"/>
                  <a:pt x="164" y="14"/>
                </a:cubicBezTo>
                <a:cubicBezTo>
                  <a:pt x="145" y="4"/>
                  <a:pt x="126" y="0"/>
                  <a:pt x="10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0" name="Google Shape;2024;p11"/>
          <p:cNvSpPr/>
          <p:nvPr/>
        </p:nvSpPr>
        <p:spPr>
          <a:xfrm>
            <a:off x="7008840" y="4165560"/>
            <a:ext cx="19800" cy="10800"/>
          </a:xfrm>
          <a:custGeom>
            <a:avLst/>
            <a:gdLst>
              <a:gd name="textAreaLeft" fmla="*/ 0 w 19800"/>
              <a:gd name="textAreaRight" fmla="*/ 20160 w 1980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954" h="521">
                <a:moveTo>
                  <a:pt x="141" y="1"/>
                </a:moveTo>
                <a:cubicBezTo>
                  <a:pt x="97" y="1"/>
                  <a:pt x="57" y="24"/>
                  <a:pt x="34" y="47"/>
                </a:cubicBezTo>
                <a:cubicBezTo>
                  <a:pt x="1" y="113"/>
                  <a:pt x="34" y="179"/>
                  <a:pt x="99" y="179"/>
                </a:cubicBezTo>
                <a:cubicBezTo>
                  <a:pt x="297" y="343"/>
                  <a:pt x="559" y="442"/>
                  <a:pt x="822" y="507"/>
                </a:cubicBezTo>
                <a:cubicBezTo>
                  <a:pt x="840" y="516"/>
                  <a:pt x="855" y="520"/>
                  <a:pt x="869" y="520"/>
                </a:cubicBezTo>
                <a:cubicBezTo>
                  <a:pt x="906" y="520"/>
                  <a:pt x="930" y="490"/>
                  <a:pt x="954" y="442"/>
                </a:cubicBezTo>
                <a:cubicBezTo>
                  <a:pt x="954" y="376"/>
                  <a:pt x="921" y="343"/>
                  <a:pt x="888" y="310"/>
                </a:cubicBezTo>
                <a:cubicBezTo>
                  <a:pt x="625" y="244"/>
                  <a:pt x="395" y="146"/>
                  <a:pt x="198" y="14"/>
                </a:cubicBezTo>
                <a:cubicBezTo>
                  <a:pt x="179" y="5"/>
                  <a:pt x="159" y="1"/>
                  <a:pt x="14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1" name="Google Shape;2025;p11"/>
          <p:cNvSpPr/>
          <p:nvPr/>
        </p:nvSpPr>
        <p:spPr>
          <a:xfrm>
            <a:off x="7007760" y="4152960"/>
            <a:ext cx="24120" cy="12960"/>
          </a:xfrm>
          <a:custGeom>
            <a:avLst/>
            <a:gdLst>
              <a:gd name="textAreaLeft" fmla="*/ 0 w 24120"/>
              <a:gd name="textAreaRight" fmla="*/ 24480 w 2412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165" h="633">
                <a:moveTo>
                  <a:pt x="163" y="1"/>
                </a:moveTo>
                <a:cubicBezTo>
                  <a:pt x="75" y="1"/>
                  <a:pt x="1" y="142"/>
                  <a:pt x="91" y="202"/>
                </a:cubicBezTo>
                <a:cubicBezTo>
                  <a:pt x="354" y="399"/>
                  <a:pt x="682" y="531"/>
                  <a:pt x="978" y="629"/>
                </a:cubicBezTo>
                <a:cubicBezTo>
                  <a:pt x="988" y="632"/>
                  <a:pt x="998" y="633"/>
                  <a:pt x="1007" y="633"/>
                </a:cubicBezTo>
                <a:cubicBezTo>
                  <a:pt x="1118" y="633"/>
                  <a:pt x="1165" y="462"/>
                  <a:pt x="1044" y="432"/>
                </a:cubicBezTo>
                <a:cubicBezTo>
                  <a:pt x="748" y="334"/>
                  <a:pt x="452" y="202"/>
                  <a:pt x="189" y="5"/>
                </a:cubicBezTo>
                <a:cubicBezTo>
                  <a:pt x="180" y="2"/>
                  <a:pt x="172" y="1"/>
                  <a:pt x="16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2" name="Google Shape;2026;p11"/>
          <p:cNvSpPr/>
          <p:nvPr/>
        </p:nvSpPr>
        <p:spPr>
          <a:xfrm>
            <a:off x="7004520" y="4136400"/>
            <a:ext cx="21960" cy="15840"/>
          </a:xfrm>
          <a:custGeom>
            <a:avLst/>
            <a:gdLst>
              <a:gd name="textAreaLeft" fmla="*/ 0 w 21960"/>
              <a:gd name="textAreaRight" fmla="*/ 22320 w 2196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1061" h="759">
                <a:moveTo>
                  <a:pt x="130" y="0"/>
                </a:moveTo>
                <a:cubicBezTo>
                  <a:pt x="56" y="0"/>
                  <a:pt x="0" y="93"/>
                  <a:pt x="74" y="167"/>
                </a:cubicBezTo>
                <a:cubicBezTo>
                  <a:pt x="304" y="429"/>
                  <a:pt x="600" y="627"/>
                  <a:pt x="929" y="758"/>
                </a:cubicBezTo>
                <a:cubicBezTo>
                  <a:pt x="994" y="758"/>
                  <a:pt x="1027" y="725"/>
                  <a:pt x="1060" y="692"/>
                </a:cubicBezTo>
                <a:cubicBezTo>
                  <a:pt x="1060" y="627"/>
                  <a:pt x="1027" y="561"/>
                  <a:pt x="994" y="561"/>
                </a:cubicBezTo>
                <a:cubicBezTo>
                  <a:pt x="699" y="429"/>
                  <a:pt x="436" y="265"/>
                  <a:pt x="206" y="35"/>
                </a:cubicBezTo>
                <a:cubicBezTo>
                  <a:pt x="181" y="10"/>
                  <a:pt x="154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3" name="Google Shape;2027;p11"/>
          <p:cNvSpPr/>
          <p:nvPr/>
        </p:nvSpPr>
        <p:spPr>
          <a:xfrm>
            <a:off x="7003800" y="4124880"/>
            <a:ext cx="21600" cy="12240"/>
          </a:xfrm>
          <a:custGeom>
            <a:avLst/>
            <a:gdLst>
              <a:gd name="textAreaLeft" fmla="*/ 0 w 21600"/>
              <a:gd name="textAreaRight" fmla="*/ 21960 w 216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1041" h="600">
                <a:moveTo>
                  <a:pt x="146" y="0"/>
                </a:moveTo>
                <a:cubicBezTo>
                  <a:pt x="65" y="0"/>
                  <a:pt x="0" y="139"/>
                  <a:pt x="106" y="192"/>
                </a:cubicBezTo>
                <a:lnTo>
                  <a:pt x="829" y="586"/>
                </a:lnTo>
                <a:cubicBezTo>
                  <a:pt x="848" y="595"/>
                  <a:pt x="865" y="599"/>
                  <a:pt x="882" y="599"/>
                </a:cubicBezTo>
                <a:cubicBezTo>
                  <a:pt x="984" y="599"/>
                  <a:pt x="1041" y="446"/>
                  <a:pt x="928" y="389"/>
                </a:cubicBezTo>
                <a:lnTo>
                  <a:pt x="205" y="28"/>
                </a:lnTo>
                <a:cubicBezTo>
                  <a:pt x="186" y="8"/>
                  <a:pt x="165" y="0"/>
                  <a:pt x="14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4" name="Google Shape;2028;p11"/>
          <p:cNvSpPr/>
          <p:nvPr/>
        </p:nvSpPr>
        <p:spPr>
          <a:xfrm>
            <a:off x="7009560" y="4073760"/>
            <a:ext cx="16560" cy="6840"/>
          </a:xfrm>
          <a:custGeom>
            <a:avLst/>
            <a:gdLst>
              <a:gd name="textAreaLeft" fmla="*/ 0 w 16560"/>
              <a:gd name="textAreaRight" fmla="*/ 16920 w 16560"/>
              <a:gd name="textAreaTop" fmla="*/ 0 h 6840"/>
              <a:gd name="textAreaBottom" fmla="*/ 7200 h 6840"/>
            </a:gdLst>
            <a:ahLst/>
            <a:cxnLst/>
            <a:rect l="textAreaLeft" t="textAreaTop" r="textAreaRight" b="textAreaBottom"/>
            <a:pathLst>
              <a:path w="791" h="334">
                <a:moveTo>
                  <a:pt x="34" y="169"/>
                </a:moveTo>
                <a:lnTo>
                  <a:pt x="40" y="175"/>
                </a:lnTo>
                <a:lnTo>
                  <a:pt x="40" y="175"/>
                </a:lnTo>
                <a:cubicBezTo>
                  <a:pt x="39" y="173"/>
                  <a:pt x="38" y="172"/>
                  <a:pt x="37" y="170"/>
                </a:cubicBezTo>
                <a:lnTo>
                  <a:pt x="37" y="170"/>
                </a:lnTo>
                <a:cubicBezTo>
                  <a:pt x="36" y="170"/>
                  <a:pt x="35" y="169"/>
                  <a:pt x="34" y="169"/>
                </a:cubicBezTo>
                <a:close/>
                <a:moveTo>
                  <a:pt x="40" y="175"/>
                </a:moveTo>
                <a:cubicBezTo>
                  <a:pt x="47" y="185"/>
                  <a:pt x="56" y="194"/>
                  <a:pt x="67" y="202"/>
                </a:cubicBezTo>
                <a:lnTo>
                  <a:pt x="40" y="175"/>
                </a:lnTo>
                <a:close/>
                <a:moveTo>
                  <a:pt x="140" y="1"/>
                </a:moveTo>
                <a:cubicBezTo>
                  <a:pt x="65" y="1"/>
                  <a:pt x="0" y="103"/>
                  <a:pt x="37" y="170"/>
                </a:cubicBezTo>
                <a:lnTo>
                  <a:pt x="37" y="170"/>
                </a:lnTo>
                <a:cubicBezTo>
                  <a:pt x="234" y="236"/>
                  <a:pt x="463" y="301"/>
                  <a:pt x="692" y="333"/>
                </a:cubicBezTo>
                <a:cubicBezTo>
                  <a:pt x="725" y="333"/>
                  <a:pt x="790" y="268"/>
                  <a:pt x="790" y="235"/>
                </a:cubicBezTo>
                <a:cubicBezTo>
                  <a:pt x="790" y="169"/>
                  <a:pt x="725" y="136"/>
                  <a:pt x="692" y="136"/>
                </a:cubicBezTo>
                <a:lnTo>
                  <a:pt x="560" y="136"/>
                </a:lnTo>
                <a:lnTo>
                  <a:pt x="429" y="103"/>
                </a:lnTo>
                <a:lnTo>
                  <a:pt x="297" y="38"/>
                </a:lnTo>
                <a:lnTo>
                  <a:pt x="232" y="5"/>
                </a:lnTo>
                <a:lnTo>
                  <a:pt x="166" y="5"/>
                </a:lnTo>
                <a:cubicBezTo>
                  <a:pt x="157" y="2"/>
                  <a:pt x="148" y="1"/>
                  <a:pt x="14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5" name="Google Shape;2029;p11"/>
          <p:cNvSpPr/>
          <p:nvPr/>
        </p:nvSpPr>
        <p:spPr>
          <a:xfrm>
            <a:off x="7005600" y="4057200"/>
            <a:ext cx="21240" cy="11880"/>
          </a:xfrm>
          <a:custGeom>
            <a:avLst/>
            <a:gdLst>
              <a:gd name="textAreaLeft" fmla="*/ 0 w 21240"/>
              <a:gd name="textAreaRight" fmla="*/ 21600 w 2124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020" h="572">
                <a:moveTo>
                  <a:pt x="99" y="0"/>
                </a:moveTo>
                <a:cubicBezTo>
                  <a:pt x="66" y="0"/>
                  <a:pt x="0" y="66"/>
                  <a:pt x="0" y="99"/>
                </a:cubicBezTo>
                <a:cubicBezTo>
                  <a:pt x="0" y="263"/>
                  <a:pt x="198" y="329"/>
                  <a:pt x="329" y="395"/>
                </a:cubicBezTo>
                <a:lnTo>
                  <a:pt x="888" y="559"/>
                </a:lnTo>
                <a:cubicBezTo>
                  <a:pt x="896" y="568"/>
                  <a:pt x="908" y="572"/>
                  <a:pt x="920" y="572"/>
                </a:cubicBezTo>
                <a:cubicBezTo>
                  <a:pt x="953" y="572"/>
                  <a:pt x="995" y="541"/>
                  <a:pt x="1019" y="493"/>
                </a:cubicBezTo>
                <a:cubicBezTo>
                  <a:pt x="1019" y="427"/>
                  <a:pt x="986" y="395"/>
                  <a:pt x="921" y="362"/>
                </a:cubicBezTo>
                <a:lnTo>
                  <a:pt x="461" y="197"/>
                </a:lnTo>
                <a:cubicBezTo>
                  <a:pt x="395" y="197"/>
                  <a:pt x="329" y="165"/>
                  <a:pt x="263" y="132"/>
                </a:cubicBezTo>
                <a:lnTo>
                  <a:pt x="230" y="132"/>
                </a:lnTo>
                <a:cubicBezTo>
                  <a:pt x="230" y="132"/>
                  <a:pt x="216" y="117"/>
                  <a:pt x="206" y="117"/>
                </a:cubicBezTo>
                <a:cubicBezTo>
                  <a:pt x="201" y="117"/>
                  <a:pt x="198" y="121"/>
                  <a:pt x="198" y="132"/>
                </a:cubicBezTo>
                <a:lnTo>
                  <a:pt x="198" y="99"/>
                </a:lnTo>
                <a:cubicBezTo>
                  <a:pt x="198" y="66"/>
                  <a:pt x="165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6" name="Google Shape;2030;p11"/>
          <p:cNvSpPr/>
          <p:nvPr/>
        </p:nvSpPr>
        <p:spPr>
          <a:xfrm>
            <a:off x="6993000" y="4037760"/>
            <a:ext cx="23760" cy="13320"/>
          </a:xfrm>
          <a:custGeom>
            <a:avLst/>
            <a:gdLst>
              <a:gd name="textAreaLeft" fmla="*/ 0 w 23760"/>
              <a:gd name="textAreaRight" fmla="*/ 24120 w 2376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138" h="638">
                <a:moveTo>
                  <a:pt x="132" y="0"/>
                </a:moveTo>
                <a:cubicBezTo>
                  <a:pt x="67" y="0"/>
                  <a:pt x="1" y="33"/>
                  <a:pt x="1" y="99"/>
                </a:cubicBezTo>
                <a:cubicBezTo>
                  <a:pt x="1" y="132"/>
                  <a:pt x="34" y="197"/>
                  <a:pt x="67" y="197"/>
                </a:cubicBezTo>
                <a:cubicBezTo>
                  <a:pt x="362" y="329"/>
                  <a:pt x="658" y="460"/>
                  <a:pt x="954" y="624"/>
                </a:cubicBezTo>
                <a:cubicBezTo>
                  <a:pt x="968" y="634"/>
                  <a:pt x="982" y="638"/>
                  <a:pt x="995" y="638"/>
                </a:cubicBezTo>
                <a:cubicBezTo>
                  <a:pt x="1076" y="638"/>
                  <a:pt x="1137" y="488"/>
                  <a:pt x="1053" y="460"/>
                </a:cubicBezTo>
                <a:cubicBezTo>
                  <a:pt x="757" y="296"/>
                  <a:pt x="428" y="132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7" name="Google Shape;2031;p11"/>
          <p:cNvSpPr/>
          <p:nvPr/>
        </p:nvSpPr>
        <p:spPr>
          <a:xfrm>
            <a:off x="6978600" y="4017960"/>
            <a:ext cx="31680" cy="16200"/>
          </a:xfrm>
          <a:custGeom>
            <a:avLst/>
            <a:gdLst>
              <a:gd name="textAreaLeft" fmla="*/ 0 w 31680"/>
              <a:gd name="textAreaRight" fmla="*/ 32040 w 3168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520" h="776">
                <a:moveTo>
                  <a:pt x="135" y="1"/>
                </a:moveTo>
                <a:cubicBezTo>
                  <a:pt x="57" y="1"/>
                  <a:pt x="1" y="125"/>
                  <a:pt x="83" y="180"/>
                </a:cubicBezTo>
                <a:cubicBezTo>
                  <a:pt x="478" y="410"/>
                  <a:pt x="905" y="608"/>
                  <a:pt x="1365" y="772"/>
                </a:cubicBezTo>
                <a:cubicBezTo>
                  <a:pt x="1375" y="774"/>
                  <a:pt x="1385" y="775"/>
                  <a:pt x="1393" y="775"/>
                </a:cubicBezTo>
                <a:cubicBezTo>
                  <a:pt x="1501" y="775"/>
                  <a:pt x="1519" y="605"/>
                  <a:pt x="1398" y="575"/>
                </a:cubicBezTo>
                <a:cubicBezTo>
                  <a:pt x="1004" y="410"/>
                  <a:pt x="576" y="213"/>
                  <a:pt x="182" y="16"/>
                </a:cubicBez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8" name="Google Shape;2032;p11"/>
          <p:cNvSpPr/>
          <p:nvPr/>
        </p:nvSpPr>
        <p:spPr>
          <a:xfrm>
            <a:off x="6970320" y="4002480"/>
            <a:ext cx="35640" cy="18360"/>
          </a:xfrm>
          <a:custGeom>
            <a:avLst/>
            <a:gdLst>
              <a:gd name="textAreaLeft" fmla="*/ 0 w 35640"/>
              <a:gd name="textAreaRight" fmla="*/ 36000 w 3564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694" h="885">
                <a:moveTo>
                  <a:pt x="135" y="1"/>
                </a:moveTo>
                <a:cubicBezTo>
                  <a:pt x="56" y="1"/>
                  <a:pt x="1" y="125"/>
                  <a:pt x="83" y="180"/>
                </a:cubicBezTo>
                <a:cubicBezTo>
                  <a:pt x="543" y="443"/>
                  <a:pt x="1036" y="673"/>
                  <a:pt x="1529" y="870"/>
                </a:cubicBezTo>
                <a:cubicBezTo>
                  <a:pt x="1539" y="880"/>
                  <a:pt x="1551" y="884"/>
                  <a:pt x="1565" y="884"/>
                </a:cubicBezTo>
                <a:cubicBezTo>
                  <a:pt x="1598" y="884"/>
                  <a:pt x="1637" y="861"/>
                  <a:pt x="1660" y="838"/>
                </a:cubicBezTo>
                <a:cubicBezTo>
                  <a:pt x="1693" y="805"/>
                  <a:pt x="1660" y="739"/>
                  <a:pt x="1628" y="706"/>
                </a:cubicBezTo>
                <a:cubicBezTo>
                  <a:pt x="1135" y="476"/>
                  <a:pt x="675" y="246"/>
                  <a:pt x="182" y="16"/>
                </a:cubicBez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9" name="Google Shape;2033;p11"/>
          <p:cNvSpPr/>
          <p:nvPr/>
        </p:nvSpPr>
        <p:spPr>
          <a:xfrm>
            <a:off x="6967440" y="3994200"/>
            <a:ext cx="37440" cy="18000"/>
          </a:xfrm>
          <a:custGeom>
            <a:avLst/>
            <a:gdLst>
              <a:gd name="textAreaLeft" fmla="*/ 0 w 37440"/>
              <a:gd name="textAreaRight" fmla="*/ 37800 w 3744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782" h="874">
                <a:moveTo>
                  <a:pt x="134" y="1"/>
                </a:moveTo>
                <a:cubicBezTo>
                  <a:pt x="56" y="1"/>
                  <a:pt x="0" y="125"/>
                  <a:pt x="83" y="180"/>
                </a:cubicBezTo>
                <a:cubicBezTo>
                  <a:pt x="576" y="443"/>
                  <a:pt x="1101" y="673"/>
                  <a:pt x="1627" y="870"/>
                </a:cubicBezTo>
                <a:cubicBezTo>
                  <a:pt x="1635" y="873"/>
                  <a:pt x="1642" y="874"/>
                  <a:pt x="1649" y="874"/>
                </a:cubicBezTo>
                <a:cubicBezTo>
                  <a:pt x="1735" y="874"/>
                  <a:pt x="1781" y="703"/>
                  <a:pt x="1660" y="673"/>
                </a:cubicBezTo>
                <a:cubicBezTo>
                  <a:pt x="1167" y="476"/>
                  <a:pt x="674" y="246"/>
                  <a:pt x="181" y="16"/>
                </a:cubicBezTo>
                <a:cubicBezTo>
                  <a:pt x="165" y="5"/>
                  <a:pt x="149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0" name="Google Shape;2034;p11"/>
          <p:cNvSpPr/>
          <p:nvPr/>
        </p:nvSpPr>
        <p:spPr>
          <a:xfrm>
            <a:off x="6965280" y="3979800"/>
            <a:ext cx="36720" cy="20880"/>
          </a:xfrm>
          <a:custGeom>
            <a:avLst/>
            <a:gdLst>
              <a:gd name="textAreaLeft" fmla="*/ 0 w 36720"/>
              <a:gd name="textAreaRight" fmla="*/ 37080 w 3672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750" h="1004">
                <a:moveTo>
                  <a:pt x="164" y="0"/>
                </a:moveTo>
                <a:cubicBezTo>
                  <a:pt x="61" y="0"/>
                  <a:pt x="0" y="154"/>
                  <a:pt x="85" y="211"/>
                </a:cubicBezTo>
                <a:cubicBezTo>
                  <a:pt x="545" y="474"/>
                  <a:pt x="1038" y="737"/>
                  <a:pt x="1531" y="1000"/>
                </a:cubicBezTo>
                <a:cubicBezTo>
                  <a:pt x="1540" y="1002"/>
                  <a:pt x="1549" y="1004"/>
                  <a:pt x="1558" y="1004"/>
                </a:cubicBezTo>
                <a:cubicBezTo>
                  <a:pt x="1651" y="1004"/>
                  <a:pt x="1749" y="862"/>
                  <a:pt x="1630" y="802"/>
                </a:cubicBezTo>
                <a:cubicBezTo>
                  <a:pt x="1137" y="572"/>
                  <a:pt x="644" y="309"/>
                  <a:pt x="217" y="14"/>
                </a:cubicBezTo>
                <a:cubicBezTo>
                  <a:pt x="198" y="5"/>
                  <a:pt x="181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1" name="Google Shape;2035;p11"/>
          <p:cNvSpPr/>
          <p:nvPr/>
        </p:nvSpPr>
        <p:spPr>
          <a:xfrm>
            <a:off x="6959880" y="3965040"/>
            <a:ext cx="35280" cy="21960"/>
          </a:xfrm>
          <a:custGeom>
            <a:avLst/>
            <a:gdLst>
              <a:gd name="textAreaLeft" fmla="*/ 0 w 35280"/>
              <a:gd name="textAreaRight" fmla="*/ 35640 w 3528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678" h="1050">
                <a:moveTo>
                  <a:pt x="154" y="0"/>
                </a:moveTo>
                <a:cubicBezTo>
                  <a:pt x="57" y="0"/>
                  <a:pt x="1" y="125"/>
                  <a:pt x="83" y="180"/>
                </a:cubicBezTo>
                <a:cubicBezTo>
                  <a:pt x="543" y="509"/>
                  <a:pt x="1036" y="771"/>
                  <a:pt x="1496" y="1034"/>
                </a:cubicBezTo>
                <a:cubicBezTo>
                  <a:pt x="1517" y="1045"/>
                  <a:pt x="1537" y="1050"/>
                  <a:pt x="1554" y="1050"/>
                </a:cubicBezTo>
                <a:cubicBezTo>
                  <a:pt x="1645" y="1050"/>
                  <a:pt x="1677" y="925"/>
                  <a:pt x="1595" y="870"/>
                </a:cubicBezTo>
                <a:cubicBezTo>
                  <a:pt x="1135" y="607"/>
                  <a:pt x="642" y="311"/>
                  <a:pt x="215" y="16"/>
                </a:cubicBezTo>
                <a:cubicBezTo>
                  <a:pt x="193" y="5"/>
                  <a:pt x="173" y="0"/>
                  <a:pt x="1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2" name="Google Shape;2036;p11"/>
          <p:cNvSpPr/>
          <p:nvPr/>
        </p:nvSpPr>
        <p:spPr>
          <a:xfrm>
            <a:off x="6949440" y="3951360"/>
            <a:ext cx="45720" cy="23040"/>
          </a:xfrm>
          <a:custGeom>
            <a:avLst/>
            <a:gdLst>
              <a:gd name="textAreaLeft" fmla="*/ 0 w 45720"/>
              <a:gd name="textAreaRight" fmla="*/ 46080 w 4572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2169" h="1105">
                <a:moveTo>
                  <a:pt x="160" y="0"/>
                </a:moveTo>
                <a:cubicBezTo>
                  <a:pt x="75" y="0"/>
                  <a:pt x="0" y="125"/>
                  <a:pt x="110" y="180"/>
                </a:cubicBezTo>
                <a:lnTo>
                  <a:pt x="1950" y="1100"/>
                </a:lnTo>
                <a:cubicBezTo>
                  <a:pt x="1962" y="1103"/>
                  <a:pt x="1974" y="1104"/>
                  <a:pt x="1985" y="1104"/>
                </a:cubicBezTo>
                <a:cubicBezTo>
                  <a:pt x="2098" y="1104"/>
                  <a:pt x="2169" y="963"/>
                  <a:pt x="2049" y="903"/>
                </a:cubicBezTo>
                <a:lnTo>
                  <a:pt x="209" y="15"/>
                </a:lnTo>
                <a:cubicBezTo>
                  <a:pt x="193" y="5"/>
                  <a:pt x="176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3" name="Google Shape;2037;p11"/>
          <p:cNvSpPr/>
          <p:nvPr/>
        </p:nvSpPr>
        <p:spPr>
          <a:xfrm>
            <a:off x="6944040" y="3938760"/>
            <a:ext cx="42840" cy="20520"/>
          </a:xfrm>
          <a:custGeom>
            <a:avLst/>
            <a:gdLst>
              <a:gd name="textAreaLeft" fmla="*/ 0 w 42840"/>
              <a:gd name="textAreaRight" fmla="*/ 43200 w 4284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2034" h="981">
                <a:moveTo>
                  <a:pt x="169" y="1"/>
                </a:moveTo>
                <a:cubicBezTo>
                  <a:pt x="81" y="1"/>
                  <a:pt x="0" y="150"/>
                  <a:pt x="113" y="178"/>
                </a:cubicBezTo>
                <a:lnTo>
                  <a:pt x="1822" y="967"/>
                </a:lnTo>
                <a:cubicBezTo>
                  <a:pt x="1841" y="976"/>
                  <a:pt x="1859" y="980"/>
                  <a:pt x="1875" y="980"/>
                </a:cubicBezTo>
                <a:cubicBezTo>
                  <a:pt x="1977" y="980"/>
                  <a:pt x="2034" y="831"/>
                  <a:pt x="1921" y="803"/>
                </a:cubicBezTo>
                <a:lnTo>
                  <a:pt x="212" y="14"/>
                </a:lnTo>
                <a:cubicBezTo>
                  <a:pt x="198" y="5"/>
                  <a:pt x="183" y="1"/>
                  <a:pt x="16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4" name="Google Shape;2038;p11"/>
          <p:cNvSpPr/>
          <p:nvPr/>
        </p:nvSpPr>
        <p:spPr>
          <a:xfrm>
            <a:off x="6955560" y="3926520"/>
            <a:ext cx="22680" cy="14760"/>
          </a:xfrm>
          <a:custGeom>
            <a:avLst/>
            <a:gdLst>
              <a:gd name="textAreaLeft" fmla="*/ 0 w 22680"/>
              <a:gd name="textAreaRight" fmla="*/ 23040 w 2268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097" h="712">
                <a:moveTo>
                  <a:pt x="121" y="1"/>
                </a:moveTo>
                <a:cubicBezTo>
                  <a:pt x="82" y="1"/>
                  <a:pt x="46" y="22"/>
                  <a:pt x="33" y="72"/>
                </a:cubicBezTo>
                <a:cubicBezTo>
                  <a:pt x="1" y="171"/>
                  <a:pt x="66" y="269"/>
                  <a:pt x="132" y="302"/>
                </a:cubicBezTo>
                <a:cubicBezTo>
                  <a:pt x="231" y="368"/>
                  <a:pt x="296" y="401"/>
                  <a:pt x="395" y="434"/>
                </a:cubicBezTo>
                <a:lnTo>
                  <a:pt x="888" y="697"/>
                </a:lnTo>
                <a:cubicBezTo>
                  <a:pt x="909" y="707"/>
                  <a:pt x="929" y="712"/>
                  <a:pt x="948" y="712"/>
                </a:cubicBezTo>
                <a:cubicBezTo>
                  <a:pt x="1045" y="712"/>
                  <a:pt x="1097" y="587"/>
                  <a:pt x="986" y="532"/>
                </a:cubicBezTo>
                <a:lnTo>
                  <a:pt x="559" y="302"/>
                </a:lnTo>
                <a:lnTo>
                  <a:pt x="329" y="204"/>
                </a:lnTo>
                <a:cubicBezTo>
                  <a:pt x="296" y="171"/>
                  <a:pt x="263" y="171"/>
                  <a:pt x="231" y="138"/>
                </a:cubicBezTo>
                <a:cubicBezTo>
                  <a:pt x="251" y="57"/>
                  <a:pt x="183" y="1"/>
                  <a:pt x="12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5" name="Google Shape;2039;p11"/>
          <p:cNvSpPr/>
          <p:nvPr/>
        </p:nvSpPr>
        <p:spPr>
          <a:xfrm>
            <a:off x="6934680" y="3915720"/>
            <a:ext cx="21600" cy="12960"/>
          </a:xfrm>
          <a:custGeom>
            <a:avLst/>
            <a:gdLst>
              <a:gd name="textAreaLeft" fmla="*/ 0 w 21600"/>
              <a:gd name="textAreaRight" fmla="*/ 21960 w 2160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034" h="628">
                <a:moveTo>
                  <a:pt x="112" y="1"/>
                </a:moveTo>
                <a:cubicBezTo>
                  <a:pt x="83" y="1"/>
                  <a:pt x="53" y="17"/>
                  <a:pt x="34" y="55"/>
                </a:cubicBezTo>
                <a:cubicBezTo>
                  <a:pt x="1" y="88"/>
                  <a:pt x="34" y="154"/>
                  <a:pt x="66" y="187"/>
                </a:cubicBezTo>
                <a:lnTo>
                  <a:pt x="822" y="614"/>
                </a:lnTo>
                <a:cubicBezTo>
                  <a:pt x="836" y="623"/>
                  <a:pt x="850" y="627"/>
                  <a:pt x="865" y="627"/>
                </a:cubicBezTo>
                <a:cubicBezTo>
                  <a:pt x="952" y="627"/>
                  <a:pt x="1034" y="473"/>
                  <a:pt x="921" y="417"/>
                </a:cubicBezTo>
                <a:lnTo>
                  <a:pt x="165" y="23"/>
                </a:lnTo>
                <a:cubicBezTo>
                  <a:pt x="151" y="9"/>
                  <a:pt x="132" y="1"/>
                  <a:pt x="1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6" name="Google Shape;2040;p11"/>
          <p:cNvSpPr/>
          <p:nvPr/>
        </p:nvSpPr>
        <p:spPr>
          <a:xfrm>
            <a:off x="6939000" y="3906000"/>
            <a:ext cx="38880" cy="19080"/>
          </a:xfrm>
          <a:custGeom>
            <a:avLst/>
            <a:gdLst>
              <a:gd name="textAreaLeft" fmla="*/ 0 w 38880"/>
              <a:gd name="textAreaRight" fmla="*/ 39240 w 3888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1847" h="914">
                <a:moveTo>
                  <a:pt x="164" y="0"/>
                </a:moveTo>
                <a:cubicBezTo>
                  <a:pt x="62" y="0"/>
                  <a:pt x="1" y="154"/>
                  <a:pt x="85" y="211"/>
                </a:cubicBezTo>
                <a:cubicBezTo>
                  <a:pt x="611" y="474"/>
                  <a:pt x="1137" y="704"/>
                  <a:pt x="1696" y="901"/>
                </a:cubicBezTo>
                <a:cubicBezTo>
                  <a:pt x="1714" y="910"/>
                  <a:pt x="1730" y="914"/>
                  <a:pt x="1745" y="914"/>
                </a:cubicBezTo>
                <a:cubicBezTo>
                  <a:pt x="1834" y="914"/>
                  <a:pt x="1846" y="760"/>
                  <a:pt x="1761" y="704"/>
                </a:cubicBezTo>
                <a:cubicBezTo>
                  <a:pt x="1203" y="539"/>
                  <a:pt x="677" y="309"/>
                  <a:pt x="217" y="14"/>
                </a:cubicBezTo>
                <a:cubicBezTo>
                  <a:pt x="199" y="4"/>
                  <a:pt x="181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7" name="Google Shape;2041;p11"/>
          <p:cNvSpPr/>
          <p:nvPr/>
        </p:nvSpPr>
        <p:spPr>
          <a:xfrm>
            <a:off x="6946200" y="3896640"/>
            <a:ext cx="20520" cy="10440"/>
          </a:xfrm>
          <a:custGeom>
            <a:avLst/>
            <a:gdLst>
              <a:gd name="textAreaLeft" fmla="*/ 0 w 20520"/>
              <a:gd name="textAreaRight" fmla="*/ 20880 w 2052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987" h="516">
                <a:moveTo>
                  <a:pt x="88" y="1"/>
                </a:moveTo>
                <a:cubicBezTo>
                  <a:pt x="56" y="1"/>
                  <a:pt x="33" y="17"/>
                  <a:pt x="33" y="55"/>
                </a:cubicBezTo>
                <a:cubicBezTo>
                  <a:pt x="0" y="88"/>
                  <a:pt x="0" y="154"/>
                  <a:pt x="66" y="187"/>
                </a:cubicBezTo>
                <a:cubicBezTo>
                  <a:pt x="296" y="318"/>
                  <a:pt x="559" y="417"/>
                  <a:pt x="822" y="515"/>
                </a:cubicBezTo>
                <a:cubicBezTo>
                  <a:pt x="888" y="515"/>
                  <a:pt x="953" y="482"/>
                  <a:pt x="953" y="417"/>
                </a:cubicBezTo>
                <a:cubicBezTo>
                  <a:pt x="986" y="384"/>
                  <a:pt x="953" y="318"/>
                  <a:pt x="888" y="318"/>
                </a:cubicBezTo>
                <a:cubicBezTo>
                  <a:pt x="625" y="252"/>
                  <a:pt x="395" y="121"/>
                  <a:pt x="165" y="22"/>
                </a:cubicBezTo>
                <a:cubicBezTo>
                  <a:pt x="137" y="9"/>
                  <a:pt x="110" y="1"/>
                  <a:pt x="8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8" name="Google Shape;2042;p11"/>
          <p:cNvSpPr/>
          <p:nvPr/>
        </p:nvSpPr>
        <p:spPr>
          <a:xfrm>
            <a:off x="6948360" y="3885840"/>
            <a:ext cx="15120" cy="7920"/>
          </a:xfrm>
          <a:custGeom>
            <a:avLst/>
            <a:gdLst>
              <a:gd name="textAreaLeft" fmla="*/ 0 w 15120"/>
              <a:gd name="textAreaRight" fmla="*/ 15480 w 15120"/>
              <a:gd name="textAreaTop" fmla="*/ 0 h 7920"/>
              <a:gd name="textAreaBottom" fmla="*/ 8280 h 7920"/>
            </a:gdLst>
            <a:ahLst/>
            <a:cxnLst/>
            <a:rect l="textAreaLeft" t="textAreaTop" r="textAreaRight" b="textAreaBottom"/>
            <a:pathLst>
              <a:path w="724" h="385">
                <a:moveTo>
                  <a:pt x="112" y="1"/>
                </a:moveTo>
                <a:cubicBezTo>
                  <a:pt x="84" y="1"/>
                  <a:pt x="53" y="17"/>
                  <a:pt x="34" y="55"/>
                </a:cubicBezTo>
                <a:cubicBezTo>
                  <a:pt x="1" y="88"/>
                  <a:pt x="34" y="154"/>
                  <a:pt x="67" y="187"/>
                </a:cubicBezTo>
                <a:lnTo>
                  <a:pt x="67" y="154"/>
                </a:lnTo>
                <a:cubicBezTo>
                  <a:pt x="231" y="253"/>
                  <a:pt x="395" y="318"/>
                  <a:pt x="560" y="384"/>
                </a:cubicBezTo>
                <a:cubicBezTo>
                  <a:pt x="625" y="384"/>
                  <a:pt x="691" y="351"/>
                  <a:pt x="691" y="318"/>
                </a:cubicBezTo>
                <a:cubicBezTo>
                  <a:pt x="724" y="253"/>
                  <a:pt x="691" y="187"/>
                  <a:pt x="625" y="187"/>
                </a:cubicBezTo>
                <a:cubicBezTo>
                  <a:pt x="527" y="154"/>
                  <a:pt x="461" y="121"/>
                  <a:pt x="395" y="88"/>
                </a:cubicBezTo>
                <a:lnTo>
                  <a:pt x="362" y="88"/>
                </a:lnTo>
                <a:lnTo>
                  <a:pt x="297" y="55"/>
                </a:lnTo>
                <a:lnTo>
                  <a:pt x="165" y="23"/>
                </a:lnTo>
                <a:cubicBezTo>
                  <a:pt x="152" y="9"/>
                  <a:pt x="132" y="1"/>
                  <a:pt x="1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79" name="Google Shape;2043;p11"/>
          <p:cNvSpPr/>
          <p:nvPr/>
        </p:nvSpPr>
        <p:spPr>
          <a:xfrm>
            <a:off x="6932520" y="3868560"/>
            <a:ext cx="24120" cy="12600"/>
          </a:xfrm>
          <a:custGeom>
            <a:avLst/>
            <a:gdLst>
              <a:gd name="textAreaLeft" fmla="*/ 0 w 24120"/>
              <a:gd name="textAreaRight" fmla="*/ 24480 w 2412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151" h="619">
                <a:moveTo>
                  <a:pt x="129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0" y="178"/>
                  <a:pt x="66" y="211"/>
                </a:cubicBezTo>
                <a:cubicBezTo>
                  <a:pt x="362" y="343"/>
                  <a:pt x="690" y="507"/>
                  <a:pt x="1019" y="606"/>
                </a:cubicBezTo>
                <a:cubicBezTo>
                  <a:pt x="1036" y="614"/>
                  <a:pt x="1052" y="618"/>
                  <a:pt x="1065" y="618"/>
                </a:cubicBezTo>
                <a:cubicBezTo>
                  <a:pt x="1102" y="618"/>
                  <a:pt x="1126" y="588"/>
                  <a:pt x="1150" y="540"/>
                </a:cubicBezTo>
                <a:cubicBezTo>
                  <a:pt x="1150" y="474"/>
                  <a:pt x="1117" y="441"/>
                  <a:pt x="1085" y="408"/>
                </a:cubicBezTo>
                <a:cubicBezTo>
                  <a:pt x="756" y="310"/>
                  <a:pt x="460" y="178"/>
                  <a:pt x="164" y="14"/>
                </a:cubicBezTo>
                <a:cubicBezTo>
                  <a:pt x="155" y="4"/>
                  <a:pt x="142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0" name="Google Shape;2044;p11"/>
          <p:cNvSpPr/>
          <p:nvPr/>
        </p:nvSpPr>
        <p:spPr>
          <a:xfrm>
            <a:off x="6942960" y="3860640"/>
            <a:ext cx="9360" cy="6840"/>
          </a:xfrm>
          <a:custGeom>
            <a:avLst/>
            <a:gdLst>
              <a:gd name="textAreaLeft" fmla="*/ 0 w 9360"/>
              <a:gd name="textAreaRight" fmla="*/ 9720 w 9360"/>
              <a:gd name="textAreaTop" fmla="*/ 0 h 6840"/>
              <a:gd name="textAreaBottom" fmla="*/ 7200 h 6840"/>
            </a:gdLst>
            <a:ahLst/>
            <a:cxnLst/>
            <a:rect l="textAreaLeft" t="textAreaTop" r="textAreaRight" b="textAreaBottom"/>
            <a:pathLst>
              <a:path w="461" h="346">
                <a:moveTo>
                  <a:pt x="111" y="1"/>
                </a:moveTo>
                <a:cubicBezTo>
                  <a:pt x="99" y="1"/>
                  <a:pt x="82" y="9"/>
                  <a:pt x="66" y="26"/>
                </a:cubicBezTo>
                <a:cubicBezTo>
                  <a:pt x="33" y="26"/>
                  <a:pt x="33" y="26"/>
                  <a:pt x="0" y="58"/>
                </a:cubicBezTo>
                <a:cubicBezTo>
                  <a:pt x="0" y="91"/>
                  <a:pt x="0" y="124"/>
                  <a:pt x="0" y="124"/>
                </a:cubicBezTo>
                <a:cubicBezTo>
                  <a:pt x="0" y="157"/>
                  <a:pt x="33" y="190"/>
                  <a:pt x="66" y="190"/>
                </a:cubicBezTo>
                <a:lnTo>
                  <a:pt x="329" y="321"/>
                </a:lnTo>
                <a:cubicBezTo>
                  <a:pt x="345" y="338"/>
                  <a:pt x="353" y="346"/>
                  <a:pt x="362" y="346"/>
                </a:cubicBezTo>
                <a:cubicBezTo>
                  <a:pt x="370" y="346"/>
                  <a:pt x="378" y="338"/>
                  <a:pt x="394" y="321"/>
                </a:cubicBezTo>
                <a:cubicBezTo>
                  <a:pt x="427" y="321"/>
                  <a:pt x="460" y="321"/>
                  <a:pt x="460" y="288"/>
                </a:cubicBezTo>
                <a:cubicBezTo>
                  <a:pt x="460" y="256"/>
                  <a:pt x="460" y="223"/>
                  <a:pt x="460" y="190"/>
                </a:cubicBezTo>
                <a:cubicBezTo>
                  <a:pt x="460" y="190"/>
                  <a:pt x="427" y="157"/>
                  <a:pt x="427" y="157"/>
                </a:cubicBezTo>
                <a:lnTo>
                  <a:pt x="131" y="26"/>
                </a:lnTo>
                <a:cubicBezTo>
                  <a:pt x="131" y="9"/>
                  <a:pt x="123" y="1"/>
                  <a:pt x="11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1" name="Google Shape;2045;p11"/>
          <p:cNvSpPr/>
          <p:nvPr/>
        </p:nvSpPr>
        <p:spPr>
          <a:xfrm>
            <a:off x="6937920" y="3846960"/>
            <a:ext cx="20520" cy="11160"/>
          </a:xfrm>
          <a:custGeom>
            <a:avLst/>
            <a:gdLst>
              <a:gd name="textAreaLeft" fmla="*/ 0 w 20520"/>
              <a:gd name="textAreaRight" fmla="*/ 20880 w 2052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986" h="541">
                <a:moveTo>
                  <a:pt x="129" y="1"/>
                </a:moveTo>
                <a:cubicBezTo>
                  <a:pt x="96" y="1"/>
                  <a:pt x="56" y="24"/>
                  <a:pt x="33" y="47"/>
                </a:cubicBezTo>
                <a:cubicBezTo>
                  <a:pt x="0" y="113"/>
                  <a:pt x="33" y="179"/>
                  <a:pt x="66" y="179"/>
                </a:cubicBezTo>
                <a:lnTo>
                  <a:pt x="822" y="540"/>
                </a:lnTo>
                <a:cubicBezTo>
                  <a:pt x="887" y="540"/>
                  <a:pt x="953" y="540"/>
                  <a:pt x="986" y="507"/>
                </a:cubicBezTo>
                <a:cubicBezTo>
                  <a:pt x="986" y="442"/>
                  <a:pt x="986" y="376"/>
                  <a:pt x="920" y="343"/>
                </a:cubicBezTo>
                <a:lnTo>
                  <a:pt x="164" y="14"/>
                </a:lnTo>
                <a:cubicBezTo>
                  <a:pt x="155" y="5"/>
                  <a:pt x="142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Google Shape;2046;p11"/>
          <p:cNvSpPr/>
          <p:nvPr/>
        </p:nvSpPr>
        <p:spPr>
          <a:xfrm>
            <a:off x="6938640" y="3824640"/>
            <a:ext cx="19080" cy="11160"/>
          </a:xfrm>
          <a:custGeom>
            <a:avLst/>
            <a:gdLst>
              <a:gd name="textAreaLeft" fmla="*/ 0 w 19080"/>
              <a:gd name="textAreaRight" fmla="*/ 19440 w 1908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921" h="548">
                <a:moveTo>
                  <a:pt x="112" y="0"/>
                </a:moveTo>
                <a:cubicBezTo>
                  <a:pt x="84" y="0"/>
                  <a:pt x="53" y="16"/>
                  <a:pt x="34" y="55"/>
                </a:cubicBezTo>
                <a:cubicBezTo>
                  <a:pt x="1" y="88"/>
                  <a:pt x="34" y="153"/>
                  <a:pt x="67" y="186"/>
                </a:cubicBezTo>
                <a:cubicBezTo>
                  <a:pt x="297" y="350"/>
                  <a:pt x="527" y="449"/>
                  <a:pt x="790" y="548"/>
                </a:cubicBezTo>
                <a:cubicBezTo>
                  <a:pt x="855" y="548"/>
                  <a:pt x="888" y="515"/>
                  <a:pt x="921" y="449"/>
                </a:cubicBezTo>
                <a:cubicBezTo>
                  <a:pt x="921" y="416"/>
                  <a:pt x="888" y="350"/>
                  <a:pt x="855" y="350"/>
                </a:cubicBezTo>
                <a:cubicBezTo>
                  <a:pt x="592" y="252"/>
                  <a:pt x="395" y="153"/>
                  <a:pt x="165" y="22"/>
                </a:cubicBezTo>
                <a:cubicBezTo>
                  <a:pt x="152" y="8"/>
                  <a:pt x="132" y="0"/>
                  <a:pt x="11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3" name="Google Shape;2047;p11"/>
          <p:cNvSpPr/>
          <p:nvPr/>
        </p:nvSpPr>
        <p:spPr>
          <a:xfrm>
            <a:off x="6941160" y="3817080"/>
            <a:ext cx="18000" cy="9720"/>
          </a:xfrm>
          <a:custGeom>
            <a:avLst/>
            <a:gdLst>
              <a:gd name="textAreaLeft" fmla="*/ 0 w 18000"/>
              <a:gd name="textAreaRight" fmla="*/ 18360 w 1800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872" h="468">
                <a:moveTo>
                  <a:pt x="135" y="0"/>
                </a:moveTo>
                <a:cubicBezTo>
                  <a:pt x="56" y="0"/>
                  <a:pt x="0" y="125"/>
                  <a:pt x="83" y="180"/>
                </a:cubicBezTo>
                <a:lnTo>
                  <a:pt x="707" y="443"/>
                </a:lnTo>
                <a:cubicBezTo>
                  <a:pt x="740" y="459"/>
                  <a:pt x="773" y="467"/>
                  <a:pt x="802" y="467"/>
                </a:cubicBezTo>
                <a:cubicBezTo>
                  <a:pt x="831" y="467"/>
                  <a:pt x="855" y="459"/>
                  <a:pt x="872" y="443"/>
                </a:cubicBezTo>
                <a:cubicBezTo>
                  <a:pt x="872" y="377"/>
                  <a:pt x="872" y="311"/>
                  <a:pt x="839" y="278"/>
                </a:cubicBezTo>
                <a:lnTo>
                  <a:pt x="182" y="15"/>
                </a:ln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4" name="Google Shape;2048;p11"/>
          <p:cNvSpPr/>
          <p:nvPr/>
        </p:nvSpPr>
        <p:spPr>
          <a:xfrm>
            <a:off x="6938640" y="3807000"/>
            <a:ext cx="23040" cy="11880"/>
          </a:xfrm>
          <a:custGeom>
            <a:avLst/>
            <a:gdLst>
              <a:gd name="textAreaLeft" fmla="*/ 0 w 23040"/>
              <a:gd name="textAreaRight" fmla="*/ 23400 w 2304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110" h="585">
                <a:moveTo>
                  <a:pt x="88" y="1"/>
                </a:moveTo>
                <a:cubicBezTo>
                  <a:pt x="56" y="1"/>
                  <a:pt x="34" y="17"/>
                  <a:pt x="34" y="55"/>
                </a:cubicBezTo>
                <a:cubicBezTo>
                  <a:pt x="1" y="88"/>
                  <a:pt x="1" y="154"/>
                  <a:pt x="67" y="187"/>
                </a:cubicBezTo>
                <a:cubicBezTo>
                  <a:pt x="329" y="384"/>
                  <a:pt x="625" y="482"/>
                  <a:pt x="921" y="581"/>
                </a:cubicBezTo>
                <a:cubicBezTo>
                  <a:pt x="930" y="583"/>
                  <a:pt x="938" y="584"/>
                  <a:pt x="946" y="584"/>
                </a:cubicBezTo>
                <a:cubicBezTo>
                  <a:pt x="1060" y="584"/>
                  <a:pt x="1109" y="384"/>
                  <a:pt x="987" y="384"/>
                </a:cubicBezTo>
                <a:cubicBezTo>
                  <a:pt x="691" y="318"/>
                  <a:pt x="395" y="187"/>
                  <a:pt x="165" y="22"/>
                </a:cubicBezTo>
                <a:cubicBezTo>
                  <a:pt x="138" y="9"/>
                  <a:pt x="111" y="1"/>
                  <a:pt x="8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5" name="Google Shape;2049;p11"/>
          <p:cNvSpPr/>
          <p:nvPr/>
        </p:nvSpPr>
        <p:spPr>
          <a:xfrm>
            <a:off x="6935040" y="3796200"/>
            <a:ext cx="33840" cy="14760"/>
          </a:xfrm>
          <a:custGeom>
            <a:avLst/>
            <a:gdLst>
              <a:gd name="textAreaLeft" fmla="*/ 0 w 33840"/>
              <a:gd name="textAreaRight" fmla="*/ 34200 w 3384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615" h="708">
                <a:moveTo>
                  <a:pt x="169" y="0"/>
                </a:moveTo>
                <a:cubicBezTo>
                  <a:pt x="82" y="0"/>
                  <a:pt x="0" y="154"/>
                  <a:pt x="113" y="211"/>
                </a:cubicBezTo>
                <a:cubicBezTo>
                  <a:pt x="540" y="441"/>
                  <a:pt x="968" y="605"/>
                  <a:pt x="1460" y="704"/>
                </a:cubicBezTo>
                <a:cubicBezTo>
                  <a:pt x="1468" y="706"/>
                  <a:pt x="1475" y="707"/>
                  <a:pt x="1482" y="707"/>
                </a:cubicBezTo>
                <a:cubicBezTo>
                  <a:pt x="1568" y="707"/>
                  <a:pt x="1615" y="537"/>
                  <a:pt x="1493" y="507"/>
                </a:cubicBezTo>
                <a:cubicBezTo>
                  <a:pt x="1033" y="408"/>
                  <a:pt x="606" y="244"/>
                  <a:pt x="212" y="14"/>
                </a:cubicBezTo>
                <a:cubicBezTo>
                  <a:pt x="198" y="4"/>
                  <a:pt x="184" y="0"/>
                  <a:pt x="16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6" name="Google Shape;2050;p11"/>
          <p:cNvSpPr/>
          <p:nvPr/>
        </p:nvSpPr>
        <p:spPr>
          <a:xfrm>
            <a:off x="6937920" y="3835080"/>
            <a:ext cx="16200" cy="9360"/>
          </a:xfrm>
          <a:custGeom>
            <a:avLst/>
            <a:gdLst>
              <a:gd name="textAreaLeft" fmla="*/ 0 w 16200"/>
              <a:gd name="textAreaRight" fmla="*/ 16560 w 16200"/>
              <a:gd name="textAreaTop" fmla="*/ 0 h 9360"/>
              <a:gd name="textAreaBottom" fmla="*/ 9720 h 9360"/>
            </a:gdLst>
            <a:ahLst/>
            <a:cxnLst/>
            <a:rect l="textAreaLeft" t="textAreaTop" r="textAreaRight" b="textAreaBottom"/>
            <a:pathLst>
              <a:path w="789" h="455">
                <a:moveTo>
                  <a:pt x="140" y="0"/>
                </a:moveTo>
                <a:cubicBezTo>
                  <a:pt x="96" y="0"/>
                  <a:pt x="56" y="23"/>
                  <a:pt x="33" y="47"/>
                </a:cubicBezTo>
                <a:cubicBezTo>
                  <a:pt x="0" y="112"/>
                  <a:pt x="33" y="178"/>
                  <a:pt x="66" y="178"/>
                </a:cubicBezTo>
                <a:lnTo>
                  <a:pt x="624" y="441"/>
                </a:lnTo>
                <a:cubicBezTo>
                  <a:pt x="644" y="451"/>
                  <a:pt x="660" y="455"/>
                  <a:pt x="674" y="455"/>
                </a:cubicBezTo>
                <a:cubicBezTo>
                  <a:pt x="709" y="455"/>
                  <a:pt x="733" y="431"/>
                  <a:pt x="756" y="408"/>
                </a:cubicBezTo>
                <a:cubicBezTo>
                  <a:pt x="789" y="342"/>
                  <a:pt x="789" y="277"/>
                  <a:pt x="723" y="244"/>
                </a:cubicBezTo>
                <a:lnTo>
                  <a:pt x="197" y="14"/>
                </a:lnTo>
                <a:cubicBezTo>
                  <a:pt x="178" y="4"/>
                  <a:pt x="159" y="0"/>
                  <a:pt x="14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7" name="Google Shape;2051;p11"/>
          <p:cNvSpPr/>
          <p:nvPr/>
        </p:nvSpPr>
        <p:spPr>
          <a:xfrm>
            <a:off x="6948360" y="3785040"/>
            <a:ext cx="24840" cy="15480"/>
          </a:xfrm>
          <a:custGeom>
            <a:avLst/>
            <a:gdLst>
              <a:gd name="textAreaLeft" fmla="*/ 0 w 24840"/>
              <a:gd name="textAreaRight" fmla="*/ 25200 w 2484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197" h="752">
                <a:moveTo>
                  <a:pt x="128" y="0"/>
                </a:moveTo>
                <a:cubicBezTo>
                  <a:pt x="100" y="0"/>
                  <a:pt x="67" y="17"/>
                  <a:pt x="34" y="50"/>
                </a:cubicBezTo>
                <a:cubicBezTo>
                  <a:pt x="1" y="83"/>
                  <a:pt x="1" y="148"/>
                  <a:pt x="34" y="181"/>
                </a:cubicBezTo>
                <a:cubicBezTo>
                  <a:pt x="297" y="477"/>
                  <a:pt x="625" y="674"/>
                  <a:pt x="1020" y="740"/>
                </a:cubicBezTo>
                <a:cubicBezTo>
                  <a:pt x="1036" y="748"/>
                  <a:pt x="1051" y="752"/>
                  <a:pt x="1065" y="752"/>
                </a:cubicBezTo>
                <a:cubicBezTo>
                  <a:pt x="1164" y="752"/>
                  <a:pt x="1196" y="571"/>
                  <a:pt x="1052" y="543"/>
                </a:cubicBezTo>
                <a:cubicBezTo>
                  <a:pt x="724" y="477"/>
                  <a:pt x="428" y="313"/>
                  <a:pt x="198" y="50"/>
                </a:cubicBezTo>
                <a:cubicBezTo>
                  <a:pt x="182" y="17"/>
                  <a:pt x="157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8" name="Google Shape;2052;p11"/>
          <p:cNvSpPr/>
          <p:nvPr/>
        </p:nvSpPr>
        <p:spPr>
          <a:xfrm>
            <a:off x="6951240" y="3774240"/>
            <a:ext cx="24120" cy="13680"/>
          </a:xfrm>
          <a:custGeom>
            <a:avLst/>
            <a:gdLst>
              <a:gd name="textAreaLeft" fmla="*/ 0 w 24120"/>
              <a:gd name="textAreaRight" fmla="*/ 24480 w 2412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1165" h="660">
                <a:moveTo>
                  <a:pt x="112" y="0"/>
                </a:moveTo>
                <a:cubicBezTo>
                  <a:pt x="83" y="0"/>
                  <a:pt x="52" y="16"/>
                  <a:pt x="33" y="55"/>
                </a:cubicBezTo>
                <a:cubicBezTo>
                  <a:pt x="0" y="88"/>
                  <a:pt x="33" y="153"/>
                  <a:pt x="66" y="186"/>
                </a:cubicBezTo>
                <a:lnTo>
                  <a:pt x="953" y="646"/>
                </a:lnTo>
                <a:cubicBezTo>
                  <a:pt x="972" y="655"/>
                  <a:pt x="989" y="659"/>
                  <a:pt x="1006" y="659"/>
                </a:cubicBezTo>
                <a:cubicBezTo>
                  <a:pt x="1108" y="659"/>
                  <a:pt x="1165" y="506"/>
                  <a:pt x="1052" y="449"/>
                </a:cubicBezTo>
                <a:lnTo>
                  <a:pt x="165" y="22"/>
                </a:lnTo>
                <a:cubicBezTo>
                  <a:pt x="151" y="8"/>
                  <a:pt x="132" y="0"/>
                  <a:pt x="11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89" name="Google Shape;2053;p11"/>
          <p:cNvSpPr/>
          <p:nvPr/>
        </p:nvSpPr>
        <p:spPr>
          <a:xfrm>
            <a:off x="6956280" y="3762000"/>
            <a:ext cx="25560" cy="15480"/>
          </a:xfrm>
          <a:custGeom>
            <a:avLst/>
            <a:gdLst>
              <a:gd name="textAreaLeft" fmla="*/ 0 w 25560"/>
              <a:gd name="textAreaRight" fmla="*/ 25920 w 2556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223" h="744">
                <a:moveTo>
                  <a:pt x="135" y="0"/>
                </a:moveTo>
                <a:cubicBezTo>
                  <a:pt x="56" y="0"/>
                  <a:pt x="0" y="125"/>
                  <a:pt x="83" y="180"/>
                </a:cubicBezTo>
                <a:lnTo>
                  <a:pt x="1003" y="738"/>
                </a:lnTo>
                <a:cubicBezTo>
                  <a:pt x="1017" y="742"/>
                  <a:pt x="1031" y="744"/>
                  <a:pt x="1044" y="744"/>
                </a:cubicBezTo>
                <a:cubicBezTo>
                  <a:pt x="1154" y="744"/>
                  <a:pt x="1222" y="633"/>
                  <a:pt x="1134" y="574"/>
                </a:cubicBezTo>
                <a:lnTo>
                  <a:pt x="182" y="15"/>
                </a:ln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0" name="Google Shape;2054;p11"/>
          <p:cNvSpPr/>
          <p:nvPr/>
        </p:nvSpPr>
        <p:spPr>
          <a:xfrm>
            <a:off x="6963120" y="3754440"/>
            <a:ext cx="19800" cy="10800"/>
          </a:xfrm>
          <a:custGeom>
            <a:avLst/>
            <a:gdLst>
              <a:gd name="textAreaLeft" fmla="*/ 0 w 19800"/>
              <a:gd name="textAreaRight" fmla="*/ 20160 w 1980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954" h="521">
                <a:moveTo>
                  <a:pt x="108" y="0"/>
                </a:moveTo>
                <a:cubicBezTo>
                  <a:pt x="64" y="0"/>
                  <a:pt x="24" y="24"/>
                  <a:pt x="1" y="47"/>
                </a:cubicBezTo>
                <a:cubicBezTo>
                  <a:pt x="1" y="113"/>
                  <a:pt x="1" y="145"/>
                  <a:pt x="67" y="178"/>
                </a:cubicBezTo>
                <a:lnTo>
                  <a:pt x="790" y="507"/>
                </a:lnTo>
                <a:cubicBezTo>
                  <a:pt x="799" y="517"/>
                  <a:pt x="812" y="520"/>
                  <a:pt x="825" y="520"/>
                </a:cubicBezTo>
                <a:cubicBezTo>
                  <a:pt x="858" y="520"/>
                  <a:pt x="898" y="497"/>
                  <a:pt x="921" y="474"/>
                </a:cubicBezTo>
                <a:cubicBezTo>
                  <a:pt x="954" y="408"/>
                  <a:pt x="921" y="343"/>
                  <a:pt x="888" y="343"/>
                </a:cubicBezTo>
                <a:lnTo>
                  <a:pt x="165" y="14"/>
                </a:lnTo>
                <a:cubicBezTo>
                  <a:pt x="146" y="4"/>
                  <a:pt x="127" y="0"/>
                  <a:pt x="1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1" name="Google Shape;2055;p11"/>
          <p:cNvSpPr/>
          <p:nvPr/>
        </p:nvSpPr>
        <p:spPr>
          <a:xfrm>
            <a:off x="6967800" y="3744720"/>
            <a:ext cx="15120" cy="9360"/>
          </a:xfrm>
          <a:custGeom>
            <a:avLst/>
            <a:gdLst>
              <a:gd name="textAreaLeft" fmla="*/ 0 w 15120"/>
              <a:gd name="textAreaRight" fmla="*/ 15480 w 15120"/>
              <a:gd name="textAreaTop" fmla="*/ 0 h 9360"/>
              <a:gd name="textAreaBottom" fmla="*/ 9720 h 9360"/>
            </a:gdLst>
            <a:ahLst/>
            <a:cxnLst/>
            <a:rect l="textAreaLeft" t="textAreaTop" r="textAreaRight" b="textAreaBottom"/>
            <a:pathLst>
              <a:path w="723" h="463">
                <a:moveTo>
                  <a:pt x="129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0" y="178"/>
                  <a:pt x="66" y="178"/>
                </a:cubicBezTo>
                <a:lnTo>
                  <a:pt x="559" y="441"/>
                </a:lnTo>
                <a:cubicBezTo>
                  <a:pt x="572" y="455"/>
                  <a:pt x="591" y="463"/>
                  <a:pt x="612" y="463"/>
                </a:cubicBezTo>
                <a:cubicBezTo>
                  <a:pt x="640" y="463"/>
                  <a:pt x="671" y="447"/>
                  <a:pt x="690" y="408"/>
                </a:cubicBezTo>
                <a:cubicBezTo>
                  <a:pt x="723" y="375"/>
                  <a:pt x="690" y="310"/>
                  <a:pt x="657" y="277"/>
                </a:cubicBezTo>
                <a:lnTo>
                  <a:pt x="164" y="14"/>
                </a:lnTo>
                <a:cubicBezTo>
                  <a:pt x="155" y="4"/>
                  <a:pt x="142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2" name="Google Shape;2056;p11"/>
          <p:cNvSpPr/>
          <p:nvPr/>
        </p:nvSpPr>
        <p:spPr>
          <a:xfrm>
            <a:off x="6970680" y="3727440"/>
            <a:ext cx="30600" cy="16200"/>
          </a:xfrm>
          <a:custGeom>
            <a:avLst/>
            <a:gdLst>
              <a:gd name="textAreaLeft" fmla="*/ 0 w 30600"/>
              <a:gd name="textAreaRight" fmla="*/ 30960 w 3060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461" h="784">
                <a:moveTo>
                  <a:pt x="129" y="1"/>
                </a:moveTo>
                <a:cubicBezTo>
                  <a:pt x="96" y="1"/>
                  <a:pt x="57" y="24"/>
                  <a:pt x="33" y="47"/>
                </a:cubicBezTo>
                <a:cubicBezTo>
                  <a:pt x="0" y="80"/>
                  <a:pt x="33" y="146"/>
                  <a:pt x="66" y="179"/>
                </a:cubicBezTo>
                <a:cubicBezTo>
                  <a:pt x="460" y="442"/>
                  <a:pt x="855" y="672"/>
                  <a:pt x="1315" y="770"/>
                </a:cubicBezTo>
                <a:cubicBezTo>
                  <a:pt x="1329" y="779"/>
                  <a:pt x="1342" y="783"/>
                  <a:pt x="1354" y="783"/>
                </a:cubicBezTo>
                <a:cubicBezTo>
                  <a:pt x="1428" y="783"/>
                  <a:pt x="1461" y="630"/>
                  <a:pt x="1348" y="573"/>
                </a:cubicBezTo>
                <a:cubicBezTo>
                  <a:pt x="921" y="474"/>
                  <a:pt x="526" y="277"/>
                  <a:pt x="165" y="14"/>
                </a:cubicBezTo>
                <a:cubicBezTo>
                  <a:pt x="155" y="5"/>
                  <a:pt x="143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3" name="Google Shape;2057;p11"/>
          <p:cNvSpPr/>
          <p:nvPr/>
        </p:nvSpPr>
        <p:spPr>
          <a:xfrm>
            <a:off x="6985440" y="3711240"/>
            <a:ext cx="22320" cy="10440"/>
          </a:xfrm>
          <a:custGeom>
            <a:avLst/>
            <a:gdLst>
              <a:gd name="textAreaLeft" fmla="*/ 0 w 22320"/>
              <a:gd name="textAreaRight" fmla="*/ 22680 w 2232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1075" h="511">
                <a:moveTo>
                  <a:pt x="129" y="0"/>
                </a:moveTo>
                <a:cubicBezTo>
                  <a:pt x="96" y="0"/>
                  <a:pt x="57" y="23"/>
                  <a:pt x="33" y="47"/>
                </a:cubicBezTo>
                <a:cubicBezTo>
                  <a:pt x="1" y="112"/>
                  <a:pt x="33" y="145"/>
                  <a:pt x="66" y="178"/>
                </a:cubicBezTo>
                <a:cubicBezTo>
                  <a:pt x="329" y="342"/>
                  <a:pt x="592" y="441"/>
                  <a:pt x="888" y="507"/>
                </a:cubicBezTo>
                <a:cubicBezTo>
                  <a:pt x="898" y="509"/>
                  <a:pt x="907" y="510"/>
                  <a:pt x="917" y="510"/>
                </a:cubicBezTo>
                <a:cubicBezTo>
                  <a:pt x="1028" y="510"/>
                  <a:pt x="1075" y="340"/>
                  <a:pt x="953" y="309"/>
                </a:cubicBezTo>
                <a:lnTo>
                  <a:pt x="921" y="309"/>
                </a:lnTo>
                <a:cubicBezTo>
                  <a:pt x="658" y="244"/>
                  <a:pt x="395" y="145"/>
                  <a:pt x="165" y="14"/>
                </a:cubicBezTo>
                <a:cubicBezTo>
                  <a:pt x="155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4" name="Google Shape;2058;p11"/>
          <p:cNvSpPr/>
          <p:nvPr/>
        </p:nvSpPr>
        <p:spPr>
          <a:xfrm>
            <a:off x="6990840" y="3697920"/>
            <a:ext cx="12960" cy="8280"/>
          </a:xfrm>
          <a:custGeom>
            <a:avLst/>
            <a:gdLst>
              <a:gd name="textAreaLeft" fmla="*/ 0 w 12960"/>
              <a:gd name="textAreaRight" fmla="*/ 13320 w 1296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635" h="400">
                <a:moveTo>
                  <a:pt x="141" y="1"/>
                </a:moveTo>
                <a:cubicBezTo>
                  <a:pt x="96" y="1"/>
                  <a:pt x="56" y="24"/>
                  <a:pt x="33" y="47"/>
                </a:cubicBezTo>
                <a:cubicBezTo>
                  <a:pt x="0" y="113"/>
                  <a:pt x="33" y="179"/>
                  <a:pt x="66" y="211"/>
                </a:cubicBezTo>
                <a:lnTo>
                  <a:pt x="428" y="376"/>
                </a:lnTo>
                <a:cubicBezTo>
                  <a:pt x="445" y="393"/>
                  <a:pt x="463" y="400"/>
                  <a:pt x="480" y="400"/>
                </a:cubicBezTo>
                <a:cubicBezTo>
                  <a:pt x="564" y="400"/>
                  <a:pt x="635" y="233"/>
                  <a:pt x="526" y="179"/>
                </a:cubicBezTo>
                <a:lnTo>
                  <a:pt x="198" y="14"/>
                </a:lnTo>
                <a:cubicBezTo>
                  <a:pt x="178" y="5"/>
                  <a:pt x="159" y="1"/>
                  <a:pt x="14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5" name="Google Shape;2059;p11"/>
          <p:cNvSpPr/>
          <p:nvPr/>
        </p:nvSpPr>
        <p:spPr>
          <a:xfrm>
            <a:off x="6980400" y="3718800"/>
            <a:ext cx="22680" cy="14040"/>
          </a:xfrm>
          <a:custGeom>
            <a:avLst/>
            <a:gdLst>
              <a:gd name="textAreaLeft" fmla="*/ 0 w 22680"/>
              <a:gd name="textAreaRight" fmla="*/ 23040 w 2268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085" h="683">
                <a:moveTo>
                  <a:pt x="103" y="0"/>
                </a:moveTo>
                <a:cubicBezTo>
                  <a:pt x="74" y="0"/>
                  <a:pt x="50" y="9"/>
                  <a:pt x="33" y="25"/>
                </a:cubicBezTo>
                <a:cubicBezTo>
                  <a:pt x="0" y="91"/>
                  <a:pt x="0" y="157"/>
                  <a:pt x="33" y="189"/>
                </a:cubicBezTo>
                <a:cubicBezTo>
                  <a:pt x="296" y="419"/>
                  <a:pt x="592" y="584"/>
                  <a:pt x="888" y="682"/>
                </a:cubicBezTo>
                <a:cubicBezTo>
                  <a:pt x="1019" y="682"/>
                  <a:pt x="1085" y="518"/>
                  <a:pt x="953" y="485"/>
                </a:cubicBezTo>
                <a:lnTo>
                  <a:pt x="953" y="452"/>
                </a:lnTo>
                <a:cubicBezTo>
                  <a:pt x="658" y="387"/>
                  <a:pt x="395" y="222"/>
                  <a:pt x="198" y="25"/>
                </a:cubicBezTo>
                <a:cubicBezTo>
                  <a:pt x="165" y="9"/>
                  <a:pt x="132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6" name="Google Shape;2060;p11"/>
          <p:cNvSpPr/>
          <p:nvPr/>
        </p:nvSpPr>
        <p:spPr>
          <a:xfrm>
            <a:off x="6988320" y="3684240"/>
            <a:ext cx="25560" cy="13320"/>
          </a:xfrm>
          <a:custGeom>
            <a:avLst/>
            <a:gdLst>
              <a:gd name="textAreaLeft" fmla="*/ 0 w 25560"/>
              <a:gd name="textAreaRight" fmla="*/ 25920 w 2556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1224" h="645">
                <a:moveTo>
                  <a:pt x="135" y="1"/>
                </a:moveTo>
                <a:cubicBezTo>
                  <a:pt x="57" y="1"/>
                  <a:pt x="1" y="125"/>
                  <a:pt x="84" y="180"/>
                </a:cubicBezTo>
                <a:cubicBezTo>
                  <a:pt x="379" y="378"/>
                  <a:pt x="708" y="542"/>
                  <a:pt x="1036" y="640"/>
                </a:cubicBezTo>
                <a:cubicBezTo>
                  <a:pt x="1046" y="643"/>
                  <a:pt x="1056" y="644"/>
                  <a:pt x="1065" y="644"/>
                </a:cubicBezTo>
                <a:cubicBezTo>
                  <a:pt x="1177" y="644"/>
                  <a:pt x="1224" y="471"/>
                  <a:pt x="1102" y="410"/>
                </a:cubicBezTo>
                <a:cubicBezTo>
                  <a:pt x="774" y="345"/>
                  <a:pt x="445" y="213"/>
                  <a:pt x="182" y="16"/>
                </a:cubicBez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7" name="Google Shape;2061;p11"/>
          <p:cNvSpPr/>
          <p:nvPr/>
        </p:nvSpPr>
        <p:spPr>
          <a:xfrm>
            <a:off x="6999120" y="3669840"/>
            <a:ext cx="21240" cy="11880"/>
          </a:xfrm>
          <a:custGeom>
            <a:avLst/>
            <a:gdLst>
              <a:gd name="textAreaLeft" fmla="*/ 0 w 21240"/>
              <a:gd name="textAreaRight" fmla="*/ 21600 w 2124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027" h="586">
                <a:moveTo>
                  <a:pt x="165" y="0"/>
                </a:moveTo>
                <a:cubicBezTo>
                  <a:pt x="99" y="0"/>
                  <a:pt x="66" y="0"/>
                  <a:pt x="34" y="66"/>
                </a:cubicBezTo>
                <a:cubicBezTo>
                  <a:pt x="1" y="99"/>
                  <a:pt x="1" y="164"/>
                  <a:pt x="66" y="197"/>
                </a:cubicBezTo>
                <a:lnTo>
                  <a:pt x="822" y="559"/>
                </a:lnTo>
                <a:cubicBezTo>
                  <a:pt x="841" y="578"/>
                  <a:pt x="862" y="586"/>
                  <a:pt x="881" y="586"/>
                </a:cubicBezTo>
                <a:cubicBezTo>
                  <a:pt x="962" y="586"/>
                  <a:pt x="1027" y="447"/>
                  <a:pt x="921" y="394"/>
                </a:cubicBezTo>
                <a:lnTo>
                  <a:pt x="165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8" name="Google Shape;2062;p11"/>
          <p:cNvSpPr/>
          <p:nvPr/>
        </p:nvSpPr>
        <p:spPr>
          <a:xfrm>
            <a:off x="7011360" y="3654360"/>
            <a:ext cx="18360" cy="12240"/>
          </a:xfrm>
          <a:custGeom>
            <a:avLst/>
            <a:gdLst>
              <a:gd name="textAreaLeft" fmla="*/ 0 w 18360"/>
              <a:gd name="textAreaRight" fmla="*/ 18720 w 1836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87" h="588">
                <a:moveTo>
                  <a:pt x="123" y="1"/>
                </a:moveTo>
                <a:cubicBezTo>
                  <a:pt x="33" y="1"/>
                  <a:pt x="0" y="125"/>
                  <a:pt x="83" y="180"/>
                </a:cubicBezTo>
                <a:lnTo>
                  <a:pt x="674" y="575"/>
                </a:lnTo>
                <a:cubicBezTo>
                  <a:pt x="693" y="584"/>
                  <a:pt x="710" y="588"/>
                  <a:pt x="727" y="588"/>
                </a:cubicBezTo>
                <a:cubicBezTo>
                  <a:pt x="829" y="588"/>
                  <a:pt x="886" y="434"/>
                  <a:pt x="773" y="378"/>
                </a:cubicBezTo>
                <a:lnTo>
                  <a:pt x="182" y="16"/>
                </a:lnTo>
                <a:cubicBezTo>
                  <a:pt x="160" y="5"/>
                  <a:pt x="141" y="1"/>
                  <a:pt x="12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99" name="Google Shape;2063;p11"/>
          <p:cNvSpPr/>
          <p:nvPr/>
        </p:nvSpPr>
        <p:spPr>
          <a:xfrm>
            <a:off x="7013880" y="3632040"/>
            <a:ext cx="25920" cy="14760"/>
          </a:xfrm>
          <a:custGeom>
            <a:avLst/>
            <a:gdLst>
              <a:gd name="textAreaLeft" fmla="*/ 0 w 25920"/>
              <a:gd name="textAreaRight" fmla="*/ 26280 w 2592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240" h="711">
                <a:moveTo>
                  <a:pt x="128" y="0"/>
                </a:moveTo>
                <a:cubicBezTo>
                  <a:pt x="99" y="0"/>
                  <a:pt x="67" y="17"/>
                  <a:pt x="34" y="49"/>
                </a:cubicBezTo>
                <a:cubicBezTo>
                  <a:pt x="1" y="82"/>
                  <a:pt x="1" y="148"/>
                  <a:pt x="34" y="181"/>
                </a:cubicBezTo>
                <a:cubicBezTo>
                  <a:pt x="329" y="444"/>
                  <a:pt x="691" y="608"/>
                  <a:pt x="1085" y="707"/>
                </a:cubicBezTo>
                <a:cubicBezTo>
                  <a:pt x="1095" y="709"/>
                  <a:pt x="1105" y="710"/>
                  <a:pt x="1114" y="710"/>
                </a:cubicBezTo>
                <a:cubicBezTo>
                  <a:pt x="1221" y="710"/>
                  <a:pt x="1239" y="540"/>
                  <a:pt x="1118" y="509"/>
                </a:cubicBezTo>
                <a:cubicBezTo>
                  <a:pt x="789" y="444"/>
                  <a:pt x="461" y="279"/>
                  <a:pt x="198" y="49"/>
                </a:cubicBezTo>
                <a:cubicBezTo>
                  <a:pt x="182" y="17"/>
                  <a:pt x="157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0" name="Google Shape;2064;p11"/>
          <p:cNvSpPr/>
          <p:nvPr/>
        </p:nvSpPr>
        <p:spPr>
          <a:xfrm>
            <a:off x="7030440" y="3619080"/>
            <a:ext cx="16200" cy="10800"/>
          </a:xfrm>
          <a:custGeom>
            <a:avLst/>
            <a:gdLst>
              <a:gd name="textAreaLeft" fmla="*/ 0 w 16200"/>
              <a:gd name="textAreaRight" fmla="*/ 16560 w 1620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790" h="531">
                <a:moveTo>
                  <a:pt x="128" y="0"/>
                </a:moveTo>
                <a:cubicBezTo>
                  <a:pt x="99" y="0"/>
                  <a:pt x="66" y="9"/>
                  <a:pt x="33" y="25"/>
                </a:cubicBezTo>
                <a:cubicBezTo>
                  <a:pt x="0" y="91"/>
                  <a:pt x="0" y="157"/>
                  <a:pt x="33" y="189"/>
                </a:cubicBezTo>
                <a:lnTo>
                  <a:pt x="33" y="157"/>
                </a:lnTo>
                <a:cubicBezTo>
                  <a:pt x="230" y="321"/>
                  <a:pt x="428" y="452"/>
                  <a:pt x="658" y="518"/>
                </a:cubicBezTo>
                <a:cubicBezTo>
                  <a:pt x="675" y="527"/>
                  <a:pt x="690" y="531"/>
                  <a:pt x="704" y="531"/>
                </a:cubicBezTo>
                <a:cubicBezTo>
                  <a:pt x="741" y="531"/>
                  <a:pt x="765" y="500"/>
                  <a:pt x="789" y="452"/>
                </a:cubicBezTo>
                <a:cubicBezTo>
                  <a:pt x="789" y="387"/>
                  <a:pt x="756" y="354"/>
                  <a:pt x="723" y="321"/>
                </a:cubicBezTo>
                <a:lnTo>
                  <a:pt x="592" y="255"/>
                </a:lnTo>
                <a:lnTo>
                  <a:pt x="428" y="189"/>
                </a:lnTo>
                <a:lnTo>
                  <a:pt x="296" y="124"/>
                </a:lnTo>
                <a:lnTo>
                  <a:pt x="230" y="58"/>
                </a:lnTo>
                <a:lnTo>
                  <a:pt x="198" y="25"/>
                </a:lnTo>
                <a:cubicBezTo>
                  <a:pt x="181" y="9"/>
                  <a:pt x="157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1" name="Google Shape;2065;p11"/>
          <p:cNvSpPr/>
          <p:nvPr/>
        </p:nvSpPr>
        <p:spPr>
          <a:xfrm>
            <a:off x="7041600" y="3607560"/>
            <a:ext cx="15480" cy="10080"/>
          </a:xfrm>
          <a:custGeom>
            <a:avLst/>
            <a:gdLst>
              <a:gd name="textAreaLeft" fmla="*/ 0 w 15480"/>
              <a:gd name="textAreaRight" fmla="*/ 15840 w 1548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756" h="486">
                <a:moveTo>
                  <a:pt x="128" y="1"/>
                </a:moveTo>
                <a:cubicBezTo>
                  <a:pt x="99" y="1"/>
                  <a:pt x="66" y="9"/>
                  <a:pt x="33" y="25"/>
                </a:cubicBezTo>
                <a:cubicBezTo>
                  <a:pt x="0" y="91"/>
                  <a:pt x="0" y="157"/>
                  <a:pt x="33" y="190"/>
                </a:cubicBezTo>
                <a:cubicBezTo>
                  <a:pt x="197" y="354"/>
                  <a:pt x="395" y="453"/>
                  <a:pt x="625" y="486"/>
                </a:cubicBezTo>
                <a:cubicBezTo>
                  <a:pt x="756" y="486"/>
                  <a:pt x="756" y="255"/>
                  <a:pt x="625" y="255"/>
                </a:cubicBezTo>
                <a:lnTo>
                  <a:pt x="427" y="255"/>
                </a:lnTo>
                <a:cubicBezTo>
                  <a:pt x="362" y="223"/>
                  <a:pt x="329" y="190"/>
                  <a:pt x="296" y="190"/>
                </a:cubicBezTo>
                <a:lnTo>
                  <a:pt x="230" y="58"/>
                </a:lnTo>
                <a:lnTo>
                  <a:pt x="197" y="25"/>
                </a:lnTo>
                <a:cubicBezTo>
                  <a:pt x="181" y="9"/>
                  <a:pt x="156" y="1"/>
                  <a:pt x="12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2" name="Google Shape;2066;p11"/>
          <p:cNvSpPr/>
          <p:nvPr/>
        </p:nvSpPr>
        <p:spPr>
          <a:xfrm>
            <a:off x="7047360" y="3593520"/>
            <a:ext cx="11880" cy="8640"/>
          </a:xfrm>
          <a:custGeom>
            <a:avLst/>
            <a:gdLst>
              <a:gd name="textAreaLeft" fmla="*/ 0 w 11880"/>
              <a:gd name="textAreaRight" fmla="*/ 12240 w 1188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578" h="417">
                <a:moveTo>
                  <a:pt x="118" y="1"/>
                </a:moveTo>
                <a:cubicBezTo>
                  <a:pt x="49" y="1"/>
                  <a:pt x="1" y="77"/>
                  <a:pt x="52" y="154"/>
                </a:cubicBezTo>
                <a:cubicBezTo>
                  <a:pt x="150" y="252"/>
                  <a:pt x="282" y="351"/>
                  <a:pt x="413" y="417"/>
                </a:cubicBezTo>
                <a:lnTo>
                  <a:pt x="479" y="417"/>
                </a:lnTo>
                <a:cubicBezTo>
                  <a:pt x="512" y="417"/>
                  <a:pt x="545" y="384"/>
                  <a:pt x="545" y="351"/>
                </a:cubicBezTo>
                <a:cubicBezTo>
                  <a:pt x="578" y="351"/>
                  <a:pt x="578" y="318"/>
                  <a:pt x="545" y="285"/>
                </a:cubicBezTo>
                <a:cubicBezTo>
                  <a:pt x="545" y="252"/>
                  <a:pt x="512" y="252"/>
                  <a:pt x="512" y="219"/>
                </a:cubicBezTo>
                <a:cubicBezTo>
                  <a:pt x="446" y="187"/>
                  <a:pt x="380" y="154"/>
                  <a:pt x="315" y="121"/>
                </a:cubicBezTo>
                <a:lnTo>
                  <a:pt x="282" y="88"/>
                </a:lnTo>
                <a:lnTo>
                  <a:pt x="249" y="88"/>
                </a:lnTo>
                <a:lnTo>
                  <a:pt x="183" y="22"/>
                </a:lnTo>
                <a:cubicBezTo>
                  <a:pt x="161" y="7"/>
                  <a:pt x="139" y="1"/>
                  <a:pt x="11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3" name="Google Shape;2067;p11"/>
          <p:cNvSpPr/>
          <p:nvPr/>
        </p:nvSpPr>
        <p:spPr>
          <a:xfrm>
            <a:off x="7043040" y="3565440"/>
            <a:ext cx="24840" cy="17280"/>
          </a:xfrm>
          <a:custGeom>
            <a:avLst/>
            <a:gdLst>
              <a:gd name="textAreaLeft" fmla="*/ 0 w 24840"/>
              <a:gd name="textAreaRight" fmla="*/ 25200 w 2484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1196" h="838">
                <a:moveTo>
                  <a:pt x="99" y="1"/>
                </a:moveTo>
                <a:cubicBezTo>
                  <a:pt x="50" y="1"/>
                  <a:pt x="1" y="34"/>
                  <a:pt x="1" y="100"/>
                </a:cubicBezTo>
                <a:cubicBezTo>
                  <a:pt x="1" y="330"/>
                  <a:pt x="198" y="428"/>
                  <a:pt x="362" y="527"/>
                </a:cubicBezTo>
                <a:cubicBezTo>
                  <a:pt x="527" y="592"/>
                  <a:pt x="790" y="724"/>
                  <a:pt x="987" y="822"/>
                </a:cubicBezTo>
                <a:cubicBezTo>
                  <a:pt x="1008" y="833"/>
                  <a:pt x="1028" y="838"/>
                  <a:pt x="1047" y="838"/>
                </a:cubicBezTo>
                <a:cubicBezTo>
                  <a:pt x="1144" y="838"/>
                  <a:pt x="1196" y="713"/>
                  <a:pt x="1085" y="658"/>
                </a:cubicBezTo>
                <a:cubicBezTo>
                  <a:pt x="921" y="560"/>
                  <a:pt x="724" y="461"/>
                  <a:pt x="560" y="362"/>
                </a:cubicBezTo>
                <a:cubicBezTo>
                  <a:pt x="461" y="330"/>
                  <a:pt x="362" y="297"/>
                  <a:pt x="297" y="231"/>
                </a:cubicBezTo>
                <a:cubicBezTo>
                  <a:pt x="231" y="198"/>
                  <a:pt x="198" y="165"/>
                  <a:pt x="198" y="100"/>
                </a:cubicBezTo>
                <a:cubicBezTo>
                  <a:pt x="198" y="34"/>
                  <a:pt x="149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4" name="Google Shape;2068;p11"/>
          <p:cNvSpPr/>
          <p:nvPr/>
        </p:nvSpPr>
        <p:spPr>
          <a:xfrm>
            <a:off x="7054920" y="3560400"/>
            <a:ext cx="18360" cy="12960"/>
          </a:xfrm>
          <a:custGeom>
            <a:avLst/>
            <a:gdLst>
              <a:gd name="textAreaLeft" fmla="*/ 0 w 18360"/>
              <a:gd name="textAreaRight" fmla="*/ 18720 w 1836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888" h="634">
                <a:moveTo>
                  <a:pt x="189" y="1"/>
                </a:moveTo>
                <a:cubicBezTo>
                  <a:pt x="121" y="1"/>
                  <a:pt x="53" y="71"/>
                  <a:pt x="99" y="140"/>
                </a:cubicBezTo>
                <a:lnTo>
                  <a:pt x="1" y="75"/>
                </a:lnTo>
                <a:lnTo>
                  <a:pt x="1" y="75"/>
                </a:lnTo>
                <a:cubicBezTo>
                  <a:pt x="165" y="338"/>
                  <a:pt x="428" y="535"/>
                  <a:pt x="756" y="633"/>
                </a:cubicBezTo>
                <a:cubicBezTo>
                  <a:pt x="789" y="633"/>
                  <a:pt x="855" y="633"/>
                  <a:pt x="888" y="568"/>
                </a:cubicBezTo>
                <a:cubicBezTo>
                  <a:pt x="888" y="502"/>
                  <a:pt x="855" y="436"/>
                  <a:pt x="789" y="436"/>
                </a:cubicBezTo>
                <a:lnTo>
                  <a:pt x="691" y="403"/>
                </a:lnTo>
                <a:lnTo>
                  <a:pt x="625" y="403"/>
                </a:lnTo>
                <a:lnTo>
                  <a:pt x="559" y="338"/>
                </a:lnTo>
                <a:lnTo>
                  <a:pt x="493" y="305"/>
                </a:lnTo>
                <a:cubicBezTo>
                  <a:pt x="461" y="272"/>
                  <a:pt x="395" y="239"/>
                  <a:pt x="362" y="173"/>
                </a:cubicBezTo>
                <a:cubicBezTo>
                  <a:pt x="329" y="173"/>
                  <a:pt x="329" y="140"/>
                  <a:pt x="329" y="140"/>
                </a:cubicBezTo>
                <a:lnTo>
                  <a:pt x="263" y="42"/>
                </a:lnTo>
                <a:cubicBezTo>
                  <a:pt x="244" y="13"/>
                  <a:pt x="216" y="1"/>
                  <a:pt x="18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5" name="Google Shape;2069;p11"/>
          <p:cNvSpPr/>
          <p:nvPr/>
        </p:nvSpPr>
        <p:spPr>
          <a:xfrm>
            <a:off x="7067520" y="3555360"/>
            <a:ext cx="16200" cy="10080"/>
          </a:xfrm>
          <a:custGeom>
            <a:avLst/>
            <a:gdLst>
              <a:gd name="textAreaLeft" fmla="*/ 0 w 16200"/>
              <a:gd name="textAreaRight" fmla="*/ 16560 w 1620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789" h="487">
                <a:moveTo>
                  <a:pt x="108" y="0"/>
                </a:moveTo>
                <a:cubicBezTo>
                  <a:pt x="66" y="0"/>
                  <a:pt x="33" y="24"/>
                  <a:pt x="33" y="47"/>
                </a:cubicBezTo>
                <a:cubicBezTo>
                  <a:pt x="0" y="113"/>
                  <a:pt x="0" y="178"/>
                  <a:pt x="66" y="211"/>
                </a:cubicBezTo>
                <a:cubicBezTo>
                  <a:pt x="230" y="310"/>
                  <a:pt x="460" y="408"/>
                  <a:pt x="657" y="474"/>
                </a:cubicBezTo>
                <a:cubicBezTo>
                  <a:pt x="675" y="483"/>
                  <a:pt x="692" y="487"/>
                  <a:pt x="709" y="487"/>
                </a:cubicBezTo>
                <a:cubicBezTo>
                  <a:pt x="753" y="487"/>
                  <a:pt x="789" y="456"/>
                  <a:pt x="789" y="408"/>
                </a:cubicBezTo>
                <a:cubicBezTo>
                  <a:pt x="789" y="343"/>
                  <a:pt x="756" y="310"/>
                  <a:pt x="723" y="277"/>
                </a:cubicBezTo>
                <a:cubicBezTo>
                  <a:pt x="624" y="244"/>
                  <a:pt x="526" y="211"/>
                  <a:pt x="427" y="178"/>
                </a:cubicBezTo>
                <a:cubicBezTo>
                  <a:pt x="329" y="113"/>
                  <a:pt x="263" y="80"/>
                  <a:pt x="164" y="14"/>
                </a:cubicBezTo>
                <a:cubicBezTo>
                  <a:pt x="145" y="4"/>
                  <a:pt x="126" y="0"/>
                  <a:pt x="10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6" name="Google Shape;2070;p11"/>
          <p:cNvSpPr/>
          <p:nvPr/>
        </p:nvSpPr>
        <p:spPr>
          <a:xfrm>
            <a:off x="7083360" y="3545640"/>
            <a:ext cx="13680" cy="9000"/>
          </a:xfrm>
          <a:custGeom>
            <a:avLst/>
            <a:gdLst>
              <a:gd name="textAreaLeft" fmla="*/ 0 w 13680"/>
              <a:gd name="textAreaRight" fmla="*/ 14040 w 1368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658" h="442">
                <a:moveTo>
                  <a:pt x="109" y="0"/>
                </a:moveTo>
                <a:cubicBezTo>
                  <a:pt x="67" y="0"/>
                  <a:pt x="34" y="24"/>
                  <a:pt x="34" y="47"/>
                </a:cubicBezTo>
                <a:cubicBezTo>
                  <a:pt x="1" y="112"/>
                  <a:pt x="1" y="178"/>
                  <a:pt x="67" y="211"/>
                </a:cubicBezTo>
                <a:cubicBezTo>
                  <a:pt x="198" y="310"/>
                  <a:pt x="329" y="375"/>
                  <a:pt x="494" y="441"/>
                </a:cubicBezTo>
                <a:lnTo>
                  <a:pt x="592" y="441"/>
                </a:lnTo>
                <a:cubicBezTo>
                  <a:pt x="592" y="441"/>
                  <a:pt x="625" y="408"/>
                  <a:pt x="625" y="408"/>
                </a:cubicBezTo>
                <a:cubicBezTo>
                  <a:pt x="658" y="342"/>
                  <a:pt x="658" y="277"/>
                  <a:pt x="592" y="244"/>
                </a:cubicBezTo>
                <a:cubicBezTo>
                  <a:pt x="461" y="178"/>
                  <a:pt x="297" y="112"/>
                  <a:pt x="165" y="14"/>
                </a:cubicBezTo>
                <a:cubicBezTo>
                  <a:pt x="146" y="4"/>
                  <a:pt x="127" y="0"/>
                  <a:pt x="10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7" name="Google Shape;2071;p11"/>
          <p:cNvSpPr/>
          <p:nvPr/>
        </p:nvSpPr>
        <p:spPr>
          <a:xfrm>
            <a:off x="7093800" y="3537360"/>
            <a:ext cx="20880" cy="9720"/>
          </a:xfrm>
          <a:custGeom>
            <a:avLst/>
            <a:gdLst>
              <a:gd name="textAreaLeft" fmla="*/ 0 w 20880"/>
              <a:gd name="textAreaRight" fmla="*/ 21240 w 2088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1011" h="478">
                <a:moveTo>
                  <a:pt x="129" y="1"/>
                </a:moveTo>
                <a:cubicBezTo>
                  <a:pt x="96" y="1"/>
                  <a:pt x="57" y="24"/>
                  <a:pt x="34" y="47"/>
                </a:cubicBezTo>
                <a:cubicBezTo>
                  <a:pt x="1" y="113"/>
                  <a:pt x="34" y="179"/>
                  <a:pt x="66" y="212"/>
                </a:cubicBezTo>
                <a:cubicBezTo>
                  <a:pt x="329" y="310"/>
                  <a:pt x="559" y="409"/>
                  <a:pt x="822" y="475"/>
                </a:cubicBezTo>
                <a:cubicBezTo>
                  <a:pt x="831" y="477"/>
                  <a:pt x="839" y="478"/>
                  <a:pt x="848" y="478"/>
                </a:cubicBezTo>
                <a:cubicBezTo>
                  <a:pt x="962" y="478"/>
                  <a:pt x="1011" y="277"/>
                  <a:pt x="888" y="277"/>
                </a:cubicBezTo>
                <a:cubicBezTo>
                  <a:pt x="625" y="212"/>
                  <a:pt x="395" y="113"/>
                  <a:pt x="165" y="15"/>
                </a:cubicBezTo>
                <a:cubicBezTo>
                  <a:pt x="155" y="5"/>
                  <a:pt x="143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8" name="Google Shape;2072;p11"/>
          <p:cNvSpPr/>
          <p:nvPr/>
        </p:nvSpPr>
        <p:spPr>
          <a:xfrm>
            <a:off x="7104960" y="3526200"/>
            <a:ext cx="19080" cy="11880"/>
          </a:xfrm>
          <a:custGeom>
            <a:avLst/>
            <a:gdLst>
              <a:gd name="textAreaLeft" fmla="*/ 0 w 19080"/>
              <a:gd name="textAreaRight" fmla="*/ 19440 w 1908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921" h="573">
                <a:moveTo>
                  <a:pt x="115" y="0"/>
                </a:moveTo>
                <a:cubicBezTo>
                  <a:pt x="80" y="0"/>
                  <a:pt x="57" y="23"/>
                  <a:pt x="33" y="47"/>
                </a:cubicBezTo>
                <a:cubicBezTo>
                  <a:pt x="0" y="112"/>
                  <a:pt x="0" y="178"/>
                  <a:pt x="66" y="211"/>
                </a:cubicBezTo>
                <a:cubicBezTo>
                  <a:pt x="263" y="342"/>
                  <a:pt x="493" y="441"/>
                  <a:pt x="756" y="572"/>
                </a:cubicBezTo>
                <a:cubicBezTo>
                  <a:pt x="789" y="572"/>
                  <a:pt x="855" y="572"/>
                  <a:pt x="888" y="540"/>
                </a:cubicBezTo>
                <a:cubicBezTo>
                  <a:pt x="921" y="474"/>
                  <a:pt x="888" y="408"/>
                  <a:pt x="855" y="375"/>
                </a:cubicBezTo>
                <a:cubicBezTo>
                  <a:pt x="625" y="277"/>
                  <a:pt x="395" y="145"/>
                  <a:pt x="165" y="14"/>
                </a:cubicBezTo>
                <a:cubicBezTo>
                  <a:pt x="146" y="4"/>
                  <a:pt x="129" y="0"/>
                  <a:pt x="1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09" name="Google Shape;2073;p11"/>
          <p:cNvSpPr/>
          <p:nvPr/>
        </p:nvSpPr>
        <p:spPr>
          <a:xfrm>
            <a:off x="7119360" y="3519720"/>
            <a:ext cx="17640" cy="10080"/>
          </a:xfrm>
          <a:custGeom>
            <a:avLst/>
            <a:gdLst>
              <a:gd name="textAreaLeft" fmla="*/ 0 w 17640"/>
              <a:gd name="textAreaRight" fmla="*/ 18000 w 1764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855" h="495">
                <a:moveTo>
                  <a:pt x="112" y="0"/>
                </a:moveTo>
                <a:cubicBezTo>
                  <a:pt x="83" y="0"/>
                  <a:pt x="53" y="16"/>
                  <a:pt x="33" y="55"/>
                </a:cubicBezTo>
                <a:cubicBezTo>
                  <a:pt x="1" y="88"/>
                  <a:pt x="1" y="154"/>
                  <a:pt x="66" y="186"/>
                </a:cubicBezTo>
                <a:cubicBezTo>
                  <a:pt x="263" y="318"/>
                  <a:pt x="493" y="416"/>
                  <a:pt x="723" y="482"/>
                </a:cubicBezTo>
                <a:cubicBezTo>
                  <a:pt x="741" y="491"/>
                  <a:pt x="759" y="495"/>
                  <a:pt x="775" y="495"/>
                </a:cubicBezTo>
                <a:cubicBezTo>
                  <a:pt x="820" y="495"/>
                  <a:pt x="855" y="464"/>
                  <a:pt x="855" y="416"/>
                </a:cubicBezTo>
                <a:cubicBezTo>
                  <a:pt x="855" y="384"/>
                  <a:pt x="822" y="318"/>
                  <a:pt x="789" y="285"/>
                </a:cubicBezTo>
                <a:cubicBezTo>
                  <a:pt x="559" y="252"/>
                  <a:pt x="362" y="154"/>
                  <a:pt x="165" y="22"/>
                </a:cubicBezTo>
                <a:cubicBezTo>
                  <a:pt x="151" y="8"/>
                  <a:pt x="132" y="0"/>
                  <a:pt x="11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0" name="Google Shape;2074;p11"/>
          <p:cNvSpPr/>
          <p:nvPr/>
        </p:nvSpPr>
        <p:spPr>
          <a:xfrm>
            <a:off x="7130520" y="3512520"/>
            <a:ext cx="18360" cy="10800"/>
          </a:xfrm>
          <a:custGeom>
            <a:avLst/>
            <a:gdLst>
              <a:gd name="textAreaLeft" fmla="*/ 0 w 18360"/>
              <a:gd name="textAreaRight" fmla="*/ 18720 w 1836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888" h="527">
                <a:moveTo>
                  <a:pt x="165" y="1"/>
                </a:moveTo>
                <a:cubicBezTo>
                  <a:pt x="99" y="1"/>
                  <a:pt x="33" y="1"/>
                  <a:pt x="0" y="33"/>
                </a:cubicBezTo>
                <a:cubicBezTo>
                  <a:pt x="0" y="99"/>
                  <a:pt x="0" y="165"/>
                  <a:pt x="66" y="198"/>
                </a:cubicBezTo>
                <a:cubicBezTo>
                  <a:pt x="263" y="329"/>
                  <a:pt x="493" y="461"/>
                  <a:pt x="756" y="526"/>
                </a:cubicBezTo>
                <a:cubicBezTo>
                  <a:pt x="789" y="526"/>
                  <a:pt x="855" y="526"/>
                  <a:pt x="888" y="461"/>
                </a:cubicBezTo>
                <a:cubicBezTo>
                  <a:pt x="888" y="395"/>
                  <a:pt x="855" y="362"/>
                  <a:pt x="822" y="329"/>
                </a:cubicBezTo>
                <a:cubicBezTo>
                  <a:pt x="559" y="263"/>
                  <a:pt x="362" y="165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1" name="Google Shape;2075;p11"/>
          <p:cNvSpPr/>
          <p:nvPr/>
        </p:nvSpPr>
        <p:spPr>
          <a:xfrm>
            <a:off x="7138800" y="3503160"/>
            <a:ext cx="21600" cy="10800"/>
          </a:xfrm>
          <a:custGeom>
            <a:avLst/>
            <a:gdLst>
              <a:gd name="textAreaLeft" fmla="*/ 0 w 21600"/>
              <a:gd name="textAreaRight" fmla="*/ 21960 w 2160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1037" h="522">
                <a:moveTo>
                  <a:pt x="136" y="0"/>
                </a:moveTo>
                <a:cubicBezTo>
                  <a:pt x="57" y="0"/>
                  <a:pt x="0" y="130"/>
                  <a:pt x="83" y="213"/>
                </a:cubicBezTo>
                <a:cubicBezTo>
                  <a:pt x="313" y="344"/>
                  <a:pt x="609" y="475"/>
                  <a:pt x="905" y="508"/>
                </a:cubicBezTo>
                <a:cubicBezTo>
                  <a:pt x="914" y="517"/>
                  <a:pt x="925" y="521"/>
                  <a:pt x="937" y="521"/>
                </a:cubicBezTo>
                <a:cubicBezTo>
                  <a:pt x="971" y="521"/>
                  <a:pt x="1012" y="491"/>
                  <a:pt x="1036" y="443"/>
                </a:cubicBezTo>
                <a:cubicBezTo>
                  <a:pt x="1036" y="377"/>
                  <a:pt x="1003" y="344"/>
                  <a:pt x="971" y="311"/>
                </a:cubicBezTo>
                <a:cubicBezTo>
                  <a:pt x="675" y="278"/>
                  <a:pt x="412" y="180"/>
                  <a:pt x="182" y="15"/>
                </a:cubicBezTo>
                <a:cubicBezTo>
                  <a:pt x="166" y="5"/>
                  <a:pt x="151" y="0"/>
                  <a:pt x="13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2" name="Google Shape;2076;p11"/>
          <p:cNvSpPr/>
          <p:nvPr/>
        </p:nvSpPr>
        <p:spPr>
          <a:xfrm>
            <a:off x="7156440" y="3493800"/>
            <a:ext cx="13680" cy="8640"/>
          </a:xfrm>
          <a:custGeom>
            <a:avLst/>
            <a:gdLst>
              <a:gd name="textAreaLeft" fmla="*/ 0 w 13680"/>
              <a:gd name="textAreaRight" fmla="*/ 14040 w 1368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658" h="428">
                <a:moveTo>
                  <a:pt x="99" y="0"/>
                </a:moveTo>
                <a:cubicBezTo>
                  <a:pt x="66" y="0"/>
                  <a:pt x="33" y="33"/>
                  <a:pt x="33" y="66"/>
                </a:cubicBezTo>
                <a:cubicBezTo>
                  <a:pt x="0" y="99"/>
                  <a:pt x="0" y="165"/>
                  <a:pt x="66" y="198"/>
                </a:cubicBezTo>
                <a:cubicBezTo>
                  <a:pt x="197" y="296"/>
                  <a:pt x="329" y="362"/>
                  <a:pt x="460" y="428"/>
                </a:cubicBezTo>
                <a:lnTo>
                  <a:pt x="559" y="428"/>
                </a:lnTo>
                <a:cubicBezTo>
                  <a:pt x="592" y="428"/>
                  <a:pt x="592" y="395"/>
                  <a:pt x="624" y="395"/>
                </a:cubicBezTo>
                <a:cubicBezTo>
                  <a:pt x="657" y="329"/>
                  <a:pt x="624" y="263"/>
                  <a:pt x="592" y="230"/>
                </a:cubicBezTo>
                <a:cubicBezTo>
                  <a:pt x="427" y="165"/>
                  <a:pt x="296" y="99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3" name="Google Shape;2077;p11"/>
          <p:cNvSpPr/>
          <p:nvPr/>
        </p:nvSpPr>
        <p:spPr>
          <a:xfrm>
            <a:off x="7166880" y="3487680"/>
            <a:ext cx="16200" cy="9720"/>
          </a:xfrm>
          <a:custGeom>
            <a:avLst/>
            <a:gdLst>
              <a:gd name="textAreaLeft" fmla="*/ 0 w 16200"/>
              <a:gd name="textAreaRight" fmla="*/ 16560 w 1620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789" h="475">
                <a:moveTo>
                  <a:pt x="197" y="1"/>
                </a:moveTo>
                <a:cubicBezTo>
                  <a:pt x="131" y="1"/>
                  <a:pt x="66" y="1"/>
                  <a:pt x="33" y="66"/>
                </a:cubicBezTo>
                <a:cubicBezTo>
                  <a:pt x="0" y="99"/>
                  <a:pt x="33" y="165"/>
                  <a:pt x="66" y="198"/>
                </a:cubicBezTo>
                <a:lnTo>
                  <a:pt x="624" y="461"/>
                </a:lnTo>
                <a:cubicBezTo>
                  <a:pt x="644" y="470"/>
                  <a:pt x="660" y="474"/>
                  <a:pt x="674" y="474"/>
                </a:cubicBezTo>
                <a:cubicBezTo>
                  <a:pt x="709" y="474"/>
                  <a:pt x="733" y="451"/>
                  <a:pt x="756" y="428"/>
                </a:cubicBezTo>
                <a:cubicBezTo>
                  <a:pt x="789" y="362"/>
                  <a:pt x="789" y="296"/>
                  <a:pt x="723" y="264"/>
                </a:cubicBezTo>
                <a:lnTo>
                  <a:pt x="197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4" name="Google Shape;2078;p11"/>
          <p:cNvSpPr/>
          <p:nvPr/>
        </p:nvSpPr>
        <p:spPr>
          <a:xfrm>
            <a:off x="7180200" y="3483720"/>
            <a:ext cx="11520" cy="7200"/>
          </a:xfrm>
          <a:custGeom>
            <a:avLst/>
            <a:gdLst>
              <a:gd name="textAreaLeft" fmla="*/ 0 w 11520"/>
              <a:gd name="textAreaRight" fmla="*/ 11880 w 11520"/>
              <a:gd name="textAreaTop" fmla="*/ 0 h 7200"/>
              <a:gd name="textAreaBottom" fmla="*/ 7560 h 7200"/>
            </a:gdLst>
            <a:ahLst/>
            <a:cxnLst/>
            <a:rect l="textAreaLeft" t="textAreaTop" r="textAreaRight" b="textAreaBottom"/>
            <a:pathLst>
              <a:path w="559" h="365">
                <a:moveTo>
                  <a:pt x="129" y="1"/>
                </a:moveTo>
                <a:cubicBezTo>
                  <a:pt x="96" y="1"/>
                  <a:pt x="56" y="24"/>
                  <a:pt x="33" y="47"/>
                </a:cubicBezTo>
                <a:cubicBezTo>
                  <a:pt x="0" y="80"/>
                  <a:pt x="33" y="146"/>
                  <a:pt x="66" y="179"/>
                </a:cubicBezTo>
                <a:lnTo>
                  <a:pt x="395" y="343"/>
                </a:lnTo>
                <a:cubicBezTo>
                  <a:pt x="408" y="357"/>
                  <a:pt x="428" y="365"/>
                  <a:pt x="448" y="365"/>
                </a:cubicBezTo>
                <a:cubicBezTo>
                  <a:pt x="476" y="365"/>
                  <a:pt x="507" y="349"/>
                  <a:pt x="526" y="310"/>
                </a:cubicBezTo>
                <a:cubicBezTo>
                  <a:pt x="559" y="277"/>
                  <a:pt x="526" y="211"/>
                  <a:pt x="493" y="179"/>
                </a:cubicBezTo>
                <a:lnTo>
                  <a:pt x="165" y="14"/>
                </a:lnTo>
                <a:cubicBezTo>
                  <a:pt x="155" y="5"/>
                  <a:pt x="143" y="1"/>
                  <a:pt x="1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5" name="Google Shape;2079;p11"/>
          <p:cNvSpPr/>
          <p:nvPr/>
        </p:nvSpPr>
        <p:spPr>
          <a:xfrm>
            <a:off x="7192080" y="3467160"/>
            <a:ext cx="18000" cy="12240"/>
          </a:xfrm>
          <a:custGeom>
            <a:avLst/>
            <a:gdLst>
              <a:gd name="textAreaLeft" fmla="*/ 0 w 18000"/>
              <a:gd name="textAreaRight" fmla="*/ 18360 w 18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73" h="588">
                <a:moveTo>
                  <a:pt x="135" y="0"/>
                </a:moveTo>
                <a:cubicBezTo>
                  <a:pt x="57" y="0"/>
                  <a:pt x="1" y="125"/>
                  <a:pt x="84" y="180"/>
                </a:cubicBezTo>
                <a:lnTo>
                  <a:pt x="708" y="574"/>
                </a:lnTo>
                <a:cubicBezTo>
                  <a:pt x="718" y="584"/>
                  <a:pt x="730" y="588"/>
                  <a:pt x="744" y="588"/>
                </a:cubicBezTo>
                <a:cubicBezTo>
                  <a:pt x="776" y="588"/>
                  <a:pt x="816" y="565"/>
                  <a:pt x="839" y="541"/>
                </a:cubicBezTo>
                <a:cubicBezTo>
                  <a:pt x="872" y="476"/>
                  <a:pt x="839" y="410"/>
                  <a:pt x="806" y="377"/>
                </a:cubicBezTo>
                <a:lnTo>
                  <a:pt x="182" y="16"/>
                </a:ln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6" name="Google Shape;2080;p11"/>
          <p:cNvSpPr/>
          <p:nvPr/>
        </p:nvSpPr>
        <p:spPr>
          <a:xfrm>
            <a:off x="7210800" y="3460680"/>
            <a:ext cx="11520" cy="9360"/>
          </a:xfrm>
          <a:custGeom>
            <a:avLst/>
            <a:gdLst>
              <a:gd name="textAreaLeft" fmla="*/ 0 w 11520"/>
              <a:gd name="textAreaRight" fmla="*/ 11880 w 11520"/>
              <a:gd name="textAreaTop" fmla="*/ 0 h 9360"/>
              <a:gd name="textAreaBottom" fmla="*/ 9720 h 9360"/>
            </a:gdLst>
            <a:ahLst/>
            <a:cxnLst/>
            <a:rect l="textAreaLeft" t="textAreaTop" r="textAreaRight" b="textAreaBottom"/>
            <a:pathLst>
              <a:path w="559" h="453">
                <a:moveTo>
                  <a:pt x="132" y="0"/>
                </a:moveTo>
                <a:cubicBezTo>
                  <a:pt x="107" y="0"/>
                  <a:pt x="82" y="9"/>
                  <a:pt x="66" y="25"/>
                </a:cubicBezTo>
                <a:cubicBezTo>
                  <a:pt x="0" y="91"/>
                  <a:pt x="0" y="124"/>
                  <a:pt x="66" y="189"/>
                </a:cubicBezTo>
                <a:lnTo>
                  <a:pt x="33" y="189"/>
                </a:lnTo>
                <a:cubicBezTo>
                  <a:pt x="132" y="288"/>
                  <a:pt x="263" y="386"/>
                  <a:pt x="395" y="452"/>
                </a:cubicBezTo>
                <a:lnTo>
                  <a:pt x="493" y="452"/>
                </a:lnTo>
                <a:cubicBezTo>
                  <a:pt x="493" y="419"/>
                  <a:pt x="526" y="419"/>
                  <a:pt x="526" y="386"/>
                </a:cubicBezTo>
                <a:cubicBezTo>
                  <a:pt x="559" y="354"/>
                  <a:pt x="559" y="321"/>
                  <a:pt x="526" y="321"/>
                </a:cubicBezTo>
                <a:cubicBezTo>
                  <a:pt x="526" y="288"/>
                  <a:pt x="526" y="255"/>
                  <a:pt x="493" y="255"/>
                </a:cubicBezTo>
                <a:cubicBezTo>
                  <a:pt x="427" y="222"/>
                  <a:pt x="362" y="189"/>
                  <a:pt x="329" y="156"/>
                </a:cubicBezTo>
                <a:lnTo>
                  <a:pt x="263" y="124"/>
                </a:lnTo>
                <a:lnTo>
                  <a:pt x="197" y="25"/>
                </a:lnTo>
                <a:cubicBezTo>
                  <a:pt x="181" y="9"/>
                  <a:pt x="156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7" name="Google Shape;2081;p11"/>
          <p:cNvSpPr/>
          <p:nvPr/>
        </p:nvSpPr>
        <p:spPr>
          <a:xfrm>
            <a:off x="7227360" y="3455640"/>
            <a:ext cx="10080" cy="5760"/>
          </a:xfrm>
          <a:custGeom>
            <a:avLst/>
            <a:gdLst>
              <a:gd name="textAreaLeft" fmla="*/ 0 w 10080"/>
              <a:gd name="textAreaRight" fmla="*/ 10440 w 10080"/>
              <a:gd name="textAreaTop" fmla="*/ 0 h 5760"/>
              <a:gd name="textAreaBottom" fmla="*/ 6120 h 5760"/>
            </a:gdLst>
            <a:ahLst/>
            <a:cxnLst/>
            <a:rect l="textAreaLeft" t="textAreaTop" r="textAreaRight" b="textAreaBottom"/>
            <a:pathLst>
              <a:path w="494" h="288">
                <a:moveTo>
                  <a:pt x="116" y="0"/>
                </a:moveTo>
                <a:cubicBezTo>
                  <a:pt x="99" y="0"/>
                  <a:pt x="83" y="8"/>
                  <a:pt x="67" y="25"/>
                </a:cubicBezTo>
                <a:cubicBezTo>
                  <a:pt x="34" y="25"/>
                  <a:pt x="34" y="58"/>
                  <a:pt x="34" y="91"/>
                </a:cubicBezTo>
                <a:cubicBezTo>
                  <a:pt x="1" y="91"/>
                  <a:pt x="1" y="123"/>
                  <a:pt x="34" y="156"/>
                </a:cubicBezTo>
                <a:cubicBezTo>
                  <a:pt x="34" y="189"/>
                  <a:pt x="67" y="189"/>
                  <a:pt x="99" y="189"/>
                </a:cubicBezTo>
                <a:lnTo>
                  <a:pt x="67" y="189"/>
                </a:lnTo>
                <a:lnTo>
                  <a:pt x="362" y="288"/>
                </a:lnTo>
                <a:lnTo>
                  <a:pt x="428" y="288"/>
                </a:lnTo>
                <a:cubicBezTo>
                  <a:pt x="461" y="288"/>
                  <a:pt x="461" y="255"/>
                  <a:pt x="494" y="255"/>
                </a:cubicBezTo>
                <a:cubicBezTo>
                  <a:pt x="494" y="222"/>
                  <a:pt x="494" y="189"/>
                  <a:pt x="494" y="156"/>
                </a:cubicBezTo>
                <a:cubicBezTo>
                  <a:pt x="461" y="123"/>
                  <a:pt x="461" y="123"/>
                  <a:pt x="428" y="123"/>
                </a:cubicBezTo>
                <a:lnTo>
                  <a:pt x="165" y="25"/>
                </a:lnTo>
                <a:cubicBezTo>
                  <a:pt x="149" y="8"/>
                  <a:pt x="132" y="0"/>
                  <a:pt x="11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" bIns="2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8" name="Google Shape;2082;p11"/>
          <p:cNvSpPr/>
          <p:nvPr/>
        </p:nvSpPr>
        <p:spPr>
          <a:xfrm>
            <a:off x="7525440" y="3705840"/>
            <a:ext cx="31680" cy="16200"/>
          </a:xfrm>
          <a:custGeom>
            <a:avLst/>
            <a:gdLst>
              <a:gd name="textAreaLeft" fmla="*/ 0 w 31680"/>
              <a:gd name="textAreaRight" fmla="*/ 32040 w 3168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513" h="775">
                <a:moveTo>
                  <a:pt x="160" y="1"/>
                </a:moveTo>
                <a:cubicBezTo>
                  <a:pt x="75" y="1"/>
                  <a:pt x="0" y="125"/>
                  <a:pt x="110" y="180"/>
                </a:cubicBezTo>
                <a:cubicBezTo>
                  <a:pt x="505" y="410"/>
                  <a:pt x="899" y="607"/>
                  <a:pt x="1293" y="772"/>
                </a:cubicBezTo>
                <a:cubicBezTo>
                  <a:pt x="1304" y="774"/>
                  <a:pt x="1315" y="775"/>
                  <a:pt x="1325" y="775"/>
                </a:cubicBezTo>
                <a:cubicBezTo>
                  <a:pt x="1465" y="775"/>
                  <a:pt x="1513" y="572"/>
                  <a:pt x="1359" y="542"/>
                </a:cubicBezTo>
                <a:cubicBezTo>
                  <a:pt x="965" y="410"/>
                  <a:pt x="571" y="213"/>
                  <a:pt x="209" y="16"/>
                </a:cubicBezTo>
                <a:cubicBezTo>
                  <a:pt x="193" y="5"/>
                  <a:pt x="176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9" name="Google Shape;2083;p11"/>
          <p:cNvSpPr/>
          <p:nvPr/>
        </p:nvSpPr>
        <p:spPr>
          <a:xfrm>
            <a:off x="7520760" y="3686040"/>
            <a:ext cx="28800" cy="18000"/>
          </a:xfrm>
          <a:custGeom>
            <a:avLst/>
            <a:gdLst>
              <a:gd name="textAreaLeft" fmla="*/ 0 w 28800"/>
              <a:gd name="textAreaRight" fmla="*/ 29160 w 2880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370" h="863">
                <a:moveTo>
                  <a:pt x="134" y="1"/>
                </a:moveTo>
                <a:cubicBezTo>
                  <a:pt x="44" y="1"/>
                  <a:pt x="0" y="139"/>
                  <a:pt x="106" y="192"/>
                </a:cubicBezTo>
                <a:cubicBezTo>
                  <a:pt x="468" y="389"/>
                  <a:pt x="797" y="619"/>
                  <a:pt x="1158" y="849"/>
                </a:cubicBezTo>
                <a:cubicBezTo>
                  <a:pt x="1176" y="858"/>
                  <a:pt x="1194" y="862"/>
                  <a:pt x="1211" y="862"/>
                </a:cubicBezTo>
                <a:cubicBezTo>
                  <a:pt x="1312" y="862"/>
                  <a:pt x="1370" y="709"/>
                  <a:pt x="1257" y="652"/>
                </a:cubicBezTo>
                <a:lnTo>
                  <a:pt x="205" y="28"/>
                </a:lnTo>
                <a:cubicBezTo>
                  <a:pt x="180" y="9"/>
                  <a:pt x="155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0" name="Google Shape;2084;p11"/>
          <p:cNvSpPr/>
          <p:nvPr/>
        </p:nvSpPr>
        <p:spPr>
          <a:xfrm>
            <a:off x="7508880" y="3655800"/>
            <a:ext cx="25200" cy="17640"/>
          </a:xfrm>
          <a:custGeom>
            <a:avLst/>
            <a:gdLst>
              <a:gd name="textAreaLeft" fmla="*/ 0 w 25200"/>
              <a:gd name="textAreaRight" fmla="*/ 25560 w 2520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201" h="851">
                <a:moveTo>
                  <a:pt x="129" y="0"/>
                </a:moveTo>
                <a:cubicBezTo>
                  <a:pt x="96" y="0"/>
                  <a:pt x="56" y="23"/>
                  <a:pt x="33" y="47"/>
                </a:cubicBezTo>
                <a:cubicBezTo>
                  <a:pt x="0" y="112"/>
                  <a:pt x="33" y="145"/>
                  <a:pt x="66" y="178"/>
                </a:cubicBezTo>
                <a:cubicBezTo>
                  <a:pt x="362" y="408"/>
                  <a:pt x="690" y="638"/>
                  <a:pt x="986" y="835"/>
                </a:cubicBezTo>
                <a:cubicBezTo>
                  <a:pt x="1007" y="846"/>
                  <a:pt x="1028" y="851"/>
                  <a:pt x="1046" y="851"/>
                </a:cubicBezTo>
                <a:cubicBezTo>
                  <a:pt x="1144" y="851"/>
                  <a:pt x="1200" y="726"/>
                  <a:pt x="1117" y="671"/>
                </a:cubicBezTo>
                <a:cubicBezTo>
                  <a:pt x="789" y="441"/>
                  <a:pt x="460" y="244"/>
                  <a:pt x="165" y="14"/>
                </a:cubicBezTo>
                <a:cubicBezTo>
                  <a:pt x="155" y="4"/>
                  <a:pt x="142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1" name="Google Shape;2085;p11"/>
          <p:cNvSpPr/>
          <p:nvPr/>
        </p:nvSpPr>
        <p:spPr>
          <a:xfrm>
            <a:off x="7508160" y="3644640"/>
            <a:ext cx="16920" cy="11520"/>
          </a:xfrm>
          <a:custGeom>
            <a:avLst/>
            <a:gdLst>
              <a:gd name="textAreaLeft" fmla="*/ 0 w 16920"/>
              <a:gd name="textAreaRight" fmla="*/ 17280 w 1692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822" h="554">
                <a:moveTo>
                  <a:pt x="141" y="0"/>
                </a:moveTo>
                <a:cubicBezTo>
                  <a:pt x="96" y="0"/>
                  <a:pt x="56" y="24"/>
                  <a:pt x="33" y="47"/>
                </a:cubicBezTo>
                <a:cubicBezTo>
                  <a:pt x="0" y="113"/>
                  <a:pt x="33" y="145"/>
                  <a:pt x="66" y="178"/>
                </a:cubicBezTo>
                <a:lnTo>
                  <a:pt x="658" y="540"/>
                </a:lnTo>
                <a:cubicBezTo>
                  <a:pt x="667" y="549"/>
                  <a:pt x="680" y="553"/>
                  <a:pt x="693" y="553"/>
                </a:cubicBezTo>
                <a:cubicBezTo>
                  <a:pt x="726" y="553"/>
                  <a:pt x="766" y="530"/>
                  <a:pt x="789" y="507"/>
                </a:cubicBezTo>
                <a:cubicBezTo>
                  <a:pt x="822" y="441"/>
                  <a:pt x="822" y="376"/>
                  <a:pt x="756" y="376"/>
                </a:cubicBezTo>
                <a:lnTo>
                  <a:pt x="198" y="14"/>
                </a:lnTo>
                <a:cubicBezTo>
                  <a:pt x="178" y="4"/>
                  <a:pt x="159" y="0"/>
                  <a:pt x="14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2" name="Google Shape;2086;p11"/>
          <p:cNvSpPr/>
          <p:nvPr/>
        </p:nvSpPr>
        <p:spPr>
          <a:xfrm>
            <a:off x="7504920" y="3636720"/>
            <a:ext cx="14400" cy="8280"/>
          </a:xfrm>
          <a:custGeom>
            <a:avLst/>
            <a:gdLst>
              <a:gd name="textAreaLeft" fmla="*/ 0 w 14400"/>
              <a:gd name="textAreaRight" fmla="*/ 14760 w 1440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691" h="405">
                <a:moveTo>
                  <a:pt x="111" y="0"/>
                </a:moveTo>
                <a:cubicBezTo>
                  <a:pt x="83" y="0"/>
                  <a:pt x="52" y="16"/>
                  <a:pt x="33" y="54"/>
                </a:cubicBezTo>
                <a:cubicBezTo>
                  <a:pt x="0" y="87"/>
                  <a:pt x="0" y="153"/>
                  <a:pt x="66" y="186"/>
                </a:cubicBezTo>
                <a:lnTo>
                  <a:pt x="493" y="383"/>
                </a:lnTo>
                <a:cubicBezTo>
                  <a:pt x="520" y="397"/>
                  <a:pt x="547" y="405"/>
                  <a:pt x="572" y="405"/>
                </a:cubicBezTo>
                <a:cubicBezTo>
                  <a:pt x="608" y="405"/>
                  <a:pt x="638" y="389"/>
                  <a:pt x="657" y="350"/>
                </a:cubicBezTo>
                <a:cubicBezTo>
                  <a:pt x="690" y="317"/>
                  <a:pt x="657" y="252"/>
                  <a:pt x="624" y="219"/>
                </a:cubicBezTo>
                <a:lnTo>
                  <a:pt x="164" y="22"/>
                </a:lnTo>
                <a:cubicBezTo>
                  <a:pt x="151" y="8"/>
                  <a:pt x="132" y="0"/>
                  <a:pt x="11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3" name="Google Shape;2087;p11"/>
          <p:cNvSpPr/>
          <p:nvPr/>
        </p:nvSpPr>
        <p:spPr>
          <a:xfrm>
            <a:off x="7490880" y="3612240"/>
            <a:ext cx="19800" cy="11160"/>
          </a:xfrm>
          <a:custGeom>
            <a:avLst/>
            <a:gdLst>
              <a:gd name="textAreaLeft" fmla="*/ 0 w 19800"/>
              <a:gd name="textAreaRight" fmla="*/ 20160 w 1980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954" h="548">
                <a:moveTo>
                  <a:pt x="165" y="1"/>
                </a:moveTo>
                <a:cubicBezTo>
                  <a:pt x="132" y="1"/>
                  <a:pt x="67" y="1"/>
                  <a:pt x="34" y="66"/>
                </a:cubicBezTo>
                <a:cubicBezTo>
                  <a:pt x="1" y="99"/>
                  <a:pt x="34" y="165"/>
                  <a:pt x="67" y="198"/>
                </a:cubicBezTo>
                <a:lnTo>
                  <a:pt x="790" y="526"/>
                </a:lnTo>
                <a:cubicBezTo>
                  <a:pt x="803" y="540"/>
                  <a:pt x="822" y="548"/>
                  <a:pt x="843" y="548"/>
                </a:cubicBezTo>
                <a:cubicBezTo>
                  <a:pt x="871" y="548"/>
                  <a:pt x="902" y="532"/>
                  <a:pt x="921" y="494"/>
                </a:cubicBezTo>
                <a:cubicBezTo>
                  <a:pt x="954" y="461"/>
                  <a:pt x="954" y="395"/>
                  <a:pt x="888" y="362"/>
                </a:cubicBezTo>
                <a:lnTo>
                  <a:pt x="165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4" name="Google Shape;2088;p11"/>
          <p:cNvSpPr/>
          <p:nvPr/>
        </p:nvSpPr>
        <p:spPr>
          <a:xfrm>
            <a:off x="7493400" y="3591720"/>
            <a:ext cx="13320" cy="6840"/>
          </a:xfrm>
          <a:custGeom>
            <a:avLst/>
            <a:gdLst>
              <a:gd name="textAreaLeft" fmla="*/ 0 w 13320"/>
              <a:gd name="textAreaRight" fmla="*/ 13680 w 13320"/>
              <a:gd name="textAreaTop" fmla="*/ 0 h 6840"/>
              <a:gd name="textAreaBottom" fmla="*/ 7200 h 6840"/>
            </a:gdLst>
            <a:ahLst/>
            <a:cxnLst/>
            <a:rect l="textAreaLeft" t="textAreaTop" r="textAreaRight" b="textAreaBottom"/>
            <a:pathLst>
              <a:path w="648" h="334">
                <a:moveTo>
                  <a:pt x="159" y="1"/>
                </a:moveTo>
                <a:cubicBezTo>
                  <a:pt x="47" y="1"/>
                  <a:pt x="0" y="171"/>
                  <a:pt x="122" y="202"/>
                </a:cubicBezTo>
                <a:lnTo>
                  <a:pt x="516" y="333"/>
                </a:lnTo>
                <a:cubicBezTo>
                  <a:pt x="549" y="333"/>
                  <a:pt x="615" y="333"/>
                  <a:pt x="615" y="268"/>
                </a:cubicBezTo>
                <a:cubicBezTo>
                  <a:pt x="648" y="202"/>
                  <a:pt x="615" y="136"/>
                  <a:pt x="549" y="136"/>
                </a:cubicBezTo>
                <a:lnTo>
                  <a:pt x="188" y="5"/>
                </a:lnTo>
                <a:cubicBezTo>
                  <a:pt x="178" y="2"/>
                  <a:pt x="168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5" name="Google Shape;2089;p11"/>
          <p:cNvSpPr/>
          <p:nvPr/>
        </p:nvSpPr>
        <p:spPr>
          <a:xfrm>
            <a:off x="7814160" y="4115520"/>
            <a:ext cx="32400" cy="15840"/>
          </a:xfrm>
          <a:custGeom>
            <a:avLst/>
            <a:gdLst>
              <a:gd name="textAreaLeft" fmla="*/ 0 w 32400"/>
              <a:gd name="textAreaRight" fmla="*/ 32760 w 3240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1552" h="773">
                <a:moveTo>
                  <a:pt x="170" y="0"/>
                </a:moveTo>
                <a:cubicBezTo>
                  <a:pt x="82" y="0"/>
                  <a:pt x="0" y="154"/>
                  <a:pt x="113" y="211"/>
                </a:cubicBezTo>
                <a:cubicBezTo>
                  <a:pt x="508" y="441"/>
                  <a:pt x="935" y="605"/>
                  <a:pt x="1395" y="769"/>
                </a:cubicBezTo>
                <a:cubicBezTo>
                  <a:pt x="1405" y="772"/>
                  <a:pt x="1415" y="773"/>
                  <a:pt x="1423" y="773"/>
                </a:cubicBezTo>
                <a:cubicBezTo>
                  <a:pt x="1531" y="773"/>
                  <a:pt x="1552" y="602"/>
                  <a:pt x="1461" y="572"/>
                </a:cubicBezTo>
                <a:cubicBezTo>
                  <a:pt x="1034" y="441"/>
                  <a:pt x="606" y="243"/>
                  <a:pt x="212" y="13"/>
                </a:cubicBezTo>
                <a:cubicBezTo>
                  <a:pt x="198" y="4"/>
                  <a:pt x="184" y="0"/>
                  <a:pt x="17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6" name="Google Shape;2090;p11"/>
          <p:cNvSpPr/>
          <p:nvPr/>
        </p:nvSpPr>
        <p:spPr>
          <a:xfrm>
            <a:off x="7810560" y="4100040"/>
            <a:ext cx="27720" cy="14400"/>
          </a:xfrm>
          <a:custGeom>
            <a:avLst/>
            <a:gdLst>
              <a:gd name="textAreaLeft" fmla="*/ 0 w 27720"/>
              <a:gd name="textAreaRight" fmla="*/ 28080 w 2772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1329" h="704">
                <a:moveTo>
                  <a:pt x="159" y="0"/>
                </a:moveTo>
                <a:cubicBezTo>
                  <a:pt x="57" y="0"/>
                  <a:pt x="0" y="154"/>
                  <a:pt x="113" y="211"/>
                </a:cubicBezTo>
                <a:cubicBezTo>
                  <a:pt x="442" y="375"/>
                  <a:pt x="803" y="539"/>
                  <a:pt x="1165" y="704"/>
                </a:cubicBezTo>
                <a:cubicBezTo>
                  <a:pt x="1230" y="704"/>
                  <a:pt x="1296" y="671"/>
                  <a:pt x="1296" y="605"/>
                </a:cubicBezTo>
                <a:cubicBezTo>
                  <a:pt x="1329" y="572"/>
                  <a:pt x="1296" y="506"/>
                  <a:pt x="1230" y="506"/>
                </a:cubicBezTo>
                <a:cubicBezTo>
                  <a:pt x="869" y="342"/>
                  <a:pt x="540" y="211"/>
                  <a:pt x="212" y="14"/>
                </a:cubicBezTo>
                <a:cubicBezTo>
                  <a:pt x="193" y="4"/>
                  <a:pt x="176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7" name="Google Shape;2091;p11"/>
          <p:cNvSpPr/>
          <p:nvPr/>
        </p:nvSpPr>
        <p:spPr>
          <a:xfrm>
            <a:off x="7807320" y="4074120"/>
            <a:ext cx="24840" cy="16200"/>
          </a:xfrm>
          <a:custGeom>
            <a:avLst/>
            <a:gdLst>
              <a:gd name="textAreaLeft" fmla="*/ 0 w 24840"/>
              <a:gd name="textAreaRight" fmla="*/ 25200 w 2484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184" h="781">
                <a:moveTo>
                  <a:pt x="128" y="0"/>
                </a:moveTo>
                <a:cubicBezTo>
                  <a:pt x="99" y="0"/>
                  <a:pt x="66" y="8"/>
                  <a:pt x="33" y="25"/>
                </a:cubicBezTo>
                <a:cubicBezTo>
                  <a:pt x="0" y="58"/>
                  <a:pt x="0" y="123"/>
                  <a:pt x="33" y="156"/>
                </a:cubicBezTo>
                <a:cubicBezTo>
                  <a:pt x="362" y="419"/>
                  <a:pt x="690" y="616"/>
                  <a:pt x="1052" y="780"/>
                </a:cubicBezTo>
                <a:cubicBezTo>
                  <a:pt x="1118" y="780"/>
                  <a:pt x="1183" y="748"/>
                  <a:pt x="1183" y="682"/>
                </a:cubicBezTo>
                <a:cubicBezTo>
                  <a:pt x="1183" y="649"/>
                  <a:pt x="1150" y="583"/>
                  <a:pt x="1118" y="583"/>
                </a:cubicBezTo>
                <a:cubicBezTo>
                  <a:pt x="789" y="419"/>
                  <a:pt x="460" y="255"/>
                  <a:pt x="197" y="25"/>
                </a:cubicBezTo>
                <a:cubicBezTo>
                  <a:pt x="181" y="8"/>
                  <a:pt x="156" y="0"/>
                  <a:pt x="12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8" name="Google Shape;2092;p11"/>
          <p:cNvSpPr/>
          <p:nvPr/>
        </p:nvSpPr>
        <p:spPr>
          <a:xfrm>
            <a:off x="7814160" y="4061880"/>
            <a:ext cx="15840" cy="10080"/>
          </a:xfrm>
          <a:custGeom>
            <a:avLst/>
            <a:gdLst>
              <a:gd name="textAreaLeft" fmla="*/ 0 w 15840"/>
              <a:gd name="textAreaRight" fmla="*/ 16200 w 1584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757" h="488">
                <a:moveTo>
                  <a:pt x="141" y="1"/>
                </a:moveTo>
                <a:cubicBezTo>
                  <a:pt x="97" y="1"/>
                  <a:pt x="57" y="24"/>
                  <a:pt x="34" y="47"/>
                </a:cubicBezTo>
                <a:cubicBezTo>
                  <a:pt x="1" y="113"/>
                  <a:pt x="34" y="146"/>
                  <a:pt x="67" y="179"/>
                </a:cubicBezTo>
                <a:lnTo>
                  <a:pt x="67" y="146"/>
                </a:lnTo>
                <a:cubicBezTo>
                  <a:pt x="231" y="277"/>
                  <a:pt x="428" y="409"/>
                  <a:pt x="625" y="474"/>
                </a:cubicBezTo>
                <a:cubicBezTo>
                  <a:pt x="643" y="483"/>
                  <a:pt x="660" y="487"/>
                  <a:pt x="677" y="487"/>
                </a:cubicBezTo>
                <a:cubicBezTo>
                  <a:pt x="721" y="487"/>
                  <a:pt x="757" y="457"/>
                  <a:pt x="757" y="409"/>
                </a:cubicBezTo>
                <a:cubicBezTo>
                  <a:pt x="757" y="343"/>
                  <a:pt x="724" y="310"/>
                  <a:pt x="691" y="277"/>
                </a:cubicBezTo>
                <a:lnTo>
                  <a:pt x="658" y="277"/>
                </a:lnTo>
                <a:lnTo>
                  <a:pt x="592" y="244"/>
                </a:lnTo>
                <a:lnTo>
                  <a:pt x="428" y="179"/>
                </a:lnTo>
                <a:cubicBezTo>
                  <a:pt x="362" y="113"/>
                  <a:pt x="264" y="80"/>
                  <a:pt x="198" y="14"/>
                </a:cubicBezTo>
                <a:cubicBezTo>
                  <a:pt x="179" y="5"/>
                  <a:pt x="160" y="1"/>
                  <a:pt x="14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9" name="Google Shape;2093;p11"/>
          <p:cNvSpPr/>
          <p:nvPr/>
        </p:nvSpPr>
        <p:spPr>
          <a:xfrm>
            <a:off x="7811280" y="4040280"/>
            <a:ext cx="18000" cy="10080"/>
          </a:xfrm>
          <a:custGeom>
            <a:avLst/>
            <a:gdLst>
              <a:gd name="textAreaLeft" fmla="*/ 0 w 18000"/>
              <a:gd name="textAreaRight" fmla="*/ 18360 w 1800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865" h="488">
                <a:moveTo>
                  <a:pt x="186" y="0"/>
                </a:moveTo>
                <a:cubicBezTo>
                  <a:pt x="78" y="0"/>
                  <a:pt x="0" y="154"/>
                  <a:pt x="142" y="211"/>
                </a:cubicBezTo>
                <a:lnTo>
                  <a:pt x="700" y="474"/>
                </a:lnTo>
                <a:cubicBezTo>
                  <a:pt x="720" y="483"/>
                  <a:pt x="739" y="487"/>
                  <a:pt x="757" y="487"/>
                </a:cubicBezTo>
                <a:cubicBezTo>
                  <a:pt x="802" y="487"/>
                  <a:pt x="842" y="464"/>
                  <a:pt x="865" y="441"/>
                </a:cubicBezTo>
                <a:cubicBezTo>
                  <a:pt x="865" y="375"/>
                  <a:pt x="865" y="309"/>
                  <a:pt x="799" y="276"/>
                </a:cubicBezTo>
                <a:lnTo>
                  <a:pt x="240" y="14"/>
                </a:lnTo>
                <a:cubicBezTo>
                  <a:pt x="222" y="4"/>
                  <a:pt x="204" y="0"/>
                  <a:pt x="18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0" name="Google Shape;2094;p11"/>
          <p:cNvSpPr/>
          <p:nvPr/>
        </p:nvSpPr>
        <p:spPr>
          <a:xfrm>
            <a:off x="7804080" y="4011120"/>
            <a:ext cx="19080" cy="10440"/>
          </a:xfrm>
          <a:custGeom>
            <a:avLst/>
            <a:gdLst>
              <a:gd name="textAreaLeft" fmla="*/ 0 w 19080"/>
              <a:gd name="textAreaRight" fmla="*/ 19440 w 1908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913" h="511">
                <a:moveTo>
                  <a:pt x="163" y="0"/>
                </a:moveTo>
                <a:cubicBezTo>
                  <a:pt x="74" y="0"/>
                  <a:pt x="1" y="142"/>
                  <a:pt x="91" y="202"/>
                </a:cubicBezTo>
                <a:lnTo>
                  <a:pt x="748" y="497"/>
                </a:lnTo>
                <a:cubicBezTo>
                  <a:pt x="757" y="507"/>
                  <a:pt x="770" y="511"/>
                  <a:pt x="783" y="511"/>
                </a:cubicBezTo>
                <a:cubicBezTo>
                  <a:pt x="816" y="511"/>
                  <a:pt x="856" y="488"/>
                  <a:pt x="879" y="464"/>
                </a:cubicBezTo>
                <a:cubicBezTo>
                  <a:pt x="912" y="399"/>
                  <a:pt x="912" y="333"/>
                  <a:pt x="846" y="333"/>
                </a:cubicBezTo>
                <a:lnTo>
                  <a:pt x="189" y="4"/>
                </a:lnTo>
                <a:cubicBezTo>
                  <a:pt x="180" y="1"/>
                  <a:pt x="172" y="0"/>
                  <a:pt x="16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1" name="Google Shape;2095;p11"/>
          <p:cNvSpPr/>
          <p:nvPr/>
        </p:nvSpPr>
        <p:spPr>
          <a:xfrm>
            <a:off x="7795440" y="3981240"/>
            <a:ext cx="27360" cy="14040"/>
          </a:xfrm>
          <a:custGeom>
            <a:avLst/>
            <a:gdLst>
              <a:gd name="textAreaLeft" fmla="*/ 0 w 27360"/>
              <a:gd name="textAreaRight" fmla="*/ 27720 w 2736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1317" h="677">
                <a:moveTo>
                  <a:pt x="150" y="0"/>
                </a:moveTo>
                <a:cubicBezTo>
                  <a:pt x="53" y="0"/>
                  <a:pt x="1" y="125"/>
                  <a:pt x="111" y="180"/>
                </a:cubicBezTo>
                <a:cubicBezTo>
                  <a:pt x="440" y="377"/>
                  <a:pt x="768" y="541"/>
                  <a:pt x="1163" y="673"/>
                </a:cubicBezTo>
                <a:cubicBezTo>
                  <a:pt x="1173" y="675"/>
                  <a:pt x="1182" y="676"/>
                  <a:pt x="1191" y="676"/>
                </a:cubicBezTo>
                <a:cubicBezTo>
                  <a:pt x="1298" y="676"/>
                  <a:pt x="1317" y="506"/>
                  <a:pt x="1196" y="475"/>
                </a:cubicBezTo>
                <a:cubicBezTo>
                  <a:pt x="867" y="344"/>
                  <a:pt x="506" y="213"/>
                  <a:pt x="210" y="15"/>
                </a:cubicBezTo>
                <a:cubicBezTo>
                  <a:pt x="189" y="5"/>
                  <a:pt x="168" y="0"/>
                  <a:pt x="15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2" name="Google Shape;2096;p11"/>
          <p:cNvSpPr/>
          <p:nvPr/>
        </p:nvSpPr>
        <p:spPr>
          <a:xfrm>
            <a:off x="7378560" y="4223160"/>
            <a:ext cx="63360" cy="22320"/>
          </a:xfrm>
          <a:custGeom>
            <a:avLst/>
            <a:gdLst>
              <a:gd name="textAreaLeft" fmla="*/ 0 w 63360"/>
              <a:gd name="textAreaRight" fmla="*/ 63720 w 6336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3010" h="1066">
                <a:moveTo>
                  <a:pt x="164" y="1"/>
                </a:moveTo>
                <a:cubicBezTo>
                  <a:pt x="61" y="1"/>
                  <a:pt x="0" y="154"/>
                  <a:pt x="85" y="211"/>
                </a:cubicBezTo>
                <a:cubicBezTo>
                  <a:pt x="972" y="638"/>
                  <a:pt x="1892" y="934"/>
                  <a:pt x="2845" y="1065"/>
                </a:cubicBezTo>
                <a:cubicBezTo>
                  <a:pt x="2977" y="1065"/>
                  <a:pt x="3010" y="901"/>
                  <a:pt x="2878" y="868"/>
                </a:cubicBezTo>
                <a:cubicBezTo>
                  <a:pt x="1958" y="737"/>
                  <a:pt x="1038" y="441"/>
                  <a:pt x="217" y="14"/>
                </a:cubicBezTo>
                <a:cubicBezTo>
                  <a:pt x="198" y="5"/>
                  <a:pt x="180" y="1"/>
                  <a:pt x="16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3" name="Google Shape;2097;p11"/>
          <p:cNvSpPr/>
          <p:nvPr/>
        </p:nvSpPr>
        <p:spPr>
          <a:xfrm>
            <a:off x="7371720" y="4198680"/>
            <a:ext cx="50760" cy="23040"/>
          </a:xfrm>
          <a:custGeom>
            <a:avLst/>
            <a:gdLst>
              <a:gd name="textAreaLeft" fmla="*/ 0 w 50760"/>
              <a:gd name="textAreaRight" fmla="*/ 51120 w 5076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2407" h="1104">
                <a:moveTo>
                  <a:pt x="136" y="1"/>
                </a:moveTo>
                <a:cubicBezTo>
                  <a:pt x="57" y="1"/>
                  <a:pt x="1" y="130"/>
                  <a:pt x="83" y="213"/>
                </a:cubicBezTo>
                <a:cubicBezTo>
                  <a:pt x="741" y="640"/>
                  <a:pt x="1464" y="936"/>
                  <a:pt x="2252" y="1100"/>
                </a:cubicBezTo>
                <a:cubicBezTo>
                  <a:pt x="2262" y="1103"/>
                  <a:pt x="2272" y="1104"/>
                  <a:pt x="2281" y="1104"/>
                </a:cubicBezTo>
                <a:cubicBezTo>
                  <a:pt x="2388" y="1104"/>
                  <a:pt x="2407" y="933"/>
                  <a:pt x="2285" y="903"/>
                </a:cubicBezTo>
                <a:cubicBezTo>
                  <a:pt x="1529" y="739"/>
                  <a:pt x="839" y="443"/>
                  <a:pt x="182" y="16"/>
                </a:cubicBezTo>
                <a:cubicBezTo>
                  <a:pt x="166" y="5"/>
                  <a:pt x="151" y="1"/>
                  <a:pt x="1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4" name="Google Shape;2098;p11"/>
          <p:cNvSpPr/>
          <p:nvPr/>
        </p:nvSpPr>
        <p:spPr>
          <a:xfrm>
            <a:off x="7347240" y="4173840"/>
            <a:ext cx="30600" cy="13680"/>
          </a:xfrm>
          <a:custGeom>
            <a:avLst/>
            <a:gdLst>
              <a:gd name="textAreaLeft" fmla="*/ 0 w 30600"/>
              <a:gd name="textAreaRight" fmla="*/ 30960 w 3060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1470" h="661">
                <a:moveTo>
                  <a:pt x="127" y="0"/>
                </a:moveTo>
                <a:cubicBezTo>
                  <a:pt x="20" y="0"/>
                  <a:pt x="1" y="171"/>
                  <a:pt x="122" y="201"/>
                </a:cubicBezTo>
                <a:cubicBezTo>
                  <a:pt x="517" y="332"/>
                  <a:pt x="911" y="464"/>
                  <a:pt x="1305" y="661"/>
                </a:cubicBezTo>
                <a:cubicBezTo>
                  <a:pt x="1371" y="661"/>
                  <a:pt x="1437" y="661"/>
                  <a:pt x="1470" y="595"/>
                </a:cubicBezTo>
                <a:cubicBezTo>
                  <a:pt x="1470" y="562"/>
                  <a:pt x="1470" y="497"/>
                  <a:pt x="1437" y="464"/>
                </a:cubicBezTo>
                <a:cubicBezTo>
                  <a:pt x="1009" y="299"/>
                  <a:pt x="582" y="135"/>
                  <a:pt x="155" y="4"/>
                </a:cubicBezTo>
                <a:cubicBezTo>
                  <a:pt x="145" y="1"/>
                  <a:pt x="136" y="0"/>
                  <a:pt x="12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5" name="Google Shape;2099;p11"/>
          <p:cNvSpPr/>
          <p:nvPr/>
        </p:nvSpPr>
        <p:spPr>
          <a:xfrm>
            <a:off x="7335360" y="4156560"/>
            <a:ext cx="45720" cy="17280"/>
          </a:xfrm>
          <a:custGeom>
            <a:avLst/>
            <a:gdLst>
              <a:gd name="textAreaLeft" fmla="*/ 0 w 45720"/>
              <a:gd name="textAreaRight" fmla="*/ 46080 w 4572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2174" h="840">
                <a:moveTo>
                  <a:pt x="128" y="1"/>
                </a:moveTo>
                <a:cubicBezTo>
                  <a:pt x="33" y="1"/>
                  <a:pt x="1" y="155"/>
                  <a:pt x="114" y="211"/>
                </a:cubicBezTo>
                <a:lnTo>
                  <a:pt x="1987" y="836"/>
                </a:lnTo>
                <a:cubicBezTo>
                  <a:pt x="1997" y="838"/>
                  <a:pt x="2006" y="839"/>
                  <a:pt x="2016" y="839"/>
                </a:cubicBezTo>
                <a:cubicBezTo>
                  <a:pt x="2127" y="839"/>
                  <a:pt x="2174" y="669"/>
                  <a:pt x="2052" y="639"/>
                </a:cubicBezTo>
                <a:lnTo>
                  <a:pt x="179" y="14"/>
                </a:lnTo>
                <a:cubicBezTo>
                  <a:pt x="161" y="5"/>
                  <a:pt x="144" y="1"/>
                  <a:pt x="12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6" name="Google Shape;2100;p11"/>
          <p:cNvSpPr/>
          <p:nvPr/>
        </p:nvSpPr>
        <p:spPr>
          <a:xfrm>
            <a:off x="7313040" y="4124520"/>
            <a:ext cx="34560" cy="16560"/>
          </a:xfrm>
          <a:custGeom>
            <a:avLst/>
            <a:gdLst>
              <a:gd name="textAreaLeft" fmla="*/ 0 w 34560"/>
              <a:gd name="textAreaRight" fmla="*/ 34920 w 3456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644" h="803">
                <a:moveTo>
                  <a:pt x="86" y="1"/>
                </a:moveTo>
                <a:cubicBezTo>
                  <a:pt x="49" y="1"/>
                  <a:pt x="25" y="31"/>
                  <a:pt x="1" y="79"/>
                </a:cubicBezTo>
                <a:cubicBezTo>
                  <a:pt x="1" y="145"/>
                  <a:pt x="34" y="178"/>
                  <a:pt x="99" y="211"/>
                </a:cubicBezTo>
                <a:lnTo>
                  <a:pt x="1512" y="802"/>
                </a:lnTo>
                <a:cubicBezTo>
                  <a:pt x="1578" y="802"/>
                  <a:pt x="1644" y="769"/>
                  <a:pt x="1644" y="704"/>
                </a:cubicBezTo>
                <a:cubicBezTo>
                  <a:pt x="1644" y="671"/>
                  <a:pt x="1611" y="605"/>
                  <a:pt x="1578" y="605"/>
                </a:cubicBezTo>
                <a:lnTo>
                  <a:pt x="132" y="14"/>
                </a:lnTo>
                <a:cubicBezTo>
                  <a:pt x="114" y="5"/>
                  <a:pt x="99" y="1"/>
                  <a:pt x="8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7" name="Google Shape;2101;p11"/>
          <p:cNvSpPr/>
          <p:nvPr/>
        </p:nvSpPr>
        <p:spPr>
          <a:xfrm>
            <a:off x="7296480" y="4073040"/>
            <a:ext cx="29880" cy="15480"/>
          </a:xfrm>
          <a:custGeom>
            <a:avLst/>
            <a:gdLst>
              <a:gd name="textAreaLeft" fmla="*/ 0 w 29880"/>
              <a:gd name="textAreaRight" fmla="*/ 30240 w 2988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421" h="743">
                <a:moveTo>
                  <a:pt x="136" y="1"/>
                </a:moveTo>
                <a:cubicBezTo>
                  <a:pt x="57" y="1"/>
                  <a:pt x="1" y="130"/>
                  <a:pt x="84" y="213"/>
                </a:cubicBezTo>
                <a:cubicBezTo>
                  <a:pt x="445" y="443"/>
                  <a:pt x="839" y="640"/>
                  <a:pt x="1267" y="739"/>
                </a:cubicBezTo>
                <a:cubicBezTo>
                  <a:pt x="1277" y="741"/>
                  <a:pt x="1286" y="743"/>
                  <a:pt x="1295" y="743"/>
                </a:cubicBezTo>
                <a:cubicBezTo>
                  <a:pt x="1402" y="743"/>
                  <a:pt x="1421" y="572"/>
                  <a:pt x="1299" y="542"/>
                </a:cubicBezTo>
                <a:cubicBezTo>
                  <a:pt x="905" y="443"/>
                  <a:pt x="544" y="246"/>
                  <a:pt x="182" y="16"/>
                </a:cubicBezTo>
                <a:cubicBezTo>
                  <a:pt x="166" y="6"/>
                  <a:pt x="151" y="1"/>
                  <a:pt x="13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8" name="Google Shape;2102;p11"/>
          <p:cNvSpPr/>
          <p:nvPr/>
        </p:nvSpPr>
        <p:spPr>
          <a:xfrm>
            <a:off x="7516080" y="4258800"/>
            <a:ext cx="74880" cy="12960"/>
          </a:xfrm>
          <a:custGeom>
            <a:avLst/>
            <a:gdLst>
              <a:gd name="textAreaLeft" fmla="*/ 0 w 74880"/>
              <a:gd name="textAreaRight" fmla="*/ 75240 w 7488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3550" h="626">
                <a:moveTo>
                  <a:pt x="165" y="1"/>
                </a:moveTo>
                <a:cubicBezTo>
                  <a:pt x="34" y="1"/>
                  <a:pt x="1" y="132"/>
                  <a:pt x="99" y="198"/>
                </a:cubicBezTo>
                <a:cubicBezTo>
                  <a:pt x="1184" y="494"/>
                  <a:pt x="2301" y="625"/>
                  <a:pt x="3418" y="625"/>
                </a:cubicBezTo>
                <a:cubicBezTo>
                  <a:pt x="3550" y="625"/>
                  <a:pt x="3550" y="428"/>
                  <a:pt x="3418" y="428"/>
                </a:cubicBezTo>
                <a:cubicBezTo>
                  <a:pt x="2334" y="395"/>
                  <a:pt x="1217" y="264"/>
                  <a:pt x="16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39" name="Google Shape;2103;p11"/>
          <p:cNvSpPr/>
          <p:nvPr/>
        </p:nvSpPr>
        <p:spPr>
          <a:xfrm>
            <a:off x="7472880" y="4234680"/>
            <a:ext cx="59400" cy="12960"/>
          </a:xfrm>
          <a:custGeom>
            <a:avLst/>
            <a:gdLst>
              <a:gd name="textAreaLeft" fmla="*/ 0 w 59400"/>
              <a:gd name="textAreaRight" fmla="*/ 59760 w 5940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2827" h="627">
                <a:moveTo>
                  <a:pt x="150" y="1"/>
                </a:moveTo>
                <a:cubicBezTo>
                  <a:pt x="68" y="1"/>
                  <a:pt x="1" y="93"/>
                  <a:pt x="99" y="167"/>
                </a:cubicBezTo>
                <a:cubicBezTo>
                  <a:pt x="428" y="397"/>
                  <a:pt x="855" y="528"/>
                  <a:pt x="1282" y="528"/>
                </a:cubicBezTo>
                <a:cubicBezTo>
                  <a:pt x="1742" y="594"/>
                  <a:pt x="2202" y="627"/>
                  <a:pt x="2695" y="627"/>
                </a:cubicBezTo>
                <a:cubicBezTo>
                  <a:pt x="2826" y="627"/>
                  <a:pt x="2826" y="430"/>
                  <a:pt x="2695" y="430"/>
                </a:cubicBezTo>
                <a:cubicBezTo>
                  <a:pt x="2235" y="430"/>
                  <a:pt x="1808" y="397"/>
                  <a:pt x="1381" y="331"/>
                </a:cubicBezTo>
                <a:cubicBezTo>
                  <a:pt x="1183" y="298"/>
                  <a:pt x="986" y="265"/>
                  <a:pt x="756" y="233"/>
                </a:cubicBezTo>
                <a:cubicBezTo>
                  <a:pt x="559" y="200"/>
                  <a:pt x="395" y="134"/>
                  <a:pt x="231" y="35"/>
                </a:cubicBezTo>
                <a:cubicBezTo>
                  <a:pt x="206" y="11"/>
                  <a:pt x="177" y="1"/>
                  <a:pt x="15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0" name="Google Shape;2104;p11"/>
          <p:cNvSpPr/>
          <p:nvPr/>
        </p:nvSpPr>
        <p:spPr>
          <a:xfrm>
            <a:off x="7457760" y="4103640"/>
            <a:ext cx="45720" cy="14400"/>
          </a:xfrm>
          <a:custGeom>
            <a:avLst/>
            <a:gdLst>
              <a:gd name="textAreaLeft" fmla="*/ 0 w 45720"/>
              <a:gd name="textAreaRight" fmla="*/ 46080 w 4572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2183" h="698">
                <a:moveTo>
                  <a:pt x="159" y="0"/>
                </a:moveTo>
                <a:cubicBezTo>
                  <a:pt x="47" y="0"/>
                  <a:pt x="1" y="171"/>
                  <a:pt x="122" y="201"/>
                </a:cubicBezTo>
                <a:cubicBezTo>
                  <a:pt x="746" y="431"/>
                  <a:pt x="1371" y="595"/>
                  <a:pt x="1995" y="694"/>
                </a:cubicBezTo>
                <a:cubicBezTo>
                  <a:pt x="2005" y="696"/>
                  <a:pt x="2015" y="698"/>
                  <a:pt x="2024" y="698"/>
                </a:cubicBezTo>
                <a:cubicBezTo>
                  <a:pt x="2135" y="698"/>
                  <a:pt x="2182" y="527"/>
                  <a:pt x="2061" y="497"/>
                </a:cubicBezTo>
                <a:cubicBezTo>
                  <a:pt x="1404" y="398"/>
                  <a:pt x="779" y="234"/>
                  <a:pt x="188" y="4"/>
                </a:cubicBezTo>
                <a:cubicBezTo>
                  <a:pt x="178" y="1"/>
                  <a:pt x="168" y="0"/>
                  <a:pt x="15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1" name="Google Shape;2105;p11"/>
          <p:cNvSpPr/>
          <p:nvPr/>
        </p:nvSpPr>
        <p:spPr>
          <a:xfrm>
            <a:off x="7486920" y="4125960"/>
            <a:ext cx="33480" cy="10080"/>
          </a:xfrm>
          <a:custGeom>
            <a:avLst/>
            <a:gdLst>
              <a:gd name="textAreaLeft" fmla="*/ 0 w 33480"/>
              <a:gd name="textAreaRight" fmla="*/ 33840 w 3348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1601" h="498">
                <a:moveTo>
                  <a:pt x="159" y="1"/>
                </a:moveTo>
                <a:cubicBezTo>
                  <a:pt x="48" y="1"/>
                  <a:pt x="1" y="171"/>
                  <a:pt x="122" y="202"/>
                </a:cubicBezTo>
                <a:cubicBezTo>
                  <a:pt x="582" y="333"/>
                  <a:pt x="1042" y="432"/>
                  <a:pt x="1502" y="497"/>
                </a:cubicBezTo>
                <a:cubicBezTo>
                  <a:pt x="1535" y="497"/>
                  <a:pt x="1601" y="432"/>
                  <a:pt x="1601" y="366"/>
                </a:cubicBezTo>
                <a:cubicBezTo>
                  <a:pt x="1601" y="333"/>
                  <a:pt x="1535" y="267"/>
                  <a:pt x="1502" y="267"/>
                </a:cubicBezTo>
                <a:cubicBezTo>
                  <a:pt x="1042" y="234"/>
                  <a:pt x="615" y="136"/>
                  <a:pt x="188" y="4"/>
                </a:cubicBezTo>
                <a:cubicBezTo>
                  <a:pt x="178" y="2"/>
                  <a:pt x="168" y="1"/>
                  <a:pt x="15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2" name="Google Shape;2106;p11"/>
          <p:cNvSpPr/>
          <p:nvPr/>
        </p:nvSpPr>
        <p:spPr>
          <a:xfrm>
            <a:off x="7502040" y="4142160"/>
            <a:ext cx="32400" cy="7920"/>
          </a:xfrm>
          <a:custGeom>
            <a:avLst/>
            <a:gdLst>
              <a:gd name="textAreaLeft" fmla="*/ 0 w 32400"/>
              <a:gd name="textAreaRight" fmla="*/ 32760 w 32400"/>
              <a:gd name="textAreaTop" fmla="*/ 0 h 7920"/>
              <a:gd name="textAreaBottom" fmla="*/ 8280 h 7920"/>
            </a:gdLst>
            <a:ahLst/>
            <a:cxnLst/>
            <a:rect l="textAreaLeft" t="textAreaTop" r="textAreaRight" b="textAreaBottom"/>
            <a:pathLst>
              <a:path w="1546" h="395">
                <a:moveTo>
                  <a:pt x="165" y="0"/>
                </a:moveTo>
                <a:cubicBezTo>
                  <a:pt x="66" y="0"/>
                  <a:pt x="1" y="197"/>
                  <a:pt x="132" y="230"/>
                </a:cubicBezTo>
                <a:cubicBezTo>
                  <a:pt x="526" y="296"/>
                  <a:pt x="986" y="362"/>
                  <a:pt x="1414" y="394"/>
                </a:cubicBezTo>
                <a:cubicBezTo>
                  <a:pt x="1545" y="394"/>
                  <a:pt x="1545" y="197"/>
                  <a:pt x="1414" y="197"/>
                </a:cubicBezTo>
                <a:cubicBezTo>
                  <a:pt x="986" y="164"/>
                  <a:pt x="592" y="99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3" name="Google Shape;2107;p11"/>
          <p:cNvSpPr/>
          <p:nvPr/>
        </p:nvSpPr>
        <p:spPr>
          <a:xfrm>
            <a:off x="7061400" y="4022280"/>
            <a:ext cx="37800" cy="16200"/>
          </a:xfrm>
          <a:custGeom>
            <a:avLst/>
            <a:gdLst>
              <a:gd name="textAreaLeft" fmla="*/ 0 w 37800"/>
              <a:gd name="textAreaRight" fmla="*/ 38160 w 3780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810" h="776">
                <a:moveTo>
                  <a:pt x="149" y="1"/>
                </a:moveTo>
                <a:cubicBezTo>
                  <a:pt x="52" y="1"/>
                  <a:pt x="1" y="125"/>
                  <a:pt x="111" y="180"/>
                </a:cubicBezTo>
                <a:cubicBezTo>
                  <a:pt x="604" y="411"/>
                  <a:pt x="1097" y="608"/>
                  <a:pt x="1622" y="772"/>
                </a:cubicBezTo>
                <a:cubicBezTo>
                  <a:pt x="1632" y="774"/>
                  <a:pt x="1642" y="776"/>
                  <a:pt x="1651" y="776"/>
                </a:cubicBezTo>
                <a:cubicBezTo>
                  <a:pt x="1763" y="776"/>
                  <a:pt x="1809" y="605"/>
                  <a:pt x="1688" y="575"/>
                </a:cubicBezTo>
                <a:cubicBezTo>
                  <a:pt x="1162" y="411"/>
                  <a:pt x="669" y="213"/>
                  <a:pt x="209" y="16"/>
                </a:cubicBezTo>
                <a:cubicBezTo>
                  <a:pt x="188" y="6"/>
                  <a:pt x="168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4" name="Google Shape;2108;p11"/>
          <p:cNvSpPr/>
          <p:nvPr/>
        </p:nvSpPr>
        <p:spPr>
          <a:xfrm>
            <a:off x="7063560" y="3999600"/>
            <a:ext cx="33120" cy="19440"/>
          </a:xfrm>
          <a:custGeom>
            <a:avLst/>
            <a:gdLst>
              <a:gd name="textAreaLeft" fmla="*/ 0 w 33120"/>
              <a:gd name="textAreaRight" fmla="*/ 33480 w 3312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1574" h="929">
                <a:moveTo>
                  <a:pt x="140" y="1"/>
                </a:moveTo>
                <a:cubicBezTo>
                  <a:pt x="50" y="1"/>
                  <a:pt x="1" y="139"/>
                  <a:pt x="80" y="192"/>
                </a:cubicBezTo>
                <a:cubicBezTo>
                  <a:pt x="508" y="455"/>
                  <a:pt x="935" y="718"/>
                  <a:pt x="1362" y="915"/>
                </a:cubicBezTo>
                <a:cubicBezTo>
                  <a:pt x="1380" y="924"/>
                  <a:pt x="1398" y="928"/>
                  <a:pt x="1415" y="928"/>
                </a:cubicBezTo>
                <a:cubicBezTo>
                  <a:pt x="1516" y="928"/>
                  <a:pt x="1574" y="774"/>
                  <a:pt x="1461" y="718"/>
                </a:cubicBezTo>
                <a:cubicBezTo>
                  <a:pt x="1033" y="521"/>
                  <a:pt x="606" y="291"/>
                  <a:pt x="212" y="28"/>
                </a:cubicBezTo>
                <a:cubicBezTo>
                  <a:pt x="186" y="9"/>
                  <a:pt x="162" y="1"/>
                  <a:pt x="14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5" name="Google Shape;2109;p11"/>
          <p:cNvSpPr/>
          <p:nvPr/>
        </p:nvSpPr>
        <p:spPr>
          <a:xfrm>
            <a:off x="7080480" y="3984840"/>
            <a:ext cx="15840" cy="8640"/>
          </a:xfrm>
          <a:custGeom>
            <a:avLst/>
            <a:gdLst>
              <a:gd name="textAreaLeft" fmla="*/ 0 w 15840"/>
              <a:gd name="textAreaRight" fmla="*/ 16200 w 1584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757" h="428">
                <a:moveTo>
                  <a:pt x="165" y="1"/>
                </a:moveTo>
                <a:cubicBezTo>
                  <a:pt x="33" y="1"/>
                  <a:pt x="0" y="165"/>
                  <a:pt x="99" y="198"/>
                </a:cubicBezTo>
                <a:lnTo>
                  <a:pt x="625" y="428"/>
                </a:lnTo>
                <a:cubicBezTo>
                  <a:pt x="690" y="428"/>
                  <a:pt x="723" y="395"/>
                  <a:pt x="756" y="362"/>
                </a:cubicBezTo>
                <a:cubicBezTo>
                  <a:pt x="756" y="296"/>
                  <a:pt x="723" y="231"/>
                  <a:pt x="690" y="231"/>
                </a:cubicBezTo>
                <a:lnTo>
                  <a:pt x="165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6" name="Google Shape;2110;p11"/>
          <p:cNvSpPr/>
          <p:nvPr/>
        </p:nvSpPr>
        <p:spPr>
          <a:xfrm>
            <a:off x="7103160" y="3990960"/>
            <a:ext cx="26280" cy="12600"/>
          </a:xfrm>
          <a:custGeom>
            <a:avLst/>
            <a:gdLst>
              <a:gd name="textAreaLeft" fmla="*/ 0 w 26280"/>
              <a:gd name="textAreaRight" fmla="*/ 26640 w 2628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254" h="609">
                <a:moveTo>
                  <a:pt x="169" y="0"/>
                </a:moveTo>
                <a:cubicBezTo>
                  <a:pt x="82" y="0"/>
                  <a:pt x="0" y="154"/>
                  <a:pt x="113" y="211"/>
                </a:cubicBezTo>
                <a:lnTo>
                  <a:pt x="113" y="178"/>
                </a:lnTo>
                <a:cubicBezTo>
                  <a:pt x="409" y="375"/>
                  <a:pt x="738" y="506"/>
                  <a:pt x="1099" y="605"/>
                </a:cubicBezTo>
                <a:cubicBezTo>
                  <a:pt x="1109" y="607"/>
                  <a:pt x="1119" y="609"/>
                  <a:pt x="1128" y="609"/>
                </a:cubicBezTo>
                <a:cubicBezTo>
                  <a:pt x="1235" y="609"/>
                  <a:pt x="1253" y="438"/>
                  <a:pt x="1132" y="408"/>
                </a:cubicBezTo>
                <a:cubicBezTo>
                  <a:pt x="836" y="309"/>
                  <a:pt x="508" y="178"/>
                  <a:pt x="212" y="13"/>
                </a:cubicBezTo>
                <a:cubicBezTo>
                  <a:pt x="198" y="4"/>
                  <a:pt x="184" y="0"/>
                  <a:pt x="16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7" name="Google Shape;2111;p11"/>
          <p:cNvSpPr/>
          <p:nvPr/>
        </p:nvSpPr>
        <p:spPr>
          <a:xfrm>
            <a:off x="7049880" y="3929760"/>
            <a:ext cx="33840" cy="17280"/>
          </a:xfrm>
          <a:custGeom>
            <a:avLst/>
            <a:gdLst>
              <a:gd name="textAreaLeft" fmla="*/ 0 w 33840"/>
              <a:gd name="textAreaRight" fmla="*/ 34200 w 3384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1623" h="838">
                <a:moveTo>
                  <a:pt x="149" y="1"/>
                </a:moveTo>
                <a:cubicBezTo>
                  <a:pt x="52" y="1"/>
                  <a:pt x="1" y="125"/>
                  <a:pt x="111" y="180"/>
                </a:cubicBezTo>
                <a:cubicBezTo>
                  <a:pt x="571" y="410"/>
                  <a:pt x="1031" y="640"/>
                  <a:pt x="1491" y="837"/>
                </a:cubicBezTo>
                <a:cubicBezTo>
                  <a:pt x="1557" y="837"/>
                  <a:pt x="1623" y="804"/>
                  <a:pt x="1623" y="772"/>
                </a:cubicBezTo>
                <a:cubicBezTo>
                  <a:pt x="1623" y="706"/>
                  <a:pt x="1623" y="640"/>
                  <a:pt x="1557" y="640"/>
                </a:cubicBezTo>
                <a:cubicBezTo>
                  <a:pt x="1097" y="443"/>
                  <a:pt x="637" y="213"/>
                  <a:pt x="210" y="16"/>
                </a:cubicBezTo>
                <a:cubicBezTo>
                  <a:pt x="188" y="5"/>
                  <a:pt x="168" y="1"/>
                  <a:pt x="1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8" name="Google Shape;2112;p11"/>
          <p:cNvSpPr/>
          <p:nvPr/>
        </p:nvSpPr>
        <p:spPr>
          <a:xfrm>
            <a:off x="7071480" y="3951360"/>
            <a:ext cx="25920" cy="12600"/>
          </a:xfrm>
          <a:custGeom>
            <a:avLst/>
            <a:gdLst>
              <a:gd name="textAreaLeft" fmla="*/ 0 w 25920"/>
              <a:gd name="textAreaRight" fmla="*/ 26280 w 2592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1249" h="618">
                <a:moveTo>
                  <a:pt x="100" y="1"/>
                </a:moveTo>
                <a:cubicBezTo>
                  <a:pt x="68" y="1"/>
                  <a:pt x="33" y="31"/>
                  <a:pt x="33" y="79"/>
                </a:cubicBezTo>
                <a:cubicBezTo>
                  <a:pt x="0" y="112"/>
                  <a:pt x="33" y="178"/>
                  <a:pt x="99" y="211"/>
                </a:cubicBezTo>
                <a:lnTo>
                  <a:pt x="1117" y="605"/>
                </a:lnTo>
                <a:cubicBezTo>
                  <a:pt x="1135" y="614"/>
                  <a:pt x="1150" y="618"/>
                  <a:pt x="1164" y="618"/>
                </a:cubicBezTo>
                <a:cubicBezTo>
                  <a:pt x="1201" y="618"/>
                  <a:pt x="1225" y="587"/>
                  <a:pt x="1249" y="539"/>
                </a:cubicBezTo>
                <a:cubicBezTo>
                  <a:pt x="1249" y="473"/>
                  <a:pt x="1216" y="441"/>
                  <a:pt x="1183" y="408"/>
                </a:cubicBezTo>
                <a:lnTo>
                  <a:pt x="132" y="13"/>
                </a:lnTo>
                <a:cubicBezTo>
                  <a:pt x="123" y="5"/>
                  <a:pt x="112" y="1"/>
                  <a:pt x="10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49" name="Google Shape;2113;p11"/>
          <p:cNvSpPr/>
          <p:nvPr/>
        </p:nvSpPr>
        <p:spPr>
          <a:xfrm>
            <a:off x="7004160" y="3947400"/>
            <a:ext cx="18000" cy="8640"/>
          </a:xfrm>
          <a:custGeom>
            <a:avLst/>
            <a:gdLst>
              <a:gd name="textAreaLeft" fmla="*/ 0 w 18000"/>
              <a:gd name="textAreaRight" fmla="*/ 18360 w 1800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872" h="429">
                <a:moveTo>
                  <a:pt x="112" y="1"/>
                </a:moveTo>
                <a:cubicBezTo>
                  <a:pt x="83" y="1"/>
                  <a:pt x="53" y="17"/>
                  <a:pt x="34" y="55"/>
                </a:cubicBezTo>
                <a:cubicBezTo>
                  <a:pt x="1" y="88"/>
                  <a:pt x="34" y="154"/>
                  <a:pt x="66" y="186"/>
                </a:cubicBezTo>
                <a:cubicBezTo>
                  <a:pt x="264" y="318"/>
                  <a:pt x="494" y="384"/>
                  <a:pt x="724" y="416"/>
                </a:cubicBezTo>
                <a:cubicBezTo>
                  <a:pt x="740" y="425"/>
                  <a:pt x="755" y="428"/>
                  <a:pt x="768" y="428"/>
                </a:cubicBezTo>
                <a:cubicBezTo>
                  <a:pt x="861" y="428"/>
                  <a:pt x="872" y="248"/>
                  <a:pt x="757" y="219"/>
                </a:cubicBezTo>
                <a:cubicBezTo>
                  <a:pt x="559" y="186"/>
                  <a:pt x="362" y="121"/>
                  <a:pt x="165" y="22"/>
                </a:cubicBezTo>
                <a:cubicBezTo>
                  <a:pt x="151" y="9"/>
                  <a:pt x="132" y="1"/>
                  <a:pt x="1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0" name="Google Shape;2114;p11"/>
          <p:cNvSpPr/>
          <p:nvPr/>
        </p:nvSpPr>
        <p:spPr>
          <a:xfrm>
            <a:off x="7000560" y="3927240"/>
            <a:ext cx="17640" cy="11880"/>
          </a:xfrm>
          <a:custGeom>
            <a:avLst/>
            <a:gdLst>
              <a:gd name="textAreaLeft" fmla="*/ 0 w 17640"/>
              <a:gd name="textAreaRight" fmla="*/ 18000 w 1764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855" h="570">
                <a:moveTo>
                  <a:pt x="98" y="1"/>
                </a:moveTo>
                <a:cubicBezTo>
                  <a:pt x="72" y="1"/>
                  <a:pt x="53" y="17"/>
                  <a:pt x="33" y="55"/>
                </a:cubicBezTo>
                <a:cubicBezTo>
                  <a:pt x="0" y="88"/>
                  <a:pt x="0" y="154"/>
                  <a:pt x="66" y="186"/>
                </a:cubicBezTo>
                <a:lnTo>
                  <a:pt x="691" y="548"/>
                </a:lnTo>
                <a:cubicBezTo>
                  <a:pt x="704" y="562"/>
                  <a:pt x="723" y="570"/>
                  <a:pt x="744" y="570"/>
                </a:cubicBezTo>
                <a:cubicBezTo>
                  <a:pt x="772" y="570"/>
                  <a:pt x="803" y="554"/>
                  <a:pt x="822" y="515"/>
                </a:cubicBezTo>
                <a:cubicBezTo>
                  <a:pt x="855" y="482"/>
                  <a:pt x="822" y="417"/>
                  <a:pt x="789" y="384"/>
                </a:cubicBezTo>
                <a:lnTo>
                  <a:pt x="165" y="22"/>
                </a:lnTo>
                <a:cubicBezTo>
                  <a:pt x="138" y="9"/>
                  <a:pt x="116" y="1"/>
                  <a:pt x="9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1" name="Google Shape;2115;p11"/>
          <p:cNvSpPr/>
          <p:nvPr/>
        </p:nvSpPr>
        <p:spPr>
          <a:xfrm>
            <a:off x="6982560" y="3896640"/>
            <a:ext cx="24840" cy="12240"/>
          </a:xfrm>
          <a:custGeom>
            <a:avLst/>
            <a:gdLst>
              <a:gd name="textAreaLeft" fmla="*/ 0 w 24840"/>
              <a:gd name="textAreaRight" fmla="*/ 25200 w 2484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1184" h="592">
                <a:moveTo>
                  <a:pt x="132" y="0"/>
                </a:moveTo>
                <a:cubicBezTo>
                  <a:pt x="99" y="0"/>
                  <a:pt x="33" y="33"/>
                  <a:pt x="0" y="99"/>
                </a:cubicBezTo>
                <a:cubicBezTo>
                  <a:pt x="0" y="132"/>
                  <a:pt x="33" y="198"/>
                  <a:pt x="99" y="198"/>
                </a:cubicBezTo>
                <a:lnTo>
                  <a:pt x="1052" y="592"/>
                </a:lnTo>
                <a:cubicBezTo>
                  <a:pt x="1084" y="592"/>
                  <a:pt x="1150" y="559"/>
                  <a:pt x="1183" y="526"/>
                </a:cubicBezTo>
                <a:cubicBezTo>
                  <a:pt x="1183" y="461"/>
                  <a:pt x="1150" y="395"/>
                  <a:pt x="1084" y="395"/>
                </a:cubicBezTo>
                <a:lnTo>
                  <a:pt x="132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2" name="Google Shape;2116;p11"/>
          <p:cNvSpPr/>
          <p:nvPr/>
        </p:nvSpPr>
        <p:spPr>
          <a:xfrm>
            <a:off x="7009920" y="3871080"/>
            <a:ext cx="30600" cy="14760"/>
          </a:xfrm>
          <a:custGeom>
            <a:avLst/>
            <a:gdLst>
              <a:gd name="textAreaLeft" fmla="*/ 0 w 30600"/>
              <a:gd name="textAreaRight" fmla="*/ 30960 w 3060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1465" h="712">
                <a:moveTo>
                  <a:pt x="118" y="0"/>
                </a:moveTo>
                <a:cubicBezTo>
                  <a:pt x="48" y="0"/>
                  <a:pt x="0" y="77"/>
                  <a:pt x="51" y="153"/>
                </a:cubicBezTo>
                <a:cubicBezTo>
                  <a:pt x="413" y="449"/>
                  <a:pt x="873" y="646"/>
                  <a:pt x="1366" y="712"/>
                </a:cubicBezTo>
                <a:cubicBezTo>
                  <a:pt x="1399" y="712"/>
                  <a:pt x="1464" y="646"/>
                  <a:pt x="1464" y="580"/>
                </a:cubicBezTo>
                <a:cubicBezTo>
                  <a:pt x="1464" y="547"/>
                  <a:pt x="1399" y="482"/>
                  <a:pt x="1366" y="482"/>
                </a:cubicBezTo>
                <a:cubicBezTo>
                  <a:pt x="939" y="449"/>
                  <a:pt x="511" y="284"/>
                  <a:pt x="183" y="22"/>
                </a:cubicBezTo>
                <a:cubicBezTo>
                  <a:pt x="161" y="7"/>
                  <a:pt x="138" y="0"/>
                  <a:pt x="11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3" name="Google Shape;2117;p11"/>
          <p:cNvSpPr/>
          <p:nvPr/>
        </p:nvSpPr>
        <p:spPr>
          <a:xfrm>
            <a:off x="7021080" y="3866400"/>
            <a:ext cx="23760" cy="11160"/>
          </a:xfrm>
          <a:custGeom>
            <a:avLst/>
            <a:gdLst>
              <a:gd name="textAreaLeft" fmla="*/ 0 w 23760"/>
              <a:gd name="textAreaRight" fmla="*/ 24120 w 2376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135" h="542">
                <a:moveTo>
                  <a:pt x="135" y="0"/>
                </a:moveTo>
                <a:cubicBezTo>
                  <a:pt x="57" y="0"/>
                  <a:pt x="0" y="130"/>
                  <a:pt x="83" y="213"/>
                </a:cubicBezTo>
                <a:cubicBezTo>
                  <a:pt x="379" y="377"/>
                  <a:pt x="707" y="476"/>
                  <a:pt x="1036" y="541"/>
                </a:cubicBezTo>
                <a:cubicBezTo>
                  <a:pt x="1102" y="541"/>
                  <a:pt x="1134" y="476"/>
                  <a:pt x="1134" y="443"/>
                </a:cubicBezTo>
                <a:cubicBezTo>
                  <a:pt x="1134" y="377"/>
                  <a:pt x="1102" y="311"/>
                  <a:pt x="1036" y="311"/>
                </a:cubicBezTo>
                <a:cubicBezTo>
                  <a:pt x="740" y="278"/>
                  <a:pt x="444" y="180"/>
                  <a:pt x="182" y="15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4" name="Google Shape;2118;p11"/>
          <p:cNvSpPr/>
          <p:nvPr/>
        </p:nvSpPr>
        <p:spPr>
          <a:xfrm>
            <a:off x="7024320" y="3853440"/>
            <a:ext cx="21960" cy="10800"/>
          </a:xfrm>
          <a:custGeom>
            <a:avLst/>
            <a:gdLst>
              <a:gd name="textAreaLeft" fmla="*/ 0 w 21960"/>
              <a:gd name="textAreaRight" fmla="*/ 22320 w 2196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1053" h="526">
                <a:moveTo>
                  <a:pt x="165" y="0"/>
                </a:moveTo>
                <a:cubicBezTo>
                  <a:pt x="132" y="0"/>
                  <a:pt x="66" y="0"/>
                  <a:pt x="34" y="66"/>
                </a:cubicBezTo>
                <a:cubicBezTo>
                  <a:pt x="1" y="99"/>
                  <a:pt x="34" y="164"/>
                  <a:pt x="66" y="197"/>
                </a:cubicBezTo>
                <a:cubicBezTo>
                  <a:pt x="329" y="394"/>
                  <a:pt x="625" y="493"/>
                  <a:pt x="954" y="526"/>
                </a:cubicBezTo>
                <a:cubicBezTo>
                  <a:pt x="1019" y="526"/>
                  <a:pt x="1052" y="493"/>
                  <a:pt x="1052" y="427"/>
                </a:cubicBezTo>
                <a:cubicBezTo>
                  <a:pt x="1052" y="394"/>
                  <a:pt x="1019" y="329"/>
                  <a:pt x="954" y="329"/>
                </a:cubicBezTo>
                <a:cubicBezTo>
                  <a:pt x="658" y="296"/>
                  <a:pt x="395" y="197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5" name="Google Shape;2119;p11"/>
          <p:cNvSpPr/>
          <p:nvPr/>
        </p:nvSpPr>
        <p:spPr>
          <a:xfrm>
            <a:off x="7021800" y="3841200"/>
            <a:ext cx="22320" cy="11880"/>
          </a:xfrm>
          <a:custGeom>
            <a:avLst/>
            <a:gdLst>
              <a:gd name="textAreaLeft" fmla="*/ 0 w 22320"/>
              <a:gd name="textAreaRight" fmla="*/ 22680 w 2232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1071" h="573">
                <a:moveTo>
                  <a:pt x="164" y="0"/>
                </a:moveTo>
                <a:cubicBezTo>
                  <a:pt x="61" y="0"/>
                  <a:pt x="0" y="154"/>
                  <a:pt x="85" y="211"/>
                </a:cubicBezTo>
                <a:cubicBezTo>
                  <a:pt x="348" y="375"/>
                  <a:pt x="611" y="474"/>
                  <a:pt x="906" y="572"/>
                </a:cubicBezTo>
                <a:cubicBezTo>
                  <a:pt x="1038" y="572"/>
                  <a:pt x="1071" y="408"/>
                  <a:pt x="972" y="375"/>
                </a:cubicBezTo>
                <a:cubicBezTo>
                  <a:pt x="709" y="276"/>
                  <a:pt x="446" y="178"/>
                  <a:pt x="216" y="14"/>
                </a:cubicBezTo>
                <a:cubicBezTo>
                  <a:pt x="198" y="4"/>
                  <a:pt x="180" y="0"/>
                  <a:pt x="1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6" name="Google Shape;2120;p11"/>
          <p:cNvSpPr/>
          <p:nvPr/>
        </p:nvSpPr>
        <p:spPr>
          <a:xfrm>
            <a:off x="7002000" y="3825000"/>
            <a:ext cx="22680" cy="11160"/>
          </a:xfrm>
          <a:custGeom>
            <a:avLst/>
            <a:gdLst>
              <a:gd name="textAreaLeft" fmla="*/ 0 w 22680"/>
              <a:gd name="textAreaRight" fmla="*/ 23040 w 2268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085" h="540">
                <a:moveTo>
                  <a:pt x="132" y="1"/>
                </a:moveTo>
                <a:cubicBezTo>
                  <a:pt x="99" y="1"/>
                  <a:pt x="33" y="34"/>
                  <a:pt x="33" y="67"/>
                </a:cubicBezTo>
                <a:cubicBezTo>
                  <a:pt x="0" y="132"/>
                  <a:pt x="33" y="198"/>
                  <a:pt x="99" y="198"/>
                </a:cubicBezTo>
                <a:lnTo>
                  <a:pt x="953" y="527"/>
                </a:lnTo>
                <a:cubicBezTo>
                  <a:pt x="962" y="535"/>
                  <a:pt x="973" y="540"/>
                  <a:pt x="985" y="540"/>
                </a:cubicBezTo>
                <a:cubicBezTo>
                  <a:pt x="1019" y="540"/>
                  <a:pt x="1060" y="509"/>
                  <a:pt x="1085" y="461"/>
                </a:cubicBezTo>
                <a:cubicBezTo>
                  <a:pt x="1085" y="428"/>
                  <a:pt x="1052" y="362"/>
                  <a:pt x="1019" y="329"/>
                </a:cubicBezTo>
                <a:lnTo>
                  <a:pt x="132" y="1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7" name="Google Shape;2121;p11"/>
          <p:cNvSpPr/>
          <p:nvPr/>
        </p:nvSpPr>
        <p:spPr>
          <a:xfrm>
            <a:off x="7030440" y="3832920"/>
            <a:ext cx="17640" cy="9000"/>
          </a:xfrm>
          <a:custGeom>
            <a:avLst/>
            <a:gdLst>
              <a:gd name="textAreaLeft" fmla="*/ 0 w 17640"/>
              <a:gd name="textAreaRight" fmla="*/ 18000 w 176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855" h="442">
                <a:moveTo>
                  <a:pt x="108" y="1"/>
                </a:moveTo>
                <a:cubicBezTo>
                  <a:pt x="63" y="1"/>
                  <a:pt x="24" y="24"/>
                  <a:pt x="0" y="47"/>
                </a:cubicBezTo>
                <a:cubicBezTo>
                  <a:pt x="0" y="113"/>
                  <a:pt x="0" y="178"/>
                  <a:pt x="66" y="178"/>
                </a:cubicBezTo>
                <a:cubicBezTo>
                  <a:pt x="263" y="310"/>
                  <a:pt x="493" y="409"/>
                  <a:pt x="723" y="441"/>
                </a:cubicBezTo>
                <a:cubicBezTo>
                  <a:pt x="789" y="441"/>
                  <a:pt x="855" y="409"/>
                  <a:pt x="855" y="376"/>
                </a:cubicBezTo>
                <a:cubicBezTo>
                  <a:pt x="855" y="310"/>
                  <a:pt x="822" y="244"/>
                  <a:pt x="789" y="244"/>
                </a:cubicBezTo>
                <a:cubicBezTo>
                  <a:pt x="559" y="211"/>
                  <a:pt x="362" y="113"/>
                  <a:pt x="165" y="14"/>
                </a:cubicBezTo>
                <a:cubicBezTo>
                  <a:pt x="145" y="5"/>
                  <a:pt x="126" y="1"/>
                  <a:pt x="10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8" name="Google Shape;2122;p11"/>
          <p:cNvSpPr/>
          <p:nvPr/>
        </p:nvSpPr>
        <p:spPr>
          <a:xfrm>
            <a:off x="7020000" y="3812400"/>
            <a:ext cx="16920" cy="7200"/>
          </a:xfrm>
          <a:custGeom>
            <a:avLst/>
            <a:gdLst>
              <a:gd name="textAreaLeft" fmla="*/ 0 w 16920"/>
              <a:gd name="textAreaRight" fmla="*/ 17280 w 16920"/>
              <a:gd name="textAreaTop" fmla="*/ 0 h 7200"/>
              <a:gd name="textAreaBottom" fmla="*/ 7560 h 7200"/>
            </a:gdLst>
            <a:ahLst/>
            <a:cxnLst/>
            <a:rect l="textAreaLeft" t="textAreaTop" r="textAreaRight" b="textAreaBottom"/>
            <a:pathLst>
              <a:path w="823" h="362">
                <a:moveTo>
                  <a:pt x="198" y="0"/>
                </a:moveTo>
                <a:cubicBezTo>
                  <a:pt x="132" y="0"/>
                  <a:pt x="66" y="0"/>
                  <a:pt x="33" y="66"/>
                </a:cubicBezTo>
                <a:cubicBezTo>
                  <a:pt x="1" y="99"/>
                  <a:pt x="33" y="165"/>
                  <a:pt x="99" y="198"/>
                </a:cubicBezTo>
                <a:lnTo>
                  <a:pt x="66" y="165"/>
                </a:lnTo>
                <a:lnTo>
                  <a:pt x="66" y="165"/>
                </a:lnTo>
                <a:cubicBezTo>
                  <a:pt x="263" y="263"/>
                  <a:pt x="461" y="329"/>
                  <a:pt x="691" y="362"/>
                </a:cubicBezTo>
                <a:cubicBezTo>
                  <a:pt x="723" y="362"/>
                  <a:pt x="789" y="329"/>
                  <a:pt x="789" y="296"/>
                </a:cubicBezTo>
                <a:cubicBezTo>
                  <a:pt x="822" y="230"/>
                  <a:pt x="789" y="165"/>
                  <a:pt x="723" y="165"/>
                </a:cubicBezTo>
                <a:cubicBezTo>
                  <a:pt x="625" y="132"/>
                  <a:pt x="526" y="132"/>
                  <a:pt x="428" y="99"/>
                </a:cubicBezTo>
                <a:lnTo>
                  <a:pt x="296" y="33"/>
                </a:lnTo>
                <a:lnTo>
                  <a:pt x="231" y="0"/>
                </a:ln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9" name="Google Shape;2123;p11"/>
          <p:cNvSpPr/>
          <p:nvPr/>
        </p:nvSpPr>
        <p:spPr>
          <a:xfrm>
            <a:off x="7017840" y="3794040"/>
            <a:ext cx="24840" cy="11160"/>
          </a:xfrm>
          <a:custGeom>
            <a:avLst/>
            <a:gdLst>
              <a:gd name="textAreaLeft" fmla="*/ 0 w 24840"/>
              <a:gd name="textAreaRight" fmla="*/ 25200 w 2484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195" h="542">
                <a:moveTo>
                  <a:pt x="160" y="1"/>
                </a:moveTo>
                <a:cubicBezTo>
                  <a:pt x="75" y="1"/>
                  <a:pt x="0" y="125"/>
                  <a:pt x="111" y="180"/>
                </a:cubicBezTo>
                <a:cubicBezTo>
                  <a:pt x="406" y="345"/>
                  <a:pt x="735" y="476"/>
                  <a:pt x="1063" y="542"/>
                </a:cubicBezTo>
                <a:cubicBezTo>
                  <a:pt x="1129" y="542"/>
                  <a:pt x="1162" y="509"/>
                  <a:pt x="1195" y="476"/>
                </a:cubicBezTo>
                <a:cubicBezTo>
                  <a:pt x="1195" y="410"/>
                  <a:pt x="1162" y="345"/>
                  <a:pt x="1129" y="345"/>
                </a:cubicBezTo>
                <a:cubicBezTo>
                  <a:pt x="801" y="279"/>
                  <a:pt x="505" y="180"/>
                  <a:pt x="209" y="16"/>
                </a:cubicBezTo>
                <a:cubicBezTo>
                  <a:pt x="193" y="5"/>
                  <a:pt x="176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0" name="Google Shape;2124;p11"/>
          <p:cNvSpPr/>
          <p:nvPr/>
        </p:nvSpPr>
        <p:spPr>
          <a:xfrm>
            <a:off x="7028280" y="3783960"/>
            <a:ext cx="30240" cy="11160"/>
          </a:xfrm>
          <a:custGeom>
            <a:avLst/>
            <a:gdLst>
              <a:gd name="textAreaLeft" fmla="*/ 0 w 30240"/>
              <a:gd name="textAreaRight" fmla="*/ 30600 w 3024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1447" h="539">
                <a:moveTo>
                  <a:pt x="132" y="0"/>
                </a:moveTo>
                <a:cubicBezTo>
                  <a:pt x="67" y="0"/>
                  <a:pt x="1" y="33"/>
                  <a:pt x="1" y="66"/>
                </a:cubicBezTo>
                <a:cubicBezTo>
                  <a:pt x="1" y="132"/>
                  <a:pt x="34" y="197"/>
                  <a:pt x="67" y="197"/>
                </a:cubicBezTo>
                <a:cubicBezTo>
                  <a:pt x="461" y="362"/>
                  <a:pt x="888" y="460"/>
                  <a:pt x="1315" y="526"/>
                </a:cubicBezTo>
                <a:cubicBezTo>
                  <a:pt x="1324" y="535"/>
                  <a:pt x="1335" y="539"/>
                  <a:pt x="1347" y="539"/>
                </a:cubicBezTo>
                <a:cubicBezTo>
                  <a:pt x="1381" y="539"/>
                  <a:pt x="1423" y="508"/>
                  <a:pt x="1447" y="460"/>
                </a:cubicBezTo>
                <a:cubicBezTo>
                  <a:pt x="1447" y="394"/>
                  <a:pt x="1414" y="362"/>
                  <a:pt x="1348" y="329"/>
                </a:cubicBezTo>
                <a:cubicBezTo>
                  <a:pt x="921" y="263"/>
                  <a:pt x="527" y="164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1" name="Google Shape;2125;p11"/>
          <p:cNvSpPr/>
          <p:nvPr/>
        </p:nvSpPr>
        <p:spPr>
          <a:xfrm>
            <a:off x="7035480" y="3773520"/>
            <a:ext cx="19080" cy="6840"/>
          </a:xfrm>
          <a:custGeom>
            <a:avLst/>
            <a:gdLst>
              <a:gd name="textAreaLeft" fmla="*/ 0 w 19080"/>
              <a:gd name="textAreaRight" fmla="*/ 19440 w 19080"/>
              <a:gd name="textAreaTop" fmla="*/ 0 h 6840"/>
              <a:gd name="textAreaBottom" fmla="*/ 7200 h 6840"/>
            </a:gdLst>
            <a:ahLst/>
            <a:cxnLst/>
            <a:rect l="textAreaLeft" t="textAreaTop" r="textAreaRight" b="textAreaBottom"/>
            <a:pathLst>
              <a:path w="910" h="333">
                <a:moveTo>
                  <a:pt x="161" y="1"/>
                </a:moveTo>
                <a:cubicBezTo>
                  <a:pt x="47" y="1"/>
                  <a:pt x="0" y="201"/>
                  <a:pt x="154" y="201"/>
                </a:cubicBezTo>
                <a:lnTo>
                  <a:pt x="811" y="333"/>
                </a:lnTo>
                <a:cubicBezTo>
                  <a:pt x="844" y="333"/>
                  <a:pt x="910" y="300"/>
                  <a:pt x="910" y="234"/>
                </a:cubicBezTo>
                <a:cubicBezTo>
                  <a:pt x="910" y="201"/>
                  <a:pt x="910" y="136"/>
                  <a:pt x="844" y="136"/>
                </a:cubicBezTo>
                <a:lnTo>
                  <a:pt x="187" y="4"/>
                </a:lnTo>
                <a:cubicBezTo>
                  <a:pt x="178" y="2"/>
                  <a:pt x="169" y="1"/>
                  <a:pt x="16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2" name="Google Shape;2126;p11"/>
          <p:cNvSpPr/>
          <p:nvPr/>
        </p:nvSpPr>
        <p:spPr>
          <a:xfrm>
            <a:off x="7038720" y="3759120"/>
            <a:ext cx="15120" cy="6120"/>
          </a:xfrm>
          <a:custGeom>
            <a:avLst/>
            <a:gdLst>
              <a:gd name="textAreaLeft" fmla="*/ 0 w 15120"/>
              <a:gd name="textAreaRight" fmla="*/ 15480 w 15120"/>
              <a:gd name="textAreaTop" fmla="*/ 0 h 6120"/>
              <a:gd name="textAreaBottom" fmla="*/ 6480 h 6120"/>
            </a:gdLst>
            <a:ahLst/>
            <a:cxnLst/>
            <a:rect l="textAreaLeft" t="textAreaTop" r="textAreaRight" b="textAreaBottom"/>
            <a:pathLst>
              <a:path w="724" h="309">
                <a:moveTo>
                  <a:pt x="101" y="0"/>
                </a:moveTo>
                <a:cubicBezTo>
                  <a:pt x="69" y="0"/>
                  <a:pt x="34" y="31"/>
                  <a:pt x="34" y="79"/>
                </a:cubicBezTo>
                <a:cubicBezTo>
                  <a:pt x="1" y="144"/>
                  <a:pt x="34" y="177"/>
                  <a:pt x="99" y="210"/>
                </a:cubicBezTo>
                <a:lnTo>
                  <a:pt x="527" y="309"/>
                </a:lnTo>
                <a:cubicBezTo>
                  <a:pt x="658" y="309"/>
                  <a:pt x="724" y="144"/>
                  <a:pt x="592" y="112"/>
                </a:cubicBezTo>
                <a:lnTo>
                  <a:pt x="132" y="13"/>
                </a:lnTo>
                <a:cubicBezTo>
                  <a:pt x="123" y="4"/>
                  <a:pt x="112" y="0"/>
                  <a:pt x="10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3" name="Google Shape;2127;p11"/>
          <p:cNvSpPr/>
          <p:nvPr/>
        </p:nvSpPr>
        <p:spPr>
          <a:xfrm>
            <a:off x="6560280" y="4676400"/>
            <a:ext cx="18360" cy="9000"/>
          </a:xfrm>
          <a:custGeom>
            <a:avLst/>
            <a:gdLst>
              <a:gd name="textAreaLeft" fmla="*/ 0 w 18360"/>
              <a:gd name="textAreaRight" fmla="*/ 18720 w 1836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889" h="449">
                <a:moveTo>
                  <a:pt x="112" y="0"/>
                </a:moveTo>
                <a:cubicBezTo>
                  <a:pt x="84" y="0"/>
                  <a:pt x="53" y="16"/>
                  <a:pt x="34" y="55"/>
                </a:cubicBezTo>
                <a:cubicBezTo>
                  <a:pt x="1" y="87"/>
                  <a:pt x="34" y="153"/>
                  <a:pt x="67" y="186"/>
                </a:cubicBezTo>
                <a:cubicBezTo>
                  <a:pt x="297" y="285"/>
                  <a:pt x="527" y="383"/>
                  <a:pt x="757" y="449"/>
                </a:cubicBezTo>
                <a:cubicBezTo>
                  <a:pt x="790" y="449"/>
                  <a:pt x="855" y="449"/>
                  <a:pt x="888" y="383"/>
                </a:cubicBezTo>
                <a:cubicBezTo>
                  <a:pt x="888" y="317"/>
                  <a:pt x="855" y="252"/>
                  <a:pt x="790" y="252"/>
                </a:cubicBezTo>
                <a:cubicBezTo>
                  <a:pt x="592" y="186"/>
                  <a:pt x="362" y="120"/>
                  <a:pt x="165" y="22"/>
                </a:cubicBezTo>
                <a:cubicBezTo>
                  <a:pt x="152" y="8"/>
                  <a:pt x="132" y="0"/>
                  <a:pt x="11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4" name="Google Shape;2128;p11"/>
          <p:cNvSpPr/>
          <p:nvPr/>
        </p:nvSpPr>
        <p:spPr>
          <a:xfrm>
            <a:off x="6560280" y="4662000"/>
            <a:ext cx="19800" cy="14760"/>
          </a:xfrm>
          <a:custGeom>
            <a:avLst/>
            <a:gdLst>
              <a:gd name="textAreaLeft" fmla="*/ 0 w 19800"/>
              <a:gd name="textAreaRight" fmla="*/ 20160 w 1980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954" h="707">
                <a:moveTo>
                  <a:pt x="132" y="0"/>
                </a:moveTo>
                <a:cubicBezTo>
                  <a:pt x="108" y="0"/>
                  <a:pt x="83" y="17"/>
                  <a:pt x="67" y="50"/>
                </a:cubicBezTo>
                <a:cubicBezTo>
                  <a:pt x="1" y="82"/>
                  <a:pt x="1" y="148"/>
                  <a:pt x="67" y="181"/>
                </a:cubicBezTo>
                <a:cubicBezTo>
                  <a:pt x="264" y="411"/>
                  <a:pt x="494" y="575"/>
                  <a:pt x="757" y="707"/>
                </a:cubicBezTo>
                <a:cubicBezTo>
                  <a:pt x="822" y="707"/>
                  <a:pt x="888" y="707"/>
                  <a:pt x="921" y="641"/>
                </a:cubicBezTo>
                <a:cubicBezTo>
                  <a:pt x="954" y="608"/>
                  <a:pt x="921" y="542"/>
                  <a:pt x="888" y="510"/>
                </a:cubicBezTo>
                <a:cubicBezTo>
                  <a:pt x="625" y="411"/>
                  <a:pt x="395" y="247"/>
                  <a:pt x="198" y="50"/>
                </a:cubicBezTo>
                <a:cubicBezTo>
                  <a:pt x="182" y="17"/>
                  <a:pt x="157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5" name="Google Shape;2129;p11"/>
          <p:cNvSpPr/>
          <p:nvPr/>
        </p:nvSpPr>
        <p:spPr>
          <a:xfrm>
            <a:off x="6560280" y="4650840"/>
            <a:ext cx="19080" cy="18000"/>
          </a:xfrm>
          <a:custGeom>
            <a:avLst/>
            <a:gdLst>
              <a:gd name="textAreaLeft" fmla="*/ 0 w 19080"/>
              <a:gd name="textAreaRight" fmla="*/ 19440 w 1908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922" h="860">
                <a:moveTo>
                  <a:pt x="100" y="0"/>
                </a:moveTo>
                <a:cubicBezTo>
                  <a:pt x="75" y="0"/>
                  <a:pt x="50" y="8"/>
                  <a:pt x="34" y="25"/>
                </a:cubicBezTo>
                <a:cubicBezTo>
                  <a:pt x="1" y="58"/>
                  <a:pt x="1" y="123"/>
                  <a:pt x="34" y="189"/>
                </a:cubicBezTo>
                <a:cubicBezTo>
                  <a:pt x="264" y="419"/>
                  <a:pt x="494" y="649"/>
                  <a:pt x="757" y="846"/>
                </a:cubicBezTo>
                <a:cubicBezTo>
                  <a:pt x="776" y="856"/>
                  <a:pt x="795" y="860"/>
                  <a:pt x="814" y="860"/>
                </a:cubicBezTo>
                <a:cubicBezTo>
                  <a:pt x="858" y="860"/>
                  <a:pt x="898" y="837"/>
                  <a:pt x="921" y="814"/>
                </a:cubicBezTo>
                <a:cubicBezTo>
                  <a:pt x="921" y="748"/>
                  <a:pt x="921" y="682"/>
                  <a:pt x="888" y="649"/>
                </a:cubicBezTo>
                <a:cubicBezTo>
                  <a:pt x="625" y="485"/>
                  <a:pt x="395" y="255"/>
                  <a:pt x="165" y="25"/>
                </a:cubicBezTo>
                <a:cubicBezTo>
                  <a:pt x="149" y="8"/>
                  <a:pt x="124" y="0"/>
                  <a:pt x="10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6" name="Google Shape;2130;p11"/>
          <p:cNvSpPr/>
          <p:nvPr/>
        </p:nvSpPr>
        <p:spPr>
          <a:xfrm>
            <a:off x="6566040" y="4649400"/>
            <a:ext cx="18360" cy="13320"/>
          </a:xfrm>
          <a:custGeom>
            <a:avLst/>
            <a:gdLst>
              <a:gd name="textAreaLeft" fmla="*/ 0 w 18360"/>
              <a:gd name="textAreaRight" fmla="*/ 18720 w 1836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889" h="650">
                <a:moveTo>
                  <a:pt x="99" y="1"/>
                </a:moveTo>
                <a:cubicBezTo>
                  <a:pt x="75" y="1"/>
                  <a:pt x="50" y="9"/>
                  <a:pt x="34" y="25"/>
                </a:cubicBezTo>
                <a:cubicBezTo>
                  <a:pt x="1" y="91"/>
                  <a:pt x="1" y="157"/>
                  <a:pt x="34" y="189"/>
                </a:cubicBezTo>
                <a:cubicBezTo>
                  <a:pt x="231" y="387"/>
                  <a:pt x="461" y="551"/>
                  <a:pt x="724" y="650"/>
                </a:cubicBezTo>
                <a:cubicBezTo>
                  <a:pt x="789" y="650"/>
                  <a:pt x="855" y="617"/>
                  <a:pt x="855" y="584"/>
                </a:cubicBezTo>
                <a:cubicBezTo>
                  <a:pt x="888" y="518"/>
                  <a:pt x="855" y="452"/>
                  <a:pt x="789" y="452"/>
                </a:cubicBezTo>
                <a:lnTo>
                  <a:pt x="625" y="387"/>
                </a:lnTo>
                <a:cubicBezTo>
                  <a:pt x="559" y="354"/>
                  <a:pt x="527" y="321"/>
                  <a:pt x="461" y="288"/>
                </a:cubicBezTo>
                <a:cubicBezTo>
                  <a:pt x="362" y="222"/>
                  <a:pt x="264" y="124"/>
                  <a:pt x="165" y="25"/>
                </a:cubicBezTo>
                <a:cubicBezTo>
                  <a:pt x="149" y="9"/>
                  <a:pt x="12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7" name="Google Shape;2131;p11"/>
          <p:cNvSpPr/>
          <p:nvPr/>
        </p:nvSpPr>
        <p:spPr>
          <a:xfrm>
            <a:off x="6566760" y="4641840"/>
            <a:ext cx="17640" cy="11520"/>
          </a:xfrm>
          <a:custGeom>
            <a:avLst/>
            <a:gdLst>
              <a:gd name="textAreaLeft" fmla="*/ 0 w 17640"/>
              <a:gd name="textAreaRight" fmla="*/ 18000 w 1764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856" h="562">
                <a:moveTo>
                  <a:pt x="129" y="0"/>
                </a:moveTo>
                <a:cubicBezTo>
                  <a:pt x="96" y="0"/>
                  <a:pt x="57" y="23"/>
                  <a:pt x="34" y="47"/>
                </a:cubicBezTo>
                <a:cubicBezTo>
                  <a:pt x="1" y="112"/>
                  <a:pt x="34" y="178"/>
                  <a:pt x="66" y="211"/>
                </a:cubicBezTo>
                <a:cubicBezTo>
                  <a:pt x="264" y="309"/>
                  <a:pt x="494" y="441"/>
                  <a:pt x="691" y="539"/>
                </a:cubicBezTo>
                <a:cubicBezTo>
                  <a:pt x="718" y="553"/>
                  <a:pt x="745" y="561"/>
                  <a:pt x="770" y="561"/>
                </a:cubicBezTo>
                <a:cubicBezTo>
                  <a:pt x="805" y="561"/>
                  <a:pt x="836" y="545"/>
                  <a:pt x="855" y="507"/>
                </a:cubicBezTo>
                <a:cubicBezTo>
                  <a:pt x="855" y="474"/>
                  <a:pt x="855" y="408"/>
                  <a:pt x="822" y="375"/>
                </a:cubicBezTo>
                <a:cubicBezTo>
                  <a:pt x="592" y="277"/>
                  <a:pt x="362" y="145"/>
                  <a:pt x="165" y="14"/>
                </a:cubicBezTo>
                <a:cubicBezTo>
                  <a:pt x="155" y="4"/>
                  <a:pt x="143" y="0"/>
                  <a:pt x="12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8" name="Google Shape;2132;p11"/>
          <p:cNvSpPr/>
          <p:nvPr/>
        </p:nvSpPr>
        <p:spPr>
          <a:xfrm>
            <a:off x="6565680" y="4630680"/>
            <a:ext cx="21240" cy="15480"/>
          </a:xfrm>
          <a:custGeom>
            <a:avLst/>
            <a:gdLst>
              <a:gd name="textAreaLeft" fmla="*/ 0 w 21240"/>
              <a:gd name="textAreaRight" fmla="*/ 21600 w 2124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023" h="753">
                <a:moveTo>
                  <a:pt x="135" y="1"/>
                </a:moveTo>
                <a:cubicBezTo>
                  <a:pt x="57" y="1"/>
                  <a:pt x="1" y="125"/>
                  <a:pt x="84" y="180"/>
                </a:cubicBezTo>
                <a:lnTo>
                  <a:pt x="839" y="739"/>
                </a:lnTo>
                <a:cubicBezTo>
                  <a:pt x="853" y="748"/>
                  <a:pt x="867" y="752"/>
                  <a:pt x="880" y="752"/>
                </a:cubicBezTo>
                <a:cubicBezTo>
                  <a:pt x="962" y="752"/>
                  <a:pt x="1023" y="598"/>
                  <a:pt x="938" y="542"/>
                </a:cubicBezTo>
                <a:lnTo>
                  <a:pt x="182" y="16"/>
                </a:lnTo>
                <a:cubicBezTo>
                  <a:pt x="166" y="5"/>
                  <a:pt x="150" y="1"/>
                  <a:pt x="1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69" name="Google Shape;2133;p11"/>
          <p:cNvSpPr/>
          <p:nvPr/>
        </p:nvSpPr>
        <p:spPr>
          <a:xfrm>
            <a:off x="6572880" y="4628520"/>
            <a:ext cx="17640" cy="10440"/>
          </a:xfrm>
          <a:custGeom>
            <a:avLst/>
            <a:gdLst>
              <a:gd name="textAreaLeft" fmla="*/ 0 w 17640"/>
              <a:gd name="textAreaRight" fmla="*/ 18000 w 1764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855" h="516">
                <a:moveTo>
                  <a:pt x="118" y="1"/>
                </a:moveTo>
                <a:cubicBezTo>
                  <a:pt x="83" y="1"/>
                  <a:pt x="53" y="17"/>
                  <a:pt x="33" y="55"/>
                </a:cubicBezTo>
                <a:cubicBezTo>
                  <a:pt x="0" y="88"/>
                  <a:pt x="33" y="154"/>
                  <a:pt x="66" y="187"/>
                </a:cubicBezTo>
                <a:cubicBezTo>
                  <a:pt x="263" y="318"/>
                  <a:pt x="493" y="417"/>
                  <a:pt x="723" y="515"/>
                </a:cubicBezTo>
                <a:cubicBezTo>
                  <a:pt x="789" y="515"/>
                  <a:pt x="822" y="482"/>
                  <a:pt x="855" y="450"/>
                </a:cubicBezTo>
                <a:cubicBezTo>
                  <a:pt x="855" y="384"/>
                  <a:pt x="822" y="318"/>
                  <a:pt x="789" y="318"/>
                </a:cubicBezTo>
                <a:lnTo>
                  <a:pt x="690" y="285"/>
                </a:lnTo>
                <a:lnTo>
                  <a:pt x="625" y="252"/>
                </a:lnTo>
                <a:lnTo>
                  <a:pt x="460" y="187"/>
                </a:lnTo>
                <a:cubicBezTo>
                  <a:pt x="362" y="121"/>
                  <a:pt x="263" y="88"/>
                  <a:pt x="198" y="22"/>
                </a:cubicBezTo>
                <a:cubicBezTo>
                  <a:pt x="170" y="9"/>
                  <a:pt x="143" y="1"/>
                  <a:pt x="11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0" name="Google Shape;2134;p11"/>
          <p:cNvSpPr/>
          <p:nvPr/>
        </p:nvSpPr>
        <p:spPr>
          <a:xfrm>
            <a:off x="6577200" y="4619520"/>
            <a:ext cx="20160" cy="12240"/>
          </a:xfrm>
          <a:custGeom>
            <a:avLst/>
            <a:gdLst>
              <a:gd name="textAreaLeft" fmla="*/ 0 w 20160"/>
              <a:gd name="textAreaRight" fmla="*/ 20520 w 2016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967" h="588">
                <a:moveTo>
                  <a:pt x="103" y="1"/>
                </a:moveTo>
                <a:cubicBezTo>
                  <a:pt x="75" y="1"/>
                  <a:pt x="50" y="17"/>
                  <a:pt x="33" y="50"/>
                </a:cubicBezTo>
                <a:cubicBezTo>
                  <a:pt x="1" y="83"/>
                  <a:pt x="1" y="149"/>
                  <a:pt x="33" y="181"/>
                </a:cubicBezTo>
                <a:cubicBezTo>
                  <a:pt x="263" y="346"/>
                  <a:pt x="493" y="477"/>
                  <a:pt x="789" y="576"/>
                </a:cubicBezTo>
                <a:cubicBezTo>
                  <a:pt x="806" y="584"/>
                  <a:pt x="821" y="588"/>
                  <a:pt x="835" y="588"/>
                </a:cubicBezTo>
                <a:cubicBezTo>
                  <a:pt x="933" y="588"/>
                  <a:pt x="966" y="407"/>
                  <a:pt x="822" y="379"/>
                </a:cubicBezTo>
                <a:cubicBezTo>
                  <a:pt x="592" y="313"/>
                  <a:pt x="362" y="181"/>
                  <a:pt x="198" y="50"/>
                </a:cubicBezTo>
                <a:cubicBezTo>
                  <a:pt x="165" y="17"/>
                  <a:pt x="132" y="1"/>
                  <a:pt x="10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1" name="Google Shape;2135;p11"/>
          <p:cNvSpPr/>
          <p:nvPr/>
        </p:nvSpPr>
        <p:spPr>
          <a:xfrm>
            <a:off x="6586200" y="4619160"/>
            <a:ext cx="12240" cy="7200"/>
          </a:xfrm>
          <a:custGeom>
            <a:avLst/>
            <a:gdLst>
              <a:gd name="textAreaLeft" fmla="*/ 0 w 12240"/>
              <a:gd name="textAreaRight" fmla="*/ 12600 w 12240"/>
              <a:gd name="textAreaTop" fmla="*/ 0 h 7200"/>
              <a:gd name="textAreaBottom" fmla="*/ 7560 h 7200"/>
            </a:gdLst>
            <a:ahLst/>
            <a:cxnLst/>
            <a:rect l="textAreaLeft" t="textAreaTop" r="textAreaRight" b="textAreaBottom"/>
            <a:pathLst>
              <a:path w="593" h="362">
                <a:moveTo>
                  <a:pt x="99" y="0"/>
                </a:moveTo>
                <a:cubicBezTo>
                  <a:pt x="66" y="0"/>
                  <a:pt x="34" y="33"/>
                  <a:pt x="34" y="33"/>
                </a:cubicBezTo>
                <a:cubicBezTo>
                  <a:pt x="1" y="99"/>
                  <a:pt x="1" y="165"/>
                  <a:pt x="66" y="197"/>
                </a:cubicBezTo>
                <a:lnTo>
                  <a:pt x="34" y="165"/>
                </a:lnTo>
                <a:lnTo>
                  <a:pt x="34" y="165"/>
                </a:lnTo>
                <a:cubicBezTo>
                  <a:pt x="165" y="263"/>
                  <a:pt x="297" y="329"/>
                  <a:pt x="428" y="362"/>
                </a:cubicBezTo>
                <a:cubicBezTo>
                  <a:pt x="559" y="362"/>
                  <a:pt x="592" y="197"/>
                  <a:pt x="494" y="165"/>
                </a:cubicBezTo>
                <a:lnTo>
                  <a:pt x="395" y="132"/>
                </a:lnTo>
                <a:lnTo>
                  <a:pt x="329" y="99"/>
                </a:lnTo>
                <a:cubicBezTo>
                  <a:pt x="264" y="66"/>
                  <a:pt x="231" y="33"/>
                  <a:pt x="1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2" name="Google Shape;2136;p11"/>
          <p:cNvSpPr/>
          <p:nvPr/>
        </p:nvSpPr>
        <p:spPr>
          <a:xfrm>
            <a:off x="6586560" y="4687200"/>
            <a:ext cx="47160" cy="22320"/>
          </a:xfrm>
          <a:custGeom>
            <a:avLst/>
            <a:gdLst>
              <a:gd name="textAreaLeft" fmla="*/ 0 w 47160"/>
              <a:gd name="textAreaRight" fmla="*/ 47520 w 4716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2243" h="1071">
                <a:moveTo>
                  <a:pt x="124" y="0"/>
                </a:moveTo>
                <a:cubicBezTo>
                  <a:pt x="34" y="0"/>
                  <a:pt x="1" y="125"/>
                  <a:pt x="83" y="180"/>
                </a:cubicBezTo>
                <a:cubicBezTo>
                  <a:pt x="708" y="541"/>
                  <a:pt x="1365" y="837"/>
                  <a:pt x="2055" y="1067"/>
                </a:cubicBezTo>
                <a:cubicBezTo>
                  <a:pt x="2065" y="1070"/>
                  <a:pt x="2075" y="1071"/>
                  <a:pt x="2084" y="1071"/>
                </a:cubicBezTo>
                <a:cubicBezTo>
                  <a:pt x="2195" y="1071"/>
                  <a:pt x="2242" y="900"/>
                  <a:pt x="2121" y="870"/>
                </a:cubicBezTo>
                <a:cubicBezTo>
                  <a:pt x="1431" y="640"/>
                  <a:pt x="773" y="377"/>
                  <a:pt x="182" y="16"/>
                </a:cubicBezTo>
                <a:cubicBezTo>
                  <a:pt x="161" y="5"/>
                  <a:pt x="141" y="0"/>
                  <a:pt x="12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3" name="Google Shape;2137;p11"/>
          <p:cNvSpPr/>
          <p:nvPr/>
        </p:nvSpPr>
        <p:spPr>
          <a:xfrm>
            <a:off x="6597000" y="4679280"/>
            <a:ext cx="27720" cy="16560"/>
          </a:xfrm>
          <a:custGeom>
            <a:avLst/>
            <a:gdLst>
              <a:gd name="textAreaLeft" fmla="*/ 0 w 27720"/>
              <a:gd name="textAreaRight" fmla="*/ 28080 w 2772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332" h="804">
                <a:moveTo>
                  <a:pt x="155" y="0"/>
                </a:moveTo>
                <a:cubicBezTo>
                  <a:pt x="57" y="0"/>
                  <a:pt x="0" y="129"/>
                  <a:pt x="83" y="212"/>
                </a:cubicBezTo>
                <a:cubicBezTo>
                  <a:pt x="445" y="442"/>
                  <a:pt x="806" y="639"/>
                  <a:pt x="1168" y="804"/>
                </a:cubicBezTo>
                <a:cubicBezTo>
                  <a:pt x="1233" y="804"/>
                  <a:pt x="1299" y="804"/>
                  <a:pt x="1332" y="738"/>
                </a:cubicBezTo>
                <a:cubicBezTo>
                  <a:pt x="1332" y="705"/>
                  <a:pt x="1332" y="639"/>
                  <a:pt x="1266" y="607"/>
                </a:cubicBezTo>
                <a:cubicBezTo>
                  <a:pt x="905" y="442"/>
                  <a:pt x="543" y="245"/>
                  <a:pt x="215" y="15"/>
                </a:cubicBezTo>
                <a:cubicBezTo>
                  <a:pt x="194" y="5"/>
                  <a:pt x="174" y="0"/>
                  <a:pt x="1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4" name="Google Shape;2138;p11"/>
          <p:cNvSpPr/>
          <p:nvPr/>
        </p:nvSpPr>
        <p:spPr>
          <a:xfrm>
            <a:off x="6603120" y="4672440"/>
            <a:ext cx="72000" cy="30600"/>
          </a:xfrm>
          <a:custGeom>
            <a:avLst/>
            <a:gdLst>
              <a:gd name="textAreaLeft" fmla="*/ 0 w 72000"/>
              <a:gd name="textAreaRight" fmla="*/ 72360 w 7200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3421" h="1466">
                <a:moveTo>
                  <a:pt x="160" y="0"/>
                </a:moveTo>
                <a:cubicBezTo>
                  <a:pt x="75" y="0"/>
                  <a:pt x="1" y="125"/>
                  <a:pt x="111" y="180"/>
                </a:cubicBezTo>
                <a:cubicBezTo>
                  <a:pt x="1130" y="706"/>
                  <a:pt x="2181" y="1133"/>
                  <a:pt x="3265" y="1461"/>
                </a:cubicBezTo>
                <a:cubicBezTo>
                  <a:pt x="3277" y="1464"/>
                  <a:pt x="3288" y="1466"/>
                  <a:pt x="3298" y="1466"/>
                </a:cubicBezTo>
                <a:cubicBezTo>
                  <a:pt x="3402" y="1466"/>
                  <a:pt x="3421" y="1324"/>
                  <a:pt x="3331" y="1264"/>
                </a:cubicBezTo>
                <a:cubicBezTo>
                  <a:pt x="2247" y="936"/>
                  <a:pt x="1195" y="541"/>
                  <a:pt x="209" y="16"/>
                </a:cubicBezTo>
                <a:cubicBezTo>
                  <a:pt x="194" y="5"/>
                  <a:pt x="177" y="0"/>
                  <a:pt x="16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5" name="Google Shape;2139;p11"/>
          <p:cNvSpPr/>
          <p:nvPr/>
        </p:nvSpPr>
        <p:spPr>
          <a:xfrm>
            <a:off x="6623280" y="4660560"/>
            <a:ext cx="63720" cy="34200"/>
          </a:xfrm>
          <a:custGeom>
            <a:avLst/>
            <a:gdLst>
              <a:gd name="textAreaLeft" fmla="*/ 0 w 63720"/>
              <a:gd name="textAreaRight" fmla="*/ 64080 w 63720"/>
              <a:gd name="textAreaTop" fmla="*/ 0 h 34200"/>
              <a:gd name="textAreaBottom" fmla="*/ 34560 h 34200"/>
            </a:gdLst>
            <a:ahLst/>
            <a:cxnLst/>
            <a:rect l="textAreaLeft" t="textAreaTop" r="textAreaRight" b="textAreaBottom"/>
            <a:pathLst>
              <a:path w="3022" h="1640">
                <a:moveTo>
                  <a:pt x="143" y="1"/>
                </a:moveTo>
                <a:cubicBezTo>
                  <a:pt x="61" y="1"/>
                  <a:pt x="0" y="155"/>
                  <a:pt x="85" y="211"/>
                </a:cubicBezTo>
                <a:cubicBezTo>
                  <a:pt x="939" y="737"/>
                  <a:pt x="1859" y="1230"/>
                  <a:pt x="2812" y="1624"/>
                </a:cubicBezTo>
                <a:cubicBezTo>
                  <a:pt x="2828" y="1635"/>
                  <a:pt x="2845" y="1639"/>
                  <a:pt x="2861" y="1639"/>
                </a:cubicBezTo>
                <a:cubicBezTo>
                  <a:pt x="2947" y="1639"/>
                  <a:pt x="3021" y="1515"/>
                  <a:pt x="2911" y="1460"/>
                </a:cubicBezTo>
                <a:cubicBezTo>
                  <a:pt x="1958" y="1033"/>
                  <a:pt x="1071" y="573"/>
                  <a:pt x="184" y="14"/>
                </a:cubicBezTo>
                <a:cubicBezTo>
                  <a:pt x="170" y="5"/>
                  <a:pt x="156" y="1"/>
                  <a:pt x="1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6" name="Google Shape;2140;p11"/>
          <p:cNvSpPr/>
          <p:nvPr/>
        </p:nvSpPr>
        <p:spPr>
          <a:xfrm>
            <a:off x="6603480" y="4646520"/>
            <a:ext cx="16200" cy="12240"/>
          </a:xfrm>
          <a:custGeom>
            <a:avLst/>
            <a:gdLst>
              <a:gd name="textAreaLeft" fmla="*/ 0 w 16200"/>
              <a:gd name="textAreaRight" fmla="*/ 16560 w 162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789" h="594">
                <a:moveTo>
                  <a:pt x="111" y="0"/>
                </a:moveTo>
                <a:cubicBezTo>
                  <a:pt x="83" y="0"/>
                  <a:pt x="52" y="16"/>
                  <a:pt x="33" y="55"/>
                </a:cubicBezTo>
                <a:cubicBezTo>
                  <a:pt x="0" y="87"/>
                  <a:pt x="33" y="153"/>
                  <a:pt x="66" y="186"/>
                </a:cubicBezTo>
                <a:lnTo>
                  <a:pt x="625" y="580"/>
                </a:lnTo>
                <a:cubicBezTo>
                  <a:pt x="644" y="590"/>
                  <a:pt x="663" y="594"/>
                  <a:pt x="682" y="594"/>
                </a:cubicBezTo>
                <a:cubicBezTo>
                  <a:pt x="726" y="594"/>
                  <a:pt x="766" y="571"/>
                  <a:pt x="789" y="547"/>
                </a:cubicBezTo>
                <a:cubicBezTo>
                  <a:pt x="789" y="482"/>
                  <a:pt x="789" y="416"/>
                  <a:pt x="723" y="383"/>
                </a:cubicBezTo>
                <a:lnTo>
                  <a:pt x="165" y="22"/>
                </a:lnTo>
                <a:cubicBezTo>
                  <a:pt x="151" y="8"/>
                  <a:pt x="132" y="0"/>
                  <a:pt x="11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7" name="Google Shape;2141;p11"/>
          <p:cNvSpPr/>
          <p:nvPr/>
        </p:nvSpPr>
        <p:spPr>
          <a:xfrm>
            <a:off x="6615720" y="4640400"/>
            <a:ext cx="39960" cy="28080"/>
          </a:xfrm>
          <a:custGeom>
            <a:avLst/>
            <a:gdLst>
              <a:gd name="textAreaLeft" fmla="*/ 0 w 39960"/>
              <a:gd name="textAreaRight" fmla="*/ 40320 w 3996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1904" h="1344">
                <a:moveTo>
                  <a:pt x="160" y="1"/>
                </a:moveTo>
                <a:cubicBezTo>
                  <a:pt x="75" y="1"/>
                  <a:pt x="0" y="125"/>
                  <a:pt x="110" y="180"/>
                </a:cubicBezTo>
                <a:cubicBezTo>
                  <a:pt x="669" y="509"/>
                  <a:pt x="1096" y="1068"/>
                  <a:pt x="1688" y="1330"/>
                </a:cubicBezTo>
                <a:cubicBezTo>
                  <a:pt x="1706" y="1340"/>
                  <a:pt x="1724" y="1344"/>
                  <a:pt x="1741" y="1344"/>
                </a:cubicBezTo>
                <a:cubicBezTo>
                  <a:pt x="1843" y="1344"/>
                  <a:pt x="1904" y="1194"/>
                  <a:pt x="1819" y="1166"/>
                </a:cubicBezTo>
                <a:cubicBezTo>
                  <a:pt x="1195" y="870"/>
                  <a:pt x="800" y="345"/>
                  <a:pt x="209" y="16"/>
                </a:cubicBezTo>
                <a:cubicBezTo>
                  <a:pt x="193" y="5"/>
                  <a:pt x="176" y="1"/>
                  <a:pt x="16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8" name="Google Shape;2142;p11"/>
          <p:cNvSpPr/>
          <p:nvPr/>
        </p:nvSpPr>
        <p:spPr>
          <a:xfrm>
            <a:off x="6654240" y="4665240"/>
            <a:ext cx="40680" cy="21960"/>
          </a:xfrm>
          <a:custGeom>
            <a:avLst/>
            <a:gdLst>
              <a:gd name="textAreaLeft" fmla="*/ 0 w 40680"/>
              <a:gd name="textAreaRight" fmla="*/ 41040 w 4068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937" h="1051">
                <a:moveTo>
                  <a:pt x="134" y="1"/>
                </a:moveTo>
                <a:cubicBezTo>
                  <a:pt x="44" y="1"/>
                  <a:pt x="1" y="139"/>
                  <a:pt x="107" y="192"/>
                </a:cubicBezTo>
                <a:cubicBezTo>
                  <a:pt x="600" y="554"/>
                  <a:pt x="1158" y="849"/>
                  <a:pt x="1750" y="1047"/>
                </a:cubicBezTo>
                <a:cubicBezTo>
                  <a:pt x="1760" y="1049"/>
                  <a:pt x="1769" y="1050"/>
                  <a:pt x="1779" y="1050"/>
                </a:cubicBezTo>
                <a:cubicBezTo>
                  <a:pt x="1890" y="1050"/>
                  <a:pt x="1937" y="880"/>
                  <a:pt x="1815" y="849"/>
                </a:cubicBezTo>
                <a:cubicBezTo>
                  <a:pt x="1224" y="652"/>
                  <a:pt x="698" y="357"/>
                  <a:pt x="205" y="28"/>
                </a:cubicBezTo>
                <a:cubicBezTo>
                  <a:pt x="180" y="9"/>
                  <a:pt x="156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79" name="Google Shape;2143;p11"/>
          <p:cNvSpPr/>
          <p:nvPr/>
        </p:nvSpPr>
        <p:spPr>
          <a:xfrm>
            <a:off x="6628320" y="4634280"/>
            <a:ext cx="77040" cy="47520"/>
          </a:xfrm>
          <a:custGeom>
            <a:avLst/>
            <a:gdLst>
              <a:gd name="textAreaLeft" fmla="*/ 0 w 77040"/>
              <a:gd name="textAreaRight" fmla="*/ 77400 w 77040"/>
              <a:gd name="textAreaTop" fmla="*/ 0 h 47520"/>
              <a:gd name="textAreaBottom" fmla="*/ 47880 h 47520"/>
            </a:gdLst>
            <a:ahLst/>
            <a:cxnLst/>
            <a:rect l="textAreaLeft" t="textAreaTop" r="textAreaRight" b="textAreaBottom"/>
            <a:pathLst>
              <a:path w="3655" h="2255">
                <a:moveTo>
                  <a:pt x="135" y="0"/>
                </a:moveTo>
                <a:cubicBezTo>
                  <a:pt x="56" y="0"/>
                  <a:pt x="0" y="124"/>
                  <a:pt x="83" y="180"/>
                </a:cubicBezTo>
                <a:cubicBezTo>
                  <a:pt x="1200" y="902"/>
                  <a:pt x="2317" y="1560"/>
                  <a:pt x="3468" y="2250"/>
                </a:cubicBezTo>
                <a:cubicBezTo>
                  <a:pt x="3478" y="2253"/>
                  <a:pt x="3489" y="2255"/>
                  <a:pt x="3499" y="2255"/>
                </a:cubicBezTo>
                <a:cubicBezTo>
                  <a:pt x="3585" y="2255"/>
                  <a:pt x="3654" y="2144"/>
                  <a:pt x="3566" y="2085"/>
                </a:cubicBezTo>
                <a:cubicBezTo>
                  <a:pt x="2449" y="1395"/>
                  <a:pt x="1299" y="738"/>
                  <a:pt x="182" y="15"/>
                </a:cubicBezTo>
                <a:cubicBezTo>
                  <a:pt x="166" y="5"/>
                  <a:pt x="150" y="0"/>
                  <a:pt x="13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760" bIns="23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0" name="Google Shape;2144;p11"/>
          <p:cNvSpPr/>
          <p:nvPr/>
        </p:nvSpPr>
        <p:spPr>
          <a:xfrm>
            <a:off x="6667200" y="4638240"/>
            <a:ext cx="39240" cy="25920"/>
          </a:xfrm>
          <a:custGeom>
            <a:avLst/>
            <a:gdLst>
              <a:gd name="textAreaLeft" fmla="*/ 0 w 39240"/>
              <a:gd name="textAreaRight" fmla="*/ 39600 w 3924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1868" h="1250">
                <a:moveTo>
                  <a:pt x="156" y="1"/>
                </a:moveTo>
                <a:cubicBezTo>
                  <a:pt x="73" y="1"/>
                  <a:pt x="1" y="103"/>
                  <a:pt x="81" y="183"/>
                </a:cubicBezTo>
                <a:cubicBezTo>
                  <a:pt x="541" y="577"/>
                  <a:pt x="1100" y="938"/>
                  <a:pt x="1658" y="1234"/>
                </a:cubicBezTo>
                <a:cubicBezTo>
                  <a:pt x="1674" y="1245"/>
                  <a:pt x="1691" y="1249"/>
                  <a:pt x="1708" y="1249"/>
                </a:cubicBezTo>
                <a:cubicBezTo>
                  <a:pt x="1793" y="1249"/>
                  <a:pt x="1867" y="1125"/>
                  <a:pt x="1757" y="1070"/>
                </a:cubicBezTo>
                <a:cubicBezTo>
                  <a:pt x="1198" y="774"/>
                  <a:pt x="673" y="413"/>
                  <a:pt x="213" y="18"/>
                </a:cubicBezTo>
                <a:cubicBezTo>
                  <a:pt x="194" y="6"/>
                  <a:pt x="175" y="1"/>
                  <a:pt x="1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1" name="Google Shape;2145;p11"/>
          <p:cNvSpPr/>
          <p:nvPr/>
        </p:nvSpPr>
        <p:spPr>
          <a:xfrm>
            <a:off x="6705720" y="4658760"/>
            <a:ext cx="15840" cy="10440"/>
          </a:xfrm>
          <a:custGeom>
            <a:avLst/>
            <a:gdLst>
              <a:gd name="textAreaLeft" fmla="*/ 0 w 15840"/>
              <a:gd name="textAreaRight" fmla="*/ 16200 w 15840"/>
              <a:gd name="textAreaTop" fmla="*/ 0 h 10440"/>
              <a:gd name="textAreaBottom" fmla="*/ 10800 h 10440"/>
            </a:gdLst>
            <a:ahLst/>
            <a:cxnLst/>
            <a:rect l="textAreaLeft" t="textAreaTop" r="textAreaRight" b="textAreaBottom"/>
            <a:pathLst>
              <a:path w="765" h="509">
                <a:moveTo>
                  <a:pt x="158" y="0"/>
                </a:moveTo>
                <a:cubicBezTo>
                  <a:pt x="74" y="0"/>
                  <a:pt x="1" y="93"/>
                  <a:pt x="74" y="167"/>
                </a:cubicBezTo>
                <a:cubicBezTo>
                  <a:pt x="239" y="298"/>
                  <a:pt x="436" y="430"/>
                  <a:pt x="633" y="495"/>
                </a:cubicBezTo>
                <a:cubicBezTo>
                  <a:pt x="651" y="504"/>
                  <a:pt x="666" y="508"/>
                  <a:pt x="679" y="508"/>
                </a:cubicBezTo>
                <a:cubicBezTo>
                  <a:pt x="716" y="508"/>
                  <a:pt x="740" y="478"/>
                  <a:pt x="765" y="430"/>
                </a:cubicBezTo>
                <a:cubicBezTo>
                  <a:pt x="765" y="364"/>
                  <a:pt x="732" y="331"/>
                  <a:pt x="699" y="298"/>
                </a:cubicBezTo>
                <a:lnTo>
                  <a:pt x="666" y="265"/>
                </a:lnTo>
                <a:lnTo>
                  <a:pt x="633" y="265"/>
                </a:lnTo>
                <a:lnTo>
                  <a:pt x="567" y="232"/>
                </a:lnTo>
                <a:lnTo>
                  <a:pt x="436" y="167"/>
                </a:lnTo>
                <a:lnTo>
                  <a:pt x="304" y="101"/>
                </a:lnTo>
                <a:lnTo>
                  <a:pt x="272" y="68"/>
                </a:lnTo>
                <a:lnTo>
                  <a:pt x="239" y="35"/>
                </a:lnTo>
                <a:cubicBezTo>
                  <a:pt x="214" y="11"/>
                  <a:pt x="18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2" name="Google Shape;2146;p11"/>
          <p:cNvSpPr/>
          <p:nvPr/>
        </p:nvSpPr>
        <p:spPr>
          <a:xfrm>
            <a:off x="6630480" y="4614840"/>
            <a:ext cx="29520" cy="21960"/>
          </a:xfrm>
          <a:custGeom>
            <a:avLst/>
            <a:gdLst>
              <a:gd name="textAreaLeft" fmla="*/ 0 w 29520"/>
              <a:gd name="textAreaRight" fmla="*/ 29880 w 2952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413" h="1058">
                <a:moveTo>
                  <a:pt x="130" y="0"/>
                </a:moveTo>
                <a:cubicBezTo>
                  <a:pt x="56" y="0"/>
                  <a:pt x="1" y="93"/>
                  <a:pt x="75" y="166"/>
                </a:cubicBezTo>
                <a:cubicBezTo>
                  <a:pt x="403" y="495"/>
                  <a:pt x="797" y="791"/>
                  <a:pt x="1225" y="1054"/>
                </a:cubicBezTo>
                <a:cubicBezTo>
                  <a:pt x="1236" y="1057"/>
                  <a:pt x="1248" y="1058"/>
                  <a:pt x="1258" y="1058"/>
                </a:cubicBezTo>
                <a:cubicBezTo>
                  <a:pt x="1367" y="1058"/>
                  <a:pt x="1413" y="916"/>
                  <a:pt x="1323" y="857"/>
                </a:cubicBezTo>
                <a:cubicBezTo>
                  <a:pt x="929" y="626"/>
                  <a:pt x="535" y="331"/>
                  <a:pt x="206" y="35"/>
                </a:cubicBezTo>
                <a:cubicBezTo>
                  <a:pt x="181" y="10"/>
                  <a:pt x="155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3" name="Google Shape;2147;p11"/>
          <p:cNvSpPr/>
          <p:nvPr/>
        </p:nvSpPr>
        <p:spPr>
          <a:xfrm>
            <a:off x="6646320" y="4609440"/>
            <a:ext cx="49680" cy="34560"/>
          </a:xfrm>
          <a:custGeom>
            <a:avLst/>
            <a:gdLst>
              <a:gd name="textAreaLeft" fmla="*/ 0 w 49680"/>
              <a:gd name="textAreaRight" fmla="*/ 50040 w 4968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2369" h="1646">
                <a:moveTo>
                  <a:pt x="141" y="0"/>
                </a:moveTo>
                <a:cubicBezTo>
                  <a:pt x="63" y="0"/>
                  <a:pt x="1" y="111"/>
                  <a:pt x="77" y="163"/>
                </a:cubicBezTo>
                <a:lnTo>
                  <a:pt x="110" y="163"/>
                </a:lnTo>
                <a:cubicBezTo>
                  <a:pt x="735" y="721"/>
                  <a:pt x="1425" y="1214"/>
                  <a:pt x="2180" y="1641"/>
                </a:cubicBezTo>
                <a:cubicBezTo>
                  <a:pt x="2189" y="1644"/>
                  <a:pt x="2198" y="1646"/>
                  <a:pt x="2207" y="1646"/>
                </a:cubicBezTo>
                <a:cubicBezTo>
                  <a:pt x="2295" y="1646"/>
                  <a:pt x="2369" y="1504"/>
                  <a:pt x="2279" y="1444"/>
                </a:cubicBezTo>
                <a:cubicBezTo>
                  <a:pt x="1556" y="1050"/>
                  <a:pt x="866" y="557"/>
                  <a:pt x="209" y="31"/>
                </a:cubicBezTo>
                <a:cubicBezTo>
                  <a:pt x="187" y="9"/>
                  <a:pt x="164" y="0"/>
                  <a:pt x="14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4" name="Google Shape;2148;p11"/>
          <p:cNvSpPr/>
          <p:nvPr/>
        </p:nvSpPr>
        <p:spPr>
          <a:xfrm>
            <a:off x="6702480" y="4633560"/>
            <a:ext cx="30600" cy="20880"/>
          </a:xfrm>
          <a:custGeom>
            <a:avLst/>
            <a:gdLst>
              <a:gd name="textAreaLeft" fmla="*/ 0 w 30600"/>
              <a:gd name="textAreaRight" fmla="*/ 30960 w 3060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462" h="1005">
                <a:moveTo>
                  <a:pt x="155" y="1"/>
                </a:moveTo>
                <a:cubicBezTo>
                  <a:pt x="73" y="1"/>
                  <a:pt x="1" y="103"/>
                  <a:pt x="81" y="183"/>
                </a:cubicBezTo>
                <a:cubicBezTo>
                  <a:pt x="442" y="511"/>
                  <a:pt x="837" y="774"/>
                  <a:pt x="1297" y="1004"/>
                </a:cubicBezTo>
                <a:cubicBezTo>
                  <a:pt x="1363" y="1004"/>
                  <a:pt x="1395" y="1004"/>
                  <a:pt x="1428" y="938"/>
                </a:cubicBezTo>
                <a:cubicBezTo>
                  <a:pt x="1461" y="906"/>
                  <a:pt x="1461" y="840"/>
                  <a:pt x="1395" y="807"/>
                </a:cubicBezTo>
                <a:cubicBezTo>
                  <a:pt x="968" y="577"/>
                  <a:pt x="574" y="347"/>
                  <a:pt x="212" y="18"/>
                </a:cubicBezTo>
                <a:cubicBezTo>
                  <a:pt x="194" y="6"/>
                  <a:pt x="174" y="1"/>
                  <a:pt x="1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5" name="Google Shape;2149;p11"/>
          <p:cNvSpPr/>
          <p:nvPr/>
        </p:nvSpPr>
        <p:spPr>
          <a:xfrm>
            <a:off x="6651000" y="4591080"/>
            <a:ext cx="36360" cy="26640"/>
          </a:xfrm>
          <a:custGeom>
            <a:avLst/>
            <a:gdLst>
              <a:gd name="textAreaLeft" fmla="*/ 0 w 36360"/>
              <a:gd name="textAreaRight" fmla="*/ 36720 w 3636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1741" h="1282">
                <a:moveTo>
                  <a:pt x="155" y="0"/>
                </a:moveTo>
                <a:cubicBezTo>
                  <a:pt x="72" y="0"/>
                  <a:pt x="0" y="102"/>
                  <a:pt x="80" y="182"/>
                </a:cubicBezTo>
                <a:cubicBezTo>
                  <a:pt x="540" y="577"/>
                  <a:pt x="1033" y="971"/>
                  <a:pt x="1559" y="1267"/>
                </a:cubicBezTo>
                <a:cubicBezTo>
                  <a:pt x="1580" y="1277"/>
                  <a:pt x="1600" y="1282"/>
                  <a:pt x="1617" y="1282"/>
                </a:cubicBezTo>
                <a:cubicBezTo>
                  <a:pt x="1707" y="1282"/>
                  <a:pt x="1740" y="1157"/>
                  <a:pt x="1658" y="1102"/>
                </a:cubicBezTo>
                <a:cubicBezTo>
                  <a:pt x="1165" y="774"/>
                  <a:pt x="672" y="445"/>
                  <a:pt x="212" y="18"/>
                </a:cubicBezTo>
                <a:cubicBezTo>
                  <a:pt x="193" y="6"/>
                  <a:pt x="174" y="0"/>
                  <a:pt x="1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6" name="Google Shape;2150;p11"/>
          <p:cNvSpPr/>
          <p:nvPr/>
        </p:nvSpPr>
        <p:spPr>
          <a:xfrm>
            <a:off x="6679800" y="4599000"/>
            <a:ext cx="49680" cy="30240"/>
          </a:xfrm>
          <a:custGeom>
            <a:avLst/>
            <a:gdLst>
              <a:gd name="textAreaLeft" fmla="*/ 0 w 49680"/>
              <a:gd name="textAreaRight" fmla="*/ 50040 w 4968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2368" h="1448">
                <a:moveTo>
                  <a:pt x="142" y="0"/>
                </a:moveTo>
                <a:cubicBezTo>
                  <a:pt x="64" y="0"/>
                  <a:pt x="1" y="111"/>
                  <a:pt x="78" y="163"/>
                </a:cubicBezTo>
                <a:cubicBezTo>
                  <a:pt x="636" y="787"/>
                  <a:pt x="1392" y="1214"/>
                  <a:pt x="2181" y="1444"/>
                </a:cubicBezTo>
                <a:cubicBezTo>
                  <a:pt x="2191" y="1447"/>
                  <a:pt x="2200" y="1448"/>
                  <a:pt x="2210" y="1448"/>
                </a:cubicBezTo>
                <a:cubicBezTo>
                  <a:pt x="2321" y="1448"/>
                  <a:pt x="2368" y="1277"/>
                  <a:pt x="2246" y="1247"/>
                </a:cubicBezTo>
                <a:cubicBezTo>
                  <a:pt x="1458" y="1017"/>
                  <a:pt x="768" y="590"/>
                  <a:pt x="209" y="31"/>
                </a:cubicBezTo>
                <a:cubicBezTo>
                  <a:pt x="187" y="9"/>
                  <a:pt x="164" y="0"/>
                  <a:pt x="14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7" name="Google Shape;2151;p11"/>
          <p:cNvSpPr/>
          <p:nvPr/>
        </p:nvSpPr>
        <p:spPr>
          <a:xfrm>
            <a:off x="6724440" y="4633200"/>
            <a:ext cx="15840" cy="7920"/>
          </a:xfrm>
          <a:custGeom>
            <a:avLst/>
            <a:gdLst>
              <a:gd name="textAreaLeft" fmla="*/ 0 w 15840"/>
              <a:gd name="textAreaRight" fmla="*/ 16200 w 15840"/>
              <a:gd name="textAreaTop" fmla="*/ 0 h 7920"/>
              <a:gd name="textAreaBottom" fmla="*/ 8280 h 7920"/>
            </a:gdLst>
            <a:ahLst/>
            <a:cxnLst/>
            <a:rect l="textAreaLeft" t="textAreaTop" r="textAreaRight" b="textAreaBottom"/>
            <a:pathLst>
              <a:path w="757" h="397">
                <a:moveTo>
                  <a:pt x="112" y="1"/>
                </a:moveTo>
                <a:cubicBezTo>
                  <a:pt x="84" y="1"/>
                  <a:pt x="53" y="17"/>
                  <a:pt x="34" y="55"/>
                </a:cubicBezTo>
                <a:cubicBezTo>
                  <a:pt x="1" y="88"/>
                  <a:pt x="34" y="154"/>
                  <a:pt x="67" y="187"/>
                </a:cubicBezTo>
                <a:cubicBezTo>
                  <a:pt x="231" y="285"/>
                  <a:pt x="428" y="351"/>
                  <a:pt x="625" y="384"/>
                </a:cubicBezTo>
                <a:cubicBezTo>
                  <a:pt x="634" y="393"/>
                  <a:pt x="645" y="397"/>
                  <a:pt x="657" y="397"/>
                </a:cubicBezTo>
                <a:cubicBezTo>
                  <a:pt x="689" y="397"/>
                  <a:pt x="724" y="366"/>
                  <a:pt x="724" y="318"/>
                </a:cubicBezTo>
                <a:cubicBezTo>
                  <a:pt x="757" y="285"/>
                  <a:pt x="724" y="220"/>
                  <a:pt x="658" y="187"/>
                </a:cubicBezTo>
                <a:cubicBezTo>
                  <a:pt x="592" y="154"/>
                  <a:pt x="494" y="121"/>
                  <a:pt x="395" y="88"/>
                </a:cubicBezTo>
                <a:lnTo>
                  <a:pt x="297" y="88"/>
                </a:lnTo>
                <a:lnTo>
                  <a:pt x="165" y="22"/>
                </a:lnTo>
                <a:cubicBezTo>
                  <a:pt x="152" y="9"/>
                  <a:pt x="132" y="1"/>
                  <a:pt x="1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8" name="Google Shape;2152;p11"/>
          <p:cNvSpPr/>
          <p:nvPr/>
        </p:nvSpPr>
        <p:spPr>
          <a:xfrm>
            <a:off x="6685920" y="4578120"/>
            <a:ext cx="64440" cy="46800"/>
          </a:xfrm>
          <a:custGeom>
            <a:avLst/>
            <a:gdLst>
              <a:gd name="textAreaLeft" fmla="*/ 0 w 64440"/>
              <a:gd name="textAreaRight" fmla="*/ 64800 w 64440"/>
              <a:gd name="textAreaTop" fmla="*/ 0 h 46800"/>
              <a:gd name="textAreaBottom" fmla="*/ 47160 h 46800"/>
            </a:gdLst>
            <a:ahLst/>
            <a:cxnLst/>
            <a:rect l="textAreaLeft" t="textAreaTop" r="textAreaRight" b="textAreaBottom"/>
            <a:pathLst>
              <a:path w="3068" h="2233">
                <a:moveTo>
                  <a:pt x="172" y="0"/>
                </a:moveTo>
                <a:cubicBezTo>
                  <a:pt x="84" y="0"/>
                  <a:pt x="0" y="118"/>
                  <a:pt x="77" y="195"/>
                </a:cubicBezTo>
                <a:cubicBezTo>
                  <a:pt x="505" y="589"/>
                  <a:pt x="965" y="983"/>
                  <a:pt x="1457" y="1345"/>
                </a:cubicBezTo>
                <a:cubicBezTo>
                  <a:pt x="1688" y="1542"/>
                  <a:pt x="1950" y="1706"/>
                  <a:pt x="2180" y="1871"/>
                </a:cubicBezTo>
                <a:cubicBezTo>
                  <a:pt x="2378" y="2068"/>
                  <a:pt x="2640" y="2199"/>
                  <a:pt x="2936" y="2232"/>
                </a:cubicBezTo>
                <a:cubicBezTo>
                  <a:pt x="3068" y="2232"/>
                  <a:pt x="3068" y="2068"/>
                  <a:pt x="2936" y="2035"/>
                </a:cubicBezTo>
                <a:cubicBezTo>
                  <a:pt x="2640" y="1969"/>
                  <a:pt x="2410" y="1838"/>
                  <a:pt x="2213" y="1641"/>
                </a:cubicBezTo>
                <a:cubicBezTo>
                  <a:pt x="1983" y="1476"/>
                  <a:pt x="1753" y="1312"/>
                  <a:pt x="1523" y="1148"/>
                </a:cubicBezTo>
                <a:cubicBezTo>
                  <a:pt x="1063" y="786"/>
                  <a:pt x="636" y="425"/>
                  <a:pt x="242" y="30"/>
                </a:cubicBezTo>
                <a:cubicBezTo>
                  <a:pt x="220" y="9"/>
                  <a:pt x="196" y="0"/>
                  <a:pt x="17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400" bIns="23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89" name="Google Shape;2153;p11"/>
          <p:cNvSpPr/>
          <p:nvPr/>
        </p:nvSpPr>
        <p:spPr>
          <a:xfrm>
            <a:off x="6722280" y="4588920"/>
            <a:ext cx="19080" cy="12960"/>
          </a:xfrm>
          <a:custGeom>
            <a:avLst/>
            <a:gdLst>
              <a:gd name="textAreaLeft" fmla="*/ 0 w 19080"/>
              <a:gd name="textAreaRight" fmla="*/ 19440 w 1908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921" h="636">
                <a:moveTo>
                  <a:pt x="85" y="1"/>
                </a:moveTo>
                <a:cubicBezTo>
                  <a:pt x="50" y="1"/>
                  <a:pt x="20" y="17"/>
                  <a:pt x="0" y="55"/>
                </a:cubicBezTo>
                <a:cubicBezTo>
                  <a:pt x="0" y="88"/>
                  <a:pt x="0" y="154"/>
                  <a:pt x="33" y="187"/>
                </a:cubicBezTo>
                <a:cubicBezTo>
                  <a:pt x="263" y="351"/>
                  <a:pt x="526" y="515"/>
                  <a:pt x="756" y="614"/>
                </a:cubicBezTo>
                <a:cubicBezTo>
                  <a:pt x="783" y="627"/>
                  <a:pt x="811" y="635"/>
                  <a:pt x="835" y="635"/>
                </a:cubicBezTo>
                <a:cubicBezTo>
                  <a:pt x="871" y="635"/>
                  <a:pt x="901" y="619"/>
                  <a:pt x="920" y="581"/>
                </a:cubicBezTo>
                <a:cubicBezTo>
                  <a:pt x="920" y="548"/>
                  <a:pt x="920" y="482"/>
                  <a:pt x="855" y="450"/>
                </a:cubicBezTo>
                <a:cubicBezTo>
                  <a:pt x="625" y="318"/>
                  <a:pt x="362" y="187"/>
                  <a:pt x="165" y="22"/>
                </a:cubicBezTo>
                <a:cubicBezTo>
                  <a:pt x="137" y="9"/>
                  <a:pt x="110" y="1"/>
                  <a:pt x="8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0" name="Google Shape;2154;p11"/>
          <p:cNvSpPr/>
          <p:nvPr/>
        </p:nvSpPr>
        <p:spPr>
          <a:xfrm>
            <a:off x="6721920" y="4572360"/>
            <a:ext cx="24840" cy="20520"/>
          </a:xfrm>
          <a:custGeom>
            <a:avLst/>
            <a:gdLst>
              <a:gd name="textAreaLeft" fmla="*/ 0 w 24840"/>
              <a:gd name="textAreaRight" fmla="*/ 25200 w 2484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199" h="994">
                <a:moveTo>
                  <a:pt x="155" y="1"/>
                </a:moveTo>
                <a:cubicBezTo>
                  <a:pt x="73" y="1"/>
                  <a:pt x="1" y="103"/>
                  <a:pt x="81" y="183"/>
                </a:cubicBezTo>
                <a:lnTo>
                  <a:pt x="81" y="150"/>
                </a:lnTo>
                <a:cubicBezTo>
                  <a:pt x="377" y="446"/>
                  <a:pt x="705" y="742"/>
                  <a:pt x="1034" y="972"/>
                </a:cubicBezTo>
                <a:cubicBezTo>
                  <a:pt x="1061" y="985"/>
                  <a:pt x="1083" y="993"/>
                  <a:pt x="1101" y="993"/>
                </a:cubicBezTo>
                <a:cubicBezTo>
                  <a:pt x="1127" y="993"/>
                  <a:pt x="1146" y="977"/>
                  <a:pt x="1165" y="939"/>
                </a:cubicBezTo>
                <a:cubicBezTo>
                  <a:pt x="1198" y="906"/>
                  <a:pt x="1198" y="840"/>
                  <a:pt x="1133" y="807"/>
                </a:cubicBezTo>
                <a:cubicBezTo>
                  <a:pt x="804" y="577"/>
                  <a:pt x="508" y="314"/>
                  <a:pt x="213" y="19"/>
                </a:cubicBezTo>
                <a:cubicBezTo>
                  <a:pt x="194" y="6"/>
                  <a:pt x="174" y="1"/>
                  <a:pt x="15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1" name="Google Shape;2155;p11"/>
          <p:cNvSpPr/>
          <p:nvPr/>
        </p:nvSpPr>
        <p:spPr>
          <a:xfrm>
            <a:off x="6741720" y="4575960"/>
            <a:ext cx="26640" cy="16560"/>
          </a:xfrm>
          <a:custGeom>
            <a:avLst/>
            <a:gdLst>
              <a:gd name="textAreaLeft" fmla="*/ 0 w 26640"/>
              <a:gd name="textAreaRight" fmla="*/ 27000 w 2664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280" h="796">
                <a:moveTo>
                  <a:pt x="143" y="1"/>
                </a:moveTo>
                <a:cubicBezTo>
                  <a:pt x="74" y="1"/>
                  <a:pt x="0" y="93"/>
                  <a:pt x="74" y="167"/>
                </a:cubicBezTo>
                <a:cubicBezTo>
                  <a:pt x="337" y="496"/>
                  <a:pt x="699" y="693"/>
                  <a:pt x="1093" y="792"/>
                </a:cubicBezTo>
                <a:cubicBezTo>
                  <a:pt x="1103" y="794"/>
                  <a:pt x="1113" y="795"/>
                  <a:pt x="1122" y="795"/>
                </a:cubicBezTo>
                <a:cubicBezTo>
                  <a:pt x="1233" y="795"/>
                  <a:pt x="1280" y="625"/>
                  <a:pt x="1159" y="594"/>
                </a:cubicBezTo>
                <a:cubicBezTo>
                  <a:pt x="797" y="529"/>
                  <a:pt x="468" y="299"/>
                  <a:pt x="206" y="36"/>
                </a:cubicBezTo>
                <a:cubicBezTo>
                  <a:pt x="189" y="11"/>
                  <a:pt x="167" y="1"/>
                  <a:pt x="14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2" name="Google Shape;2156;p11"/>
          <p:cNvSpPr/>
          <p:nvPr/>
        </p:nvSpPr>
        <p:spPr>
          <a:xfrm>
            <a:off x="6746760" y="4601520"/>
            <a:ext cx="12240" cy="7560"/>
          </a:xfrm>
          <a:custGeom>
            <a:avLst/>
            <a:gdLst>
              <a:gd name="textAreaLeft" fmla="*/ 0 w 12240"/>
              <a:gd name="textAreaRight" fmla="*/ 12600 w 12240"/>
              <a:gd name="textAreaTop" fmla="*/ 0 h 7560"/>
              <a:gd name="textAreaBottom" fmla="*/ 7920 h 7560"/>
            </a:gdLst>
            <a:ahLst/>
            <a:cxnLst/>
            <a:rect l="textAreaLeft" t="textAreaTop" r="textAreaRight" b="textAreaBottom"/>
            <a:pathLst>
              <a:path w="592" h="372">
                <a:moveTo>
                  <a:pt x="118" y="0"/>
                </a:moveTo>
                <a:cubicBezTo>
                  <a:pt x="83" y="0"/>
                  <a:pt x="53" y="16"/>
                  <a:pt x="33" y="55"/>
                </a:cubicBezTo>
                <a:cubicBezTo>
                  <a:pt x="0" y="88"/>
                  <a:pt x="33" y="153"/>
                  <a:pt x="66" y="186"/>
                </a:cubicBezTo>
                <a:lnTo>
                  <a:pt x="428" y="350"/>
                </a:lnTo>
                <a:cubicBezTo>
                  <a:pt x="441" y="364"/>
                  <a:pt x="461" y="372"/>
                  <a:pt x="481" y="372"/>
                </a:cubicBezTo>
                <a:cubicBezTo>
                  <a:pt x="509" y="372"/>
                  <a:pt x="540" y="356"/>
                  <a:pt x="559" y="318"/>
                </a:cubicBezTo>
                <a:cubicBezTo>
                  <a:pt x="592" y="285"/>
                  <a:pt x="559" y="219"/>
                  <a:pt x="526" y="186"/>
                </a:cubicBezTo>
                <a:lnTo>
                  <a:pt x="198" y="22"/>
                </a:lnTo>
                <a:cubicBezTo>
                  <a:pt x="170" y="8"/>
                  <a:pt x="143" y="0"/>
                  <a:pt x="11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3" name="Google Shape;2157;p11"/>
          <p:cNvSpPr/>
          <p:nvPr/>
        </p:nvSpPr>
        <p:spPr>
          <a:xfrm>
            <a:off x="6718680" y="4534920"/>
            <a:ext cx="39240" cy="32760"/>
          </a:xfrm>
          <a:custGeom>
            <a:avLst/>
            <a:gdLst>
              <a:gd name="textAreaLeft" fmla="*/ 0 w 39240"/>
              <a:gd name="textAreaRight" fmla="*/ 39600 w 3924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871" h="1558">
                <a:moveTo>
                  <a:pt x="150" y="1"/>
                </a:moveTo>
                <a:cubicBezTo>
                  <a:pt x="70" y="1"/>
                  <a:pt x="0" y="118"/>
                  <a:pt x="52" y="195"/>
                </a:cubicBezTo>
                <a:cubicBezTo>
                  <a:pt x="512" y="721"/>
                  <a:pt x="1038" y="1214"/>
                  <a:pt x="1662" y="1543"/>
                </a:cubicBezTo>
                <a:cubicBezTo>
                  <a:pt x="1683" y="1553"/>
                  <a:pt x="1704" y="1558"/>
                  <a:pt x="1722" y="1558"/>
                </a:cubicBezTo>
                <a:cubicBezTo>
                  <a:pt x="1819" y="1558"/>
                  <a:pt x="1871" y="1433"/>
                  <a:pt x="1761" y="1378"/>
                </a:cubicBezTo>
                <a:cubicBezTo>
                  <a:pt x="1169" y="1017"/>
                  <a:pt x="643" y="590"/>
                  <a:pt x="216" y="31"/>
                </a:cubicBezTo>
                <a:cubicBezTo>
                  <a:pt x="195" y="10"/>
                  <a:pt x="172" y="1"/>
                  <a:pt x="15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4" name="Google Shape;2158;p11"/>
          <p:cNvSpPr/>
          <p:nvPr/>
        </p:nvSpPr>
        <p:spPr>
          <a:xfrm>
            <a:off x="6755760" y="4567320"/>
            <a:ext cx="20520" cy="14040"/>
          </a:xfrm>
          <a:custGeom>
            <a:avLst/>
            <a:gdLst>
              <a:gd name="textAreaLeft" fmla="*/ 0 w 20520"/>
              <a:gd name="textAreaRight" fmla="*/ 20880 w 2052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987" h="682">
                <a:moveTo>
                  <a:pt x="132" y="0"/>
                </a:moveTo>
                <a:cubicBezTo>
                  <a:pt x="107" y="0"/>
                  <a:pt x="83" y="8"/>
                  <a:pt x="66" y="25"/>
                </a:cubicBezTo>
                <a:cubicBezTo>
                  <a:pt x="1" y="58"/>
                  <a:pt x="1" y="123"/>
                  <a:pt x="66" y="189"/>
                </a:cubicBezTo>
                <a:cubicBezTo>
                  <a:pt x="296" y="386"/>
                  <a:pt x="559" y="550"/>
                  <a:pt x="822" y="682"/>
                </a:cubicBezTo>
                <a:cubicBezTo>
                  <a:pt x="888" y="682"/>
                  <a:pt x="954" y="682"/>
                  <a:pt x="986" y="649"/>
                </a:cubicBezTo>
                <a:cubicBezTo>
                  <a:pt x="986" y="583"/>
                  <a:pt x="986" y="518"/>
                  <a:pt x="921" y="485"/>
                </a:cubicBezTo>
                <a:cubicBezTo>
                  <a:pt x="658" y="386"/>
                  <a:pt x="428" y="222"/>
                  <a:pt x="198" y="25"/>
                </a:cubicBezTo>
                <a:cubicBezTo>
                  <a:pt x="181" y="8"/>
                  <a:pt x="157" y="0"/>
                  <a:pt x="13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5" name="Google Shape;2159;p11"/>
          <p:cNvSpPr/>
          <p:nvPr/>
        </p:nvSpPr>
        <p:spPr>
          <a:xfrm>
            <a:off x="6737760" y="4521600"/>
            <a:ext cx="29880" cy="22320"/>
          </a:xfrm>
          <a:custGeom>
            <a:avLst/>
            <a:gdLst>
              <a:gd name="textAreaLeft" fmla="*/ 0 w 29880"/>
              <a:gd name="textAreaRight" fmla="*/ 30240 w 2988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1426" h="1078">
                <a:moveTo>
                  <a:pt x="89" y="1"/>
                </a:moveTo>
                <a:cubicBezTo>
                  <a:pt x="41" y="1"/>
                  <a:pt x="0" y="21"/>
                  <a:pt x="0" y="77"/>
                </a:cubicBezTo>
                <a:lnTo>
                  <a:pt x="33" y="77"/>
                </a:lnTo>
                <a:cubicBezTo>
                  <a:pt x="33" y="339"/>
                  <a:pt x="296" y="471"/>
                  <a:pt x="493" y="602"/>
                </a:cubicBezTo>
                <a:lnTo>
                  <a:pt x="1216" y="1062"/>
                </a:lnTo>
                <a:cubicBezTo>
                  <a:pt x="1237" y="1073"/>
                  <a:pt x="1257" y="1077"/>
                  <a:pt x="1276" y="1077"/>
                </a:cubicBezTo>
                <a:cubicBezTo>
                  <a:pt x="1373" y="1077"/>
                  <a:pt x="1425" y="948"/>
                  <a:pt x="1315" y="865"/>
                </a:cubicBezTo>
                <a:lnTo>
                  <a:pt x="657" y="471"/>
                </a:lnTo>
                <a:lnTo>
                  <a:pt x="362" y="274"/>
                </a:lnTo>
                <a:cubicBezTo>
                  <a:pt x="296" y="208"/>
                  <a:pt x="230" y="175"/>
                  <a:pt x="230" y="77"/>
                </a:cubicBezTo>
                <a:cubicBezTo>
                  <a:pt x="230" y="39"/>
                  <a:pt x="154" y="1"/>
                  <a:pt x="8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6" name="Google Shape;2160;p11"/>
          <p:cNvSpPr/>
          <p:nvPr/>
        </p:nvSpPr>
        <p:spPr>
          <a:xfrm>
            <a:off x="6764760" y="4549320"/>
            <a:ext cx="22680" cy="12960"/>
          </a:xfrm>
          <a:custGeom>
            <a:avLst/>
            <a:gdLst>
              <a:gd name="textAreaLeft" fmla="*/ 0 w 22680"/>
              <a:gd name="textAreaRight" fmla="*/ 23040 w 22680"/>
              <a:gd name="textAreaTop" fmla="*/ 0 h 12960"/>
              <a:gd name="textAreaBottom" fmla="*/ 13320 h 12960"/>
            </a:gdLst>
            <a:ahLst/>
            <a:cxnLst/>
            <a:rect l="textAreaLeft" t="textAreaTop" r="textAreaRight" b="textAreaBottom"/>
            <a:pathLst>
              <a:path w="1081" h="622">
                <a:moveTo>
                  <a:pt x="149" y="0"/>
                </a:moveTo>
                <a:cubicBezTo>
                  <a:pt x="52" y="0"/>
                  <a:pt x="0" y="124"/>
                  <a:pt x="110" y="180"/>
                </a:cubicBezTo>
                <a:lnTo>
                  <a:pt x="866" y="607"/>
                </a:lnTo>
                <a:cubicBezTo>
                  <a:pt x="887" y="617"/>
                  <a:pt x="908" y="622"/>
                  <a:pt x="927" y="622"/>
                </a:cubicBezTo>
                <a:cubicBezTo>
                  <a:pt x="1024" y="622"/>
                  <a:pt x="1080" y="498"/>
                  <a:pt x="998" y="442"/>
                </a:cubicBezTo>
                <a:lnTo>
                  <a:pt x="209" y="15"/>
                </a:lnTo>
                <a:cubicBezTo>
                  <a:pt x="188" y="5"/>
                  <a:pt x="167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7" name="Google Shape;2161;p11"/>
          <p:cNvSpPr/>
          <p:nvPr/>
        </p:nvSpPr>
        <p:spPr>
          <a:xfrm>
            <a:off x="6759720" y="4552920"/>
            <a:ext cx="24120" cy="19800"/>
          </a:xfrm>
          <a:custGeom>
            <a:avLst/>
            <a:gdLst>
              <a:gd name="textAreaLeft" fmla="*/ 0 w 24120"/>
              <a:gd name="textAreaRight" fmla="*/ 24480 w 2412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159" h="956">
                <a:moveTo>
                  <a:pt x="130" y="1"/>
                </a:moveTo>
                <a:cubicBezTo>
                  <a:pt x="56" y="1"/>
                  <a:pt x="1" y="93"/>
                  <a:pt x="75" y="167"/>
                </a:cubicBezTo>
                <a:cubicBezTo>
                  <a:pt x="370" y="430"/>
                  <a:pt x="666" y="693"/>
                  <a:pt x="995" y="956"/>
                </a:cubicBezTo>
                <a:cubicBezTo>
                  <a:pt x="1027" y="956"/>
                  <a:pt x="1093" y="956"/>
                  <a:pt x="1126" y="923"/>
                </a:cubicBezTo>
                <a:cubicBezTo>
                  <a:pt x="1159" y="857"/>
                  <a:pt x="1126" y="791"/>
                  <a:pt x="1093" y="758"/>
                </a:cubicBezTo>
                <a:cubicBezTo>
                  <a:pt x="797" y="528"/>
                  <a:pt x="502" y="298"/>
                  <a:pt x="206" y="35"/>
                </a:cubicBezTo>
                <a:cubicBezTo>
                  <a:pt x="181" y="11"/>
                  <a:pt x="155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8" name="Google Shape;2162;p11"/>
          <p:cNvSpPr/>
          <p:nvPr/>
        </p:nvSpPr>
        <p:spPr>
          <a:xfrm>
            <a:off x="6771600" y="4525920"/>
            <a:ext cx="30960" cy="26280"/>
          </a:xfrm>
          <a:custGeom>
            <a:avLst/>
            <a:gdLst>
              <a:gd name="textAreaLeft" fmla="*/ 0 w 30960"/>
              <a:gd name="textAreaRight" fmla="*/ 31320 w 30960"/>
              <a:gd name="textAreaTop" fmla="*/ 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1476" h="1262">
                <a:moveTo>
                  <a:pt x="157" y="0"/>
                </a:moveTo>
                <a:cubicBezTo>
                  <a:pt x="85" y="0"/>
                  <a:pt x="1" y="118"/>
                  <a:pt x="78" y="195"/>
                </a:cubicBezTo>
                <a:cubicBezTo>
                  <a:pt x="407" y="590"/>
                  <a:pt x="834" y="951"/>
                  <a:pt x="1294" y="1247"/>
                </a:cubicBezTo>
                <a:cubicBezTo>
                  <a:pt x="1310" y="1257"/>
                  <a:pt x="1326" y="1262"/>
                  <a:pt x="1341" y="1262"/>
                </a:cubicBezTo>
                <a:cubicBezTo>
                  <a:pt x="1419" y="1262"/>
                  <a:pt x="1475" y="1138"/>
                  <a:pt x="1393" y="1082"/>
                </a:cubicBezTo>
                <a:cubicBezTo>
                  <a:pt x="933" y="787"/>
                  <a:pt x="538" y="425"/>
                  <a:pt x="210" y="31"/>
                </a:cubicBezTo>
                <a:cubicBezTo>
                  <a:pt x="195" y="10"/>
                  <a:pt x="176" y="0"/>
                  <a:pt x="15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99" name="Google Shape;2163;p11"/>
          <p:cNvSpPr/>
          <p:nvPr/>
        </p:nvSpPr>
        <p:spPr>
          <a:xfrm>
            <a:off x="6746040" y="4494960"/>
            <a:ext cx="21240" cy="22320"/>
          </a:xfrm>
          <a:custGeom>
            <a:avLst/>
            <a:gdLst>
              <a:gd name="textAreaLeft" fmla="*/ 0 w 21240"/>
              <a:gd name="textAreaRight" fmla="*/ 21600 w 2124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1028" h="1079">
                <a:moveTo>
                  <a:pt x="128" y="1"/>
                </a:moveTo>
                <a:cubicBezTo>
                  <a:pt x="99" y="1"/>
                  <a:pt x="66" y="9"/>
                  <a:pt x="33" y="25"/>
                </a:cubicBezTo>
                <a:cubicBezTo>
                  <a:pt x="1" y="58"/>
                  <a:pt x="1" y="124"/>
                  <a:pt x="33" y="157"/>
                </a:cubicBezTo>
                <a:cubicBezTo>
                  <a:pt x="296" y="485"/>
                  <a:pt x="559" y="781"/>
                  <a:pt x="822" y="1044"/>
                </a:cubicBezTo>
                <a:cubicBezTo>
                  <a:pt x="847" y="1068"/>
                  <a:pt x="873" y="1079"/>
                  <a:pt x="898" y="1079"/>
                </a:cubicBezTo>
                <a:cubicBezTo>
                  <a:pt x="972" y="1079"/>
                  <a:pt x="1027" y="986"/>
                  <a:pt x="954" y="912"/>
                </a:cubicBezTo>
                <a:cubicBezTo>
                  <a:pt x="691" y="617"/>
                  <a:pt x="461" y="321"/>
                  <a:pt x="198" y="25"/>
                </a:cubicBezTo>
                <a:cubicBezTo>
                  <a:pt x="181" y="9"/>
                  <a:pt x="157" y="1"/>
                  <a:pt x="12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0" name="Google Shape;2164;p11"/>
          <p:cNvSpPr/>
          <p:nvPr/>
        </p:nvSpPr>
        <p:spPr>
          <a:xfrm>
            <a:off x="6766200" y="4502880"/>
            <a:ext cx="31680" cy="31680"/>
          </a:xfrm>
          <a:custGeom>
            <a:avLst/>
            <a:gdLst>
              <a:gd name="textAreaLeft" fmla="*/ 0 w 31680"/>
              <a:gd name="textAreaRight" fmla="*/ 32040 w 3168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513" h="1517">
                <a:moveTo>
                  <a:pt x="102" y="0"/>
                </a:moveTo>
                <a:cubicBezTo>
                  <a:pt x="88" y="0"/>
                  <a:pt x="76" y="4"/>
                  <a:pt x="66" y="14"/>
                </a:cubicBezTo>
                <a:cubicBezTo>
                  <a:pt x="1" y="47"/>
                  <a:pt x="1" y="112"/>
                  <a:pt x="1" y="145"/>
                </a:cubicBezTo>
                <a:cubicBezTo>
                  <a:pt x="395" y="638"/>
                  <a:pt x="822" y="1098"/>
                  <a:pt x="1315" y="1492"/>
                </a:cubicBezTo>
                <a:cubicBezTo>
                  <a:pt x="1331" y="1509"/>
                  <a:pt x="1356" y="1517"/>
                  <a:pt x="1385" y="1517"/>
                </a:cubicBezTo>
                <a:cubicBezTo>
                  <a:pt x="1414" y="1517"/>
                  <a:pt x="1446" y="1509"/>
                  <a:pt x="1479" y="1492"/>
                </a:cubicBezTo>
                <a:cubicBezTo>
                  <a:pt x="1512" y="1459"/>
                  <a:pt x="1512" y="1394"/>
                  <a:pt x="1479" y="1361"/>
                </a:cubicBezTo>
                <a:cubicBezTo>
                  <a:pt x="986" y="967"/>
                  <a:pt x="559" y="539"/>
                  <a:pt x="198" y="47"/>
                </a:cubicBezTo>
                <a:cubicBezTo>
                  <a:pt x="174" y="23"/>
                  <a:pt x="135" y="0"/>
                  <a:pt x="10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1" name="Google Shape;2165;p11"/>
          <p:cNvSpPr/>
          <p:nvPr/>
        </p:nvSpPr>
        <p:spPr>
          <a:xfrm>
            <a:off x="6785640" y="4509360"/>
            <a:ext cx="27360" cy="20160"/>
          </a:xfrm>
          <a:custGeom>
            <a:avLst/>
            <a:gdLst>
              <a:gd name="textAreaLeft" fmla="*/ 0 w 27360"/>
              <a:gd name="textAreaRight" fmla="*/ 27720 w 2736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308" h="971">
                <a:moveTo>
                  <a:pt x="144" y="0"/>
                </a:moveTo>
                <a:cubicBezTo>
                  <a:pt x="74" y="0"/>
                  <a:pt x="0" y="93"/>
                  <a:pt x="74" y="167"/>
                </a:cubicBezTo>
                <a:cubicBezTo>
                  <a:pt x="370" y="495"/>
                  <a:pt x="732" y="758"/>
                  <a:pt x="1126" y="955"/>
                </a:cubicBezTo>
                <a:cubicBezTo>
                  <a:pt x="1142" y="966"/>
                  <a:pt x="1158" y="971"/>
                  <a:pt x="1173" y="971"/>
                </a:cubicBezTo>
                <a:cubicBezTo>
                  <a:pt x="1251" y="971"/>
                  <a:pt x="1307" y="846"/>
                  <a:pt x="1224" y="791"/>
                </a:cubicBezTo>
                <a:cubicBezTo>
                  <a:pt x="830" y="594"/>
                  <a:pt x="502" y="331"/>
                  <a:pt x="206" y="35"/>
                </a:cubicBezTo>
                <a:cubicBezTo>
                  <a:pt x="189" y="11"/>
                  <a:pt x="167" y="0"/>
                  <a:pt x="1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2" name="Google Shape;2166;p11"/>
          <p:cNvSpPr/>
          <p:nvPr/>
        </p:nvSpPr>
        <p:spPr>
          <a:xfrm>
            <a:off x="6797160" y="4500360"/>
            <a:ext cx="26280" cy="20160"/>
          </a:xfrm>
          <a:custGeom>
            <a:avLst/>
            <a:gdLst>
              <a:gd name="textAreaLeft" fmla="*/ 0 w 26280"/>
              <a:gd name="textAreaRight" fmla="*/ 26640 w 2628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261" h="965">
                <a:moveTo>
                  <a:pt x="156" y="1"/>
                </a:moveTo>
                <a:cubicBezTo>
                  <a:pt x="85" y="1"/>
                  <a:pt x="1" y="118"/>
                  <a:pt x="78" y="195"/>
                </a:cubicBezTo>
                <a:cubicBezTo>
                  <a:pt x="341" y="491"/>
                  <a:pt x="702" y="787"/>
                  <a:pt x="1097" y="951"/>
                </a:cubicBezTo>
                <a:cubicBezTo>
                  <a:pt x="1116" y="961"/>
                  <a:pt x="1132" y="965"/>
                  <a:pt x="1147" y="965"/>
                </a:cubicBezTo>
                <a:cubicBezTo>
                  <a:pt x="1182" y="965"/>
                  <a:pt x="1205" y="942"/>
                  <a:pt x="1228" y="918"/>
                </a:cubicBezTo>
                <a:cubicBezTo>
                  <a:pt x="1261" y="885"/>
                  <a:pt x="1261" y="820"/>
                  <a:pt x="1195" y="787"/>
                </a:cubicBezTo>
                <a:cubicBezTo>
                  <a:pt x="834" y="590"/>
                  <a:pt x="472" y="360"/>
                  <a:pt x="209" y="31"/>
                </a:cubicBezTo>
                <a:cubicBezTo>
                  <a:pt x="195" y="10"/>
                  <a:pt x="176" y="1"/>
                  <a:pt x="1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3" name="Google Shape;2167;p11"/>
          <p:cNvSpPr/>
          <p:nvPr/>
        </p:nvSpPr>
        <p:spPr>
          <a:xfrm>
            <a:off x="6813360" y="4494600"/>
            <a:ext cx="26280" cy="20880"/>
          </a:xfrm>
          <a:custGeom>
            <a:avLst/>
            <a:gdLst>
              <a:gd name="textAreaLeft" fmla="*/ 0 w 26280"/>
              <a:gd name="textAreaRight" fmla="*/ 26640 w 2628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261" h="1002">
                <a:moveTo>
                  <a:pt x="156" y="1"/>
                </a:moveTo>
                <a:cubicBezTo>
                  <a:pt x="85" y="1"/>
                  <a:pt x="1" y="118"/>
                  <a:pt x="78" y="195"/>
                </a:cubicBezTo>
                <a:lnTo>
                  <a:pt x="604" y="688"/>
                </a:lnTo>
                <a:lnTo>
                  <a:pt x="899" y="918"/>
                </a:lnTo>
                <a:cubicBezTo>
                  <a:pt x="962" y="960"/>
                  <a:pt x="1024" y="1002"/>
                  <a:pt x="1086" y="1002"/>
                </a:cubicBezTo>
                <a:cubicBezTo>
                  <a:pt x="1123" y="1002"/>
                  <a:pt x="1159" y="988"/>
                  <a:pt x="1195" y="951"/>
                </a:cubicBezTo>
                <a:cubicBezTo>
                  <a:pt x="1261" y="918"/>
                  <a:pt x="1261" y="853"/>
                  <a:pt x="1195" y="820"/>
                </a:cubicBezTo>
                <a:cubicBezTo>
                  <a:pt x="1179" y="787"/>
                  <a:pt x="1154" y="771"/>
                  <a:pt x="1129" y="771"/>
                </a:cubicBezTo>
                <a:cubicBezTo>
                  <a:pt x="1120" y="771"/>
                  <a:pt x="1110" y="773"/>
                  <a:pt x="1101" y="778"/>
                </a:cubicBezTo>
                <a:lnTo>
                  <a:pt x="1101" y="778"/>
                </a:lnTo>
                <a:cubicBezTo>
                  <a:pt x="1101" y="780"/>
                  <a:pt x="1098" y="782"/>
                  <a:pt x="1092" y="784"/>
                </a:cubicBezTo>
                <a:lnTo>
                  <a:pt x="1092" y="784"/>
                </a:lnTo>
                <a:cubicBezTo>
                  <a:pt x="1095" y="781"/>
                  <a:pt x="1098" y="780"/>
                  <a:pt x="1101" y="778"/>
                </a:cubicBezTo>
                <a:lnTo>
                  <a:pt x="1101" y="778"/>
                </a:lnTo>
                <a:cubicBezTo>
                  <a:pt x="1102" y="775"/>
                  <a:pt x="1099" y="772"/>
                  <a:pt x="1093" y="772"/>
                </a:cubicBezTo>
                <a:cubicBezTo>
                  <a:pt x="1085" y="772"/>
                  <a:pt x="1075" y="776"/>
                  <a:pt x="1064" y="787"/>
                </a:cubicBezTo>
                <a:cubicBezTo>
                  <a:pt x="1077" y="787"/>
                  <a:pt x="1086" y="786"/>
                  <a:pt x="1092" y="784"/>
                </a:cubicBezTo>
                <a:lnTo>
                  <a:pt x="1092" y="784"/>
                </a:lnTo>
                <a:cubicBezTo>
                  <a:pt x="1081" y="792"/>
                  <a:pt x="1071" y="804"/>
                  <a:pt x="1064" y="820"/>
                </a:cubicBezTo>
                <a:lnTo>
                  <a:pt x="1064" y="787"/>
                </a:lnTo>
                <a:lnTo>
                  <a:pt x="1031" y="754"/>
                </a:lnTo>
                <a:lnTo>
                  <a:pt x="899" y="656"/>
                </a:lnTo>
                <a:lnTo>
                  <a:pt x="669" y="458"/>
                </a:lnTo>
                <a:cubicBezTo>
                  <a:pt x="538" y="294"/>
                  <a:pt x="374" y="163"/>
                  <a:pt x="209" y="31"/>
                </a:cubicBezTo>
                <a:cubicBezTo>
                  <a:pt x="195" y="10"/>
                  <a:pt x="176" y="1"/>
                  <a:pt x="15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4" name="Google Shape;2168;p11"/>
          <p:cNvSpPr/>
          <p:nvPr/>
        </p:nvSpPr>
        <p:spPr>
          <a:xfrm>
            <a:off x="6818760" y="4485600"/>
            <a:ext cx="24840" cy="21600"/>
          </a:xfrm>
          <a:custGeom>
            <a:avLst/>
            <a:gdLst>
              <a:gd name="textAreaLeft" fmla="*/ 0 w 24840"/>
              <a:gd name="textAreaRight" fmla="*/ 25200 w 2484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1192" h="1043">
                <a:moveTo>
                  <a:pt x="158" y="0"/>
                </a:moveTo>
                <a:cubicBezTo>
                  <a:pt x="75" y="0"/>
                  <a:pt x="1" y="93"/>
                  <a:pt x="75" y="166"/>
                </a:cubicBezTo>
                <a:cubicBezTo>
                  <a:pt x="370" y="495"/>
                  <a:pt x="666" y="758"/>
                  <a:pt x="1028" y="1021"/>
                </a:cubicBezTo>
                <a:cubicBezTo>
                  <a:pt x="1041" y="1034"/>
                  <a:pt x="1060" y="1042"/>
                  <a:pt x="1081" y="1042"/>
                </a:cubicBezTo>
                <a:cubicBezTo>
                  <a:pt x="1109" y="1042"/>
                  <a:pt x="1140" y="1026"/>
                  <a:pt x="1159" y="988"/>
                </a:cubicBezTo>
                <a:cubicBezTo>
                  <a:pt x="1192" y="955"/>
                  <a:pt x="1159" y="889"/>
                  <a:pt x="1126" y="857"/>
                </a:cubicBezTo>
                <a:cubicBezTo>
                  <a:pt x="798" y="594"/>
                  <a:pt x="502" y="331"/>
                  <a:pt x="239" y="35"/>
                </a:cubicBezTo>
                <a:cubicBezTo>
                  <a:pt x="214" y="10"/>
                  <a:pt x="186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5" name="Google Shape;2169;p11"/>
          <p:cNvSpPr/>
          <p:nvPr/>
        </p:nvSpPr>
        <p:spPr>
          <a:xfrm>
            <a:off x="6828480" y="4478760"/>
            <a:ext cx="22320" cy="19080"/>
          </a:xfrm>
          <a:custGeom>
            <a:avLst/>
            <a:gdLst>
              <a:gd name="textAreaLeft" fmla="*/ 0 w 22320"/>
              <a:gd name="textAreaRight" fmla="*/ 22680 w 2232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1069" h="923">
                <a:moveTo>
                  <a:pt x="110" y="0"/>
                </a:moveTo>
                <a:cubicBezTo>
                  <a:pt x="44" y="0"/>
                  <a:pt x="1" y="93"/>
                  <a:pt x="50" y="167"/>
                </a:cubicBezTo>
                <a:cubicBezTo>
                  <a:pt x="313" y="430"/>
                  <a:pt x="608" y="693"/>
                  <a:pt x="904" y="923"/>
                </a:cubicBezTo>
                <a:cubicBezTo>
                  <a:pt x="970" y="923"/>
                  <a:pt x="1036" y="923"/>
                  <a:pt x="1036" y="890"/>
                </a:cubicBezTo>
                <a:cubicBezTo>
                  <a:pt x="1068" y="824"/>
                  <a:pt x="1068" y="758"/>
                  <a:pt x="1003" y="725"/>
                </a:cubicBezTo>
                <a:cubicBezTo>
                  <a:pt x="707" y="528"/>
                  <a:pt x="444" y="298"/>
                  <a:pt x="181" y="35"/>
                </a:cubicBezTo>
                <a:cubicBezTo>
                  <a:pt x="157" y="11"/>
                  <a:pt x="132" y="0"/>
                  <a:pt x="11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6" name="Google Shape;2170;p11"/>
          <p:cNvSpPr/>
          <p:nvPr/>
        </p:nvSpPr>
        <p:spPr>
          <a:xfrm>
            <a:off x="6836400" y="4470840"/>
            <a:ext cx="24480" cy="18000"/>
          </a:xfrm>
          <a:custGeom>
            <a:avLst/>
            <a:gdLst>
              <a:gd name="textAreaLeft" fmla="*/ 0 w 24480"/>
              <a:gd name="textAreaRight" fmla="*/ 24840 w 2448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178" h="870">
                <a:moveTo>
                  <a:pt x="157" y="0"/>
                </a:moveTo>
                <a:cubicBezTo>
                  <a:pt x="74" y="0"/>
                  <a:pt x="0" y="92"/>
                  <a:pt x="74" y="166"/>
                </a:cubicBezTo>
                <a:cubicBezTo>
                  <a:pt x="370" y="429"/>
                  <a:pt x="666" y="659"/>
                  <a:pt x="994" y="856"/>
                </a:cubicBezTo>
                <a:cubicBezTo>
                  <a:pt x="1008" y="866"/>
                  <a:pt x="1022" y="870"/>
                  <a:pt x="1035" y="870"/>
                </a:cubicBezTo>
                <a:cubicBezTo>
                  <a:pt x="1117" y="870"/>
                  <a:pt x="1178" y="716"/>
                  <a:pt x="1093" y="659"/>
                </a:cubicBezTo>
                <a:cubicBezTo>
                  <a:pt x="764" y="495"/>
                  <a:pt x="501" y="265"/>
                  <a:pt x="238" y="35"/>
                </a:cubicBezTo>
                <a:cubicBezTo>
                  <a:pt x="214" y="10"/>
                  <a:pt x="185" y="0"/>
                  <a:pt x="15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7" name="Google Shape;2171;p11"/>
          <p:cNvSpPr/>
          <p:nvPr/>
        </p:nvSpPr>
        <p:spPr>
          <a:xfrm>
            <a:off x="6848640" y="4465080"/>
            <a:ext cx="20520" cy="15120"/>
          </a:xfrm>
          <a:custGeom>
            <a:avLst/>
            <a:gdLst>
              <a:gd name="textAreaLeft" fmla="*/ 0 w 20520"/>
              <a:gd name="textAreaRight" fmla="*/ 20880 w 2052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987" h="731">
                <a:moveTo>
                  <a:pt x="177" y="1"/>
                </a:moveTo>
                <a:cubicBezTo>
                  <a:pt x="103" y="1"/>
                  <a:pt x="1" y="125"/>
                  <a:pt x="84" y="180"/>
                </a:cubicBezTo>
                <a:cubicBezTo>
                  <a:pt x="314" y="378"/>
                  <a:pt x="544" y="542"/>
                  <a:pt x="774" y="706"/>
                </a:cubicBezTo>
                <a:cubicBezTo>
                  <a:pt x="791" y="723"/>
                  <a:pt x="809" y="731"/>
                  <a:pt x="827" y="731"/>
                </a:cubicBezTo>
                <a:cubicBezTo>
                  <a:pt x="911" y="731"/>
                  <a:pt x="987" y="569"/>
                  <a:pt x="905" y="542"/>
                </a:cubicBezTo>
                <a:cubicBezTo>
                  <a:pt x="675" y="378"/>
                  <a:pt x="445" y="213"/>
                  <a:pt x="215" y="16"/>
                </a:cubicBezTo>
                <a:cubicBezTo>
                  <a:pt x="204" y="6"/>
                  <a:pt x="191" y="1"/>
                  <a:pt x="17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8" name="Google Shape;2172;p11"/>
          <p:cNvSpPr/>
          <p:nvPr/>
        </p:nvSpPr>
        <p:spPr>
          <a:xfrm>
            <a:off x="6860160" y="4455720"/>
            <a:ext cx="17640" cy="17280"/>
          </a:xfrm>
          <a:custGeom>
            <a:avLst/>
            <a:gdLst>
              <a:gd name="textAreaLeft" fmla="*/ 0 w 17640"/>
              <a:gd name="textAreaRight" fmla="*/ 18000 w 1764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856" h="841">
                <a:moveTo>
                  <a:pt x="137" y="1"/>
                </a:moveTo>
                <a:cubicBezTo>
                  <a:pt x="66" y="1"/>
                  <a:pt x="1" y="74"/>
                  <a:pt x="66" y="161"/>
                </a:cubicBezTo>
                <a:cubicBezTo>
                  <a:pt x="231" y="424"/>
                  <a:pt x="461" y="654"/>
                  <a:pt x="691" y="819"/>
                </a:cubicBezTo>
                <a:cubicBezTo>
                  <a:pt x="718" y="832"/>
                  <a:pt x="745" y="840"/>
                  <a:pt x="770" y="840"/>
                </a:cubicBezTo>
                <a:cubicBezTo>
                  <a:pt x="805" y="840"/>
                  <a:pt x="836" y="824"/>
                  <a:pt x="855" y="786"/>
                </a:cubicBezTo>
                <a:cubicBezTo>
                  <a:pt x="855" y="753"/>
                  <a:pt x="855" y="687"/>
                  <a:pt x="822" y="654"/>
                </a:cubicBezTo>
                <a:lnTo>
                  <a:pt x="789" y="654"/>
                </a:lnTo>
                <a:lnTo>
                  <a:pt x="724" y="589"/>
                </a:lnTo>
                <a:lnTo>
                  <a:pt x="625" y="523"/>
                </a:lnTo>
                <a:cubicBezTo>
                  <a:pt x="559" y="457"/>
                  <a:pt x="526" y="424"/>
                  <a:pt x="461" y="359"/>
                </a:cubicBezTo>
                <a:cubicBezTo>
                  <a:pt x="428" y="326"/>
                  <a:pt x="362" y="260"/>
                  <a:pt x="329" y="227"/>
                </a:cubicBezTo>
                <a:lnTo>
                  <a:pt x="264" y="129"/>
                </a:lnTo>
                <a:lnTo>
                  <a:pt x="264" y="96"/>
                </a:lnTo>
                <a:cubicBezTo>
                  <a:pt x="264" y="96"/>
                  <a:pt x="231" y="96"/>
                  <a:pt x="231" y="63"/>
                </a:cubicBezTo>
                <a:cubicBezTo>
                  <a:pt x="209" y="19"/>
                  <a:pt x="172" y="1"/>
                  <a:pt x="13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09" name="Google Shape;2173;p11"/>
          <p:cNvSpPr/>
          <p:nvPr/>
        </p:nvSpPr>
        <p:spPr>
          <a:xfrm>
            <a:off x="6865560" y="4445640"/>
            <a:ext cx="16560" cy="16920"/>
          </a:xfrm>
          <a:custGeom>
            <a:avLst/>
            <a:gdLst>
              <a:gd name="textAreaLeft" fmla="*/ 0 w 16560"/>
              <a:gd name="textAreaRight" fmla="*/ 16920 w 16560"/>
              <a:gd name="textAreaTop" fmla="*/ 0 h 16920"/>
              <a:gd name="textAreaBottom" fmla="*/ 17280 h 16920"/>
            </a:gdLst>
            <a:ahLst/>
            <a:cxnLst/>
            <a:rect l="textAreaLeft" t="textAreaTop" r="textAreaRight" b="textAreaBottom"/>
            <a:pathLst>
              <a:path w="806" h="808">
                <a:moveTo>
                  <a:pt x="99" y="1"/>
                </a:moveTo>
                <a:cubicBezTo>
                  <a:pt x="74" y="1"/>
                  <a:pt x="50" y="17"/>
                  <a:pt x="33" y="50"/>
                </a:cubicBezTo>
                <a:cubicBezTo>
                  <a:pt x="1" y="83"/>
                  <a:pt x="1" y="149"/>
                  <a:pt x="33" y="181"/>
                </a:cubicBezTo>
                <a:lnTo>
                  <a:pt x="625" y="773"/>
                </a:lnTo>
                <a:cubicBezTo>
                  <a:pt x="650" y="798"/>
                  <a:pt x="674" y="808"/>
                  <a:pt x="696" y="808"/>
                </a:cubicBezTo>
                <a:cubicBezTo>
                  <a:pt x="763" y="808"/>
                  <a:pt x="806" y="715"/>
                  <a:pt x="756" y="641"/>
                </a:cubicBezTo>
                <a:lnTo>
                  <a:pt x="165" y="50"/>
                </a:lnTo>
                <a:cubicBezTo>
                  <a:pt x="148" y="17"/>
                  <a:pt x="12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0" name="Google Shape;2174;p11"/>
          <p:cNvSpPr/>
          <p:nvPr/>
        </p:nvSpPr>
        <p:spPr>
          <a:xfrm>
            <a:off x="6868080" y="4434120"/>
            <a:ext cx="18000" cy="16200"/>
          </a:xfrm>
          <a:custGeom>
            <a:avLst/>
            <a:gdLst>
              <a:gd name="textAreaLeft" fmla="*/ 0 w 18000"/>
              <a:gd name="textAreaRight" fmla="*/ 18360 w 1800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872" h="783">
                <a:moveTo>
                  <a:pt x="138" y="0"/>
                </a:moveTo>
                <a:cubicBezTo>
                  <a:pt x="62" y="0"/>
                  <a:pt x="1" y="93"/>
                  <a:pt x="50" y="167"/>
                </a:cubicBezTo>
                <a:cubicBezTo>
                  <a:pt x="247" y="364"/>
                  <a:pt x="444" y="561"/>
                  <a:pt x="674" y="758"/>
                </a:cubicBezTo>
                <a:cubicBezTo>
                  <a:pt x="691" y="775"/>
                  <a:pt x="715" y="783"/>
                  <a:pt x="744" y="783"/>
                </a:cubicBezTo>
                <a:cubicBezTo>
                  <a:pt x="773" y="783"/>
                  <a:pt x="806" y="775"/>
                  <a:pt x="839" y="758"/>
                </a:cubicBezTo>
                <a:cubicBezTo>
                  <a:pt x="871" y="693"/>
                  <a:pt x="871" y="627"/>
                  <a:pt x="839" y="594"/>
                </a:cubicBezTo>
                <a:cubicBezTo>
                  <a:pt x="608" y="397"/>
                  <a:pt x="411" y="232"/>
                  <a:pt x="214" y="35"/>
                </a:cubicBezTo>
                <a:cubicBezTo>
                  <a:pt x="190" y="11"/>
                  <a:pt x="163" y="0"/>
                  <a:pt x="13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1" name="Google Shape;2175;p11"/>
          <p:cNvSpPr/>
          <p:nvPr/>
        </p:nvSpPr>
        <p:spPr>
          <a:xfrm>
            <a:off x="6873840" y="4420440"/>
            <a:ext cx="19080" cy="18000"/>
          </a:xfrm>
          <a:custGeom>
            <a:avLst/>
            <a:gdLst>
              <a:gd name="textAreaLeft" fmla="*/ 0 w 19080"/>
              <a:gd name="textAreaRight" fmla="*/ 19440 w 1908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921" h="869">
                <a:moveTo>
                  <a:pt x="67" y="0"/>
                </a:moveTo>
                <a:cubicBezTo>
                  <a:pt x="1" y="33"/>
                  <a:pt x="1" y="99"/>
                  <a:pt x="34" y="165"/>
                </a:cubicBezTo>
                <a:cubicBezTo>
                  <a:pt x="231" y="427"/>
                  <a:pt x="461" y="657"/>
                  <a:pt x="724" y="855"/>
                </a:cubicBezTo>
                <a:cubicBezTo>
                  <a:pt x="743" y="864"/>
                  <a:pt x="762" y="868"/>
                  <a:pt x="781" y="868"/>
                </a:cubicBezTo>
                <a:cubicBezTo>
                  <a:pt x="825" y="868"/>
                  <a:pt x="865" y="845"/>
                  <a:pt x="888" y="822"/>
                </a:cubicBezTo>
                <a:cubicBezTo>
                  <a:pt x="921" y="756"/>
                  <a:pt x="888" y="690"/>
                  <a:pt x="855" y="690"/>
                </a:cubicBezTo>
                <a:cubicBezTo>
                  <a:pt x="592" y="493"/>
                  <a:pt x="395" y="296"/>
                  <a:pt x="198" y="33"/>
                </a:cubicBezTo>
                <a:cubicBezTo>
                  <a:pt x="165" y="0"/>
                  <a:pt x="99" y="0"/>
                  <a:pt x="6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2" name="Google Shape;2176;p11"/>
          <p:cNvSpPr/>
          <p:nvPr/>
        </p:nvSpPr>
        <p:spPr>
          <a:xfrm>
            <a:off x="6881040" y="4413600"/>
            <a:ext cx="15840" cy="15480"/>
          </a:xfrm>
          <a:custGeom>
            <a:avLst/>
            <a:gdLst>
              <a:gd name="textAreaLeft" fmla="*/ 0 w 15840"/>
              <a:gd name="textAreaRight" fmla="*/ 16200 w 1584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757" h="741">
                <a:moveTo>
                  <a:pt x="99" y="1"/>
                </a:moveTo>
                <a:cubicBezTo>
                  <a:pt x="74" y="1"/>
                  <a:pt x="50" y="9"/>
                  <a:pt x="33" y="26"/>
                </a:cubicBezTo>
                <a:cubicBezTo>
                  <a:pt x="0" y="58"/>
                  <a:pt x="0" y="124"/>
                  <a:pt x="33" y="157"/>
                </a:cubicBezTo>
                <a:cubicBezTo>
                  <a:pt x="198" y="354"/>
                  <a:pt x="362" y="551"/>
                  <a:pt x="559" y="716"/>
                </a:cubicBezTo>
                <a:cubicBezTo>
                  <a:pt x="592" y="732"/>
                  <a:pt x="617" y="740"/>
                  <a:pt x="641" y="740"/>
                </a:cubicBezTo>
                <a:cubicBezTo>
                  <a:pt x="666" y="740"/>
                  <a:pt x="691" y="732"/>
                  <a:pt x="723" y="716"/>
                </a:cubicBezTo>
                <a:cubicBezTo>
                  <a:pt x="756" y="650"/>
                  <a:pt x="756" y="584"/>
                  <a:pt x="723" y="551"/>
                </a:cubicBezTo>
                <a:cubicBezTo>
                  <a:pt x="526" y="387"/>
                  <a:pt x="329" y="223"/>
                  <a:pt x="165" y="26"/>
                </a:cubicBezTo>
                <a:cubicBezTo>
                  <a:pt x="148" y="9"/>
                  <a:pt x="12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3" name="Google Shape;2177;p11"/>
          <p:cNvSpPr/>
          <p:nvPr/>
        </p:nvSpPr>
        <p:spPr>
          <a:xfrm>
            <a:off x="6884280" y="4399560"/>
            <a:ext cx="18000" cy="18000"/>
          </a:xfrm>
          <a:custGeom>
            <a:avLst/>
            <a:gdLst>
              <a:gd name="textAreaLeft" fmla="*/ 0 w 18000"/>
              <a:gd name="textAreaRight" fmla="*/ 18360 w 1800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869" h="870">
                <a:moveTo>
                  <a:pt x="134" y="1"/>
                </a:moveTo>
                <a:cubicBezTo>
                  <a:pt x="67" y="1"/>
                  <a:pt x="1" y="86"/>
                  <a:pt x="47" y="155"/>
                </a:cubicBezTo>
                <a:cubicBezTo>
                  <a:pt x="244" y="418"/>
                  <a:pt x="441" y="648"/>
                  <a:pt x="704" y="845"/>
                </a:cubicBezTo>
                <a:cubicBezTo>
                  <a:pt x="720" y="861"/>
                  <a:pt x="745" y="869"/>
                  <a:pt x="770" y="869"/>
                </a:cubicBezTo>
                <a:cubicBezTo>
                  <a:pt x="794" y="869"/>
                  <a:pt x="819" y="861"/>
                  <a:pt x="835" y="845"/>
                </a:cubicBezTo>
                <a:cubicBezTo>
                  <a:pt x="868" y="812"/>
                  <a:pt x="868" y="746"/>
                  <a:pt x="835" y="713"/>
                </a:cubicBezTo>
                <a:cubicBezTo>
                  <a:pt x="605" y="516"/>
                  <a:pt x="408" y="286"/>
                  <a:pt x="211" y="56"/>
                </a:cubicBezTo>
                <a:cubicBezTo>
                  <a:pt x="191" y="17"/>
                  <a:pt x="162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4" name="Google Shape;2178;p11"/>
          <p:cNvSpPr/>
          <p:nvPr/>
        </p:nvSpPr>
        <p:spPr>
          <a:xfrm>
            <a:off x="6890760" y="4376160"/>
            <a:ext cx="19080" cy="19080"/>
          </a:xfrm>
          <a:custGeom>
            <a:avLst/>
            <a:gdLst>
              <a:gd name="textAreaLeft" fmla="*/ 0 w 19080"/>
              <a:gd name="textAreaRight" fmla="*/ 19440 w 1908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921" h="922">
                <a:moveTo>
                  <a:pt x="146" y="0"/>
                </a:moveTo>
                <a:cubicBezTo>
                  <a:pt x="121" y="0"/>
                  <a:pt x="93" y="8"/>
                  <a:pt x="66" y="22"/>
                </a:cubicBezTo>
                <a:cubicBezTo>
                  <a:pt x="33" y="22"/>
                  <a:pt x="1" y="88"/>
                  <a:pt x="33" y="154"/>
                </a:cubicBezTo>
                <a:cubicBezTo>
                  <a:pt x="132" y="318"/>
                  <a:pt x="231" y="482"/>
                  <a:pt x="329" y="646"/>
                </a:cubicBezTo>
                <a:cubicBezTo>
                  <a:pt x="395" y="712"/>
                  <a:pt x="461" y="778"/>
                  <a:pt x="526" y="811"/>
                </a:cubicBezTo>
                <a:cubicBezTo>
                  <a:pt x="576" y="885"/>
                  <a:pt x="662" y="922"/>
                  <a:pt x="743" y="922"/>
                </a:cubicBezTo>
                <a:cubicBezTo>
                  <a:pt x="771" y="922"/>
                  <a:pt x="797" y="918"/>
                  <a:pt x="822" y="909"/>
                </a:cubicBezTo>
                <a:cubicBezTo>
                  <a:pt x="888" y="909"/>
                  <a:pt x="921" y="844"/>
                  <a:pt x="888" y="811"/>
                </a:cubicBezTo>
                <a:cubicBezTo>
                  <a:pt x="888" y="745"/>
                  <a:pt x="822" y="712"/>
                  <a:pt x="756" y="712"/>
                </a:cubicBezTo>
                <a:lnTo>
                  <a:pt x="691" y="712"/>
                </a:lnTo>
                <a:lnTo>
                  <a:pt x="625" y="646"/>
                </a:lnTo>
                <a:cubicBezTo>
                  <a:pt x="559" y="581"/>
                  <a:pt x="493" y="515"/>
                  <a:pt x="461" y="449"/>
                </a:cubicBezTo>
                <a:cubicBezTo>
                  <a:pt x="362" y="318"/>
                  <a:pt x="263" y="186"/>
                  <a:pt x="231" y="55"/>
                </a:cubicBezTo>
                <a:cubicBezTo>
                  <a:pt x="211" y="16"/>
                  <a:pt x="181" y="0"/>
                  <a:pt x="14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5" name="Google Shape;2179;p11"/>
          <p:cNvSpPr/>
          <p:nvPr/>
        </p:nvSpPr>
        <p:spPr>
          <a:xfrm>
            <a:off x="6894360" y="4361400"/>
            <a:ext cx="18720" cy="19440"/>
          </a:xfrm>
          <a:custGeom>
            <a:avLst/>
            <a:gdLst>
              <a:gd name="textAreaLeft" fmla="*/ 0 w 18720"/>
              <a:gd name="textAreaRight" fmla="*/ 19080 w 1872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900" h="940">
                <a:moveTo>
                  <a:pt x="120" y="0"/>
                </a:moveTo>
                <a:cubicBezTo>
                  <a:pt x="99" y="0"/>
                  <a:pt x="80" y="8"/>
                  <a:pt x="67" y="22"/>
                </a:cubicBezTo>
                <a:cubicBezTo>
                  <a:pt x="1" y="55"/>
                  <a:pt x="1" y="88"/>
                  <a:pt x="34" y="153"/>
                </a:cubicBezTo>
                <a:cubicBezTo>
                  <a:pt x="231" y="416"/>
                  <a:pt x="428" y="679"/>
                  <a:pt x="658" y="909"/>
                </a:cubicBezTo>
                <a:cubicBezTo>
                  <a:pt x="679" y="931"/>
                  <a:pt x="704" y="940"/>
                  <a:pt x="728" y="940"/>
                </a:cubicBezTo>
                <a:cubicBezTo>
                  <a:pt x="816" y="940"/>
                  <a:pt x="900" y="822"/>
                  <a:pt x="822" y="745"/>
                </a:cubicBezTo>
                <a:lnTo>
                  <a:pt x="822" y="745"/>
                </a:lnTo>
                <a:lnTo>
                  <a:pt x="822" y="778"/>
                </a:lnTo>
                <a:cubicBezTo>
                  <a:pt x="592" y="548"/>
                  <a:pt x="395" y="285"/>
                  <a:pt x="198" y="55"/>
                </a:cubicBezTo>
                <a:cubicBezTo>
                  <a:pt x="179" y="16"/>
                  <a:pt x="148" y="0"/>
                  <a:pt x="12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6" name="Google Shape;2180;p11"/>
          <p:cNvSpPr/>
          <p:nvPr/>
        </p:nvSpPr>
        <p:spPr>
          <a:xfrm>
            <a:off x="6902640" y="4352400"/>
            <a:ext cx="12240" cy="13320"/>
          </a:xfrm>
          <a:custGeom>
            <a:avLst/>
            <a:gdLst>
              <a:gd name="textAreaLeft" fmla="*/ 0 w 12240"/>
              <a:gd name="textAreaRight" fmla="*/ 12600 w 1224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592" h="641">
                <a:moveTo>
                  <a:pt x="103" y="0"/>
                </a:moveTo>
                <a:cubicBezTo>
                  <a:pt x="74" y="0"/>
                  <a:pt x="49" y="8"/>
                  <a:pt x="33" y="25"/>
                </a:cubicBezTo>
                <a:cubicBezTo>
                  <a:pt x="0" y="91"/>
                  <a:pt x="0" y="156"/>
                  <a:pt x="33" y="189"/>
                </a:cubicBezTo>
                <a:lnTo>
                  <a:pt x="427" y="616"/>
                </a:lnTo>
                <a:cubicBezTo>
                  <a:pt x="444" y="633"/>
                  <a:pt x="468" y="641"/>
                  <a:pt x="493" y="641"/>
                </a:cubicBezTo>
                <a:cubicBezTo>
                  <a:pt x="518" y="641"/>
                  <a:pt x="542" y="633"/>
                  <a:pt x="559" y="616"/>
                </a:cubicBezTo>
                <a:cubicBezTo>
                  <a:pt x="592" y="583"/>
                  <a:pt x="592" y="518"/>
                  <a:pt x="559" y="485"/>
                </a:cubicBezTo>
                <a:lnTo>
                  <a:pt x="197" y="25"/>
                </a:lnTo>
                <a:cubicBezTo>
                  <a:pt x="164" y="8"/>
                  <a:pt x="132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7" name="Google Shape;2181;p11"/>
          <p:cNvSpPr/>
          <p:nvPr/>
        </p:nvSpPr>
        <p:spPr>
          <a:xfrm>
            <a:off x="6905520" y="4343760"/>
            <a:ext cx="18000" cy="16200"/>
          </a:xfrm>
          <a:custGeom>
            <a:avLst/>
            <a:gdLst>
              <a:gd name="textAreaLeft" fmla="*/ 0 w 18000"/>
              <a:gd name="textAreaRight" fmla="*/ 18360 w 1800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873" h="788">
                <a:moveTo>
                  <a:pt x="161" y="1"/>
                </a:moveTo>
                <a:cubicBezTo>
                  <a:pt x="88" y="1"/>
                  <a:pt x="0" y="112"/>
                  <a:pt x="51" y="163"/>
                </a:cubicBezTo>
                <a:cubicBezTo>
                  <a:pt x="248" y="393"/>
                  <a:pt x="478" y="590"/>
                  <a:pt x="709" y="787"/>
                </a:cubicBezTo>
                <a:cubicBezTo>
                  <a:pt x="774" y="787"/>
                  <a:pt x="807" y="787"/>
                  <a:pt x="840" y="722"/>
                </a:cubicBezTo>
                <a:cubicBezTo>
                  <a:pt x="873" y="689"/>
                  <a:pt x="873" y="623"/>
                  <a:pt x="807" y="590"/>
                </a:cubicBezTo>
                <a:cubicBezTo>
                  <a:pt x="709" y="524"/>
                  <a:pt x="610" y="426"/>
                  <a:pt x="511" y="327"/>
                </a:cubicBezTo>
                <a:cubicBezTo>
                  <a:pt x="380" y="229"/>
                  <a:pt x="281" y="130"/>
                  <a:pt x="216" y="31"/>
                </a:cubicBezTo>
                <a:cubicBezTo>
                  <a:pt x="201" y="10"/>
                  <a:pt x="182" y="1"/>
                  <a:pt x="16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8" name="Google Shape;2182;p11"/>
          <p:cNvSpPr/>
          <p:nvPr/>
        </p:nvSpPr>
        <p:spPr>
          <a:xfrm>
            <a:off x="6911280" y="4333320"/>
            <a:ext cx="16560" cy="14760"/>
          </a:xfrm>
          <a:custGeom>
            <a:avLst/>
            <a:gdLst>
              <a:gd name="textAreaLeft" fmla="*/ 0 w 16560"/>
              <a:gd name="textAreaRight" fmla="*/ 16920 w 1656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801" h="713">
                <a:moveTo>
                  <a:pt x="143" y="0"/>
                </a:moveTo>
                <a:cubicBezTo>
                  <a:pt x="65" y="0"/>
                  <a:pt x="1" y="118"/>
                  <a:pt x="78" y="195"/>
                </a:cubicBezTo>
                <a:lnTo>
                  <a:pt x="637" y="688"/>
                </a:lnTo>
                <a:cubicBezTo>
                  <a:pt x="653" y="704"/>
                  <a:pt x="678" y="712"/>
                  <a:pt x="702" y="712"/>
                </a:cubicBezTo>
                <a:cubicBezTo>
                  <a:pt x="727" y="712"/>
                  <a:pt x="752" y="704"/>
                  <a:pt x="768" y="688"/>
                </a:cubicBezTo>
                <a:cubicBezTo>
                  <a:pt x="801" y="622"/>
                  <a:pt x="801" y="556"/>
                  <a:pt x="768" y="523"/>
                </a:cubicBezTo>
                <a:lnTo>
                  <a:pt x="209" y="31"/>
                </a:lnTo>
                <a:cubicBezTo>
                  <a:pt x="188" y="9"/>
                  <a:pt x="165" y="0"/>
                  <a:pt x="14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9" name="Google Shape;2183;p11"/>
          <p:cNvSpPr/>
          <p:nvPr/>
        </p:nvSpPr>
        <p:spPr>
          <a:xfrm>
            <a:off x="6918120" y="4326120"/>
            <a:ext cx="15480" cy="14760"/>
          </a:xfrm>
          <a:custGeom>
            <a:avLst/>
            <a:gdLst>
              <a:gd name="textAreaLeft" fmla="*/ 0 w 15480"/>
              <a:gd name="textAreaRight" fmla="*/ 15840 w 15480"/>
              <a:gd name="textAreaTop" fmla="*/ 0 h 14760"/>
              <a:gd name="textAreaBottom" fmla="*/ 15120 h 14760"/>
            </a:gdLst>
            <a:ahLst/>
            <a:cxnLst/>
            <a:rect l="textAreaLeft" t="textAreaTop" r="textAreaRight" b="textAreaBottom"/>
            <a:pathLst>
              <a:path w="744" h="709">
                <a:moveTo>
                  <a:pt x="161" y="0"/>
                </a:moveTo>
                <a:cubicBezTo>
                  <a:pt x="77" y="0"/>
                  <a:pt x="0" y="102"/>
                  <a:pt x="54" y="182"/>
                </a:cubicBezTo>
                <a:cubicBezTo>
                  <a:pt x="218" y="347"/>
                  <a:pt x="382" y="511"/>
                  <a:pt x="580" y="675"/>
                </a:cubicBezTo>
                <a:cubicBezTo>
                  <a:pt x="580" y="675"/>
                  <a:pt x="612" y="708"/>
                  <a:pt x="645" y="708"/>
                </a:cubicBezTo>
                <a:cubicBezTo>
                  <a:pt x="678" y="675"/>
                  <a:pt x="711" y="675"/>
                  <a:pt x="711" y="675"/>
                </a:cubicBezTo>
                <a:cubicBezTo>
                  <a:pt x="744" y="610"/>
                  <a:pt x="744" y="544"/>
                  <a:pt x="711" y="511"/>
                </a:cubicBezTo>
                <a:cubicBezTo>
                  <a:pt x="514" y="380"/>
                  <a:pt x="350" y="215"/>
                  <a:pt x="218" y="18"/>
                </a:cubicBezTo>
                <a:cubicBezTo>
                  <a:pt x="200" y="6"/>
                  <a:pt x="180" y="0"/>
                  <a:pt x="16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0" name="Google Shape;2184;p11"/>
          <p:cNvSpPr/>
          <p:nvPr/>
        </p:nvSpPr>
        <p:spPr>
          <a:xfrm>
            <a:off x="6926040" y="4321080"/>
            <a:ext cx="13680" cy="14400"/>
          </a:xfrm>
          <a:custGeom>
            <a:avLst/>
            <a:gdLst>
              <a:gd name="textAreaLeft" fmla="*/ 0 w 13680"/>
              <a:gd name="textAreaRight" fmla="*/ 14040 w 1368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658" h="696">
                <a:moveTo>
                  <a:pt x="102" y="0"/>
                </a:moveTo>
                <a:cubicBezTo>
                  <a:pt x="88" y="0"/>
                  <a:pt x="76" y="4"/>
                  <a:pt x="66" y="14"/>
                </a:cubicBezTo>
                <a:cubicBezTo>
                  <a:pt x="0" y="47"/>
                  <a:pt x="0" y="113"/>
                  <a:pt x="33" y="146"/>
                </a:cubicBezTo>
                <a:cubicBezTo>
                  <a:pt x="132" y="343"/>
                  <a:pt x="296" y="507"/>
                  <a:pt x="460" y="671"/>
                </a:cubicBezTo>
                <a:cubicBezTo>
                  <a:pt x="477" y="688"/>
                  <a:pt x="502" y="696"/>
                  <a:pt x="526" y="696"/>
                </a:cubicBezTo>
                <a:cubicBezTo>
                  <a:pt x="551" y="696"/>
                  <a:pt x="575" y="688"/>
                  <a:pt x="592" y="671"/>
                </a:cubicBezTo>
                <a:cubicBezTo>
                  <a:pt x="658" y="638"/>
                  <a:pt x="658" y="573"/>
                  <a:pt x="592" y="540"/>
                </a:cubicBezTo>
                <a:lnTo>
                  <a:pt x="592" y="507"/>
                </a:lnTo>
                <a:cubicBezTo>
                  <a:pt x="526" y="441"/>
                  <a:pt x="428" y="376"/>
                  <a:pt x="362" y="277"/>
                </a:cubicBezTo>
                <a:lnTo>
                  <a:pt x="329" y="211"/>
                </a:lnTo>
                <a:lnTo>
                  <a:pt x="296" y="178"/>
                </a:lnTo>
                <a:lnTo>
                  <a:pt x="198" y="47"/>
                </a:lnTo>
                <a:cubicBezTo>
                  <a:pt x="174" y="24"/>
                  <a:pt x="135" y="0"/>
                  <a:pt x="10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1" name="Google Shape;2185;p11"/>
          <p:cNvSpPr/>
          <p:nvPr/>
        </p:nvSpPr>
        <p:spPr>
          <a:xfrm>
            <a:off x="6930360" y="4313520"/>
            <a:ext cx="13680" cy="15480"/>
          </a:xfrm>
          <a:custGeom>
            <a:avLst/>
            <a:gdLst>
              <a:gd name="textAreaLeft" fmla="*/ 0 w 13680"/>
              <a:gd name="textAreaRight" fmla="*/ 14040 w 1368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658" h="740">
                <a:moveTo>
                  <a:pt x="99" y="0"/>
                </a:moveTo>
                <a:cubicBezTo>
                  <a:pt x="74" y="0"/>
                  <a:pt x="50" y="8"/>
                  <a:pt x="33" y="25"/>
                </a:cubicBezTo>
                <a:cubicBezTo>
                  <a:pt x="1" y="58"/>
                  <a:pt x="1" y="123"/>
                  <a:pt x="33" y="189"/>
                </a:cubicBezTo>
                <a:lnTo>
                  <a:pt x="461" y="715"/>
                </a:lnTo>
                <a:cubicBezTo>
                  <a:pt x="477" y="731"/>
                  <a:pt x="502" y="739"/>
                  <a:pt x="530" y="739"/>
                </a:cubicBezTo>
                <a:cubicBezTo>
                  <a:pt x="559" y="739"/>
                  <a:pt x="592" y="731"/>
                  <a:pt x="625" y="715"/>
                </a:cubicBezTo>
                <a:cubicBezTo>
                  <a:pt x="658" y="682"/>
                  <a:pt x="658" y="616"/>
                  <a:pt x="625" y="583"/>
                </a:cubicBezTo>
                <a:lnTo>
                  <a:pt x="165" y="25"/>
                </a:lnTo>
                <a:cubicBezTo>
                  <a:pt x="148" y="8"/>
                  <a:pt x="124" y="0"/>
                  <a:pt x="9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2" name="Google Shape;2186;p11"/>
          <p:cNvSpPr/>
          <p:nvPr/>
        </p:nvSpPr>
        <p:spPr>
          <a:xfrm>
            <a:off x="6933600" y="4308480"/>
            <a:ext cx="14760" cy="15480"/>
          </a:xfrm>
          <a:custGeom>
            <a:avLst/>
            <a:gdLst>
              <a:gd name="textAreaLeft" fmla="*/ 0 w 14760"/>
              <a:gd name="textAreaRight" fmla="*/ 15120 w 1476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716" h="743">
                <a:moveTo>
                  <a:pt x="162" y="0"/>
                </a:moveTo>
                <a:cubicBezTo>
                  <a:pt x="85" y="0"/>
                  <a:pt x="0" y="93"/>
                  <a:pt x="47" y="186"/>
                </a:cubicBezTo>
                <a:cubicBezTo>
                  <a:pt x="178" y="383"/>
                  <a:pt x="310" y="547"/>
                  <a:pt x="474" y="712"/>
                </a:cubicBezTo>
                <a:cubicBezTo>
                  <a:pt x="495" y="733"/>
                  <a:pt x="520" y="742"/>
                  <a:pt x="544" y="742"/>
                </a:cubicBezTo>
                <a:cubicBezTo>
                  <a:pt x="631" y="742"/>
                  <a:pt x="715" y="625"/>
                  <a:pt x="638" y="547"/>
                </a:cubicBezTo>
                <a:lnTo>
                  <a:pt x="605" y="547"/>
                </a:lnTo>
                <a:cubicBezTo>
                  <a:pt x="540" y="449"/>
                  <a:pt x="474" y="383"/>
                  <a:pt x="408" y="285"/>
                </a:cubicBezTo>
                <a:lnTo>
                  <a:pt x="375" y="285"/>
                </a:lnTo>
                <a:lnTo>
                  <a:pt x="310" y="219"/>
                </a:lnTo>
                <a:lnTo>
                  <a:pt x="244" y="54"/>
                </a:lnTo>
                <a:cubicBezTo>
                  <a:pt x="225" y="16"/>
                  <a:pt x="194" y="0"/>
                  <a:pt x="16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3" name="Google Shape;2187;p11"/>
          <p:cNvSpPr/>
          <p:nvPr/>
        </p:nvSpPr>
        <p:spPr>
          <a:xfrm>
            <a:off x="6939360" y="4305600"/>
            <a:ext cx="12960" cy="13320"/>
          </a:xfrm>
          <a:custGeom>
            <a:avLst/>
            <a:gdLst>
              <a:gd name="textAreaLeft" fmla="*/ 0 w 12960"/>
              <a:gd name="textAreaRight" fmla="*/ 13320 w 1296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626" h="642">
                <a:moveTo>
                  <a:pt x="103" y="1"/>
                </a:moveTo>
                <a:cubicBezTo>
                  <a:pt x="75" y="1"/>
                  <a:pt x="50" y="9"/>
                  <a:pt x="34" y="25"/>
                </a:cubicBezTo>
                <a:cubicBezTo>
                  <a:pt x="1" y="58"/>
                  <a:pt x="1" y="124"/>
                  <a:pt x="34" y="189"/>
                </a:cubicBezTo>
                <a:cubicBezTo>
                  <a:pt x="165" y="321"/>
                  <a:pt x="296" y="485"/>
                  <a:pt x="428" y="617"/>
                </a:cubicBezTo>
                <a:cubicBezTo>
                  <a:pt x="444" y="633"/>
                  <a:pt x="469" y="641"/>
                  <a:pt x="494" y="641"/>
                </a:cubicBezTo>
                <a:cubicBezTo>
                  <a:pt x="518" y="641"/>
                  <a:pt x="543" y="633"/>
                  <a:pt x="559" y="617"/>
                </a:cubicBezTo>
                <a:cubicBezTo>
                  <a:pt x="625" y="584"/>
                  <a:pt x="625" y="518"/>
                  <a:pt x="559" y="485"/>
                </a:cubicBezTo>
                <a:lnTo>
                  <a:pt x="198" y="25"/>
                </a:lnTo>
                <a:cubicBezTo>
                  <a:pt x="165" y="9"/>
                  <a:pt x="132" y="1"/>
                  <a:pt x="10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4" name="Google Shape;2188;p11"/>
          <p:cNvSpPr/>
          <p:nvPr/>
        </p:nvSpPr>
        <p:spPr>
          <a:xfrm>
            <a:off x="6945480" y="4304880"/>
            <a:ext cx="11520" cy="9720"/>
          </a:xfrm>
          <a:custGeom>
            <a:avLst/>
            <a:gdLst>
              <a:gd name="textAreaLeft" fmla="*/ 0 w 11520"/>
              <a:gd name="textAreaRight" fmla="*/ 11880 w 1152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555" h="481">
                <a:moveTo>
                  <a:pt x="130" y="0"/>
                </a:moveTo>
                <a:cubicBezTo>
                  <a:pt x="56" y="0"/>
                  <a:pt x="0" y="93"/>
                  <a:pt x="74" y="167"/>
                </a:cubicBezTo>
                <a:lnTo>
                  <a:pt x="337" y="463"/>
                </a:lnTo>
                <a:cubicBezTo>
                  <a:pt x="356" y="475"/>
                  <a:pt x="375" y="480"/>
                  <a:pt x="394" y="480"/>
                </a:cubicBezTo>
                <a:cubicBezTo>
                  <a:pt x="478" y="480"/>
                  <a:pt x="555" y="378"/>
                  <a:pt x="501" y="298"/>
                </a:cubicBezTo>
                <a:lnTo>
                  <a:pt x="206" y="35"/>
                </a:lnTo>
                <a:cubicBezTo>
                  <a:pt x="181" y="11"/>
                  <a:pt x="154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5" name="Google Shape;2189;p11"/>
          <p:cNvSpPr/>
          <p:nvPr/>
        </p:nvSpPr>
        <p:spPr>
          <a:xfrm>
            <a:off x="6762600" y="4486320"/>
            <a:ext cx="10080" cy="10800"/>
          </a:xfrm>
          <a:custGeom>
            <a:avLst/>
            <a:gdLst>
              <a:gd name="textAreaLeft" fmla="*/ 0 w 10080"/>
              <a:gd name="textAreaRight" fmla="*/ 10440 w 1008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498" h="526">
                <a:moveTo>
                  <a:pt x="153" y="0"/>
                </a:moveTo>
                <a:cubicBezTo>
                  <a:pt x="78" y="0"/>
                  <a:pt x="0" y="70"/>
                  <a:pt x="70" y="139"/>
                </a:cubicBezTo>
                <a:lnTo>
                  <a:pt x="37" y="139"/>
                </a:lnTo>
                <a:cubicBezTo>
                  <a:pt x="103" y="271"/>
                  <a:pt x="234" y="402"/>
                  <a:pt x="333" y="501"/>
                </a:cubicBezTo>
                <a:cubicBezTo>
                  <a:pt x="349" y="517"/>
                  <a:pt x="374" y="526"/>
                  <a:pt x="399" y="526"/>
                </a:cubicBezTo>
                <a:cubicBezTo>
                  <a:pt x="423" y="526"/>
                  <a:pt x="448" y="517"/>
                  <a:pt x="464" y="501"/>
                </a:cubicBezTo>
                <a:cubicBezTo>
                  <a:pt x="497" y="468"/>
                  <a:pt x="497" y="402"/>
                  <a:pt x="464" y="369"/>
                </a:cubicBezTo>
                <a:cubicBezTo>
                  <a:pt x="431" y="304"/>
                  <a:pt x="366" y="271"/>
                  <a:pt x="333" y="205"/>
                </a:cubicBezTo>
                <a:cubicBezTo>
                  <a:pt x="300" y="205"/>
                  <a:pt x="300" y="172"/>
                  <a:pt x="300" y="172"/>
                </a:cubicBezTo>
                <a:lnTo>
                  <a:pt x="300" y="139"/>
                </a:lnTo>
                <a:lnTo>
                  <a:pt x="234" y="41"/>
                </a:lnTo>
                <a:cubicBezTo>
                  <a:pt x="215" y="12"/>
                  <a:pt x="185" y="0"/>
                  <a:pt x="15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6" name="Google Shape;2190;p11"/>
          <p:cNvSpPr/>
          <p:nvPr/>
        </p:nvSpPr>
        <p:spPr>
          <a:xfrm>
            <a:off x="6773760" y="4498200"/>
            <a:ext cx="12240" cy="9720"/>
          </a:xfrm>
          <a:custGeom>
            <a:avLst/>
            <a:gdLst>
              <a:gd name="textAreaLeft" fmla="*/ 0 w 12240"/>
              <a:gd name="textAreaRight" fmla="*/ 12600 w 12240"/>
              <a:gd name="textAreaTop" fmla="*/ 0 h 9720"/>
              <a:gd name="textAreaBottom" fmla="*/ 10080 h 9720"/>
            </a:gdLst>
            <a:ahLst/>
            <a:cxnLst/>
            <a:rect l="textAreaLeft" t="textAreaTop" r="textAreaRight" b="textAreaBottom"/>
            <a:pathLst>
              <a:path w="589" h="481">
                <a:moveTo>
                  <a:pt x="158" y="1"/>
                </a:moveTo>
                <a:cubicBezTo>
                  <a:pt x="75" y="1"/>
                  <a:pt x="1" y="93"/>
                  <a:pt x="75" y="167"/>
                </a:cubicBezTo>
                <a:lnTo>
                  <a:pt x="370" y="463"/>
                </a:lnTo>
                <a:cubicBezTo>
                  <a:pt x="389" y="475"/>
                  <a:pt x="409" y="480"/>
                  <a:pt x="428" y="480"/>
                </a:cubicBezTo>
                <a:cubicBezTo>
                  <a:pt x="511" y="480"/>
                  <a:pt x="588" y="379"/>
                  <a:pt x="535" y="298"/>
                </a:cubicBezTo>
                <a:lnTo>
                  <a:pt x="239" y="35"/>
                </a:lnTo>
                <a:cubicBezTo>
                  <a:pt x="214" y="11"/>
                  <a:pt x="186" y="1"/>
                  <a:pt x="15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7" name="Google Shape;2191;p11"/>
          <p:cNvSpPr/>
          <p:nvPr/>
        </p:nvSpPr>
        <p:spPr>
          <a:xfrm>
            <a:off x="6770520" y="4461480"/>
            <a:ext cx="22680" cy="31320"/>
          </a:xfrm>
          <a:custGeom>
            <a:avLst/>
            <a:gdLst>
              <a:gd name="textAreaLeft" fmla="*/ 0 w 22680"/>
              <a:gd name="textAreaRight" fmla="*/ 23040 w 2268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084" h="1502">
                <a:moveTo>
                  <a:pt x="126" y="0"/>
                </a:moveTo>
                <a:cubicBezTo>
                  <a:pt x="65" y="0"/>
                  <a:pt x="1" y="44"/>
                  <a:pt x="21" y="123"/>
                </a:cubicBezTo>
                <a:cubicBezTo>
                  <a:pt x="218" y="616"/>
                  <a:pt x="481" y="1076"/>
                  <a:pt x="842" y="1471"/>
                </a:cubicBezTo>
                <a:cubicBezTo>
                  <a:pt x="863" y="1492"/>
                  <a:pt x="888" y="1501"/>
                  <a:pt x="912" y="1501"/>
                </a:cubicBezTo>
                <a:cubicBezTo>
                  <a:pt x="1000" y="1501"/>
                  <a:pt x="1084" y="1384"/>
                  <a:pt x="1006" y="1306"/>
                </a:cubicBezTo>
                <a:lnTo>
                  <a:pt x="974" y="1306"/>
                </a:lnTo>
                <a:cubicBezTo>
                  <a:pt x="645" y="945"/>
                  <a:pt x="382" y="551"/>
                  <a:pt x="218" y="58"/>
                </a:cubicBezTo>
                <a:cubicBezTo>
                  <a:pt x="205" y="19"/>
                  <a:pt x="166" y="0"/>
                  <a:pt x="12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8" name="Google Shape;2192;p11"/>
          <p:cNvSpPr/>
          <p:nvPr/>
        </p:nvSpPr>
        <p:spPr>
          <a:xfrm>
            <a:off x="6794640" y="4471920"/>
            <a:ext cx="18360" cy="19800"/>
          </a:xfrm>
          <a:custGeom>
            <a:avLst/>
            <a:gdLst>
              <a:gd name="textAreaLeft" fmla="*/ 0 w 18360"/>
              <a:gd name="textAreaRight" fmla="*/ 18720 w 1836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883" h="952">
                <a:moveTo>
                  <a:pt x="147" y="1"/>
                </a:moveTo>
                <a:cubicBezTo>
                  <a:pt x="74" y="1"/>
                  <a:pt x="1" y="74"/>
                  <a:pt x="45" y="161"/>
                </a:cubicBezTo>
                <a:cubicBezTo>
                  <a:pt x="242" y="457"/>
                  <a:pt x="439" y="720"/>
                  <a:pt x="702" y="917"/>
                </a:cubicBezTo>
                <a:cubicBezTo>
                  <a:pt x="727" y="942"/>
                  <a:pt x="751" y="952"/>
                  <a:pt x="773" y="952"/>
                </a:cubicBezTo>
                <a:cubicBezTo>
                  <a:pt x="839" y="952"/>
                  <a:pt x="883" y="860"/>
                  <a:pt x="833" y="786"/>
                </a:cubicBezTo>
                <a:cubicBezTo>
                  <a:pt x="603" y="588"/>
                  <a:pt x="406" y="326"/>
                  <a:pt x="242" y="63"/>
                </a:cubicBezTo>
                <a:cubicBezTo>
                  <a:pt x="220" y="19"/>
                  <a:pt x="183" y="1"/>
                  <a:pt x="14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29" name="Google Shape;2193;p11"/>
          <p:cNvSpPr/>
          <p:nvPr/>
        </p:nvSpPr>
        <p:spPr>
          <a:xfrm>
            <a:off x="6780960" y="4447080"/>
            <a:ext cx="11520" cy="13320"/>
          </a:xfrm>
          <a:custGeom>
            <a:avLst/>
            <a:gdLst>
              <a:gd name="textAreaLeft" fmla="*/ 0 w 11520"/>
              <a:gd name="textAreaRight" fmla="*/ 11880 w 1152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560" h="638">
                <a:moveTo>
                  <a:pt x="119" y="0"/>
                </a:moveTo>
                <a:cubicBezTo>
                  <a:pt x="99" y="0"/>
                  <a:pt x="80" y="8"/>
                  <a:pt x="66" y="22"/>
                </a:cubicBezTo>
                <a:cubicBezTo>
                  <a:pt x="1" y="22"/>
                  <a:pt x="1" y="88"/>
                  <a:pt x="33" y="153"/>
                </a:cubicBezTo>
                <a:cubicBezTo>
                  <a:pt x="99" y="318"/>
                  <a:pt x="231" y="482"/>
                  <a:pt x="395" y="613"/>
                </a:cubicBezTo>
                <a:cubicBezTo>
                  <a:pt x="411" y="630"/>
                  <a:pt x="436" y="638"/>
                  <a:pt x="461" y="638"/>
                </a:cubicBezTo>
                <a:cubicBezTo>
                  <a:pt x="485" y="638"/>
                  <a:pt x="510" y="630"/>
                  <a:pt x="526" y="613"/>
                </a:cubicBezTo>
                <a:cubicBezTo>
                  <a:pt x="559" y="548"/>
                  <a:pt x="559" y="482"/>
                  <a:pt x="526" y="449"/>
                </a:cubicBezTo>
                <a:cubicBezTo>
                  <a:pt x="461" y="383"/>
                  <a:pt x="395" y="318"/>
                  <a:pt x="329" y="252"/>
                </a:cubicBezTo>
                <a:lnTo>
                  <a:pt x="296" y="219"/>
                </a:lnTo>
                <a:lnTo>
                  <a:pt x="264" y="153"/>
                </a:lnTo>
                <a:cubicBezTo>
                  <a:pt x="231" y="120"/>
                  <a:pt x="231" y="88"/>
                  <a:pt x="198" y="55"/>
                </a:cubicBezTo>
                <a:cubicBezTo>
                  <a:pt x="179" y="16"/>
                  <a:pt x="148" y="0"/>
                  <a:pt x="11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0" name="Google Shape;2194;p11"/>
          <p:cNvSpPr/>
          <p:nvPr/>
        </p:nvSpPr>
        <p:spPr>
          <a:xfrm>
            <a:off x="6800400" y="4462200"/>
            <a:ext cx="15840" cy="18720"/>
          </a:xfrm>
          <a:custGeom>
            <a:avLst/>
            <a:gdLst>
              <a:gd name="textAreaLeft" fmla="*/ 0 w 15840"/>
              <a:gd name="textAreaRight" fmla="*/ 16200 w 1584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757" h="901">
                <a:moveTo>
                  <a:pt x="120" y="0"/>
                </a:moveTo>
                <a:cubicBezTo>
                  <a:pt x="99" y="0"/>
                  <a:pt x="80" y="8"/>
                  <a:pt x="66" y="22"/>
                </a:cubicBezTo>
                <a:cubicBezTo>
                  <a:pt x="1" y="55"/>
                  <a:pt x="1" y="120"/>
                  <a:pt x="34" y="153"/>
                </a:cubicBezTo>
                <a:cubicBezTo>
                  <a:pt x="165" y="416"/>
                  <a:pt x="362" y="679"/>
                  <a:pt x="592" y="876"/>
                </a:cubicBezTo>
                <a:cubicBezTo>
                  <a:pt x="609" y="893"/>
                  <a:pt x="633" y="901"/>
                  <a:pt x="658" y="901"/>
                </a:cubicBezTo>
                <a:cubicBezTo>
                  <a:pt x="683" y="901"/>
                  <a:pt x="707" y="893"/>
                  <a:pt x="724" y="876"/>
                </a:cubicBezTo>
                <a:cubicBezTo>
                  <a:pt x="756" y="810"/>
                  <a:pt x="756" y="745"/>
                  <a:pt x="724" y="712"/>
                </a:cubicBezTo>
                <a:cubicBezTo>
                  <a:pt x="494" y="548"/>
                  <a:pt x="329" y="317"/>
                  <a:pt x="198" y="55"/>
                </a:cubicBezTo>
                <a:cubicBezTo>
                  <a:pt x="179" y="16"/>
                  <a:pt x="148" y="0"/>
                  <a:pt x="12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1" name="Google Shape;2195;p11"/>
          <p:cNvSpPr/>
          <p:nvPr/>
        </p:nvSpPr>
        <p:spPr>
          <a:xfrm>
            <a:off x="6802920" y="4451760"/>
            <a:ext cx="16920" cy="17280"/>
          </a:xfrm>
          <a:custGeom>
            <a:avLst/>
            <a:gdLst>
              <a:gd name="textAreaLeft" fmla="*/ 0 w 16920"/>
              <a:gd name="textAreaRight" fmla="*/ 17280 w 1692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822" h="839">
                <a:moveTo>
                  <a:pt x="103" y="0"/>
                </a:moveTo>
                <a:cubicBezTo>
                  <a:pt x="74" y="0"/>
                  <a:pt x="49" y="8"/>
                  <a:pt x="33" y="25"/>
                </a:cubicBezTo>
                <a:cubicBezTo>
                  <a:pt x="0" y="91"/>
                  <a:pt x="0" y="156"/>
                  <a:pt x="33" y="189"/>
                </a:cubicBezTo>
                <a:lnTo>
                  <a:pt x="624" y="813"/>
                </a:lnTo>
                <a:cubicBezTo>
                  <a:pt x="641" y="830"/>
                  <a:pt x="666" y="838"/>
                  <a:pt x="694" y="838"/>
                </a:cubicBezTo>
                <a:cubicBezTo>
                  <a:pt x="723" y="838"/>
                  <a:pt x="756" y="830"/>
                  <a:pt x="789" y="813"/>
                </a:cubicBezTo>
                <a:cubicBezTo>
                  <a:pt x="822" y="781"/>
                  <a:pt x="822" y="715"/>
                  <a:pt x="789" y="682"/>
                </a:cubicBezTo>
                <a:cubicBezTo>
                  <a:pt x="592" y="452"/>
                  <a:pt x="362" y="255"/>
                  <a:pt x="197" y="25"/>
                </a:cubicBezTo>
                <a:cubicBezTo>
                  <a:pt x="164" y="8"/>
                  <a:pt x="132" y="0"/>
                  <a:pt x="103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2" name="Google Shape;2196;p11"/>
          <p:cNvSpPr/>
          <p:nvPr/>
        </p:nvSpPr>
        <p:spPr>
          <a:xfrm>
            <a:off x="6791400" y="4425840"/>
            <a:ext cx="16200" cy="18000"/>
          </a:xfrm>
          <a:custGeom>
            <a:avLst/>
            <a:gdLst>
              <a:gd name="textAreaLeft" fmla="*/ 0 w 16200"/>
              <a:gd name="textAreaRight" fmla="*/ 16560 w 1620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777" h="873">
                <a:moveTo>
                  <a:pt x="66" y="0"/>
                </a:moveTo>
                <a:cubicBezTo>
                  <a:pt x="1" y="33"/>
                  <a:pt x="1" y="99"/>
                  <a:pt x="33" y="164"/>
                </a:cubicBezTo>
                <a:cubicBezTo>
                  <a:pt x="165" y="394"/>
                  <a:pt x="362" y="624"/>
                  <a:pt x="559" y="855"/>
                </a:cubicBezTo>
                <a:cubicBezTo>
                  <a:pt x="578" y="867"/>
                  <a:pt x="597" y="872"/>
                  <a:pt x="616" y="872"/>
                </a:cubicBezTo>
                <a:cubicBezTo>
                  <a:pt x="700" y="872"/>
                  <a:pt x="777" y="770"/>
                  <a:pt x="723" y="690"/>
                </a:cubicBezTo>
                <a:cubicBezTo>
                  <a:pt x="526" y="493"/>
                  <a:pt x="329" y="296"/>
                  <a:pt x="198" y="66"/>
                </a:cubicBezTo>
                <a:cubicBezTo>
                  <a:pt x="165" y="0"/>
                  <a:pt x="99" y="0"/>
                  <a:pt x="6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3" name="Google Shape;2197;p11"/>
          <p:cNvSpPr/>
          <p:nvPr/>
        </p:nvSpPr>
        <p:spPr>
          <a:xfrm>
            <a:off x="6817680" y="4444200"/>
            <a:ext cx="19080" cy="21600"/>
          </a:xfrm>
          <a:custGeom>
            <a:avLst/>
            <a:gdLst>
              <a:gd name="textAreaLeft" fmla="*/ 0 w 19080"/>
              <a:gd name="textAreaRight" fmla="*/ 19440 w 1908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921" h="1033">
                <a:moveTo>
                  <a:pt x="119" y="1"/>
                </a:moveTo>
                <a:cubicBezTo>
                  <a:pt x="99" y="1"/>
                  <a:pt x="80" y="9"/>
                  <a:pt x="66" y="22"/>
                </a:cubicBezTo>
                <a:cubicBezTo>
                  <a:pt x="33" y="22"/>
                  <a:pt x="0" y="88"/>
                  <a:pt x="33" y="154"/>
                </a:cubicBezTo>
                <a:cubicBezTo>
                  <a:pt x="230" y="450"/>
                  <a:pt x="493" y="745"/>
                  <a:pt x="723" y="1008"/>
                </a:cubicBezTo>
                <a:cubicBezTo>
                  <a:pt x="740" y="1025"/>
                  <a:pt x="764" y="1033"/>
                  <a:pt x="793" y="1033"/>
                </a:cubicBezTo>
                <a:cubicBezTo>
                  <a:pt x="822" y="1033"/>
                  <a:pt x="855" y="1025"/>
                  <a:pt x="887" y="1008"/>
                </a:cubicBezTo>
                <a:cubicBezTo>
                  <a:pt x="920" y="975"/>
                  <a:pt x="920" y="910"/>
                  <a:pt x="887" y="877"/>
                </a:cubicBezTo>
                <a:cubicBezTo>
                  <a:pt x="625" y="614"/>
                  <a:pt x="427" y="351"/>
                  <a:pt x="197" y="55"/>
                </a:cubicBezTo>
                <a:cubicBezTo>
                  <a:pt x="178" y="17"/>
                  <a:pt x="148" y="1"/>
                  <a:pt x="11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4" name="Google Shape;2198;p11"/>
          <p:cNvSpPr/>
          <p:nvPr/>
        </p:nvSpPr>
        <p:spPr>
          <a:xfrm>
            <a:off x="6832800" y="4440960"/>
            <a:ext cx="14760" cy="14040"/>
          </a:xfrm>
          <a:custGeom>
            <a:avLst/>
            <a:gdLst>
              <a:gd name="textAreaLeft" fmla="*/ 0 w 14760"/>
              <a:gd name="textAreaRight" fmla="*/ 15120 w 1476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708" h="684">
                <a:moveTo>
                  <a:pt x="138" y="0"/>
                </a:moveTo>
                <a:cubicBezTo>
                  <a:pt x="62" y="0"/>
                  <a:pt x="1" y="92"/>
                  <a:pt x="50" y="166"/>
                </a:cubicBezTo>
                <a:cubicBezTo>
                  <a:pt x="214" y="331"/>
                  <a:pt x="346" y="528"/>
                  <a:pt x="543" y="659"/>
                </a:cubicBezTo>
                <a:cubicBezTo>
                  <a:pt x="559" y="676"/>
                  <a:pt x="584" y="684"/>
                  <a:pt x="609" y="684"/>
                </a:cubicBezTo>
                <a:cubicBezTo>
                  <a:pt x="633" y="684"/>
                  <a:pt x="658" y="676"/>
                  <a:pt x="674" y="659"/>
                </a:cubicBezTo>
                <a:cubicBezTo>
                  <a:pt x="707" y="626"/>
                  <a:pt x="707" y="561"/>
                  <a:pt x="674" y="528"/>
                </a:cubicBezTo>
                <a:cubicBezTo>
                  <a:pt x="510" y="364"/>
                  <a:pt x="346" y="199"/>
                  <a:pt x="214" y="35"/>
                </a:cubicBezTo>
                <a:cubicBezTo>
                  <a:pt x="190" y="10"/>
                  <a:pt x="163" y="0"/>
                  <a:pt x="13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5" name="Google Shape;2199;p11"/>
          <p:cNvSpPr/>
          <p:nvPr/>
        </p:nvSpPr>
        <p:spPr>
          <a:xfrm>
            <a:off x="6815520" y="4419360"/>
            <a:ext cx="10800" cy="11520"/>
          </a:xfrm>
          <a:custGeom>
            <a:avLst/>
            <a:gdLst>
              <a:gd name="textAreaLeft" fmla="*/ 0 w 10800"/>
              <a:gd name="textAreaRight" fmla="*/ 11160 w 1080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527" h="568">
                <a:moveTo>
                  <a:pt x="103" y="1"/>
                </a:moveTo>
                <a:cubicBezTo>
                  <a:pt x="75" y="1"/>
                  <a:pt x="50" y="17"/>
                  <a:pt x="33" y="50"/>
                </a:cubicBezTo>
                <a:cubicBezTo>
                  <a:pt x="1" y="83"/>
                  <a:pt x="1" y="149"/>
                  <a:pt x="33" y="182"/>
                </a:cubicBezTo>
                <a:lnTo>
                  <a:pt x="329" y="543"/>
                </a:lnTo>
                <a:cubicBezTo>
                  <a:pt x="362" y="560"/>
                  <a:pt x="395" y="568"/>
                  <a:pt x="424" y="568"/>
                </a:cubicBezTo>
                <a:cubicBezTo>
                  <a:pt x="452" y="568"/>
                  <a:pt x="477" y="560"/>
                  <a:pt x="494" y="543"/>
                </a:cubicBezTo>
                <a:cubicBezTo>
                  <a:pt x="526" y="510"/>
                  <a:pt x="526" y="445"/>
                  <a:pt x="494" y="379"/>
                </a:cubicBezTo>
                <a:lnTo>
                  <a:pt x="198" y="50"/>
                </a:lnTo>
                <a:cubicBezTo>
                  <a:pt x="165" y="17"/>
                  <a:pt x="132" y="1"/>
                  <a:pt x="10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6" name="Google Shape;2200;p11"/>
          <p:cNvSpPr/>
          <p:nvPr/>
        </p:nvSpPr>
        <p:spPr>
          <a:xfrm>
            <a:off x="6831720" y="4412520"/>
            <a:ext cx="21240" cy="29160"/>
          </a:xfrm>
          <a:custGeom>
            <a:avLst/>
            <a:gdLst>
              <a:gd name="textAreaLeft" fmla="*/ 0 w 21240"/>
              <a:gd name="textAreaRight" fmla="*/ 21600 w 21240"/>
              <a:gd name="textAreaTop" fmla="*/ 0 h 29160"/>
              <a:gd name="textAreaBottom" fmla="*/ 29520 h 29160"/>
            </a:gdLst>
            <a:ahLst/>
            <a:cxnLst/>
            <a:rect l="textAreaLeft" t="textAreaTop" r="textAreaRight" b="textAreaBottom"/>
            <a:pathLst>
              <a:path w="1021" h="1387">
                <a:moveTo>
                  <a:pt x="130" y="1"/>
                </a:moveTo>
                <a:cubicBezTo>
                  <a:pt x="59" y="1"/>
                  <a:pt x="0" y="71"/>
                  <a:pt x="23" y="140"/>
                </a:cubicBezTo>
                <a:cubicBezTo>
                  <a:pt x="220" y="567"/>
                  <a:pt x="483" y="995"/>
                  <a:pt x="812" y="1356"/>
                </a:cubicBezTo>
                <a:cubicBezTo>
                  <a:pt x="833" y="1377"/>
                  <a:pt x="856" y="1386"/>
                  <a:pt x="878" y="1386"/>
                </a:cubicBezTo>
                <a:cubicBezTo>
                  <a:pt x="957" y="1386"/>
                  <a:pt x="1021" y="1269"/>
                  <a:pt x="943" y="1192"/>
                </a:cubicBezTo>
                <a:cubicBezTo>
                  <a:pt x="648" y="863"/>
                  <a:pt x="385" y="469"/>
                  <a:pt x="220" y="42"/>
                </a:cubicBezTo>
                <a:cubicBezTo>
                  <a:pt x="192" y="13"/>
                  <a:pt x="160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7" name="Google Shape;2201;p11"/>
          <p:cNvSpPr/>
          <p:nvPr/>
        </p:nvSpPr>
        <p:spPr>
          <a:xfrm>
            <a:off x="6846120" y="4415760"/>
            <a:ext cx="12600" cy="15480"/>
          </a:xfrm>
          <a:custGeom>
            <a:avLst/>
            <a:gdLst>
              <a:gd name="textAreaLeft" fmla="*/ 0 w 12600"/>
              <a:gd name="textAreaRight" fmla="*/ 12960 w 1260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616" h="753">
                <a:moveTo>
                  <a:pt x="119" y="1"/>
                </a:moveTo>
                <a:cubicBezTo>
                  <a:pt x="99" y="1"/>
                  <a:pt x="80" y="8"/>
                  <a:pt x="66" y="22"/>
                </a:cubicBezTo>
                <a:cubicBezTo>
                  <a:pt x="33" y="55"/>
                  <a:pt x="0" y="88"/>
                  <a:pt x="33" y="154"/>
                </a:cubicBezTo>
                <a:cubicBezTo>
                  <a:pt x="132" y="351"/>
                  <a:pt x="263" y="515"/>
                  <a:pt x="395" y="712"/>
                </a:cubicBezTo>
                <a:cubicBezTo>
                  <a:pt x="414" y="741"/>
                  <a:pt x="442" y="753"/>
                  <a:pt x="470" y="753"/>
                </a:cubicBezTo>
                <a:cubicBezTo>
                  <a:pt x="540" y="753"/>
                  <a:pt x="615" y="683"/>
                  <a:pt x="592" y="614"/>
                </a:cubicBezTo>
                <a:cubicBezTo>
                  <a:pt x="461" y="416"/>
                  <a:pt x="329" y="252"/>
                  <a:pt x="198" y="55"/>
                </a:cubicBezTo>
                <a:cubicBezTo>
                  <a:pt x="178" y="16"/>
                  <a:pt x="148" y="1"/>
                  <a:pt x="11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8" name="Google Shape;2202;p11"/>
          <p:cNvSpPr/>
          <p:nvPr/>
        </p:nvSpPr>
        <p:spPr>
          <a:xfrm>
            <a:off x="6852240" y="4404240"/>
            <a:ext cx="13320" cy="11520"/>
          </a:xfrm>
          <a:custGeom>
            <a:avLst/>
            <a:gdLst>
              <a:gd name="textAreaLeft" fmla="*/ 0 w 13320"/>
              <a:gd name="textAreaRight" fmla="*/ 13680 w 13320"/>
              <a:gd name="textAreaTop" fmla="*/ 0 h 11520"/>
              <a:gd name="textAreaBottom" fmla="*/ 11880 h 11520"/>
            </a:gdLst>
            <a:ahLst/>
            <a:cxnLst/>
            <a:rect l="textAreaLeft" t="textAreaTop" r="textAreaRight" b="textAreaBottom"/>
            <a:pathLst>
              <a:path w="642" h="553">
                <a:moveTo>
                  <a:pt x="138" y="0"/>
                </a:moveTo>
                <a:cubicBezTo>
                  <a:pt x="62" y="0"/>
                  <a:pt x="1" y="93"/>
                  <a:pt x="50" y="167"/>
                </a:cubicBezTo>
                <a:lnTo>
                  <a:pt x="477" y="528"/>
                </a:lnTo>
                <a:cubicBezTo>
                  <a:pt x="494" y="545"/>
                  <a:pt x="518" y="553"/>
                  <a:pt x="543" y="553"/>
                </a:cubicBezTo>
                <a:cubicBezTo>
                  <a:pt x="568" y="553"/>
                  <a:pt x="592" y="545"/>
                  <a:pt x="609" y="528"/>
                </a:cubicBezTo>
                <a:cubicBezTo>
                  <a:pt x="642" y="495"/>
                  <a:pt x="642" y="430"/>
                  <a:pt x="609" y="397"/>
                </a:cubicBezTo>
                <a:lnTo>
                  <a:pt x="214" y="35"/>
                </a:lnTo>
                <a:cubicBezTo>
                  <a:pt x="190" y="11"/>
                  <a:pt x="163" y="0"/>
                  <a:pt x="13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39" name="Google Shape;2203;p11"/>
          <p:cNvSpPr/>
          <p:nvPr/>
        </p:nvSpPr>
        <p:spPr>
          <a:xfrm>
            <a:off x="6861600" y="4394520"/>
            <a:ext cx="11880" cy="8280"/>
          </a:xfrm>
          <a:custGeom>
            <a:avLst/>
            <a:gdLst>
              <a:gd name="textAreaLeft" fmla="*/ 0 w 11880"/>
              <a:gd name="textAreaRight" fmla="*/ 12240 w 1188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581" h="414">
                <a:moveTo>
                  <a:pt x="155" y="0"/>
                </a:moveTo>
                <a:cubicBezTo>
                  <a:pt x="69" y="0"/>
                  <a:pt x="0" y="111"/>
                  <a:pt x="88" y="170"/>
                </a:cubicBezTo>
                <a:lnTo>
                  <a:pt x="417" y="400"/>
                </a:lnTo>
                <a:cubicBezTo>
                  <a:pt x="436" y="409"/>
                  <a:pt x="455" y="413"/>
                  <a:pt x="474" y="413"/>
                </a:cubicBezTo>
                <a:cubicBezTo>
                  <a:pt x="518" y="413"/>
                  <a:pt x="558" y="390"/>
                  <a:pt x="581" y="367"/>
                </a:cubicBezTo>
                <a:cubicBezTo>
                  <a:pt x="581" y="301"/>
                  <a:pt x="581" y="235"/>
                  <a:pt x="548" y="203"/>
                </a:cubicBezTo>
                <a:lnTo>
                  <a:pt x="187" y="5"/>
                </a:lnTo>
                <a:cubicBezTo>
                  <a:pt x="176" y="2"/>
                  <a:pt x="165" y="0"/>
                  <a:pt x="15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0" name="Google Shape;2204;p11"/>
          <p:cNvSpPr/>
          <p:nvPr/>
        </p:nvSpPr>
        <p:spPr>
          <a:xfrm>
            <a:off x="6864120" y="4366440"/>
            <a:ext cx="19080" cy="20880"/>
          </a:xfrm>
          <a:custGeom>
            <a:avLst/>
            <a:gdLst>
              <a:gd name="textAreaLeft" fmla="*/ 0 w 19080"/>
              <a:gd name="textAreaRight" fmla="*/ 19440 w 1908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911" h="996">
                <a:moveTo>
                  <a:pt x="140" y="1"/>
                </a:moveTo>
                <a:cubicBezTo>
                  <a:pt x="72" y="1"/>
                  <a:pt x="1" y="78"/>
                  <a:pt x="48" y="172"/>
                </a:cubicBezTo>
                <a:lnTo>
                  <a:pt x="48" y="139"/>
                </a:lnTo>
                <a:cubicBezTo>
                  <a:pt x="212" y="468"/>
                  <a:pt x="442" y="731"/>
                  <a:pt x="672" y="961"/>
                </a:cubicBezTo>
                <a:cubicBezTo>
                  <a:pt x="697" y="986"/>
                  <a:pt x="725" y="996"/>
                  <a:pt x="753" y="996"/>
                </a:cubicBezTo>
                <a:cubicBezTo>
                  <a:pt x="836" y="996"/>
                  <a:pt x="910" y="903"/>
                  <a:pt x="836" y="830"/>
                </a:cubicBezTo>
                <a:cubicBezTo>
                  <a:pt x="573" y="600"/>
                  <a:pt x="376" y="337"/>
                  <a:pt x="212" y="41"/>
                </a:cubicBezTo>
                <a:cubicBezTo>
                  <a:pt x="193" y="13"/>
                  <a:pt x="167" y="1"/>
                  <a:pt x="14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1" name="Google Shape;2205;p11"/>
          <p:cNvSpPr/>
          <p:nvPr/>
        </p:nvSpPr>
        <p:spPr>
          <a:xfrm>
            <a:off x="6846840" y="4348800"/>
            <a:ext cx="16200" cy="18000"/>
          </a:xfrm>
          <a:custGeom>
            <a:avLst/>
            <a:gdLst>
              <a:gd name="textAreaLeft" fmla="*/ 0 w 16200"/>
              <a:gd name="textAreaRight" fmla="*/ 16560 w 1620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789" h="864">
                <a:moveTo>
                  <a:pt x="99" y="1"/>
                </a:moveTo>
                <a:cubicBezTo>
                  <a:pt x="74" y="1"/>
                  <a:pt x="50" y="9"/>
                  <a:pt x="33" y="26"/>
                </a:cubicBezTo>
                <a:cubicBezTo>
                  <a:pt x="0" y="58"/>
                  <a:pt x="0" y="124"/>
                  <a:pt x="33" y="157"/>
                </a:cubicBezTo>
                <a:lnTo>
                  <a:pt x="625" y="814"/>
                </a:lnTo>
                <a:cubicBezTo>
                  <a:pt x="641" y="847"/>
                  <a:pt x="666" y="863"/>
                  <a:pt x="690" y="863"/>
                </a:cubicBezTo>
                <a:cubicBezTo>
                  <a:pt x="715" y="863"/>
                  <a:pt x="740" y="847"/>
                  <a:pt x="756" y="814"/>
                </a:cubicBezTo>
                <a:cubicBezTo>
                  <a:pt x="789" y="781"/>
                  <a:pt x="789" y="716"/>
                  <a:pt x="756" y="683"/>
                </a:cubicBezTo>
                <a:lnTo>
                  <a:pt x="165" y="26"/>
                </a:lnTo>
                <a:cubicBezTo>
                  <a:pt x="148" y="9"/>
                  <a:pt x="124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2" name="Google Shape;2206;p11"/>
          <p:cNvSpPr/>
          <p:nvPr/>
        </p:nvSpPr>
        <p:spPr>
          <a:xfrm>
            <a:off x="6849000" y="4370400"/>
            <a:ext cx="12240" cy="13320"/>
          </a:xfrm>
          <a:custGeom>
            <a:avLst/>
            <a:gdLst>
              <a:gd name="textAreaLeft" fmla="*/ 0 w 12240"/>
              <a:gd name="textAreaRight" fmla="*/ 12600 w 1224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593" h="642">
                <a:moveTo>
                  <a:pt x="116" y="1"/>
                </a:moveTo>
                <a:cubicBezTo>
                  <a:pt x="99" y="1"/>
                  <a:pt x="83" y="9"/>
                  <a:pt x="67" y="25"/>
                </a:cubicBezTo>
                <a:cubicBezTo>
                  <a:pt x="34" y="58"/>
                  <a:pt x="1" y="124"/>
                  <a:pt x="34" y="157"/>
                </a:cubicBezTo>
                <a:lnTo>
                  <a:pt x="1" y="124"/>
                </a:lnTo>
                <a:lnTo>
                  <a:pt x="1" y="124"/>
                </a:lnTo>
                <a:cubicBezTo>
                  <a:pt x="132" y="288"/>
                  <a:pt x="264" y="452"/>
                  <a:pt x="428" y="617"/>
                </a:cubicBezTo>
                <a:cubicBezTo>
                  <a:pt x="445" y="633"/>
                  <a:pt x="469" y="641"/>
                  <a:pt x="494" y="641"/>
                </a:cubicBezTo>
                <a:cubicBezTo>
                  <a:pt x="518" y="641"/>
                  <a:pt x="543" y="633"/>
                  <a:pt x="560" y="617"/>
                </a:cubicBezTo>
                <a:cubicBezTo>
                  <a:pt x="592" y="584"/>
                  <a:pt x="592" y="518"/>
                  <a:pt x="560" y="452"/>
                </a:cubicBezTo>
                <a:cubicBezTo>
                  <a:pt x="494" y="387"/>
                  <a:pt x="428" y="321"/>
                  <a:pt x="362" y="255"/>
                </a:cubicBezTo>
                <a:lnTo>
                  <a:pt x="297" y="157"/>
                </a:lnTo>
                <a:lnTo>
                  <a:pt x="231" y="91"/>
                </a:lnTo>
                <a:lnTo>
                  <a:pt x="198" y="58"/>
                </a:lnTo>
                <a:cubicBezTo>
                  <a:pt x="198" y="25"/>
                  <a:pt x="165" y="25"/>
                  <a:pt x="165" y="25"/>
                </a:cubicBezTo>
                <a:cubicBezTo>
                  <a:pt x="149" y="9"/>
                  <a:pt x="132" y="1"/>
                  <a:pt x="11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3" name="Google Shape;2207;p11"/>
          <p:cNvSpPr/>
          <p:nvPr/>
        </p:nvSpPr>
        <p:spPr>
          <a:xfrm>
            <a:off x="6809040" y="4344120"/>
            <a:ext cx="17640" cy="16560"/>
          </a:xfrm>
          <a:custGeom>
            <a:avLst/>
            <a:gdLst>
              <a:gd name="textAreaLeft" fmla="*/ 0 w 17640"/>
              <a:gd name="textAreaRight" fmla="*/ 18000 w 1764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843" h="799">
                <a:moveTo>
                  <a:pt x="131" y="1"/>
                </a:moveTo>
                <a:cubicBezTo>
                  <a:pt x="55" y="1"/>
                  <a:pt x="0" y="103"/>
                  <a:pt x="54" y="183"/>
                </a:cubicBezTo>
                <a:cubicBezTo>
                  <a:pt x="251" y="380"/>
                  <a:pt x="448" y="577"/>
                  <a:pt x="645" y="774"/>
                </a:cubicBezTo>
                <a:cubicBezTo>
                  <a:pt x="678" y="791"/>
                  <a:pt x="711" y="799"/>
                  <a:pt x="740" y="799"/>
                </a:cubicBezTo>
                <a:cubicBezTo>
                  <a:pt x="768" y="799"/>
                  <a:pt x="793" y="791"/>
                  <a:pt x="810" y="774"/>
                </a:cubicBezTo>
                <a:cubicBezTo>
                  <a:pt x="842" y="709"/>
                  <a:pt x="842" y="643"/>
                  <a:pt x="810" y="610"/>
                </a:cubicBezTo>
                <a:cubicBezTo>
                  <a:pt x="580" y="446"/>
                  <a:pt x="382" y="249"/>
                  <a:pt x="185" y="18"/>
                </a:cubicBezTo>
                <a:cubicBezTo>
                  <a:pt x="167" y="6"/>
                  <a:pt x="148" y="1"/>
                  <a:pt x="13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4" name="Google Shape;2208;p11"/>
          <p:cNvSpPr/>
          <p:nvPr/>
        </p:nvSpPr>
        <p:spPr>
          <a:xfrm>
            <a:off x="6802920" y="4330080"/>
            <a:ext cx="7920" cy="7200"/>
          </a:xfrm>
          <a:custGeom>
            <a:avLst/>
            <a:gdLst>
              <a:gd name="textAreaLeft" fmla="*/ 0 w 7920"/>
              <a:gd name="textAreaRight" fmla="*/ 8280 w 7920"/>
              <a:gd name="textAreaTop" fmla="*/ 0 h 7200"/>
              <a:gd name="textAreaBottom" fmla="*/ 7560 h 7200"/>
            </a:gdLst>
            <a:ahLst/>
            <a:cxnLst/>
            <a:rect l="textAreaLeft" t="textAreaTop" r="textAreaRight" b="textAreaBottom"/>
            <a:pathLst>
              <a:path w="395" h="354">
                <a:moveTo>
                  <a:pt x="99" y="1"/>
                </a:moveTo>
                <a:cubicBezTo>
                  <a:pt x="91" y="1"/>
                  <a:pt x="82" y="9"/>
                  <a:pt x="66" y="25"/>
                </a:cubicBezTo>
                <a:cubicBezTo>
                  <a:pt x="33" y="25"/>
                  <a:pt x="0" y="25"/>
                  <a:pt x="0" y="58"/>
                </a:cubicBezTo>
                <a:cubicBezTo>
                  <a:pt x="0" y="91"/>
                  <a:pt x="0" y="124"/>
                  <a:pt x="0" y="157"/>
                </a:cubicBezTo>
                <a:cubicBezTo>
                  <a:pt x="0" y="190"/>
                  <a:pt x="33" y="190"/>
                  <a:pt x="33" y="190"/>
                </a:cubicBezTo>
                <a:lnTo>
                  <a:pt x="230" y="354"/>
                </a:lnTo>
                <a:lnTo>
                  <a:pt x="329" y="354"/>
                </a:lnTo>
                <a:cubicBezTo>
                  <a:pt x="329" y="354"/>
                  <a:pt x="362" y="321"/>
                  <a:pt x="394" y="321"/>
                </a:cubicBezTo>
                <a:cubicBezTo>
                  <a:pt x="394" y="288"/>
                  <a:pt x="394" y="255"/>
                  <a:pt x="394" y="222"/>
                </a:cubicBezTo>
                <a:lnTo>
                  <a:pt x="394" y="190"/>
                </a:lnTo>
                <a:cubicBezTo>
                  <a:pt x="362" y="190"/>
                  <a:pt x="362" y="190"/>
                  <a:pt x="329" y="157"/>
                </a:cubicBezTo>
                <a:lnTo>
                  <a:pt x="132" y="25"/>
                </a:lnTo>
                <a:cubicBezTo>
                  <a:pt x="115" y="9"/>
                  <a:pt x="107" y="1"/>
                  <a:pt x="9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5" name="Google Shape;2209;p11"/>
          <p:cNvSpPr/>
          <p:nvPr/>
        </p:nvSpPr>
        <p:spPr>
          <a:xfrm>
            <a:off x="8246880" y="3578760"/>
            <a:ext cx="565920" cy="481320"/>
          </a:xfrm>
          <a:custGeom>
            <a:avLst/>
            <a:gdLst>
              <a:gd name="textAreaLeft" fmla="*/ 0 w 565920"/>
              <a:gd name="textAreaRight" fmla="*/ 566280 w 565920"/>
              <a:gd name="textAreaTop" fmla="*/ 0 h 481320"/>
              <a:gd name="textAreaBottom" fmla="*/ 481680 h 481320"/>
            </a:gdLst>
            <a:ahLst/>
            <a:cxnLst/>
            <a:rect l="textAreaLeft" t="textAreaTop" r="textAreaRight" b="textAreaBottom"/>
            <a:pathLst>
              <a:path w="26750" h="22761">
                <a:moveTo>
                  <a:pt x="23015" y="0"/>
                </a:moveTo>
                <a:cubicBezTo>
                  <a:pt x="22880" y="0"/>
                  <a:pt x="22741" y="30"/>
                  <a:pt x="22609" y="91"/>
                </a:cubicBezTo>
                <a:cubicBezTo>
                  <a:pt x="22214" y="354"/>
                  <a:pt x="22214" y="945"/>
                  <a:pt x="22642" y="1175"/>
                </a:cubicBezTo>
                <a:cubicBezTo>
                  <a:pt x="22584" y="1167"/>
                  <a:pt x="22529" y="1163"/>
                  <a:pt x="22475" y="1163"/>
                </a:cubicBezTo>
                <a:cubicBezTo>
                  <a:pt x="22313" y="1163"/>
                  <a:pt x="22165" y="1200"/>
                  <a:pt x="22017" y="1274"/>
                </a:cubicBezTo>
                <a:cubicBezTo>
                  <a:pt x="21919" y="1340"/>
                  <a:pt x="21853" y="1438"/>
                  <a:pt x="21853" y="1570"/>
                </a:cubicBezTo>
                <a:cubicBezTo>
                  <a:pt x="21671" y="1126"/>
                  <a:pt x="21327" y="942"/>
                  <a:pt x="20983" y="942"/>
                </a:cubicBezTo>
                <a:cubicBezTo>
                  <a:pt x="20333" y="942"/>
                  <a:pt x="19682" y="1596"/>
                  <a:pt x="20111" y="2391"/>
                </a:cubicBezTo>
                <a:cubicBezTo>
                  <a:pt x="19824" y="2354"/>
                  <a:pt x="19519" y="2327"/>
                  <a:pt x="19216" y="2327"/>
                </a:cubicBezTo>
                <a:cubicBezTo>
                  <a:pt x="18444" y="2327"/>
                  <a:pt x="17687" y="2500"/>
                  <a:pt x="17285" y="3114"/>
                </a:cubicBezTo>
                <a:cubicBezTo>
                  <a:pt x="17483" y="3640"/>
                  <a:pt x="17450" y="4231"/>
                  <a:pt x="17187" y="4724"/>
                </a:cubicBezTo>
                <a:cubicBezTo>
                  <a:pt x="17059" y="4418"/>
                  <a:pt x="16803" y="4285"/>
                  <a:pt x="16547" y="4285"/>
                </a:cubicBezTo>
                <a:cubicBezTo>
                  <a:pt x="16143" y="4285"/>
                  <a:pt x="15739" y="4616"/>
                  <a:pt x="15840" y="5119"/>
                </a:cubicBezTo>
                <a:cubicBezTo>
                  <a:pt x="15517" y="5213"/>
                  <a:pt x="15173" y="5308"/>
                  <a:pt x="14850" y="5308"/>
                </a:cubicBezTo>
                <a:cubicBezTo>
                  <a:pt x="14615" y="5308"/>
                  <a:pt x="14391" y="5257"/>
                  <a:pt x="14196" y="5119"/>
                </a:cubicBezTo>
                <a:cubicBezTo>
                  <a:pt x="13802" y="4856"/>
                  <a:pt x="13638" y="4396"/>
                  <a:pt x="13309" y="4100"/>
                </a:cubicBezTo>
                <a:cubicBezTo>
                  <a:pt x="13190" y="4003"/>
                  <a:pt x="13029" y="3959"/>
                  <a:pt x="12870" y="3959"/>
                </a:cubicBezTo>
                <a:cubicBezTo>
                  <a:pt x="12547" y="3959"/>
                  <a:pt x="12235" y="4142"/>
                  <a:pt x="12323" y="4428"/>
                </a:cubicBezTo>
                <a:lnTo>
                  <a:pt x="11732" y="4067"/>
                </a:lnTo>
                <a:cubicBezTo>
                  <a:pt x="11664" y="4373"/>
                  <a:pt x="11384" y="4495"/>
                  <a:pt x="11062" y="4495"/>
                </a:cubicBezTo>
                <a:cubicBezTo>
                  <a:pt x="10762" y="4495"/>
                  <a:pt x="10425" y="4390"/>
                  <a:pt x="10188" y="4231"/>
                </a:cubicBezTo>
                <a:cubicBezTo>
                  <a:pt x="9803" y="3967"/>
                  <a:pt x="9365" y="3667"/>
                  <a:pt x="8965" y="3667"/>
                </a:cubicBezTo>
                <a:cubicBezTo>
                  <a:pt x="8818" y="3667"/>
                  <a:pt x="8677" y="3707"/>
                  <a:pt x="8545" y="3804"/>
                </a:cubicBezTo>
                <a:cubicBezTo>
                  <a:pt x="8347" y="3936"/>
                  <a:pt x="8249" y="4133"/>
                  <a:pt x="8085" y="4297"/>
                </a:cubicBezTo>
                <a:cubicBezTo>
                  <a:pt x="7939" y="4406"/>
                  <a:pt x="7776" y="4452"/>
                  <a:pt x="7605" y="4452"/>
                </a:cubicBezTo>
                <a:cubicBezTo>
                  <a:pt x="7158" y="4452"/>
                  <a:pt x="6657" y="4137"/>
                  <a:pt x="6277" y="3804"/>
                </a:cubicBezTo>
                <a:cubicBezTo>
                  <a:pt x="6409" y="3640"/>
                  <a:pt x="6540" y="3476"/>
                  <a:pt x="6704" y="3344"/>
                </a:cubicBezTo>
                <a:cubicBezTo>
                  <a:pt x="5981" y="3114"/>
                  <a:pt x="5357" y="2720"/>
                  <a:pt x="4634" y="2555"/>
                </a:cubicBezTo>
                <a:cubicBezTo>
                  <a:pt x="4503" y="2539"/>
                  <a:pt x="4363" y="2531"/>
                  <a:pt x="4223" y="2531"/>
                </a:cubicBezTo>
                <a:cubicBezTo>
                  <a:pt x="4084" y="2531"/>
                  <a:pt x="3944" y="2539"/>
                  <a:pt x="3813" y="2555"/>
                </a:cubicBezTo>
                <a:lnTo>
                  <a:pt x="4273" y="2194"/>
                </a:lnTo>
                <a:lnTo>
                  <a:pt x="4273" y="2194"/>
                </a:lnTo>
                <a:cubicBezTo>
                  <a:pt x="4063" y="2278"/>
                  <a:pt x="3846" y="2318"/>
                  <a:pt x="3633" y="2318"/>
                </a:cubicBezTo>
                <a:cubicBezTo>
                  <a:pt x="3180" y="2318"/>
                  <a:pt x="2746" y="2135"/>
                  <a:pt x="2433" y="1800"/>
                </a:cubicBezTo>
                <a:cubicBezTo>
                  <a:pt x="2235" y="2128"/>
                  <a:pt x="2137" y="2523"/>
                  <a:pt x="2104" y="2917"/>
                </a:cubicBezTo>
                <a:cubicBezTo>
                  <a:pt x="2015" y="2810"/>
                  <a:pt x="1868" y="2752"/>
                  <a:pt x="1721" y="2752"/>
                </a:cubicBezTo>
                <a:cubicBezTo>
                  <a:pt x="1596" y="2752"/>
                  <a:pt x="1471" y="2794"/>
                  <a:pt x="1381" y="2884"/>
                </a:cubicBezTo>
                <a:cubicBezTo>
                  <a:pt x="954" y="4133"/>
                  <a:pt x="987" y="5480"/>
                  <a:pt x="1480" y="6729"/>
                </a:cubicBezTo>
                <a:cubicBezTo>
                  <a:pt x="1452" y="6720"/>
                  <a:pt x="1426" y="6717"/>
                  <a:pt x="1402" y="6717"/>
                </a:cubicBezTo>
                <a:cubicBezTo>
                  <a:pt x="1136" y="6717"/>
                  <a:pt x="1061" y="7186"/>
                  <a:pt x="1151" y="7517"/>
                </a:cubicBezTo>
                <a:cubicBezTo>
                  <a:pt x="1282" y="7945"/>
                  <a:pt x="1348" y="8437"/>
                  <a:pt x="1315" y="8897"/>
                </a:cubicBezTo>
                <a:cubicBezTo>
                  <a:pt x="1250" y="9358"/>
                  <a:pt x="888" y="9752"/>
                  <a:pt x="428" y="9850"/>
                </a:cubicBezTo>
                <a:cubicBezTo>
                  <a:pt x="1052" y="10508"/>
                  <a:pt x="1184" y="11559"/>
                  <a:pt x="724" y="12348"/>
                </a:cubicBezTo>
                <a:cubicBezTo>
                  <a:pt x="592" y="12545"/>
                  <a:pt x="461" y="12742"/>
                  <a:pt x="395" y="12972"/>
                </a:cubicBezTo>
                <a:cubicBezTo>
                  <a:pt x="329" y="13334"/>
                  <a:pt x="560" y="13695"/>
                  <a:pt x="724" y="14057"/>
                </a:cubicBezTo>
                <a:cubicBezTo>
                  <a:pt x="855" y="14418"/>
                  <a:pt x="822" y="14977"/>
                  <a:pt x="428" y="15042"/>
                </a:cubicBezTo>
                <a:cubicBezTo>
                  <a:pt x="1020" y="15634"/>
                  <a:pt x="592" y="16554"/>
                  <a:pt x="362" y="17343"/>
                </a:cubicBezTo>
                <a:cubicBezTo>
                  <a:pt x="34" y="18493"/>
                  <a:pt x="231" y="19741"/>
                  <a:pt x="888" y="20760"/>
                </a:cubicBezTo>
                <a:cubicBezTo>
                  <a:pt x="527" y="20826"/>
                  <a:pt x="99" y="20990"/>
                  <a:pt x="67" y="21352"/>
                </a:cubicBezTo>
                <a:cubicBezTo>
                  <a:pt x="1" y="22042"/>
                  <a:pt x="1282" y="22074"/>
                  <a:pt x="1480" y="22732"/>
                </a:cubicBezTo>
                <a:cubicBezTo>
                  <a:pt x="1542" y="22751"/>
                  <a:pt x="1603" y="22760"/>
                  <a:pt x="1663" y="22760"/>
                </a:cubicBezTo>
                <a:cubicBezTo>
                  <a:pt x="2204" y="22760"/>
                  <a:pt x="2662" y="22035"/>
                  <a:pt x="3254" y="21976"/>
                </a:cubicBezTo>
                <a:cubicBezTo>
                  <a:pt x="3274" y="21975"/>
                  <a:pt x="3293" y="21974"/>
                  <a:pt x="3312" y="21974"/>
                </a:cubicBezTo>
                <a:cubicBezTo>
                  <a:pt x="3778" y="21974"/>
                  <a:pt x="4158" y="22345"/>
                  <a:pt x="4568" y="22534"/>
                </a:cubicBezTo>
                <a:cubicBezTo>
                  <a:pt x="4674" y="22580"/>
                  <a:pt x="4793" y="22601"/>
                  <a:pt x="4913" y="22601"/>
                </a:cubicBezTo>
                <a:cubicBezTo>
                  <a:pt x="5313" y="22601"/>
                  <a:pt x="5714" y="22363"/>
                  <a:pt x="5587" y="22009"/>
                </a:cubicBezTo>
                <a:lnTo>
                  <a:pt x="5587" y="22009"/>
                </a:lnTo>
                <a:cubicBezTo>
                  <a:pt x="5982" y="22119"/>
                  <a:pt x="6414" y="22215"/>
                  <a:pt x="6823" y="22215"/>
                </a:cubicBezTo>
                <a:cubicBezTo>
                  <a:pt x="7265" y="22215"/>
                  <a:pt x="7679" y="22103"/>
                  <a:pt x="7986" y="21779"/>
                </a:cubicBezTo>
                <a:cubicBezTo>
                  <a:pt x="8085" y="21647"/>
                  <a:pt x="8183" y="21549"/>
                  <a:pt x="8315" y="21450"/>
                </a:cubicBezTo>
                <a:cubicBezTo>
                  <a:pt x="8368" y="21431"/>
                  <a:pt x="8420" y="21422"/>
                  <a:pt x="8472" y="21422"/>
                </a:cubicBezTo>
                <a:cubicBezTo>
                  <a:pt x="8771" y="21422"/>
                  <a:pt x="9043" y="21714"/>
                  <a:pt x="9267" y="21910"/>
                </a:cubicBezTo>
                <a:cubicBezTo>
                  <a:pt x="9705" y="22314"/>
                  <a:pt x="10281" y="22486"/>
                  <a:pt x="10881" y="22486"/>
                </a:cubicBezTo>
                <a:cubicBezTo>
                  <a:pt x="11450" y="22486"/>
                  <a:pt x="12041" y="22331"/>
                  <a:pt x="12553" y="22074"/>
                </a:cubicBezTo>
                <a:cubicBezTo>
                  <a:pt x="13203" y="21720"/>
                  <a:pt x="13852" y="21233"/>
                  <a:pt x="14549" y="21233"/>
                </a:cubicBezTo>
                <a:cubicBezTo>
                  <a:pt x="14628" y="21233"/>
                  <a:pt x="14708" y="21240"/>
                  <a:pt x="14788" y="21253"/>
                </a:cubicBezTo>
                <a:cubicBezTo>
                  <a:pt x="14689" y="20957"/>
                  <a:pt x="14722" y="20661"/>
                  <a:pt x="14854" y="20366"/>
                </a:cubicBezTo>
                <a:cubicBezTo>
                  <a:pt x="14935" y="20203"/>
                  <a:pt x="15129" y="20091"/>
                  <a:pt x="15312" y="20091"/>
                </a:cubicBezTo>
                <a:cubicBezTo>
                  <a:pt x="15425" y="20091"/>
                  <a:pt x="15534" y="20134"/>
                  <a:pt x="15609" y="20234"/>
                </a:cubicBezTo>
                <a:cubicBezTo>
                  <a:pt x="15774" y="20497"/>
                  <a:pt x="15675" y="20760"/>
                  <a:pt x="15872" y="20891"/>
                </a:cubicBezTo>
                <a:cubicBezTo>
                  <a:pt x="15945" y="20940"/>
                  <a:pt x="16034" y="20970"/>
                  <a:pt x="16129" y="20970"/>
                </a:cubicBezTo>
                <a:cubicBezTo>
                  <a:pt x="16163" y="20970"/>
                  <a:pt x="16199" y="20966"/>
                  <a:pt x="16234" y="20957"/>
                </a:cubicBezTo>
                <a:cubicBezTo>
                  <a:pt x="17252" y="20859"/>
                  <a:pt x="18271" y="20497"/>
                  <a:pt x="19158" y="19939"/>
                </a:cubicBezTo>
                <a:cubicBezTo>
                  <a:pt x="19651" y="20399"/>
                  <a:pt x="20243" y="20694"/>
                  <a:pt x="20900" y="20826"/>
                </a:cubicBezTo>
                <a:cubicBezTo>
                  <a:pt x="21491" y="20136"/>
                  <a:pt x="22280" y="19643"/>
                  <a:pt x="23167" y="19413"/>
                </a:cubicBezTo>
                <a:cubicBezTo>
                  <a:pt x="23693" y="19281"/>
                  <a:pt x="24383" y="18920"/>
                  <a:pt x="24186" y="18427"/>
                </a:cubicBezTo>
                <a:lnTo>
                  <a:pt x="24186" y="18427"/>
                </a:lnTo>
                <a:cubicBezTo>
                  <a:pt x="24262" y="18452"/>
                  <a:pt x="24339" y="18464"/>
                  <a:pt x="24414" y="18464"/>
                </a:cubicBezTo>
                <a:cubicBezTo>
                  <a:pt x="24724" y="18464"/>
                  <a:pt x="25006" y="18258"/>
                  <a:pt x="25139" y="17967"/>
                </a:cubicBezTo>
                <a:cubicBezTo>
                  <a:pt x="25238" y="17573"/>
                  <a:pt x="25238" y="17178"/>
                  <a:pt x="25139" y="16784"/>
                </a:cubicBezTo>
                <a:lnTo>
                  <a:pt x="25139" y="16784"/>
                </a:lnTo>
                <a:cubicBezTo>
                  <a:pt x="25235" y="16858"/>
                  <a:pt x="25340" y="16890"/>
                  <a:pt x="25447" y="16890"/>
                </a:cubicBezTo>
                <a:cubicBezTo>
                  <a:pt x="25816" y="16890"/>
                  <a:pt x="26198" y="16502"/>
                  <a:pt x="26223" y="16094"/>
                </a:cubicBezTo>
                <a:cubicBezTo>
                  <a:pt x="26256" y="15568"/>
                  <a:pt x="25993" y="15075"/>
                  <a:pt x="25960" y="14549"/>
                </a:cubicBezTo>
                <a:cubicBezTo>
                  <a:pt x="25960" y="14319"/>
                  <a:pt x="25928" y="14057"/>
                  <a:pt x="25796" y="13859"/>
                </a:cubicBezTo>
                <a:cubicBezTo>
                  <a:pt x="25599" y="13596"/>
                  <a:pt x="25073" y="13334"/>
                  <a:pt x="25303" y="13104"/>
                </a:cubicBezTo>
                <a:cubicBezTo>
                  <a:pt x="25303" y="13038"/>
                  <a:pt x="25435" y="13038"/>
                  <a:pt x="25566" y="13038"/>
                </a:cubicBezTo>
                <a:cubicBezTo>
                  <a:pt x="26158" y="13005"/>
                  <a:pt x="26618" y="12578"/>
                  <a:pt x="26749" y="12019"/>
                </a:cubicBezTo>
                <a:cubicBezTo>
                  <a:pt x="26618" y="11428"/>
                  <a:pt x="26125" y="11001"/>
                  <a:pt x="25533" y="10968"/>
                </a:cubicBezTo>
                <a:cubicBezTo>
                  <a:pt x="26190" y="9719"/>
                  <a:pt x="25928" y="8175"/>
                  <a:pt x="24909" y="7222"/>
                </a:cubicBezTo>
                <a:lnTo>
                  <a:pt x="25895" y="6269"/>
                </a:lnTo>
                <a:lnTo>
                  <a:pt x="24679" y="5546"/>
                </a:lnTo>
                <a:lnTo>
                  <a:pt x="24679" y="5546"/>
                </a:lnTo>
                <a:cubicBezTo>
                  <a:pt x="24715" y="5555"/>
                  <a:pt x="24750" y="5560"/>
                  <a:pt x="24784" y="5560"/>
                </a:cubicBezTo>
                <a:cubicBezTo>
                  <a:pt x="25096" y="5560"/>
                  <a:pt x="25339" y="5178"/>
                  <a:pt x="25369" y="4823"/>
                </a:cubicBezTo>
                <a:cubicBezTo>
                  <a:pt x="25402" y="4461"/>
                  <a:pt x="25336" y="4001"/>
                  <a:pt x="25566" y="3738"/>
                </a:cubicBezTo>
                <a:cubicBezTo>
                  <a:pt x="25665" y="3607"/>
                  <a:pt x="25862" y="3476"/>
                  <a:pt x="25829" y="3311"/>
                </a:cubicBezTo>
                <a:cubicBezTo>
                  <a:pt x="25829" y="3147"/>
                  <a:pt x="25665" y="3081"/>
                  <a:pt x="25533" y="3048"/>
                </a:cubicBezTo>
                <a:lnTo>
                  <a:pt x="23956" y="2424"/>
                </a:lnTo>
                <a:cubicBezTo>
                  <a:pt x="24055" y="2194"/>
                  <a:pt x="24120" y="1931"/>
                  <a:pt x="24087" y="1668"/>
                </a:cubicBezTo>
                <a:cubicBezTo>
                  <a:pt x="24120" y="1241"/>
                  <a:pt x="24022" y="781"/>
                  <a:pt x="23759" y="420"/>
                </a:cubicBezTo>
                <a:cubicBezTo>
                  <a:pt x="23600" y="147"/>
                  <a:pt x="23316" y="0"/>
                  <a:pt x="2301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6" name="Google Shape;2210;p11"/>
          <p:cNvSpPr/>
          <p:nvPr/>
        </p:nvSpPr>
        <p:spPr>
          <a:xfrm>
            <a:off x="8240040" y="3576240"/>
            <a:ext cx="574920" cy="487440"/>
          </a:xfrm>
          <a:custGeom>
            <a:avLst/>
            <a:gdLst>
              <a:gd name="textAreaLeft" fmla="*/ 0 w 574920"/>
              <a:gd name="textAreaRight" fmla="*/ 575280 w 574920"/>
              <a:gd name="textAreaTop" fmla="*/ 0 h 487440"/>
              <a:gd name="textAreaBottom" fmla="*/ 487800 h 487440"/>
            </a:gdLst>
            <a:ahLst/>
            <a:cxnLst/>
            <a:rect l="textAreaLeft" t="textAreaTop" r="textAreaRight" b="textAreaBottom"/>
            <a:pathLst>
              <a:path w="27181" h="23048">
                <a:moveTo>
                  <a:pt x="23327" y="201"/>
                </a:moveTo>
                <a:cubicBezTo>
                  <a:pt x="23466" y="201"/>
                  <a:pt x="23607" y="245"/>
                  <a:pt x="23730" y="341"/>
                </a:cubicBezTo>
                <a:cubicBezTo>
                  <a:pt x="24026" y="571"/>
                  <a:pt x="24223" y="900"/>
                  <a:pt x="24256" y="1294"/>
                </a:cubicBezTo>
                <a:cubicBezTo>
                  <a:pt x="24355" y="1689"/>
                  <a:pt x="24289" y="2116"/>
                  <a:pt x="24158" y="2477"/>
                </a:cubicBezTo>
                <a:cubicBezTo>
                  <a:pt x="24125" y="2543"/>
                  <a:pt x="24125" y="2609"/>
                  <a:pt x="24190" y="2642"/>
                </a:cubicBezTo>
                <a:lnTo>
                  <a:pt x="25406" y="3102"/>
                </a:lnTo>
                <a:lnTo>
                  <a:pt x="25702" y="3200"/>
                </a:lnTo>
                <a:cubicBezTo>
                  <a:pt x="25833" y="3266"/>
                  <a:pt x="25932" y="3266"/>
                  <a:pt x="25965" y="3430"/>
                </a:cubicBezTo>
                <a:cubicBezTo>
                  <a:pt x="25998" y="3595"/>
                  <a:pt x="25932" y="3595"/>
                  <a:pt x="25833" y="3726"/>
                </a:cubicBezTo>
                <a:cubicBezTo>
                  <a:pt x="25801" y="3759"/>
                  <a:pt x="25768" y="3792"/>
                  <a:pt x="25735" y="3857"/>
                </a:cubicBezTo>
                <a:cubicBezTo>
                  <a:pt x="25603" y="4120"/>
                  <a:pt x="25538" y="4416"/>
                  <a:pt x="25571" y="4712"/>
                </a:cubicBezTo>
                <a:cubicBezTo>
                  <a:pt x="25571" y="4981"/>
                  <a:pt x="25461" y="5550"/>
                  <a:pt x="25094" y="5550"/>
                </a:cubicBezTo>
                <a:cubicBezTo>
                  <a:pt x="25058" y="5550"/>
                  <a:pt x="25020" y="5545"/>
                  <a:pt x="24979" y="5533"/>
                </a:cubicBezTo>
                <a:cubicBezTo>
                  <a:pt x="24970" y="5530"/>
                  <a:pt x="24962" y="5529"/>
                  <a:pt x="24953" y="5529"/>
                </a:cubicBezTo>
                <a:cubicBezTo>
                  <a:pt x="24870" y="5529"/>
                  <a:pt x="24824" y="5668"/>
                  <a:pt x="24913" y="5698"/>
                </a:cubicBezTo>
                <a:lnTo>
                  <a:pt x="24963" y="5729"/>
                </a:lnTo>
                <a:lnTo>
                  <a:pt x="24963" y="5729"/>
                </a:lnTo>
                <a:lnTo>
                  <a:pt x="24946" y="5763"/>
                </a:lnTo>
                <a:cubicBezTo>
                  <a:pt x="24972" y="5766"/>
                  <a:pt x="24998" y="5767"/>
                  <a:pt x="25024" y="5767"/>
                </a:cubicBezTo>
                <a:cubicBezTo>
                  <a:pt x="25024" y="5767"/>
                  <a:pt x="25024" y="5767"/>
                  <a:pt x="25025" y="5767"/>
                </a:cubicBezTo>
                <a:lnTo>
                  <a:pt x="25025" y="5767"/>
                </a:lnTo>
                <a:lnTo>
                  <a:pt x="26028" y="6390"/>
                </a:lnTo>
                <a:lnTo>
                  <a:pt x="26028" y="6390"/>
                </a:lnTo>
                <a:lnTo>
                  <a:pt x="25143" y="7275"/>
                </a:lnTo>
                <a:cubicBezTo>
                  <a:pt x="25110" y="7308"/>
                  <a:pt x="25110" y="7373"/>
                  <a:pt x="25143" y="7439"/>
                </a:cubicBezTo>
                <a:cubicBezTo>
                  <a:pt x="26162" y="8326"/>
                  <a:pt x="26425" y="9838"/>
                  <a:pt x="25768" y="11021"/>
                </a:cubicBezTo>
                <a:cubicBezTo>
                  <a:pt x="25735" y="11087"/>
                  <a:pt x="25768" y="11185"/>
                  <a:pt x="25866" y="11185"/>
                </a:cubicBezTo>
                <a:cubicBezTo>
                  <a:pt x="26129" y="11218"/>
                  <a:pt x="26359" y="11317"/>
                  <a:pt x="26556" y="11481"/>
                </a:cubicBezTo>
                <a:cubicBezTo>
                  <a:pt x="26786" y="11645"/>
                  <a:pt x="26918" y="11875"/>
                  <a:pt x="26984" y="12138"/>
                </a:cubicBezTo>
                <a:cubicBezTo>
                  <a:pt x="26951" y="12368"/>
                  <a:pt x="26819" y="12598"/>
                  <a:pt x="26622" y="12730"/>
                </a:cubicBezTo>
                <a:cubicBezTo>
                  <a:pt x="26425" y="12927"/>
                  <a:pt x="26162" y="13025"/>
                  <a:pt x="25899" y="13058"/>
                </a:cubicBezTo>
                <a:cubicBezTo>
                  <a:pt x="25863" y="13058"/>
                  <a:pt x="25837" y="13073"/>
                  <a:pt x="25821" y="13094"/>
                </a:cubicBezTo>
                <a:lnTo>
                  <a:pt x="25821" y="13094"/>
                </a:lnTo>
                <a:cubicBezTo>
                  <a:pt x="25571" y="13112"/>
                  <a:pt x="25287" y="13221"/>
                  <a:pt x="25406" y="13518"/>
                </a:cubicBezTo>
                <a:cubicBezTo>
                  <a:pt x="25505" y="13683"/>
                  <a:pt x="25603" y="13781"/>
                  <a:pt x="25768" y="13880"/>
                </a:cubicBezTo>
                <a:cubicBezTo>
                  <a:pt x="25965" y="14044"/>
                  <a:pt x="26096" y="14274"/>
                  <a:pt x="26096" y="14537"/>
                </a:cubicBezTo>
                <a:cubicBezTo>
                  <a:pt x="26129" y="15063"/>
                  <a:pt x="26326" y="15523"/>
                  <a:pt x="26359" y="16049"/>
                </a:cubicBezTo>
                <a:cubicBezTo>
                  <a:pt x="26392" y="16311"/>
                  <a:pt x="26293" y="16574"/>
                  <a:pt x="26129" y="16739"/>
                </a:cubicBezTo>
                <a:cubicBezTo>
                  <a:pt x="26028" y="16880"/>
                  <a:pt x="25877" y="16947"/>
                  <a:pt x="25723" y="16947"/>
                </a:cubicBezTo>
                <a:cubicBezTo>
                  <a:pt x="25626" y="16947"/>
                  <a:pt x="25528" y="16921"/>
                  <a:pt x="25439" y="16870"/>
                </a:cubicBezTo>
                <a:cubicBezTo>
                  <a:pt x="25424" y="16855"/>
                  <a:pt x="25407" y="16848"/>
                  <a:pt x="25390" y="16848"/>
                </a:cubicBezTo>
                <a:cubicBezTo>
                  <a:pt x="25335" y="16848"/>
                  <a:pt x="25282" y="16918"/>
                  <a:pt x="25308" y="16969"/>
                </a:cubicBezTo>
                <a:cubicBezTo>
                  <a:pt x="25406" y="17363"/>
                  <a:pt x="25373" y="17757"/>
                  <a:pt x="25242" y="18119"/>
                </a:cubicBezTo>
                <a:cubicBezTo>
                  <a:pt x="25136" y="18383"/>
                  <a:pt x="24902" y="18542"/>
                  <a:pt x="24644" y="18542"/>
                </a:cubicBezTo>
                <a:cubicBezTo>
                  <a:pt x="24581" y="18542"/>
                  <a:pt x="24517" y="18532"/>
                  <a:pt x="24453" y="18513"/>
                </a:cubicBezTo>
                <a:cubicBezTo>
                  <a:pt x="24441" y="18507"/>
                  <a:pt x="24429" y="18504"/>
                  <a:pt x="24417" y="18504"/>
                </a:cubicBezTo>
                <a:cubicBezTo>
                  <a:pt x="24366" y="18504"/>
                  <a:pt x="24322" y="18558"/>
                  <a:pt x="24322" y="18612"/>
                </a:cubicBezTo>
                <a:cubicBezTo>
                  <a:pt x="24585" y="19302"/>
                  <a:pt x="23205" y="19499"/>
                  <a:pt x="22810" y="19663"/>
                </a:cubicBezTo>
                <a:cubicBezTo>
                  <a:pt x="22171" y="19919"/>
                  <a:pt x="21594" y="20330"/>
                  <a:pt x="21109" y="20866"/>
                </a:cubicBezTo>
                <a:lnTo>
                  <a:pt x="21109" y="20866"/>
                </a:lnTo>
                <a:cubicBezTo>
                  <a:pt x="20506" y="20729"/>
                  <a:pt x="19936" y="20439"/>
                  <a:pt x="19459" y="20025"/>
                </a:cubicBezTo>
                <a:cubicBezTo>
                  <a:pt x="19442" y="20008"/>
                  <a:pt x="19417" y="20000"/>
                  <a:pt x="19393" y="20000"/>
                </a:cubicBezTo>
                <a:cubicBezTo>
                  <a:pt x="19368" y="20000"/>
                  <a:pt x="19344" y="20008"/>
                  <a:pt x="19327" y="20025"/>
                </a:cubicBezTo>
                <a:cubicBezTo>
                  <a:pt x="18538" y="20518"/>
                  <a:pt x="17651" y="20846"/>
                  <a:pt x="16731" y="20978"/>
                </a:cubicBezTo>
                <a:cubicBezTo>
                  <a:pt x="16633" y="20994"/>
                  <a:pt x="16509" y="21019"/>
                  <a:pt x="16394" y="21019"/>
                </a:cubicBezTo>
                <a:cubicBezTo>
                  <a:pt x="16279" y="21019"/>
                  <a:pt x="16173" y="20994"/>
                  <a:pt x="16107" y="20912"/>
                </a:cubicBezTo>
                <a:cubicBezTo>
                  <a:pt x="16074" y="20780"/>
                  <a:pt x="16041" y="20682"/>
                  <a:pt x="16008" y="20550"/>
                </a:cubicBezTo>
                <a:cubicBezTo>
                  <a:pt x="15962" y="20295"/>
                  <a:pt x="15751" y="20137"/>
                  <a:pt x="15526" y="20137"/>
                </a:cubicBezTo>
                <a:cubicBezTo>
                  <a:pt x="15434" y="20137"/>
                  <a:pt x="15339" y="20164"/>
                  <a:pt x="15252" y="20222"/>
                </a:cubicBezTo>
                <a:cubicBezTo>
                  <a:pt x="14845" y="20425"/>
                  <a:pt x="14850" y="20912"/>
                  <a:pt x="14902" y="21318"/>
                </a:cubicBezTo>
                <a:lnTo>
                  <a:pt x="14902" y="21318"/>
                </a:lnTo>
                <a:cubicBezTo>
                  <a:pt x="14855" y="21313"/>
                  <a:pt x="14808" y="21311"/>
                  <a:pt x="14762" y="21311"/>
                </a:cubicBezTo>
                <a:cubicBezTo>
                  <a:pt x="14194" y="21311"/>
                  <a:pt x="13688" y="21617"/>
                  <a:pt x="13182" y="21898"/>
                </a:cubicBezTo>
                <a:cubicBezTo>
                  <a:pt x="12591" y="22259"/>
                  <a:pt x="11901" y="22489"/>
                  <a:pt x="11211" y="22555"/>
                </a:cubicBezTo>
                <a:cubicBezTo>
                  <a:pt x="11172" y="22557"/>
                  <a:pt x="11134" y="22558"/>
                  <a:pt x="11095" y="22558"/>
                </a:cubicBezTo>
                <a:cubicBezTo>
                  <a:pt x="10448" y="22558"/>
                  <a:pt x="9838" y="22297"/>
                  <a:pt x="9403" y="21832"/>
                </a:cubicBezTo>
                <a:cubicBezTo>
                  <a:pt x="9206" y="21635"/>
                  <a:pt x="8976" y="21503"/>
                  <a:pt x="8713" y="21471"/>
                </a:cubicBezTo>
                <a:cubicBezTo>
                  <a:pt x="8418" y="21503"/>
                  <a:pt x="8286" y="21766"/>
                  <a:pt x="8089" y="21931"/>
                </a:cubicBezTo>
                <a:cubicBezTo>
                  <a:pt x="7791" y="22182"/>
                  <a:pt x="7425" y="22268"/>
                  <a:pt x="7049" y="22268"/>
                </a:cubicBezTo>
                <a:cubicBezTo>
                  <a:pt x="6638" y="22268"/>
                  <a:pt x="6215" y="22165"/>
                  <a:pt x="5854" y="22062"/>
                </a:cubicBezTo>
                <a:cubicBezTo>
                  <a:pt x="5789" y="22062"/>
                  <a:pt x="5690" y="22128"/>
                  <a:pt x="5723" y="22193"/>
                </a:cubicBezTo>
                <a:cubicBezTo>
                  <a:pt x="5830" y="22542"/>
                  <a:pt x="5433" y="22672"/>
                  <a:pt x="5123" y="22672"/>
                </a:cubicBezTo>
                <a:cubicBezTo>
                  <a:pt x="5054" y="22672"/>
                  <a:pt x="4989" y="22666"/>
                  <a:pt x="4934" y="22653"/>
                </a:cubicBezTo>
                <a:cubicBezTo>
                  <a:pt x="4606" y="22489"/>
                  <a:pt x="4277" y="22325"/>
                  <a:pt x="3949" y="22128"/>
                </a:cubicBezTo>
                <a:cubicBezTo>
                  <a:pt x="3823" y="22080"/>
                  <a:pt x="3706" y="22059"/>
                  <a:pt x="3596" y="22059"/>
                </a:cubicBezTo>
                <a:cubicBezTo>
                  <a:pt x="3099" y="22059"/>
                  <a:pt x="2730" y="22477"/>
                  <a:pt x="2273" y="22719"/>
                </a:cubicBezTo>
                <a:cubicBezTo>
                  <a:pt x="2197" y="22770"/>
                  <a:pt x="2005" y="22839"/>
                  <a:pt x="1890" y="22839"/>
                </a:cubicBezTo>
                <a:cubicBezTo>
                  <a:pt x="1856" y="22839"/>
                  <a:pt x="1828" y="22833"/>
                  <a:pt x="1813" y="22818"/>
                </a:cubicBezTo>
                <a:cubicBezTo>
                  <a:pt x="1714" y="22752"/>
                  <a:pt x="1714" y="22621"/>
                  <a:pt x="1648" y="22588"/>
                </a:cubicBezTo>
                <a:cubicBezTo>
                  <a:pt x="1484" y="22391"/>
                  <a:pt x="1254" y="22259"/>
                  <a:pt x="1024" y="22161"/>
                </a:cubicBezTo>
                <a:cubicBezTo>
                  <a:pt x="827" y="22062"/>
                  <a:pt x="531" y="21963"/>
                  <a:pt x="432" y="21733"/>
                </a:cubicBezTo>
                <a:cubicBezTo>
                  <a:pt x="235" y="21306"/>
                  <a:pt x="860" y="21109"/>
                  <a:pt x="1188" y="21043"/>
                </a:cubicBezTo>
                <a:cubicBezTo>
                  <a:pt x="1254" y="21010"/>
                  <a:pt x="1254" y="20945"/>
                  <a:pt x="1221" y="20879"/>
                </a:cubicBezTo>
                <a:cubicBezTo>
                  <a:pt x="630" y="19926"/>
                  <a:pt x="432" y="18776"/>
                  <a:pt x="695" y="17659"/>
                </a:cubicBezTo>
                <a:cubicBezTo>
                  <a:pt x="883" y="16939"/>
                  <a:pt x="1369" y="15951"/>
                  <a:pt x="847" y="15262"/>
                </a:cubicBezTo>
                <a:lnTo>
                  <a:pt x="847" y="15262"/>
                </a:lnTo>
                <a:cubicBezTo>
                  <a:pt x="1095" y="15093"/>
                  <a:pt x="1208" y="14753"/>
                  <a:pt x="1123" y="14438"/>
                </a:cubicBezTo>
                <a:cubicBezTo>
                  <a:pt x="1057" y="14176"/>
                  <a:pt x="958" y="13913"/>
                  <a:pt x="827" y="13683"/>
                </a:cubicBezTo>
                <a:cubicBezTo>
                  <a:pt x="728" y="13485"/>
                  <a:pt x="728" y="13321"/>
                  <a:pt x="761" y="13124"/>
                </a:cubicBezTo>
                <a:cubicBezTo>
                  <a:pt x="827" y="12960"/>
                  <a:pt x="893" y="12795"/>
                  <a:pt x="1024" y="12664"/>
                </a:cubicBezTo>
                <a:cubicBezTo>
                  <a:pt x="1522" y="11854"/>
                  <a:pt x="1460" y="10808"/>
                  <a:pt x="836" y="10057"/>
                </a:cubicBezTo>
                <a:lnTo>
                  <a:pt x="836" y="10057"/>
                </a:lnTo>
                <a:cubicBezTo>
                  <a:pt x="1308" y="9903"/>
                  <a:pt x="1652" y="9483"/>
                  <a:pt x="1681" y="8984"/>
                </a:cubicBezTo>
                <a:cubicBezTo>
                  <a:pt x="1714" y="8622"/>
                  <a:pt x="1648" y="8228"/>
                  <a:pt x="1550" y="7899"/>
                </a:cubicBezTo>
                <a:cubicBezTo>
                  <a:pt x="1519" y="7744"/>
                  <a:pt x="1341" y="7004"/>
                  <a:pt x="1653" y="7004"/>
                </a:cubicBezTo>
                <a:cubicBezTo>
                  <a:pt x="1672" y="7004"/>
                  <a:pt x="1692" y="7006"/>
                  <a:pt x="1714" y="7012"/>
                </a:cubicBezTo>
                <a:cubicBezTo>
                  <a:pt x="1780" y="7012"/>
                  <a:pt x="1845" y="6946"/>
                  <a:pt x="1845" y="6881"/>
                </a:cubicBezTo>
                <a:cubicBezTo>
                  <a:pt x="1418" y="5829"/>
                  <a:pt x="1320" y="4679"/>
                  <a:pt x="1583" y="3595"/>
                </a:cubicBezTo>
                <a:cubicBezTo>
                  <a:pt x="1615" y="3430"/>
                  <a:pt x="1648" y="3134"/>
                  <a:pt x="1780" y="3036"/>
                </a:cubicBezTo>
                <a:cubicBezTo>
                  <a:pt x="1832" y="3015"/>
                  <a:pt x="1890" y="3004"/>
                  <a:pt x="1950" y="3004"/>
                </a:cubicBezTo>
                <a:cubicBezTo>
                  <a:pt x="2080" y="3004"/>
                  <a:pt x="2216" y="3055"/>
                  <a:pt x="2306" y="3167"/>
                </a:cubicBezTo>
                <a:cubicBezTo>
                  <a:pt x="2317" y="3191"/>
                  <a:pt x="2341" y="3202"/>
                  <a:pt x="2367" y="3202"/>
                </a:cubicBezTo>
                <a:cubicBezTo>
                  <a:pt x="2415" y="3202"/>
                  <a:pt x="2470" y="3165"/>
                  <a:pt x="2470" y="3102"/>
                </a:cubicBezTo>
                <a:cubicBezTo>
                  <a:pt x="2470" y="2747"/>
                  <a:pt x="2576" y="2420"/>
                  <a:pt x="2740" y="2095"/>
                </a:cubicBezTo>
                <a:lnTo>
                  <a:pt x="2740" y="2095"/>
                </a:lnTo>
                <a:cubicBezTo>
                  <a:pt x="3058" y="2394"/>
                  <a:pt x="3492" y="2560"/>
                  <a:pt x="3929" y="2560"/>
                </a:cubicBezTo>
                <a:cubicBezTo>
                  <a:pt x="3984" y="2560"/>
                  <a:pt x="4040" y="2558"/>
                  <a:pt x="4095" y="2552"/>
                </a:cubicBezTo>
                <a:lnTo>
                  <a:pt x="4095" y="2552"/>
                </a:lnTo>
                <a:lnTo>
                  <a:pt x="3981" y="2642"/>
                </a:lnTo>
                <a:cubicBezTo>
                  <a:pt x="3923" y="2700"/>
                  <a:pt x="3969" y="2811"/>
                  <a:pt x="4049" y="2811"/>
                </a:cubicBezTo>
                <a:cubicBezTo>
                  <a:pt x="4059" y="2811"/>
                  <a:pt x="4069" y="2809"/>
                  <a:pt x="4080" y="2806"/>
                </a:cubicBezTo>
                <a:cubicBezTo>
                  <a:pt x="4213" y="2781"/>
                  <a:pt x="4344" y="2770"/>
                  <a:pt x="4471" y="2770"/>
                </a:cubicBezTo>
                <a:cubicBezTo>
                  <a:pt x="5298" y="2770"/>
                  <a:pt x="6016" y="3242"/>
                  <a:pt x="6791" y="3513"/>
                </a:cubicBezTo>
                <a:lnTo>
                  <a:pt x="6791" y="3513"/>
                </a:lnTo>
                <a:cubicBezTo>
                  <a:pt x="6686" y="3619"/>
                  <a:pt x="6574" y="3738"/>
                  <a:pt x="6479" y="3857"/>
                </a:cubicBezTo>
                <a:cubicBezTo>
                  <a:pt x="6446" y="3890"/>
                  <a:pt x="6446" y="3956"/>
                  <a:pt x="6479" y="3989"/>
                </a:cubicBezTo>
                <a:cubicBezTo>
                  <a:pt x="6852" y="4305"/>
                  <a:pt x="7325" y="4670"/>
                  <a:pt x="7833" y="4670"/>
                </a:cubicBezTo>
                <a:cubicBezTo>
                  <a:pt x="7907" y="4670"/>
                  <a:pt x="7981" y="4663"/>
                  <a:pt x="8056" y="4646"/>
                </a:cubicBezTo>
                <a:cubicBezTo>
                  <a:pt x="8319" y="4580"/>
                  <a:pt x="8516" y="4416"/>
                  <a:pt x="8680" y="4186"/>
                </a:cubicBezTo>
                <a:cubicBezTo>
                  <a:pt x="8829" y="3995"/>
                  <a:pt x="9060" y="3886"/>
                  <a:pt x="9293" y="3886"/>
                </a:cubicBezTo>
                <a:cubicBezTo>
                  <a:pt x="9421" y="3886"/>
                  <a:pt x="9550" y="3919"/>
                  <a:pt x="9666" y="3989"/>
                </a:cubicBezTo>
                <a:cubicBezTo>
                  <a:pt x="10192" y="4219"/>
                  <a:pt x="10586" y="4646"/>
                  <a:pt x="11145" y="4712"/>
                </a:cubicBezTo>
                <a:cubicBezTo>
                  <a:pt x="11213" y="4729"/>
                  <a:pt x="11281" y="4737"/>
                  <a:pt x="11349" y="4737"/>
                </a:cubicBezTo>
                <a:cubicBezTo>
                  <a:pt x="11636" y="4737"/>
                  <a:pt x="11911" y="4590"/>
                  <a:pt x="12048" y="4334"/>
                </a:cubicBezTo>
                <a:lnTo>
                  <a:pt x="12048" y="4334"/>
                </a:lnTo>
                <a:lnTo>
                  <a:pt x="12558" y="4646"/>
                </a:lnTo>
                <a:cubicBezTo>
                  <a:pt x="12570" y="4652"/>
                  <a:pt x="12582" y="4655"/>
                  <a:pt x="12595" y="4655"/>
                </a:cubicBezTo>
                <a:cubicBezTo>
                  <a:pt x="12655" y="4655"/>
                  <a:pt x="12722" y="4596"/>
                  <a:pt x="12722" y="4515"/>
                </a:cubicBezTo>
                <a:cubicBezTo>
                  <a:pt x="12657" y="4277"/>
                  <a:pt x="12891" y="4181"/>
                  <a:pt x="13125" y="4181"/>
                </a:cubicBezTo>
                <a:cubicBezTo>
                  <a:pt x="13246" y="4181"/>
                  <a:pt x="13367" y="4207"/>
                  <a:pt x="13445" y="4252"/>
                </a:cubicBezTo>
                <a:cubicBezTo>
                  <a:pt x="13774" y="4416"/>
                  <a:pt x="13905" y="4810"/>
                  <a:pt x="14135" y="5073"/>
                </a:cubicBezTo>
                <a:cubicBezTo>
                  <a:pt x="14414" y="5387"/>
                  <a:pt x="14767" y="5497"/>
                  <a:pt x="15140" y="5497"/>
                </a:cubicBezTo>
                <a:cubicBezTo>
                  <a:pt x="15470" y="5497"/>
                  <a:pt x="15816" y="5411"/>
                  <a:pt x="16140" y="5303"/>
                </a:cubicBezTo>
                <a:cubicBezTo>
                  <a:pt x="16205" y="5303"/>
                  <a:pt x="16238" y="5270"/>
                  <a:pt x="16238" y="5205"/>
                </a:cubicBezTo>
                <a:cubicBezTo>
                  <a:pt x="16178" y="4785"/>
                  <a:pt x="16507" y="4523"/>
                  <a:pt x="16841" y="4523"/>
                </a:cubicBezTo>
                <a:cubicBezTo>
                  <a:pt x="17056" y="4523"/>
                  <a:pt x="17273" y="4632"/>
                  <a:pt x="17388" y="4876"/>
                </a:cubicBezTo>
                <a:cubicBezTo>
                  <a:pt x="17405" y="4909"/>
                  <a:pt x="17438" y="4925"/>
                  <a:pt x="17470" y="4925"/>
                </a:cubicBezTo>
                <a:cubicBezTo>
                  <a:pt x="17503" y="4925"/>
                  <a:pt x="17536" y="4909"/>
                  <a:pt x="17553" y="4876"/>
                </a:cubicBezTo>
                <a:cubicBezTo>
                  <a:pt x="17750" y="4515"/>
                  <a:pt x="17848" y="4120"/>
                  <a:pt x="17816" y="3693"/>
                </a:cubicBezTo>
                <a:cubicBezTo>
                  <a:pt x="17783" y="3529"/>
                  <a:pt x="17651" y="3299"/>
                  <a:pt x="17783" y="3134"/>
                </a:cubicBezTo>
                <a:cubicBezTo>
                  <a:pt x="17881" y="3003"/>
                  <a:pt x="18013" y="2904"/>
                  <a:pt x="18177" y="2806"/>
                </a:cubicBezTo>
                <a:cubicBezTo>
                  <a:pt x="18576" y="2586"/>
                  <a:pt x="19049" y="2524"/>
                  <a:pt x="19520" y="2524"/>
                </a:cubicBezTo>
                <a:cubicBezTo>
                  <a:pt x="19824" y="2524"/>
                  <a:pt x="20128" y="2550"/>
                  <a:pt x="20411" y="2576"/>
                </a:cubicBezTo>
                <a:cubicBezTo>
                  <a:pt x="20510" y="2576"/>
                  <a:pt x="20510" y="2510"/>
                  <a:pt x="20510" y="2444"/>
                </a:cubicBezTo>
                <a:cubicBezTo>
                  <a:pt x="20313" y="2017"/>
                  <a:pt x="20477" y="1557"/>
                  <a:pt x="20839" y="1327"/>
                </a:cubicBezTo>
                <a:cubicBezTo>
                  <a:pt x="20970" y="1256"/>
                  <a:pt x="21114" y="1223"/>
                  <a:pt x="21257" y="1223"/>
                </a:cubicBezTo>
                <a:cubicBezTo>
                  <a:pt x="21578" y="1223"/>
                  <a:pt x="21895" y="1393"/>
                  <a:pt x="22054" y="1689"/>
                </a:cubicBezTo>
                <a:cubicBezTo>
                  <a:pt x="22069" y="1733"/>
                  <a:pt x="22104" y="1751"/>
                  <a:pt x="22138" y="1751"/>
                </a:cubicBezTo>
                <a:cubicBezTo>
                  <a:pt x="22179" y="1751"/>
                  <a:pt x="22219" y="1725"/>
                  <a:pt x="22219" y="1689"/>
                </a:cubicBezTo>
                <a:cubicBezTo>
                  <a:pt x="22226" y="1665"/>
                  <a:pt x="22234" y="1643"/>
                  <a:pt x="22243" y="1623"/>
                </a:cubicBezTo>
                <a:lnTo>
                  <a:pt x="22252" y="1623"/>
                </a:lnTo>
                <a:cubicBezTo>
                  <a:pt x="22250" y="1620"/>
                  <a:pt x="22249" y="1617"/>
                  <a:pt x="22247" y="1615"/>
                </a:cubicBezTo>
                <a:lnTo>
                  <a:pt x="22247" y="1615"/>
                </a:lnTo>
                <a:cubicBezTo>
                  <a:pt x="22371" y="1360"/>
                  <a:pt x="22670" y="1360"/>
                  <a:pt x="22942" y="1360"/>
                </a:cubicBezTo>
                <a:cubicBezTo>
                  <a:pt x="23040" y="1360"/>
                  <a:pt x="23040" y="1196"/>
                  <a:pt x="22942" y="1163"/>
                </a:cubicBezTo>
                <a:cubicBezTo>
                  <a:pt x="22712" y="999"/>
                  <a:pt x="22646" y="670"/>
                  <a:pt x="22810" y="440"/>
                </a:cubicBezTo>
                <a:cubicBezTo>
                  <a:pt x="22944" y="287"/>
                  <a:pt x="23134" y="201"/>
                  <a:pt x="23327" y="201"/>
                </a:cubicBezTo>
                <a:close/>
                <a:moveTo>
                  <a:pt x="23296" y="0"/>
                </a:moveTo>
                <a:cubicBezTo>
                  <a:pt x="22978" y="0"/>
                  <a:pt x="22666" y="194"/>
                  <a:pt x="22580" y="539"/>
                </a:cubicBezTo>
                <a:cubicBezTo>
                  <a:pt x="22490" y="764"/>
                  <a:pt x="22539" y="1005"/>
                  <a:pt x="22685" y="1177"/>
                </a:cubicBezTo>
                <a:lnTo>
                  <a:pt x="22685" y="1177"/>
                </a:lnTo>
                <a:cubicBezTo>
                  <a:pt x="22466" y="1203"/>
                  <a:pt x="22255" y="1274"/>
                  <a:pt x="22135" y="1444"/>
                </a:cubicBezTo>
                <a:lnTo>
                  <a:pt x="22135" y="1444"/>
                </a:lnTo>
                <a:cubicBezTo>
                  <a:pt x="21922" y="1173"/>
                  <a:pt x="21610" y="1026"/>
                  <a:pt x="21290" y="1026"/>
                </a:cubicBezTo>
                <a:cubicBezTo>
                  <a:pt x="21115" y="1026"/>
                  <a:pt x="20938" y="1070"/>
                  <a:pt x="20773" y="1163"/>
                </a:cubicBezTo>
                <a:cubicBezTo>
                  <a:pt x="20362" y="1427"/>
                  <a:pt x="20161" y="1926"/>
                  <a:pt x="20286" y="2381"/>
                </a:cubicBezTo>
                <a:lnTo>
                  <a:pt x="20286" y="2381"/>
                </a:lnTo>
                <a:cubicBezTo>
                  <a:pt x="20086" y="2347"/>
                  <a:pt x="19883" y="2331"/>
                  <a:pt x="19681" y="2331"/>
                </a:cubicBezTo>
                <a:cubicBezTo>
                  <a:pt x="19170" y="2331"/>
                  <a:pt x="18659" y="2433"/>
                  <a:pt x="18177" y="2609"/>
                </a:cubicBezTo>
                <a:cubicBezTo>
                  <a:pt x="17947" y="2740"/>
                  <a:pt x="17520" y="3003"/>
                  <a:pt x="17520" y="3266"/>
                </a:cubicBezTo>
                <a:cubicBezTo>
                  <a:pt x="17520" y="3364"/>
                  <a:pt x="17553" y="3463"/>
                  <a:pt x="17585" y="3562"/>
                </a:cubicBezTo>
                <a:cubicBezTo>
                  <a:pt x="17618" y="3693"/>
                  <a:pt x="17651" y="3825"/>
                  <a:pt x="17651" y="3956"/>
                </a:cubicBezTo>
                <a:cubicBezTo>
                  <a:pt x="17624" y="4198"/>
                  <a:pt x="17575" y="4419"/>
                  <a:pt x="17486" y="4635"/>
                </a:cubicBezTo>
                <a:lnTo>
                  <a:pt x="17486" y="4635"/>
                </a:lnTo>
                <a:cubicBezTo>
                  <a:pt x="17323" y="4444"/>
                  <a:pt x="17101" y="4357"/>
                  <a:pt x="16881" y="4357"/>
                </a:cubicBezTo>
                <a:cubicBezTo>
                  <a:pt x="16476" y="4357"/>
                  <a:pt x="16074" y="4651"/>
                  <a:pt x="16042" y="5138"/>
                </a:cubicBezTo>
                <a:lnTo>
                  <a:pt x="16042" y="5138"/>
                </a:lnTo>
                <a:cubicBezTo>
                  <a:pt x="15768" y="5228"/>
                  <a:pt x="15461" y="5317"/>
                  <a:pt x="15167" y="5317"/>
                </a:cubicBezTo>
                <a:cubicBezTo>
                  <a:pt x="14952" y="5317"/>
                  <a:pt x="14744" y="5269"/>
                  <a:pt x="14562" y="5139"/>
                </a:cubicBezTo>
                <a:cubicBezTo>
                  <a:pt x="14201" y="4909"/>
                  <a:pt x="14037" y="4416"/>
                  <a:pt x="13675" y="4120"/>
                </a:cubicBezTo>
                <a:cubicBezTo>
                  <a:pt x="13564" y="4032"/>
                  <a:pt x="13382" y="3984"/>
                  <a:pt x="13196" y="3984"/>
                </a:cubicBezTo>
                <a:cubicBezTo>
                  <a:pt x="12903" y="3984"/>
                  <a:pt x="12599" y="4102"/>
                  <a:pt x="12547" y="4362"/>
                </a:cubicBezTo>
                <a:lnTo>
                  <a:pt x="12547" y="4362"/>
                </a:lnTo>
                <a:lnTo>
                  <a:pt x="12098" y="4087"/>
                </a:lnTo>
                <a:cubicBezTo>
                  <a:pt x="12080" y="4079"/>
                  <a:pt x="12063" y="4075"/>
                  <a:pt x="12046" y="4075"/>
                </a:cubicBezTo>
                <a:cubicBezTo>
                  <a:pt x="11999" y="4075"/>
                  <a:pt x="11958" y="4105"/>
                  <a:pt x="11934" y="4153"/>
                </a:cubicBezTo>
                <a:cubicBezTo>
                  <a:pt x="11864" y="4412"/>
                  <a:pt x="11641" y="4499"/>
                  <a:pt x="11392" y="4499"/>
                </a:cubicBezTo>
                <a:cubicBezTo>
                  <a:pt x="11167" y="4499"/>
                  <a:pt x="10922" y="4428"/>
                  <a:pt x="10751" y="4350"/>
                </a:cubicBezTo>
                <a:cubicBezTo>
                  <a:pt x="10291" y="4153"/>
                  <a:pt x="9929" y="3792"/>
                  <a:pt x="9436" y="3693"/>
                </a:cubicBezTo>
                <a:cubicBezTo>
                  <a:pt x="9392" y="3684"/>
                  <a:pt x="9346" y="3680"/>
                  <a:pt x="9298" y="3680"/>
                </a:cubicBezTo>
                <a:cubicBezTo>
                  <a:pt x="9166" y="3680"/>
                  <a:pt x="9022" y="3711"/>
                  <a:pt x="8878" y="3759"/>
                </a:cubicBezTo>
                <a:cubicBezTo>
                  <a:pt x="8648" y="3890"/>
                  <a:pt x="8549" y="4087"/>
                  <a:pt x="8385" y="4285"/>
                </a:cubicBezTo>
                <a:cubicBezTo>
                  <a:pt x="8242" y="4409"/>
                  <a:pt x="8081" y="4459"/>
                  <a:pt x="7912" y="4459"/>
                </a:cubicBezTo>
                <a:cubicBezTo>
                  <a:pt x="7492" y="4459"/>
                  <a:pt x="7028" y="4148"/>
                  <a:pt x="6715" y="3912"/>
                </a:cubicBezTo>
                <a:lnTo>
                  <a:pt x="6715" y="3912"/>
                </a:lnTo>
                <a:lnTo>
                  <a:pt x="7070" y="3529"/>
                </a:lnTo>
                <a:cubicBezTo>
                  <a:pt x="7136" y="3463"/>
                  <a:pt x="7103" y="3364"/>
                  <a:pt x="7005" y="3332"/>
                </a:cubicBezTo>
                <a:cubicBezTo>
                  <a:pt x="6189" y="3079"/>
                  <a:pt x="5398" y="2561"/>
                  <a:pt x="4527" y="2561"/>
                </a:cubicBezTo>
                <a:cubicBezTo>
                  <a:pt x="4494" y="2561"/>
                  <a:pt x="4460" y="2562"/>
                  <a:pt x="4427" y="2563"/>
                </a:cubicBezTo>
                <a:lnTo>
                  <a:pt x="4427" y="2563"/>
                </a:lnTo>
                <a:lnTo>
                  <a:pt x="4606" y="2412"/>
                </a:lnTo>
                <a:cubicBezTo>
                  <a:pt x="4695" y="2352"/>
                  <a:pt x="4622" y="2210"/>
                  <a:pt x="4533" y="2210"/>
                </a:cubicBezTo>
                <a:cubicBezTo>
                  <a:pt x="4525" y="2210"/>
                  <a:pt x="4516" y="2211"/>
                  <a:pt x="4507" y="2214"/>
                </a:cubicBezTo>
                <a:cubicBezTo>
                  <a:pt x="4318" y="2298"/>
                  <a:pt x="4119" y="2339"/>
                  <a:pt x="3922" y="2339"/>
                </a:cubicBezTo>
                <a:cubicBezTo>
                  <a:pt x="3502" y="2339"/>
                  <a:pt x="3089" y="2155"/>
                  <a:pt x="2798" y="1820"/>
                </a:cubicBezTo>
                <a:cubicBezTo>
                  <a:pt x="2786" y="1795"/>
                  <a:pt x="2764" y="1784"/>
                  <a:pt x="2739" y="1784"/>
                </a:cubicBezTo>
                <a:cubicBezTo>
                  <a:pt x="2700" y="1784"/>
                  <a:pt x="2654" y="1812"/>
                  <a:pt x="2634" y="1853"/>
                </a:cubicBezTo>
                <a:cubicBezTo>
                  <a:pt x="2468" y="2158"/>
                  <a:pt x="2348" y="2486"/>
                  <a:pt x="2315" y="2838"/>
                </a:cubicBezTo>
                <a:lnTo>
                  <a:pt x="2315" y="2838"/>
                </a:lnTo>
                <a:cubicBezTo>
                  <a:pt x="2218" y="2779"/>
                  <a:pt x="2108" y="2747"/>
                  <a:pt x="1996" y="2747"/>
                </a:cubicBezTo>
                <a:cubicBezTo>
                  <a:pt x="1889" y="2747"/>
                  <a:pt x="1780" y="2777"/>
                  <a:pt x="1681" y="2839"/>
                </a:cubicBezTo>
                <a:cubicBezTo>
                  <a:pt x="1550" y="2937"/>
                  <a:pt x="1517" y="3102"/>
                  <a:pt x="1484" y="3233"/>
                </a:cubicBezTo>
                <a:cubicBezTo>
                  <a:pt x="1418" y="3463"/>
                  <a:pt x="1353" y="3693"/>
                  <a:pt x="1320" y="3956"/>
                </a:cubicBezTo>
                <a:cubicBezTo>
                  <a:pt x="1195" y="4861"/>
                  <a:pt x="1307" y="5825"/>
                  <a:pt x="1600" y="6707"/>
                </a:cubicBezTo>
                <a:lnTo>
                  <a:pt x="1600" y="6707"/>
                </a:lnTo>
                <a:cubicBezTo>
                  <a:pt x="1255" y="6775"/>
                  <a:pt x="1263" y="7383"/>
                  <a:pt x="1320" y="7669"/>
                </a:cubicBezTo>
                <a:cubicBezTo>
                  <a:pt x="1484" y="8096"/>
                  <a:pt x="1550" y="8556"/>
                  <a:pt x="1484" y="9016"/>
                </a:cubicBezTo>
                <a:cubicBezTo>
                  <a:pt x="1418" y="9411"/>
                  <a:pt x="1090" y="9739"/>
                  <a:pt x="695" y="9805"/>
                </a:cubicBezTo>
                <a:cubicBezTo>
                  <a:pt x="597" y="9838"/>
                  <a:pt x="564" y="9937"/>
                  <a:pt x="630" y="10002"/>
                </a:cubicBezTo>
                <a:cubicBezTo>
                  <a:pt x="647" y="10020"/>
                  <a:pt x="664" y="10037"/>
                  <a:pt x="681" y="10055"/>
                </a:cubicBezTo>
                <a:lnTo>
                  <a:pt x="681" y="10055"/>
                </a:lnTo>
                <a:lnTo>
                  <a:pt x="662" y="10101"/>
                </a:lnTo>
                <a:cubicBezTo>
                  <a:pt x="679" y="10098"/>
                  <a:pt x="696" y="10095"/>
                  <a:pt x="712" y="10091"/>
                </a:cubicBezTo>
                <a:lnTo>
                  <a:pt x="712" y="10091"/>
                </a:lnTo>
                <a:cubicBezTo>
                  <a:pt x="991" y="10411"/>
                  <a:pt x="1158" y="10834"/>
                  <a:pt x="1188" y="11284"/>
                </a:cubicBezTo>
                <a:cubicBezTo>
                  <a:pt x="1188" y="11777"/>
                  <a:pt x="1057" y="12237"/>
                  <a:pt x="761" y="12631"/>
                </a:cubicBezTo>
                <a:cubicBezTo>
                  <a:pt x="498" y="12960"/>
                  <a:pt x="465" y="13453"/>
                  <a:pt x="695" y="13847"/>
                </a:cubicBezTo>
                <a:cubicBezTo>
                  <a:pt x="827" y="14176"/>
                  <a:pt x="1221" y="14931"/>
                  <a:pt x="662" y="15096"/>
                </a:cubicBezTo>
                <a:cubicBezTo>
                  <a:pt x="597" y="15128"/>
                  <a:pt x="564" y="15227"/>
                  <a:pt x="630" y="15293"/>
                </a:cubicBezTo>
                <a:cubicBezTo>
                  <a:pt x="991" y="15687"/>
                  <a:pt x="893" y="16213"/>
                  <a:pt x="761" y="16706"/>
                </a:cubicBezTo>
                <a:cubicBezTo>
                  <a:pt x="630" y="17166"/>
                  <a:pt x="498" y="17626"/>
                  <a:pt x="400" y="18119"/>
                </a:cubicBezTo>
                <a:cubicBezTo>
                  <a:pt x="273" y="19067"/>
                  <a:pt x="481" y="20046"/>
                  <a:pt x="995" y="20880"/>
                </a:cubicBezTo>
                <a:lnTo>
                  <a:pt x="995" y="20880"/>
                </a:lnTo>
                <a:cubicBezTo>
                  <a:pt x="568" y="21009"/>
                  <a:pt x="0" y="21329"/>
                  <a:pt x="268" y="21865"/>
                </a:cubicBezTo>
                <a:cubicBezTo>
                  <a:pt x="498" y="22292"/>
                  <a:pt x="1123" y="22358"/>
                  <a:pt x="1451" y="22686"/>
                </a:cubicBezTo>
                <a:cubicBezTo>
                  <a:pt x="1550" y="22752"/>
                  <a:pt x="1550" y="22884"/>
                  <a:pt x="1648" y="22982"/>
                </a:cubicBezTo>
                <a:cubicBezTo>
                  <a:pt x="1747" y="23048"/>
                  <a:pt x="1845" y="23048"/>
                  <a:pt x="1977" y="23048"/>
                </a:cubicBezTo>
                <a:cubicBezTo>
                  <a:pt x="2240" y="22982"/>
                  <a:pt x="2503" y="22851"/>
                  <a:pt x="2733" y="22686"/>
                </a:cubicBezTo>
                <a:cubicBezTo>
                  <a:pt x="2996" y="22423"/>
                  <a:pt x="3324" y="22259"/>
                  <a:pt x="3718" y="22259"/>
                </a:cubicBezTo>
                <a:cubicBezTo>
                  <a:pt x="4113" y="22325"/>
                  <a:pt x="4409" y="22653"/>
                  <a:pt x="4770" y="22785"/>
                </a:cubicBezTo>
                <a:cubicBezTo>
                  <a:pt x="4876" y="22834"/>
                  <a:pt x="5012" y="22858"/>
                  <a:pt x="5153" y="22858"/>
                </a:cubicBezTo>
                <a:cubicBezTo>
                  <a:pt x="5536" y="22858"/>
                  <a:pt x="5961" y="22678"/>
                  <a:pt x="5947" y="22309"/>
                </a:cubicBezTo>
                <a:lnTo>
                  <a:pt x="5947" y="22309"/>
                </a:lnTo>
                <a:cubicBezTo>
                  <a:pt x="6306" y="22413"/>
                  <a:pt x="6675" y="22469"/>
                  <a:pt x="7039" y="22469"/>
                </a:cubicBezTo>
                <a:cubicBezTo>
                  <a:pt x="7227" y="22469"/>
                  <a:pt x="7413" y="22454"/>
                  <a:pt x="7596" y="22423"/>
                </a:cubicBezTo>
                <a:cubicBezTo>
                  <a:pt x="7859" y="22325"/>
                  <a:pt x="8122" y="22193"/>
                  <a:pt x="8319" y="21996"/>
                </a:cubicBezTo>
                <a:cubicBezTo>
                  <a:pt x="8418" y="21898"/>
                  <a:pt x="8516" y="21701"/>
                  <a:pt x="8680" y="21668"/>
                </a:cubicBezTo>
                <a:cubicBezTo>
                  <a:pt x="8698" y="21665"/>
                  <a:pt x="8715" y="21664"/>
                  <a:pt x="8732" y="21664"/>
                </a:cubicBezTo>
                <a:cubicBezTo>
                  <a:pt x="8944" y="21664"/>
                  <a:pt x="9150" y="21844"/>
                  <a:pt x="9272" y="21996"/>
                </a:cubicBezTo>
                <a:cubicBezTo>
                  <a:pt x="9699" y="22391"/>
                  <a:pt x="10225" y="22653"/>
                  <a:pt x="10783" y="22719"/>
                </a:cubicBezTo>
                <a:cubicBezTo>
                  <a:pt x="10908" y="22732"/>
                  <a:pt x="11033" y="22739"/>
                  <a:pt x="11158" y="22739"/>
                </a:cubicBezTo>
                <a:cubicBezTo>
                  <a:pt x="11656" y="22739"/>
                  <a:pt x="12150" y="22634"/>
                  <a:pt x="12624" y="22423"/>
                </a:cubicBezTo>
                <a:cubicBezTo>
                  <a:pt x="13318" y="22122"/>
                  <a:pt x="13984" y="21488"/>
                  <a:pt x="14800" y="21488"/>
                </a:cubicBezTo>
                <a:cubicBezTo>
                  <a:pt x="14873" y="21488"/>
                  <a:pt x="14947" y="21493"/>
                  <a:pt x="15022" y="21503"/>
                </a:cubicBezTo>
                <a:cubicBezTo>
                  <a:pt x="15034" y="21509"/>
                  <a:pt x="15047" y="21512"/>
                  <a:pt x="15058" y="21512"/>
                </a:cubicBezTo>
                <a:cubicBezTo>
                  <a:pt x="15109" y="21512"/>
                  <a:pt x="15148" y="21458"/>
                  <a:pt x="15121" y="21405"/>
                </a:cubicBezTo>
                <a:cubicBezTo>
                  <a:pt x="15088" y="21109"/>
                  <a:pt x="15022" y="20715"/>
                  <a:pt x="15252" y="20485"/>
                </a:cubicBezTo>
                <a:cubicBezTo>
                  <a:pt x="15307" y="20404"/>
                  <a:pt x="15405" y="20345"/>
                  <a:pt x="15512" y="20345"/>
                </a:cubicBezTo>
                <a:cubicBezTo>
                  <a:pt x="15534" y="20345"/>
                  <a:pt x="15558" y="20347"/>
                  <a:pt x="15581" y="20353"/>
                </a:cubicBezTo>
                <a:cubicBezTo>
                  <a:pt x="15745" y="20386"/>
                  <a:pt x="15811" y="20518"/>
                  <a:pt x="15844" y="20649"/>
                </a:cubicBezTo>
                <a:cubicBezTo>
                  <a:pt x="15844" y="20813"/>
                  <a:pt x="15910" y="20978"/>
                  <a:pt x="16041" y="21109"/>
                </a:cubicBezTo>
                <a:cubicBezTo>
                  <a:pt x="16164" y="21183"/>
                  <a:pt x="16288" y="21220"/>
                  <a:pt x="16425" y="21220"/>
                </a:cubicBezTo>
                <a:cubicBezTo>
                  <a:pt x="16470" y="21220"/>
                  <a:pt x="16518" y="21216"/>
                  <a:pt x="16567" y="21208"/>
                </a:cubicBezTo>
                <a:cubicBezTo>
                  <a:pt x="17563" y="21079"/>
                  <a:pt x="18527" y="20762"/>
                  <a:pt x="19368" y="20226"/>
                </a:cubicBezTo>
                <a:lnTo>
                  <a:pt x="19368" y="20226"/>
                </a:lnTo>
                <a:cubicBezTo>
                  <a:pt x="19854" y="20665"/>
                  <a:pt x="20463" y="20948"/>
                  <a:pt x="21134" y="21076"/>
                </a:cubicBezTo>
                <a:cubicBezTo>
                  <a:pt x="21145" y="21087"/>
                  <a:pt x="21156" y="21091"/>
                  <a:pt x="21167" y="21091"/>
                </a:cubicBezTo>
                <a:cubicBezTo>
                  <a:pt x="21189" y="21091"/>
                  <a:pt x="21211" y="21076"/>
                  <a:pt x="21233" y="21076"/>
                </a:cubicBezTo>
                <a:cubicBezTo>
                  <a:pt x="21824" y="20386"/>
                  <a:pt x="22580" y="19893"/>
                  <a:pt x="23467" y="19663"/>
                </a:cubicBezTo>
                <a:cubicBezTo>
                  <a:pt x="23886" y="19544"/>
                  <a:pt x="24631" y="19261"/>
                  <a:pt x="24564" y="18740"/>
                </a:cubicBezTo>
                <a:lnTo>
                  <a:pt x="24564" y="18740"/>
                </a:lnTo>
                <a:cubicBezTo>
                  <a:pt x="24585" y="18742"/>
                  <a:pt x="24605" y="18742"/>
                  <a:pt x="24626" y="18742"/>
                </a:cubicBezTo>
                <a:cubicBezTo>
                  <a:pt x="24911" y="18742"/>
                  <a:pt x="25186" y="18606"/>
                  <a:pt x="25340" y="18349"/>
                </a:cubicBezTo>
                <a:cubicBezTo>
                  <a:pt x="25539" y="17980"/>
                  <a:pt x="25615" y="17537"/>
                  <a:pt x="25548" y="17127"/>
                </a:cubicBezTo>
                <a:lnTo>
                  <a:pt x="25548" y="17127"/>
                </a:lnTo>
                <a:cubicBezTo>
                  <a:pt x="25604" y="17142"/>
                  <a:pt x="25661" y="17149"/>
                  <a:pt x="25718" y="17149"/>
                </a:cubicBezTo>
                <a:cubicBezTo>
                  <a:pt x="25917" y="17149"/>
                  <a:pt x="26108" y="17062"/>
                  <a:pt x="26228" y="16903"/>
                </a:cubicBezTo>
                <a:cubicBezTo>
                  <a:pt x="26523" y="16607"/>
                  <a:pt x="26655" y="16180"/>
                  <a:pt x="26556" y="15786"/>
                </a:cubicBezTo>
                <a:cubicBezTo>
                  <a:pt x="26491" y="15523"/>
                  <a:pt x="26425" y="15293"/>
                  <a:pt x="26359" y="15030"/>
                </a:cubicBezTo>
                <a:cubicBezTo>
                  <a:pt x="26293" y="14767"/>
                  <a:pt x="26326" y="14504"/>
                  <a:pt x="26261" y="14241"/>
                </a:cubicBezTo>
                <a:cubicBezTo>
                  <a:pt x="26195" y="14077"/>
                  <a:pt x="26096" y="13913"/>
                  <a:pt x="25932" y="13781"/>
                </a:cubicBezTo>
                <a:cubicBezTo>
                  <a:pt x="25866" y="13715"/>
                  <a:pt x="25768" y="13650"/>
                  <a:pt x="25702" y="13584"/>
                </a:cubicBezTo>
                <a:cubicBezTo>
                  <a:pt x="25636" y="13485"/>
                  <a:pt x="25636" y="13485"/>
                  <a:pt x="25636" y="13453"/>
                </a:cubicBezTo>
                <a:cubicBezTo>
                  <a:pt x="25587" y="13305"/>
                  <a:pt x="25704" y="13286"/>
                  <a:pt x="25807" y="13286"/>
                </a:cubicBezTo>
                <a:cubicBezTo>
                  <a:pt x="25842" y="13286"/>
                  <a:pt x="25874" y="13288"/>
                  <a:pt x="25899" y="13288"/>
                </a:cubicBezTo>
                <a:cubicBezTo>
                  <a:pt x="25926" y="13288"/>
                  <a:pt x="25948" y="13271"/>
                  <a:pt x="25963" y="13247"/>
                </a:cubicBezTo>
                <a:lnTo>
                  <a:pt x="25963" y="13247"/>
                </a:lnTo>
                <a:cubicBezTo>
                  <a:pt x="26237" y="13208"/>
                  <a:pt x="26507" y="13110"/>
                  <a:pt x="26721" y="12927"/>
                </a:cubicBezTo>
                <a:cubicBezTo>
                  <a:pt x="26984" y="12730"/>
                  <a:pt x="27115" y="12434"/>
                  <a:pt x="27181" y="12138"/>
                </a:cubicBezTo>
                <a:cubicBezTo>
                  <a:pt x="27115" y="11810"/>
                  <a:pt x="26951" y="11547"/>
                  <a:pt x="26688" y="11350"/>
                </a:cubicBezTo>
                <a:cubicBezTo>
                  <a:pt x="26498" y="11160"/>
                  <a:pt x="26263" y="11037"/>
                  <a:pt x="26002" y="10981"/>
                </a:cubicBezTo>
                <a:lnTo>
                  <a:pt x="26002" y="10981"/>
                </a:lnTo>
                <a:cubicBezTo>
                  <a:pt x="26589" y="9755"/>
                  <a:pt x="26333" y="8294"/>
                  <a:pt x="25345" y="7341"/>
                </a:cubicBezTo>
                <a:lnTo>
                  <a:pt x="25345" y="7341"/>
                </a:lnTo>
                <a:lnTo>
                  <a:pt x="26293" y="6453"/>
                </a:lnTo>
                <a:cubicBezTo>
                  <a:pt x="26326" y="6421"/>
                  <a:pt x="26326" y="6322"/>
                  <a:pt x="26261" y="6289"/>
                </a:cubicBezTo>
                <a:lnTo>
                  <a:pt x="25300" y="5718"/>
                </a:lnTo>
                <a:lnTo>
                  <a:pt x="25300" y="5718"/>
                </a:lnTo>
                <a:cubicBezTo>
                  <a:pt x="25503" y="5640"/>
                  <a:pt x="25659" y="5474"/>
                  <a:pt x="25702" y="5238"/>
                </a:cubicBezTo>
                <a:cubicBezTo>
                  <a:pt x="25899" y="4777"/>
                  <a:pt x="25669" y="4252"/>
                  <a:pt x="26063" y="3825"/>
                </a:cubicBezTo>
                <a:cubicBezTo>
                  <a:pt x="26293" y="3562"/>
                  <a:pt x="26359" y="3266"/>
                  <a:pt x="25965" y="3102"/>
                </a:cubicBezTo>
                <a:cubicBezTo>
                  <a:pt x="25475" y="2856"/>
                  <a:pt x="24927" y="2697"/>
                  <a:pt x="24402" y="2490"/>
                </a:cubicBezTo>
                <a:lnTo>
                  <a:pt x="24402" y="2490"/>
                </a:lnTo>
                <a:cubicBezTo>
                  <a:pt x="24584" y="1995"/>
                  <a:pt x="24572" y="1450"/>
                  <a:pt x="24420" y="933"/>
                </a:cubicBezTo>
                <a:cubicBezTo>
                  <a:pt x="24289" y="473"/>
                  <a:pt x="23928" y="111"/>
                  <a:pt x="23435" y="13"/>
                </a:cubicBezTo>
                <a:cubicBezTo>
                  <a:pt x="23389" y="4"/>
                  <a:pt x="23342" y="0"/>
                  <a:pt x="23296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7" name="Google Shape;2211;p11"/>
          <p:cNvSpPr/>
          <p:nvPr/>
        </p:nvSpPr>
        <p:spPr>
          <a:xfrm>
            <a:off x="8261640" y="4037040"/>
            <a:ext cx="23400" cy="33120"/>
          </a:xfrm>
          <a:custGeom>
            <a:avLst/>
            <a:gdLst>
              <a:gd name="textAreaLeft" fmla="*/ 0 w 23400"/>
              <a:gd name="textAreaRight" fmla="*/ 23760 w 23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119" h="1585">
                <a:moveTo>
                  <a:pt x="329" y="1"/>
                </a:moveTo>
                <a:cubicBezTo>
                  <a:pt x="307" y="1"/>
                  <a:pt x="285" y="3"/>
                  <a:pt x="264" y="7"/>
                </a:cubicBezTo>
                <a:cubicBezTo>
                  <a:pt x="100" y="73"/>
                  <a:pt x="1" y="270"/>
                  <a:pt x="34" y="434"/>
                </a:cubicBezTo>
                <a:cubicBezTo>
                  <a:pt x="132" y="796"/>
                  <a:pt x="264" y="1125"/>
                  <a:pt x="461" y="1420"/>
                </a:cubicBezTo>
                <a:cubicBezTo>
                  <a:pt x="494" y="1486"/>
                  <a:pt x="560" y="1552"/>
                  <a:pt x="658" y="1585"/>
                </a:cubicBezTo>
                <a:cubicBezTo>
                  <a:pt x="724" y="1585"/>
                  <a:pt x="822" y="1585"/>
                  <a:pt x="921" y="1552"/>
                </a:cubicBezTo>
                <a:cubicBezTo>
                  <a:pt x="1052" y="1453"/>
                  <a:pt x="1118" y="1256"/>
                  <a:pt x="1020" y="1092"/>
                </a:cubicBezTo>
                <a:cubicBezTo>
                  <a:pt x="963" y="979"/>
                  <a:pt x="882" y="841"/>
                  <a:pt x="819" y="722"/>
                </a:cubicBezTo>
                <a:lnTo>
                  <a:pt x="819" y="722"/>
                </a:lnTo>
                <a:cubicBezTo>
                  <a:pt x="756" y="560"/>
                  <a:pt x="723" y="399"/>
                  <a:pt x="691" y="237"/>
                </a:cubicBezTo>
                <a:cubicBezTo>
                  <a:pt x="634" y="94"/>
                  <a:pt x="477" y="1"/>
                  <a:pt x="3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8" name="Google Shape;2212;p11"/>
          <p:cNvSpPr/>
          <p:nvPr/>
        </p:nvSpPr>
        <p:spPr>
          <a:xfrm>
            <a:off x="8292960" y="4036680"/>
            <a:ext cx="19800" cy="35280"/>
          </a:xfrm>
          <a:custGeom>
            <a:avLst/>
            <a:gdLst>
              <a:gd name="textAreaLeft" fmla="*/ 0 w 19800"/>
              <a:gd name="textAreaRight" fmla="*/ 20160 w 1980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954" h="1689">
                <a:moveTo>
                  <a:pt x="691" y="547"/>
                </a:moveTo>
                <a:lnTo>
                  <a:pt x="672" y="585"/>
                </a:lnTo>
                <a:lnTo>
                  <a:pt x="672" y="585"/>
                </a:lnTo>
                <a:cubicBezTo>
                  <a:pt x="676" y="582"/>
                  <a:pt x="683" y="580"/>
                  <a:pt x="691" y="580"/>
                </a:cubicBezTo>
                <a:lnTo>
                  <a:pt x="659" y="611"/>
                </a:lnTo>
                <a:lnTo>
                  <a:pt x="659" y="611"/>
                </a:lnTo>
                <a:cubicBezTo>
                  <a:pt x="659" y="611"/>
                  <a:pt x="659" y="610"/>
                  <a:pt x="659" y="610"/>
                </a:cubicBezTo>
                <a:lnTo>
                  <a:pt x="659" y="610"/>
                </a:lnTo>
                <a:lnTo>
                  <a:pt x="658" y="613"/>
                </a:lnTo>
                <a:lnTo>
                  <a:pt x="658" y="613"/>
                </a:lnTo>
                <a:cubicBezTo>
                  <a:pt x="658" y="613"/>
                  <a:pt x="658" y="605"/>
                  <a:pt x="662" y="596"/>
                </a:cubicBezTo>
                <a:lnTo>
                  <a:pt x="662" y="596"/>
                </a:lnTo>
                <a:cubicBezTo>
                  <a:pt x="661" y="601"/>
                  <a:pt x="660" y="605"/>
                  <a:pt x="659" y="610"/>
                </a:cubicBezTo>
                <a:lnTo>
                  <a:pt x="659" y="610"/>
                </a:lnTo>
                <a:lnTo>
                  <a:pt x="672" y="585"/>
                </a:lnTo>
                <a:lnTo>
                  <a:pt x="672" y="585"/>
                </a:lnTo>
                <a:cubicBezTo>
                  <a:pt x="667" y="588"/>
                  <a:pt x="664" y="592"/>
                  <a:pt x="662" y="596"/>
                </a:cubicBezTo>
                <a:lnTo>
                  <a:pt x="662" y="596"/>
                </a:lnTo>
                <a:cubicBezTo>
                  <a:pt x="666" y="580"/>
                  <a:pt x="674" y="563"/>
                  <a:pt x="691" y="547"/>
                </a:cubicBezTo>
                <a:close/>
                <a:moveTo>
                  <a:pt x="412" y="662"/>
                </a:moveTo>
                <a:cubicBezTo>
                  <a:pt x="451" y="686"/>
                  <a:pt x="495" y="700"/>
                  <a:pt x="541" y="707"/>
                </a:cubicBezTo>
                <a:lnTo>
                  <a:pt x="541" y="707"/>
                </a:lnTo>
                <a:lnTo>
                  <a:pt x="526" y="711"/>
                </a:lnTo>
                <a:lnTo>
                  <a:pt x="494" y="711"/>
                </a:lnTo>
                <a:lnTo>
                  <a:pt x="395" y="678"/>
                </a:lnTo>
                <a:lnTo>
                  <a:pt x="428" y="678"/>
                </a:lnTo>
                <a:lnTo>
                  <a:pt x="412" y="662"/>
                </a:lnTo>
                <a:close/>
                <a:moveTo>
                  <a:pt x="488" y="1"/>
                </a:moveTo>
                <a:cubicBezTo>
                  <a:pt x="446" y="1"/>
                  <a:pt x="404" y="7"/>
                  <a:pt x="362" y="21"/>
                </a:cubicBezTo>
                <a:cubicBezTo>
                  <a:pt x="231" y="54"/>
                  <a:pt x="132" y="120"/>
                  <a:pt x="99" y="218"/>
                </a:cubicBezTo>
                <a:cubicBezTo>
                  <a:pt x="34" y="317"/>
                  <a:pt x="1" y="416"/>
                  <a:pt x="1" y="547"/>
                </a:cubicBezTo>
                <a:lnTo>
                  <a:pt x="1" y="941"/>
                </a:lnTo>
                <a:lnTo>
                  <a:pt x="1" y="1369"/>
                </a:lnTo>
                <a:cubicBezTo>
                  <a:pt x="1" y="1582"/>
                  <a:pt x="165" y="1689"/>
                  <a:pt x="329" y="1689"/>
                </a:cubicBezTo>
                <a:cubicBezTo>
                  <a:pt x="494" y="1689"/>
                  <a:pt x="658" y="1582"/>
                  <a:pt x="658" y="1369"/>
                </a:cubicBezTo>
                <a:lnTo>
                  <a:pt x="658" y="974"/>
                </a:lnTo>
                <a:cubicBezTo>
                  <a:pt x="658" y="875"/>
                  <a:pt x="658" y="788"/>
                  <a:pt x="658" y="705"/>
                </a:cubicBezTo>
                <a:lnTo>
                  <a:pt x="658" y="705"/>
                </a:lnTo>
                <a:cubicBezTo>
                  <a:pt x="691" y="700"/>
                  <a:pt x="725" y="691"/>
                  <a:pt x="756" y="678"/>
                </a:cubicBezTo>
                <a:cubicBezTo>
                  <a:pt x="888" y="580"/>
                  <a:pt x="954" y="383"/>
                  <a:pt x="888" y="218"/>
                </a:cubicBezTo>
                <a:cubicBezTo>
                  <a:pt x="785" y="89"/>
                  <a:pt x="641" y="1"/>
                  <a:pt x="48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49" name="Google Shape;2213;p11"/>
          <p:cNvSpPr/>
          <p:nvPr/>
        </p:nvSpPr>
        <p:spPr>
          <a:xfrm>
            <a:off x="8317800" y="4037760"/>
            <a:ext cx="18360" cy="38160"/>
          </a:xfrm>
          <a:custGeom>
            <a:avLst/>
            <a:gdLst>
              <a:gd name="textAreaLeft" fmla="*/ 0 w 18360"/>
              <a:gd name="textAreaRight" fmla="*/ 18720 w 18360"/>
              <a:gd name="textAreaTop" fmla="*/ 0 h 38160"/>
              <a:gd name="textAreaBottom" fmla="*/ 38520 h 38160"/>
            </a:gdLst>
            <a:ahLst/>
            <a:cxnLst/>
            <a:rect l="textAreaLeft" t="textAreaTop" r="textAreaRight" b="textAreaBottom"/>
            <a:pathLst>
              <a:path w="888" h="1814">
                <a:moveTo>
                  <a:pt x="444" y="0"/>
                </a:moveTo>
                <a:cubicBezTo>
                  <a:pt x="313" y="0"/>
                  <a:pt x="181" y="66"/>
                  <a:pt x="99" y="197"/>
                </a:cubicBezTo>
                <a:cubicBezTo>
                  <a:pt x="33" y="329"/>
                  <a:pt x="1" y="526"/>
                  <a:pt x="33" y="690"/>
                </a:cubicBezTo>
                <a:cubicBezTo>
                  <a:pt x="66" y="986"/>
                  <a:pt x="132" y="1282"/>
                  <a:pt x="198" y="1577"/>
                </a:cubicBezTo>
                <a:cubicBezTo>
                  <a:pt x="255" y="1720"/>
                  <a:pt x="387" y="1814"/>
                  <a:pt x="550" y="1814"/>
                </a:cubicBezTo>
                <a:cubicBezTo>
                  <a:pt x="575" y="1814"/>
                  <a:pt x="600" y="1812"/>
                  <a:pt x="625" y="1807"/>
                </a:cubicBezTo>
                <a:cubicBezTo>
                  <a:pt x="789" y="1742"/>
                  <a:pt x="888" y="1545"/>
                  <a:pt x="855" y="1380"/>
                </a:cubicBezTo>
                <a:lnTo>
                  <a:pt x="822" y="1380"/>
                </a:lnTo>
                <a:cubicBezTo>
                  <a:pt x="756" y="1183"/>
                  <a:pt x="724" y="986"/>
                  <a:pt x="691" y="789"/>
                </a:cubicBezTo>
                <a:lnTo>
                  <a:pt x="691" y="887"/>
                </a:lnTo>
                <a:cubicBezTo>
                  <a:pt x="691" y="792"/>
                  <a:pt x="660" y="727"/>
                  <a:pt x="658" y="633"/>
                </a:cubicBezTo>
                <a:lnTo>
                  <a:pt x="658" y="633"/>
                </a:lnTo>
                <a:cubicBezTo>
                  <a:pt x="798" y="550"/>
                  <a:pt x="888" y="378"/>
                  <a:pt x="789" y="197"/>
                </a:cubicBezTo>
                <a:cubicBezTo>
                  <a:pt x="707" y="66"/>
                  <a:pt x="576" y="0"/>
                  <a:pt x="44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0" name="Google Shape;2214;p11"/>
          <p:cNvSpPr/>
          <p:nvPr/>
        </p:nvSpPr>
        <p:spPr>
          <a:xfrm>
            <a:off x="8359560" y="4030920"/>
            <a:ext cx="24120" cy="42840"/>
          </a:xfrm>
          <a:custGeom>
            <a:avLst/>
            <a:gdLst>
              <a:gd name="textAreaLeft" fmla="*/ 0 w 24120"/>
              <a:gd name="textAreaRight" fmla="*/ 24480 w 2412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1151" h="2037">
                <a:moveTo>
                  <a:pt x="791" y="1"/>
                </a:moveTo>
                <a:cubicBezTo>
                  <a:pt x="674" y="1"/>
                  <a:pt x="561" y="52"/>
                  <a:pt x="493" y="164"/>
                </a:cubicBezTo>
                <a:cubicBezTo>
                  <a:pt x="197" y="624"/>
                  <a:pt x="33" y="1150"/>
                  <a:pt x="0" y="1708"/>
                </a:cubicBezTo>
                <a:cubicBezTo>
                  <a:pt x="0" y="1905"/>
                  <a:pt x="165" y="2037"/>
                  <a:pt x="329" y="2037"/>
                </a:cubicBezTo>
                <a:cubicBezTo>
                  <a:pt x="526" y="2037"/>
                  <a:pt x="657" y="1905"/>
                  <a:pt x="657" y="1708"/>
                </a:cubicBezTo>
                <a:lnTo>
                  <a:pt x="690" y="1708"/>
                </a:lnTo>
                <a:lnTo>
                  <a:pt x="690" y="1511"/>
                </a:lnTo>
                <a:lnTo>
                  <a:pt x="690" y="1413"/>
                </a:lnTo>
                <a:cubicBezTo>
                  <a:pt x="723" y="1281"/>
                  <a:pt x="756" y="1182"/>
                  <a:pt x="789" y="1051"/>
                </a:cubicBezTo>
                <a:cubicBezTo>
                  <a:pt x="789" y="1018"/>
                  <a:pt x="822" y="952"/>
                  <a:pt x="855" y="887"/>
                </a:cubicBezTo>
                <a:cubicBezTo>
                  <a:pt x="855" y="854"/>
                  <a:pt x="887" y="821"/>
                  <a:pt x="887" y="788"/>
                </a:cubicBezTo>
                <a:cubicBezTo>
                  <a:pt x="953" y="690"/>
                  <a:pt x="986" y="591"/>
                  <a:pt x="1085" y="492"/>
                </a:cubicBezTo>
                <a:cubicBezTo>
                  <a:pt x="1150" y="328"/>
                  <a:pt x="1117" y="131"/>
                  <a:pt x="953" y="32"/>
                </a:cubicBezTo>
                <a:cubicBezTo>
                  <a:pt x="901" y="12"/>
                  <a:pt x="846" y="1"/>
                  <a:pt x="79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1" name="Google Shape;2215;p11"/>
          <p:cNvSpPr/>
          <p:nvPr/>
        </p:nvSpPr>
        <p:spPr>
          <a:xfrm>
            <a:off x="8401320" y="4028760"/>
            <a:ext cx="19440" cy="34560"/>
          </a:xfrm>
          <a:custGeom>
            <a:avLst/>
            <a:gdLst>
              <a:gd name="textAreaLeft" fmla="*/ 0 w 19440"/>
              <a:gd name="textAreaRight" fmla="*/ 19800 w 194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935" h="1649">
                <a:moveTo>
                  <a:pt x="329" y="1"/>
                </a:moveTo>
                <a:cubicBezTo>
                  <a:pt x="264" y="34"/>
                  <a:pt x="165" y="67"/>
                  <a:pt x="99" y="100"/>
                </a:cubicBezTo>
                <a:cubicBezTo>
                  <a:pt x="34" y="165"/>
                  <a:pt x="1" y="264"/>
                  <a:pt x="1" y="330"/>
                </a:cubicBezTo>
                <a:cubicBezTo>
                  <a:pt x="34" y="691"/>
                  <a:pt x="132" y="1052"/>
                  <a:pt x="231" y="1414"/>
                </a:cubicBezTo>
                <a:cubicBezTo>
                  <a:pt x="264" y="1480"/>
                  <a:pt x="329" y="1545"/>
                  <a:pt x="395" y="1611"/>
                </a:cubicBezTo>
                <a:cubicBezTo>
                  <a:pt x="441" y="1637"/>
                  <a:pt x="490" y="1649"/>
                  <a:pt x="539" y="1649"/>
                </a:cubicBezTo>
                <a:cubicBezTo>
                  <a:pt x="738" y="1649"/>
                  <a:pt x="934" y="1454"/>
                  <a:pt x="855" y="1217"/>
                </a:cubicBezTo>
                <a:lnTo>
                  <a:pt x="855" y="1217"/>
                </a:lnTo>
                <a:lnTo>
                  <a:pt x="888" y="1250"/>
                </a:lnTo>
                <a:cubicBezTo>
                  <a:pt x="790" y="987"/>
                  <a:pt x="724" y="691"/>
                  <a:pt x="691" y="428"/>
                </a:cubicBezTo>
                <a:lnTo>
                  <a:pt x="691" y="494"/>
                </a:lnTo>
                <a:cubicBezTo>
                  <a:pt x="691" y="461"/>
                  <a:pt x="691" y="395"/>
                  <a:pt x="658" y="330"/>
                </a:cubicBezTo>
                <a:cubicBezTo>
                  <a:pt x="658" y="264"/>
                  <a:pt x="625" y="165"/>
                  <a:pt x="559" y="100"/>
                </a:cubicBezTo>
                <a:cubicBezTo>
                  <a:pt x="494" y="67"/>
                  <a:pt x="428" y="1"/>
                  <a:pt x="32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2" name="Google Shape;2216;p11"/>
          <p:cNvSpPr/>
          <p:nvPr/>
        </p:nvSpPr>
        <p:spPr>
          <a:xfrm>
            <a:off x="8422200" y="4031640"/>
            <a:ext cx="20520" cy="29520"/>
          </a:xfrm>
          <a:custGeom>
            <a:avLst/>
            <a:gdLst>
              <a:gd name="textAreaLeft" fmla="*/ 0 w 20520"/>
              <a:gd name="textAreaRight" fmla="*/ 20880 w 2052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987" h="1413">
                <a:moveTo>
                  <a:pt x="658" y="788"/>
                </a:moveTo>
                <a:lnTo>
                  <a:pt x="658" y="887"/>
                </a:lnTo>
                <a:lnTo>
                  <a:pt x="658" y="952"/>
                </a:lnTo>
                <a:cubicBezTo>
                  <a:pt x="625" y="919"/>
                  <a:pt x="625" y="854"/>
                  <a:pt x="658" y="788"/>
                </a:cubicBezTo>
                <a:close/>
                <a:moveTo>
                  <a:pt x="654" y="0"/>
                </a:moveTo>
                <a:cubicBezTo>
                  <a:pt x="601" y="0"/>
                  <a:pt x="546" y="11"/>
                  <a:pt x="494" y="32"/>
                </a:cubicBezTo>
                <a:cubicBezTo>
                  <a:pt x="296" y="164"/>
                  <a:pt x="132" y="328"/>
                  <a:pt x="66" y="558"/>
                </a:cubicBezTo>
                <a:cubicBezTo>
                  <a:pt x="34" y="657"/>
                  <a:pt x="1" y="755"/>
                  <a:pt x="1" y="854"/>
                </a:cubicBezTo>
                <a:cubicBezTo>
                  <a:pt x="1" y="985"/>
                  <a:pt x="1" y="1084"/>
                  <a:pt x="66" y="1182"/>
                </a:cubicBezTo>
                <a:cubicBezTo>
                  <a:pt x="66" y="1248"/>
                  <a:pt x="132" y="1314"/>
                  <a:pt x="198" y="1380"/>
                </a:cubicBezTo>
                <a:cubicBezTo>
                  <a:pt x="264" y="1412"/>
                  <a:pt x="362" y="1412"/>
                  <a:pt x="461" y="1412"/>
                </a:cubicBezTo>
                <a:cubicBezTo>
                  <a:pt x="526" y="1380"/>
                  <a:pt x="592" y="1314"/>
                  <a:pt x="658" y="1248"/>
                </a:cubicBezTo>
                <a:cubicBezTo>
                  <a:pt x="691" y="1182"/>
                  <a:pt x="691" y="1084"/>
                  <a:pt x="691" y="985"/>
                </a:cubicBezTo>
                <a:cubicBezTo>
                  <a:pt x="661" y="955"/>
                  <a:pt x="658" y="925"/>
                  <a:pt x="658" y="870"/>
                </a:cubicBezTo>
                <a:lnTo>
                  <a:pt x="658" y="870"/>
                </a:lnTo>
                <a:cubicBezTo>
                  <a:pt x="658" y="839"/>
                  <a:pt x="659" y="808"/>
                  <a:pt x="664" y="781"/>
                </a:cubicBezTo>
                <a:lnTo>
                  <a:pt x="664" y="781"/>
                </a:lnTo>
                <a:cubicBezTo>
                  <a:pt x="676" y="765"/>
                  <a:pt x="684" y="744"/>
                  <a:pt x="691" y="722"/>
                </a:cubicBezTo>
                <a:lnTo>
                  <a:pt x="691" y="722"/>
                </a:lnTo>
                <a:lnTo>
                  <a:pt x="666" y="773"/>
                </a:lnTo>
                <a:lnTo>
                  <a:pt x="666" y="773"/>
                </a:lnTo>
                <a:cubicBezTo>
                  <a:pt x="670" y="752"/>
                  <a:pt x="678" y="735"/>
                  <a:pt x="691" y="722"/>
                </a:cubicBezTo>
                <a:lnTo>
                  <a:pt x="691" y="722"/>
                </a:lnTo>
                <a:cubicBezTo>
                  <a:pt x="699" y="698"/>
                  <a:pt x="707" y="673"/>
                  <a:pt x="724" y="657"/>
                </a:cubicBezTo>
                <a:lnTo>
                  <a:pt x="724" y="657"/>
                </a:lnTo>
                <a:lnTo>
                  <a:pt x="691" y="722"/>
                </a:lnTo>
                <a:cubicBezTo>
                  <a:pt x="712" y="701"/>
                  <a:pt x="732" y="667"/>
                  <a:pt x="753" y="637"/>
                </a:cubicBezTo>
                <a:lnTo>
                  <a:pt x="753" y="637"/>
                </a:lnTo>
                <a:lnTo>
                  <a:pt x="822" y="591"/>
                </a:lnTo>
                <a:cubicBezTo>
                  <a:pt x="888" y="558"/>
                  <a:pt x="954" y="492"/>
                  <a:pt x="954" y="394"/>
                </a:cubicBezTo>
                <a:cubicBezTo>
                  <a:pt x="986" y="328"/>
                  <a:pt x="986" y="229"/>
                  <a:pt x="921" y="164"/>
                </a:cubicBezTo>
                <a:cubicBezTo>
                  <a:pt x="876" y="51"/>
                  <a:pt x="770" y="0"/>
                  <a:pt x="65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3" name="Google Shape;2217;p11"/>
          <p:cNvSpPr/>
          <p:nvPr/>
        </p:nvSpPr>
        <p:spPr>
          <a:xfrm>
            <a:off x="8533440" y="4022280"/>
            <a:ext cx="19080" cy="32400"/>
          </a:xfrm>
          <a:custGeom>
            <a:avLst/>
            <a:gdLst>
              <a:gd name="textAreaLeft" fmla="*/ 0 w 19080"/>
              <a:gd name="textAreaRight" fmla="*/ 19440 w 1908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921" h="1545">
                <a:moveTo>
                  <a:pt x="592" y="0"/>
                </a:moveTo>
                <a:cubicBezTo>
                  <a:pt x="493" y="0"/>
                  <a:pt x="427" y="33"/>
                  <a:pt x="362" y="99"/>
                </a:cubicBezTo>
                <a:cubicBezTo>
                  <a:pt x="230" y="263"/>
                  <a:pt x="132" y="460"/>
                  <a:pt x="66" y="657"/>
                </a:cubicBezTo>
                <a:cubicBezTo>
                  <a:pt x="0" y="822"/>
                  <a:pt x="0" y="1019"/>
                  <a:pt x="0" y="1216"/>
                </a:cubicBezTo>
                <a:cubicBezTo>
                  <a:pt x="0" y="1315"/>
                  <a:pt x="33" y="1380"/>
                  <a:pt x="99" y="1446"/>
                </a:cubicBezTo>
                <a:cubicBezTo>
                  <a:pt x="165" y="1512"/>
                  <a:pt x="247" y="1545"/>
                  <a:pt x="329" y="1545"/>
                </a:cubicBezTo>
                <a:cubicBezTo>
                  <a:pt x="411" y="1545"/>
                  <a:pt x="493" y="1512"/>
                  <a:pt x="559" y="1446"/>
                </a:cubicBezTo>
                <a:cubicBezTo>
                  <a:pt x="625" y="1380"/>
                  <a:pt x="657" y="1315"/>
                  <a:pt x="657" y="1216"/>
                </a:cubicBezTo>
                <a:cubicBezTo>
                  <a:pt x="625" y="1117"/>
                  <a:pt x="625" y="1019"/>
                  <a:pt x="657" y="953"/>
                </a:cubicBezTo>
                <a:lnTo>
                  <a:pt x="657" y="1019"/>
                </a:lnTo>
                <a:cubicBezTo>
                  <a:pt x="657" y="931"/>
                  <a:pt x="684" y="843"/>
                  <a:pt x="713" y="755"/>
                </a:cubicBezTo>
                <a:lnTo>
                  <a:pt x="713" y="755"/>
                </a:lnTo>
                <a:cubicBezTo>
                  <a:pt x="764" y="674"/>
                  <a:pt x="797" y="613"/>
                  <a:pt x="855" y="526"/>
                </a:cubicBezTo>
                <a:lnTo>
                  <a:pt x="855" y="526"/>
                </a:lnTo>
                <a:lnTo>
                  <a:pt x="822" y="559"/>
                </a:lnTo>
                <a:cubicBezTo>
                  <a:pt x="888" y="493"/>
                  <a:pt x="920" y="427"/>
                  <a:pt x="920" y="329"/>
                </a:cubicBezTo>
                <a:cubicBezTo>
                  <a:pt x="920" y="263"/>
                  <a:pt x="888" y="164"/>
                  <a:pt x="822" y="99"/>
                </a:cubicBezTo>
                <a:cubicBezTo>
                  <a:pt x="756" y="66"/>
                  <a:pt x="690" y="0"/>
                  <a:pt x="59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4" name="Google Shape;2218;p11"/>
          <p:cNvSpPr/>
          <p:nvPr/>
        </p:nvSpPr>
        <p:spPr>
          <a:xfrm>
            <a:off x="8578080" y="4009320"/>
            <a:ext cx="22680" cy="37440"/>
          </a:xfrm>
          <a:custGeom>
            <a:avLst/>
            <a:gdLst>
              <a:gd name="textAreaLeft" fmla="*/ 0 w 22680"/>
              <a:gd name="textAreaRight" fmla="*/ 23040 w 2268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085" h="1789">
                <a:moveTo>
                  <a:pt x="744" y="1"/>
                </a:moveTo>
                <a:cubicBezTo>
                  <a:pt x="658" y="1"/>
                  <a:pt x="575" y="34"/>
                  <a:pt x="526" y="99"/>
                </a:cubicBezTo>
                <a:cubicBezTo>
                  <a:pt x="329" y="264"/>
                  <a:pt x="198" y="494"/>
                  <a:pt x="99" y="757"/>
                </a:cubicBezTo>
                <a:cubicBezTo>
                  <a:pt x="0" y="1020"/>
                  <a:pt x="0" y="1282"/>
                  <a:pt x="33" y="1545"/>
                </a:cubicBezTo>
                <a:cubicBezTo>
                  <a:pt x="66" y="1611"/>
                  <a:pt x="132" y="1710"/>
                  <a:pt x="198" y="1742"/>
                </a:cubicBezTo>
                <a:cubicBezTo>
                  <a:pt x="244" y="1766"/>
                  <a:pt x="307" y="1789"/>
                  <a:pt x="363" y="1789"/>
                </a:cubicBezTo>
                <a:cubicBezTo>
                  <a:pt x="386" y="1789"/>
                  <a:pt x="408" y="1785"/>
                  <a:pt x="428" y="1775"/>
                </a:cubicBezTo>
                <a:cubicBezTo>
                  <a:pt x="526" y="1742"/>
                  <a:pt x="592" y="1710"/>
                  <a:pt x="625" y="1611"/>
                </a:cubicBezTo>
                <a:cubicBezTo>
                  <a:pt x="690" y="1545"/>
                  <a:pt x="690" y="1447"/>
                  <a:pt x="658" y="1381"/>
                </a:cubicBezTo>
                <a:lnTo>
                  <a:pt x="658" y="1381"/>
                </a:lnTo>
                <a:lnTo>
                  <a:pt x="658" y="1480"/>
                </a:lnTo>
                <a:cubicBezTo>
                  <a:pt x="625" y="1348"/>
                  <a:pt x="625" y="1217"/>
                  <a:pt x="658" y="1118"/>
                </a:cubicBezTo>
                <a:lnTo>
                  <a:pt x="658" y="1184"/>
                </a:lnTo>
                <a:cubicBezTo>
                  <a:pt x="658" y="1118"/>
                  <a:pt x="658" y="1052"/>
                  <a:pt x="690" y="987"/>
                </a:cubicBezTo>
                <a:lnTo>
                  <a:pt x="723" y="888"/>
                </a:lnTo>
                <a:cubicBezTo>
                  <a:pt x="723" y="888"/>
                  <a:pt x="723" y="855"/>
                  <a:pt x="756" y="855"/>
                </a:cubicBezTo>
                <a:cubicBezTo>
                  <a:pt x="789" y="790"/>
                  <a:pt x="822" y="724"/>
                  <a:pt x="855" y="658"/>
                </a:cubicBezTo>
                <a:lnTo>
                  <a:pt x="855" y="658"/>
                </a:lnTo>
                <a:cubicBezTo>
                  <a:pt x="846" y="675"/>
                  <a:pt x="844" y="681"/>
                  <a:pt x="846" y="681"/>
                </a:cubicBezTo>
                <a:cubicBezTo>
                  <a:pt x="848" y="681"/>
                  <a:pt x="858" y="666"/>
                  <a:pt x="863" y="657"/>
                </a:cubicBezTo>
                <a:lnTo>
                  <a:pt x="863" y="657"/>
                </a:lnTo>
                <a:cubicBezTo>
                  <a:pt x="858" y="658"/>
                  <a:pt x="855" y="658"/>
                  <a:pt x="855" y="658"/>
                </a:cubicBezTo>
                <a:cubicBezTo>
                  <a:pt x="860" y="653"/>
                  <a:pt x="862" y="651"/>
                  <a:pt x="864" y="651"/>
                </a:cubicBezTo>
                <a:lnTo>
                  <a:pt x="864" y="651"/>
                </a:lnTo>
                <a:cubicBezTo>
                  <a:pt x="865" y="651"/>
                  <a:pt x="864" y="654"/>
                  <a:pt x="863" y="657"/>
                </a:cubicBezTo>
                <a:lnTo>
                  <a:pt x="863" y="657"/>
                </a:lnTo>
                <a:cubicBezTo>
                  <a:pt x="872" y="655"/>
                  <a:pt x="888" y="648"/>
                  <a:pt x="888" y="625"/>
                </a:cubicBezTo>
                <a:lnTo>
                  <a:pt x="986" y="559"/>
                </a:lnTo>
                <a:cubicBezTo>
                  <a:pt x="1085" y="428"/>
                  <a:pt x="1085" y="231"/>
                  <a:pt x="986" y="99"/>
                </a:cubicBezTo>
                <a:cubicBezTo>
                  <a:pt x="920" y="34"/>
                  <a:pt x="830" y="1"/>
                  <a:pt x="7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5" name="Google Shape;2219;p11"/>
          <p:cNvSpPr/>
          <p:nvPr/>
        </p:nvSpPr>
        <p:spPr>
          <a:xfrm>
            <a:off x="8614080" y="3995640"/>
            <a:ext cx="21240" cy="48600"/>
          </a:xfrm>
          <a:custGeom>
            <a:avLst/>
            <a:gdLst>
              <a:gd name="textAreaLeft" fmla="*/ 0 w 21240"/>
              <a:gd name="textAreaRight" fmla="*/ 21600 w 2124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1019" h="2321">
                <a:moveTo>
                  <a:pt x="382" y="0"/>
                </a:moveTo>
                <a:cubicBezTo>
                  <a:pt x="344" y="0"/>
                  <a:pt x="304" y="7"/>
                  <a:pt x="263" y="20"/>
                </a:cubicBezTo>
                <a:cubicBezTo>
                  <a:pt x="99" y="53"/>
                  <a:pt x="0" y="251"/>
                  <a:pt x="33" y="415"/>
                </a:cubicBezTo>
                <a:cubicBezTo>
                  <a:pt x="132" y="711"/>
                  <a:pt x="197" y="973"/>
                  <a:pt x="230" y="1236"/>
                </a:cubicBezTo>
                <a:cubicBezTo>
                  <a:pt x="230" y="1302"/>
                  <a:pt x="263" y="1368"/>
                  <a:pt x="263" y="1433"/>
                </a:cubicBezTo>
                <a:cubicBezTo>
                  <a:pt x="296" y="1499"/>
                  <a:pt x="263" y="1499"/>
                  <a:pt x="263" y="1565"/>
                </a:cubicBezTo>
                <a:lnTo>
                  <a:pt x="263" y="1598"/>
                </a:lnTo>
                <a:cubicBezTo>
                  <a:pt x="263" y="1729"/>
                  <a:pt x="296" y="1894"/>
                  <a:pt x="329" y="2025"/>
                </a:cubicBezTo>
                <a:cubicBezTo>
                  <a:pt x="345" y="2222"/>
                  <a:pt x="493" y="2321"/>
                  <a:pt x="645" y="2321"/>
                </a:cubicBezTo>
                <a:cubicBezTo>
                  <a:pt x="797" y="2321"/>
                  <a:pt x="953" y="2222"/>
                  <a:pt x="986" y="2025"/>
                </a:cubicBezTo>
                <a:lnTo>
                  <a:pt x="1019" y="2025"/>
                </a:lnTo>
                <a:cubicBezTo>
                  <a:pt x="953" y="1433"/>
                  <a:pt x="854" y="809"/>
                  <a:pt x="690" y="251"/>
                </a:cubicBezTo>
                <a:cubicBezTo>
                  <a:pt x="638" y="95"/>
                  <a:pt x="524" y="0"/>
                  <a:pt x="38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6" name="Google Shape;2220;p11"/>
          <p:cNvSpPr/>
          <p:nvPr/>
        </p:nvSpPr>
        <p:spPr>
          <a:xfrm>
            <a:off x="8634960" y="3994200"/>
            <a:ext cx="24120" cy="46080"/>
          </a:xfrm>
          <a:custGeom>
            <a:avLst/>
            <a:gdLst>
              <a:gd name="textAreaLeft" fmla="*/ 0 w 24120"/>
              <a:gd name="textAreaRight" fmla="*/ 24480 w 24120"/>
              <a:gd name="textAreaTop" fmla="*/ 0 h 46080"/>
              <a:gd name="textAreaBottom" fmla="*/ 46440 h 46080"/>
            </a:gdLst>
            <a:ahLst/>
            <a:cxnLst/>
            <a:rect l="textAreaLeft" t="textAreaTop" r="textAreaRight" b="textAreaBottom"/>
            <a:pathLst>
              <a:path w="1157" h="2194">
                <a:moveTo>
                  <a:pt x="709" y="0"/>
                </a:moveTo>
                <a:cubicBezTo>
                  <a:pt x="614" y="0"/>
                  <a:pt x="521" y="46"/>
                  <a:pt x="461" y="156"/>
                </a:cubicBezTo>
                <a:cubicBezTo>
                  <a:pt x="165" y="682"/>
                  <a:pt x="1" y="1273"/>
                  <a:pt x="1" y="1898"/>
                </a:cubicBezTo>
                <a:cubicBezTo>
                  <a:pt x="1" y="2062"/>
                  <a:pt x="132" y="2194"/>
                  <a:pt x="297" y="2194"/>
                </a:cubicBezTo>
                <a:cubicBezTo>
                  <a:pt x="494" y="2194"/>
                  <a:pt x="625" y="2062"/>
                  <a:pt x="625" y="1898"/>
                </a:cubicBezTo>
                <a:lnTo>
                  <a:pt x="658" y="1898"/>
                </a:lnTo>
                <a:cubicBezTo>
                  <a:pt x="658" y="1832"/>
                  <a:pt x="658" y="1766"/>
                  <a:pt x="658" y="1701"/>
                </a:cubicBezTo>
                <a:cubicBezTo>
                  <a:pt x="658" y="1668"/>
                  <a:pt x="658" y="1635"/>
                  <a:pt x="658" y="1569"/>
                </a:cubicBezTo>
                <a:cubicBezTo>
                  <a:pt x="691" y="1438"/>
                  <a:pt x="724" y="1306"/>
                  <a:pt x="757" y="1175"/>
                </a:cubicBezTo>
                <a:cubicBezTo>
                  <a:pt x="790" y="1043"/>
                  <a:pt x="822" y="945"/>
                  <a:pt x="888" y="813"/>
                </a:cubicBezTo>
                <a:lnTo>
                  <a:pt x="888" y="781"/>
                </a:lnTo>
                <a:cubicBezTo>
                  <a:pt x="888" y="748"/>
                  <a:pt x="888" y="715"/>
                  <a:pt x="921" y="682"/>
                </a:cubicBezTo>
                <a:cubicBezTo>
                  <a:pt x="954" y="616"/>
                  <a:pt x="987" y="551"/>
                  <a:pt x="1020" y="518"/>
                </a:cubicBezTo>
                <a:cubicBezTo>
                  <a:pt x="1157" y="243"/>
                  <a:pt x="928" y="0"/>
                  <a:pt x="70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7" name="Google Shape;2221;p11"/>
          <p:cNvSpPr/>
          <p:nvPr/>
        </p:nvSpPr>
        <p:spPr>
          <a:xfrm>
            <a:off x="8659440" y="3985560"/>
            <a:ext cx="23400" cy="58680"/>
          </a:xfrm>
          <a:custGeom>
            <a:avLst/>
            <a:gdLst>
              <a:gd name="textAreaLeft" fmla="*/ 0 w 23400"/>
              <a:gd name="textAreaRight" fmla="*/ 23760 w 23400"/>
              <a:gd name="textAreaTop" fmla="*/ 0 h 58680"/>
              <a:gd name="textAreaBottom" fmla="*/ 59040 h 58680"/>
            </a:gdLst>
            <a:ahLst/>
            <a:cxnLst/>
            <a:rect l="textAreaLeft" t="textAreaTop" r="textAreaRight" b="textAreaBottom"/>
            <a:pathLst>
              <a:path w="1119" h="2782">
                <a:moveTo>
                  <a:pt x="342" y="1"/>
                </a:moveTo>
                <a:cubicBezTo>
                  <a:pt x="190" y="1"/>
                  <a:pt x="34" y="99"/>
                  <a:pt x="1" y="296"/>
                </a:cubicBezTo>
                <a:cubicBezTo>
                  <a:pt x="100" y="1052"/>
                  <a:pt x="231" y="1808"/>
                  <a:pt x="428" y="2531"/>
                </a:cubicBezTo>
                <a:cubicBezTo>
                  <a:pt x="454" y="2687"/>
                  <a:pt x="583" y="2781"/>
                  <a:pt x="717" y="2781"/>
                </a:cubicBezTo>
                <a:cubicBezTo>
                  <a:pt x="752" y="2781"/>
                  <a:pt x="788" y="2775"/>
                  <a:pt x="822" y="2761"/>
                </a:cubicBezTo>
                <a:cubicBezTo>
                  <a:pt x="1020" y="2695"/>
                  <a:pt x="1118" y="2531"/>
                  <a:pt x="1053" y="2367"/>
                </a:cubicBezTo>
                <a:cubicBezTo>
                  <a:pt x="888" y="1676"/>
                  <a:pt x="757" y="986"/>
                  <a:pt x="658" y="296"/>
                </a:cubicBezTo>
                <a:cubicBezTo>
                  <a:pt x="642" y="99"/>
                  <a:pt x="494" y="1"/>
                  <a:pt x="34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520" bIns="29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8" name="Google Shape;2222;p11"/>
          <p:cNvSpPr/>
          <p:nvPr/>
        </p:nvSpPr>
        <p:spPr>
          <a:xfrm>
            <a:off x="8687880" y="3986280"/>
            <a:ext cx="23400" cy="54720"/>
          </a:xfrm>
          <a:custGeom>
            <a:avLst/>
            <a:gdLst>
              <a:gd name="textAreaLeft" fmla="*/ 0 w 23400"/>
              <a:gd name="textAreaRight" fmla="*/ 23760 w 2340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118" h="2597">
                <a:moveTo>
                  <a:pt x="789" y="0"/>
                </a:moveTo>
                <a:cubicBezTo>
                  <a:pt x="559" y="33"/>
                  <a:pt x="362" y="198"/>
                  <a:pt x="296" y="395"/>
                </a:cubicBezTo>
                <a:cubicBezTo>
                  <a:pt x="230" y="592"/>
                  <a:pt x="165" y="789"/>
                  <a:pt x="132" y="986"/>
                </a:cubicBezTo>
                <a:cubicBezTo>
                  <a:pt x="66" y="1413"/>
                  <a:pt x="0" y="1841"/>
                  <a:pt x="0" y="2268"/>
                </a:cubicBezTo>
                <a:cubicBezTo>
                  <a:pt x="0" y="2432"/>
                  <a:pt x="132" y="2596"/>
                  <a:pt x="329" y="2596"/>
                </a:cubicBezTo>
                <a:cubicBezTo>
                  <a:pt x="493" y="2596"/>
                  <a:pt x="657" y="2432"/>
                  <a:pt x="657" y="2268"/>
                </a:cubicBezTo>
                <a:lnTo>
                  <a:pt x="690" y="2268"/>
                </a:lnTo>
                <a:cubicBezTo>
                  <a:pt x="690" y="2071"/>
                  <a:pt x="690" y="1906"/>
                  <a:pt x="723" y="1742"/>
                </a:cubicBezTo>
                <a:lnTo>
                  <a:pt x="723" y="1643"/>
                </a:lnTo>
                <a:cubicBezTo>
                  <a:pt x="723" y="1611"/>
                  <a:pt x="723" y="1578"/>
                  <a:pt x="723" y="1578"/>
                </a:cubicBezTo>
                <a:lnTo>
                  <a:pt x="723" y="1545"/>
                </a:lnTo>
                <a:cubicBezTo>
                  <a:pt x="723" y="1479"/>
                  <a:pt x="723" y="1381"/>
                  <a:pt x="756" y="1315"/>
                </a:cubicBezTo>
                <a:cubicBezTo>
                  <a:pt x="789" y="1151"/>
                  <a:pt x="822" y="986"/>
                  <a:pt x="855" y="822"/>
                </a:cubicBezTo>
                <a:cubicBezTo>
                  <a:pt x="855" y="789"/>
                  <a:pt x="855" y="756"/>
                  <a:pt x="887" y="723"/>
                </a:cubicBezTo>
                <a:cubicBezTo>
                  <a:pt x="912" y="698"/>
                  <a:pt x="937" y="636"/>
                  <a:pt x="919" y="636"/>
                </a:cubicBezTo>
                <a:cubicBezTo>
                  <a:pt x="913" y="636"/>
                  <a:pt x="903" y="642"/>
                  <a:pt x="887" y="658"/>
                </a:cubicBezTo>
                <a:lnTo>
                  <a:pt x="896" y="640"/>
                </a:lnTo>
                <a:lnTo>
                  <a:pt x="896" y="640"/>
                </a:lnTo>
                <a:cubicBezTo>
                  <a:pt x="1032" y="594"/>
                  <a:pt x="1118" y="461"/>
                  <a:pt x="1118" y="329"/>
                </a:cubicBezTo>
                <a:cubicBezTo>
                  <a:pt x="1118" y="132"/>
                  <a:pt x="986" y="0"/>
                  <a:pt x="78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9" name="Google Shape;2223;p11"/>
          <p:cNvSpPr/>
          <p:nvPr/>
        </p:nvSpPr>
        <p:spPr>
          <a:xfrm>
            <a:off x="8712360" y="3972600"/>
            <a:ext cx="18360" cy="68400"/>
          </a:xfrm>
          <a:custGeom>
            <a:avLst/>
            <a:gdLst>
              <a:gd name="textAreaLeft" fmla="*/ 0 w 18360"/>
              <a:gd name="textAreaRight" fmla="*/ 18720 w 18360"/>
              <a:gd name="textAreaTop" fmla="*/ 0 h 68400"/>
              <a:gd name="textAreaBottom" fmla="*/ 68760 h 68400"/>
            </a:gdLst>
            <a:ahLst/>
            <a:cxnLst/>
            <a:rect l="textAreaLeft" t="textAreaTop" r="textAreaRight" b="textAreaBottom"/>
            <a:pathLst>
              <a:path w="883" h="3247">
                <a:moveTo>
                  <a:pt x="437" y="1"/>
                </a:moveTo>
                <a:cubicBezTo>
                  <a:pt x="337" y="1"/>
                  <a:pt x="235" y="47"/>
                  <a:pt x="165" y="158"/>
                </a:cubicBezTo>
                <a:cubicBezTo>
                  <a:pt x="66" y="355"/>
                  <a:pt x="0" y="585"/>
                  <a:pt x="33" y="815"/>
                </a:cubicBezTo>
                <a:lnTo>
                  <a:pt x="33" y="1505"/>
                </a:lnTo>
                <a:cubicBezTo>
                  <a:pt x="33" y="1998"/>
                  <a:pt x="33" y="2458"/>
                  <a:pt x="33" y="2951"/>
                </a:cubicBezTo>
                <a:cubicBezTo>
                  <a:pt x="66" y="3148"/>
                  <a:pt x="222" y="3246"/>
                  <a:pt x="374" y="3246"/>
                </a:cubicBezTo>
                <a:cubicBezTo>
                  <a:pt x="526" y="3246"/>
                  <a:pt x="674" y="3148"/>
                  <a:pt x="690" y="2951"/>
                </a:cubicBezTo>
                <a:cubicBezTo>
                  <a:pt x="690" y="2523"/>
                  <a:pt x="690" y="2063"/>
                  <a:pt x="658" y="1636"/>
                </a:cubicBezTo>
                <a:lnTo>
                  <a:pt x="658" y="946"/>
                </a:lnTo>
                <a:cubicBezTo>
                  <a:pt x="658" y="815"/>
                  <a:pt x="658" y="650"/>
                  <a:pt x="723" y="486"/>
                </a:cubicBezTo>
                <a:cubicBezTo>
                  <a:pt x="883" y="236"/>
                  <a:pt x="663" y="1"/>
                  <a:pt x="437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0" name="Google Shape;2224;p11"/>
          <p:cNvSpPr/>
          <p:nvPr/>
        </p:nvSpPr>
        <p:spPr>
          <a:xfrm>
            <a:off x="8728200" y="3971520"/>
            <a:ext cx="15480" cy="64800"/>
          </a:xfrm>
          <a:custGeom>
            <a:avLst/>
            <a:gdLst>
              <a:gd name="textAreaLeft" fmla="*/ 0 w 15480"/>
              <a:gd name="textAreaRight" fmla="*/ 15840 w 15480"/>
              <a:gd name="textAreaTop" fmla="*/ 0 h 64800"/>
              <a:gd name="textAreaBottom" fmla="*/ 65160 h 64800"/>
            </a:gdLst>
            <a:ahLst/>
            <a:cxnLst/>
            <a:rect l="textAreaLeft" t="textAreaTop" r="textAreaRight" b="textAreaBottom"/>
            <a:pathLst>
              <a:path w="756" h="3073">
                <a:moveTo>
                  <a:pt x="427" y="0"/>
                </a:moveTo>
                <a:cubicBezTo>
                  <a:pt x="230" y="0"/>
                  <a:pt x="99" y="132"/>
                  <a:pt x="99" y="329"/>
                </a:cubicBezTo>
                <a:cubicBezTo>
                  <a:pt x="0" y="1118"/>
                  <a:pt x="0" y="1939"/>
                  <a:pt x="99" y="2728"/>
                </a:cubicBezTo>
                <a:cubicBezTo>
                  <a:pt x="99" y="2958"/>
                  <a:pt x="263" y="3073"/>
                  <a:pt x="427" y="3073"/>
                </a:cubicBezTo>
                <a:cubicBezTo>
                  <a:pt x="592" y="3073"/>
                  <a:pt x="756" y="2958"/>
                  <a:pt x="756" y="2728"/>
                </a:cubicBezTo>
                <a:lnTo>
                  <a:pt x="723" y="2728"/>
                </a:lnTo>
                <a:cubicBezTo>
                  <a:pt x="657" y="1939"/>
                  <a:pt x="657" y="1118"/>
                  <a:pt x="756" y="329"/>
                </a:cubicBezTo>
                <a:cubicBezTo>
                  <a:pt x="756" y="132"/>
                  <a:pt x="592" y="0"/>
                  <a:pt x="42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0" bIns="32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1" name="Google Shape;2225;p11"/>
          <p:cNvSpPr/>
          <p:nvPr/>
        </p:nvSpPr>
        <p:spPr>
          <a:xfrm>
            <a:off x="4402800" y="4240800"/>
            <a:ext cx="18360" cy="45360"/>
          </a:xfrm>
          <a:custGeom>
            <a:avLst/>
            <a:gdLst>
              <a:gd name="textAreaLeft" fmla="*/ 0 w 18360"/>
              <a:gd name="textAreaRight" fmla="*/ 18720 w 1836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888" h="2154">
                <a:moveTo>
                  <a:pt x="250" y="1"/>
                </a:moveTo>
                <a:cubicBezTo>
                  <a:pt x="233" y="1"/>
                  <a:pt x="215" y="3"/>
                  <a:pt x="198" y="9"/>
                </a:cubicBezTo>
                <a:cubicBezTo>
                  <a:pt x="66" y="42"/>
                  <a:pt x="1" y="141"/>
                  <a:pt x="33" y="272"/>
                </a:cubicBezTo>
                <a:cubicBezTo>
                  <a:pt x="231" y="831"/>
                  <a:pt x="395" y="1389"/>
                  <a:pt x="494" y="1981"/>
                </a:cubicBezTo>
                <a:cubicBezTo>
                  <a:pt x="521" y="2090"/>
                  <a:pt x="593" y="2154"/>
                  <a:pt x="673" y="2154"/>
                </a:cubicBezTo>
                <a:cubicBezTo>
                  <a:pt x="690" y="2154"/>
                  <a:pt x="707" y="2151"/>
                  <a:pt x="724" y="2145"/>
                </a:cubicBezTo>
                <a:cubicBezTo>
                  <a:pt x="855" y="2112"/>
                  <a:pt x="888" y="1981"/>
                  <a:pt x="888" y="1882"/>
                </a:cubicBezTo>
                <a:lnTo>
                  <a:pt x="855" y="1882"/>
                </a:lnTo>
                <a:cubicBezTo>
                  <a:pt x="756" y="1291"/>
                  <a:pt x="625" y="699"/>
                  <a:pt x="428" y="141"/>
                </a:cubicBezTo>
                <a:cubicBezTo>
                  <a:pt x="401" y="60"/>
                  <a:pt x="329" y="1"/>
                  <a:pt x="25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2" name="Google Shape;2226;p11"/>
          <p:cNvSpPr/>
          <p:nvPr/>
        </p:nvSpPr>
        <p:spPr>
          <a:xfrm>
            <a:off x="4421520" y="4243680"/>
            <a:ext cx="16200" cy="41040"/>
          </a:xfrm>
          <a:custGeom>
            <a:avLst/>
            <a:gdLst>
              <a:gd name="textAreaLeft" fmla="*/ 0 w 16200"/>
              <a:gd name="textAreaRight" fmla="*/ 16560 w 1620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790" h="1950">
                <a:moveTo>
                  <a:pt x="545" y="0"/>
                </a:moveTo>
                <a:cubicBezTo>
                  <a:pt x="475" y="0"/>
                  <a:pt x="405" y="37"/>
                  <a:pt x="362" y="100"/>
                </a:cubicBezTo>
                <a:cubicBezTo>
                  <a:pt x="99" y="626"/>
                  <a:pt x="1" y="1218"/>
                  <a:pt x="132" y="1809"/>
                </a:cubicBezTo>
                <a:cubicBezTo>
                  <a:pt x="159" y="1890"/>
                  <a:pt x="231" y="1949"/>
                  <a:pt x="329" y="1949"/>
                </a:cubicBezTo>
                <a:cubicBezTo>
                  <a:pt x="350" y="1949"/>
                  <a:pt x="372" y="1946"/>
                  <a:pt x="395" y="1941"/>
                </a:cubicBezTo>
                <a:cubicBezTo>
                  <a:pt x="494" y="1908"/>
                  <a:pt x="559" y="1809"/>
                  <a:pt x="527" y="1710"/>
                </a:cubicBezTo>
                <a:cubicBezTo>
                  <a:pt x="428" y="1218"/>
                  <a:pt x="494" y="725"/>
                  <a:pt x="724" y="298"/>
                </a:cubicBezTo>
                <a:cubicBezTo>
                  <a:pt x="789" y="199"/>
                  <a:pt x="757" y="100"/>
                  <a:pt x="658" y="35"/>
                </a:cubicBezTo>
                <a:cubicBezTo>
                  <a:pt x="623" y="11"/>
                  <a:pt x="584" y="0"/>
                  <a:pt x="54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3" name="Google Shape;2227;p11"/>
          <p:cNvSpPr/>
          <p:nvPr/>
        </p:nvSpPr>
        <p:spPr>
          <a:xfrm>
            <a:off x="4443120" y="4251960"/>
            <a:ext cx="12240" cy="28440"/>
          </a:xfrm>
          <a:custGeom>
            <a:avLst/>
            <a:gdLst>
              <a:gd name="textAreaLeft" fmla="*/ 0 w 12240"/>
              <a:gd name="textAreaRight" fmla="*/ 12600 w 12240"/>
              <a:gd name="textAreaTop" fmla="*/ 0 h 28440"/>
              <a:gd name="textAreaBottom" fmla="*/ 28800 h 28440"/>
            </a:gdLst>
            <a:ahLst/>
            <a:cxnLst/>
            <a:rect l="textAreaLeft" t="textAreaTop" r="textAreaRight" b="textAreaBottom"/>
            <a:pathLst>
              <a:path w="592" h="1361">
                <a:moveTo>
                  <a:pt x="231" y="0"/>
                </a:moveTo>
                <a:cubicBezTo>
                  <a:pt x="99" y="0"/>
                  <a:pt x="33" y="66"/>
                  <a:pt x="33" y="197"/>
                </a:cubicBezTo>
                <a:cubicBezTo>
                  <a:pt x="1" y="559"/>
                  <a:pt x="33" y="920"/>
                  <a:pt x="165" y="1282"/>
                </a:cubicBezTo>
                <a:cubicBezTo>
                  <a:pt x="213" y="1330"/>
                  <a:pt x="296" y="1360"/>
                  <a:pt x="376" y="1360"/>
                </a:cubicBezTo>
                <a:cubicBezTo>
                  <a:pt x="405" y="1360"/>
                  <a:pt x="434" y="1356"/>
                  <a:pt x="461" y="1347"/>
                </a:cubicBezTo>
                <a:cubicBezTo>
                  <a:pt x="559" y="1282"/>
                  <a:pt x="592" y="1150"/>
                  <a:pt x="526" y="1052"/>
                </a:cubicBezTo>
                <a:lnTo>
                  <a:pt x="526" y="1019"/>
                </a:lnTo>
                <a:lnTo>
                  <a:pt x="526" y="986"/>
                </a:lnTo>
                <a:cubicBezTo>
                  <a:pt x="526" y="920"/>
                  <a:pt x="493" y="887"/>
                  <a:pt x="493" y="854"/>
                </a:cubicBezTo>
                <a:cubicBezTo>
                  <a:pt x="461" y="789"/>
                  <a:pt x="461" y="690"/>
                  <a:pt x="428" y="624"/>
                </a:cubicBezTo>
                <a:lnTo>
                  <a:pt x="428" y="559"/>
                </a:lnTo>
                <a:lnTo>
                  <a:pt x="428" y="526"/>
                </a:lnTo>
                <a:lnTo>
                  <a:pt x="428" y="493"/>
                </a:lnTo>
                <a:lnTo>
                  <a:pt x="428" y="460"/>
                </a:lnTo>
                <a:lnTo>
                  <a:pt x="428" y="197"/>
                </a:lnTo>
                <a:cubicBezTo>
                  <a:pt x="428" y="66"/>
                  <a:pt x="329" y="0"/>
                  <a:pt x="23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4" name="Google Shape;2228;p11"/>
          <p:cNvSpPr/>
          <p:nvPr/>
        </p:nvSpPr>
        <p:spPr>
          <a:xfrm>
            <a:off x="4455720" y="4246200"/>
            <a:ext cx="19080" cy="41400"/>
          </a:xfrm>
          <a:custGeom>
            <a:avLst/>
            <a:gdLst>
              <a:gd name="textAreaLeft" fmla="*/ 0 w 19080"/>
              <a:gd name="textAreaRight" fmla="*/ 19440 w 19080"/>
              <a:gd name="textAreaTop" fmla="*/ 0 h 41400"/>
              <a:gd name="textAreaBottom" fmla="*/ 41760 h 41400"/>
            </a:gdLst>
            <a:ahLst/>
            <a:cxnLst/>
            <a:rect l="textAreaLeft" t="textAreaTop" r="textAreaRight" b="textAreaBottom"/>
            <a:pathLst>
              <a:path w="921" h="1981">
                <a:moveTo>
                  <a:pt x="690" y="1"/>
                </a:moveTo>
                <a:cubicBezTo>
                  <a:pt x="641" y="1"/>
                  <a:pt x="591" y="26"/>
                  <a:pt x="559" y="75"/>
                </a:cubicBezTo>
                <a:cubicBezTo>
                  <a:pt x="131" y="568"/>
                  <a:pt x="0" y="1225"/>
                  <a:pt x="230" y="1817"/>
                </a:cubicBezTo>
                <a:cubicBezTo>
                  <a:pt x="263" y="1915"/>
                  <a:pt x="394" y="1981"/>
                  <a:pt x="493" y="1981"/>
                </a:cubicBezTo>
                <a:cubicBezTo>
                  <a:pt x="591" y="1948"/>
                  <a:pt x="657" y="1817"/>
                  <a:pt x="624" y="1718"/>
                </a:cubicBezTo>
                <a:lnTo>
                  <a:pt x="624" y="1685"/>
                </a:lnTo>
                <a:cubicBezTo>
                  <a:pt x="591" y="1619"/>
                  <a:pt x="591" y="1554"/>
                  <a:pt x="559" y="1488"/>
                </a:cubicBezTo>
                <a:cubicBezTo>
                  <a:pt x="559" y="1455"/>
                  <a:pt x="559" y="1422"/>
                  <a:pt x="559" y="1389"/>
                </a:cubicBezTo>
                <a:cubicBezTo>
                  <a:pt x="559" y="1389"/>
                  <a:pt x="559" y="1356"/>
                  <a:pt x="559" y="1356"/>
                </a:cubicBezTo>
                <a:lnTo>
                  <a:pt x="559" y="1159"/>
                </a:lnTo>
                <a:lnTo>
                  <a:pt x="559" y="995"/>
                </a:lnTo>
                <a:cubicBezTo>
                  <a:pt x="559" y="962"/>
                  <a:pt x="591" y="864"/>
                  <a:pt x="624" y="798"/>
                </a:cubicBezTo>
                <a:cubicBezTo>
                  <a:pt x="624" y="765"/>
                  <a:pt x="624" y="765"/>
                  <a:pt x="657" y="732"/>
                </a:cubicBezTo>
                <a:cubicBezTo>
                  <a:pt x="657" y="699"/>
                  <a:pt x="657" y="699"/>
                  <a:pt x="657" y="666"/>
                </a:cubicBezTo>
                <a:cubicBezTo>
                  <a:pt x="690" y="568"/>
                  <a:pt x="756" y="436"/>
                  <a:pt x="822" y="371"/>
                </a:cubicBezTo>
                <a:cubicBezTo>
                  <a:pt x="920" y="272"/>
                  <a:pt x="920" y="141"/>
                  <a:pt x="822" y="75"/>
                </a:cubicBezTo>
                <a:cubicBezTo>
                  <a:pt x="789" y="26"/>
                  <a:pt x="739" y="1"/>
                  <a:pt x="69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5" name="Google Shape;2229;p11"/>
          <p:cNvSpPr/>
          <p:nvPr/>
        </p:nvSpPr>
        <p:spPr>
          <a:xfrm>
            <a:off x="4484520" y="4232880"/>
            <a:ext cx="13320" cy="51840"/>
          </a:xfrm>
          <a:custGeom>
            <a:avLst/>
            <a:gdLst>
              <a:gd name="textAreaLeft" fmla="*/ 0 w 13320"/>
              <a:gd name="textAreaRight" fmla="*/ 13680 w 13320"/>
              <a:gd name="textAreaTop" fmla="*/ 0 h 51840"/>
              <a:gd name="textAreaBottom" fmla="*/ 52200 h 51840"/>
            </a:gdLst>
            <a:ahLst/>
            <a:cxnLst/>
            <a:rect l="textAreaLeft" t="textAreaTop" r="textAreaRight" b="textAreaBottom"/>
            <a:pathLst>
              <a:path w="645" h="2471">
                <a:moveTo>
                  <a:pt x="265" y="0"/>
                </a:moveTo>
                <a:cubicBezTo>
                  <a:pt x="139" y="0"/>
                  <a:pt x="0" y="104"/>
                  <a:pt x="20" y="244"/>
                </a:cubicBezTo>
                <a:cubicBezTo>
                  <a:pt x="152" y="901"/>
                  <a:pt x="217" y="1591"/>
                  <a:pt x="184" y="2248"/>
                </a:cubicBezTo>
                <a:cubicBezTo>
                  <a:pt x="184" y="2396"/>
                  <a:pt x="291" y="2470"/>
                  <a:pt x="398" y="2470"/>
                </a:cubicBezTo>
                <a:cubicBezTo>
                  <a:pt x="505" y="2470"/>
                  <a:pt x="612" y="2396"/>
                  <a:pt x="612" y="2248"/>
                </a:cubicBezTo>
                <a:cubicBezTo>
                  <a:pt x="644" y="1558"/>
                  <a:pt x="579" y="835"/>
                  <a:pt x="447" y="145"/>
                </a:cubicBezTo>
                <a:cubicBezTo>
                  <a:pt x="422" y="43"/>
                  <a:pt x="346" y="0"/>
                  <a:pt x="265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6" name="Google Shape;2230;p11"/>
          <p:cNvSpPr/>
          <p:nvPr/>
        </p:nvSpPr>
        <p:spPr>
          <a:xfrm>
            <a:off x="4503240" y="4241520"/>
            <a:ext cx="15840" cy="43200"/>
          </a:xfrm>
          <a:custGeom>
            <a:avLst/>
            <a:gdLst>
              <a:gd name="textAreaLeft" fmla="*/ 0 w 15840"/>
              <a:gd name="textAreaRight" fmla="*/ 16200 w 15840"/>
              <a:gd name="textAreaTop" fmla="*/ 0 h 43200"/>
              <a:gd name="textAreaBottom" fmla="*/ 43560 h 43200"/>
            </a:gdLst>
            <a:ahLst/>
            <a:cxnLst/>
            <a:rect l="textAreaLeft" t="textAreaTop" r="textAreaRight" b="textAreaBottom"/>
            <a:pathLst>
              <a:path w="757" h="2065">
                <a:moveTo>
                  <a:pt x="514" y="1"/>
                </a:moveTo>
                <a:cubicBezTo>
                  <a:pt x="446" y="1"/>
                  <a:pt x="383" y="37"/>
                  <a:pt x="362" y="101"/>
                </a:cubicBezTo>
                <a:cubicBezTo>
                  <a:pt x="99" y="659"/>
                  <a:pt x="0" y="1251"/>
                  <a:pt x="0" y="1842"/>
                </a:cubicBezTo>
                <a:cubicBezTo>
                  <a:pt x="0" y="1990"/>
                  <a:pt x="107" y="2064"/>
                  <a:pt x="214" y="2064"/>
                </a:cubicBezTo>
                <a:cubicBezTo>
                  <a:pt x="321" y="2064"/>
                  <a:pt x="428" y="1990"/>
                  <a:pt x="428" y="1842"/>
                </a:cubicBezTo>
                <a:cubicBezTo>
                  <a:pt x="395" y="1317"/>
                  <a:pt x="493" y="791"/>
                  <a:pt x="691" y="331"/>
                </a:cubicBezTo>
                <a:cubicBezTo>
                  <a:pt x="756" y="232"/>
                  <a:pt x="723" y="101"/>
                  <a:pt x="625" y="35"/>
                </a:cubicBezTo>
                <a:cubicBezTo>
                  <a:pt x="590" y="12"/>
                  <a:pt x="551" y="1"/>
                  <a:pt x="51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7" name="Google Shape;2231;p11"/>
          <p:cNvSpPr/>
          <p:nvPr/>
        </p:nvSpPr>
        <p:spPr>
          <a:xfrm>
            <a:off x="4514760" y="4235040"/>
            <a:ext cx="16920" cy="39600"/>
          </a:xfrm>
          <a:custGeom>
            <a:avLst/>
            <a:gdLst>
              <a:gd name="textAreaLeft" fmla="*/ 0 w 16920"/>
              <a:gd name="textAreaRight" fmla="*/ 17280 w 16920"/>
              <a:gd name="textAreaTop" fmla="*/ 0 h 39600"/>
              <a:gd name="textAreaBottom" fmla="*/ 39960 h 39600"/>
            </a:gdLst>
            <a:ahLst/>
            <a:cxnLst/>
            <a:rect l="textAreaLeft" t="textAreaTop" r="textAreaRight" b="textAreaBottom"/>
            <a:pathLst>
              <a:path w="822" h="1892">
                <a:moveTo>
                  <a:pt x="249" y="1"/>
                </a:moveTo>
                <a:cubicBezTo>
                  <a:pt x="232" y="1"/>
                  <a:pt x="215" y="4"/>
                  <a:pt x="197" y="9"/>
                </a:cubicBezTo>
                <a:cubicBezTo>
                  <a:pt x="66" y="42"/>
                  <a:pt x="0" y="141"/>
                  <a:pt x="33" y="239"/>
                </a:cubicBezTo>
                <a:cubicBezTo>
                  <a:pt x="230" y="732"/>
                  <a:pt x="329" y="1225"/>
                  <a:pt x="427" y="1751"/>
                </a:cubicBezTo>
                <a:cubicBezTo>
                  <a:pt x="454" y="1832"/>
                  <a:pt x="526" y="1891"/>
                  <a:pt x="605" y="1891"/>
                </a:cubicBezTo>
                <a:cubicBezTo>
                  <a:pt x="622" y="1891"/>
                  <a:pt x="640" y="1888"/>
                  <a:pt x="657" y="1882"/>
                </a:cubicBezTo>
                <a:cubicBezTo>
                  <a:pt x="789" y="1850"/>
                  <a:pt x="822" y="1751"/>
                  <a:pt x="822" y="1652"/>
                </a:cubicBezTo>
                <a:cubicBezTo>
                  <a:pt x="756" y="1127"/>
                  <a:pt x="624" y="634"/>
                  <a:pt x="427" y="141"/>
                </a:cubicBezTo>
                <a:cubicBezTo>
                  <a:pt x="400" y="60"/>
                  <a:pt x="329" y="1"/>
                  <a:pt x="249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8" name="Google Shape;2232;p11"/>
          <p:cNvSpPr/>
          <p:nvPr/>
        </p:nvSpPr>
        <p:spPr>
          <a:xfrm>
            <a:off x="4537800" y="4237920"/>
            <a:ext cx="21960" cy="39960"/>
          </a:xfrm>
          <a:custGeom>
            <a:avLst/>
            <a:gdLst>
              <a:gd name="textAreaLeft" fmla="*/ 0 w 21960"/>
              <a:gd name="textAreaRight" fmla="*/ 22320 w 21960"/>
              <a:gd name="textAreaTop" fmla="*/ 0 h 39960"/>
              <a:gd name="textAreaBottom" fmla="*/ 40320 h 39960"/>
            </a:gdLst>
            <a:ahLst/>
            <a:cxnLst/>
            <a:rect l="textAreaLeft" t="textAreaTop" r="textAreaRight" b="textAreaBottom"/>
            <a:pathLst>
              <a:path w="1053" h="1908">
                <a:moveTo>
                  <a:pt x="818" y="0"/>
                </a:moveTo>
                <a:cubicBezTo>
                  <a:pt x="480" y="0"/>
                  <a:pt x="292" y="439"/>
                  <a:pt x="165" y="725"/>
                </a:cubicBezTo>
                <a:cubicBezTo>
                  <a:pt x="66" y="1021"/>
                  <a:pt x="1" y="1382"/>
                  <a:pt x="1" y="1711"/>
                </a:cubicBezTo>
                <a:cubicBezTo>
                  <a:pt x="1" y="1809"/>
                  <a:pt x="66" y="1908"/>
                  <a:pt x="198" y="1908"/>
                </a:cubicBezTo>
                <a:cubicBezTo>
                  <a:pt x="296" y="1908"/>
                  <a:pt x="395" y="1809"/>
                  <a:pt x="395" y="1711"/>
                </a:cubicBezTo>
                <a:lnTo>
                  <a:pt x="428" y="1711"/>
                </a:lnTo>
                <a:cubicBezTo>
                  <a:pt x="428" y="1448"/>
                  <a:pt x="493" y="1185"/>
                  <a:pt x="559" y="922"/>
                </a:cubicBezTo>
                <a:cubicBezTo>
                  <a:pt x="625" y="791"/>
                  <a:pt x="658" y="692"/>
                  <a:pt x="723" y="593"/>
                </a:cubicBezTo>
                <a:cubicBezTo>
                  <a:pt x="756" y="528"/>
                  <a:pt x="789" y="495"/>
                  <a:pt x="822" y="462"/>
                </a:cubicBezTo>
                <a:lnTo>
                  <a:pt x="855" y="429"/>
                </a:lnTo>
                <a:cubicBezTo>
                  <a:pt x="953" y="429"/>
                  <a:pt x="1052" y="330"/>
                  <a:pt x="1052" y="199"/>
                </a:cubicBezTo>
                <a:cubicBezTo>
                  <a:pt x="1052" y="100"/>
                  <a:pt x="953" y="2"/>
                  <a:pt x="855" y="2"/>
                </a:cubicBezTo>
                <a:cubicBezTo>
                  <a:pt x="843" y="1"/>
                  <a:pt x="830" y="0"/>
                  <a:pt x="81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69" name="Google Shape;2233;p11"/>
          <p:cNvSpPr/>
          <p:nvPr/>
        </p:nvSpPr>
        <p:spPr>
          <a:xfrm>
            <a:off x="4371120" y="4248360"/>
            <a:ext cx="15120" cy="42120"/>
          </a:xfrm>
          <a:custGeom>
            <a:avLst/>
            <a:gdLst>
              <a:gd name="textAreaLeft" fmla="*/ 0 w 15120"/>
              <a:gd name="textAreaRight" fmla="*/ 15480 w 1512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723" h="2008">
                <a:moveTo>
                  <a:pt x="210" y="0"/>
                </a:moveTo>
                <a:cubicBezTo>
                  <a:pt x="183" y="0"/>
                  <a:pt x="156" y="5"/>
                  <a:pt x="132" y="13"/>
                </a:cubicBezTo>
                <a:cubicBezTo>
                  <a:pt x="33" y="79"/>
                  <a:pt x="0" y="210"/>
                  <a:pt x="66" y="309"/>
                </a:cubicBezTo>
                <a:cubicBezTo>
                  <a:pt x="263" y="769"/>
                  <a:pt x="296" y="1261"/>
                  <a:pt x="164" y="1754"/>
                </a:cubicBezTo>
                <a:cubicBezTo>
                  <a:pt x="126" y="1910"/>
                  <a:pt x="259" y="2008"/>
                  <a:pt x="388" y="2008"/>
                </a:cubicBezTo>
                <a:cubicBezTo>
                  <a:pt x="477" y="2008"/>
                  <a:pt x="565" y="1961"/>
                  <a:pt x="592" y="1853"/>
                </a:cubicBezTo>
                <a:lnTo>
                  <a:pt x="559" y="1853"/>
                </a:lnTo>
                <a:cubicBezTo>
                  <a:pt x="723" y="1261"/>
                  <a:pt x="657" y="637"/>
                  <a:pt x="427" y="111"/>
                </a:cubicBezTo>
                <a:cubicBezTo>
                  <a:pt x="378" y="37"/>
                  <a:pt x="292" y="0"/>
                  <a:pt x="21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70" name="Google Shape;2234;p11"/>
          <p:cNvSpPr/>
          <p:nvPr/>
        </p:nvSpPr>
        <p:spPr>
          <a:xfrm>
            <a:off x="4381920" y="4244760"/>
            <a:ext cx="14400" cy="37080"/>
          </a:xfrm>
          <a:custGeom>
            <a:avLst/>
            <a:gdLst>
              <a:gd name="textAreaLeft" fmla="*/ 0 w 14400"/>
              <a:gd name="textAreaRight" fmla="*/ 14760 w 1440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691" h="1771">
                <a:moveTo>
                  <a:pt x="444" y="1"/>
                </a:moveTo>
                <a:cubicBezTo>
                  <a:pt x="378" y="1"/>
                  <a:pt x="317" y="24"/>
                  <a:pt x="297" y="86"/>
                </a:cubicBezTo>
                <a:cubicBezTo>
                  <a:pt x="34" y="579"/>
                  <a:pt x="1" y="1105"/>
                  <a:pt x="132" y="1598"/>
                </a:cubicBezTo>
                <a:cubicBezTo>
                  <a:pt x="159" y="1707"/>
                  <a:pt x="232" y="1770"/>
                  <a:pt x="331" y="1770"/>
                </a:cubicBezTo>
                <a:cubicBezTo>
                  <a:pt x="351" y="1770"/>
                  <a:pt x="373" y="1768"/>
                  <a:pt x="395" y="1762"/>
                </a:cubicBezTo>
                <a:cubicBezTo>
                  <a:pt x="494" y="1729"/>
                  <a:pt x="559" y="1598"/>
                  <a:pt x="527" y="1499"/>
                </a:cubicBezTo>
                <a:cubicBezTo>
                  <a:pt x="428" y="1105"/>
                  <a:pt x="461" y="678"/>
                  <a:pt x="625" y="316"/>
                </a:cubicBezTo>
                <a:cubicBezTo>
                  <a:pt x="691" y="218"/>
                  <a:pt x="658" y="86"/>
                  <a:pt x="559" y="20"/>
                </a:cubicBezTo>
                <a:cubicBezTo>
                  <a:pt x="523" y="8"/>
                  <a:pt x="483" y="1"/>
                  <a:pt x="4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71" name="Google Shape;2235;p11"/>
          <p:cNvSpPr/>
          <p:nvPr/>
        </p:nvSpPr>
        <p:spPr>
          <a:xfrm>
            <a:off x="4286160" y="3842280"/>
            <a:ext cx="347400" cy="412560"/>
          </a:xfrm>
          <a:custGeom>
            <a:avLst/>
            <a:gdLst>
              <a:gd name="textAreaLeft" fmla="*/ 0 w 347400"/>
              <a:gd name="textAreaRight" fmla="*/ 347760 w 347400"/>
              <a:gd name="textAreaTop" fmla="*/ 0 h 412560"/>
              <a:gd name="textAreaBottom" fmla="*/ 412920 h 412560"/>
            </a:gdLst>
            <a:ahLst/>
            <a:cxnLst/>
            <a:rect l="textAreaLeft" t="textAreaTop" r="textAreaRight" b="textAreaBottom"/>
            <a:pathLst>
              <a:path w="16431" h="19517">
                <a:moveTo>
                  <a:pt x="14064" y="0"/>
                </a:moveTo>
                <a:cubicBezTo>
                  <a:pt x="13703" y="132"/>
                  <a:pt x="13407" y="296"/>
                  <a:pt x="13111" y="493"/>
                </a:cubicBezTo>
                <a:cubicBezTo>
                  <a:pt x="12892" y="371"/>
                  <a:pt x="12655" y="304"/>
                  <a:pt x="12412" y="304"/>
                </a:cubicBezTo>
                <a:cubicBezTo>
                  <a:pt x="12328" y="304"/>
                  <a:pt x="12243" y="312"/>
                  <a:pt x="12158" y="329"/>
                </a:cubicBezTo>
                <a:cubicBezTo>
                  <a:pt x="11896" y="329"/>
                  <a:pt x="11665" y="395"/>
                  <a:pt x="11435" y="526"/>
                </a:cubicBezTo>
                <a:cubicBezTo>
                  <a:pt x="11205" y="658"/>
                  <a:pt x="11107" y="953"/>
                  <a:pt x="11238" y="1183"/>
                </a:cubicBezTo>
                <a:cubicBezTo>
                  <a:pt x="11194" y="1107"/>
                  <a:pt x="11121" y="1074"/>
                  <a:pt x="11041" y="1074"/>
                </a:cubicBezTo>
                <a:cubicBezTo>
                  <a:pt x="10880" y="1074"/>
                  <a:pt x="10691" y="1205"/>
                  <a:pt x="10647" y="1381"/>
                </a:cubicBezTo>
                <a:cubicBezTo>
                  <a:pt x="10647" y="1643"/>
                  <a:pt x="10745" y="1906"/>
                  <a:pt x="10910" y="2103"/>
                </a:cubicBezTo>
                <a:lnTo>
                  <a:pt x="9168" y="2925"/>
                </a:lnTo>
                <a:lnTo>
                  <a:pt x="8642" y="1578"/>
                </a:lnTo>
                <a:cubicBezTo>
                  <a:pt x="8609" y="1381"/>
                  <a:pt x="8478" y="1216"/>
                  <a:pt x="8314" y="1085"/>
                </a:cubicBezTo>
                <a:cubicBezTo>
                  <a:pt x="8218" y="1037"/>
                  <a:pt x="8113" y="1014"/>
                  <a:pt x="8010" y="1014"/>
                </a:cubicBezTo>
                <a:cubicBezTo>
                  <a:pt x="7758" y="1014"/>
                  <a:pt x="7510" y="1148"/>
                  <a:pt x="7394" y="1381"/>
                </a:cubicBezTo>
                <a:cubicBezTo>
                  <a:pt x="7229" y="1709"/>
                  <a:pt x="7164" y="2071"/>
                  <a:pt x="7196" y="2432"/>
                </a:cubicBezTo>
                <a:cubicBezTo>
                  <a:pt x="7065" y="2235"/>
                  <a:pt x="6901" y="2071"/>
                  <a:pt x="6704" y="1939"/>
                </a:cubicBezTo>
                <a:cubicBezTo>
                  <a:pt x="6621" y="1904"/>
                  <a:pt x="6534" y="1885"/>
                  <a:pt x="6449" y="1885"/>
                </a:cubicBezTo>
                <a:cubicBezTo>
                  <a:pt x="6298" y="1885"/>
                  <a:pt x="6152" y="1944"/>
                  <a:pt x="6046" y="2071"/>
                </a:cubicBezTo>
                <a:cubicBezTo>
                  <a:pt x="6014" y="2202"/>
                  <a:pt x="5981" y="2333"/>
                  <a:pt x="6014" y="2432"/>
                </a:cubicBezTo>
                <a:cubicBezTo>
                  <a:pt x="6014" y="2826"/>
                  <a:pt x="6079" y="3188"/>
                  <a:pt x="6178" y="3549"/>
                </a:cubicBezTo>
                <a:cubicBezTo>
                  <a:pt x="6309" y="3812"/>
                  <a:pt x="6342" y="4075"/>
                  <a:pt x="6309" y="4338"/>
                </a:cubicBezTo>
                <a:cubicBezTo>
                  <a:pt x="6260" y="4509"/>
                  <a:pt x="6067" y="4661"/>
                  <a:pt x="5889" y="4661"/>
                </a:cubicBezTo>
                <a:cubicBezTo>
                  <a:pt x="5828" y="4661"/>
                  <a:pt x="5769" y="4643"/>
                  <a:pt x="5718" y="4601"/>
                </a:cubicBezTo>
                <a:cubicBezTo>
                  <a:pt x="5488" y="4437"/>
                  <a:pt x="5553" y="4206"/>
                  <a:pt x="5488" y="4009"/>
                </a:cubicBezTo>
                <a:cubicBezTo>
                  <a:pt x="5367" y="3743"/>
                  <a:pt x="5103" y="3584"/>
                  <a:pt x="4829" y="3584"/>
                </a:cubicBezTo>
                <a:cubicBezTo>
                  <a:pt x="4730" y="3584"/>
                  <a:pt x="4630" y="3605"/>
                  <a:pt x="4535" y="3648"/>
                </a:cubicBezTo>
                <a:cubicBezTo>
                  <a:pt x="4188" y="3837"/>
                  <a:pt x="3962" y="4147"/>
                  <a:pt x="3915" y="4521"/>
                </a:cubicBezTo>
                <a:lnTo>
                  <a:pt x="3915" y="4521"/>
                </a:lnTo>
                <a:cubicBezTo>
                  <a:pt x="3929" y="4307"/>
                  <a:pt x="3831" y="4101"/>
                  <a:pt x="3648" y="4009"/>
                </a:cubicBezTo>
                <a:cubicBezTo>
                  <a:pt x="3574" y="3978"/>
                  <a:pt x="3500" y="3963"/>
                  <a:pt x="3430" y="3963"/>
                </a:cubicBezTo>
                <a:cubicBezTo>
                  <a:pt x="3280" y="3963"/>
                  <a:pt x="3145" y="4029"/>
                  <a:pt x="3056" y="4141"/>
                </a:cubicBezTo>
                <a:cubicBezTo>
                  <a:pt x="3056" y="3996"/>
                  <a:pt x="2917" y="3921"/>
                  <a:pt x="2770" y="3921"/>
                </a:cubicBezTo>
                <a:cubicBezTo>
                  <a:pt x="2650" y="3921"/>
                  <a:pt x="2524" y="3972"/>
                  <a:pt x="2465" y="4075"/>
                </a:cubicBezTo>
                <a:cubicBezTo>
                  <a:pt x="2333" y="4305"/>
                  <a:pt x="2267" y="4568"/>
                  <a:pt x="2300" y="4831"/>
                </a:cubicBezTo>
                <a:cubicBezTo>
                  <a:pt x="2202" y="5357"/>
                  <a:pt x="2070" y="5850"/>
                  <a:pt x="1873" y="6342"/>
                </a:cubicBezTo>
                <a:cubicBezTo>
                  <a:pt x="1709" y="6868"/>
                  <a:pt x="1775" y="7427"/>
                  <a:pt x="2070" y="7854"/>
                </a:cubicBezTo>
                <a:cubicBezTo>
                  <a:pt x="1545" y="8051"/>
                  <a:pt x="1183" y="8511"/>
                  <a:pt x="1085" y="9037"/>
                </a:cubicBezTo>
                <a:cubicBezTo>
                  <a:pt x="1085" y="9333"/>
                  <a:pt x="1019" y="9628"/>
                  <a:pt x="920" y="9924"/>
                </a:cubicBezTo>
                <a:cubicBezTo>
                  <a:pt x="756" y="10121"/>
                  <a:pt x="592" y="10286"/>
                  <a:pt x="394" y="10450"/>
                </a:cubicBezTo>
                <a:cubicBezTo>
                  <a:pt x="0" y="10910"/>
                  <a:pt x="99" y="11633"/>
                  <a:pt x="296" y="12224"/>
                </a:cubicBezTo>
                <a:cubicBezTo>
                  <a:pt x="460" y="12783"/>
                  <a:pt x="756" y="13407"/>
                  <a:pt x="624" y="13999"/>
                </a:cubicBezTo>
                <a:cubicBezTo>
                  <a:pt x="526" y="14426"/>
                  <a:pt x="296" y="14820"/>
                  <a:pt x="526" y="15182"/>
                </a:cubicBezTo>
                <a:cubicBezTo>
                  <a:pt x="624" y="15346"/>
                  <a:pt x="854" y="15412"/>
                  <a:pt x="920" y="15609"/>
                </a:cubicBezTo>
                <a:cubicBezTo>
                  <a:pt x="986" y="15740"/>
                  <a:pt x="1019" y="15872"/>
                  <a:pt x="1019" y="16003"/>
                </a:cubicBezTo>
                <a:cubicBezTo>
                  <a:pt x="1052" y="16759"/>
                  <a:pt x="1282" y="17679"/>
                  <a:pt x="2037" y="17844"/>
                </a:cubicBezTo>
                <a:cubicBezTo>
                  <a:pt x="2133" y="18260"/>
                  <a:pt x="2572" y="18426"/>
                  <a:pt x="2959" y="18526"/>
                </a:cubicBezTo>
                <a:lnTo>
                  <a:pt x="2959" y="18526"/>
                </a:lnTo>
                <a:cubicBezTo>
                  <a:pt x="3277" y="18907"/>
                  <a:pt x="3697" y="19194"/>
                  <a:pt x="4141" y="19388"/>
                </a:cubicBezTo>
                <a:cubicBezTo>
                  <a:pt x="4261" y="19436"/>
                  <a:pt x="4363" y="19467"/>
                  <a:pt x="4474" y="19467"/>
                </a:cubicBezTo>
                <a:cubicBezTo>
                  <a:pt x="4515" y="19467"/>
                  <a:pt x="4557" y="19462"/>
                  <a:pt x="4601" y="19454"/>
                </a:cubicBezTo>
                <a:cubicBezTo>
                  <a:pt x="4765" y="19421"/>
                  <a:pt x="4863" y="19257"/>
                  <a:pt x="4831" y="19092"/>
                </a:cubicBezTo>
                <a:lnTo>
                  <a:pt x="4831" y="19092"/>
                </a:lnTo>
                <a:cubicBezTo>
                  <a:pt x="4913" y="19120"/>
                  <a:pt x="4995" y="19133"/>
                  <a:pt x="5075" y="19133"/>
                </a:cubicBezTo>
                <a:cubicBezTo>
                  <a:pt x="5378" y="19133"/>
                  <a:pt x="5647" y="18944"/>
                  <a:pt x="5751" y="18632"/>
                </a:cubicBezTo>
                <a:cubicBezTo>
                  <a:pt x="6103" y="18955"/>
                  <a:pt x="6534" y="19305"/>
                  <a:pt x="6998" y="19305"/>
                </a:cubicBezTo>
                <a:cubicBezTo>
                  <a:pt x="7053" y="19305"/>
                  <a:pt x="7108" y="19300"/>
                  <a:pt x="7164" y="19289"/>
                </a:cubicBezTo>
                <a:cubicBezTo>
                  <a:pt x="7260" y="19241"/>
                  <a:pt x="7391" y="19211"/>
                  <a:pt x="7519" y="19211"/>
                </a:cubicBezTo>
                <a:cubicBezTo>
                  <a:pt x="7566" y="19211"/>
                  <a:pt x="7613" y="19215"/>
                  <a:pt x="7657" y="19224"/>
                </a:cubicBezTo>
                <a:cubicBezTo>
                  <a:pt x="7755" y="19257"/>
                  <a:pt x="7854" y="19322"/>
                  <a:pt x="7919" y="19388"/>
                </a:cubicBezTo>
                <a:cubicBezTo>
                  <a:pt x="8069" y="19476"/>
                  <a:pt x="8231" y="19517"/>
                  <a:pt x="8388" y="19517"/>
                </a:cubicBezTo>
                <a:cubicBezTo>
                  <a:pt x="8818" y="19517"/>
                  <a:pt x="9219" y="19212"/>
                  <a:pt x="9267" y="18731"/>
                </a:cubicBezTo>
                <a:cubicBezTo>
                  <a:pt x="9398" y="19026"/>
                  <a:pt x="9562" y="19257"/>
                  <a:pt x="9825" y="19421"/>
                </a:cubicBezTo>
                <a:cubicBezTo>
                  <a:pt x="9913" y="19476"/>
                  <a:pt x="10012" y="19501"/>
                  <a:pt x="10109" y="19501"/>
                </a:cubicBezTo>
                <a:cubicBezTo>
                  <a:pt x="10304" y="19501"/>
                  <a:pt x="10493" y="19399"/>
                  <a:pt x="10581" y="19224"/>
                </a:cubicBezTo>
                <a:cubicBezTo>
                  <a:pt x="10659" y="19301"/>
                  <a:pt x="10757" y="19338"/>
                  <a:pt x="10856" y="19338"/>
                </a:cubicBezTo>
                <a:cubicBezTo>
                  <a:pt x="11007" y="19338"/>
                  <a:pt x="11159" y="19251"/>
                  <a:pt x="11238" y="19092"/>
                </a:cubicBezTo>
                <a:cubicBezTo>
                  <a:pt x="11450" y="19220"/>
                  <a:pt x="11676" y="19292"/>
                  <a:pt x="11907" y="19292"/>
                </a:cubicBezTo>
                <a:cubicBezTo>
                  <a:pt x="12034" y="19292"/>
                  <a:pt x="12162" y="19270"/>
                  <a:pt x="12290" y="19224"/>
                </a:cubicBezTo>
                <a:cubicBezTo>
                  <a:pt x="12421" y="19224"/>
                  <a:pt x="12520" y="19191"/>
                  <a:pt x="12618" y="19092"/>
                </a:cubicBezTo>
                <a:cubicBezTo>
                  <a:pt x="12750" y="19026"/>
                  <a:pt x="12750" y="18862"/>
                  <a:pt x="12684" y="18764"/>
                </a:cubicBezTo>
                <a:cubicBezTo>
                  <a:pt x="12733" y="18727"/>
                  <a:pt x="12787" y="18708"/>
                  <a:pt x="12841" y="18708"/>
                </a:cubicBezTo>
                <a:cubicBezTo>
                  <a:pt x="12930" y="18708"/>
                  <a:pt x="13017" y="18759"/>
                  <a:pt x="13078" y="18862"/>
                </a:cubicBezTo>
                <a:cubicBezTo>
                  <a:pt x="13834" y="17416"/>
                  <a:pt x="13571" y="15675"/>
                  <a:pt x="13374" y="14065"/>
                </a:cubicBezTo>
                <a:cubicBezTo>
                  <a:pt x="13308" y="13375"/>
                  <a:pt x="13308" y="12553"/>
                  <a:pt x="13867" y="12192"/>
                </a:cubicBezTo>
                <a:cubicBezTo>
                  <a:pt x="13751" y="12018"/>
                  <a:pt x="13584" y="11819"/>
                  <a:pt x="13389" y="11819"/>
                </a:cubicBezTo>
                <a:cubicBezTo>
                  <a:pt x="13363" y="11819"/>
                  <a:pt x="13336" y="11822"/>
                  <a:pt x="13308" y="11830"/>
                </a:cubicBezTo>
                <a:cubicBezTo>
                  <a:pt x="13210" y="11863"/>
                  <a:pt x="13144" y="11929"/>
                  <a:pt x="13046" y="11962"/>
                </a:cubicBezTo>
                <a:cubicBezTo>
                  <a:pt x="13012" y="11973"/>
                  <a:pt x="12979" y="11978"/>
                  <a:pt x="12946" y="11978"/>
                </a:cubicBezTo>
                <a:cubicBezTo>
                  <a:pt x="12693" y="11978"/>
                  <a:pt x="12483" y="11661"/>
                  <a:pt x="12454" y="11370"/>
                </a:cubicBezTo>
                <a:cubicBezTo>
                  <a:pt x="12388" y="11074"/>
                  <a:pt x="12388" y="10713"/>
                  <a:pt x="12158" y="10516"/>
                </a:cubicBezTo>
                <a:cubicBezTo>
                  <a:pt x="12339" y="10275"/>
                  <a:pt x="12629" y="10117"/>
                  <a:pt x="12929" y="10117"/>
                </a:cubicBezTo>
                <a:cubicBezTo>
                  <a:pt x="12957" y="10117"/>
                  <a:pt x="12985" y="10119"/>
                  <a:pt x="13013" y="10121"/>
                </a:cubicBezTo>
                <a:cubicBezTo>
                  <a:pt x="13341" y="10121"/>
                  <a:pt x="13703" y="10121"/>
                  <a:pt x="14031" y="10056"/>
                </a:cubicBezTo>
                <a:cubicBezTo>
                  <a:pt x="14360" y="9957"/>
                  <a:pt x="14656" y="9760"/>
                  <a:pt x="14787" y="9431"/>
                </a:cubicBezTo>
                <a:lnTo>
                  <a:pt x="14689" y="9037"/>
                </a:lnTo>
                <a:lnTo>
                  <a:pt x="15214" y="8774"/>
                </a:lnTo>
                <a:lnTo>
                  <a:pt x="15214" y="8774"/>
                </a:lnTo>
                <a:cubicBezTo>
                  <a:pt x="15116" y="8840"/>
                  <a:pt x="15083" y="8938"/>
                  <a:pt x="15083" y="9070"/>
                </a:cubicBezTo>
                <a:cubicBezTo>
                  <a:pt x="15379" y="8873"/>
                  <a:pt x="15576" y="8577"/>
                  <a:pt x="15707" y="8248"/>
                </a:cubicBezTo>
                <a:cubicBezTo>
                  <a:pt x="15806" y="7887"/>
                  <a:pt x="15642" y="7525"/>
                  <a:pt x="15379" y="7328"/>
                </a:cubicBezTo>
                <a:cubicBezTo>
                  <a:pt x="15839" y="6967"/>
                  <a:pt x="15937" y="6244"/>
                  <a:pt x="15543" y="5784"/>
                </a:cubicBezTo>
                <a:cubicBezTo>
                  <a:pt x="15740" y="5718"/>
                  <a:pt x="15904" y="5587"/>
                  <a:pt x="16003" y="5422"/>
                </a:cubicBezTo>
                <a:cubicBezTo>
                  <a:pt x="16102" y="5225"/>
                  <a:pt x="16036" y="4995"/>
                  <a:pt x="15872" y="4897"/>
                </a:cubicBezTo>
                <a:cubicBezTo>
                  <a:pt x="16134" y="4864"/>
                  <a:pt x="16332" y="4634"/>
                  <a:pt x="16266" y="4371"/>
                </a:cubicBezTo>
                <a:cubicBezTo>
                  <a:pt x="16154" y="4147"/>
                  <a:pt x="15912" y="4114"/>
                  <a:pt x="15645" y="4114"/>
                </a:cubicBezTo>
                <a:cubicBezTo>
                  <a:pt x="15531" y="4114"/>
                  <a:pt x="15411" y="4120"/>
                  <a:pt x="15296" y="4120"/>
                </a:cubicBezTo>
                <a:cubicBezTo>
                  <a:pt x="15048" y="4120"/>
                  <a:pt x="14818" y="4091"/>
                  <a:pt x="14689" y="3911"/>
                </a:cubicBezTo>
                <a:cubicBezTo>
                  <a:pt x="14623" y="3615"/>
                  <a:pt x="14557" y="3286"/>
                  <a:pt x="14491" y="2958"/>
                </a:cubicBezTo>
                <a:cubicBezTo>
                  <a:pt x="14853" y="2859"/>
                  <a:pt x="15182" y="2563"/>
                  <a:pt x="15313" y="2235"/>
                </a:cubicBezTo>
                <a:lnTo>
                  <a:pt x="15576" y="2268"/>
                </a:lnTo>
                <a:cubicBezTo>
                  <a:pt x="15937" y="2136"/>
                  <a:pt x="16299" y="1972"/>
                  <a:pt x="16397" y="1611"/>
                </a:cubicBezTo>
                <a:cubicBezTo>
                  <a:pt x="16430" y="1348"/>
                  <a:pt x="16397" y="1085"/>
                  <a:pt x="16233" y="855"/>
                </a:cubicBezTo>
                <a:cubicBezTo>
                  <a:pt x="16233" y="789"/>
                  <a:pt x="16167" y="723"/>
                  <a:pt x="16102" y="658"/>
                </a:cubicBezTo>
                <a:cubicBezTo>
                  <a:pt x="16052" y="641"/>
                  <a:pt x="16003" y="633"/>
                  <a:pt x="15954" y="633"/>
                </a:cubicBezTo>
                <a:cubicBezTo>
                  <a:pt x="15904" y="633"/>
                  <a:pt x="15855" y="641"/>
                  <a:pt x="15806" y="658"/>
                </a:cubicBezTo>
                <a:cubicBezTo>
                  <a:pt x="15676" y="690"/>
                  <a:pt x="15544" y="706"/>
                  <a:pt x="15413" y="706"/>
                </a:cubicBezTo>
                <a:cubicBezTo>
                  <a:pt x="14887" y="706"/>
                  <a:pt x="14380" y="448"/>
                  <a:pt x="140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72" name="Google Shape;2236;p11"/>
          <p:cNvSpPr/>
          <p:nvPr/>
        </p:nvSpPr>
        <p:spPr>
          <a:xfrm>
            <a:off x="4284000" y="3837600"/>
            <a:ext cx="354960" cy="421920"/>
          </a:xfrm>
          <a:custGeom>
            <a:avLst/>
            <a:gdLst>
              <a:gd name="textAreaLeft" fmla="*/ 0 w 354960"/>
              <a:gd name="textAreaRight" fmla="*/ 355320 w 354960"/>
              <a:gd name="textAreaTop" fmla="*/ 0 h 421920"/>
              <a:gd name="textAreaBottom" fmla="*/ 422280 h 421920"/>
            </a:gdLst>
            <a:ahLst/>
            <a:cxnLst/>
            <a:rect l="textAreaLeft" t="textAreaTop" r="textAreaRight" b="textAreaBottom"/>
            <a:pathLst>
              <a:path w="16793" h="19944">
                <a:moveTo>
                  <a:pt x="14084" y="440"/>
                </a:moveTo>
                <a:cubicBezTo>
                  <a:pt x="14442" y="839"/>
                  <a:pt x="14942" y="1093"/>
                  <a:pt x="15475" y="1093"/>
                </a:cubicBezTo>
                <a:cubicBezTo>
                  <a:pt x="15530" y="1093"/>
                  <a:pt x="15586" y="1090"/>
                  <a:pt x="15642" y="1085"/>
                </a:cubicBezTo>
                <a:cubicBezTo>
                  <a:pt x="15730" y="1085"/>
                  <a:pt x="15861" y="1041"/>
                  <a:pt x="15978" y="1041"/>
                </a:cubicBezTo>
                <a:cubicBezTo>
                  <a:pt x="16036" y="1041"/>
                  <a:pt x="16091" y="1052"/>
                  <a:pt x="16135" y="1085"/>
                </a:cubicBezTo>
                <a:cubicBezTo>
                  <a:pt x="16266" y="1282"/>
                  <a:pt x="16332" y="1512"/>
                  <a:pt x="16299" y="1742"/>
                </a:cubicBezTo>
                <a:cubicBezTo>
                  <a:pt x="16215" y="2023"/>
                  <a:pt x="15843" y="2183"/>
                  <a:pt x="15552" y="2183"/>
                </a:cubicBezTo>
                <a:cubicBezTo>
                  <a:pt x="15502" y="2183"/>
                  <a:pt x="15455" y="2179"/>
                  <a:pt x="15412" y="2169"/>
                </a:cubicBezTo>
                <a:cubicBezTo>
                  <a:pt x="15346" y="2169"/>
                  <a:pt x="15281" y="2235"/>
                  <a:pt x="15215" y="2268"/>
                </a:cubicBezTo>
                <a:cubicBezTo>
                  <a:pt x="15116" y="2596"/>
                  <a:pt x="14853" y="2826"/>
                  <a:pt x="14525" y="2925"/>
                </a:cubicBezTo>
                <a:cubicBezTo>
                  <a:pt x="14393" y="2958"/>
                  <a:pt x="14328" y="3089"/>
                  <a:pt x="14360" y="3188"/>
                </a:cubicBezTo>
                <a:cubicBezTo>
                  <a:pt x="14393" y="3385"/>
                  <a:pt x="14459" y="3582"/>
                  <a:pt x="14492" y="3746"/>
                </a:cubicBezTo>
                <a:cubicBezTo>
                  <a:pt x="14492" y="3944"/>
                  <a:pt x="14525" y="4075"/>
                  <a:pt x="14590" y="4239"/>
                </a:cubicBezTo>
                <a:cubicBezTo>
                  <a:pt x="14755" y="4404"/>
                  <a:pt x="14952" y="4469"/>
                  <a:pt x="15149" y="4502"/>
                </a:cubicBezTo>
                <a:lnTo>
                  <a:pt x="15839" y="4502"/>
                </a:lnTo>
                <a:cubicBezTo>
                  <a:pt x="15938" y="4502"/>
                  <a:pt x="16003" y="4502"/>
                  <a:pt x="16069" y="4568"/>
                </a:cubicBezTo>
                <a:cubicBezTo>
                  <a:pt x="16201" y="4667"/>
                  <a:pt x="16102" y="4864"/>
                  <a:pt x="15938" y="4864"/>
                </a:cubicBezTo>
                <a:cubicBezTo>
                  <a:pt x="15806" y="4864"/>
                  <a:pt x="15675" y="5094"/>
                  <a:pt x="15806" y="5192"/>
                </a:cubicBezTo>
                <a:cubicBezTo>
                  <a:pt x="16069" y="5389"/>
                  <a:pt x="15773" y="5652"/>
                  <a:pt x="15543" y="5751"/>
                </a:cubicBezTo>
                <a:cubicBezTo>
                  <a:pt x="15412" y="5784"/>
                  <a:pt x="15346" y="5981"/>
                  <a:pt x="15478" y="6080"/>
                </a:cubicBezTo>
                <a:cubicBezTo>
                  <a:pt x="15773" y="6474"/>
                  <a:pt x="15708" y="7032"/>
                  <a:pt x="15346" y="7328"/>
                </a:cubicBezTo>
                <a:cubicBezTo>
                  <a:pt x="15215" y="7394"/>
                  <a:pt x="15215" y="7591"/>
                  <a:pt x="15346" y="7690"/>
                </a:cubicBezTo>
                <a:cubicBezTo>
                  <a:pt x="15741" y="7968"/>
                  <a:pt x="15611" y="8411"/>
                  <a:pt x="15361" y="8751"/>
                </a:cubicBezTo>
                <a:lnTo>
                  <a:pt x="15361" y="8751"/>
                </a:lnTo>
                <a:cubicBezTo>
                  <a:pt x="15340" y="8743"/>
                  <a:pt x="15317" y="8739"/>
                  <a:pt x="15293" y="8739"/>
                </a:cubicBezTo>
                <a:cubicBezTo>
                  <a:pt x="15257" y="8739"/>
                  <a:pt x="15219" y="8749"/>
                  <a:pt x="15182" y="8774"/>
                </a:cubicBezTo>
                <a:lnTo>
                  <a:pt x="14656" y="9037"/>
                </a:lnTo>
                <a:cubicBezTo>
                  <a:pt x="14590" y="9070"/>
                  <a:pt x="14558" y="9168"/>
                  <a:pt x="14590" y="9267"/>
                </a:cubicBezTo>
                <a:lnTo>
                  <a:pt x="14663" y="9582"/>
                </a:lnTo>
                <a:lnTo>
                  <a:pt x="14663" y="9582"/>
                </a:lnTo>
                <a:cubicBezTo>
                  <a:pt x="14363" y="10154"/>
                  <a:pt x="13850" y="10154"/>
                  <a:pt x="13243" y="10154"/>
                </a:cubicBezTo>
                <a:cubicBezTo>
                  <a:pt x="13184" y="10146"/>
                  <a:pt x="13126" y="10142"/>
                  <a:pt x="13068" y="10142"/>
                </a:cubicBezTo>
                <a:cubicBezTo>
                  <a:pt x="12676" y="10142"/>
                  <a:pt x="12318" y="10332"/>
                  <a:pt x="12060" y="10647"/>
                </a:cubicBezTo>
                <a:cubicBezTo>
                  <a:pt x="12027" y="10746"/>
                  <a:pt x="12027" y="10844"/>
                  <a:pt x="12093" y="10910"/>
                </a:cubicBezTo>
                <a:cubicBezTo>
                  <a:pt x="12257" y="11107"/>
                  <a:pt x="12323" y="11337"/>
                  <a:pt x="12323" y="11600"/>
                </a:cubicBezTo>
                <a:cubicBezTo>
                  <a:pt x="12356" y="11830"/>
                  <a:pt x="12455" y="12027"/>
                  <a:pt x="12586" y="12192"/>
                </a:cubicBezTo>
                <a:cubicBezTo>
                  <a:pt x="12717" y="12356"/>
                  <a:pt x="12915" y="12422"/>
                  <a:pt x="13112" y="12422"/>
                </a:cubicBezTo>
                <a:cubicBezTo>
                  <a:pt x="13210" y="12389"/>
                  <a:pt x="13309" y="12323"/>
                  <a:pt x="13407" y="12290"/>
                </a:cubicBezTo>
                <a:cubicBezTo>
                  <a:pt x="13433" y="12280"/>
                  <a:pt x="13458" y="12275"/>
                  <a:pt x="13482" y="12275"/>
                </a:cubicBezTo>
                <a:cubicBezTo>
                  <a:pt x="13558" y="12275"/>
                  <a:pt x="13625" y="12320"/>
                  <a:pt x="13685" y="12380"/>
                </a:cubicBezTo>
                <a:lnTo>
                  <a:pt x="13685" y="12380"/>
                </a:lnTo>
                <a:cubicBezTo>
                  <a:pt x="12994" y="13077"/>
                  <a:pt x="13283" y="14299"/>
                  <a:pt x="13375" y="15182"/>
                </a:cubicBezTo>
                <a:cubicBezTo>
                  <a:pt x="13499" y="16392"/>
                  <a:pt x="13594" y="17662"/>
                  <a:pt x="13105" y="18796"/>
                </a:cubicBezTo>
                <a:lnTo>
                  <a:pt x="13105" y="18796"/>
                </a:lnTo>
                <a:cubicBezTo>
                  <a:pt x="13044" y="18772"/>
                  <a:pt x="12978" y="18759"/>
                  <a:pt x="12912" y="18759"/>
                </a:cubicBezTo>
                <a:cubicBezTo>
                  <a:pt x="12825" y="18759"/>
                  <a:pt x="12736" y="18781"/>
                  <a:pt x="12652" y="18829"/>
                </a:cubicBezTo>
                <a:cubicBezTo>
                  <a:pt x="12553" y="18895"/>
                  <a:pt x="12520" y="19026"/>
                  <a:pt x="12586" y="19125"/>
                </a:cubicBezTo>
                <a:cubicBezTo>
                  <a:pt x="12685" y="19256"/>
                  <a:pt x="12126" y="19322"/>
                  <a:pt x="12060" y="19322"/>
                </a:cubicBezTo>
                <a:cubicBezTo>
                  <a:pt x="12014" y="19330"/>
                  <a:pt x="11967" y="19334"/>
                  <a:pt x="11921" y="19334"/>
                </a:cubicBezTo>
                <a:cubicBezTo>
                  <a:pt x="11772" y="19334"/>
                  <a:pt x="11627" y="19291"/>
                  <a:pt x="11502" y="19191"/>
                </a:cubicBezTo>
                <a:cubicBezTo>
                  <a:pt x="11452" y="19154"/>
                  <a:pt x="11398" y="19135"/>
                  <a:pt x="11347" y="19135"/>
                </a:cubicBezTo>
                <a:cubicBezTo>
                  <a:pt x="11261" y="19135"/>
                  <a:pt x="11181" y="19187"/>
                  <a:pt x="11140" y="19289"/>
                </a:cubicBezTo>
                <a:cubicBezTo>
                  <a:pt x="11110" y="19350"/>
                  <a:pt x="11058" y="19376"/>
                  <a:pt x="11001" y="19376"/>
                </a:cubicBezTo>
                <a:cubicBezTo>
                  <a:pt x="10936" y="19376"/>
                  <a:pt x="10864" y="19342"/>
                  <a:pt x="10812" y="19289"/>
                </a:cubicBezTo>
                <a:cubicBezTo>
                  <a:pt x="10790" y="19267"/>
                  <a:pt x="10749" y="19256"/>
                  <a:pt x="10704" y="19256"/>
                </a:cubicBezTo>
                <a:cubicBezTo>
                  <a:pt x="10614" y="19256"/>
                  <a:pt x="10505" y="19300"/>
                  <a:pt x="10483" y="19388"/>
                </a:cubicBezTo>
                <a:cubicBezTo>
                  <a:pt x="10431" y="19492"/>
                  <a:pt x="10324" y="19532"/>
                  <a:pt x="10215" y="19532"/>
                </a:cubicBezTo>
                <a:cubicBezTo>
                  <a:pt x="10118" y="19532"/>
                  <a:pt x="10019" y="19500"/>
                  <a:pt x="9957" y="19454"/>
                </a:cubicBezTo>
                <a:cubicBezTo>
                  <a:pt x="9815" y="19311"/>
                  <a:pt x="9672" y="19144"/>
                  <a:pt x="9594" y="18973"/>
                </a:cubicBezTo>
                <a:lnTo>
                  <a:pt x="9594" y="18973"/>
                </a:lnTo>
                <a:cubicBezTo>
                  <a:pt x="9595" y="18969"/>
                  <a:pt x="9595" y="18965"/>
                  <a:pt x="9596" y="18961"/>
                </a:cubicBezTo>
                <a:lnTo>
                  <a:pt x="9596" y="18961"/>
                </a:lnTo>
                <a:lnTo>
                  <a:pt x="9589" y="18963"/>
                </a:lnTo>
                <a:lnTo>
                  <a:pt x="9589" y="18963"/>
                </a:lnTo>
                <a:cubicBezTo>
                  <a:pt x="9579" y="18940"/>
                  <a:pt x="9570" y="18918"/>
                  <a:pt x="9563" y="18895"/>
                </a:cubicBezTo>
                <a:cubicBezTo>
                  <a:pt x="9525" y="18820"/>
                  <a:pt x="9464" y="18788"/>
                  <a:pt x="9400" y="18788"/>
                </a:cubicBezTo>
                <a:cubicBezTo>
                  <a:pt x="9297" y="18788"/>
                  <a:pt x="9189" y="18872"/>
                  <a:pt x="9169" y="18994"/>
                </a:cubicBezTo>
                <a:cubicBezTo>
                  <a:pt x="9136" y="19256"/>
                  <a:pt x="8939" y="19454"/>
                  <a:pt x="8643" y="19519"/>
                </a:cubicBezTo>
                <a:cubicBezTo>
                  <a:pt x="8593" y="19536"/>
                  <a:pt x="8536" y="19544"/>
                  <a:pt x="8478" y="19544"/>
                </a:cubicBezTo>
                <a:cubicBezTo>
                  <a:pt x="8421" y="19544"/>
                  <a:pt x="8363" y="19536"/>
                  <a:pt x="8314" y="19519"/>
                </a:cubicBezTo>
                <a:cubicBezTo>
                  <a:pt x="8150" y="19487"/>
                  <a:pt x="8051" y="19355"/>
                  <a:pt x="7887" y="19289"/>
                </a:cubicBezTo>
                <a:cubicBezTo>
                  <a:pt x="7806" y="19249"/>
                  <a:pt x="7727" y="19234"/>
                  <a:pt x="7650" y="19234"/>
                </a:cubicBezTo>
                <a:cubicBezTo>
                  <a:pt x="7448" y="19234"/>
                  <a:pt x="7252" y="19333"/>
                  <a:pt x="7046" y="19333"/>
                </a:cubicBezTo>
                <a:cubicBezTo>
                  <a:pt x="7009" y="19333"/>
                  <a:pt x="6972" y="19330"/>
                  <a:pt x="6934" y="19322"/>
                </a:cubicBezTo>
                <a:cubicBezTo>
                  <a:pt x="6573" y="19224"/>
                  <a:pt x="6244" y="18994"/>
                  <a:pt x="5981" y="18731"/>
                </a:cubicBezTo>
                <a:cubicBezTo>
                  <a:pt x="5944" y="18694"/>
                  <a:pt x="5893" y="18675"/>
                  <a:pt x="5842" y="18675"/>
                </a:cubicBezTo>
                <a:cubicBezTo>
                  <a:pt x="5758" y="18675"/>
                  <a:pt x="5673" y="18727"/>
                  <a:pt x="5652" y="18829"/>
                </a:cubicBezTo>
                <a:cubicBezTo>
                  <a:pt x="5576" y="19033"/>
                  <a:pt x="5381" y="19158"/>
                  <a:pt x="5175" y="19158"/>
                </a:cubicBezTo>
                <a:cubicBezTo>
                  <a:pt x="5115" y="19158"/>
                  <a:pt x="5054" y="19147"/>
                  <a:pt x="4995" y="19125"/>
                </a:cubicBezTo>
                <a:cubicBezTo>
                  <a:pt x="4981" y="19122"/>
                  <a:pt x="4967" y="19121"/>
                  <a:pt x="4954" y="19121"/>
                </a:cubicBezTo>
                <a:cubicBezTo>
                  <a:pt x="4814" y="19121"/>
                  <a:pt x="4732" y="19268"/>
                  <a:pt x="4732" y="19388"/>
                </a:cubicBezTo>
                <a:cubicBezTo>
                  <a:pt x="4748" y="19459"/>
                  <a:pt x="4709" y="19486"/>
                  <a:pt x="4640" y="19486"/>
                </a:cubicBezTo>
                <a:cubicBezTo>
                  <a:pt x="4419" y="19486"/>
                  <a:pt x="3887" y="19208"/>
                  <a:pt x="3812" y="19158"/>
                </a:cubicBezTo>
                <a:cubicBezTo>
                  <a:pt x="3626" y="19034"/>
                  <a:pt x="3466" y="18897"/>
                  <a:pt x="3324" y="18738"/>
                </a:cubicBezTo>
                <a:lnTo>
                  <a:pt x="3324" y="18738"/>
                </a:lnTo>
                <a:cubicBezTo>
                  <a:pt x="3326" y="18649"/>
                  <a:pt x="3278" y="18562"/>
                  <a:pt x="3159" y="18534"/>
                </a:cubicBezTo>
                <a:lnTo>
                  <a:pt x="3159" y="18534"/>
                </a:lnTo>
                <a:cubicBezTo>
                  <a:pt x="3135" y="18502"/>
                  <a:pt x="3112" y="18469"/>
                  <a:pt x="3089" y="18435"/>
                </a:cubicBezTo>
                <a:cubicBezTo>
                  <a:pt x="3042" y="18378"/>
                  <a:pt x="2978" y="18354"/>
                  <a:pt x="2916" y="18354"/>
                </a:cubicBezTo>
                <a:cubicBezTo>
                  <a:pt x="2854" y="18354"/>
                  <a:pt x="2794" y="18377"/>
                  <a:pt x="2750" y="18415"/>
                </a:cubicBezTo>
                <a:lnTo>
                  <a:pt x="2750" y="18415"/>
                </a:lnTo>
                <a:cubicBezTo>
                  <a:pt x="2709" y="18400"/>
                  <a:pt x="2668" y="18385"/>
                  <a:pt x="2629" y="18369"/>
                </a:cubicBezTo>
                <a:cubicBezTo>
                  <a:pt x="2564" y="18304"/>
                  <a:pt x="2498" y="18271"/>
                  <a:pt x="2432" y="18205"/>
                </a:cubicBezTo>
                <a:cubicBezTo>
                  <a:pt x="2366" y="18106"/>
                  <a:pt x="2366" y="18008"/>
                  <a:pt x="2301" y="17942"/>
                </a:cubicBezTo>
                <a:cubicBezTo>
                  <a:pt x="2235" y="17843"/>
                  <a:pt x="2038" y="17811"/>
                  <a:pt x="1906" y="17745"/>
                </a:cubicBezTo>
                <a:cubicBezTo>
                  <a:pt x="1775" y="17613"/>
                  <a:pt x="1644" y="17482"/>
                  <a:pt x="1578" y="17318"/>
                </a:cubicBezTo>
                <a:cubicBezTo>
                  <a:pt x="1414" y="16989"/>
                  <a:pt x="1348" y="16661"/>
                  <a:pt x="1315" y="16299"/>
                </a:cubicBezTo>
                <a:cubicBezTo>
                  <a:pt x="1315" y="16135"/>
                  <a:pt x="1315" y="15938"/>
                  <a:pt x="1249" y="15773"/>
                </a:cubicBezTo>
                <a:cubicBezTo>
                  <a:pt x="1151" y="15609"/>
                  <a:pt x="1052" y="15478"/>
                  <a:pt x="888" y="15379"/>
                </a:cubicBezTo>
                <a:cubicBezTo>
                  <a:pt x="526" y="15050"/>
                  <a:pt x="888" y="14557"/>
                  <a:pt x="921" y="14130"/>
                </a:cubicBezTo>
                <a:cubicBezTo>
                  <a:pt x="953" y="13670"/>
                  <a:pt x="888" y="13210"/>
                  <a:pt x="723" y="12783"/>
                </a:cubicBezTo>
                <a:cubicBezTo>
                  <a:pt x="559" y="12389"/>
                  <a:pt x="461" y="11961"/>
                  <a:pt x="428" y="11534"/>
                </a:cubicBezTo>
                <a:cubicBezTo>
                  <a:pt x="395" y="11304"/>
                  <a:pt x="461" y="11107"/>
                  <a:pt x="526" y="10943"/>
                </a:cubicBezTo>
                <a:cubicBezTo>
                  <a:pt x="658" y="10779"/>
                  <a:pt x="789" y="10614"/>
                  <a:pt x="953" y="10483"/>
                </a:cubicBezTo>
                <a:cubicBezTo>
                  <a:pt x="1315" y="10154"/>
                  <a:pt x="1282" y="9727"/>
                  <a:pt x="1348" y="9267"/>
                </a:cubicBezTo>
                <a:cubicBezTo>
                  <a:pt x="1446" y="8807"/>
                  <a:pt x="1742" y="8445"/>
                  <a:pt x="2169" y="8248"/>
                </a:cubicBezTo>
                <a:cubicBezTo>
                  <a:pt x="2301" y="8215"/>
                  <a:pt x="2399" y="8084"/>
                  <a:pt x="2301" y="7953"/>
                </a:cubicBezTo>
                <a:cubicBezTo>
                  <a:pt x="1841" y="7361"/>
                  <a:pt x="2136" y="6605"/>
                  <a:pt x="2334" y="5981"/>
                </a:cubicBezTo>
                <a:cubicBezTo>
                  <a:pt x="2465" y="5652"/>
                  <a:pt x="2531" y="5291"/>
                  <a:pt x="2564" y="4929"/>
                </a:cubicBezTo>
                <a:cubicBezTo>
                  <a:pt x="2564" y="4765"/>
                  <a:pt x="2596" y="4601"/>
                  <a:pt x="2662" y="4436"/>
                </a:cubicBezTo>
                <a:cubicBezTo>
                  <a:pt x="2683" y="4394"/>
                  <a:pt x="2773" y="4324"/>
                  <a:pt x="2843" y="4324"/>
                </a:cubicBezTo>
                <a:cubicBezTo>
                  <a:pt x="2881" y="4324"/>
                  <a:pt x="2913" y="4345"/>
                  <a:pt x="2925" y="4404"/>
                </a:cubicBezTo>
                <a:cubicBezTo>
                  <a:pt x="2947" y="4491"/>
                  <a:pt x="3042" y="4550"/>
                  <a:pt x="3132" y="4550"/>
                </a:cubicBezTo>
                <a:cubicBezTo>
                  <a:pt x="3177" y="4550"/>
                  <a:pt x="3221" y="4535"/>
                  <a:pt x="3254" y="4502"/>
                </a:cubicBezTo>
                <a:cubicBezTo>
                  <a:pt x="3327" y="4417"/>
                  <a:pt x="3427" y="4377"/>
                  <a:pt x="3521" y="4377"/>
                </a:cubicBezTo>
                <a:cubicBezTo>
                  <a:pt x="3680" y="4377"/>
                  <a:pt x="3821" y="4493"/>
                  <a:pt x="3779" y="4699"/>
                </a:cubicBezTo>
                <a:cubicBezTo>
                  <a:pt x="3739" y="4860"/>
                  <a:pt x="3872" y="4960"/>
                  <a:pt x="3995" y="4960"/>
                </a:cubicBezTo>
                <a:cubicBezTo>
                  <a:pt x="4073" y="4960"/>
                  <a:pt x="4148" y="4920"/>
                  <a:pt x="4174" y="4831"/>
                </a:cubicBezTo>
                <a:cubicBezTo>
                  <a:pt x="4174" y="4826"/>
                  <a:pt x="4175" y="4821"/>
                  <a:pt x="4175" y="4816"/>
                </a:cubicBezTo>
                <a:lnTo>
                  <a:pt x="4175" y="4816"/>
                </a:lnTo>
                <a:lnTo>
                  <a:pt x="4240" y="4831"/>
                </a:lnTo>
                <a:cubicBezTo>
                  <a:pt x="4263" y="4729"/>
                  <a:pt x="4265" y="4632"/>
                  <a:pt x="4250" y="4542"/>
                </a:cubicBezTo>
                <a:lnTo>
                  <a:pt x="4250" y="4542"/>
                </a:lnTo>
                <a:cubicBezTo>
                  <a:pt x="4337" y="4347"/>
                  <a:pt x="4486" y="4188"/>
                  <a:pt x="4667" y="4075"/>
                </a:cubicBezTo>
                <a:cubicBezTo>
                  <a:pt x="4748" y="4028"/>
                  <a:pt x="4838" y="4007"/>
                  <a:pt x="4927" y="4007"/>
                </a:cubicBezTo>
                <a:cubicBezTo>
                  <a:pt x="5090" y="4007"/>
                  <a:pt x="5251" y="4079"/>
                  <a:pt x="5357" y="4206"/>
                </a:cubicBezTo>
                <a:cubicBezTo>
                  <a:pt x="5488" y="4436"/>
                  <a:pt x="5422" y="4732"/>
                  <a:pt x="5587" y="4929"/>
                </a:cubicBezTo>
                <a:cubicBezTo>
                  <a:pt x="5689" y="5032"/>
                  <a:pt x="5831" y="5083"/>
                  <a:pt x="5970" y="5083"/>
                </a:cubicBezTo>
                <a:cubicBezTo>
                  <a:pt x="6054" y="5083"/>
                  <a:pt x="6137" y="5065"/>
                  <a:pt x="6211" y="5028"/>
                </a:cubicBezTo>
                <a:cubicBezTo>
                  <a:pt x="6835" y="4732"/>
                  <a:pt x="6540" y="4009"/>
                  <a:pt x="6408" y="3484"/>
                </a:cubicBezTo>
                <a:cubicBezTo>
                  <a:pt x="6375" y="3319"/>
                  <a:pt x="6343" y="3122"/>
                  <a:pt x="6310" y="2925"/>
                </a:cubicBezTo>
                <a:cubicBezTo>
                  <a:pt x="6310" y="2793"/>
                  <a:pt x="6244" y="2531"/>
                  <a:pt x="6310" y="2399"/>
                </a:cubicBezTo>
                <a:cubicBezTo>
                  <a:pt x="6364" y="2314"/>
                  <a:pt x="6429" y="2280"/>
                  <a:pt x="6499" y="2280"/>
                </a:cubicBezTo>
                <a:cubicBezTo>
                  <a:pt x="6725" y="2280"/>
                  <a:pt x="6998" y="2635"/>
                  <a:pt x="7098" y="2761"/>
                </a:cubicBezTo>
                <a:cubicBezTo>
                  <a:pt x="7137" y="2825"/>
                  <a:pt x="7200" y="2854"/>
                  <a:pt x="7263" y="2854"/>
                </a:cubicBezTo>
                <a:cubicBezTo>
                  <a:pt x="7362" y="2854"/>
                  <a:pt x="7460" y="2782"/>
                  <a:pt x="7460" y="2662"/>
                </a:cubicBezTo>
                <a:cubicBezTo>
                  <a:pt x="7460" y="2333"/>
                  <a:pt x="7493" y="2038"/>
                  <a:pt x="7591" y="1775"/>
                </a:cubicBezTo>
                <a:cubicBezTo>
                  <a:pt x="7674" y="1582"/>
                  <a:pt x="7894" y="1390"/>
                  <a:pt x="8099" y="1390"/>
                </a:cubicBezTo>
                <a:cubicBezTo>
                  <a:pt x="8139" y="1390"/>
                  <a:pt x="8178" y="1397"/>
                  <a:pt x="8216" y="1413"/>
                </a:cubicBezTo>
                <a:cubicBezTo>
                  <a:pt x="8478" y="1512"/>
                  <a:pt x="8577" y="1972"/>
                  <a:pt x="8643" y="2202"/>
                </a:cubicBezTo>
                <a:lnTo>
                  <a:pt x="9037" y="3188"/>
                </a:lnTo>
                <a:cubicBezTo>
                  <a:pt x="9061" y="3284"/>
                  <a:pt x="9156" y="3345"/>
                  <a:pt x="9243" y="3345"/>
                </a:cubicBezTo>
                <a:cubicBezTo>
                  <a:pt x="9275" y="3345"/>
                  <a:pt x="9306" y="3337"/>
                  <a:pt x="9333" y="3319"/>
                </a:cubicBezTo>
                <a:lnTo>
                  <a:pt x="11107" y="2498"/>
                </a:lnTo>
                <a:cubicBezTo>
                  <a:pt x="11206" y="2432"/>
                  <a:pt x="11239" y="2301"/>
                  <a:pt x="11173" y="2202"/>
                </a:cubicBezTo>
                <a:cubicBezTo>
                  <a:pt x="11042" y="2071"/>
                  <a:pt x="10976" y="1906"/>
                  <a:pt x="10943" y="1709"/>
                </a:cubicBezTo>
                <a:cubicBezTo>
                  <a:pt x="10910" y="1643"/>
                  <a:pt x="10943" y="1545"/>
                  <a:pt x="11009" y="1512"/>
                </a:cubicBezTo>
                <a:cubicBezTo>
                  <a:pt x="11032" y="1489"/>
                  <a:pt x="11088" y="1465"/>
                  <a:pt x="11119" y="1465"/>
                </a:cubicBezTo>
                <a:cubicBezTo>
                  <a:pt x="11132" y="1465"/>
                  <a:pt x="11140" y="1469"/>
                  <a:pt x="11140" y="1479"/>
                </a:cubicBezTo>
                <a:cubicBezTo>
                  <a:pt x="11192" y="1552"/>
                  <a:pt x="11260" y="1582"/>
                  <a:pt x="11325" y="1582"/>
                </a:cubicBezTo>
                <a:cubicBezTo>
                  <a:pt x="11454" y="1582"/>
                  <a:pt x="11570" y="1463"/>
                  <a:pt x="11520" y="1322"/>
                </a:cubicBezTo>
                <a:lnTo>
                  <a:pt x="11520" y="1322"/>
                </a:lnTo>
                <a:lnTo>
                  <a:pt x="11534" y="1315"/>
                </a:lnTo>
                <a:cubicBezTo>
                  <a:pt x="11523" y="1302"/>
                  <a:pt x="11512" y="1290"/>
                  <a:pt x="11500" y="1279"/>
                </a:cubicBezTo>
                <a:lnTo>
                  <a:pt x="11500" y="1279"/>
                </a:lnTo>
                <a:cubicBezTo>
                  <a:pt x="11308" y="854"/>
                  <a:pt x="11962" y="756"/>
                  <a:pt x="12225" y="723"/>
                </a:cubicBezTo>
                <a:cubicBezTo>
                  <a:pt x="12304" y="706"/>
                  <a:pt x="12383" y="697"/>
                  <a:pt x="12462" y="697"/>
                </a:cubicBezTo>
                <a:cubicBezTo>
                  <a:pt x="12676" y="697"/>
                  <a:pt x="12886" y="759"/>
                  <a:pt x="13079" y="855"/>
                </a:cubicBezTo>
                <a:cubicBezTo>
                  <a:pt x="13112" y="871"/>
                  <a:pt x="13153" y="879"/>
                  <a:pt x="13194" y="879"/>
                </a:cubicBezTo>
                <a:cubicBezTo>
                  <a:pt x="13235" y="879"/>
                  <a:pt x="13276" y="871"/>
                  <a:pt x="13309" y="855"/>
                </a:cubicBezTo>
                <a:cubicBezTo>
                  <a:pt x="13542" y="680"/>
                  <a:pt x="13800" y="557"/>
                  <a:pt x="14084" y="440"/>
                </a:cubicBezTo>
                <a:close/>
                <a:moveTo>
                  <a:pt x="14098" y="0"/>
                </a:moveTo>
                <a:cubicBezTo>
                  <a:pt x="13771" y="119"/>
                  <a:pt x="13472" y="264"/>
                  <a:pt x="13175" y="461"/>
                </a:cubicBezTo>
                <a:lnTo>
                  <a:pt x="13175" y="461"/>
                </a:lnTo>
                <a:cubicBezTo>
                  <a:pt x="12919" y="348"/>
                  <a:pt x="12649" y="294"/>
                  <a:pt x="12377" y="294"/>
                </a:cubicBezTo>
                <a:cubicBezTo>
                  <a:pt x="12161" y="294"/>
                  <a:pt x="11944" y="328"/>
                  <a:pt x="11732" y="395"/>
                </a:cubicBezTo>
                <a:cubicBezTo>
                  <a:pt x="11376" y="466"/>
                  <a:pt x="11122" y="777"/>
                  <a:pt x="11096" y="1118"/>
                </a:cubicBezTo>
                <a:lnTo>
                  <a:pt x="11096" y="1118"/>
                </a:lnTo>
                <a:cubicBezTo>
                  <a:pt x="10949" y="1122"/>
                  <a:pt x="10808" y="1188"/>
                  <a:pt x="10713" y="1315"/>
                </a:cubicBezTo>
                <a:cubicBezTo>
                  <a:pt x="10445" y="1582"/>
                  <a:pt x="10570" y="1959"/>
                  <a:pt x="10732" y="2267"/>
                </a:cubicBezTo>
                <a:lnTo>
                  <a:pt x="10732" y="2267"/>
                </a:lnTo>
                <a:lnTo>
                  <a:pt x="9375" y="2895"/>
                </a:lnTo>
                <a:lnTo>
                  <a:pt x="9375" y="2895"/>
                </a:lnTo>
                <a:cubicBezTo>
                  <a:pt x="9216" y="2478"/>
                  <a:pt x="9073" y="2061"/>
                  <a:pt x="8906" y="1643"/>
                </a:cubicBezTo>
                <a:cubicBezTo>
                  <a:pt x="8807" y="1315"/>
                  <a:pt x="8511" y="1085"/>
                  <a:pt x="8183" y="1052"/>
                </a:cubicBezTo>
                <a:cubicBezTo>
                  <a:pt x="8168" y="1051"/>
                  <a:pt x="8153" y="1051"/>
                  <a:pt x="8138" y="1051"/>
                </a:cubicBezTo>
                <a:cubicBezTo>
                  <a:pt x="7469" y="1051"/>
                  <a:pt x="7217" y="1608"/>
                  <a:pt x="7134" y="2173"/>
                </a:cubicBezTo>
                <a:lnTo>
                  <a:pt x="7134" y="2173"/>
                </a:lnTo>
                <a:cubicBezTo>
                  <a:pt x="7009" y="2066"/>
                  <a:pt x="6864" y="1987"/>
                  <a:pt x="6704" y="1939"/>
                </a:cubicBezTo>
                <a:cubicBezTo>
                  <a:pt x="6637" y="1914"/>
                  <a:pt x="6568" y="1902"/>
                  <a:pt x="6499" y="1902"/>
                </a:cubicBezTo>
                <a:cubicBezTo>
                  <a:pt x="6299" y="1902"/>
                  <a:pt x="6103" y="2006"/>
                  <a:pt x="5981" y="2202"/>
                </a:cubicBezTo>
                <a:cubicBezTo>
                  <a:pt x="5850" y="2563"/>
                  <a:pt x="5850" y="2925"/>
                  <a:pt x="5981" y="3286"/>
                </a:cubicBezTo>
                <a:cubicBezTo>
                  <a:pt x="6014" y="3484"/>
                  <a:pt x="6047" y="3681"/>
                  <a:pt x="6113" y="3878"/>
                </a:cubicBezTo>
                <a:cubicBezTo>
                  <a:pt x="6178" y="4075"/>
                  <a:pt x="6310" y="4338"/>
                  <a:pt x="6211" y="4535"/>
                </a:cubicBezTo>
                <a:cubicBezTo>
                  <a:pt x="6166" y="4625"/>
                  <a:pt x="6100" y="4668"/>
                  <a:pt x="6039" y="4668"/>
                </a:cubicBezTo>
                <a:cubicBezTo>
                  <a:pt x="5966" y="4668"/>
                  <a:pt x="5900" y="4609"/>
                  <a:pt x="5883" y="4502"/>
                </a:cubicBezTo>
                <a:cubicBezTo>
                  <a:pt x="5850" y="4371"/>
                  <a:pt x="5817" y="4206"/>
                  <a:pt x="5751" y="4075"/>
                </a:cubicBezTo>
                <a:cubicBezTo>
                  <a:pt x="5620" y="3812"/>
                  <a:pt x="5357" y="3648"/>
                  <a:pt x="5094" y="3615"/>
                </a:cubicBezTo>
                <a:cubicBezTo>
                  <a:pt x="5057" y="3611"/>
                  <a:pt x="5020" y="3610"/>
                  <a:pt x="4984" y="3610"/>
                </a:cubicBezTo>
                <a:cubicBezTo>
                  <a:pt x="4574" y="3610"/>
                  <a:pt x="4253" y="3836"/>
                  <a:pt x="4045" y="4157"/>
                </a:cubicBezTo>
                <a:lnTo>
                  <a:pt x="4045" y="4157"/>
                </a:lnTo>
                <a:cubicBezTo>
                  <a:pt x="3914" y="4032"/>
                  <a:pt x="3736" y="3958"/>
                  <a:pt x="3552" y="3958"/>
                </a:cubicBezTo>
                <a:cubicBezTo>
                  <a:pt x="3440" y="3958"/>
                  <a:pt x="3326" y="3986"/>
                  <a:pt x="3219" y="4046"/>
                </a:cubicBezTo>
                <a:lnTo>
                  <a:pt x="3219" y="4046"/>
                </a:lnTo>
                <a:cubicBezTo>
                  <a:pt x="3129" y="3970"/>
                  <a:pt x="3005" y="3932"/>
                  <a:pt x="2882" y="3932"/>
                </a:cubicBezTo>
                <a:cubicBezTo>
                  <a:pt x="2780" y="3932"/>
                  <a:pt x="2679" y="3958"/>
                  <a:pt x="2596" y="4009"/>
                </a:cubicBezTo>
                <a:cubicBezTo>
                  <a:pt x="2136" y="4239"/>
                  <a:pt x="2268" y="4831"/>
                  <a:pt x="2169" y="5258"/>
                </a:cubicBezTo>
                <a:cubicBezTo>
                  <a:pt x="2016" y="6148"/>
                  <a:pt x="1404" y="7124"/>
                  <a:pt x="1886" y="7999"/>
                </a:cubicBezTo>
                <a:lnTo>
                  <a:pt x="1886" y="7999"/>
                </a:lnTo>
                <a:cubicBezTo>
                  <a:pt x="1638" y="8133"/>
                  <a:pt x="1432" y="8320"/>
                  <a:pt x="1282" y="8544"/>
                </a:cubicBezTo>
                <a:cubicBezTo>
                  <a:pt x="1085" y="8873"/>
                  <a:pt x="953" y="9234"/>
                  <a:pt x="953" y="9628"/>
                </a:cubicBezTo>
                <a:cubicBezTo>
                  <a:pt x="953" y="9826"/>
                  <a:pt x="855" y="10056"/>
                  <a:pt x="691" y="10220"/>
                </a:cubicBezTo>
                <a:cubicBezTo>
                  <a:pt x="559" y="10318"/>
                  <a:pt x="428" y="10483"/>
                  <a:pt x="296" y="10614"/>
                </a:cubicBezTo>
                <a:cubicBezTo>
                  <a:pt x="66" y="10943"/>
                  <a:pt x="1" y="11337"/>
                  <a:pt x="33" y="11731"/>
                </a:cubicBezTo>
                <a:cubicBezTo>
                  <a:pt x="132" y="12652"/>
                  <a:pt x="756" y="13473"/>
                  <a:pt x="461" y="14393"/>
                </a:cubicBezTo>
                <a:cubicBezTo>
                  <a:pt x="362" y="14787"/>
                  <a:pt x="231" y="15182"/>
                  <a:pt x="493" y="15543"/>
                </a:cubicBezTo>
                <a:cubicBezTo>
                  <a:pt x="592" y="15675"/>
                  <a:pt x="723" y="15740"/>
                  <a:pt x="822" y="15872"/>
                </a:cubicBezTo>
                <a:cubicBezTo>
                  <a:pt x="921" y="15970"/>
                  <a:pt x="953" y="16299"/>
                  <a:pt x="953" y="16529"/>
                </a:cubicBezTo>
                <a:cubicBezTo>
                  <a:pt x="1046" y="17177"/>
                  <a:pt x="1313" y="17942"/>
                  <a:pt x="1999" y="18223"/>
                </a:cubicBezTo>
                <a:lnTo>
                  <a:pt x="1999" y="18223"/>
                </a:lnTo>
                <a:cubicBezTo>
                  <a:pt x="2148" y="18621"/>
                  <a:pt x="2552" y="18806"/>
                  <a:pt x="2953" y="18930"/>
                </a:cubicBezTo>
                <a:lnTo>
                  <a:pt x="2953" y="18930"/>
                </a:lnTo>
                <a:cubicBezTo>
                  <a:pt x="3255" y="19284"/>
                  <a:pt x="3634" y="19568"/>
                  <a:pt x="4075" y="19749"/>
                </a:cubicBezTo>
                <a:cubicBezTo>
                  <a:pt x="4229" y="19837"/>
                  <a:pt x="4397" y="19881"/>
                  <a:pt x="4569" y="19881"/>
                </a:cubicBezTo>
                <a:cubicBezTo>
                  <a:pt x="4656" y="19881"/>
                  <a:pt x="4743" y="19870"/>
                  <a:pt x="4831" y="19848"/>
                </a:cubicBezTo>
                <a:cubicBezTo>
                  <a:pt x="4966" y="19790"/>
                  <a:pt x="5067" y="19687"/>
                  <a:pt x="5114" y="19565"/>
                </a:cubicBezTo>
                <a:lnTo>
                  <a:pt x="5114" y="19565"/>
                </a:lnTo>
                <a:cubicBezTo>
                  <a:pt x="5142" y="19567"/>
                  <a:pt x="5169" y="19568"/>
                  <a:pt x="5195" y="19568"/>
                </a:cubicBezTo>
                <a:cubicBezTo>
                  <a:pt x="5479" y="19568"/>
                  <a:pt x="5744" y="19438"/>
                  <a:pt x="5908" y="19216"/>
                </a:cubicBezTo>
                <a:lnTo>
                  <a:pt x="5908" y="19216"/>
                </a:lnTo>
                <a:cubicBezTo>
                  <a:pt x="6165" y="19445"/>
                  <a:pt x="6463" y="19612"/>
                  <a:pt x="6803" y="19717"/>
                </a:cubicBezTo>
                <a:cubicBezTo>
                  <a:pt x="6898" y="19730"/>
                  <a:pt x="6988" y="19738"/>
                  <a:pt x="7074" y="19738"/>
                </a:cubicBezTo>
                <a:cubicBezTo>
                  <a:pt x="7196" y="19738"/>
                  <a:pt x="7311" y="19722"/>
                  <a:pt x="7427" y="19684"/>
                </a:cubicBezTo>
                <a:cubicBezTo>
                  <a:pt x="7485" y="19660"/>
                  <a:pt x="7543" y="19649"/>
                  <a:pt x="7599" y="19649"/>
                </a:cubicBezTo>
                <a:cubicBezTo>
                  <a:pt x="7699" y="19649"/>
                  <a:pt x="7790" y="19686"/>
                  <a:pt x="7854" y="19749"/>
                </a:cubicBezTo>
                <a:cubicBezTo>
                  <a:pt x="7953" y="19815"/>
                  <a:pt x="8018" y="19848"/>
                  <a:pt x="8117" y="19881"/>
                </a:cubicBezTo>
                <a:cubicBezTo>
                  <a:pt x="8238" y="19923"/>
                  <a:pt x="8362" y="19943"/>
                  <a:pt x="8483" y="19943"/>
                </a:cubicBezTo>
                <a:cubicBezTo>
                  <a:pt x="8855" y="19943"/>
                  <a:pt x="9208" y="19754"/>
                  <a:pt x="9416" y="19441"/>
                </a:cubicBezTo>
                <a:lnTo>
                  <a:pt x="9416" y="19441"/>
                </a:lnTo>
                <a:cubicBezTo>
                  <a:pt x="9566" y="19658"/>
                  <a:pt x="9754" y="19849"/>
                  <a:pt x="10056" y="19914"/>
                </a:cubicBezTo>
                <a:cubicBezTo>
                  <a:pt x="10104" y="19923"/>
                  <a:pt x="10152" y="19928"/>
                  <a:pt x="10199" y="19928"/>
                </a:cubicBezTo>
                <a:cubicBezTo>
                  <a:pt x="10387" y="19928"/>
                  <a:pt x="10566" y="19855"/>
                  <a:pt x="10706" y="19720"/>
                </a:cubicBezTo>
                <a:lnTo>
                  <a:pt x="10706" y="19720"/>
                </a:lnTo>
                <a:cubicBezTo>
                  <a:pt x="10792" y="19761"/>
                  <a:pt x="10883" y="19781"/>
                  <a:pt x="10973" y="19781"/>
                </a:cubicBezTo>
                <a:cubicBezTo>
                  <a:pt x="11131" y="19781"/>
                  <a:pt x="11284" y="19720"/>
                  <a:pt x="11397" y="19604"/>
                </a:cubicBezTo>
                <a:lnTo>
                  <a:pt x="11397" y="19604"/>
                </a:lnTo>
                <a:cubicBezTo>
                  <a:pt x="11595" y="19687"/>
                  <a:pt x="11810" y="19728"/>
                  <a:pt x="12021" y="19728"/>
                </a:cubicBezTo>
                <a:cubicBezTo>
                  <a:pt x="12146" y="19728"/>
                  <a:pt x="12271" y="19713"/>
                  <a:pt x="12389" y="19684"/>
                </a:cubicBezTo>
                <a:cubicBezTo>
                  <a:pt x="12586" y="19651"/>
                  <a:pt x="12783" y="19552"/>
                  <a:pt x="12915" y="19421"/>
                </a:cubicBezTo>
                <a:cubicBezTo>
                  <a:pt x="12966" y="19356"/>
                  <a:pt x="12998" y="19286"/>
                  <a:pt x="13009" y="19215"/>
                </a:cubicBezTo>
                <a:lnTo>
                  <a:pt x="13009" y="19215"/>
                </a:lnTo>
                <a:cubicBezTo>
                  <a:pt x="13010" y="19218"/>
                  <a:pt x="13012" y="19221"/>
                  <a:pt x="13013" y="19224"/>
                </a:cubicBezTo>
                <a:cubicBezTo>
                  <a:pt x="13054" y="19265"/>
                  <a:pt x="13107" y="19283"/>
                  <a:pt x="13160" y="19283"/>
                </a:cubicBezTo>
                <a:cubicBezTo>
                  <a:pt x="13232" y="19283"/>
                  <a:pt x="13304" y="19248"/>
                  <a:pt x="13342" y="19191"/>
                </a:cubicBezTo>
                <a:cubicBezTo>
                  <a:pt x="13900" y="18106"/>
                  <a:pt x="13933" y="16891"/>
                  <a:pt x="13802" y="15708"/>
                </a:cubicBezTo>
                <a:cubicBezTo>
                  <a:pt x="13769" y="15116"/>
                  <a:pt x="13670" y="14557"/>
                  <a:pt x="13638" y="13966"/>
                </a:cubicBezTo>
                <a:cubicBezTo>
                  <a:pt x="13605" y="13506"/>
                  <a:pt x="13638" y="12882"/>
                  <a:pt x="14065" y="12586"/>
                </a:cubicBezTo>
                <a:cubicBezTo>
                  <a:pt x="14163" y="12520"/>
                  <a:pt x="14196" y="12389"/>
                  <a:pt x="14130" y="12290"/>
                </a:cubicBezTo>
                <a:cubicBezTo>
                  <a:pt x="13999" y="12093"/>
                  <a:pt x="13835" y="11929"/>
                  <a:pt x="13605" y="11863"/>
                </a:cubicBezTo>
                <a:cubicBezTo>
                  <a:pt x="13555" y="11846"/>
                  <a:pt x="13498" y="11838"/>
                  <a:pt x="13440" y="11838"/>
                </a:cubicBezTo>
                <a:cubicBezTo>
                  <a:pt x="13383" y="11838"/>
                  <a:pt x="13325" y="11846"/>
                  <a:pt x="13276" y="11863"/>
                </a:cubicBezTo>
                <a:cubicBezTo>
                  <a:pt x="13179" y="11887"/>
                  <a:pt x="13100" y="11965"/>
                  <a:pt x="13013" y="11965"/>
                </a:cubicBezTo>
                <a:cubicBezTo>
                  <a:pt x="12982" y="11965"/>
                  <a:pt x="12949" y="11955"/>
                  <a:pt x="12915" y="11929"/>
                </a:cubicBezTo>
                <a:cubicBezTo>
                  <a:pt x="12717" y="11797"/>
                  <a:pt x="12717" y="11469"/>
                  <a:pt x="12685" y="11239"/>
                </a:cubicBezTo>
                <a:cubicBezTo>
                  <a:pt x="12660" y="11069"/>
                  <a:pt x="12600" y="10899"/>
                  <a:pt x="12492" y="10743"/>
                </a:cubicBezTo>
                <a:lnTo>
                  <a:pt x="12492" y="10743"/>
                </a:lnTo>
                <a:cubicBezTo>
                  <a:pt x="12680" y="10583"/>
                  <a:pt x="12914" y="10510"/>
                  <a:pt x="13155" y="10510"/>
                </a:cubicBezTo>
                <a:cubicBezTo>
                  <a:pt x="13195" y="10510"/>
                  <a:pt x="13236" y="10512"/>
                  <a:pt x="13276" y="10516"/>
                </a:cubicBezTo>
                <a:cubicBezTo>
                  <a:pt x="13358" y="10524"/>
                  <a:pt x="13440" y="10528"/>
                  <a:pt x="13523" y="10528"/>
                </a:cubicBezTo>
                <a:cubicBezTo>
                  <a:pt x="13769" y="10528"/>
                  <a:pt x="14015" y="10491"/>
                  <a:pt x="14262" y="10417"/>
                </a:cubicBezTo>
                <a:cubicBezTo>
                  <a:pt x="14525" y="10351"/>
                  <a:pt x="14722" y="10187"/>
                  <a:pt x="14919" y="9957"/>
                </a:cubicBezTo>
                <a:cubicBezTo>
                  <a:pt x="14985" y="9891"/>
                  <a:pt x="15051" y="9760"/>
                  <a:pt x="15083" y="9628"/>
                </a:cubicBezTo>
                <a:cubicBezTo>
                  <a:pt x="15067" y="9545"/>
                  <a:pt x="15050" y="9470"/>
                  <a:pt x="15033" y="9396"/>
                </a:cubicBezTo>
                <a:lnTo>
                  <a:pt x="15033" y="9396"/>
                </a:lnTo>
                <a:cubicBezTo>
                  <a:pt x="15069" y="9435"/>
                  <a:pt x="15120" y="9459"/>
                  <a:pt x="15174" y="9459"/>
                </a:cubicBezTo>
                <a:cubicBezTo>
                  <a:pt x="15222" y="9459"/>
                  <a:pt x="15271" y="9441"/>
                  <a:pt x="15313" y="9398"/>
                </a:cubicBezTo>
                <a:cubicBezTo>
                  <a:pt x="15675" y="9136"/>
                  <a:pt x="15905" y="8741"/>
                  <a:pt x="16003" y="8314"/>
                </a:cubicBezTo>
                <a:cubicBezTo>
                  <a:pt x="16029" y="8008"/>
                  <a:pt x="15936" y="7723"/>
                  <a:pt x="15740" y="7502"/>
                </a:cubicBezTo>
                <a:lnTo>
                  <a:pt x="15740" y="7502"/>
                </a:lnTo>
                <a:cubicBezTo>
                  <a:pt x="16092" y="7092"/>
                  <a:pt x="16161" y="6507"/>
                  <a:pt x="15920" y="6040"/>
                </a:cubicBezTo>
                <a:lnTo>
                  <a:pt x="15920" y="6040"/>
                </a:lnTo>
                <a:cubicBezTo>
                  <a:pt x="16075" y="5942"/>
                  <a:pt x="16200" y="5796"/>
                  <a:pt x="16266" y="5619"/>
                </a:cubicBezTo>
                <a:cubicBezTo>
                  <a:pt x="16326" y="5460"/>
                  <a:pt x="16325" y="5300"/>
                  <a:pt x="16272" y="5163"/>
                </a:cubicBezTo>
                <a:lnTo>
                  <a:pt x="16272" y="5163"/>
                </a:lnTo>
                <a:cubicBezTo>
                  <a:pt x="16443" y="5057"/>
                  <a:pt x="16562" y="4875"/>
                  <a:pt x="16562" y="4667"/>
                </a:cubicBezTo>
                <a:cubicBezTo>
                  <a:pt x="16529" y="4404"/>
                  <a:pt x="16332" y="4174"/>
                  <a:pt x="16069" y="4108"/>
                </a:cubicBezTo>
                <a:cubicBezTo>
                  <a:pt x="15921" y="4091"/>
                  <a:pt x="15782" y="4083"/>
                  <a:pt x="15642" y="4083"/>
                </a:cubicBezTo>
                <a:cubicBezTo>
                  <a:pt x="15502" y="4083"/>
                  <a:pt x="15363" y="4091"/>
                  <a:pt x="15215" y="4108"/>
                </a:cubicBezTo>
                <a:cubicBezTo>
                  <a:pt x="15018" y="4108"/>
                  <a:pt x="14919" y="4042"/>
                  <a:pt x="14919" y="3845"/>
                </a:cubicBezTo>
                <a:cubicBezTo>
                  <a:pt x="14870" y="3673"/>
                  <a:pt x="14839" y="3482"/>
                  <a:pt x="14799" y="3287"/>
                </a:cubicBezTo>
                <a:lnTo>
                  <a:pt x="14799" y="3287"/>
                </a:lnTo>
                <a:cubicBezTo>
                  <a:pt x="15109" y="3152"/>
                  <a:pt x="15371" y="2927"/>
                  <a:pt x="15524" y="2641"/>
                </a:cubicBezTo>
                <a:lnTo>
                  <a:pt x="15524" y="2641"/>
                </a:lnTo>
                <a:cubicBezTo>
                  <a:pt x="15538" y="2641"/>
                  <a:pt x="15551" y="2642"/>
                  <a:pt x="15565" y="2642"/>
                </a:cubicBezTo>
                <a:cubicBezTo>
                  <a:pt x="15722" y="2642"/>
                  <a:pt x="15888" y="2605"/>
                  <a:pt x="16036" y="2531"/>
                </a:cubicBezTo>
                <a:cubicBezTo>
                  <a:pt x="16201" y="2465"/>
                  <a:pt x="16365" y="2333"/>
                  <a:pt x="16496" y="2202"/>
                </a:cubicBezTo>
                <a:cubicBezTo>
                  <a:pt x="16759" y="1841"/>
                  <a:pt x="16792" y="1348"/>
                  <a:pt x="16529" y="986"/>
                </a:cubicBezTo>
                <a:cubicBezTo>
                  <a:pt x="16463" y="822"/>
                  <a:pt x="16332" y="690"/>
                  <a:pt x="16168" y="625"/>
                </a:cubicBezTo>
                <a:cubicBezTo>
                  <a:pt x="15938" y="625"/>
                  <a:pt x="15741" y="658"/>
                  <a:pt x="15543" y="690"/>
                </a:cubicBezTo>
                <a:cubicBezTo>
                  <a:pt x="15051" y="690"/>
                  <a:pt x="14623" y="493"/>
                  <a:pt x="14328" y="99"/>
                </a:cubicBezTo>
                <a:cubicBezTo>
                  <a:pt x="14262" y="33"/>
                  <a:pt x="14196" y="0"/>
                  <a:pt x="1409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73" name="Google Shape;2237;p11"/>
          <p:cNvSpPr/>
          <p:nvPr/>
        </p:nvSpPr>
        <p:spPr>
          <a:xfrm>
            <a:off x="6530400" y="3275280"/>
            <a:ext cx="352440" cy="284400"/>
          </a:xfrm>
          <a:custGeom>
            <a:avLst/>
            <a:gdLst>
              <a:gd name="textAreaLeft" fmla="*/ 0 w 352440"/>
              <a:gd name="textAreaRight" fmla="*/ 352800 w 352440"/>
              <a:gd name="textAreaTop" fmla="*/ 0 h 284400"/>
              <a:gd name="textAreaBottom" fmla="*/ 284760 h 284400"/>
            </a:gdLst>
            <a:ahLst/>
            <a:cxnLst/>
            <a:rect l="textAreaLeft" t="textAreaTop" r="textAreaRight" b="textAreaBottom"/>
            <a:pathLst>
              <a:path w="16670" h="13446">
                <a:moveTo>
                  <a:pt x="7482" y="0"/>
                </a:moveTo>
                <a:cubicBezTo>
                  <a:pt x="6888" y="0"/>
                  <a:pt x="6289" y="59"/>
                  <a:pt x="5694" y="176"/>
                </a:cubicBezTo>
                <a:cubicBezTo>
                  <a:pt x="3558" y="603"/>
                  <a:pt x="1586" y="1720"/>
                  <a:pt x="75" y="3330"/>
                </a:cubicBezTo>
                <a:cubicBezTo>
                  <a:pt x="1" y="3404"/>
                  <a:pt x="56" y="3496"/>
                  <a:pt x="130" y="3496"/>
                </a:cubicBezTo>
                <a:cubicBezTo>
                  <a:pt x="155" y="3496"/>
                  <a:pt x="181" y="3486"/>
                  <a:pt x="206" y="3462"/>
                </a:cubicBezTo>
                <a:cubicBezTo>
                  <a:pt x="2118" y="1476"/>
                  <a:pt x="4816" y="204"/>
                  <a:pt x="7551" y="204"/>
                </a:cubicBezTo>
                <a:cubicBezTo>
                  <a:pt x="8482" y="204"/>
                  <a:pt x="9417" y="351"/>
                  <a:pt x="10327" y="668"/>
                </a:cubicBezTo>
                <a:cubicBezTo>
                  <a:pt x="11970" y="1227"/>
                  <a:pt x="13383" y="2279"/>
                  <a:pt x="14402" y="3692"/>
                </a:cubicBezTo>
                <a:cubicBezTo>
                  <a:pt x="15355" y="5072"/>
                  <a:pt x="15815" y="6748"/>
                  <a:pt x="15683" y="8423"/>
                </a:cubicBezTo>
                <a:cubicBezTo>
                  <a:pt x="15519" y="10297"/>
                  <a:pt x="14599" y="12071"/>
                  <a:pt x="13120" y="13254"/>
                </a:cubicBezTo>
                <a:cubicBezTo>
                  <a:pt x="13041" y="13307"/>
                  <a:pt x="13089" y="13445"/>
                  <a:pt x="13163" y="13445"/>
                </a:cubicBezTo>
                <a:cubicBezTo>
                  <a:pt x="13181" y="13445"/>
                  <a:pt x="13200" y="13437"/>
                  <a:pt x="13219" y="13418"/>
                </a:cubicBezTo>
                <a:cubicBezTo>
                  <a:pt x="15979" y="11315"/>
                  <a:pt x="16669" y="7208"/>
                  <a:pt x="14960" y="4217"/>
                </a:cubicBezTo>
                <a:cubicBezTo>
                  <a:pt x="14073" y="2673"/>
                  <a:pt x="12726" y="1490"/>
                  <a:pt x="11083" y="767"/>
                </a:cubicBezTo>
                <a:cubicBezTo>
                  <a:pt x="9949" y="256"/>
                  <a:pt x="8725" y="0"/>
                  <a:pt x="748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74" name="Google Shape;2238;p11"/>
          <p:cNvGrpSpPr/>
          <p:nvPr/>
        </p:nvGrpSpPr>
        <p:grpSpPr>
          <a:xfrm>
            <a:off x="-51840" y="70560"/>
            <a:ext cx="1882440" cy="1458360"/>
            <a:chOff x="-51840" y="70560"/>
            <a:chExt cx="1882440" cy="1458360"/>
          </a:xfrm>
        </p:grpSpPr>
        <p:sp>
          <p:nvSpPr>
            <p:cNvPr id="1575" name="Google Shape;2239;p11"/>
            <p:cNvSpPr/>
            <p:nvPr/>
          </p:nvSpPr>
          <p:spPr>
            <a:xfrm>
              <a:off x="-35640" y="1002960"/>
              <a:ext cx="492480" cy="525960"/>
            </a:xfrm>
            <a:custGeom>
              <a:avLst/>
              <a:gdLst>
                <a:gd name="textAreaLeft" fmla="*/ 0 w 492480"/>
                <a:gd name="textAreaRight" fmla="*/ 492840 w 492480"/>
                <a:gd name="textAreaTop" fmla="*/ 0 h 525960"/>
                <a:gd name="textAreaBottom" fmla="*/ 526320 h 525960"/>
              </a:gdLst>
              <a:ahLst/>
              <a:cxnLst/>
              <a:rect l="textAreaLeft" t="textAreaTop" r="textAreaRight" b="textAreaBottom"/>
              <a:pathLst>
                <a:path w="19717" h="21051">
                  <a:moveTo>
                    <a:pt x="15471" y="0"/>
                  </a:moveTo>
                  <a:cubicBezTo>
                    <a:pt x="15403" y="0"/>
                    <a:pt x="15332" y="78"/>
                    <a:pt x="15379" y="172"/>
                  </a:cubicBezTo>
                  <a:cubicBezTo>
                    <a:pt x="17482" y="4378"/>
                    <a:pt x="19716" y="9208"/>
                    <a:pt x="18139" y="14006"/>
                  </a:cubicBezTo>
                  <a:cubicBezTo>
                    <a:pt x="17449" y="16043"/>
                    <a:pt x="16036" y="17752"/>
                    <a:pt x="14163" y="18803"/>
                  </a:cubicBezTo>
                  <a:cubicBezTo>
                    <a:pt x="12257" y="19756"/>
                    <a:pt x="10220" y="20348"/>
                    <a:pt x="8117" y="20545"/>
                  </a:cubicBezTo>
                  <a:cubicBezTo>
                    <a:pt x="6704" y="20709"/>
                    <a:pt x="5323" y="20808"/>
                    <a:pt x="3943" y="20841"/>
                  </a:cubicBezTo>
                  <a:lnTo>
                    <a:pt x="1643" y="20841"/>
                  </a:lnTo>
                  <a:cubicBezTo>
                    <a:pt x="1347" y="20841"/>
                    <a:pt x="1019" y="20808"/>
                    <a:pt x="690" y="20742"/>
                  </a:cubicBezTo>
                  <a:cubicBezTo>
                    <a:pt x="394" y="20611"/>
                    <a:pt x="66" y="20151"/>
                    <a:pt x="427" y="19921"/>
                  </a:cubicBezTo>
                  <a:cubicBezTo>
                    <a:pt x="510" y="19838"/>
                    <a:pt x="454" y="19708"/>
                    <a:pt x="375" y="19708"/>
                  </a:cubicBezTo>
                  <a:cubicBezTo>
                    <a:pt x="360" y="19708"/>
                    <a:pt x="344" y="19713"/>
                    <a:pt x="329" y="19724"/>
                  </a:cubicBezTo>
                  <a:cubicBezTo>
                    <a:pt x="33" y="19954"/>
                    <a:pt x="0" y="20381"/>
                    <a:pt x="230" y="20677"/>
                  </a:cubicBezTo>
                  <a:cubicBezTo>
                    <a:pt x="540" y="21015"/>
                    <a:pt x="1091" y="21039"/>
                    <a:pt x="1532" y="21039"/>
                  </a:cubicBezTo>
                  <a:cubicBezTo>
                    <a:pt x="1606" y="21039"/>
                    <a:pt x="1676" y="21038"/>
                    <a:pt x="1742" y="21038"/>
                  </a:cubicBezTo>
                  <a:cubicBezTo>
                    <a:pt x="2120" y="21046"/>
                    <a:pt x="2495" y="21050"/>
                    <a:pt x="2870" y="21050"/>
                  </a:cubicBezTo>
                  <a:cubicBezTo>
                    <a:pt x="3993" y="21050"/>
                    <a:pt x="5102" y="21013"/>
                    <a:pt x="6211" y="20939"/>
                  </a:cubicBezTo>
                  <a:cubicBezTo>
                    <a:pt x="8478" y="20775"/>
                    <a:pt x="10778" y="20479"/>
                    <a:pt x="12914" y="19592"/>
                  </a:cubicBezTo>
                  <a:cubicBezTo>
                    <a:pt x="14984" y="18836"/>
                    <a:pt x="16693" y="17358"/>
                    <a:pt x="17778" y="15419"/>
                  </a:cubicBezTo>
                  <a:cubicBezTo>
                    <a:pt x="18796" y="13283"/>
                    <a:pt x="19125" y="10884"/>
                    <a:pt x="18698" y="8551"/>
                  </a:cubicBezTo>
                  <a:cubicBezTo>
                    <a:pt x="18238" y="5528"/>
                    <a:pt x="16890" y="2768"/>
                    <a:pt x="15543" y="40"/>
                  </a:cubicBezTo>
                  <a:cubicBezTo>
                    <a:pt x="15524" y="12"/>
                    <a:pt x="15498" y="0"/>
                    <a:pt x="1547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6" name="Google Shape;2240;p11"/>
            <p:cNvSpPr/>
            <p:nvPr/>
          </p:nvSpPr>
          <p:spPr>
            <a:xfrm>
              <a:off x="413280" y="727920"/>
              <a:ext cx="246600" cy="448200"/>
            </a:xfrm>
            <a:custGeom>
              <a:avLst/>
              <a:gdLst>
                <a:gd name="textAreaLeft" fmla="*/ 0 w 246600"/>
                <a:gd name="textAreaRight" fmla="*/ 246960 w 24660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9873" h="17936">
                  <a:moveTo>
                    <a:pt x="9137" y="0"/>
                  </a:moveTo>
                  <a:cubicBezTo>
                    <a:pt x="9084" y="0"/>
                    <a:pt x="9035" y="33"/>
                    <a:pt x="9051" y="99"/>
                  </a:cubicBezTo>
                  <a:cubicBezTo>
                    <a:pt x="9183" y="1840"/>
                    <a:pt x="9314" y="3615"/>
                    <a:pt x="9446" y="5389"/>
                  </a:cubicBezTo>
                  <a:cubicBezTo>
                    <a:pt x="9610" y="7131"/>
                    <a:pt x="9610" y="8938"/>
                    <a:pt x="9380" y="10680"/>
                  </a:cubicBezTo>
                  <a:cubicBezTo>
                    <a:pt x="8953" y="13473"/>
                    <a:pt x="7474" y="16430"/>
                    <a:pt x="4648" y="17383"/>
                  </a:cubicBezTo>
                  <a:cubicBezTo>
                    <a:pt x="4066" y="17603"/>
                    <a:pt x="3459" y="17711"/>
                    <a:pt x="2855" y="17711"/>
                  </a:cubicBezTo>
                  <a:cubicBezTo>
                    <a:pt x="1922" y="17711"/>
                    <a:pt x="996" y="17454"/>
                    <a:pt x="179" y="16956"/>
                  </a:cubicBezTo>
                  <a:cubicBezTo>
                    <a:pt x="160" y="16937"/>
                    <a:pt x="141" y="16929"/>
                    <a:pt x="123" y="16929"/>
                  </a:cubicBezTo>
                  <a:cubicBezTo>
                    <a:pt x="50" y="16929"/>
                    <a:pt x="1" y="17067"/>
                    <a:pt x="80" y="17120"/>
                  </a:cubicBezTo>
                  <a:cubicBezTo>
                    <a:pt x="907" y="17664"/>
                    <a:pt x="1869" y="17935"/>
                    <a:pt x="2834" y="17935"/>
                  </a:cubicBezTo>
                  <a:cubicBezTo>
                    <a:pt x="3211" y="17935"/>
                    <a:pt x="3588" y="17894"/>
                    <a:pt x="3958" y="17810"/>
                  </a:cubicBezTo>
                  <a:cubicBezTo>
                    <a:pt x="5371" y="17482"/>
                    <a:pt x="6620" y="16726"/>
                    <a:pt x="7507" y="15609"/>
                  </a:cubicBezTo>
                  <a:cubicBezTo>
                    <a:pt x="9643" y="13046"/>
                    <a:pt x="9873" y="9563"/>
                    <a:pt x="9708" y="6375"/>
                  </a:cubicBezTo>
                  <a:cubicBezTo>
                    <a:pt x="9610" y="4272"/>
                    <a:pt x="9413" y="2202"/>
                    <a:pt x="9248" y="99"/>
                  </a:cubicBezTo>
                  <a:cubicBezTo>
                    <a:pt x="9248" y="33"/>
                    <a:pt x="9191" y="0"/>
                    <a:pt x="9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7" name="Google Shape;2241;p11"/>
            <p:cNvSpPr/>
            <p:nvPr/>
          </p:nvSpPr>
          <p:spPr>
            <a:xfrm>
              <a:off x="122040" y="743400"/>
              <a:ext cx="325080" cy="29808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298080"/>
                <a:gd name="textAreaBottom" fmla="*/ 298440 h 298080"/>
              </a:gdLst>
              <a:ahLst/>
              <a:cxnLst/>
              <a:rect l="textAreaLeft" t="textAreaTop" r="textAreaRight" b="textAreaBottom"/>
              <a:pathLst>
                <a:path w="13013" h="11935">
                  <a:moveTo>
                    <a:pt x="12447" y="1"/>
                  </a:moveTo>
                  <a:cubicBezTo>
                    <a:pt x="12383" y="1"/>
                    <a:pt x="12303" y="57"/>
                    <a:pt x="12323" y="138"/>
                  </a:cubicBezTo>
                  <a:cubicBezTo>
                    <a:pt x="12717" y="2635"/>
                    <a:pt x="13013" y="5461"/>
                    <a:pt x="11731" y="7827"/>
                  </a:cubicBezTo>
                  <a:cubicBezTo>
                    <a:pt x="10483" y="10160"/>
                    <a:pt x="7821" y="11310"/>
                    <a:pt x="5258" y="11639"/>
                  </a:cubicBezTo>
                  <a:cubicBezTo>
                    <a:pt x="4298" y="11713"/>
                    <a:pt x="3339" y="11756"/>
                    <a:pt x="2379" y="11756"/>
                  </a:cubicBezTo>
                  <a:cubicBezTo>
                    <a:pt x="1630" y="11756"/>
                    <a:pt x="881" y="11730"/>
                    <a:pt x="132" y="11672"/>
                  </a:cubicBezTo>
                  <a:cubicBezTo>
                    <a:pt x="0" y="11672"/>
                    <a:pt x="0" y="11869"/>
                    <a:pt x="132" y="11869"/>
                  </a:cubicBezTo>
                  <a:lnTo>
                    <a:pt x="132" y="11836"/>
                  </a:lnTo>
                  <a:cubicBezTo>
                    <a:pt x="1045" y="11887"/>
                    <a:pt x="1973" y="11935"/>
                    <a:pt x="2901" y="11935"/>
                  </a:cubicBezTo>
                  <a:cubicBezTo>
                    <a:pt x="4979" y="11935"/>
                    <a:pt x="7053" y="11696"/>
                    <a:pt x="8938" y="10719"/>
                  </a:cubicBezTo>
                  <a:cubicBezTo>
                    <a:pt x="10056" y="10160"/>
                    <a:pt x="11008" y="9306"/>
                    <a:pt x="11699" y="8254"/>
                  </a:cubicBezTo>
                  <a:cubicBezTo>
                    <a:pt x="12356" y="7137"/>
                    <a:pt x="12750" y="5889"/>
                    <a:pt x="12816" y="4607"/>
                  </a:cubicBezTo>
                  <a:cubicBezTo>
                    <a:pt x="12881" y="3063"/>
                    <a:pt x="12783" y="1551"/>
                    <a:pt x="12520" y="72"/>
                  </a:cubicBezTo>
                  <a:cubicBezTo>
                    <a:pt x="12520" y="22"/>
                    <a:pt x="12486" y="1"/>
                    <a:pt x="1244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8" name="Google Shape;2242;p11"/>
            <p:cNvSpPr/>
            <p:nvPr/>
          </p:nvSpPr>
          <p:spPr>
            <a:xfrm>
              <a:off x="482400" y="422280"/>
              <a:ext cx="444240" cy="30420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304200"/>
                <a:gd name="textAreaBottom" fmla="*/ 304560 h 304200"/>
              </a:gdLst>
              <a:ahLst/>
              <a:cxnLst/>
              <a:rect l="textAreaLeft" t="textAreaTop" r="textAreaRight" b="textAreaBottom"/>
              <a:pathLst>
                <a:path w="17790" h="12179">
                  <a:moveTo>
                    <a:pt x="16650" y="0"/>
                  </a:moveTo>
                  <a:cubicBezTo>
                    <a:pt x="16588" y="0"/>
                    <a:pt x="16520" y="56"/>
                    <a:pt x="16541" y="138"/>
                  </a:cubicBezTo>
                  <a:cubicBezTo>
                    <a:pt x="17789" y="3128"/>
                    <a:pt x="16836" y="6644"/>
                    <a:pt x="14733" y="9010"/>
                  </a:cubicBezTo>
                  <a:cubicBezTo>
                    <a:pt x="12954" y="11018"/>
                    <a:pt x="10388" y="11984"/>
                    <a:pt x="7766" y="11984"/>
                  </a:cubicBezTo>
                  <a:cubicBezTo>
                    <a:pt x="6999" y="11984"/>
                    <a:pt x="6226" y="11901"/>
                    <a:pt x="5467" y="11737"/>
                  </a:cubicBezTo>
                  <a:cubicBezTo>
                    <a:pt x="3528" y="11310"/>
                    <a:pt x="1721" y="10390"/>
                    <a:pt x="209" y="9043"/>
                  </a:cubicBezTo>
                  <a:cubicBezTo>
                    <a:pt x="187" y="9021"/>
                    <a:pt x="164" y="9012"/>
                    <a:pt x="142" y="9012"/>
                  </a:cubicBezTo>
                  <a:cubicBezTo>
                    <a:pt x="64" y="9012"/>
                    <a:pt x="1" y="9123"/>
                    <a:pt x="78" y="9174"/>
                  </a:cubicBezTo>
                  <a:cubicBezTo>
                    <a:pt x="2219" y="11133"/>
                    <a:pt x="5005" y="12179"/>
                    <a:pt x="7856" y="12179"/>
                  </a:cubicBezTo>
                  <a:cubicBezTo>
                    <a:pt x="8592" y="12179"/>
                    <a:pt x="9332" y="12109"/>
                    <a:pt x="10067" y="11967"/>
                  </a:cubicBezTo>
                  <a:cubicBezTo>
                    <a:pt x="11743" y="11573"/>
                    <a:pt x="13255" y="10751"/>
                    <a:pt x="14470" y="9569"/>
                  </a:cubicBezTo>
                  <a:cubicBezTo>
                    <a:pt x="15653" y="8418"/>
                    <a:pt x="16508" y="6973"/>
                    <a:pt x="16935" y="5428"/>
                  </a:cubicBezTo>
                  <a:cubicBezTo>
                    <a:pt x="17494" y="3654"/>
                    <a:pt x="17395" y="1781"/>
                    <a:pt x="16738" y="72"/>
                  </a:cubicBezTo>
                  <a:cubicBezTo>
                    <a:pt x="16725" y="22"/>
                    <a:pt x="16689" y="0"/>
                    <a:pt x="1665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9" name="Google Shape;2243;p11"/>
            <p:cNvSpPr/>
            <p:nvPr/>
          </p:nvSpPr>
          <p:spPr>
            <a:xfrm>
              <a:off x="906480" y="93240"/>
              <a:ext cx="924120" cy="492120"/>
            </a:xfrm>
            <a:custGeom>
              <a:avLst/>
              <a:gdLst>
                <a:gd name="textAreaLeft" fmla="*/ 0 w 924120"/>
                <a:gd name="textAreaRight" fmla="*/ 924480 w 924120"/>
                <a:gd name="textAreaTop" fmla="*/ 0 h 492120"/>
                <a:gd name="textAreaBottom" fmla="*/ 492480 h 492120"/>
              </a:gdLst>
              <a:ahLst/>
              <a:cxnLst/>
              <a:rect l="textAreaLeft" t="textAreaTop" r="textAreaRight" b="textAreaBottom"/>
              <a:pathLst>
                <a:path w="36977" h="19693">
                  <a:moveTo>
                    <a:pt x="42" y="17677"/>
                  </a:moveTo>
                  <a:lnTo>
                    <a:pt x="75" y="17710"/>
                  </a:lnTo>
                  <a:cubicBezTo>
                    <a:pt x="73" y="17708"/>
                    <a:pt x="71" y="17706"/>
                    <a:pt x="69" y="17704"/>
                  </a:cubicBezTo>
                  <a:lnTo>
                    <a:pt x="69" y="17704"/>
                  </a:lnTo>
                  <a:cubicBezTo>
                    <a:pt x="60" y="17695"/>
                    <a:pt x="51" y="17686"/>
                    <a:pt x="42" y="17677"/>
                  </a:cubicBezTo>
                  <a:close/>
                  <a:moveTo>
                    <a:pt x="35295" y="0"/>
                  </a:moveTo>
                  <a:cubicBezTo>
                    <a:pt x="35208" y="0"/>
                    <a:pt x="35125" y="111"/>
                    <a:pt x="35202" y="163"/>
                  </a:cubicBezTo>
                  <a:cubicBezTo>
                    <a:pt x="36484" y="1181"/>
                    <a:pt x="36746" y="3021"/>
                    <a:pt x="36221" y="4467"/>
                  </a:cubicBezTo>
                  <a:cubicBezTo>
                    <a:pt x="35662" y="6209"/>
                    <a:pt x="34151" y="7457"/>
                    <a:pt x="32639" y="8410"/>
                  </a:cubicBezTo>
                  <a:cubicBezTo>
                    <a:pt x="29419" y="10448"/>
                    <a:pt x="25705" y="11696"/>
                    <a:pt x="21894" y="11992"/>
                  </a:cubicBezTo>
                  <a:cubicBezTo>
                    <a:pt x="21360" y="12025"/>
                    <a:pt x="20828" y="12041"/>
                    <a:pt x="20298" y="12041"/>
                  </a:cubicBezTo>
                  <a:cubicBezTo>
                    <a:pt x="18675" y="12041"/>
                    <a:pt x="17071" y="11887"/>
                    <a:pt x="15486" y="11565"/>
                  </a:cubicBezTo>
                  <a:cubicBezTo>
                    <a:pt x="15387" y="11565"/>
                    <a:pt x="15322" y="11598"/>
                    <a:pt x="15354" y="11696"/>
                  </a:cubicBezTo>
                  <a:cubicBezTo>
                    <a:pt x="16176" y="14095"/>
                    <a:pt x="14796" y="16658"/>
                    <a:pt x="12824" y="18071"/>
                  </a:cubicBezTo>
                  <a:cubicBezTo>
                    <a:pt x="11376" y="19114"/>
                    <a:pt x="9645" y="19499"/>
                    <a:pt x="7890" y="19499"/>
                  </a:cubicBezTo>
                  <a:cubicBezTo>
                    <a:pt x="6657" y="19499"/>
                    <a:pt x="5413" y="19309"/>
                    <a:pt x="4248" y="19024"/>
                  </a:cubicBezTo>
                  <a:cubicBezTo>
                    <a:pt x="3426" y="18827"/>
                    <a:pt x="2670" y="18564"/>
                    <a:pt x="1849" y="18334"/>
                  </a:cubicBezTo>
                  <a:cubicBezTo>
                    <a:pt x="1553" y="18269"/>
                    <a:pt x="1290" y="18203"/>
                    <a:pt x="1027" y="18104"/>
                  </a:cubicBezTo>
                  <a:cubicBezTo>
                    <a:pt x="732" y="17973"/>
                    <a:pt x="436" y="17776"/>
                    <a:pt x="206" y="17546"/>
                  </a:cubicBezTo>
                  <a:cubicBezTo>
                    <a:pt x="185" y="17524"/>
                    <a:pt x="162" y="17515"/>
                    <a:pt x="140" y="17515"/>
                  </a:cubicBezTo>
                  <a:cubicBezTo>
                    <a:pt x="63" y="17515"/>
                    <a:pt x="1" y="17627"/>
                    <a:pt x="69" y="17704"/>
                  </a:cubicBezTo>
                  <a:lnTo>
                    <a:pt x="69" y="17704"/>
                  </a:lnTo>
                  <a:cubicBezTo>
                    <a:pt x="459" y="18083"/>
                    <a:pt x="942" y="18337"/>
                    <a:pt x="1487" y="18466"/>
                  </a:cubicBezTo>
                  <a:cubicBezTo>
                    <a:pt x="2210" y="18630"/>
                    <a:pt x="2933" y="18893"/>
                    <a:pt x="3656" y="19090"/>
                  </a:cubicBezTo>
                  <a:cubicBezTo>
                    <a:pt x="5055" y="19469"/>
                    <a:pt x="6479" y="19693"/>
                    <a:pt x="7930" y="19693"/>
                  </a:cubicBezTo>
                  <a:cubicBezTo>
                    <a:pt x="8115" y="19693"/>
                    <a:pt x="8301" y="19689"/>
                    <a:pt x="8487" y="19682"/>
                  </a:cubicBezTo>
                  <a:cubicBezTo>
                    <a:pt x="9965" y="19649"/>
                    <a:pt x="11411" y="19221"/>
                    <a:pt x="12660" y="18466"/>
                  </a:cubicBezTo>
                  <a:cubicBezTo>
                    <a:pt x="13744" y="17743"/>
                    <a:pt x="14599" y="16790"/>
                    <a:pt x="15190" y="15673"/>
                  </a:cubicBezTo>
                  <a:cubicBezTo>
                    <a:pt x="15820" y="14475"/>
                    <a:pt x="15967" y="13097"/>
                    <a:pt x="15602" y="11798"/>
                  </a:cubicBezTo>
                  <a:lnTo>
                    <a:pt x="15602" y="11798"/>
                  </a:lnTo>
                  <a:cubicBezTo>
                    <a:pt x="17107" y="12090"/>
                    <a:pt x="18631" y="12235"/>
                    <a:pt x="20153" y="12235"/>
                  </a:cubicBezTo>
                  <a:cubicBezTo>
                    <a:pt x="22527" y="12235"/>
                    <a:pt x="24897" y="11880"/>
                    <a:pt x="27184" y="11171"/>
                  </a:cubicBezTo>
                  <a:cubicBezTo>
                    <a:pt x="29090" y="10579"/>
                    <a:pt x="30897" y="9725"/>
                    <a:pt x="32573" y="8706"/>
                  </a:cubicBezTo>
                  <a:cubicBezTo>
                    <a:pt x="34085" y="7753"/>
                    <a:pt x="35596" y="6537"/>
                    <a:pt x="36319" y="4862"/>
                  </a:cubicBezTo>
                  <a:cubicBezTo>
                    <a:pt x="36976" y="3284"/>
                    <a:pt x="36779" y="1181"/>
                    <a:pt x="35366" y="31"/>
                  </a:cubicBezTo>
                  <a:cubicBezTo>
                    <a:pt x="35345" y="9"/>
                    <a:pt x="35320" y="0"/>
                    <a:pt x="3529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0" name="Google Shape;2244;p11"/>
            <p:cNvSpPr/>
            <p:nvPr/>
          </p:nvSpPr>
          <p:spPr>
            <a:xfrm>
              <a:off x="654120" y="235080"/>
              <a:ext cx="533880" cy="159120"/>
            </a:xfrm>
            <a:custGeom>
              <a:avLst/>
              <a:gdLst>
                <a:gd name="textAreaLeft" fmla="*/ 0 w 533880"/>
                <a:gd name="textAreaRight" fmla="*/ 534240 w 53388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21363" h="6381">
                  <a:moveTo>
                    <a:pt x="21213" y="1"/>
                  </a:moveTo>
                  <a:cubicBezTo>
                    <a:pt x="21191" y="1"/>
                    <a:pt x="21168" y="10"/>
                    <a:pt x="21147" y="31"/>
                  </a:cubicBezTo>
                  <a:cubicBezTo>
                    <a:pt x="19339" y="2364"/>
                    <a:pt x="16941" y="4138"/>
                    <a:pt x="14180" y="5190"/>
                  </a:cubicBezTo>
                  <a:cubicBezTo>
                    <a:pt x="12393" y="5853"/>
                    <a:pt x="10520" y="6184"/>
                    <a:pt x="8644" y="6184"/>
                  </a:cubicBezTo>
                  <a:cubicBezTo>
                    <a:pt x="7449" y="6184"/>
                    <a:pt x="6254" y="6050"/>
                    <a:pt x="5078" y="5781"/>
                  </a:cubicBezTo>
                  <a:cubicBezTo>
                    <a:pt x="3337" y="5354"/>
                    <a:pt x="1694" y="4664"/>
                    <a:pt x="182" y="3711"/>
                  </a:cubicBezTo>
                  <a:cubicBezTo>
                    <a:pt x="166" y="3701"/>
                    <a:pt x="150" y="3696"/>
                    <a:pt x="135" y="3696"/>
                  </a:cubicBezTo>
                  <a:cubicBezTo>
                    <a:pt x="57" y="3696"/>
                    <a:pt x="1" y="3820"/>
                    <a:pt x="83" y="3876"/>
                  </a:cubicBezTo>
                  <a:cubicBezTo>
                    <a:pt x="2643" y="5498"/>
                    <a:pt x="5617" y="6380"/>
                    <a:pt x="8668" y="6380"/>
                  </a:cubicBezTo>
                  <a:cubicBezTo>
                    <a:pt x="8830" y="6380"/>
                    <a:pt x="8991" y="6378"/>
                    <a:pt x="9153" y="6373"/>
                  </a:cubicBezTo>
                  <a:cubicBezTo>
                    <a:pt x="12209" y="6307"/>
                    <a:pt x="15166" y="5321"/>
                    <a:pt x="17664" y="3613"/>
                  </a:cubicBezTo>
                  <a:cubicBezTo>
                    <a:pt x="19044" y="2660"/>
                    <a:pt x="20292" y="1510"/>
                    <a:pt x="21311" y="195"/>
                  </a:cubicBezTo>
                  <a:cubicBezTo>
                    <a:pt x="21363" y="118"/>
                    <a:pt x="21293" y="1"/>
                    <a:pt x="212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1" name="Google Shape;2245;p11"/>
            <p:cNvSpPr/>
            <p:nvPr/>
          </p:nvSpPr>
          <p:spPr>
            <a:xfrm>
              <a:off x="1113840" y="168120"/>
              <a:ext cx="341640" cy="18036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13678" h="7232">
                  <a:moveTo>
                    <a:pt x="13567" y="0"/>
                  </a:moveTo>
                  <a:cubicBezTo>
                    <a:pt x="13523" y="0"/>
                    <a:pt x="13477" y="26"/>
                    <a:pt x="13462" y="84"/>
                  </a:cubicBezTo>
                  <a:cubicBezTo>
                    <a:pt x="13002" y="2154"/>
                    <a:pt x="11786" y="3994"/>
                    <a:pt x="10110" y="5276"/>
                  </a:cubicBezTo>
                  <a:cubicBezTo>
                    <a:pt x="8551" y="6431"/>
                    <a:pt x="6662" y="7053"/>
                    <a:pt x="4710" y="7053"/>
                  </a:cubicBezTo>
                  <a:cubicBezTo>
                    <a:pt x="4441" y="7053"/>
                    <a:pt x="4171" y="7041"/>
                    <a:pt x="3900" y="7018"/>
                  </a:cubicBezTo>
                  <a:cubicBezTo>
                    <a:pt x="2586" y="6886"/>
                    <a:pt x="1337" y="6459"/>
                    <a:pt x="187" y="5769"/>
                  </a:cubicBezTo>
                  <a:cubicBezTo>
                    <a:pt x="176" y="5765"/>
                    <a:pt x="166" y="5764"/>
                    <a:pt x="155" y="5764"/>
                  </a:cubicBezTo>
                  <a:cubicBezTo>
                    <a:pt x="69" y="5764"/>
                    <a:pt x="0" y="5878"/>
                    <a:pt x="88" y="5966"/>
                  </a:cubicBezTo>
                  <a:cubicBezTo>
                    <a:pt x="1534" y="6806"/>
                    <a:pt x="3163" y="7232"/>
                    <a:pt x="4821" y="7232"/>
                  </a:cubicBezTo>
                  <a:cubicBezTo>
                    <a:pt x="5498" y="7232"/>
                    <a:pt x="6181" y="7161"/>
                    <a:pt x="6857" y="7018"/>
                  </a:cubicBezTo>
                  <a:cubicBezTo>
                    <a:pt x="8993" y="6492"/>
                    <a:pt x="10866" y="5243"/>
                    <a:pt x="12148" y="3436"/>
                  </a:cubicBezTo>
                  <a:cubicBezTo>
                    <a:pt x="12871" y="2450"/>
                    <a:pt x="13397" y="1333"/>
                    <a:pt x="13659" y="117"/>
                  </a:cubicBezTo>
                  <a:cubicBezTo>
                    <a:pt x="13678" y="43"/>
                    <a:pt x="13624" y="0"/>
                    <a:pt x="1356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360" bIns="90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2" name="Google Shape;2246;p11"/>
            <p:cNvSpPr/>
            <p:nvPr/>
          </p:nvSpPr>
          <p:spPr>
            <a:xfrm>
              <a:off x="-51840" y="133920"/>
              <a:ext cx="446400" cy="288360"/>
            </a:xfrm>
            <a:custGeom>
              <a:avLst/>
              <a:gdLst>
                <a:gd name="textAreaLeft" fmla="*/ 0 w 446400"/>
                <a:gd name="textAreaRight" fmla="*/ 446760 w 446400"/>
                <a:gd name="textAreaTop" fmla="*/ 0 h 288360"/>
                <a:gd name="textAreaBottom" fmla="*/ 288720 h 288360"/>
              </a:gdLst>
              <a:ahLst/>
              <a:cxnLst/>
              <a:rect l="textAreaLeft" t="textAreaTop" r="textAreaRight" b="textAreaBottom"/>
              <a:pathLst>
                <a:path w="17867" h="11545">
                  <a:moveTo>
                    <a:pt x="17748" y="0"/>
                  </a:moveTo>
                  <a:cubicBezTo>
                    <a:pt x="17714" y="0"/>
                    <a:pt x="17682" y="22"/>
                    <a:pt x="17670" y="72"/>
                  </a:cubicBezTo>
                  <a:cubicBezTo>
                    <a:pt x="17210" y="2964"/>
                    <a:pt x="15830" y="5625"/>
                    <a:pt x="13727" y="7663"/>
                  </a:cubicBezTo>
                  <a:cubicBezTo>
                    <a:pt x="11459" y="9799"/>
                    <a:pt x="8535" y="11080"/>
                    <a:pt x="5446" y="11310"/>
                  </a:cubicBezTo>
                  <a:cubicBezTo>
                    <a:pt x="5117" y="11334"/>
                    <a:pt x="4790" y="11346"/>
                    <a:pt x="4463" y="11346"/>
                  </a:cubicBezTo>
                  <a:cubicBezTo>
                    <a:pt x="2995" y="11346"/>
                    <a:pt x="1553" y="11104"/>
                    <a:pt x="155" y="10620"/>
                  </a:cubicBezTo>
                  <a:cubicBezTo>
                    <a:pt x="148" y="10618"/>
                    <a:pt x="140" y="10616"/>
                    <a:pt x="133" y="10616"/>
                  </a:cubicBezTo>
                  <a:cubicBezTo>
                    <a:pt x="48" y="10616"/>
                    <a:pt x="1" y="10787"/>
                    <a:pt x="122" y="10817"/>
                  </a:cubicBezTo>
                  <a:cubicBezTo>
                    <a:pt x="1538" y="11304"/>
                    <a:pt x="3010" y="11545"/>
                    <a:pt x="4483" y="11545"/>
                  </a:cubicBezTo>
                  <a:cubicBezTo>
                    <a:pt x="6190" y="11545"/>
                    <a:pt x="7898" y="11222"/>
                    <a:pt x="9520" y="10587"/>
                  </a:cubicBezTo>
                  <a:cubicBezTo>
                    <a:pt x="12346" y="9470"/>
                    <a:pt x="14679" y="7400"/>
                    <a:pt x="16191" y="4804"/>
                  </a:cubicBezTo>
                  <a:cubicBezTo>
                    <a:pt x="17045" y="3358"/>
                    <a:pt x="17604" y="1781"/>
                    <a:pt x="17867" y="138"/>
                  </a:cubicBezTo>
                  <a:cubicBezTo>
                    <a:pt x="17867" y="56"/>
                    <a:pt x="17804" y="0"/>
                    <a:pt x="1774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3" name="Google Shape;2247;p11"/>
            <p:cNvSpPr/>
            <p:nvPr/>
          </p:nvSpPr>
          <p:spPr>
            <a:xfrm>
              <a:off x="352800" y="148320"/>
              <a:ext cx="61560" cy="1303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2479" h="5225">
                  <a:moveTo>
                    <a:pt x="2363" y="0"/>
                  </a:moveTo>
                  <a:cubicBezTo>
                    <a:pt x="2328" y="0"/>
                    <a:pt x="2294" y="19"/>
                    <a:pt x="2281" y="58"/>
                  </a:cubicBezTo>
                  <a:cubicBezTo>
                    <a:pt x="1821" y="1832"/>
                    <a:pt x="1066" y="3541"/>
                    <a:pt x="47" y="5085"/>
                  </a:cubicBezTo>
                  <a:cubicBezTo>
                    <a:pt x="0" y="5155"/>
                    <a:pt x="69" y="5225"/>
                    <a:pt x="148" y="5225"/>
                  </a:cubicBezTo>
                  <a:cubicBezTo>
                    <a:pt x="181" y="5225"/>
                    <a:pt x="215" y="5213"/>
                    <a:pt x="244" y="5184"/>
                  </a:cubicBezTo>
                  <a:cubicBezTo>
                    <a:pt x="1263" y="3639"/>
                    <a:pt x="2018" y="1931"/>
                    <a:pt x="2479" y="123"/>
                  </a:cubicBezTo>
                  <a:cubicBezTo>
                    <a:pt x="2479" y="44"/>
                    <a:pt x="2418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4" name="Google Shape;2248;p11"/>
            <p:cNvSpPr/>
            <p:nvPr/>
          </p:nvSpPr>
          <p:spPr>
            <a:xfrm>
              <a:off x="374760" y="204480"/>
              <a:ext cx="46440" cy="788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78840"/>
                <a:gd name="textAreaBottom" fmla="*/ 79200 h 78840"/>
              </a:gdLst>
              <a:ahLst/>
              <a:cxnLst/>
              <a:rect l="textAreaLeft" t="textAreaTop" r="textAreaRight" b="textAreaBottom"/>
              <a:pathLst>
                <a:path w="1866" h="3161">
                  <a:moveTo>
                    <a:pt x="1732" y="0"/>
                  </a:moveTo>
                  <a:cubicBezTo>
                    <a:pt x="1687" y="0"/>
                    <a:pt x="1643" y="21"/>
                    <a:pt x="1629" y="74"/>
                  </a:cubicBezTo>
                  <a:cubicBezTo>
                    <a:pt x="1268" y="1125"/>
                    <a:pt x="742" y="2111"/>
                    <a:pt x="52" y="2966"/>
                  </a:cubicBezTo>
                  <a:cubicBezTo>
                    <a:pt x="1" y="3043"/>
                    <a:pt x="70" y="3160"/>
                    <a:pt x="150" y="3160"/>
                  </a:cubicBezTo>
                  <a:cubicBezTo>
                    <a:pt x="172" y="3160"/>
                    <a:pt x="195" y="3151"/>
                    <a:pt x="216" y="3130"/>
                  </a:cubicBezTo>
                  <a:lnTo>
                    <a:pt x="184" y="3130"/>
                  </a:lnTo>
                  <a:cubicBezTo>
                    <a:pt x="906" y="2210"/>
                    <a:pt x="1465" y="1191"/>
                    <a:pt x="1827" y="107"/>
                  </a:cubicBezTo>
                  <a:cubicBezTo>
                    <a:pt x="1866" y="48"/>
                    <a:pt x="1799" y="0"/>
                    <a:pt x="17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5" name="Google Shape;2249;p11"/>
            <p:cNvSpPr/>
            <p:nvPr/>
          </p:nvSpPr>
          <p:spPr>
            <a:xfrm>
              <a:off x="390600" y="234000"/>
              <a:ext cx="29160" cy="5004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1176" h="2010">
                  <a:moveTo>
                    <a:pt x="1039" y="0"/>
                  </a:moveTo>
                  <a:cubicBezTo>
                    <a:pt x="1011" y="0"/>
                    <a:pt x="984" y="12"/>
                    <a:pt x="965" y="41"/>
                  </a:cubicBezTo>
                  <a:lnTo>
                    <a:pt x="44" y="1848"/>
                  </a:lnTo>
                  <a:cubicBezTo>
                    <a:pt x="1" y="1936"/>
                    <a:pt x="74" y="2009"/>
                    <a:pt x="147" y="2009"/>
                  </a:cubicBezTo>
                  <a:cubicBezTo>
                    <a:pt x="183" y="2009"/>
                    <a:pt x="220" y="1991"/>
                    <a:pt x="242" y="1947"/>
                  </a:cubicBezTo>
                  <a:cubicBezTo>
                    <a:pt x="537" y="1355"/>
                    <a:pt x="833" y="764"/>
                    <a:pt x="1129" y="140"/>
                  </a:cubicBezTo>
                  <a:cubicBezTo>
                    <a:pt x="1175" y="70"/>
                    <a:pt x="1107" y="0"/>
                    <a:pt x="103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6" name="Google Shape;2250;p11"/>
            <p:cNvSpPr/>
            <p:nvPr/>
          </p:nvSpPr>
          <p:spPr>
            <a:xfrm>
              <a:off x="631080" y="348120"/>
              <a:ext cx="191520" cy="64080"/>
            </a:xfrm>
            <a:custGeom>
              <a:avLst/>
              <a:gdLst>
                <a:gd name="textAreaLeft" fmla="*/ 0 w 191520"/>
                <a:gd name="textAreaRight" fmla="*/ 191880 w 19152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w="7675" h="2579">
                  <a:moveTo>
                    <a:pt x="154" y="1"/>
                  </a:moveTo>
                  <a:cubicBezTo>
                    <a:pt x="57" y="1"/>
                    <a:pt x="1" y="125"/>
                    <a:pt x="83" y="180"/>
                  </a:cubicBezTo>
                  <a:cubicBezTo>
                    <a:pt x="2318" y="1659"/>
                    <a:pt x="4881" y="2480"/>
                    <a:pt x="7543" y="2579"/>
                  </a:cubicBezTo>
                  <a:cubicBezTo>
                    <a:pt x="7674" y="2579"/>
                    <a:pt x="7674" y="2382"/>
                    <a:pt x="7543" y="2349"/>
                  </a:cubicBezTo>
                  <a:cubicBezTo>
                    <a:pt x="4914" y="2283"/>
                    <a:pt x="2384" y="1462"/>
                    <a:pt x="215" y="16"/>
                  </a:cubicBezTo>
                  <a:cubicBezTo>
                    <a:pt x="194" y="5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7" name="Google Shape;2251;p11"/>
            <p:cNvSpPr/>
            <p:nvPr/>
          </p:nvSpPr>
          <p:spPr>
            <a:xfrm>
              <a:off x="660600" y="392400"/>
              <a:ext cx="109800" cy="370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4411" h="1499">
                  <a:moveTo>
                    <a:pt x="154" y="1"/>
                  </a:moveTo>
                  <a:cubicBezTo>
                    <a:pt x="57" y="1"/>
                    <a:pt x="1" y="125"/>
                    <a:pt x="83" y="181"/>
                  </a:cubicBezTo>
                  <a:cubicBezTo>
                    <a:pt x="1398" y="805"/>
                    <a:pt x="2811" y="1232"/>
                    <a:pt x="4224" y="1495"/>
                  </a:cubicBezTo>
                  <a:cubicBezTo>
                    <a:pt x="4234" y="1497"/>
                    <a:pt x="4243" y="1499"/>
                    <a:pt x="4253" y="1499"/>
                  </a:cubicBezTo>
                  <a:cubicBezTo>
                    <a:pt x="4364" y="1499"/>
                    <a:pt x="4411" y="1328"/>
                    <a:pt x="4289" y="1298"/>
                  </a:cubicBezTo>
                  <a:cubicBezTo>
                    <a:pt x="2876" y="1068"/>
                    <a:pt x="1496" y="608"/>
                    <a:pt x="215" y="16"/>
                  </a:cubicBezTo>
                  <a:cubicBezTo>
                    <a:pt x="194" y="6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8" name="Google Shape;2252;p11"/>
            <p:cNvSpPr/>
            <p:nvPr/>
          </p:nvSpPr>
          <p:spPr>
            <a:xfrm>
              <a:off x="699120" y="427320"/>
              <a:ext cx="52920" cy="1548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2127" h="629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lnTo>
                    <a:pt x="122" y="234"/>
                  </a:lnTo>
                  <a:cubicBezTo>
                    <a:pt x="746" y="432"/>
                    <a:pt x="1370" y="563"/>
                    <a:pt x="1995" y="629"/>
                  </a:cubicBezTo>
                  <a:cubicBezTo>
                    <a:pt x="2126" y="629"/>
                    <a:pt x="2126" y="432"/>
                    <a:pt x="1995" y="432"/>
                  </a:cubicBezTo>
                  <a:cubicBezTo>
                    <a:pt x="1370" y="366"/>
                    <a:pt x="779" y="20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9" name="Google Shape;2253;p11"/>
            <p:cNvSpPr/>
            <p:nvPr/>
          </p:nvSpPr>
          <p:spPr>
            <a:xfrm>
              <a:off x="906480" y="514800"/>
              <a:ext cx="101160" cy="3276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4054" h="1330">
                  <a:moveTo>
                    <a:pt x="149" y="0"/>
                  </a:moveTo>
                  <a:cubicBezTo>
                    <a:pt x="52" y="0"/>
                    <a:pt x="0" y="125"/>
                    <a:pt x="110" y="180"/>
                  </a:cubicBezTo>
                  <a:cubicBezTo>
                    <a:pt x="1260" y="870"/>
                    <a:pt x="2575" y="1264"/>
                    <a:pt x="3922" y="1330"/>
                  </a:cubicBezTo>
                  <a:cubicBezTo>
                    <a:pt x="4054" y="1330"/>
                    <a:pt x="4054" y="1133"/>
                    <a:pt x="3922" y="1133"/>
                  </a:cubicBezTo>
                  <a:cubicBezTo>
                    <a:pt x="2608" y="1034"/>
                    <a:pt x="1326" y="673"/>
                    <a:pt x="209" y="15"/>
                  </a:cubicBezTo>
                  <a:cubicBezTo>
                    <a:pt x="188" y="5"/>
                    <a:pt x="167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0" name="Google Shape;2254;p11"/>
            <p:cNvSpPr/>
            <p:nvPr/>
          </p:nvSpPr>
          <p:spPr>
            <a:xfrm>
              <a:off x="1037160" y="548280"/>
              <a:ext cx="56520" cy="100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268" h="420">
                  <a:moveTo>
                    <a:pt x="2104" y="1"/>
                  </a:moveTo>
                  <a:cubicBezTo>
                    <a:pt x="1645" y="138"/>
                    <a:pt x="1187" y="196"/>
                    <a:pt x="729" y="196"/>
                  </a:cubicBezTo>
                  <a:cubicBezTo>
                    <a:pt x="530" y="196"/>
                    <a:pt x="331" y="185"/>
                    <a:pt x="132" y="165"/>
                  </a:cubicBezTo>
                  <a:cubicBezTo>
                    <a:pt x="1" y="165"/>
                    <a:pt x="1" y="362"/>
                    <a:pt x="132" y="395"/>
                  </a:cubicBezTo>
                  <a:cubicBezTo>
                    <a:pt x="305" y="412"/>
                    <a:pt x="477" y="420"/>
                    <a:pt x="649" y="420"/>
                  </a:cubicBezTo>
                  <a:cubicBezTo>
                    <a:pt x="1165" y="420"/>
                    <a:pt x="1676" y="346"/>
                    <a:pt x="2169" y="198"/>
                  </a:cubicBezTo>
                  <a:cubicBezTo>
                    <a:pt x="2268" y="165"/>
                    <a:pt x="2235" y="1"/>
                    <a:pt x="210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1" name="Google Shape;2255;p11"/>
            <p:cNvSpPr/>
            <p:nvPr/>
          </p:nvSpPr>
          <p:spPr>
            <a:xfrm>
              <a:off x="1258920" y="402480"/>
              <a:ext cx="19800" cy="835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801" h="3355">
                  <a:moveTo>
                    <a:pt x="557" y="1"/>
                  </a:moveTo>
                  <a:cubicBezTo>
                    <a:pt x="502" y="1"/>
                    <a:pt x="439" y="57"/>
                    <a:pt x="439" y="138"/>
                  </a:cubicBezTo>
                  <a:cubicBezTo>
                    <a:pt x="603" y="1157"/>
                    <a:pt x="472" y="2241"/>
                    <a:pt x="45" y="3194"/>
                  </a:cubicBezTo>
                  <a:cubicBezTo>
                    <a:pt x="1" y="3282"/>
                    <a:pt x="59" y="3355"/>
                    <a:pt x="123" y="3355"/>
                  </a:cubicBezTo>
                  <a:cubicBezTo>
                    <a:pt x="154" y="3355"/>
                    <a:pt x="187" y="3336"/>
                    <a:pt x="209" y="3293"/>
                  </a:cubicBezTo>
                  <a:cubicBezTo>
                    <a:pt x="669" y="2274"/>
                    <a:pt x="800" y="1157"/>
                    <a:pt x="636" y="72"/>
                  </a:cubicBezTo>
                  <a:cubicBezTo>
                    <a:pt x="624" y="22"/>
                    <a:pt x="592" y="1"/>
                    <a:pt x="55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760" bIns="41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2" name="Google Shape;2256;p11"/>
            <p:cNvSpPr/>
            <p:nvPr/>
          </p:nvSpPr>
          <p:spPr>
            <a:xfrm>
              <a:off x="1247040" y="384120"/>
              <a:ext cx="12600" cy="597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514" h="2410">
                  <a:moveTo>
                    <a:pt x="113" y="1"/>
                  </a:moveTo>
                  <a:cubicBezTo>
                    <a:pt x="56" y="1"/>
                    <a:pt x="2" y="43"/>
                    <a:pt x="21" y="117"/>
                  </a:cubicBezTo>
                  <a:cubicBezTo>
                    <a:pt x="284" y="807"/>
                    <a:pt x="284" y="1596"/>
                    <a:pt x="21" y="2286"/>
                  </a:cubicBezTo>
                  <a:cubicBezTo>
                    <a:pt x="1" y="2366"/>
                    <a:pt x="65" y="2409"/>
                    <a:pt x="127" y="2409"/>
                  </a:cubicBezTo>
                  <a:cubicBezTo>
                    <a:pt x="166" y="2409"/>
                    <a:pt x="205" y="2391"/>
                    <a:pt x="218" y="2352"/>
                  </a:cubicBezTo>
                  <a:cubicBezTo>
                    <a:pt x="514" y="1596"/>
                    <a:pt x="514" y="807"/>
                    <a:pt x="218" y="84"/>
                  </a:cubicBezTo>
                  <a:cubicBezTo>
                    <a:pt x="204" y="27"/>
                    <a:pt x="15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3" name="Google Shape;2257;p11"/>
            <p:cNvSpPr/>
            <p:nvPr/>
          </p:nvSpPr>
          <p:spPr>
            <a:xfrm>
              <a:off x="1125360" y="292680"/>
              <a:ext cx="74880" cy="2052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013" h="838">
                  <a:moveTo>
                    <a:pt x="147" y="0"/>
                  </a:moveTo>
                  <a:cubicBezTo>
                    <a:pt x="43" y="0"/>
                    <a:pt x="0" y="111"/>
                    <a:pt x="88" y="170"/>
                  </a:cubicBezTo>
                  <a:cubicBezTo>
                    <a:pt x="818" y="607"/>
                    <a:pt x="1677" y="838"/>
                    <a:pt x="2551" y="838"/>
                  </a:cubicBezTo>
                  <a:cubicBezTo>
                    <a:pt x="2661" y="838"/>
                    <a:pt x="2771" y="834"/>
                    <a:pt x="2881" y="827"/>
                  </a:cubicBezTo>
                  <a:cubicBezTo>
                    <a:pt x="3004" y="827"/>
                    <a:pt x="3012" y="626"/>
                    <a:pt x="2906" y="626"/>
                  </a:cubicBezTo>
                  <a:cubicBezTo>
                    <a:pt x="2898" y="626"/>
                    <a:pt x="2890" y="627"/>
                    <a:pt x="2881" y="630"/>
                  </a:cubicBezTo>
                  <a:cubicBezTo>
                    <a:pt x="2774" y="637"/>
                    <a:pt x="2667" y="641"/>
                    <a:pt x="2561" y="641"/>
                  </a:cubicBezTo>
                  <a:cubicBezTo>
                    <a:pt x="1723" y="641"/>
                    <a:pt x="916" y="414"/>
                    <a:pt x="187" y="5"/>
                  </a:cubicBezTo>
                  <a:cubicBezTo>
                    <a:pt x="173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4" name="Google Shape;2258;p11"/>
            <p:cNvSpPr/>
            <p:nvPr/>
          </p:nvSpPr>
          <p:spPr>
            <a:xfrm>
              <a:off x="1157400" y="281520"/>
              <a:ext cx="20160" cy="72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22" h="309">
                  <a:moveTo>
                    <a:pt x="85" y="0"/>
                  </a:moveTo>
                  <a:cubicBezTo>
                    <a:pt x="48" y="0"/>
                    <a:pt x="24" y="31"/>
                    <a:pt x="0" y="79"/>
                  </a:cubicBezTo>
                  <a:cubicBezTo>
                    <a:pt x="0" y="112"/>
                    <a:pt x="33" y="177"/>
                    <a:pt x="66" y="210"/>
                  </a:cubicBezTo>
                  <a:lnTo>
                    <a:pt x="690" y="309"/>
                  </a:lnTo>
                  <a:cubicBezTo>
                    <a:pt x="756" y="309"/>
                    <a:pt x="789" y="276"/>
                    <a:pt x="822" y="243"/>
                  </a:cubicBezTo>
                  <a:cubicBezTo>
                    <a:pt x="822" y="177"/>
                    <a:pt x="789" y="112"/>
                    <a:pt x="756" y="112"/>
                  </a:cubicBezTo>
                  <a:lnTo>
                    <a:pt x="132" y="13"/>
                  </a:lnTo>
                  <a:cubicBezTo>
                    <a:pt x="114" y="4"/>
                    <a:pt x="9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5" name="Google Shape;2259;p11"/>
            <p:cNvSpPr/>
            <p:nvPr/>
          </p:nvSpPr>
          <p:spPr>
            <a:xfrm>
              <a:off x="1172160" y="269280"/>
              <a:ext cx="22680" cy="540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921" h="232">
                  <a:moveTo>
                    <a:pt x="86" y="0"/>
                  </a:moveTo>
                  <a:cubicBezTo>
                    <a:pt x="49" y="0"/>
                    <a:pt x="25" y="31"/>
                    <a:pt x="1" y="79"/>
                  </a:cubicBezTo>
                  <a:cubicBezTo>
                    <a:pt x="1" y="112"/>
                    <a:pt x="33" y="177"/>
                    <a:pt x="99" y="210"/>
                  </a:cubicBezTo>
                  <a:lnTo>
                    <a:pt x="99" y="177"/>
                  </a:lnTo>
                  <a:cubicBezTo>
                    <a:pt x="234" y="216"/>
                    <a:pt x="369" y="232"/>
                    <a:pt x="503" y="232"/>
                  </a:cubicBezTo>
                  <a:cubicBezTo>
                    <a:pt x="599" y="232"/>
                    <a:pt x="694" y="224"/>
                    <a:pt x="789" y="210"/>
                  </a:cubicBezTo>
                  <a:cubicBezTo>
                    <a:pt x="855" y="210"/>
                    <a:pt x="921" y="177"/>
                    <a:pt x="888" y="112"/>
                  </a:cubicBezTo>
                  <a:cubicBezTo>
                    <a:pt x="888" y="46"/>
                    <a:pt x="855" y="13"/>
                    <a:pt x="789" y="13"/>
                  </a:cubicBezTo>
                  <a:cubicBezTo>
                    <a:pt x="691" y="30"/>
                    <a:pt x="584" y="38"/>
                    <a:pt x="473" y="38"/>
                  </a:cubicBezTo>
                  <a:cubicBezTo>
                    <a:pt x="362" y="38"/>
                    <a:pt x="247" y="30"/>
                    <a:pt x="132" y="13"/>
                  </a:cubicBezTo>
                  <a:cubicBezTo>
                    <a:pt x="114" y="4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6" name="Google Shape;2260;p11"/>
            <p:cNvSpPr/>
            <p:nvPr/>
          </p:nvSpPr>
          <p:spPr>
            <a:xfrm>
              <a:off x="1022040" y="257040"/>
              <a:ext cx="110880" cy="6336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4444" h="2553">
                  <a:moveTo>
                    <a:pt x="4272" y="1"/>
                  </a:moveTo>
                  <a:cubicBezTo>
                    <a:pt x="4248" y="1"/>
                    <a:pt x="4224" y="6"/>
                    <a:pt x="4199" y="18"/>
                  </a:cubicBezTo>
                  <a:cubicBezTo>
                    <a:pt x="2983" y="1037"/>
                    <a:pt x="1603" y="1826"/>
                    <a:pt x="92" y="2351"/>
                  </a:cubicBezTo>
                  <a:cubicBezTo>
                    <a:pt x="1" y="2382"/>
                    <a:pt x="22" y="2552"/>
                    <a:pt x="129" y="2552"/>
                  </a:cubicBezTo>
                  <a:cubicBezTo>
                    <a:pt x="138" y="2552"/>
                    <a:pt x="147" y="2551"/>
                    <a:pt x="158" y="2549"/>
                  </a:cubicBezTo>
                  <a:cubicBezTo>
                    <a:pt x="1702" y="1990"/>
                    <a:pt x="3115" y="1201"/>
                    <a:pt x="4364" y="183"/>
                  </a:cubicBezTo>
                  <a:cubicBezTo>
                    <a:pt x="4444" y="102"/>
                    <a:pt x="4372" y="1"/>
                    <a:pt x="42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7" name="Google Shape;2261;p11"/>
            <p:cNvSpPr/>
            <p:nvPr/>
          </p:nvSpPr>
          <p:spPr>
            <a:xfrm>
              <a:off x="1132200" y="196560"/>
              <a:ext cx="40320" cy="349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632" h="1415">
                  <a:moveTo>
                    <a:pt x="1486" y="0"/>
                  </a:moveTo>
                  <a:cubicBezTo>
                    <a:pt x="1463" y="0"/>
                    <a:pt x="1441" y="10"/>
                    <a:pt x="1425" y="34"/>
                  </a:cubicBezTo>
                  <a:cubicBezTo>
                    <a:pt x="1228" y="264"/>
                    <a:pt x="998" y="495"/>
                    <a:pt x="801" y="692"/>
                  </a:cubicBezTo>
                  <a:cubicBezTo>
                    <a:pt x="702" y="790"/>
                    <a:pt x="604" y="922"/>
                    <a:pt x="505" y="1020"/>
                  </a:cubicBezTo>
                  <a:cubicBezTo>
                    <a:pt x="374" y="1119"/>
                    <a:pt x="407" y="1119"/>
                    <a:pt x="341" y="1152"/>
                  </a:cubicBezTo>
                  <a:cubicBezTo>
                    <a:pt x="275" y="1185"/>
                    <a:pt x="242" y="1217"/>
                    <a:pt x="209" y="1217"/>
                  </a:cubicBezTo>
                  <a:cubicBezTo>
                    <a:pt x="188" y="1207"/>
                    <a:pt x="168" y="1202"/>
                    <a:pt x="149" y="1202"/>
                  </a:cubicBezTo>
                  <a:cubicBezTo>
                    <a:pt x="52" y="1202"/>
                    <a:pt x="1" y="1327"/>
                    <a:pt x="111" y="1382"/>
                  </a:cubicBezTo>
                  <a:lnTo>
                    <a:pt x="78" y="1382"/>
                  </a:lnTo>
                  <a:cubicBezTo>
                    <a:pt x="133" y="1404"/>
                    <a:pt x="188" y="1415"/>
                    <a:pt x="240" y="1415"/>
                  </a:cubicBezTo>
                  <a:cubicBezTo>
                    <a:pt x="345" y="1415"/>
                    <a:pt x="440" y="1371"/>
                    <a:pt x="505" y="1283"/>
                  </a:cubicBezTo>
                  <a:cubicBezTo>
                    <a:pt x="637" y="1185"/>
                    <a:pt x="735" y="1053"/>
                    <a:pt x="867" y="922"/>
                  </a:cubicBezTo>
                  <a:cubicBezTo>
                    <a:pt x="1097" y="692"/>
                    <a:pt x="1327" y="429"/>
                    <a:pt x="1557" y="199"/>
                  </a:cubicBezTo>
                  <a:cubicBezTo>
                    <a:pt x="1631" y="99"/>
                    <a:pt x="1556" y="0"/>
                    <a:pt x="148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8" name="Google Shape;2262;p11"/>
            <p:cNvSpPr/>
            <p:nvPr/>
          </p:nvSpPr>
          <p:spPr>
            <a:xfrm>
              <a:off x="1291320" y="348480"/>
              <a:ext cx="182520" cy="1944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7310" h="789">
                  <a:moveTo>
                    <a:pt x="130" y="0"/>
                  </a:moveTo>
                  <a:cubicBezTo>
                    <a:pt x="47" y="0"/>
                    <a:pt x="0" y="142"/>
                    <a:pt x="90" y="202"/>
                  </a:cubicBezTo>
                  <a:cubicBezTo>
                    <a:pt x="1487" y="595"/>
                    <a:pt x="2907" y="789"/>
                    <a:pt x="4330" y="789"/>
                  </a:cubicBezTo>
                  <a:cubicBezTo>
                    <a:pt x="5284" y="789"/>
                    <a:pt x="6238" y="702"/>
                    <a:pt x="7188" y="531"/>
                  </a:cubicBezTo>
                  <a:cubicBezTo>
                    <a:pt x="7309" y="500"/>
                    <a:pt x="7290" y="330"/>
                    <a:pt x="7183" y="330"/>
                  </a:cubicBezTo>
                  <a:cubicBezTo>
                    <a:pt x="7174" y="330"/>
                    <a:pt x="7165" y="331"/>
                    <a:pt x="7155" y="333"/>
                  </a:cubicBezTo>
                  <a:cubicBezTo>
                    <a:pt x="6242" y="501"/>
                    <a:pt x="5319" y="582"/>
                    <a:pt x="4397" y="582"/>
                  </a:cubicBezTo>
                  <a:cubicBezTo>
                    <a:pt x="2964" y="582"/>
                    <a:pt x="1536" y="385"/>
                    <a:pt x="156" y="5"/>
                  </a:cubicBezTo>
                  <a:cubicBezTo>
                    <a:pt x="147" y="2"/>
                    <a:pt x="13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9" name="Google Shape;2263;p11"/>
            <p:cNvSpPr/>
            <p:nvPr/>
          </p:nvSpPr>
          <p:spPr>
            <a:xfrm>
              <a:off x="1316880" y="324720"/>
              <a:ext cx="97920" cy="936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3933" h="387">
                  <a:moveTo>
                    <a:pt x="126" y="0"/>
                  </a:moveTo>
                  <a:cubicBezTo>
                    <a:pt x="19" y="0"/>
                    <a:pt x="0" y="171"/>
                    <a:pt x="121" y="201"/>
                  </a:cubicBezTo>
                  <a:lnTo>
                    <a:pt x="89" y="201"/>
                  </a:lnTo>
                  <a:cubicBezTo>
                    <a:pt x="868" y="327"/>
                    <a:pt x="1661" y="386"/>
                    <a:pt x="2459" y="386"/>
                  </a:cubicBezTo>
                  <a:cubicBezTo>
                    <a:pt x="2905" y="386"/>
                    <a:pt x="3354" y="368"/>
                    <a:pt x="3802" y="332"/>
                  </a:cubicBezTo>
                  <a:cubicBezTo>
                    <a:pt x="3924" y="332"/>
                    <a:pt x="3933" y="132"/>
                    <a:pt x="3826" y="132"/>
                  </a:cubicBezTo>
                  <a:cubicBezTo>
                    <a:pt x="3819" y="132"/>
                    <a:pt x="3811" y="133"/>
                    <a:pt x="3802" y="135"/>
                  </a:cubicBezTo>
                  <a:cubicBezTo>
                    <a:pt x="3365" y="171"/>
                    <a:pt x="2929" y="189"/>
                    <a:pt x="2493" y="189"/>
                  </a:cubicBezTo>
                  <a:cubicBezTo>
                    <a:pt x="1713" y="189"/>
                    <a:pt x="934" y="13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0" name="Google Shape;2264;p11"/>
            <p:cNvSpPr/>
            <p:nvPr/>
          </p:nvSpPr>
          <p:spPr>
            <a:xfrm>
              <a:off x="1386360" y="306000"/>
              <a:ext cx="28440" cy="720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151" h="296">
                  <a:moveTo>
                    <a:pt x="1019" y="0"/>
                  </a:moveTo>
                  <a:cubicBezTo>
                    <a:pt x="723" y="66"/>
                    <a:pt x="427" y="99"/>
                    <a:pt x="132" y="99"/>
                  </a:cubicBezTo>
                  <a:cubicBezTo>
                    <a:pt x="0" y="99"/>
                    <a:pt x="0" y="296"/>
                    <a:pt x="132" y="296"/>
                  </a:cubicBezTo>
                  <a:cubicBezTo>
                    <a:pt x="460" y="296"/>
                    <a:pt x="756" y="263"/>
                    <a:pt x="1085" y="197"/>
                  </a:cubicBezTo>
                  <a:cubicBezTo>
                    <a:pt x="1150" y="197"/>
                    <a:pt x="1150" y="131"/>
                    <a:pt x="1150" y="66"/>
                  </a:cubicBezTo>
                  <a:cubicBezTo>
                    <a:pt x="1150" y="33"/>
                    <a:pt x="1085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1" name="Google Shape;2265;p11"/>
            <p:cNvSpPr/>
            <p:nvPr/>
          </p:nvSpPr>
          <p:spPr>
            <a:xfrm>
              <a:off x="1754280" y="70560"/>
              <a:ext cx="24840" cy="11412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1001" h="4581">
                  <a:moveTo>
                    <a:pt x="139" y="1"/>
                  </a:moveTo>
                  <a:cubicBezTo>
                    <a:pt x="71" y="1"/>
                    <a:pt x="0" y="78"/>
                    <a:pt x="47" y="172"/>
                  </a:cubicBezTo>
                  <a:cubicBezTo>
                    <a:pt x="475" y="797"/>
                    <a:pt x="705" y="1552"/>
                    <a:pt x="770" y="2308"/>
                  </a:cubicBezTo>
                  <a:cubicBezTo>
                    <a:pt x="803" y="2670"/>
                    <a:pt x="770" y="3064"/>
                    <a:pt x="705" y="3425"/>
                  </a:cubicBezTo>
                  <a:cubicBezTo>
                    <a:pt x="639" y="3787"/>
                    <a:pt x="540" y="4214"/>
                    <a:pt x="212" y="4378"/>
                  </a:cubicBezTo>
                  <a:cubicBezTo>
                    <a:pt x="124" y="4466"/>
                    <a:pt x="193" y="4581"/>
                    <a:pt x="279" y="4581"/>
                  </a:cubicBezTo>
                  <a:cubicBezTo>
                    <a:pt x="289" y="4581"/>
                    <a:pt x="300" y="4579"/>
                    <a:pt x="310" y="4576"/>
                  </a:cubicBezTo>
                  <a:cubicBezTo>
                    <a:pt x="606" y="4378"/>
                    <a:pt x="803" y="4083"/>
                    <a:pt x="836" y="3754"/>
                  </a:cubicBezTo>
                  <a:cubicBezTo>
                    <a:pt x="935" y="3327"/>
                    <a:pt x="1000" y="2900"/>
                    <a:pt x="967" y="2473"/>
                  </a:cubicBezTo>
                  <a:cubicBezTo>
                    <a:pt x="935" y="1618"/>
                    <a:pt x="705" y="764"/>
                    <a:pt x="212" y="41"/>
                  </a:cubicBezTo>
                  <a:cubicBezTo>
                    <a:pt x="193" y="13"/>
                    <a:pt x="16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2" name="Google Shape;2266;p11"/>
            <p:cNvSpPr/>
            <p:nvPr/>
          </p:nvSpPr>
          <p:spPr>
            <a:xfrm>
              <a:off x="1768680" y="140760"/>
              <a:ext cx="30600" cy="7704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1242" h="3093">
                  <a:moveTo>
                    <a:pt x="1098" y="0"/>
                  </a:moveTo>
                  <a:cubicBezTo>
                    <a:pt x="1045" y="0"/>
                    <a:pt x="995" y="33"/>
                    <a:pt x="1012" y="99"/>
                  </a:cubicBezTo>
                  <a:cubicBezTo>
                    <a:pt x="1045" y="624"/>
                    <a:pt x="979" y="1183"/>
                    <a:pt x="847" y="1742"/>
                  </a:cubicBezTo>
                  <a:cubicBezTo>
                    <a:pt x="716" y="2136"/>
                    <a:pt x="552" y="2695"/>
                    <a:pt x="92" y="2859"/>
                  </a:cubicBezTo>
                  <a:cubicBezTo>
                    <a:pt x="1" y="2920"/>
                    <a:pt x="22" y="3093"/>
                    <a:pt x="129" y="3093"/>
                  </a:cubicBezTo>
                  <a:cubicBezTo>
                    <a:pt x="138" y="3093"/>
                    <a:pt x="147" y="3091"/>
                    <a:pt x="157" y="3089"/>
                  </a:cubicBezTo>
                  <a:lnTo>
                    <a:pt x="190" y="3056"/>
                  </a:lnTo>
                  <a:cubicBezTo>
                    <a:pt x="617" y="2826"/>
                    <a:pt x="913" y="2399"/>
                    <a:pt x="1012" y="1906"/>
                  </a:cubicBezTo>
                  <a:cubicBezTo>
                    <a:pt x="1176" y="1315"/>
                    <a:pt x="1242" y="690"/>
                    <a:pt x="1209" y="99"/>
                  </a:cubicBezTo>
                  <a:cubicBezTo>
                    <a:pt x="1209" y="33"/>
                    <a:pt x="1151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3" name="Google Shape;2267;p11"/>
            <p:cNvSpPr/>
            <p:nvPr/>
          </p:nvSpPr>
          <p:spPr>
            <a:xfrm>
              <a:off x="1680120" y="221400"/>
              <a:ext cx="78120" cy="5004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3145" h="2019">
                  <a:moveTo>
                    <a:pt x="2975" y="1"/>
                  </a:moveTo>
                  <a:cubicBezTo>
                    <a:pt x="2951" y="1"/>
                    <a:pt x="2926" y="9"/>
                    <a:pt x="2904" y="31"/>
                  </a:cubicBezTo>
                  <a:cubicBezTo>
                    <a:pt x="2082" y="787"/>
                    <a:pt x="1129" y="1411"/>
                    <a:pt x="111" y="1839"/>
                  </a:cubicBezTo>
                  <a:cubicBezTo>
                    <a:pt x="0" y="1894"/>
                    <a:pt x="75" y="2018"/>
                    <a:pt x="160" y="2018"/>
                  </a:cubicBezTo>
                  <a:cubicBezTo>
                    <a:pt x="177" y="2018"/>
                    <a:pt x="193" y="2014"/>
                    <a:pt x="209" y="2003"/>
                  </a:cubicBezTo>
                  <a:lnTo>
                    <a:pt x="176" y="2003"/>
                  </a:lnTo>
                  <a:cubicBezTo>
                    <a:pt x="1228" y="1576"/>
                    <a:pt x="2214" y="951"/>
                    <a:pt x="3068" y="163"/>
                  </a:cubicBezTo>
                  <a:cubicBezTo>
                    <a:pt x="3145" y="112"/>
                    <a:pt x="3062" y="1"/>
                    <a:pt x="29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4" name="Google Shape;2268;p11"/>
            <p:cNvSpPr/>
            <p:nvPr/>
          </p:nvSpPr>
          <p:spPr>
            <a:xfrm>
              <a:off x="471600" y="589680"/>
              <a:ext cx="121320" cy="85680"/>
            </a:xfrm>
            <a:custGeom>
              <a:avLst/>
              <a:gdLst>
                <a:gd name="textAreaLeft" fmla="*/ 0 w 121320"/>
                <a:gd name="textAreaRight" fmla="*/ 121680 w 12132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4868" h="3444">
                  <a:moveTo>
                    <a:pt x="159" y="0"/>
                  </a:moveTo>
                  <a:cubicBezTo>
                    <a:pt x="83" y="0"/>
                    <a:pt x="1" y="85"/>
                    <a:pt x="47" y="154"/>
                  </a:cubicBezTo>
                  <a:lnTo>
                    <a:pt x="79" y="154"/>
                  </a:lnTo>
                  <a:cubicBezTo>
                    <a:pt x="1131" y="1797"/>
                    <a:pt x="2807" y="2980"/>
                    <a:pt x="4680" y="3440"/>
                  </a:cubicBezTo>
                  <a:cubicBezTo>
                    <a:pt x="4690" y="3443"/>
                    <a:pt x="4700" y="3444"/>
                    <a:pt x="4709" y="3444"/>
                  </a:cubicBezTo>
                  <a:cubicBezTo>
                    <a:pt x="4820" y="3444"/>
                    <a:pt x="4867" y="3273"/>
                    <a:pt x="4746" y="3243"/>
                  </a:cubicBezTo>
                  <a:cubicBezTo>
                    <a:pt x="2905" y="2783"/>
                    <a:pt x="1262" y="1633"/>
                    <a:pt x="244" y="56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5" name="Google Shape;2269;p11"/>
            <p:cNvSpPr/>
            <p:nvPr/>
          </p:nvSpPr>
          <p:spPr>
            <a:xfrm>
              <a:off x="520920" y="610200"/>
              <a:ext cx="63360" cy="378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2552" h="1530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cubicBezTo>
                    <a:pt x="711" y="807"/>
                    <a:pt x="1500" y="1267"/>
                    <a:pt x="2387" y="1530"/>
                  </a:cubicBezTo>
                  <a:cubicBezTo>
                    <a:pt x="2486" y="1530"/>
                    <a:pt x="2552" y="1365"/>
                    <a:pt x="2420" y="1333"/>
                  </a:cubicBezTo>
                  <a:cubicBezTo>
                    <a:pt x="1599" y="1070"/>
                    <a:pt x="843" y="610"/>
                    <a:pt x="219" y="18"/>
                  </a:cubicBezTo>
                  <a:cubicBezTo>
                    <a:pt x="200" y="6"/>
                    <a:pt x="180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6" name="Google Shape;2270;p11"/>
            <p:cNvSpPr/>
            <p:nvPr/>
          </p:nvSpPr>
          <p:spPr>
            <a:xfrm>
              <a:off x="563760" y="609840"/>
              <a:ext cx="50040" cy="2160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019" h="882">
                  <a:moveTo>
                    <a:pt x="123" y="0"/>
                  </a:moveTo>
                  <a:cubicBezTo>
                    <a:pt x="49" y="0"/>
                    <a:pt x="0" y="139"/>
                    <a:pt x="80" y="191"/>
                  </a:cubicBezTo>
                  <a:cubicBezTo>
                    <a:pt x="606" y="553"/>
                    <a:pt x="1230" y="816"/>
                    <a:pt x="1887" y="882"/>
                  </a:cubicBezTo>
                  <a:cubicBezTo>
                    <a:pt x="2019" y="882"/>
                    <a:pt x="2019" y="684"/>
                    <a:pt x="1887" y="684"/>
                  </a:cubicBezTo>
                  <a:cubicBezTo>
                    <a:pt x="1263" y="586"/>
                    <a:pt x="671" y="356"/>
                    <a:pt x="178" y="27"/>
                  </a:cubicBezTo>
                  <a:cubicBezTo>
                    <a:pt x="159" y="8"/>
                    <a:pt x="140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7" name="Google Shape;2271;p11"/>
            <p:cNvSpPr/>
            <p:nvPr/>
          </p:nvSpPr>
          <p:spPr>
            <a:xfrm>
              <a:off x="691560" y="611640"/>
              <a:ext cx="116640" cy="7020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4680" h="2825">
                  <a:moveTo>
                    <a:pt x="4547" y="0"/>
                  </a:moveTo>
                  <a:cubicBezTo>
                    <a:pt x="4518" y="0"/>
                    <a:pt x="4489" y="16"/>
                    <a:pt x="4469" y="56"/>
                  </a:cubicBezTo>
                  <a:cubicBezTo>
                    <a:pt x="3746" y="1074"/>
                    <a:pt x="2761" y="1896"/>
                    <a:pt x="1578" y="2323"/>
                  </a:cubicBezTo>
                  <a:cubicBezTo>
                    <a:pt x="1204" y="2524"/>
                    <a:pt x="780" y="2625"/>
                    <a:pt x="349" y="2625"/>
                  </a:cubicBezTo>
                  <a:cubicBezTo>
                    <a:pt x="288" y="2625"/>
                    <a:pt x="226" y="2623"/>
                    <a:pt x="165" y="2619"/>
                  </a:cubicBezTo>
                  <a:cubicBezTo>
                    <a:pt x="66" y="2619"/>
                    <a:pt x="0" y="2816"/>
                    <a:pt x="132" y="2816"/>
                  </a:cubicBezTo>
                  <a:cubicBezTo>
                    <a:pt x="207" y="2821"/>
                    <a:pt x="282" y="2824"/>
                    <a:pt x="358" y="2824"/>
                  </a:cubicBezTo>
                  <a:cubicBezTo>
                    <a:pt x="750" y="2824"/>
                    <a:pt x="1154" y="2751"/>
                    <a:pt x="1512" y="2586"/>
                  </a:cubicBezTo>
                  <a:cubicBezTo>
                    <a:pt x="1939" y="2422"/>
                    <a:pt x="2333" y="2225"/>
                    <a:pt x="2728" y="1995"/>
                  </a:cubicBezTo>
                  <a:cubicBezTo>
                    <a:pt x="3484" y="1502"/>
                    <a:pt x="4141" y="877"/>
                    <a:pt x="4634" y="154"/>
                  </a:cubicBezTo>
                  <a:cubicBezTo>
                    <a:pt x="4680" y="85"/>
                    <a:pt x="4613" y="0"/>
                    <a:pt x="45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8" name="Google Shape;2272;p11"/>
            <p:cNvSpPr/>
            <p:nvPr/>
          </p:nvSpPr>
          <p:spPr>
            <a:xfrm>
              <a:off x="786600" y="553680"/>
              <a:ext cx="96120" cy="11412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3866" h="4578">
                  <a:moveTo>
                    <a:pt x="3735" y="1"/>
                  </a:moveTo>
                  <a:cubicBezTo>
                    <a:pt x="3697" y="1"/>
                    <a:pt x="3660" y="22"/>
                    <a:pt x="3648" y="73"/>
                  </a:cubicBezTo>
                  <a:cubicBezTo>
                    <a:pt x="3352" y="960"/>
                    <a:pt x="2892" y="1781"/>
                    <a:pt x="2235" y="2471"/>
                  </a:cubicBezTo>
                  <a:cubicBezTo>
                    <a:pt x="1939" y="2800"/>
                    <a:pt x="1643" y="3129"/>
                    <a:pt x="1315" y="3457"/>
                  </a:cubicBezTo>
                  <a:cubicBezTo>
                    <a:pt x="1150" y="3621"/>
                    <a:pt x="986" y="3753"/>
                    <a:pt x="822" y="3917"/>
                  </a:cubicBezTo>
                  <a:cubicBezTo>
                    <a:pt x="657" y="4082"/>
                    <a:pt x="395" y="4312"/>
                    <a:pt x="132" y="4377"/>
                  </a:cubicBezTo>
                  <a:cubicBezTo>
                    <a:pt x="9" y="4377"/>
                    <a:pt x="1" y="4578"/>
                    <a:pt x="107" y="4578"/>
                  </a:cubicBezTo>
                  <a:cubicBezTo>
                    <a:pt x="115" y="4578"/>
                    <a:pt x="123" y="4577"/>
                    <a:pt x="132" y="4574"/>
                  </a:cubicBezTo>
                  <a:cubicBezTo>
                    <a:pt x="592" y="4542"/>
                    <a:pt x="953" y="4082"/>
                    <a:pt x="1282" y="3753"/>
                  </a:cubicBezTo>
                  <a:cubicBezTo>
                    <a:pt x="1577" y="3457"/>
                    <a:pt x="2005" y="3063"/>
                    <a:pt x="2366" y="2669"/>
                  </a:cubicBezTo>
                  <a:cubicBezTo>
                    <a:pt x="3023" y="1946"/>
                    <a:pt x="3549" y="1058"/>
                    <a:pt x="3845" y="138"/>
                  </a:cubicBezTo>
                  <a:cubicBezTo>
                    <a:pt x="3865" y="57"/>
                    <a:pt x="3798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9" name="Google Shape;2273;p11"/>
            <p:cNvSpPr/>
            <p:nvPr/>
          </p:nvSpPr>
          <p:spPr>
            <a:xfrm>
              <a:off x="822600" y="536760"/>
              <a:ext cx="43920" cy="5796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1765" h="2328">
                  <a:moveTo>
                    <a:pt x="1643" y="0"/>
                  </a:moveTo>
                  <a:cubicBezTo>
                    <a:pt x="1611" y="0"/>
                    <a:pt x="1578" y="19"/>
                    <a:pt x="1556" y="62"/>
                  </a:cubicBezTo>
                  <a:cubicBezTo>
                    <a:pt x="1162" y="818"/>
                    <a:pt x="669" y="1508"/>
                    <a:pt x="78" y="2166"/>
                  </a:cubicBezTo>
                  <a:cubicBezTo>
                    <a:pt x="1" y="2217"/>
                    <a:pt x="84" y="2328"/>
                    <a:pt x="155" y="2328"/>
                  </a:cubicBezTo>
                  <a:cubicBezTo>
                    <a:pt x="175" y="2328"/>
                    <a:pt x="195" y="2319"/>
                    <a:pt x="209" y="2297"/>
                  </a:cubicBezTo>
                  <a:cubicBezTo>
                    <a:pt x="834" y="1673"/>
                    <a:pt x="1326" y="950"/>
                    <a:pt x="1721" y="161"/>
                  </a:cubicBezTo>
                  <a:cubicBezTo>
                    <a:pt x="1765" y="73"/>
                    <a:pt x="1706" y="0"/>
                    <a:pt x="164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0" name="Google Shape;2274;p11"/>
            <p:cNvSpPr/>
            <p:nvPr/>
          </p:nvSpPr>
          <p:spPr>
            <a:xfrm>
              <a:off x="86760" y="1000080"/>
              <a:ext cx="158040" cy="158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6335" h="647">
                  <a:moveTo>
                    <a:pt x="6206" y="0"/>
                  </a:moveTo>
                  <a:cubicBezTo>
                    <a:pt x="6198" y="0"/>
                    <a:pt x="6188" y="1"/>
                    <a:pt x="6178" y="4"/>
                  </a:cubicBezTo>
                  <a:cubicBezTo>
                    <a:pt x="5131" y="301"/>
                    <a:pt x="4055" y="449"/>
                    <a:pt x="2982" y="449"/>
                  </a:cubicBezTo>
                  <a:cubicBezTo>
                    <a:pt x="2035" y="449"/>
                    <a:pt x="1089" y="334"/>
                    <a:pt x="165" y="103"/>
                  </a:cubicBezTo>
                  <a:cubicBezTo>
                    <a:pt x="33" y="103"/>
                    <a:pt x="0" y="267"/>
                    <a:pt x="132" y="300"/>
                  </a:cubicBezTo>
                  <a:cubicBezTo>
                    <a:pt x="1071" y="531"/>
                    <a:pt x="2033" y="646"/>
                    <a:pt x="2995" y="646"/>
                  </a:cubicBezTo>
                  <a:cubicBezTo>
                    <a:pt x="4086" y="646"/>
                    <a:pt x="5179" y="498"/>
                    <a:pt x="6244" y="201"/>
                  </a:cubicBezTo>
                  <a:cubicBezTo>
                    <a:pt x="6335" y="171"/>
                    <a:pt x="6314" y="0"/>
                    <a:pt x="620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1" name="Google Shape;2275;p11"/>
            <p:cNvSpPr/>
            <p:nvPr/>
          </p:nvSpPr>
          <p:spPr>
            <a:xfrm>
              <a:off x="128880" y="990000"/>
              <a:ext cx="78480" cy="8640"/>
            </a:xfrm>
            <a:custGeom>
              <a:avLst/>
              <a:gdLst>
                <a:gd name="textAreaLeft" fmla="*/ 0 w 78480"/>
                <a:gd name="textAreaRight" fmla="*/ 78840 w 7848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3147" h="354">
                  <a:moveTo>
                    <a:pt x="164" y="0"/>
                  </a:moveTo>
                  <a:cubicBezTo>
                    <a:pt x="50" y="0"/>
                    <a:pt x="1" y="201"/>
                    <a:pt x="124" y="201"/>
                  </a:cubicBezTo>
                  <a:cubicBezTo>
                    <a:pt x="622" y="304"/>
                    <a:pt x="1129" y="353"/>
                    <a:pt x="1636" y="353"/>
                  </a:cubicBezTo>
                  <a:cubicBezTo>
                    <a:pt x="2098" y="353"/>
                    <a:pt x="2561" y="312"/>
                    <a:pt x="3015" y="234"/>
                  </a:cubicBezTo>
                  <a:cubicBezTo>
                    <a:pt x="3147" y="234"/>
                    <a:pt x="3081" y="36"/>
                    <a:pt x="2950" y="36"/>
                  </a:cubicBezTo>
                  <a:cubicBezTo>
                    <a:pt x="2535" y="111"/>
                    <a:pt x="2121" y="145"/>
                    <a:pt x="1706" y="145"/>
                  </a:cubicBezTo>
                  <a:cubicBezTo>
                    <a:pt x="1201" y="145"/>
                    <a:pt x="695" y="94"/>
                    <a:pt x="189" y="4"/>
                  </a:cubicBezTo>
                  <a:cubicBezTo>
                    <a:pt x="181" y="1"/>
                    <a:pt x="172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2" name="Google Shape;2276;p11"/>
            <p:cNvSpPr/>
            <p:nvPr/>
          </p:nvSpPr>
          <p:spPr>
            <a:xfrm>
              <a:off x="156600" y="969480"/>
              <a:ext cx="52920" cy="86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2127" h="366">
                  <a:moveTo>
                    <a:pt x="1968" y="0"/>
                  </a:moveTo>
                  <a:cubicBezTo>
                    <a:pt x="1959" y="0"/>
                    <a:pt x="1949" y="2"/>
                    <a:pt x="1939" y="4"/>
                  </a:cubicBezTo>
                  <a:cubicBezTo>
                    <a:pt x="1487" y="105"/>
                    <a:pt x="1035" y="147"/>
                    <a:pt x="569" y="147"/>
                  </a:cubicBezTo>
                  <a:cubicBezTo>
                    <a:pt x="425" y="147"/>
                    <a:pt x="279" y="143"/>
                    <a:pt x="132" y="136"/>
                  </a:cubicBezTo>
                  <a:cubicBezTo>
                    <a:pt x="0" y="136"/>
                    <a:pt x="0" y="333"/>
                    <a:pt x="132" y="366"/>
                  </a:cubicBezTo>
                  <a:cubicBezTo>
                    <a:pt x="756" y="366"/>
                    <a:pt x="1381" y="333"/>
                    <a:pt x="2005" y="201"/>
                  </a:cubicBezTo>
                  <a:cubicBezTo>
                    <a:pt x="2126" y="171"/>
                    <a:pt x="2080" y="0"/>
                    <a:pt x="196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3" name="Google Shape;2277;p11"/>
            <p:cNvSpPr/>
            <p:nvPr/>
          </p:nvSpPr>
          <p:spPr>
            <a:xfrm>
              <a:off x="383760" y="694800"/>
              <a:ext cx="26640" cy="1983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198360"/>
                <a:gd name="textAreaBottom" fmla="*/ 198720 h 198360"/>
              </a:gdLst>
              <a:ahLst/>
              <a:cxnLst/>
              <a:rect l="textAreaLeft" t="textAreaTop" r="textAreaRight" b="textAreaBottom"/>
              <a:pathLst>
                <a:path w="1076" h="7942">
                  <a:moveTo>
                    <a:pt x="412" y="1"/>
                  </a:moveTo>
                  <a:cubicBezTo>
                    <a:pt x="355" y="1"/>
                    <a:pt x="301" y="44"/>
                    <a:pt x="319" y="117"/>
                  </a:cubicBezTo>
                  <a:cubicBezTo>
                    <a:pt x="582" y="1465"/>
                    <a:pt x="779" y="2845"/>
                    <a:pt x="845" y="4225"/>
                  </a:cubicBezTo>
                  <a:cubicBezTo>
                    <a:pt x="878" y="4882"/>
                    <a:pt x="845" y="5539"/>
                    <a:pt x="779" y="6197"/>
                  </a:cubicBezTo>
                  <a:cubicBezTo>
                    <a:pt x="747" y="6657"/>
                    <a:pt x="714" y="7610"/>
                    <a:pt x="122" y="7741"/>
                  </a:cubicBezTo>
                  <a:cubicBezTo>
                    <a:pt x="1" y="7771"/>
                    <a:pt x="48" y="7942"/>
                    <a:pt x="159" y="7942"/>
                  </a:cubicBezTo>
                  <a:cubicBezTo>
                    <a:pt x="168" y="7942"/>
                    <a:pt x="178" y="7941"/>
                    <a:pt x="188" y="7938"/>
                  </a:cubicBezTo>
                  <a:cubicBezTo>
                    <a:pt x="648" y="7840"/>
                    <a:pt x="812" y="7314"/>
                    <a:pt x="911" y="6887"/>
                  </a:cubicBezTo>
                  <a:cubicBezTo>
                    <a:pt x="1010" y="6131"/>
                    <a:pt x="1075" y="5375"/>
                    <a:pt x="1075" y="4619"/>
                  </a:cubicBezTo>
                  <a:cubicBezTo>
                    <a:pt x="1010" y="3108"/>
                    <a:pt x="812" y="1563"/>
                    <a:pt x="517" y="85"/>
                  </a:cubicBezTo>
                  <a:cubicBezTo>
                    <a:pt x="502" y="27"/>
                    <a:pt x="456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4" name="Google Shape;2278;p11"/>
            <p:cNvSpPr/>
            <p:nvPr/>
          </p:nvSpPr>
          <p:spPr>
            <a:xfrm>
              <a:off x="379440" y="775440"/>
              <a:ext cx="10080" cy="828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415" h="3331">
                  <a:moveTo>
                    <a:pt x="177" y="0"/>
                  </a:moveTo>
                  <a:cubicBezTo>
                    <a:pt x="113" y="0"/>
                    <a:pt x="33" y="56"/>
                    <a:pt x="53" y="138"/>
                  </a:cubicBezTo>
                  <a:cubicBezTo>
                    <a:pt x="218" y="1156"/>
                    <a:pt x="185" y="2208"/>
                    <a:pt x="20" y="3194"/>
                  </a:cubicBezTo>
                  <a:cubicBezTo>
                    <a:pt x="0" y="3275"/>
                    <a:pt x="68" y="3331"/>
                    <a:pt x="130" y="3331"/>
                  </a:cubicBezTo>
                  <a:cubicBezTo>
                    <a:pt x="168" y="3331"/>
                    <a:pt x="205" y="3309"/>
                    <a:pt x="218" y="3259"/>
                  </a:cubicBezTo>
                  <a:cubicBezTo>
                    <a:pt x="415" y="2208"/>
                    <a:pt x="415" y="1123"/>
                    <a:pt x="250" y="72"/>
                  </a:cubicBezTo>
                  <a:cubicBezTo>
                    <a:pt x="250" y="22"/>
                    <a:pt x="21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5" name="Google Shape;2279;p11"/>
            <p:cNvSpPr/>
            <p:nvPr/>
          </p:nvSpPr>
          <p:spPr>
            <a:xfrm>
              <a:off x="360360" y="793800"/>
              <a:ext cx="9720" cy="4284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396" h="1734">
                  <a:moveTo>
                    <a:pt x="247" y="0"/>
                  </a:moveTo>
                  <a:cubicBezTo>
                    <a:pt x="190" y="0"/>
                    <a:pt x="132" y="33"/>
                    <a:pt x="132" y="99"/>
                  </a:cubicBezTo>
                  <a:cubicBezTo>
                    <a:pt x="198" y="592"/>
                    <a:pt x="132" y="1117"/>
                    <a:pt x="1" y="1610"/>
                  </a:cubicBezTo>
                  <a:cubicBezTo>
                    <a:pt x="1" y="1690"/>
                    <a:pt x="61" y="1733"/>
                    <a:pt x="116" y="1733"/>
                  </a:cubicBezTo>
                  <a:cubicBezTo>
                    <a:pt x="152" y="1733"/>
                    <a:pt x="185" y="1715"/>
                    <a:pt x="198" y="1676"/>
                  </a:cubicBezTo>
                  <a:cubicBezTo>
                    <a:pt x="329" y="1150"/>
                    <a:pt x="395" y="624"/>
                    <a:pt x="362" y="99"/>
                  </a:cubicBezTo>
                  <a:cubicBezTo>
                    <a:pt x="362" y="33"/>
                    <a:pt x="305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6" name="Google Shape;2280;p11"/>
            <p:cNvSpPr/>
            <p:nvPr/>
          </p:nvSpPr>
          <p:spPr>
            <a:xfrm>
              <a:off x="357480" y="915480"/>
              <a:ext cx="113400" cy="10980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4548" h="4404">
                  <a:moveTo>
                    <a:pt x="4426" y="0"/>
                  </a:moveTo>
                  <a:cubicBezTo>
                    <a:pt x="4398" y="0"/>
                    <a:pt x="4373" y="18"/>
                    <a:pt x="4362" y="62"/>
                  </a:cubicBezTo>
                  <a:cubicBezTo>
                    <a:pt x="3540" y="1935"/>
                    <a:pt x="1996" y="3447"/>
                    <a:pt x="90" y="4202"/>
                  </a:cubicBezTo>
                  <a:cubicBezTo>
                    <a:pt x="0" y="4262"/>
                    <a:pt x="19" y="4404"/>
                    <a:pt x="123" y="4404"/>
                  </a:cubicBezTo>
                  <a:cubicBezTo>
                    <a:pt x="133" y="4404"/>
                    <a:pt x="144" y="4403"/>
                    <a:pt x="156" y="4400"/>
                  </a:cubicBezTo>
                  <a:cubicBezTo>
                    <a:pt x="2127" y="3611"/>
                    <a:pt x="3672" y="2099"/>
                    <a:pt x="4526" y="161"/>
                  </a:cubicBezTo>
                  <a:cubicBezTo>
                    <a:pt x="4548" y="73"/>
                    <a:pt x="4482" y="0"/>
                    <a:pt x="44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7" name="Google Shape;2281;p11"/>
            <p:cNvSpPr/>
            <p:nvPr/>
          </p:nvSpPr>
          <p:spPr>
            <a:xfrm>
              <a:off x="374760" y="983520"/>
              <a:ext cx="64080" cy="4752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2584" h="1914">
                  <a:moveTo>
                    <a:pt x="2441" y="1"/>
                  </a:moveTo>
                  <a:cubicBezTo>
                    <a:pt x="2409" y="1"/>
                    <a:pt x="2376" y="13"/>
                    <a:pt x="2348" y="41"/>
                  </a:cubicBezTo>
                  <a:cubicBezTo>
                    <a:pt x="1757" y="796"/>
                    <a:pt x="1001" y="1355"/>
                    <a:pt x="114" y="1684"/>
                  </a:cubicBezTo>
                  <a:cubicBezTo>
                    <a:pt x="1" y="1740"/>
                    <a:pt x="34" y="1894"/>
                    <a:pt x="129" y="1894"/>
                  </a:cubicBezTo>
                  <a:cubicBezTo>
                    <a:pt x="144" y="1894"/>
                    <a:pt x="161" y="1890"/>
                    <a:pt x="180" y="1881"/>
                  </a:cubicBezTo>
                  <a:lnTo>
                    <a:pt x="180" y="1914"/>
                  </a:lnTo>
                  <a:cubicBezTo>
                    <a:pt x="1100" y="1552"/>
                    <a:pt x="1921" y="961"/>
                    <a:pt x="2513" y="172"/>
                  </a:cubicBezTo>
                  <a:cubicBezTo>
                    <a:pt x="2583" y="78"/>
                    <a:pt x="2519" y="1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8" name="Google Shape;2282;p11"/>
            <p:cNvSpPr/>
            <p:nvPr/>
          </p:nvSpPr>
          <p:spPr>
            <a:xfrm>
              <a:off x="392760" y="1010520"/>
              <a:ext cx="47160" cy="3708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901" h="1495">
                  <a:moveTo>
                    <a:pt x="1757" y="0"/>
                  </a:moveTo>
                  <a:cubicBezTo>
                    <a:pt x="1734" y="0"/>
                    <a:pt x="1711" y="10"/>
                    <a:pt x="1695" y="35"/>
                  </a:cubicBezTo>
                  <a:cubicBezTo>
                    <a:pt x="1235" y="561"/>
                    <a:pt x="709" y="988"/>
                    <a:pt x="85" y="1284"/>
                  </a:cubicBezTo>
                  <a:cubicBezTo>
                    <a:pt x="0" y="1340"/>
                    <a:pt x="61" y="1494"/>
                    <a:pt x="143" y="1494"/>
                  </a:cubicBezTo>
                  <a:cubicBezTo>
                    <a:pt x="156" y="1494"/>
                    <a:pt x="170" y="1490"/>
                    <a:pt x="183" y="1481"/>
                  </a:cubicBezTo>
                  <a:cubicBezTo>
                    <a:pt x="808" y="1152"/>
                    <a:pt x="1366" y="692"/>
                    <a:pt x="1826" y="166"/>
                  </a:cubicBezTo>
                  <a:cubicBezTo>
                    <a:pt x="1900" y="93"/>
                    <a:pt x="18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9" name="Google Shape;2283;p11"/>
            <p:cNvSpPr/>
            <p:nvPr/>
          </p:nvSpPr>
          <p:spPr>
            <a:xfrm>
              <a:off x="398880" y="1111320"/>
              <a:ext cx="95760" cy="205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844" h="833">
                  <a:moveTo>
                    <a:pt x="3679" y="1"/>
                  </a:moveTo>
                  <a:cubicBezTo>
                    <a:pt x="3663" y="1"/>
                    <a:pt x="3645" y="5"/>
                    <a:pt x="3627" y="14"/>
                  </a:cubicBezTo>
                  <a:cubicBezTo>
                    <a:pt x="3037" y="432"/>
                    <a:pt x="2359" y="642"/>
                    <a:pt x="1676" y="642"/>
                  </a:cubicBezTo>
                  <a:cubicBezTo>
                    <a:pt x="1179" y="642"/>
                    <a:pt x="680" y="531"/>
                    <a:pt x="209" y="310"/>
                  </a:cubicBezTo>
                  <a:cubicBezTo>
                    <a:pt x="188" y="299"/>
                    <a:pt x="168" y="294"/>
                    <a:pt x="149" y="294"/>
                  </a:cubicBezTo>
                  <a:cubicBezTo>
                    <a:pt x="52" y="294"/>
                    <a:pt x="1" y="419"/>
                    <a:pt x="111" y="474"/>
                  </a:cubicBezTo>
                  <a:cubicBezTo>
                    <a:pt x="605" y="714"/>
                    <a:pt x="1147" y="833"/>
                    <a:pt x="1692" y="833"/>
                  </a:cubicBezTo>
                  <a:cubicBezTo>
                    <a:pt x="2414" y="833"/>
                    <a:pt x="3140" y="623"/>
                    <a:pt x="3758" y="211"/>
                  </a:cubicBezTo>
                  <a:cubicBezTo>
                    <a:pt x="3843" y="155"/>
                    <a:pt x="3782" y="1"/>
                    <a:pt x="367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0" name="Google Shape;2284;p11"/>
            <p:cNvSpPr/>
            <p:nvPr/>
          </p:nvSpPr>
          <p:spPr>
            <a:xfrm>
              <a:off x="615240" y="866880"/>
              <a:ext cx="28080" cy="14940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1138" h="5990">
                  <a:moveTo>
                    <a:pt x="1039" y="1"/>
                  </a:moveTo>
                  <a:cubicBezTo>
                    <a:pt x="990" y="1"/>
                    <a:pt x="940" y="33"/>
                    <a:pt x="940" y="99"/>
                  </a:cubicBezTo>
                  <a:cubicBezTo>
                    <a:pt x="875" y="2038"/>
                    <a:pt x="809" y="4042"/>
                    <a:pt x="20" y="5883"/>
                  </a:cubicBezTo>
                  <a:cubicBezTo>
                    <a:pt x="1" y="5942"/>
                    <a:pt x="64" y="5989"/>
                    <a:pt x="124" y="5989"/>
                  </a:cubicBezTo>
                  <a:cubicBezTo>
                    <a:pt x="165" y="5989"/>
                    <a:pt x="204" y="5968"/>
                    <a:pt x="217" y="5915"/>
                  </a:cubicBezTo>
                  <a:cubicBezTo>
                    <a:pt x="1006" y="4075"/>
                    <a:pt x="1072" y="2071"/>
                    <a:pt x="1138" y="99"/>
                  </a:cubicBezTo>
                  <a:cubicBezTo>
                    <a:pt x="1138" y="33"/>
                    <a:pt x="1088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1" name="Google Shape;2285;p11"/>
            <p:cNvSpPr/>
            <p:nvPr/>
          </p:nvSpPr>
          <p:spPr>
            <a:xfrm>
              <a:off x="606960" y="813600"/>
              <a:ext cx="18720" cy="137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757" h="5495">
                  <a:moveTo>
                    <a:pt x="658" y="1"/>
                  </a:moveTo>
                  <a:cubicBezTo>
                    <a:pt x="609" y="1"/>
                    <a:pt x="559" y="34"/>
                    <a:pt x="559" y="99"/>
                  </a:cubicBezTo>
                  <a:cubicBezTo>
                    <a:pt x="494" y="1874"/>
                    <a:pt x="297" y="3615"/>
                    <a:pt x="1" y="5357"/>
                  </a:cubicBezTo>
                  <a:cubicBezTo>
                    <a:pt x="1" y="5438"/>
                    <a:pt x="64" y="5494"/>
                    <a:pt x="119" y="5494"/>
                  </a:cubicBezTo>
                  <a:cubicBezTo>
                    <a:pt x="154" y="5494"/>
                    <a:pt x="185" y="5473"/>
                    <a:pt x="198" y="5423"/>
                  </a:cubicBezTo>
                  <a:lnTo>
                    <a:pt x="198" y="5455"/>
                  </a:lnTo>
                  <a:cubicBezTo>
                    <a:pt x="494" y="3681"/>
                    <a:pt x="691" y="1907"/>
                    <a:pt x="757" y="99"/>
                  </a:cubicBezTo>
                  <a:cubicBezTo>
                    <a:pt x="757" y="34"/>
                    <a:pt x="707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2" name="Google Shape;2286;p11"/>
            <p:cNvSpPr/>
            <p:nvPr/>
          </p:nvSpPr>
          <p:spPr>
            <a:xfrm>
              <a:off x="610560" y="714960"/>
              <a:ext cx="10800" cy="7488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449" h="3003">
                  <a:moveTo>
                    <a:pt x="131" y="1"/>
                  </a:moveTo>
                  <a:cubicBezTo>
                    <a:pt x="68" y="1"/>
                    <a:pt x="1" y="57"/>
                    <a:pt x="21" y="138"/>
                  </a:cubicBezTo>
                  <a:cubicBezTo>
                    <a:pt x="218" y="1025"/>
                    <a:pt x="251" y="1945"/>
                    <a:pt x="120" y="2865"/>
                  </a:cubicBezTo>
                  <a:cubicBezTo>
                    <a:pt x="99" y="2947"/>
                    <a:pt x="167" y="3003"/>
                    <a:pt x="229" y="3003"/>
                  </a:cubicBezTo>
                  <a:cubicBezTo>
                    <a:pt x="268" y="3003"/>
                    <a:pt x="304" y="2981"/>
                    <a:pt x="317" y="2931"/>
                  </a:cubicBezTo>
                  <a:cubicBezTo>
                    <a:pt x="448" y="1978"/>
                    <a:pt x="415" y="1025"/>
                    <a:pt x="218" y="72"/>
                  </a:cubicBezTo>
                  <a:cubicBezTo>
                    <a:pt x="206" y="22"/>
                    <a:pt x="169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3" name="Google Shape;2287;p11"/>
            <p:cNvSpPr/>
            <p:nvPr/>
          </p:nvSpPr>
          <p:spPr>
            <a:xfrm>
              <a:off x="625680" y="736200"/>
              <a:ext cx="6480" cy="3636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79" h="1468">
                  <a:moveTo>
                    <a:pt x="116" y="1"/>
                  </a:moveTo>
                  <a:cubicBezTo>
                    <a:pt x="58" y="1"/>
                    <a:pt x="1" y="34"/>
                    <a:pt x="1" y="99"/>
                  </a:cubicBezTo>
                  <a:lnTo>
                    <a:pt x="66" y="1381"/>
                  </a:lnTo>
                  <a:cubicBezTo>
                    <a:pt x="66" y="1434"/>
                    <a:pt x="132" y="1468"/>
                    <a:pt x="188" y="1468"/>
                  </a:cubicBezTo>
                  <a:cubicBezTo>
                    <a:pt x="237" y="1468"/>
                    <a:pt x="279" y="1442"/>
                    <a:pt x="263" y="1381"/>
                  </a:cubicBezTo>
                  <a:lnTo>
                    <a:pt x="231" y="99"/>
                  </a:lnTo>
                  <a:cubicBezTo>
                    <a:pt x="231" y="34"/>
                    <a:pt x="173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4" name="Google Shape;2288;p11"/>
            <p:cNvSpPr/>
            <p:nvPr/>
          </p:nvSpPr>
          <p:spPr>
            <a:xfrm>
              <a:off x="319680" y="1015560"/>
              <a:ext cx="45000" cy="12276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809" h="4929">
                  <a:moveTo>
                    <a:pt x="149" y="0"/>
                  </a:moveTo>
                  <a:cubicBezTo>
                    <a:pt x="70" y="0"/>
                    <a:pt x="1" y="70"/>
                    <a:pt x="47" y="140"/>
                  </a:cubicBezTo>
                  <a:cubicBezTo>
                    <a:pt x="1066" y="1520"/>
                    <a:pt x="1329" y="3229"/>
                    <a:pt x="1592" y="4872"/>
                  </a:cubicBezTo>
                  <a:cubicBezTo>
                    <a:pt x="1605" y="4911"/>
                    <a:pt x="1643" y="4929"/>
                    <a:pt x="1683" y="4929"/>
                  </a:cubicBezTo>
                  <a:cubicBezTo>
                    <a:pt x="1745" y="4929"/>
                    <a:pt x="1809" y="4886"/>
                    <a:pt x="1789" y="4806"/>
                  </a:cubicBezTo>
                  <a:cubicBezTo>
                    <a:pt x="1526" y="3163"/>
                    <a:pt x="1263" y="1421"/>
                    <a:pt x="245" y="41"/>
                  </a:cubicBezTo>
                  <a:cubicBezTo>
                    <a:pt x="216" y="12"/>
                    <a:pt x="18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5" name="Google Shape;2289;p11"/>
            <p:cNvSpPr/>
            <p:nvPr/>
          </p:nvSpPr>
          <p:spPr>
            <a:xfrm>
              <a:off x="322920" y="1071720"/>
              <a:ext cx="22320" cy="8964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911" h="3605">
                  <a:moveTo>
                    <a:pt x="142" y="0"/>
                  </a:moveTo>
                  <a:cubicBezTo>
                    <a:pt x="73" y="0"/>
                    <a:pt x="0" y="85"/>
                    <a:pt x="23" y="154"/>
                  </a:cubicBezTo>
                  <a:cubicBezTo>
                    <a:pt x="516" y="1206"/>
                    <a:pt x="713" y="2356"/>
                    <a:pt x="647" y="3506"/>
                  </a:cubicBezTo>
                  <a:cubicBezTo>
                    <a:pt x="647" y="3572"/>
                    <a:pt x="697" y="3604"/>
                    <a:pt x="750" y="3604"/>
                  </a:cubicBezTo>
                  <a:cubicBezTo>
                    <a:pt x="803" y="3604"/>
                    <a:pt x="861" y="3572"/>
                    <a:pt x="877" y="3506"/>
                  </a:cubicBezTo>
                  <a:cubicBezTo>
                    <a:pt x="910" y="2323"/>
                    <a:pt x="680" y="1140"/>
                    <a:pt x="220" y="56"/>
                  </a:cubicBezTo>
                  <a:cubicBezTo>
                    <a:pt x="200" y="16"/>
                    <a:pt x="172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6" name="Google Shape;2290;p11"/>
            <p:cNvSpPr/>
            <p:nvPr/>
          </p:nvSpPr>
          <p:spPr>
            <a:xfrm>
              <a:off x="375480" y="1138680"/>
              <a:ext cx="21600" cy="1620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875" h="6488">
                  <a:moveTo>
                    <a:pt x="294" y="0"/>
                  </a:moveTo>
                  <a:cubicBezTo>
                    <a:pt x="232" y="0"/>
                    <a:pt x="164" y="57"/>
                    <a:pt x="184" y="138"/>
                  </a:cubicBezTo>
                  <a:cubicBezTo>
                    <a:pt x="677" y="2208"/>
                    <a:pt x="612" y="4344"/>
                    <a:pt x="20" y="6381"/>
                  </a:cubicBezTo>
                  <a:cubicBezTo>
                    <a:pt x="0" y="6440"/>
                    <a:pt x="52" y="6488"/>
                    <a:pt x="110" y="6488"/>
                  </a:cubicBezTo>
                  <a:cubicBezTo>
                    <a:pt x="149" y="6488"/>
                    <a:pt x="191" y="6467"/>
                    <a:pt x="217" y="6414"/>
                  </a:cubicBezTo>
                  <a:cubicBezTo>
                    <a:pt x="809" y="4344"/>
                    <a:pt x="874" y="2175"/>
                    <a:pt x="382" y="72"/>
                  </a:cubicBezTo>
                  <a:cubicBezTo>
                    <a:pt x="369" y="22"/>
                    <a:pt x="332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7" name="Google Shape;2291;p11"/>
            <p:cNvSpPr/>
            <p:nvPr/>
          </p:nvSpPr>
          <p:spPr>
            <a:xfrm>
              <a:off x="-5760" y="1426320"/>
              <a:ext cx="171720" cy="16920"/>
            </a:xfrm>
            <a:custGeom>
              <a:avLst/>
              <a:gdLst>
                <a:gd name="textAreaLeft" fmla="*/ 0 w 171720"/>
                <a:gd name="textAreaRight" fmla="*/ 172080 w 171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6879" h="696">
                  <a:moveTo>
                    <a:pt x="6751" y="0"/>
                  </a:moveTo>
                  <a:cubicBezTo>
                    <a:pt x="6743" y="0"/>
                    <a:pt x="6734" y="2"/>
                    <a:pt x="6725" y="4"/>
                  </a:cubicBezTo>
                  <a:cubicBezTo>
                    <a:pt x="5595" y="318"/>
                    <a:pt x="4427" y="474"/>
                    <a:pt x="3262" y="474"/>
                  </a:cubicBezTo>
                  <a:cubicBezTo>
                    <a:pt x="2226" y="474"/>
                    <a:pt x="1191" y="350"/>
                    <a:pt x="186" y="103"/>
                  </a:cubicBezTo>
                  <a:cubicBezTo>
                    <a:pt x="175" y="100"/>
                    <a:pt x="163" y="99"/>
                    <a:pt x="153" y="99"/>
                  </a:cubicBezTo>
                  <a:cubicBezTo>
                    <a:pt x="45" y="99"/>
                    <a:pt x="1" y="240"/>
                    <a:pt x="121" y="300"/>
                  </a:cubicBezTo>
                  <a:cubicBezTo>
                    <a:pt x="1160" y="564"/>
                    <a:pt x="2215" y="696"/>
                    <a:pt x="3266" y="696"/>
                  </a:cubicBezTo>
                  <a:cubicBezTo>
                    <a:pt x="4442" y="696"/>
                    <a:pt x="5614" y="531"/>
                    <a:pt x="6758" y="202"/>
                  </a:cubicBezTo>
                  <a:cubicBezTo>
                    <a:pt x="6878" y="142"/>
                    <a:pt x="6834" y="0"/>
                    <a:pt x="675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8" name="Google Shape;2292;p11"/>
            <p:cNvSpPr/>
            <p:nvPr/>
          </p:nvSpPr>
          <p:spPr>
            <a:xfrm>
              <a:off x="52200" y="1447200"/>
              <a:ext cx="158760" cy="3852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6360" h="1561">
                  <a:moveTo>
                    <a:pt x="6225" y="1"/>
                  </a:moveTo>
                  <a:cubicBezTo>
                    <a:pt x="6210" y="1"/>
                    <a:pt x="6194" y="5"/>
                    <a:pt x="6178" y="16"/>
                  </a:cubicBezTo>
                  <a:cubicBezTo>
                    <a:pt x="4336" y="873"/>
                    <a:pt x="2371" y="1332"/>
                    <a:pt x="372" y="1332"/>
                  </a:cubicBezTo>
                  <a:cubicBezTo>
                    <a:pt x="303" y="1332"/>
                    <a:pt x="234" y="1331"/>
                    <a:pt x="164" y="1330"/>
                  </a:cubicBezTo>
                  <a:cubicBezTo>
                    <a:pt x="0" y="1330"/>
                    <a:pt x="0" y="1560"/>
                    <a:pt x="164" y="1560"/>
                  </a:cubicBezTo>
                  <a:cubicBezTo>
                    <a:pt x="2268" y="1560"/>
                    <a:pt x="4371" y="1100"/>
                    <a:pt x="6276" y="180"/>
                  </a:cubicBezTo>
                  <a:cubicBezTo>
                    <a:pt x="6359" y="125"/>
                    <a:pt x="6303" y="1"/>
                    <a:pt x="622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9" name="Google Shape;2293;p11"/>
            <p:cNvSpPr/>
            <p:nvPr/>
          </p:nvSpPr>
          <p:spPr>
            <a:xfrm>
              <a:off x="257400" y="1394280"/>
              <a:ext cx="74160" cy="615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981" h="2481">
                  <a:moveTo>
                    <a:pt x="2838" y="1"/>
                  </a:moveTo>
                  <a:cubicBezTo>
                    <a:pt x="2815" y="1"/>
                    <a:pt x="2792" y="11"/>
                    <a:pt x="2775" y="36"/>
                  </a:cubicBezTo>
                  <a:cubicBezTo>
                    <a:pt x="2053" y="956"/>
                    <a:pt x="1132" y="1712"/>
                    <a:pt x="114" y="2270"/>
                  </a:cubicBezTo>
                  <a:cubicBezTo>
                    <a:pt x="1" y="2327"/>
                    <a:pt x="82" y="2481"/>
                    <a:pt x="170" y="2481"/>
                  </a:cubicBezTo>
                  <a:cubicBezTo>
                    <a:pt x="184" y="2481"/>
                    <a:pt x="199" y="2477"/>
                    <a:pt x="212" y="2467"/>
                  </a:cubicBezTo>
                  <a:cubicBezTo>
                    <a:pt x="1264" y="1909"/>
                    <a:pt x="2184" y="1120"/>
                    <a:pt x="2907" y="167"/>
                  </a:cubicBezTo>
                  <a:cubicBezTo>
                    <a:pt x="2981" y="93"/>
                    <a:pt x="2907" y="1"/>
                    <a:pt x="283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30" name="Google Shape;2294;p11"/>
          <p:cNvSpPr/>
          <p:nvPr/>
        </p:nvSpPr>
        <p:spPr>
          <a:xfrm>
            <a:off x="6552360" y="3308760"/>
            <a:ext cx="118800" cy="48240"/>
          </a:xfrm>
          <a:custGeom>
            <a:avLst/>
            <a:gdLst>
              <a:gd name="textAreaLeft" fmla="*/ 0 w 118800"/>
              <a:gd name="textAreaRight" fmla="*/ 119160 w 118800"/>
              <a:gd name="textAreaTop" fmla="*/ 0 h 48240"/>
              <a:gd name="textAreaBottom" fmla="*/ 48600 h 48240"/>
            </a:gdLst>
            <a:ahLst/>
            <a:cxnLst/>
            <a:rect l="textAreaLeft" t="textAreaTop" r="textAreaRight" b="textAreaBottom"/>
            <a:pathLst>
              <a:path w="5628" h="2303">
                <a:moveTo>
                  <a:pt x="5496" y="1"/>
                </a:moveTo>
                <a:cubicBezTo>
                  <a:pt x="3492" y="1"/>
                  <a:pt x="1553" y="756"/>
                  <a:pt x="74" y="2136"/>
                </a:cubicBezTo>
                <a:cubicBezTo>
                  <a:pt x="0" y="2210"/>
                  <a:pt x="74" y="2303"/>
                  <a:pt x="157" y="2303"/>
                </a:cubicBezTo>
                <a:cubicBezTo>
                  <a:pt x="185" y="2303"/>
                  <a:pt x="214" y="2293"/>
                  <a:pt x="238" y="2268"/>
                </a:cubicBezTo>
                <a:cubicBezTo>
                  <a:pt x="1651" y="921"/>
                  <a:pt x="3557" y="198"/>
                  <a:pt x="5496" y="198"/>
                </a:cubicBezTo>
                <a:cubicBezTo>
                  <a:pt x="5628" y="198"/>
                  <a:pt x="5628" y="1"/>
                  <a:pt x="5496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1" name="Google Shape;2295;p11"/>
          <p:cNvSpPr/>
          <p:nvPr/>
        </p:nvSpPr>
        <p:spPr>
          <a:xfrm>
            <a:off x="6585840" y="3337200"/>
            <a:ext cx="46440" cy="17280"/>
          </a:xfrm>
          <a:custGeom>
            <a:avLst/>
            <a:gdLst>
              <a:gd name="textAreaLeft" fmla="*/ 0 w 46440"/>
              <a:gd name="textAreaRight" fmla="*/ 46800 w 4644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2219" h="841">
                <a:moveTo>
                  <a:pt x="2112" y="1"/>
                </a:moveTo>
                <a:cubicBezTo>
                  <a:pt x="2105" y="1"/>
                  <a:pt x="2097" y="2"/>
                  <a:pt x="2088" y="4"/>
                </a:cubicBezTo>
                <a:cubicBezTo>
                  <a:pt x="1398" y="70"/>
                  <a:pt x="708" y="300"/>
                  <a:pt x="83" y="661"/>
                </a:cubicBezTo>
                <a:cubicBezTo>
                  <a:pt x="1" y="716"/>
                  <a:pt x="57" y="841"/>
                  <a:pt x="155" y="841"/>
                </a:cubicBezTo>
                <a:cubicBezTo>
                  <a:pt x="173" y="841"/>
                  <a:pt x="194" y="836"/>
                  <a:pt x="215" y="825"/>
                </a:cubicBezTo>
                <a:cubicBezTo>
                  <a:pt x="774" y="497"/>
                  <a:pt x="1431" y="300"/>
                  <a:pt x="2088" y="201"/>
                </a:cubicBezTo>
                <a:cubicBezTo>
                  <a:pt x="2211" y="201"/>
                  <a:pt x="2219" y="1"/>
                  <a:pt x="211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2" name="Google Shape;2296;p11"/>
          <p:cNvSpPr/>
          <p:nvPr/>
        </p:nvSpPr>
        <p:spPr>
          <a:xfrm>
            <a:off x="6793920" y="3437640"/>
            <a:ext cx="52200" cy="108000"/>
          </a:xfrm>
          <a:custGeom>
            <a:avLst/>
            <a:gdLst>
              <a:gd name="textAreaLeft" fmla="*/ 0 w 52200"/>
              <a:gd name="textAreaRight" fmla="*/ 52560 w 52200"/>
              <a:gd name="textAreaTop" fmla="*/ 0 h 108000"/>
              <a:gd name="textAreaBottom" fmla="*/ 108360 h 108000"/>
            </a:gdLst>
            <a:ahLst/>
            <a:cxnLst/>
            <a:rect l="textAreaLeft" t="textAreaTop" r="textAreaRight" b="textAreaBottom"/>
            <a:pathLst>
              <a:path w="2477" h="5125">
                <a:moveTo>
                  <a:pt x="2378" y="1"/>
                </a:moveTo>
                <a:cubicBezTo>
                  <a:pt x="2329" y="1"/>
                  <a:pt x="2279" y="34"/>
                  <a:pt x="2279" y="99"/>
                </a:cubicBezTo>
                <a:cubicBezTo>
                  <a:pt x="2246" y="1939"/>
                  <a:pt x="1425" y="3681"/>
                  <a:pt x="78" y="4963"/>
                </a:cubicBezTo>
                <a:cubicBezTo>
                  <a:pt x="1" y="5014"/>
                  <a:pt x="84" y="5125"/>
                  <a:pt x="171" y="5125"/>
                </a:cubicBezTo>
                <a:cubicBezTo>
                  <a:pt x="195" y="5125"/>
                  <a:pt x="220" y="5116"/>
                  <a:pt x="242" y="5094"/>
                </a:cubicBezTo>
                <a:cubicBezTo>
                  <a:pt x="1622" y="3812"/>
                  <a:pt x="2444" y="2005"/>
                  <a:pt x="2476" y="99"/>
                </a:cubicBezTo>
                <a:cubicBezTo>
                  <a:pt x="2476" y="34"/>
                  <a:pt x="2427" y="1"/>
                  <a:pt x="2378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0" bIns="54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3" name="Google Shape;2297;p11"/>
          <p:cNvSpPr/>
          <p:nvPr/>
        </p:nvSpPr>
        <p:spPr>
          <a:xfrm>
            <a:off x="6799320" y="3463560"/>
            <a:ext cx="27720" cy="54360"/>
          </a:xfrm>
          <a:custGeom>
            <a:avLst/>
            <a:gdLst>
              <a:gd name="textAreaLeft" fmla="*/ 0 w 27720"/>
              <a:gd name="textAreaRight" fmla="*/ 28080 w 27720"/>
              <a:gd name="textAreaTop" fmla="*/ 0 h 54360"/>
              <a:gd name="textAreaBottom" fmla="*/ 54720 h 54360"/>
            </a:gdLst>
            <a:ahLst/>
            <a:cxnLst/>
            <a:rect l="textAreaLeft" t="textAreaTop" r="textAreaRight" b="textAreaBottom"/>
            <a:pathLst>
              <a:path w="1332" h="2584">
                <a:moveTo>
                  <a:pt x="1209" y="0"/>
                </a:moveTo>
                <a:cubicBezTo>
                  <a:pt x="1162" y="0"/>
                  <a:pt x="1116" y="26"/>
                  <a:pt x="1101" y="84"/>
                </a:cubicBezTo>
                <a:cubicBezTo>
                  <a:pt x="970" y="938"/>
                  <a:pt x="608" y="1727"/>
                  <a:pt x="50" y="2417"/>
                </a:cubicBezTo>
                <a:cubicBezTo>
                  <a:pt x="0" y="2491"/>
                  <a:pt x="62" y="2584"/>
                  <a:pt x="138" y="2584"/>
                </a:cubicBezTo>
                <a:cubicBezTo>
                  <a:pt x="163" y="2584"/>
                  <a:pt x="189" y="2573"/>
                  <a:pt x="214" y="2549"/>
                </a:cubicBezTo>
                <a:cubicBezTo>
                  <a:pt x="773" y="1859"/>
                  <a:pt x="1167" y="1004"/>
                  <a:pt x="1331" y="117"/>
                </a:cubicBezTo>
                <a:cubicBezTo>
                  <a:pt x="1331" y="43"/>
                  <a:pt x="1269" y="0"/>
                  <a:pt x="120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4" name="Google Shape;2298;p11"/>
          <p:cNvSpPr/>
          <p:nvPr/>
        </p:nvSpPr>
        <p:spPr>
          <a:xfrm>
            <a:off x="6788160" y="3457080"/>
            <a:ext cx="15120" cy="49680"/>
          </a:xfrm>
          <a:custGeom>
            <a:avLst/>
            <a:gdLst>
              <a:gd name="textAreaLeft" fmla="*/ 0 w 15120"/>
              <a:gd name="textAreaRight" fmla="*/ 15480 w 15120"/>
              <a:gd name="textAreaTop" fmla="*/ 0 h 49680"/>
              <a:gd name="textAreaBottom" fmla="*/ 50040 h 49680"/>
            </a:gdLst>
            <a:ahLst/>
            <a:cxnLst/>
            <a:rect l="textAreaLeft" t="textAreaTop" r="textAreaRight" b="textAreaBottom"/>
            <a:pathLst>
              <a:path w="734" h="2364">
                <a:moveTo>
                  <a:pt x="635" y="1"/>
                </a:moveTo>
                <a:cubicBezTo>
                  <a:pt x="586" y="1"/>
                  <a:pt x="537" y="34"/>
                  <a:pt x="537" y="99"/>
                </a:cubicBezTo>
                <a:cubicBezTo>
                  <a:pt x="504" y="822"/>
                  <a:pt x="340" y="1545"/>
                  <a:pt x="44" y="2202"/>
                </a:cubicBezTo>
                <a:cubicBezTo>
                  <a:pt x="0" y="2290"/>
                  <a:pt x="73" y="2363"/>
                  <a:pt x="136" y="2363"/>
                </a:cubicBezTo>
                <a:cubicBezTo>
                  <a:pt x="168" y="2363"/>
                  <a:pt x="197" y="2345"/>
                  <a:pt x="208" y="2301"/>
                </a:cubicBezTo>
                <a:cubicBezTo>
                  <a:pt x="537" y="1611"/>
                  <a:pt x="701" y="855"/>
                  <a:pt x="734" y="99"/>
                </a:cubicBezTo>
                <a:cubicBezTo>
                  <a:pt x="734" y="34"/>
                  <a:pt x="685" y="1"/>
                  <a:pt x="635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5" name="Google Shape;2299;p11"/>
          <p:cNvSpPr/>
          <p:nvPr/>
        </p:nvSpPr>
        <p:spPr>
          <a:xfrm>
            <a:off x="4430520" y="3823200"/>
            <a:ext cx="76680" cy="69840"/>
          </a:xfrm>
          <a:custGeom>
            <a:avLst/>
            <a:gdLst>
              <a:gd name="textAreaLeft" fmla="*/ 0 w 76680"/>
              <a:gd name="textAreaRight" fmla="*/ 77040 w 76680"/>
              <a:gd name="textAreaTop" fmla="*/ 0 h 69840"/>
              <a:gd name="textAreaBottom" fmla="*/ 70200 h 69840"/>
            </a:gdLst>
            <a:ahLst/>
            <a:cxnLst/>
            <a:rect l="textAreaLeft" t="textAreaTop" r="textAreaRight" b="textAreaBottom"/>
            <a:pathLst>
              <a:path w="3635" h="3325">
                <a:moveTo>
                  <a:pt x="134" y="1"/>
                </a:moveTo>
                <a:cubicBezTo>
                  <a:pt x="56" y="1"/>
                  <a:pt x="0" y="125"/>
                  <a:pt x="83" y="180"/>
                </a:cubicBezTo>
                <a:cubicBezTo>
                  <a:pt x="1397" y="1002"/>
                  <a:pt x="2514" y="2053"/>
                  <a:pt x="3402" y="3269"/>
                </a:cubicBezTo>
                <a:cubicBezTo>
                  <a:pt x="3421" y="3309"/>
                  <a:pt x="3453" y="3325"/>
                  <a:pt x="3485" y="3325"/>
                </a:cubicBezTo>
                <a:cubicBezTo>
                  <a:pt x="3559" y="3325"/>
                  <a:pt x="3635" y="3240"/>
                  <a:pt x="3566" y="3171"/>
                </a:cubicBezTo>
                <a:cubicBezTo>
                  <a:pt x="2679" y="1922"/>
                  <a:pt x="1529" y="838"/>
                  <a:pt x="181" y="16"/>
                </a:cubicBezTo>
                <a:cubicBezTo>
                  <a:pt x="165" y="6"/>
                  <a:pt x="149" y="1"/>
                  <a:pt x="1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6" name="Google Shape;2300;p11"/>
          <p:cNvSpPr/>
          <p:nvPr/>
        </p:nvSpPr>
        <p:spPr>
          <a:xfrm>
            <a:off x="4485600" y="3809160"/>
            <a:ext cx="41400" cy="51120"/>
          </a:xfrm>
          <a:custGeom>
            <a:avLst/>
            <a:gdLst>
              <a:gd name="textAreaLeft" fmla="*/ 0 w 41400"/>
              <a:gd name="textAreaRight" fmla="*/ 41760 w 41400"/>
              <a:gd name="textAreaTop" fmla="*/ 0 h 51120"/>
              <a:gd name="textAreaBottom" fmla="*/ 51480 h 51120"/>
            </a:gdLst>
            <a:ahLst/>
            <a:cxnLst/>
            <a:rect l="textAreaLeft" t="textAreaTop" r="textAreaRight" b="textAreaBottom"/>
            <a:pathLst>
              <a:path w="1965" h="2438">
                <a:moveTo>
                  <a:pt x="172" y="1"/>
                </a:moveTo>
                <a:cubicBezTo>
                  <a:pt x="85" y="1"/>
                  <a:pt x="1" y="118"/>
                  <a:pt x="78" y="195"/>
                </a:cubicBezTo>
                <a:cubicBezTo>
                  <a:pt x="768" y="820"/>
                  <a:pt x="1326" y="1575"/>
                  <a:pt x="1754" y="2397"/>
                </a:cubicBezTo>
                <a:cubicBezTo>
                  <a:pt x="1773" y="2426"/>
                  <a:pt x="1801" y="2438"/>
                  <a:pt x="1828" y="2438"/>
                </a:cubicBezTo>
                <a:cubicBezTo>
                  <a:pt x="1896" y="2438"/>
                  <a:pt x="1964" y="2368"/>
                  <a:pt x="1918" y="2298"/>
                </a:cubicBezTo>
                <a:lnTo>
                  <a:pt x="1951" y="2298"/>
                </a:lnTo>
                <a:cubicBezTo>
                  <a:pt x="1524" y="1444"/>
                  <a:pt x="932" y="688"/>
                  <a:pt x="242" y="31"/>
                </a:cubicBezTo>
                <a:cubicBezTo>
                  <a:pt x="221" y="10"/>
                  <a:pt x="196" y="1"/>
                  <a:pt x="17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7" name="Google Shape;2301;p11"/>
          <p:cNvSpPr/>
          <p:nvPr/>
        </p:nvSpPr>
        <p:spPr>
          <a:xfrm>
            <a:off x="4529880" y="3815640"/>
            <a:ext cx="30600" cy="37080"/>
          </a:xfrm>
          <a:custGeom>
            <a:avLst/>
            <a:gdLst>
              <a:gd name="textAreaLeft" fmla="*/ 0 w 30600"/>
              <a:gd name="textAreaRight" fmla="*/ 30960 w 3060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1457" h="1770">
                <a:moveTo>
                  <a:pt x="122" y="0"/>
                </a:moveTo>
                <a:cubicBezTo>
                  <a:pt x="59" y="0"/>
                  <a:pt x="0" y="59"/>
                  <a:pt x="44" y="146"/>
                </a:cubicBezTo>
                <a:lnTo>
                  <a:pt x="1260" y="1723"/>
                </a:lnTo>
                <a:cubicBezTo>
                  <a:pt x="1283" y="1747"/>
                  <a:pt x="1306" y="1770"/>
                  <a:pt x="1341" y="1770"/>
                </a:cubicBezTo>
                <a:cubicBezTo>
                  <a:pt x="1355" y="1770"/>
                  <a:pt x="1372" y="1766"/>
                  <a:pt x="1391" y="1756"/>
                </a:cubicBezTo>
                <a:cubicBezTo>
                  <a:pt x="1424" y="1723"/>
                  <a:pt x="1457" y="1658"/>
                  <a:pt x="1424" y="1625"/>
                </a:cubicBezTo>
                <a:lnTo>
                  <a:pt x="1424" y="1592"/>
                </a:lnTo>
                <a:lnTo>
                  <a:pt x="208" y="48"/>
                </a:lnTo>
                <a:cubicBezTo>
                  <a:pt x="186" y="15"/>
                  <a:pt x="153" y="0"/>
                  <a:pt x="122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8" name="Google Shape;2302;p11"/>
          <p:cNvSpPr/>
          <p:nvPr/>
        </p:nvSpPr>
        <p:spPr>
          <a:xfrm>
            <a:off x="4627080" y="3791880"/>
            <a:ext cx="42840" cy="75240"/>
          </a:xfrm>
          <a:custGeom>
            <a:avLst/>
            <a:gdLst>
              <a:gd name="textAreaLeft" fmla="*/ 0 w 42840"/>
              <a:gd name="textAreaRight" fmla="*/ 43200 w 42840"/>
              <a:gd name="textAreaTop" fmla="*/ 0 h 75240"/>
              <a:gd name="textAreaBottom" fmla="*/ 75600 h 75240"/>
            </a:gdLst>
            <a:ahLst/>
            <a:cxnLst/>
            <a:rect l="textAreaLeft" t="textAreaTop" r="textAreaRight" b="textAreaBottom"/>
            <a:pathLst>
              <a:path w="2047" h="3574">
                <a:moveTo>
                  <a:pt x="161" y="1"/>
                </a:moveTo>
                <a:cubicBezTo>
                  <a:pt x="78" y="1"/>
                  <a:pt x="1" y="103"/>
                  <a:pt x="54" y="183"/>
                </a:cubicBezTo>
                <a:cubicBezTo>
                  <a:pt x="942" y="1103"/>
                  <a:pt x="1533" y="2253"/>
                  <a:pt x="1829" y="3502"/>
                </a:cubicBezTo>
                <a:cubicBezTo>
                  <a:pt x="1841" y="3552"/>
                  <a:pt x="1878" y="3573"/>
                  <a:pt x="1916" y="3573"/>
                </a:cubicBezTo>
                <a:cubicBezTo>
                  <a:pt x="1979" y="3573"/>
                  <a:pt x="2046" y="3517"/>
                  <a:pt x="2026" y="3436"/>
                </a:cubicBezTo>
                <a:cubicBezTo>
                  <a:pt x="1730" y="2187"/>
                  <a:pt x="1106" y="1004"/>
                  <a:pt x="219" y="18"/>
                </a:cubicBezTo>
                <a:cubicBezTo>
                  <a:pt x="200" y="6"/>
                  <a:pt x="181" y="1"/>
                  <a:pt x="161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800" bIns="37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39" name="Google Shape;2303;p11"/>
          <p:cNvSpPr/>
          <p:nvPr/>
        </p:nvSpPr>
        <p:spPr>
          <a:xfrm>
            <a:off x="4701960" y="3807360"/>
            <a:ext cx="20160" cy="37800"/>
          </a:xfrm>
          <a:custGeom>
            <a:avLst/>
            <a:gdLst>
              <a:gd name="textAreaLeft" fmla="*/ 0 w 20160"/>
              <a:gd name="textAreaRight" fmla="*/ 20520 w 20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967" h="1806">
                <a:moveTo>
                  <a:pt x="100" y="0"/>
                </a:moveTo>
                <a:cubicBezTo>
                  <a:pt x="48" y="0"/>
                  <a:pt x="1" y="48"/>
                  <a:pt x="1" y="107"/>
                </a:cubicBezTo>
                <a:cubicBezTo>
                  <a:pt x="165" y="698"/>
                  <a:pt x="395" y="1257"/>
                  <a:pt x="756" y="1750"/>
                </a:cubicBezTo>
                <a:cubicBezTo>
                  <a:pt x="776" y="1790"/>
                  <a:pt x="805" y="1805"/>
                  <a:pt x="833" y="1805"/>
                </a:cubicBezTo>
                <a:cubicBezTo>
                  <a:pt x="900" y="1805"/>
                  <a:pt x="967" y="1720"/>
                  <a:pt x="921" y="1651"/>
                </a:cubicBezTo>
                <a:lnTo>
                  <a:pt x="921" y="1651"/>
                </a:lnTo>
                <a:lnTo>
                  <a:pt x="921" y="1684"/>
                </a:lnTo>
                <a:cubicBezTo>
                  <a:pt x="592" y="1191"/>
                  <a:pt x="362" y="633"/>
                  <a:pt x="198" y="74"/>
                </a:cubicBezTo>
                <a:cubicBezTo>
                  <a:pt x="171" y="22"/>
                  <a:pt x="135" y="0"/>
                  <a:pt x="10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0" name="Google Shape;2304;p11"/>
          <p:cNvSpPr/>
          <p:nvPr/>
        </p:nvSpPr>
        <p:spPr>
          <a:xfrm>
            <a:off x="4844880" y="3752280"/>
            <a:ext cx="23040" cy="32400"/>
          </a:xfrm>
          <a:custGeom>
            <a:avLst/>
            <a:gdLst>
              <a:gd name="textAreaLeft" fmla="*/ 0 w 23040"/>
              <a:gd name="textAreaRight" fmla="*/ 23400 w 2304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112" h="1543">
                <a:moveTo>
                  <a:pt x="148" y="0"/>
                </a:moveTo>
                <a:cubicBezTo>
                  <a:pt x="69" y="0"/>
                  <a:pt x="0" y="70"/>
                  <a:pt x="47" y="140"/>
                </a:cubicBezTo>
                <a:lnTo>
                  <a:pt x="868" y="1487"/>
                </a:lnTo>
                <a:cubicBezTo>
                  <a:pt x="888" y="1527"/>
                  <a:pt x="920" y="1542"/>
                  <a:pt x="952" y="1542"/>
                </a:cubicBezTo>
                <a:cubicBezTo>
                  <a:pt x="1029" y="1542"/>
                  <a:pt x="1111" y="1457"/>
                  <a:pt x="1065" y="1389"/>
                </a:cubicBezTo>
                <a:lnTo>
                  <a:pt x="244" y="41"/>
                </a:lnTo>
                <a:cubicBezTo>
                  <a:pt x="215" y="12"/>
                  <a:pt x="180" y="0"/>
                  <a:pt x="148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1" name="Google Shape;2305;p11"/>
          <p:cNvSpPr/>
          <p:nvPr/>
        </p:nvSpPr>
        <p:spPr>
          <a:xfrm>
            <a:off x="4951440" y="3683160"/>
            <a:ext cx="31320" cy="57960"/>
          </a:xfrm>
          <a:custGeom>
            <a:avLst/>
            <a:gdLst>
              <a:gd name="textAreaLeft" fmla="*/ 0 w 31320"/>
              <a:gd name="textAreaRight" fmla="*/ 31680 w 31320"/>
              <a:gd name="textAreaTop" fmla="*/ 0 h 57960"/>
              <a:gd name="textAreaBottom" fmla="*/ 58320 h 57960"/>
            </a:gdLst>
            <a:ahLst/>
            <a:cxnLst/>
            <a:rect l="textAreaLeft" t="textAreaTop" r="textAreaRight" b="textAreaBottom"/>
            <a:pathLst>
              <a:path w="1499" h="2759">
                <a:moveTo>
                  <a:pt x="133" y="1"/>
                </a:moveTo>
                <a:cubicBezTo>
                  <a:pt x="67" y="1"/>
                  <a:pt x="0" y="86"/>
                  <a:pt x="46" y="155"/>
                </a:cubicBezTo>
                <a:cubicBezTo>
                  <a:pt x="506" y="976"/>
                  <a:pt x="901" y="1831"/>
                  <a:pt x="1262" y="2685"/>
                </a:cubicBezTo>
                <a:cubicBezTo>
                  <a:pt x="1288" y="2737"/>
                  <a:pt x="1336" y="2759"/>
                  <a:pt x="1379" y="2759"/>
                </a:cubicBezTo>
                <a:cubicBezTo>
                  <a:pt x="1443" y="2759"/>
                  <a:pt x="1499" y="2711"/>
                  <a:pt x="1459" y="2652"/>
                </a:cubicBezTo>
                <a:lnTo>
                  <a:pt x="1492" y="2652"/>
                </a:lnTo>
                <a:cubicBezTo>
                  <a:pt x="1098" y="1765"/>
                  <a:pt x="703" y="878"/>
                  <a:pt x="210" y="56"/>
                </a:cubicBezTo>
                <a:cubicBezTo>
                  <a:pt x="191" y="17"/>
                  <a:pt x="162" y="1"/>
                  <a:pt x="133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2" name="Google Shape;2306;p11"/>
          <p:cNvSpPr/>
          <p:nvPr/>
        </p:nvSpPr>
        <p:spPr>
          <a:xfrm>
            <a:off x="4986000" y="3690000"/>
            <a:ext cx="16560" cy="34200"/>
          </a:xfrm>
          <a:custGeom>
            <a:avLst/>
            <a:gdLst>
              <a:gd name="textAreaLeft" fmla="*/ 0 w 16560"/>
              <a:gd name="textAreaRight" fmla="*/ 16920 w 16560"/>
              <a:gd name="textAreaTop" fmla="*/ 0 h 34200"/>
              <a:gd name="textAreaBottom" fmla="*/ 34560 h 34200"/>
            </a:gdLst>
            <a:ahLst/>
            <a:cxnLst/>
            <a:rect l="textAreaLeft" t="textAreaTop" r="textAreaRight" b="textAreaBottom"/>
            <a:pathLst>
              <a:path w="796" h="1625">
                <a:moveTo>
                  <a:pt x="130" y="0"/>
                </a:moveTo>
                <a:cubicBezTo>
                  <a:pt x="68" y="0"/>
                  <a:pt x="0" y="56"/>
                  <a:pt x="20" y="137"/>
                </a:cubicBezTo>
                <a:lnTo>
                  <a:pt x="579" y="1550"/>
                </a:lnTo>
                <a:cubicBezTo>
                  <a:pt x="592" y="1603"/>
                  <a:pt x="632" y="1624"/>
                  <a:pt x="672" y="1624"/>
                </a:cubicBezTo>
                <a:cubicBezTo>
                  <a:pt x="733" y="1624"/>
                  <a:pt x="796" y="1577"/>
                  <a:pt x="776" y="1518"/>
                </a:cubicBezTo>
                <a:lnTo>
                  <a:pt x="217" y="72"/>
                </a:lnTo>
                <a:cubicBezTo>
                  <a:pt x="205" y="21"/>
                  <a:pt x="168" y="0"/>
                  <a:pt x="130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3" name="Google Shape;2307;p11"/>
          <p:cNvSpPr/>
          <p:nvPr/>
        </p:nvSpPr>
        <p:spPr>
          <a:xfrm>
            <a:off x="5114160" y="3633480"/>
            <a:ext cx="25560" cy="39960"/>
          </a:xfrm>
          <a:custGeom>
            <a:avLst/>
            <a:gdLst>
              <a:gd name="textAreaLeft" fmla="*/ 0 w 25560"/>
              <a:gd name="textAreaRight" fmla="*/ 25920 w 25560"/>
              <a:gd name="textAreaTop" fmla="*/ 0 h 39960"/>
              <a:gd name="textAreaBottom" fmla="*/ 40320 h 39960"/>
            </a:gdLst>
            <a:ahLst/>
            <a:cxnLst/>
            <a:rect l="textAreaLeft" t="textAreaTop" r="textAreaRight" b="textAreaBottom"/>
            <a:pathLst>
              <a:path w="1221" h="1904">
                <a:moveTo>
                  <a:pt x="149" y="0"/>
                </a:moveTo>
                <a:cubicBezTo>
                  <a:pt x="70" y="0"/>
                  <a:pt x="1" y="70"/>
                  <a:pt x="47" y="140"/>
                </a:cubicBezTo>
                <a:cubicBezTo>
                  <a:pt x="409" y="698"/>
                  <a:pt x="738" y="1257"/>
                  <a:pt x="1000" y="1848"/>
                </a:cubicBezTo>
                <a:cubicBezTo>
                  <a:pt x="1020" y="1888"/>
                  <a:pt x="1049" y="1904"/>
                  <a:pt x="1078" y="1904"/>
                </a:cubicBezTo>
                <a:cubicBezTo>
                  <a:pt x="1147" y="1904"/>
                  <a:pt x="1221" y="1819"/>
                  <a:pt x="1198" y="1750"/>
                </a:cubicBezTo>
                <a:cubicBezTo>
                  <a:pt x="902" y="1158"/>
                  <a:pt x="606" y="600"/>
                  <a:pt x="245" y="41"/>
                </a:cubicBezTo>
                <a:cubicBezTo>
                  <a:pt x="216" y="12"/>
                  <a:pt x="181" y="0"/>
                  <a:pt x="14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4" name="Google Shape;2308;p11"/>
          <p:cNvSpPr/>
          <p:nvPr/>
        </p:nvSpPr>
        <p:spPr>
          <a:xfrm>
            <a:off x="5139000" y="3632760"/>
            <a:ext cx="23400" cy="37440"/>
          </a:xfrm>
          <a:custGeom>
            <a:avLst/>
            <a:gdLst>
              <a:gd name="textAreaLeft" fmla="*/ 0 w 23400"/>
              <a:gd name="textAreaRight" fmla="*/ 23760 w 2340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23" h="1791">
                <a:moveTo>
                  <a:pt x="137" y="0"/>
                </a:moveTo>
                <a:cubicBezTo>
                  <a:pt x="69" y="0"/>
                  <a:pt x="1" y="70"/>
                  <a:pt x="47" y="140"/>
                </a:cubicBezTo>
                <a:cubicBezTo>
                  <a:pt x="343" y="666"/>
                  <a:pt x="639" y="1191"/>
                  <a:pt x="902" y="1750"/>
                </a:cubicBezTo>
                <a:cubicBezTo>
                  <a:pt x="920" y="1778"/>
                  <a:pt x="947" y="1790"/>
                  <a:pt x="975" y="1790"/>
                </a:cubicBezTo>
                <a:cubicBezTo>
                  <a:pt x="1045" y="1790"/>
                  <a:pt x="1123" y="1713"/>
                  <a:pt x="1099" y="1619"/>
                </a:cubicBezTo>
                <a:cubicBezTo>
                  <a:pt x="836" y="1060"/>
                  <a:pt x="540" y="567"/>
                  <a:pt x="212" y="41"/>
                </a:cubicBezTo>
                <a:cubicBezTo>
                  <a:pt x="192" y="12"/>
                  <a:pt x="165" y="0"/>
                  <a:pt x="137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5" name="Google Shape;2309;p11"/>
          <p:cNvSpPr/>
          <p:nvPr/>
        </p:nvSpPr>
        <p:spPr>
          <a:xfrm>
            <a:off x="5160240" y="3602160"/>
            <a:ext cx="46080" cy="58680"/>
          </a:xfrm>
          <a:custGeom>
            <a:avLst/>
            <a:gdLst>
              <a:gd name="textAreaLeft" fmla="*/ 0 w 46080"/>
              <a:gd name="textAreaRight" fmla="*/ 46440 w 46080"/>
              <a:gd name="textAreaTop" fmla="*/ 0 h 58680"/>
              <a:gd name="textAreaBottom" fmla="*/ 59040 h 58680"/>
            </a:gdLst>
            <a:ahLst/>
            <a:cxnLst/>
            <a:rect l="textAreaLeft" t="textAreaTop" r="textAreaRight" b="textAreaBottom"/>
            <a:pathLst>
              <a:path w="2200" h="2794">
                <a:moveTo>
                  <a:pt x="161" y="0"/>
                </a:moveTo>
                <a:cubicBezTo>
                  <a:pt x="76" y="0"/>
                  <a:pt x="0" y="130"/>
                  <a:pt x="111" y="213"/>
                </a:cubicBezTo>
                <a:cubicBezTo>
                  <a:pt x="965" y="837"/>
                  <a:pt x="1623" y="1724"/>
                  <a:pt x="1984" y="2710"/>
                </a:cubicBezTo>
                <a:cubicBezTo>
                  <a:pt x="1998" y="2768"/>
                  <a:pt x="2044" y="2794"/>
                  <a:pt x="2089" y="2794"/>
                </a:cubicBezTo>
                <a:cubicBezTo>
                  <a:pt x="2146" y="2794"/>
                  <a:pt x="2200" y="2751"/>
                  <a:pt x="2181" y="2677"/>
                </a:cubicBezTo>
                <a:cubicBezTo>
                  <a:pt x="1787" y="1626"/>
                  <a:pt x="1097" y="673"/>
                  <a:pt x="210" y="16"/>
                </a:cubicBezTo>
                <a:cubicBezTo>
                  <a:pt x="194" y="5"/>
                  <a:pt x="177" y="0"/>
                  <a:pt x="161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520" bIns="29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6" name="Google Shape;2310;p11"/>
          <p:cNvSpPr/>
          <p:nvPr/>
        </p:nvSpPr>
        <p:spPr>
          <a:xfrm>
            <a:off x="5353200" y="3385440"/>
            <a:ext cx="14040" cy="21240"/>
          </a:xfrm>
          <a:custGeom>
            <a:avLst/>
            <a:gdLst>
              <a:gd name="textAreaLeft" fmla="*/ 0 w 14040"/>
              <a:gd name="textAreaRight" fmla="*/ 14400 w 1404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674" h="1021">
                <a:moveTo>
                  <a:pt x="179" y="0"/>
                </a:moveTo>
                <a:cubicBezTo>
                  <a:pt x="99" y="0"/>
                  <a:pt x="0" y="93"/>
                  <a:pt x="49" y="166"/>
                </a:cubicBezTo>
                <a:lnTo>
                  <a:pt x="477" y="988"/>
                </a:lnTo>
                <a:cubicBezTo>
                  <a:pt x="509" y="1021"/>
                  <a:pt x="542" y="1021"/>
                  <a:pt x="608" y="1021"/>
                </a:cubicBezTo>
                <a:cubicBezTo>
                  <a:pt x="641" y="988"/>
                  <a:pt x="674" y="922"/>
                  <a:pt x="641" y="857"/>
                </a:cubicBezTo>
                <a:lnTo>
                  <a:pt x="247" y="35"/>
                </a:lnTo>
                <a:cubicBezTo>
                  <a:pt x="230" y="10"/>
                  <a:pt x="205" y="0"/>
                  <a:pt x="179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7" name="Google Shape;2311;p11"/>
          <p:cNvSpPr/>
          <p:nvPr/>
        </p:nvSpPr>
        <p:spPr>
          <a:xfrm>
            <a:off x="5409000" y="3287160"/>
            <a:ext cx="24840" cy="65160"/>
          </a:xfrm>
          <a:custGeom>
            <a:avLst/>
            <a:gdLst>
              <a:gd name="textAreaLeft" fmla="*/ 0 w 24840"/>
              <a:gd name="textAreaRight" fmla="*/ 25200 w 24840"/>
              <a:gd name="textAreaTop" fmla="*/ 0 h 65160"/>
              <a:gd name="textAreaBottom" fmla="*/ 65520 h 65160"/>
            </a:gdLst>
            <a:ahLst/>
            <a:cxnLst/>
            <a:rect l="textAreaLeft" t="textAreaTop" r="textAreaRight" b="textAreaBottom"/>
            <a:pathLst>
              <a:path w="1191" h="3102">
                <a:moveTo>
                  <a:pt x="130" y="1"/>
                </a:moveTo>
                <a:cubicBezTo>
                  <a:pt x="68" y="1"/>
                  <a:pt x="0" y="57"/>
                  <a:pt x="20" y="138"/>
                </a:cubicBezTo>
                <a:lnTo>
                  <a:pt x="973" y="3030"/>
                </a:lnTo>
                <a:cubicBezTo>
                  <a:pt x="986" y="3080"/>
                  <a:pt x="1022" y="3102"/>
                  <a:pt x="1061" y="3102"/>
                </a:cubicBezTo>
                <a:cubicBezTo>
                  <a:pt x="1123" y="3102"/>
                  <a:pt x="1191" y="3046"/>
                  <a:pt x="1170" y="2964"/>
                </a:cubicBezTo>
                <a:lnTo>
                  <a:pt x="217" y="73"/>
                </a:lnTo>
                <a:cubicBezTo>
                  <a:pt x="205" y="22"/>
                  <a:pt x="168" y="1"/>
                  <a:pt x="13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760" bIns="32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8" name="Google Shape;2312;p11"/>
          <p:cNvSpPr/>
          <p:nvPr/>
        </p:nvSpPr>
        <p:spPr>
          <a:xfrm>
            <a:off x="5514480" y="3229200"/>
            <a:ext cx="32040" cy="53280"/>
          </a:xfrm>
          <a:custGeom>
            <a:avLst/>
            <a:gdLst>
              <a:gd name="textAreaLeft" fmla="*/ 0 w 32040"/>
              <a:gd name="textAreaRight" fmla="*/ 32400 w 32040"/>
              <a:gd name="textAreaTop" fmla="*/ 0 h 53280"/>
              <a:gd name="textAreaBottom" fmla="*/ 53640 h 53280"/>
            </a:gdLst>
            <a:ahLst/>
            <a:cxnLst/>
            <a:rect l="textAreaLeft" t="textAreaTop" r="textAreaRight" b="textAreaBottom"/>
            <a:pathLst>
              <a:path w="1524" h="2538">
                <a:moveTo>
                  <a:pt x="1364" y="0"/>
                </a:moveTo>
                <a:cubicBezTo>
                  <a:pt x="1347" y="0"/>
                  <a:pt x="1331" y="5"/>
                  <a:pt x="1315" y="15"/>
                </a:cubicBezTo>
                <a:cubicBezTo>
                  <a:pt x="427" y="476"/>
                  <a:pt x="0" y="1527"/>
                  <a:pt x="329" y="2480"/>
                </a:cubicBezTo>
                <a:cubicBezTo>
                  <a:pt x="342" y="2519"/>
                  <a:pt x="380" y="2537"/>
                  <a:pt x="420" y="2537"/>
                </a:cubicBezTo>
                <a:cubicBezTo>
                  <a:pt x="481" y="2537"/>
                  <a:pt x="546" y="2494"/>
                  <a:pt x="526" y="2414"/>
                </a:cubicBezTo>
                <a:cubicBezTo>
                  <a:pt x="230" y="1560"/>
                  <a:pt x="625" y="607"/>
                  <a:pt x="1413" y="180"/>
                </a:cubicBezTo>
                <a:cubicBezTo>
                  <a:pt x="1523" y="125"/>
                  <a:pt x="1449" y="0"/>
                  <a:pt x="1364" y="0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49" name="Google Shape;2313;p11"/>
          <p:cNvSpPr/>
          <p:nvPr/>
        </p:nvSpPr>
        <p:spPr>
          <a:xfrm>
            <a:off x="6576840" y="3417120"/>
            <a:ext cx="57240" cy="37440"/>
          </a:xfrm>
          <a:custGeom>
            <a:avLst/>
            <a:gdLst>
              <a:gd name="textAreaLeft" fmla="*/ 0 w 57240"/>
              <a:gd name="textAreaRight" fmla="*/ 57600 w 5724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2724" h="1790">
                <a:moveTo>
                  <a:pt x="2622" y="1"/>
                </a:moveTo>
                <a:cubicBezTo>
                  <a:pt x="2607" y="1"/>
                  <a:pt x="2591" y="5"/>
                  <a:pt x="2573" y="14"/>
                </a:cubicBezTo>
                <a:cubicBezTo>
                  <a:pt x="1620" y="342"/>
                  <a:pt x="765" y="901"/>
                  <a:pt x="75" y="1591"/>
                </a:cubicBezTo>
                <a:cubicBezTo>
                  <a:pt x="1" y="1690"/>
                  <a:pt x="76" y="1790"/>
                  <a:pt x="146" y="1790"/>
                </a:cubicBezTo>
                <a:cubicBezTo>
                  <a:pt x="169" y="1790"/>
                  <a:pt x="191" y="1779"/>
                  <a:pt x="207" y="1755"/>
                </a:cubicBezTo>
                <a:cubicBezTo>
                  <a:pt x="897" y="1065"/>
                  <a:pt x="1718" y="540"/>
                  <a:pt x="2638" y="211"/>
                </a:cubicBezTo>
                <a:cubicBezTo>
                  <a:pt x="2723" y="154"/>
                  <a:pt x="2711" y="1"/>
                  <a:pt x="2622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50" name="Google Shape;2314;p11"/>
          <p:cNvSpPr/>
          <p:nvPr/>
        </p:nvSpPr>
        <p:spPr>
          <a:xfrm>
            <a:off x="6605640" y="3463920"/>
            <a:ext cx="31320" cy="25560"/>
          </a:xfrm>
          <a:custGeom>
            <a:avLst/>
            <a:gdLst>
              <a:gd name="textAreaLeft" fmla="*/ 0 w 31320"/>
              <a:gd name="textAreaRight" fmla="*/ 31680 w 3132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1503" h="1221">
                <a:moveTo>
                  <a:pt x="1344" y="1"/>
                </a:moveTo>
                <a:cubicBezTo>
                  <a:pt x="1335" y="1"/>
                  <a:pt x="1325" y="2"/>
                  <a:pt x="1315" y="4"/>
                </a:cubicBezTo>
                <a:cubicBezTo>
                  <a:pt x="724" y="103"/>
                  <a:pt x="231" y="530"/>
                  <a:pt x="34" y="1089"/>
                </a:cubicBezTo>
                <a:cubicBezTo>
                  <a:pt x="1" y="1154"/>
                  <a:pt x="34" y="1187"/>
                  <a:pt x="99" y="1220"/>
                </a:cubicBezTo>
                <a:cubicBezTo>
                  <a:pt x="165" y="1220"/>
                  <a:pt x="198" y="1187"/>
                  <a:pt x="231" y="1154"/>
                </a:cubicBezTo>
                <a:cubicBezTo>
                  <a:pt x="428" y="629"/>
                  <a:pt x="855" y="267"/>
                  <a:pt x="1381" y="202"/>
                </a:cubicBezTo>
                <a:cubicBezTo>
                  <a:pt x="1502" y="171"/>
                  <a:pt x="1456" y="1"/>
                  <a:pt x="134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51" name="Google Shape;2315;p11"/>
          <p:cNvSpPr/>
          <p:nvPr/>
        </p:nvSpPr>
        <p:spPr>
          <a:xfrm>
            <a:off x="6627960" y="3481200"/>
            <a:ext cx="26640" cy="21240"/>
          </a:xfrm>
          <a:custGeom>
            <a:avLst/>
            <a:gdLst>
              <a:gd name="textAreaLeft" fmla="*/ 0 w 26640"/>
              <a:gd name="textAreaRight" fmla="*/ 27000 w 2664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1272" h="1027">
                <a:moveTo>
                  <a:pt x="1090" y="1"/>
                </a:moveTo>
                <a:cubicBezTo>
                  <a:pt x="1076" y="1"/>
                  <a:pt x="1063" y="5"/>
                  <a:pt x="1052" y="16"/>
                </a:cubicBezTo>
                <a:lnTo>
                  <a:pt x="33" y="837"/>
                </a:lnTo>
                <a:cubicBezTo>
                  <a:pt x="0" y="903"/>
                  <a:pt x="0" y="969"/>
                  <a:pt x="33" y="1002"/>
                </a:cubicBezTo>
                <a:cubicBezTo>
                  <a:pt x="50" y="1018"/>
                  <a:pt x="74" y="1026"/>
                  <a:pt x="99" y="1026"/>
                </a:cubicBezTo>
                <a:cubicBezTo>
                  <a:pt x="124" y="1026"/>
                  <a:pt x="148" y="1018"/>
                  <a:pt x="165" y="1002"/>
                </a:cubicBezTo>
                <a:lnTo>
                  <a:pt x="1216" y="180"/>
                </a:lnTo>
                <a:cubicBezTo>
                  <a:pt x="1271" y="125"/>
                  <a:pt x="1165" y="1"/>
                  <a:pt x="1090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52" name="Google Shape;2316;p11"/>
          <p:cNvSpPr/>
          <p:nvPr/>
        </p:nvSpPr>
        <p:spPr>
          <a:xfrm>
            <a:off x="6652800" y="3507840"/>
            <a:ext cx="66600" cy="42120"/>
          </a:xfrm>
          <a:custGeom>
            <a:avLst/>
            <a:gdLst>
              <a:gd name="textAreaLeft" fmla="*/ 0 w 66600"/>
              <a:gd name="textAreaRight" fmla="*/ 66960 w 66600"/>
              <a:gd name="textAreaTop" fmla="*/ 0 h 42120"/>
              <a:gd name="textAreaBottom" fmla="*/ 42480 h 42120"/>
            </a:gdLst>
            <a:ahLst/>
            <a:cxnLst/>
            <a:rect l="textAreaLeft" t="textAreaTop" r="textAreaRight" b="textAreaBottom"/>
            <a:pathLst>
              <a:path w="3166" h="2002">
                <a:moveTo>
                  <a:pt x="3034" y="1"/>
                </a:moveTo>
                <a:cubicBezTo>
                  <a:pt x="1786" y="33"/>
                  <a:pt x="636" y="756"/>
                  <a:pt x="44" y="1841"/>
                </a:cubicBezTo>
                <a:cubicBezTo>
                  <a:pt x="0" y="1928"/>
                  <a:pt x="59" y="2001"/>
                  <a:pt x="122" y="2001"/>
                </a:cubicBezTo>
                <a:cubicBezTo>
                  <a:pt x="154" y="2001"/>
                  <a:pt x="187" y="1983"/>
                  <a:pt x="209" y="1939"/>
                </a:cubicBezTo>
                <a:cubicBezTo>
                  <a:pt x="800" y="921"/>
                  <a:pt x="1852" y="231"/>
                  <a:pt x="3034" y="198"/>
                </a:cubicBezTo>
                <a:cubicBezTo>
                  <a:pt x="3166" y="198"/>
                  <a:pt x="3166" y="1"/>
                  <a:pt x="3034" y="1"/>
                </a:cubicBezTo>
                <a:close/>
              </a:path>
            </a:pathLst>
          </a:custGeom>
          <a:solidFill>
            <a:schemeClr val="dk1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53" name="Google Shape;2317;p11"/>
          <p:cNvGrpSpPr/>
          <p:nvPr/>
        </p:nvGrpSpPr>
        <p:grpSpPr>
          <a:xfrm>
            <a:off x="8039880" y="-189000"/>
            <a:ext cx="1258560" cy="2265120"/>
            <a:chOff x="8039880" y="-189000"/>
            <a:chExt cx="1258560" cy="2265120"/>
          </a:xfrm>
        </p:grpSpPr>
        <p:sp>
          <p:nvSpPr>
            <p:cNvPr id="1654" name="Google Shape;2318;p11"/>
            <p:cNvSpPr/>
            <p:nvPr/>
          </p:nvSpPr>
          <p:spPr>
            <a:xfrm>
              <a:off x="8822880" y="1679400"/>
              <a:ext cx="475560" cy="396720"/>
            </a:xfrm>
            <a:custGeom>
              <a:avLst/>
              <a:gdLst>
                <a:gd name="textAreaLeft" fmla="*/ 0 w 475560"/>
                <a:gd name="textAreaRight" fmla="*/ 475920 w 47556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038" h="15878">
                  <a:moveTo>
                    <a:pt x="1827" y="1"/>
                  </a:moveTo>
                  <a:cubicBezTo>
                    <a:pt x="1794" y="1"/>
                    <a:pt x="1762" y="16"/>
                    <a:pt x="1742" y="56"/>
                  </a:cubicBezTo>
                  <a:cubicBezTo>
                    <a:pt x="1" y="3703"/>
                    <a:pt x="724" y="8205"/>
                    <a:pt x="3254" y="11327"/>
                  </a:cubicBezTo>
                  <a:cubicBezTo>
                    <a:pt x="5712" y="14221"/>
                    <a:pt x="9291" y="15877"/>
                    <a:pt x="13040" y="15877"/>
                  </a:cubicBezTo>
                  <a:cubicBezTo>
                    <a:pt x="13250" y="15877"/>
                    <a:pt x="13460" y="15872"/>
                    <a:pt x="13671" y="15862"/>
                  </a:cubicBezTo>
                  <a:cubicBezTo>
                    <a:pt x="15675" y="15763"/>
                    <a:pt x="17745" y="15040"/>
                    <a:pt x="18994" y="13364"/>
                  </a:cubicBezTo>
                  <a:cubicBezTo>
                    <a:pt x="19038" y="13277"/>
                    <a:pt x="18979" y="13204"/>
                    <a:pt x="18906" y="13204"/>
                  </a:cubicBezTo>
                  <a:cubicBezTo>
                    <a:pt x="18870" y="13204"/>
                    <a:pt x="18830" y="13222"/>
                    <a:pt x="18797" y="13266"/>
                  </a:cubicBezTo>
                  <a:lnTo>
                    <a:pt x="18797" y="13233"/>
                  </a:lnTo>
                  <a:cubicBezTo>
                    <a:pt x="17713" y="14712"/>
                    <a:pt x="15905" y="15435"/>
                    <a:pt x="14098" y="15599"/>
                  </a:cubicBezTo>
                  <a:cubicBezTo>
                    <a:pt x="13741" y="15631"/>
                    <a:pt x="13384" y="15647"/>
                    <a:pt x="13026" y="15647"/>
                  </a:cubicBezTo>
                  <a:cubicBezTo>
                    <a:pt x="11537" y="15647"/>
                    <a:pt x="10047" y="15373"/>
                    <a:pt x="8643" y="14843"/>
                  </a:cubicBezTo>
                  <a:cubicBezTo>
                    <a:pt x="6836" y="14186"/>
                    <a:pt x="5193" y="13102"/>
                    <a:pt x="3878" y="11721"/>
                  </a:cubicBezTo>
                  <a:cubicBezTo>
                    <a:pt x="2564" y="10276"/>
                    <a:pt x="1644" y="8534"/>
                    <a:pt x="1250" y="6628"/>
                  </a:cubicBezTo>
                  <a:cubicBezTo>
                    <a:pt x="757" y="4459"/>
                    <a:pt x="987" y="2192"/>
                    <a:pt x="1940" y="155"/>
                  </a:cubicBezTo>
                  <a:cubicBezTo>
                    <a:pt x="1986" y="86"/>
                    <a:pt x="1903" y="1"/>
                    <a:pt x="182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5" name="Google Shape;2319;p11"/>
            <p:cNvSpPr/>
            <p:nvPr/>
          </p:nvSpPr>
          <p:spPr>
            <a:xfrm>
              <a:off x="8584560" y="1218240"/>
              <a:ext cx="561240" cy="446760"/>
            </a:xfrm>
            <a:custGeom>
              <a:avLst/>
              <a:gdLst>
                <a:gd name="textAreaLeft" fmla="*/ 0 w 561240"/>
                <a:gd name="textAreaRight" fmla="*/ 561600 w 561240"/>
                <a:gd name="textAreaTop" fmla="*/ 0 h 446760"/>
                <a:gd name="textAreaBottom" fmla="*/ 447120 h 446760"/>
              </a:gdLst>
              <a:ahLst/>
              <a:cxnLst/>
              <a:rect l="textAreaLeft" t="textAreaTop" r="textAreaRight" b="textAreaBottom"/>
              <a:pathLst>
                <a:path w="22459" h="17878">
                  <a:moveTo>
                    <a:pt x="1638" y="0"/>
                  </a:moveTo>
                  <a:cubicBezTo>
                    <a:pt x="1606" y="0"/>
                    <a:pt x="1573" y="13"/>
                    <a:pt x="1545" y="41"/>
                  </a:cubicBezTo>
                  <a:cubicBezTo>
                    <a:pt x="165" y="1881"/>
                    <a:pt x="0" y="4247"/>
                    <a:pt x="460" y="6415"/>
                  </a:cubicBezTo>
                  <a:cubicBezTo>
                    <a:pt x="953" y="8650"/>
                    <a:pt x="2005" y="10720"/>
                    <a:pt x="3484" y="12495"/>
                  </a:cubicBezTo>
                  <a:cubicBezTo>
                    <a:pt x="6183" y="15734"/>
                    <a:pt x="10114" y="17878"/>
                    <a:pt x="14327" y="17878"/>
                  </a:cubicBezTo>
                  <a:cubicBezTo>
                    <a:pt x="14730" y="17878"/>
                    <a:pt x="15136" y="17858"/>
                    <a:pt x="15543" y="17818"/>
                  </a:cubicBezTo>
                  <a:cubicBezTo>
                    <a:pt x="18106" y="17588"/>
                    <a:pt x="20505" y="16536"/>
                    <a:pt x="22378" y="14828"/>
                  </a:cubicBezTo>
                  <a:cubicBezTo>
                    <a:pt x="22458" y="14748"/>
                    <a:pt x="22387" y="14646"/>
                    <a:pt x="22304" y="14646"/>
                  </a:cubicBezTo>
                  <a:cubicBezTo>
                    <a:pt x="22285" y="14646"/>
                    <a:pt x="22265" y="14651"/>
                    <a:pt x="22247" y="14663"/>
                  </a:cubicBezTo>
                  <a:cubicBezTo>
                    <a:pt x="20081" y="16679"/>
                    <a:pt x="17173" y="17673"/>
                    <a:pt x="14264" y="17673"/>
                  </a:cubicBezTo>
                  <a:cubicBezTo>
                    <a:pt x="12715" y="17673"/>
                    <a:pt x="11165" y="17392"/>
                    <a:pt x="9727" y="16832"/>
                  </a:cubicBezTo>
                  <a:cubicBezTo>
                    <a:pt x="5521" y="15091"/>
                    <a:pt x="2268" y="11607"/>
                    <a:pt x="888" y="7303"/>
                  </a:cubicBezTo>
                  <a:cubicBezTo>
                    <a:pt x="165" y="4937"/>
                    <a:pt x="165" y="2209"/>
                    <a:pt x="1742" y="172"/>
                  </a:cubicBezTo>
                  <a:cubicBezTo>
                    <a:pt x="1789" y="78"/>
                    <a:pt x="1718" y="0"/>
                    <a:pt x="163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6" name="Google Shape;2320;p11"/>
            <p:cNvSpPr/>
            <p:nvPr/>
          </p:nvSpPr>
          <p:spPr>
            <a:xfrm>
              <a:off x="8183520" y="1022400"/>
              <a:ext cx="425160" cy="424800"/>
            </a:xfrm>
            <a:custGeom>
              <a:avLst/>
              <a:gdLst>
                <a:gd name="textAreaLeft" fmla="*/ 0 w 425160"/>
                <a:gd name="textAreaRight" fmla="*/ 425520 w 425160"/>
                <a:gd name="textAreaTop" fmla="*/ 0 h 424800"/>
                <a:gd name="textAreaBottom" fmla="*/ 425160 h 424800"/>
              </a:gdLst>
              <a:ahLst/>
              <a:cxnLst/>
              <a:rect l="textAreaLeft" t="textAreaTop" r="textAreaRight" b="textAreaBottom"/>
              <a:pathLst>
                <a:path w="17023" h="17003">
                  <a:moveTo>
                    <a:pt x="3755" y="1"/>
                  </a:moveTo>
                  <a:cubicBezTo>
                    <a:pt x="3741" y="1"/>
                    <a:pt x="3728" y="5"/>
                    <a:pt x="3714" y="14"/>
                  </a:cubicBezTo>
                  <a:cubicBezTo>
                    <a:pt x="2892" y="375"/>
                    <a:pt x="2137" y="868"/>
                    <a:pt x="1447" y="1460"/>
                  </a:cubicBezTo>
                  <a:cubicBezTo>
                    <a:pt x="822" y="2051"/>
                    <a:pt x="395" y="2906"/>
                    <a:pt x="296" y="3793"/>
                  </a:cubicBezTo>
                  <a:cubicBezTo>
                    <a:pt x="1" y="5830"/>
                    <a:pt x="526" y="7933"/>
                    <a:pt x="1414" y="9741"/>
                  </a:cubicBezTo>
                  <a:cubicBezTo>
                    <a:pt x="3122" y="13224"/>
                    <a:pt x="6277" y="15754"/>
                    <a:pt x="10056" y="16641"/>
                  </a:cubicBezTo>
                  <a:cubicBezTo>
                    <a:pt x="11041" y="16884"/>
                    <a:pt x="12045" y="17003"/>
                    <a:pt x="13048" y="17003"/>
                  </a:cubicBezTo>
                  <a:cubicBezTo>
                    <a:pt x="14354" y="17003"/>
                    <a:pt x="15660" y="16801"/>
                    <a:pt x="16924" y="16411"/>
                  </a:cubicBezTo>
                  <a:cubicBezTo>
                    <a:pt x="17022" y="16378"/>
                    <a:pt x="16989" y="16214"/>
                    <a:pt x="16858" y="16214"/>
                  </a:cubicBezTo>
                  <a:cubicBezTo>
                    <a:pt x="15588" y="16618"/>
                    <a:pt x="14293" y="16812"/>
                    <a:pt x="13015" y="16812"/>
                  </a:cubicBezTo>
                  <a:cubicBezTo>
                    <a:pt x="8573" y="16812"/>
                    <a:pt x="4335" y="14470"/>
                    <a:pt x="2038" y="10463"/>
                  </a:cubicBezTo>
                  <a:cubicBezTo>
                    <a:pt x="986" y="8755"/>
                    <a:pt x="428" y="6816"/>
                    <a:pt x="428" y="4844"/>
                  </a:cubicBezTo>
                  <a:cubicBezTo>
                    <a:pt x="428" y="3727"/>
                    <a:pt x="625" y="2643"/>
                    <a:pt x="1381" y="1788"/>
                  </a:cubicBezTo>
                  <a:cubicBezTo>
                    <a:pt x="2104" y="1131"/>
                    <a:pt x="2925" y="573"/>
                    <a:pt x="3812" y="211"/>
                  </a:cubicBezTo>
                  <a:cubicBezTo>
                    <a:pt x="3897" y="155"/>
                    <a:pt x="3836" y="1"/>
                    <a:pt x="375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7" name="Google Shape;2321;p11"/>
            <p:cNvSpPr/>
            <p:nvPr/>
          </p:nvSpPr>
          <p:spPr>
            <a:xfrm>
              <a:off x="8039880" y="619200"/>
              <a:ext cx="345240" cy="41220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412200"/>
                <a:gd name="textAreaBottom" fmla="*/ 412560 h 412200"/>
              </a:gdLst>
              <a:ahLst/>
              <a:cxnLst/>
              <a:rect l="textAreaLeft" t="textAreaTop" r="textAreaRight" b="textAreaBottom"/>
              <a:pathLst>
                <a:path w="13825" h="16501">
                  <a:moveTo>
                    <a:pt x="10821" y="1"/>
                  </a:moveTo>
                  <a:cubicBezTo>
                    <a:pt x="9256" y="1"/>
                    <a:pt x="7695" y="293"/>
                    <a:pt x="6211" y="863"/>
                  </a:cubicBezTo>
                  <a:cubicBezTo>
                    <a:pt x="4075" y="1717"/>
                    <a:pt x="2333" y="3295"/>
                    <a:pt x="1249" y="5332"/>
                  </a:cubicBezTo>
                  <a:cubicBezTo>
                    <a:pt x="197" y="7238"/>
                    <a:pt x="0" y="9505"/>
                    <a:pt x="690" y="11575"/>
                  </a:cubicBezTo>
                  <a:cubicBezTo>
                    <a:pt x="1347" y="13646"/>
                    <a:pt x="2892" y="15289"/>
                    <a:pt x="4929" y="16044"/>
                  </a:cubicBezTo>
                  <a:cubicBezTo>
                    <a:pt x="5837" y="16369"/>
                    <a:pt x="6773" y="16501"/>
                    <a:pt x="7715" y="16501"/>
                  </a:cubicBezTo>
                  <a:cubicBezTo>
                    <a:pt x="9639" y="16501"/>
                    <a:pt x="11588" y="15950"/>
                    <a:pt x="13374" y="15354"/>
                  </a:cubicBezTo>
                  <a:cubicBezTo>
                    <a:pt x="13489" y="15325"/>
                    <a:pt x="13478" y="15145"/>
                    <a:pt x="13386" y="15145"/>
                  </a:cubicBezTo>
                  <a:cubicBezTo>
                    <a:pt x="13372" y="15145"/>
                    <a:pt x="13358" y="15149"/>
                    <a:pt x="13341" y="15157"/>
                  </a:cubicBezTo>
                  <a:cubicBezTo>
                    <a:pt x="11540" y="15741"/>
                    <a:pt x="9602" y="16304"/>
                    <a:pt x="7678" y="16304"/>
                  </a:cubicBezTo>
                  <a:cubicBezTo>
                    <a:pt x="7110" y="16304"/>
                    <a:pt x="6543" y="16255"/>
                    <a:pt x="5981" y="16143"/>
                  </a:cubicBezTo>
                  <a:cubicBezTo>
                    <a:pt x="3812" y="15683"/>
                    <a:pt x="2005" y="14204"/>
                    <a:pt x="1150" y="12200"/>
                  </a:cubicBezTo>
                  <a:cubicBezTo>
                    <a:pt x="263" y="10228"/>
                    <a:pt x="263" y="7994"/>
                    <a:pt x="1150" y="6022"/>
                  </a:cubicBezTo>
                  <a:cubicBezTo>
                    <a:pt x="2037" y="4017"/>
                    <a:pt x="3582" y="2374"/>
                    <a:pt x="5554" y="1389"/>
                  </a:cubicBezTo>
                  <a:cubicBezTo>
                    <a:pt x="7206" y="595"/>
                    <a:pt x="8999" y="193"/>
                    <a:pt x="10803" y="193"/>
                  </a:cubicBezTo>
                  <a:cubicBezTo>
                    <a:pt x="11762" y="193"/>
                    <a:pt x="12724" y="306"/>
                    <a:pt x="13670" y="534"/>
                  </a:cubicBezTo>
                  <a:cubicBezTo>
                    <a:pt x="13680" y="537"/>
                    <a:pt x="13690" y="538"/>
                    <a:pt x="13698" y="538"/>
                  </a:cubicBezTo>
                  <a:cubicBezTo>
                    <a:pt x="13805" y="538"/>
                    <a:pt x="13824" y="367"/>
                    <a:pt x="13703" y="337"/>
                  </a:cubicBezTo>
                  <a:cubicBezTo>
                    <a:pt x="12751" y="112"/>
                    <a:pt x="11785" y="1"/>
                    <a:pt x="1082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8" name="Google Shape;2322;p11"/>
            <p:cNvSpPr/>
            <p:nvPr/>
          </p:nvSpPr>
          <p:spPr>
            <a:xfrm>
              <a:off x="8305200" y="293760"/>
              <a:ext cx="415440" cy="323640"/>
            </a:xfrm>
            <a:custGeom>
              <a:avLst/>
              <a:gdLst>
                <a:gd name="textAreaLeft" fmla="*/ 0 w 415440"/>
                <a:gd name="textAreaRight" fmla="*/ 415800 w 41544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6629" h="12965">
                  <a:moveTo>
                    <a:pt x="7612" y="0"/>
                  </a:moveTo>
                  <a:cubicBezTo>
                    <a:pt x="6875" y="0"/>
                    <a:pt x="6138" y="136"/>
                    <a:pt x="5456" y="379"/>
                  </a:cubicBezTo>
                  <a:cubicBezTo>
                    <a:pt x="4503" y="774"/>
                    <a:pt x="3648" y="1365"/>
                    <a:pt x="2991" y="2154"/>
                  </a:cubicBezTo>
                  <a:cubicBezTo>
                    <a:pt x="2268" y="2975"/>
                    <a:pt x="1677" y="3862"/>
                    <a:pt x="1184" y="4848"/>
                  </a:cubicBezTo>
                  <a:cubicBezTo>
                    <a:pt x="625" y="5867"/>
                    <a:pt x="264" y="6984"/>
                    <a:pt x="132" y="8134"/>
                  </a:cubicBezTo>
                  <a:cubicBezTo>
                    <a:pt x="1" y="9252"/>
                    <a:pt x="264" y="10402"/>
                    <a:pt x="855" y="11322"/>
                  </a:cubicBezTo>
                  <a:cubicBezTo>
                    <a:pt x="1414" y="12209"/>
                    <a:pt x="2301" y="12800"/>
                    <a:pt x="3320" y="12965"/>
                  </a:cubicBezTo>
                  <a:cubicBezTo>
                    <a:pt x="3418" y="12965"/>
                    <a:pt x="3484" y="12800"/>
                    <a:pt x="3353" y="12768"/>
                  </a:cubicBezTo>
                  <a:cubicBezTo>
                    <a:pt x="1414" y="12505"/>
                    <a:pt x="297" y="10500"/>
                    <a:pt x="297" y="8693"/>
                  </a:cubicBezTo>
                  <a:cubicBezTo>
                    <a:pt x="362" y="7543"/>
                    <a:pt x="658" y="6393"/>
                    <a:pt x="1184" y="5374"/>
                  </a:cubicBezTo>
                  <a:cubicBezTo>
                    <a:pt x="1611" y="4421"/>
                    <a:pt x="2170" y="3501"/>
                    <a:pt x="2827" y="2680"/>
                  </a:cubicBezTo>
                  <a:cubicBezTo>
                    <a:pt x="3418" y="1858"/>
                    <a:pt x="4207" y="1201"/>
                    <a:pt x="5094" y="774"/>
                  </a:cubicBezTo>
                  <a:cubicBezTo>
                    <a:pt x="5870" y="400"/>
                    <a:pt x="6695" y="203"/>
                    <a:pt x="7549" y="203"/>
                  </a:cubicBezTo>
                  <a:cubicBezTo>
                    <a:pt x="7672" y="203"/>
                    <a:pt x="7796" y="207"/>
                    <a:pt x="7920" y="215"/>
                  </a:cubicBezTo>
                  <a:cubicBezTo>
                    <a:pt x="9892" y="314"/>
                    <a:pt x="11765" y="1168"/>
                    <a:pt x="13178" y="2581"/>
                  </a:cubicBezTo>
                  <a:cubicBezTo>
                    <a:pt x="14755" y="4191"/>
                    <a:pt x="15774" y="6294"/>
                    <a:pt x="16431" y="8430"/>
                  </a:cubicBezTo>
                  <a:cubicBezTo>
                    <a:pt x="16444" y="8483"/>
                    <a:pt x="16478" y="8504"/>
                    <a:pt x="16515" y="8504"/>
                  </a:cubicBezTo>
                  <a:cubicBezTo>
                    <a:pt x="16569" y="8504"/>
                    <a:pt x="16628" y="8456"/>
                    <a:pt x="16628" y="8397"/>
                  </a:cubicBezTo>
                  <a:cubicBezTo>
                    <a:pt x="16037" y="6327"/>
                    <a:pt x="15051" y="4454"/>
                    <a:pt x="13671" y="2844"/>
                  </a:cubicBezTo>
                  <a:cubicBezTo>
                    <a:pt x="12324" y="1267"/>
                    <a:pt x="10418" y="281"/>
                    <a:pt x="8380" y="51"/>
                  </a:cubicBezTo>
                  <a:cubicBezTo>
                    <a:pt x="8126" y="17"/>
                    <a:pt x="7869" y="0"/>
                    <a:pt x="761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9" name="Google Shape;2323;p11"/>
            <p:cNvSpPr/>
            <p:nvPr/>
          </p:nvSpPr>
          <p:spPr>
            <a:xfrm>
              <a:off x="8696160" y="501120"/>
              <a:ext cx="556200" cy="581760"/>
            </a:xfrm>
            <a:custGeom>
              <a:avLst/>
              <a:gdLst>
                <a:gd name="textAreaLeft" fmla="*/ 0 w 556200"/>
                <a:gd name="textAreaRight" fmla="*/ 556560 w 556200"/>
                <a:gd name="textAreaTop" fmla="*/ 0 h 581760"/>
                <a:gd name="textAreaBottom" fmla="*/ 582120 h 581760"/>
              </a:gdLst>
              <a:ahLst/>
              <a:cxnLst/>
              <a:rect l="textAreaLeft" t="textAreaTop" r="textAreaRight" b="textAreaBottom"/>
              <a:pathLst>
                <a:path w="22266" h="23285">
                  <a:moveTo>
                    <a:pt x="10820" y="0"/>
                  </a:moveTo>
                  <a:cubicBezTo>
                    <a:pt x="9674" y="0"/>
                    <a:pt x="8514" y="216"/>
                    <a:pt x="7460" y="664"/>
                  </a:cubicBezTo>
                  <a:cubicBezTo>
                    <a:pt x="4732" y="1781"/>
                    <a:pt x="2564" y="3950"/>
                    <a:pt x="1446" y="6710"/>
                  </a:cubicBezTo>
                  <a:cubicBezTo>
                    <a:pt x="296" y="9536"/>
                    <a:pt x="0" y="12658"/>
                    <a:pt x="625" y="15681"/>
                  </a:cubicBezTo>
                  <a:cubicBezTo>
                    <a:pt x="1118" y="18343"/>
                    <a:pt x="2366" y="20971"/>
                    <a:pt x="4535" y="22680"/>
                  </a:cubicBezTo>
                  <a:cubicBezTo>
                    <a:pt x="4831" y="22877"/>
                    <a:pt x="5127" y="23075"/>
                    <a:pt x="5422" y="23272"/>
                  </a:cubicBezTo>
                  <a:cubicBezTo>
                    <a:pt x="5441" y="23281"/>
                    <a:pt x="5458" y="23285"/>
                    <a:pt x="5475" y="23285"/>
                  </a:cubicBezTo>
                  <a:cubicBezTo>
                    <a:pt x="5577" y="23285"/>
                    <a:pt x="5634" y="23131"/>
                    <a:pt x="5521" y="23075"/>
                  </a:cubicBezTo>
                  <a:cubicBezTo>
                    <a:pt x="3155" y="21694"/>
                    <a:pt x="1709" y="19197"/>
                    <a:pt x="1019" y="16568"/>
                  </a:cubicBezTo>
                  <a:cubicBezTo>
                    <a:pt x="263" y="13677"/>
                    <a:pt x="329" y="10653"/>
                    <a:pt x="1249" y="7795"/>
                  </a:cubicBezTo>
                  <a:cubicBezTo>
                    <a:pt x="2103" y="5001"/>
                    <a:pt x="4042" y="2635"/>
                    <a:pt x="6671" y="1222"/>
                  </a:cubicBezTo>
                  <a:cubicBezTo>
                    <a:pt x="7920" y="565"/>
                    <a:pt x="9333" y="204"/>
                    <a:pt x="10779" y="204"/>
                  </a:cubicBezTo>
                  <a:cubicBezTo>
                    <a:pt x="12159" y="237"/>
                    <a:pt x="13539" y="565"/>
                    <a:pt x="14788" y="1190"/>
                  </a:cubicBezTo>
                  <a:cubicBezTo>
                    <a:pt x="17383" y="2405"/>
                    <a:pt x="19454" y="4508"/>
                    <a:pt x="21360" y="6579"/>
                  </a:cubicBezTo>
                  <a:lnTo>
                    <a:pt x="22050" y="7367"/>
                  </a:lnTo>
                  <a:cubicBezTo>
                    <a:pt x="22071" y="7389"/>
                    <a:pt x="22094" y="7398"/>
                    <a:pt x="22116" y="7398"/>
                  </a:cubicBezTo>
                  <a:cubicBezTo>
                    <a:pt x="22196" y="7398"/>
                    <a:pt x="22265" y="7280"/>
                    <a:pt x="22214" y="7203"/>
                  </a:cubicBezTo>
                  <a:cubicBezTo>
                    <a:pt x="20242" y="5034"/>
                    <a:pt x="18172" y="2800"/>
                    <a:pt x="15609" y="1354"/>
                  </a:cubicBezTo>
                  <a:cubicBezTo>
                    <a:pt x="14393" y="664"/>
                    <a:pt x="13046" y="204"/>
                    <a:pt x="11666" y="39"/>
                  </a:cubicBezTo>
                  <a:cubicBezTo>
                    <a:pt x="11386" y="13"/>
                    <a:pt x="11104" y="0"/>
                    <a:pt x="1082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0" name="Google Shape;2324;p11"/>
            <p:cNvSpPr/>
            <p:nvPr/>
          </p:nvSpPr>
          <p:spPr>
            <a:xfrm>
              <a:off x="8643600" y="34920"/>
              <a:ext cx="460440" cy="486720"/>
            </a:xfrm>
            <a:custGeom>
              <a:avLst/>
              <a:gdLst>
                <a:gd name="textAreaLeft" fmla="*/ 0 w 460440"/>
                <a:gd name="textAreaRight" fmla="*/ 460800 w 460440"/>
                <a:gd name="textAreaTop" fmla="*/ 0 h 486720"/>
                <a:gd name="textAreaBottom" fmla="*/ 487080 h 486720"/>
              </a:gdLst>
              <a:ahLst/>
              <a:cxnLst/>
              <a:rect l="textAreaLeft" t="textAreaTop" r="textAreaRight" b="textAreaBottom"/>
              <a:pathLst>
                <a:path w="18425" h="19485">
                  <a:moveTo>
                    <a:pt x="13865" y="0"/>
                  </a:moveTo>
                  <a:cubicBezTo>
                    <a:pt x="10577" y="0"/>
                    <a:pt x="7306" y="928"/>
                    <a:pt x="4732" y="3050"/>
                  </a:cubicBezTo>
                  <a:cubicBezTo>
                    <a:pt x="3089" y="4397"/>
                    <a:pt x="1808" y="6172"/>
                    <a:pt x="1085" y="8176"/>
                  </a:cubicBezTo>
                  <a:cubicBezTo>
                    <a:pt x="395" y="10115"/>
                    <a:pt x="362" y="12284"/>
                    <a:pt x="986" y="14255"/>
                  </a:cubicBezTo>
                  <a:cubicBezTo>
                    <a:pt x="1611" y="16457"/>
                    <a:pt x="3089" y="18330"/>
                    <a:pt x="5061" y="19480"/>
                  </a:cubicBezTo>
                  <a:cubicBezTo>
                    <a:pt x="5073" y="19483"/>
                    <a:pt x="5084" y="19484"/>
                    <a:pt x="5095" y="19484"/>
                  </a:cubicBezTo>
                  <a:cubicBezTo>
                    <a:pt x="5208" y="19484"/>
                    <a:pt x="5279" y="19343"/>
                    <a:pt x="5159" y="19283"/>
                  </a:cubicBezTo>
                  <a:cubicBezTo>
                    <a:pt x="1578" y="17311"/>
                    <a:pt x="0" y="12744"/>
                    <a:pt x="1085" y="8866"/>
                  </a:cubicBezTo>
                  <a:cubicBezTo>
                    <a:pt x="2268" y="4660"/>
                    <a:pt x="5981" y="1604"/>
                    <a:pt x="10154" y="618"/>
                  </a:cubicBezTo>
                  <a:cubicBezTo>
                    <a:pt x="11385" y="330"/>
                    <a:pt x="12645" y="188"/>
                    <a:pt x="13906" y="188"/>
                  </a:cubicBezTo>
                  <a:cubicBezTo>
                    <a:pt x="15372" y="188"/>
                    <a:pt x="16840" y="379"/>
                    <a:pt x="18271" y="750"/>
                  </a:cubicBezTo>
                  <a:cubicBezTo>
                    <a:pt x="18281" y="752"/>
                    <a:pt x="18290" y="753"/>
                    <a:pt x="18299" y="753"/>
                  </a:cubicBezTo>
                  <a:cubicBezTo>
                    <a:pt x="18406" y="753"/>
                    <a:pt x="18425" y="583"/>
                    <a:pt x="18304" y="553"/>
                  </a:cubicBezTo>
                  <a:cubicBezTo>
                    <a:pt x="16864" y="193"/>
                    <a:pt x="15363" y="0"/>
                    <a:pt x="1386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1" name="Google Shape;2325;p11"/>
            <p:cNvSpPr/>
            <p:nvPr/>
          </p:nvSpPr>
          <p:spPr>
            <a:xfrm>
              <a:off x="8454600" y="15120"/>
              <a:ext cx="363600" cy="28152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4565" h="11282">
                  <a:moveTo>
                    <a:pt x="7978" y="1"/>
                  </a:moveTo>
                  <a:cubicBezTo>
                    <a:pt x="6861" y="1"/>
                    <a:pt x="5743" y="203"/>
                    <a:pt x="4667" y="655"/>
                  </a:cubicBezTo>
                  <a:cubicBezTo>
                    <a:pt x="3254" y="1213"/>
                    <a:pt x="2071" y="2232"/>
                    <a:pt x="1249" y="3513"/>
                  </a:cubicBezTo>
                  <a:cubicBezTo>
                    <a:pt x="526" y="4729"/>
                    <a:pt x="263" y="6175"/>
                    <a:pt x="526" y="7555"/>
                  </a:cubicBezTo>
                  <a:cubicBezTo>
                    <a:pt x="756" y="9100"/>
                    <a:pt x="1676" y="10447"/>
                    <a:pt x="2991" y="11268"/>
                  </a:cubicBezTo>
                  <a:cubicBezTo>
                    <a:pt x="3009" y="11278"/>
                    <a:pt x="3027" y="11282"/>
                    <a:pt x="3043" y="11282"/>
                  </a:cubicBezTo>
                  <a:cubicBezTo>
                    <a:pt x="3145" y="11282"/>
                    <a:pt x="3202" y="11128"/>
                    <a:pt x="3089" y="11071"/>
                  </a:cubicBezTo>
                  <a:lnTo>
                    <a:pt x="3089" y="11071"/>
                  </a:lnTo>
                  <a:lnTo>
                    <a:pt x="3089" y="11104"/>
                  </a:lnTo>
                  <a:cubicBezTo>
                    <a:pt x="691" y="9724"/>
                    <a:pt x="1" y="6372"/>
                    <a:pt x="1249" y="3973"/>
                  </a:cubicBezTo>
                  <a:cubicBezTo>
                    <a:pt x="2529" y="1473"/>
                    <a:pt x="5347" y="186"/>
                    <a:pt x="8089" y="186"/>
                  </a:cubicBezTo>
                  <a:cubicBezTo>
                    <a:pt x="8374" y="186"/>
                    <a:pt x="8657" y="200"/>
                    <a:pt x="8939" y="227"/>
                  </a:cubicBezTo>
                  <a:cubicBezTo>
                    <a:pt x="10910" y="490"/>
                    <a:pt x="12750" y="1180"/>
                    <a:pt x="14360" y="2298"/>
                  </a:cubicBezTo>
                  <a:cubicBezTo>
                    <a:pt x="14386" y="2317"/>
                    <a:pt x="14410" y="2325"/>
                    <a:pt x="14432" y="2325"/>
                  </a:cubicBezTo>
                  <a:cubicBezTo>
                    <a:pt x="14521" y="2325"/>
                    <a:pt x="14565" y="2186"/>
                    <a:pt x="14459" y="2133"/>
                  </a:cubicBezTo>
                  <a:cubicBezTo>
                    <a:pt x="12559" y="852"/>
                    <a:pt x="10272" y="1"/>
                    <a:pt x="797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2" name="Google Shape;2326;p11"/>
            <p:cNvSpPr/>
            <p:nvPr/>
          </p:nvSpPr>
          <p:spPr>
            <a:xfrm>
              <a:off x="8942040" y="-189000"/>
              <a:ext cx="332280" cy="223560"/>
            </a:xfrm>
            <a:custGeom>
              <a:avLst/>
              <a:gdLst>
                <a:gd name="textAreaLeft" fmla="*/ 0 w 332280"/>
                <a:gd name="textAreaRight" fmla="*/ 332640 w 332280"/>
                <a:gd name="textAreaTop" fmla="*/ 0 h 223560"/>
                <a:gd name="textAreaBottom" fmla="*/ 223920 h 223560"/>
              </a:gdLst>
              <a:ahLst/>
              <a:cxnLst/>
              <a:rect l="textAreaLeft" t="textAreaTop" r="textAreaRight" b="textAreaBottom"/>
              <a:pathLst>
                <a:path w="13309" h="8954">
                  <a:moveTo>
                    <a:pt x="13178" y="0"/>
                  </a:moveTo>
                  <a:cubicBezTo>
                    <a:pt x="10647" y="230"/>
                    <a:pt x="8051" y="526"/>
                    <a:pt x="5653" y="1413"/>
                  </a:cubicBezTo>
                  <a:cubicBezTo>
                    <a:pt x="4502" y="1840"/>
                    <a:pt x="3385" y="2399"/>
                    <a:pt x="2399" y="3155"/>
                  </a:cubicBezTo>
                  <a:cubicBezTo>
                    <a:pt x="1479" y="3878"/>
                    <a:pt x="592" y="4798"/>
                    <a:pt x="296" y="5981"/>
                  </a:cubicBezTo>
                  <a:cubicBezTo>
                    <a:pt x="1" y="7065"/>
                    <a:pt x="428" y="8248"/>
                    <a:pt x="1348" y="8938"/>
                  </a:cubicBezTo>
                  <a:cubicBezTo>
                    <a:pt x="1369" y="8948"/>
                    <a:pt x="1389" y="8953"/>
                    <a:pt x="1407" y="8953"/>
                  </a:cubicBezTo>
                  <a:cubicBezTo>
                    <a:pt x="1505" y="8953"/>
                    <a:pt x="1557" y="8824"/>
                    <a:pt x="1446" y="8741"/>
                  </a:cubicBezTo>
                  <a:cubicBezTo>
                    <a:pt x="592" y="8116"/>
                    <a:pt x="198" y="6999"/>
                    <a:pt x="526" y="5948"/>
                  </a:cubicBezTo>
                  <a:cubicBezTo>
                    <a:pt x="822" y="4798"/>
                    <a:pt x="1709" y="3910"/>
                    <a:pt x="2629" y="3220"/>
                  </a:cubicBezTo>
                  <a:cubicBezTo>
                    <a:pt x="4535" y="1840"/>
                    <a:pt x="6836" y="1117"/>
                    <a:pt x="9136" y="690"/>
                  </a:cubicBezTo>
                  <a:cubicBezTo>
                    <a:pt x="10483" y="460"/>
                    <a:pt x="11830" y="329"/>
                    <a:pt x="13178" y="197"/>
                  </a:cubicBezTo>
                  <a:cubicBezTo>
                    <a:pt x="13309" y="197"/>
                    <a:pt x="13309" y="0"/>
                    <a:pt x="1317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3" name="Google Shape;2327;p11"/>
            <p:cNvSpPr/>
            <p:nvPr/>
          </p:nvSpPr>
          <p:spPr>
            <a:xfrm>
              <a:off x="8867880" y="1673640"/>
              <a:ext cx="33120" cy="16416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1337" h="6578">
                  <a:moveTo>
                    <a:pt x="1205" y="1"/>
                  </a:moveTo>
                  <a:cubicBezTo>
                    <a:pt x="1172" y="1"/>
                    <a:pt x="1139" y="19"/>
                    <a:pt x="1117" y="63"/>
                  </a:cubicBezTo>
                  <a:cubicBezTo>
                    <a:pt x="66" y="2067"/>
                    <a:pt x="0" y="4466"/>
                    <a:pt x="953" y="6536"/>
                  </a:cubicBezTo>
                  <a:cubicBezTo>
                    <a:pt x="963" y="6565"/>
                    <a:pt x="987" y="6577"/>
                    <a:pt x="1014" y="6577"/>
                  </a:cubicBezTo>
                  <a:cubicBezTo>
                    <a:pt x="1079" y="6577"/>
                    <a:pt x="1164" y="6508"/>
                    <a:pt x="1117" y="6438"/>
                  </a:cubicBezTo>
                  <a:cubicBezTo>
                    <a:pt x="230" y="4401"/>
                    <a:pt x="296" y="2100"/>
                    <a:pt x="1315" y="162"/>
                  </a:cubicBezTo>
                  <a:cubicBezTo>
                    <a:pt x="1337" y="74"/>
                    <a:pt x="1271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4" name="Google Shape;2328;p11"/>
            <p:cNvSpPr/>
            <p:nvPr/>
          </p:nvSpPr>
          <p:spPr>
            <a:xfrm>
              <a:off x="8974440" y="1949040"/>
              <a:ext cx="235080" cy="83880"/>
            </a:xfrm>
            <a:custGeom>
              <a:avLst/>
              <a:gdLst>
                <a:gd name="textAreaLeft" fmla="*/ 0 w 235080"/>
                <a:gd name="textAreaRight" fmla="*/ 235440 w 235080"/>
                <a:gd name="textAreaTop" fmla="*/ 0 h 83880"/>
                <a:gd name="textAreaBottom" fmla="*/ 84240 h 83880"/>
              </a:gdLst>
              <a:ahLst/>
              <a:cxnLst/>
              <a:rect l="textAreaLeft" t="textAreaTop" r="textAreaRight" b="textAreaBottom"/>
              <a:pathLst>
                <a:path w="9413" h="3366">
                  <a:moveTo>
                    <a:pt x="149" y="1"/>
                  </a:moveTo>
                  <a:cubicBezTo>
                    <a:pt x="83" y="1"/>
                    <a:pt x="1" y="86"/>
                    <a:pt x="47" y="155"/>
                  </a:cubicBezTo>
                  <a:cubicBezTo>
                    <a:pt x="376" y="812"/>
                    <a:pt x="901" y="1371"/>
                    <a:pt x="1558" y="1732"/>
                  </a:cubicBezTo>
                  <a:cubicBezTo>
                    <a:pt x="2314" y="2159"/>
                    <a:pt x="3103" y="2488"/>
                    <a:pt x="3924" y="2751"/>
                  </a:cubicBezTo>
                  <a:cubicBezTo>
                    <a:pt x="5266" y="3156"/>
                    <a:pt x="6647" y="3366"/>
                    <a:pt x="8036" y="3366"/>
                  </a:cubicBezTo>
                  <a:cubicBezTo>
                    <a:pt x="8450" y="3366"/>
                    <a:pt x="8866" y="3347"/>
                    <a:pt x="9281" y="3309"/>
                  </a:cubicBezTo>
                  <a:cubicBezTo>
                    <a:pt x="9412" y="3309"/>
                    <a:pt x="9412" y="3079"/>
                    <a:pt x="9281" y="3079"/>
                  </a:cubicBezTo>
                  <a:cubicBezTo>
                    <a:pt x="8815" y="3133"/>
                    <a:pt x="8346" y="3160"/>
                    <a:pt x="7877" y="3160"/>
                  </a:cubicBezTo>
                  <a:cubicBezTo>
                    <a:pt x="6627" y="3160"/>
                    <a:pt x="5373" y="2969"/>
                    <a:pt x="4154" y="2586"/>
                  </a:cubicBezTo>
                  <a:cubicBezTo>
                    <a:pt x="3333" y="2356"/>
                    <a:pt x="2544" y="2028"/>
                    <a:pt x="1788" y="1633"/>
                  </a:cubicBezTo>
                  <a:cubicBezTo>
                    <a:pt x="1098" y="1272"/>
                    <a:pt x="540" y="713"/>
                    <a:pt x="211" y="56"/>
                  </a:cubicBezTo>
                  <a:cubicBezTo>
                    <a:pt x="201" y="17"/>
                    <a:pt x="177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120" bIns="42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5" name="Google Shape;2329;p11"/>
            <p:cNvSpPr/>
            <p:nvPr/>
          </p:nvSpPr>
          <p:spPr>
            <a:xfrm>
              <a:off x="9036000" y="1974960"/>
              <a:ext cx="163800" cy="3420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6563" h="1385">
                  <a:moveTo>
                    <a:pt x="133" y="0"/>
                  </a:moveTo>
                  <a:cubicBezTo>
                    <a:pt x="48" y="0"/>
                    <a:pt x="1" y="173"/>
                    <a:pt x="122" y="234"/>
                  </a:cubicBezTo>
                  <a:cubicBezTo>
                    <a:pt x="2127" y="924"/>
                    <a:pt x="4263" y="1318"/>
                    <a:pt x="6431" y="1384"/>
                  </a:cubicBezTo>
                  <a:cubicBezTo>
                    <a:pt x="6563" y="1384"/>
                    <a:pt x="6563" y="1187"/>
                    <a:pt x="6431" y="1187"/>
                  </a:cubicBezTo>
                  <a:cubicBezTo>
                    <a:pt x="4295" y="1121"/>
                    <a:pt x="2159" y="727"/>
                    <a:pt x="155" y="4"/>
                  </a:cubicBezTo>
                  <a:cubicBezTo>
                    <a:pt x="148" y="1"/>
                    <a:pt x="14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6" name="Google Shape;2330;p11"/>
            <p:cNvSpPr/>
            <p:nvPr/>
          </p:nvSpPr>
          <p:spPr>
            <a:xfrm>
              <a:off x="9061560" y="1957320"/>
              <a:ext cx="129960" cy="24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5209" h="1001">
                  <a:moveTo>
                    <a:pt x="114" y="0"/>
                  </a:moveTo>
                  <a:cubicBezTo>
                    <a:pt x="37" y="0"/>
                    <a:pt x="1" y="180"/>
                    <a:pt x="116" y="209"/>
                  </a:cubicBezTo>
                  <a:cubicBezTo>
                    <a:pt x="1411" y="749"/>
                    <a:pt x="2795" y="1000"/>
                    <a:pt x="4176" y="1000"/>
                  </a:cubicBezTo>
                  <a:cubicBezTo>
                    <a:pt x="4477" y="1000"/>
                    <a:pt x="4778" y="988"/>
                    <a:pt x="5078" y="965"/>
                  </a:cubicBezTo>
                  <a:cubicBezTo>
                    <a:pt x="5200" y="965"/>
                    <a:pt x="5209" y="764"/>
                    <a:pt x="5102" y="764"/>
                  </a:cubicBezTo>
                  <a:cubicBezTo>
                    <a:pt x="5095" y="764"/>
                    <a:pt x="5086" y="766"/>
                    <a:pt x="5078" y="768"/>
                  </a:cubicBezTo>
                  <a:cubicBezTo>
                    <a:pt x="4796" y="790"/>
                    <a:pt x="4515" y="801"/>
                    <a:pt x="4234" y="801"/>
                  </a:cubicBezTo>
                  <a:cubicBezTo>
                    <a:pt x="2842" y="801"/>
                    <a:pt x="1461" y="531"/>
                    <a:pt x="149" y="12"/>
                  </a:cubicBezTo>
                  <a:cubicBezTo>
                    <a:pt x="136" y="4"/>
                    <a:pt x="125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7" name="Google Shape;2331;p11"/>
            <p:cNvSpPr/>
            <p:nvPr/>
          </p:nvSpPr>
          <p:spPr>
            <a:xfrm>
              <a:off x="8913960" y="1740960"/>
              <a:ext cx="28440" cy="12996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1158" h="5218">
                  <a:moveTo>
                    <a:pt x="99" y="1"/>
                  </a:moveTo>
                  <a:cubicBezTo>
                    <a:pt x="50" y="1"/>
                    <a:pt x="0" y="34"/>
                    <a:pt x="0" y="99"/>
                  </a:cubicBezTo>
                  <a:cubicBezTo>
                    <a:pt x="99" y="1808"/>
                    <a:pt x="395" y="3517"/>
                    <a:pt x="920" y="5160"/>
                  </a:cubicBezTo>
                  <a:cubicBezTo>
                    <a:pt x="933" y="5199"/>
                    <a:pt x="977" y="5217"/>
                    <a:pt x="1021" y="5217"/>
                  </a:cubicBezTo>
                  <a:cubicBezTo>
                    <a:pt x="1089" y="5217"/>
                    <a:pt x="1157" y="5174"/>
                    <a:pt x="1118" y="5094"/>
                  </a:cubicBezTo>
                  <a:cubicBezTo>
                    <a:pt x="625" y="3484"/>
                    <a:pt x="296" y="1775"/>
                    <a:pt x="198" y="99"/>
                  </a:cubicBezTo>
                  <a:cubicBezTo>
                    <a:pt x="198" y="34"/>
                    <a:pt x="148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8" name="Google Shape;2332;p11"/>
            <p:cNvSpPr/>
            <p:nvPr/>
          </p:nvSpPr>
          <p:spPr>
            <a:xfrm>
              <a:off x="8647920" y="1373400"/>
              <a:ext cx="117720" cy="172080"/>
            </a:xfrm>
            <a:custGeom>
              <a:avLst/>
              <a:gdLst>
                <a:gd name="textAreaLeft" fmla="*/ 0 w 117720"/>
                <a:gd name="textAreaRight" fmla="*/ 118080 w 117720"/>
                <a:gd name="textAreaTop" fmla="*/ 0 h 172080"/>
                <a:gd name="textAreaBottom" fmla="*/ 172440 h 172080"/>
              </a:gdLst>
              <a:ahLst/>
              <a:cxnLst/>
              <a:rect l="textAreaLeft" t="textAreaTop" r="textAreaRight" b="textAreaBottom"/>
              <a:pathLst>
                <a:path w="4717" h="6892">
                  <a:moveTo>
                    <a:pt x="380" y="0"/>
                  </a:moveTo>
                  <a:cubicBezTo>
                    <a:pt x="337" y="0"/>
                    <a:pt x="290" y="21"/>
                    <a:pt x="264" y="74"/>
                  </a:cubicBezTo>
                  <a:cubicBezTo>
                    <a:pt x="1" y="731"/>
                    <a:pt x="362" y="1454"/>
                    <a:pt x="625" y="2046"/>
                  </a:cubicBezTo>
                  <a:cubicBezTo>
                    <a:pt x="921" y="2703"/>
                    <a:pt x="1282" y="3327"/>
                    <a:pt x="1677" y="3886"/>
                  </a:cubicBezTo>
                  <a:cubicBezTo>
                    <a:pt x="2432" y="5036"/>
                    <a:pt x="3418" y="6055"/>
                    <a:pt x="4535" y="6876"/>
                  </a:cubicBezTo>
                  <a:cubicBezTo>
                    <a:pt x="4551" y="6887"/>
                    <a:pt x="4567" y="6891"/>
                    <a:pt x="4582" y="6891"/>
                  </a:cubicBezTo>
                  <a:cubicBezTo>
                    <a:pt x="4660" y="6891"/>
                    <a:pt x="4717" y="6762"/>
                    <a:pt x="4634" y="6679"/>
                  </a:cubicBezTo>
                  <a:cubicBezTo>
                    <a:pt x="3582" y="5890"/>
                    <a:pt x="2662" y="4937"/>
                    <a:pt x="1907" y="3853"/>
                  </a:cubicBezTo>
                  <a:cubicBezTo>
                    <a:pt x="1545" y="3327"/>
                    <a:pt x="1217" y="2801"/>
                    <a:pt x="954" y="2210"/>
                  </a:cubicBezTo>
                  <a:cubicBezTo>
                    <a:pt x="658" y="1618"/>
                    <a:pt x="198" y="797"/>
                    <a:pt x="461" y="107"/>
                  </a:cubicBezTo>
                  <a:cubicBezTo>
                    <a:pt x="500" y="48"/>
                    <a:pt x="445" y="0"/>
                    <a:pt x="38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040" bIns="86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9" name="Google Shape;2333;p11"/>
            <p:cNvSpPr/>
            <p:nvPr/>
          </p:nvSpPr>
          <p:spPr>
            <a:xfrm>
              <a:off x="8673480" y="1402200"/>
              <a:ext cx="68760" cy="9180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91800"/>
                <a:gd name="textAreaBottom" fmla="*/ 92160 h 91800"/>
              </a:gdLst>
              <a:ahLst/>
              <a:cxnLst/>
              <a:rect l="textAreaLeft" t="textAreaTop" r="textAreaRight" b="textAreaBottom"/>
              <a:pathLst>
                <a:path w="2760" h="3687">
                  <a:moveTo>
                    <a:pt x="124" y="0"/>
                  </a:moveTo>
                  <a:cubicBezTo>
                    <a:pt x="64" y="0"/>
                    <a:pt x="0" y="48"/>
                    <a:pt x="20" y="107"/>
                  </a:cubicBezTo>
                  <a:lnTo>
                    <a:pt x="20" y="140"/>
                  </a:lnTo>
                  <a:cubicBezTo>
                    <a:pt x="579" y="1487"/>
                    <a:pt x="1433" y="2703"/>
                    <a:pt x="2550" y="3656"/>
                  </a:cubicBezTo>
                  <a:cubicBezTo>
                    <a:pt x="2572" y="3677"/>
                    <a:pt x="2595" y="3686"/>
                    <a:pt x="2617" y="3686"/>
                  </a:cubicBezTo>
                  <a:cubicBezTo>
                    <a:pt x="2695" y="3686"/>
                    <a:pt x="2759" y="3569"/>
                    <a:pt x="2682" y="3492"/>
                  </a:cubicBezTo>
                  <a:cubicBezTo>
                    <a:pt x="1630" y="2571"/>
                    <a:pt x="776" y="1388"/>
                    <a:pt x="217" y="74"/>
                  </a:cubicBezTo>
                  <a:cubicBezTo>
                    <a:pt x="204" y="22"/>
                    <a:pt x="165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0" name="Google Shape;2334;p11"/>
            <p:cNvSpPr/>
            <p:nvPr/>
          </p:nvSpPr>
          <p:spPr>
            <a:xfrm>
              <a:off x="8699400" y="1415160"/>
              <a:ext cx="43920" cy="4500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1770" h="1816">
                  <a:moveTo>
                    <a:pt x="160" y="1"/>
                  </a:moveTo>
                  <a:cubicBezTo>
                    <a:pt x="83" y="1"/>
                    <a:pt x="1" y="86"/>
                    <a:pt x="47" y="155"/>
                  </a:cubicBezTo>
                  <a:cubicBezTo>
                    <a:pt x="474" y="746"/>
                    <a:pt x="967" y="1305"/>
                    <a:pt x="1525" y="1798"/>
                  </a:cubicBezTo>
                  <a:cubicBezTo>
                    <a:pt x="1544" y="1810"/>
                    <a:pt x="1565" y="1815"/>
                    <a:pt x="1586" y="1815"/>
                  </a:cubicBezTo>
                  <a:cubicBezTo>
                    <a:pt x="1676" y="1815"/>
                    <a:pt x="1770" y="1713"/>
                    <a:pt x="1690" y="1633"/>
                  </a:cubicBezTo>
                  <a:cubicBezTo>
                    <a:pt x="1131" y="1173"/>
                    <a:pt x="638" y="615"/>
                    <a:pt x="244" y="56"/>
                  </a:cubicBezTo>
                  <a:cubicBezTo>
                    <a:pt x="224" y="16"/>
                    <a:pt x="192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1" name="Google Shape;2335;p11"/>
            <p:cNvSpPr/>
            <p:nvPr/>
          </p:nvSpPr>
          <p:spPr>
            <a:xfrm>
              <a:off x="8890200" y="1540440"/>
              <a:ext cx="214560" cy="5904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8591" h="2369">
                  <a:moveTo>
                    <a:pt x="8469" y="1"/>
                  </a:moveTo>
                  <a:cubicBezTo>
                    <a:pt x="8451" y="1"/>
                    <a:pt x="8432" y="9"/>
                    <a:pt x="8413" y="28"/>
                  </a:cubicBezTo>
                  <a:cubicBezTo>
                    <a:pt x="6213" y="1435"/>
                    <a:pt x="3674" y="2163"/>
                    <a:pt x="1074" y="2163"/>
                  </a:cubicBezTo>
                  <a:cubicBezTo>
                    <a:pt x="761" y="2163"/>
                    <a:pt x="446" y="2152"/>
                    <a:pt x="132" y="2131"/>
                  </a:cubicBezTo>
                  <a:cubicBezTo>
                    <a:pt x="0" y="2131"/>
                    <a:pt x="0" y="2328"/>
                    <a:pt x="132" y="2328"/>
                  </a:cubicBezTo>
                  <a:cubicBezTo>
                    <a:pt x="480" y="2355"/>
                    <a:pt x="827" y="2368"/>
                    <a:pt x="1173" y="2368"/>
                  </a:cubicBezTo>
                  <a:cubicBezTo>
                    <a:pt x="3771" y="2368"/>
                    <a:pt x="6308" y="1613"/>
                    <a:pt x="8511" y="192"/>
                  </a:cubicBezTo>
                  <a:cubicBezTo>
                    <a:pt x="8591" y="139"/>
                    <a:pt x="8542" y="1"/>
                    <a:pt x="846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520" bIns="29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2" name="Google Shape;2336;p11"/>
            <p:cNvSpPr/>
            <p:nvPr/>
          </p:nvSpPr>
          <p:spPr>
            <a:xfrm>
              <a:off x="8944560" y="1523520"/>
              <a:ext cx="154440" cy="41760"/>
            </a:xfrm>
            <a:custGeom>
              <a:avLst/>
              <a:gdLst>
                <a:gd name="textAreaLeft" fmla="*/ 0 w 154440"/>
                <a:gd name="textAreaRight" fmla="*/ 154800 w 1544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6198" h="1690">
                  <a:moveTo>
                    <a:pt x="6054" y="0"/>
                  </a:moveTo>
                  <a:cubicBezTo>
                    <a:pt x="6041" y="0"/>
                    <a:pt x="6027" y="5"/>
                    <a:pt x="6014" y="14"/>
                  </a:cubicBezTo>
                  <a:cubicBezTo>
                    <a:pt x="4173" y="901"/>
                    <a:pt x="2169" y="1427"/>
                    <a:pt x="132" y="1492"/>
                  </a:cubicBezTo>
                  <a:cubicBezTo>
                    <a:pt x="0" y="1492"/>
                    <a:pt x="0" y="1690"/>
                    <a:pt x="132" y="1690"/>
                  </a:cubicBezTo>
                  <a:cubicBezTo>
                    <a:pt x="2202" y="1624"/>
                    <a:pt x="4239" y="1098"/>
                    <a:pt x="6112" y="211"/>
                  </a:cubicBezTo>
                  <a:cubicBezTo>
                    <a:pt x="6197" y="154"/>
                    <a:pt x="6136" y="0"/>
                    <a:pt x="605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3" name="Google Shape;2337;p11"/>
            <p:cNvSpPr/>
            <p:nvPr/>
          </p:nvSpPr>
          <p:spPr>
            <a:xfrm>
              <a:off x="8990280" y="1496520"/>
              <a:ext cx="86400" cy="3132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3466" h="1262">
                  <a:moveTo>
                    <a:pt x="3296" y="0"/>
                  </a:moveTo>
                  <a:cubicBezTo>
                    <a:pt x="3282" y="0"/>
                    <a:pt x="3267" y="4"/>
                    <a:pt x="3254" y="13"/>
                  </a:cubicBezTo>
                  <a:cubicBezTo>
                    <a:pt x="2333" y="638"/>
                    <a:pt x="1249" y="966"/>
                    <a:pt x="132" y="1065"/>
                  </a:cubicBezTo>
                  <a:cubicBezTo>
                    <a:pt x="0" y="1065"/>
                    <a:pt x="0" y="1262"/>
                    <a:pt x="132" y="1262"/>
                  </a:cubicBezTo>
                  <a:cubicBezTo>
                    <a:pt x="1282" y="1196"/>
                    <a:pt x="2399" y="835"/>
                    <a:pt x="3352" y="210"/>
                  </a:cubicBezTo>
                  <a:cubicBezTo>
                    <a:pt x="3465" y="154"/>
                    <a:pt x="3384" y="0"/>
                    <a:pt x="329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4" name="Google Shape;2338;p11"/>
            <p:cNvSpPr/>
            <p:nvPr/>
          </p:nvSpPr>
          <p:spPr>
            <a:xfrm>
              <a:off x="8998200" y="1465560"/>
              <a:ext cx="52560" cy="2052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114" h="838">
                  <a:moveTo>
                    <a:pt x="1982" y="1"/>
                  </a:moveTo>
                  <a:cubicBezTo>
                    <a:pt x="1975" y="1"/>
                    <a:pt x="1967" y="2"/>
                    <a:pt x="1960" y="5"/>
                  </a:cubicBezTo>
                  <a:lnTo>
                    <a:pt x="87" y="629"/>
                  </a:lnTo>
                  <a:cubicBezTo>
                    <a:pt x="0" y="658"/>
                    <a:pt x="15" y="838"/>
                    <a:pt x="108" y="838"/>
                  </a:cubicBezTo>
                  <a:cubicBezTo>
                    <a:pt x="121" y="838"/>
                    <a:pt x="136" y="834"/>
                    <a:pt x="152" y="826"/>
                  </a:cubicBezTo>
                  <a:lnTo>
                    <a:pt x="1993" y="202"/>
                  </a:lnTo>
                  <a:cubicBezTo>
                    <a:pt x="2114" y="171"/>
                    <a:pt x="2067" y="1"/>
                    <a:pt x="198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5" name="Google Shape;2339;p11"/>
            <p:cNvSpPr/>
            <p:nvPr/>
          </p:nvSpPr>
          <p:spPr>
            <a:xfrm>
              <a:off x="8645040" y="1136880"/>
              <a:ext cx="77040" cy="11520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3098" h="4623">
                  <a:moveTo>
                    <a:pt x="2972" y="1"/>
                  </a:moveTo>
                  <a:cubicBezTo>
                    <a:pt x="2963" y="1"/>
                    <a:pt x="2954" y="2"/>
                    <a:pt x="2944" y="4"/>
                  </a:cubicBezTo>
                  <a:cubicBezTo>
                    <a:pt x="1038" y="662"/>
                    <a:pt x="446" y="2765"/>
                    <a:pt x="19" y="4506"/>
                  </a:cubicBezTo>
                  <a:cubicBezTo>
                    <a:pt x="1" y="4580"/>
                    <a:pt x="55" y="4623"/>
                    <a:pt x="112" y="4623"/>
                  </a:cubicBezTo>
                  <a:cubicBezTo>
                    <a:pt x="156" y="4623"/>
                    <a:pt x="202" y="4597"/>
                    <a:pt x="216" y="4539"/>
                  </a:cubicBezTo>
                  <a:cubicBezTo>
                    <a:pt x="643" y="2896"/>
                    <a:pt x="1169" y="859"/>
                    <a:pt x="2977" y="202"/>
                  </a:cubicBezTo>
                  <a:cubicBezTo>
                    <a:pt x="3098" y="171"/>
                    <a:pt x="3079" y="1"/>
                    <a:pt x="29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6" name="Google Shape;2340;p11"/>
            <p:cNvSpPr/>
            <p:nvPr/>
          </p:nvSpPr>
          <p:spPr>
            <a:xfrm>
              <a:off x="8690400" y="1146240"/>
              <a:ext cx="46080" cy="572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1863" h="2302">
                  <a:moveTo>
                    <a:pt x="1740" y="1"/>
                  </a:moveTo>
                  <a:cubicBezTo>
                    <a:pt x="1722" y="1"/>
                    <a:pt x="1703" y="9"/>
                    <a:pt x="1684" y="28"/>
                  </a:cubicBezTo>
                  <a:cubicBezTo>
                    <a:pt x="929" y="554"/>
                    <a:pt x="370" y="1309"/>
                    <a:pt x="41" y="2164"/>
                  </a:cubicBezTo>
                  <a:cubicBezTo>
                    <a:pt x="1" y="2245"/>
                    <a:pt x="60" y="2301"/>
                    <a:pt x="128" y="2301"/>
                  </a:cubicBezTo>
                  <a:cubicBezTo>
                    <a:pt x="169" y="2301"/>
                    <a:pt x="213" y="2280"/>
                    <a:pt x="238" y="2229"/>
                  </a:cubicBezTo>
                  <a:cubicBezTo>
                    <a:pt x="534" y="1408"/>
                    <a:pt x="1060" y="718"/>
                    <a:pt x="1783" y="192"/>
                  </a:cubicBezTo>
                  <a:cubicBezTo>
                    <a:pt x="1862" y="139"/>
                    <a:pt x="1814" y="1"/>
                    <a:pt x="174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7" name="Google Shape;2341;p11"/>
            <p:cNvSpPr/>
            <p:nvPr/>
          </p:nvSpPr>
          <p:spPr>
            <a:xfrm>
              <a:off x="8772480" y="962640"/>
              <a:ext cx="155880" cy="151200"/>
            </a:xfrm>
            <a:custGeom>
              <a:avLst/>
              <a:gdLst>
                <a:gd name="textAreaLeft" fmla="*/ 0 w 155880"/>
                <a:gd name="textAreaRight" fmla="*/ 156240 w 155880"/>
                <a:gd name="textAreaTop" fmla="*/ 0 h 151200"/>
                <a:gd name="textAreaBottom" fmla="*/ 151560 h 151200"/>
              </a:gdLst>
              <a:ahLst/>
              <a:cxnLst/>
              <a:rect l="textAreaLeft" t="textAreaTop" r="textAreaRight" b="textAreaBottom"/>
              <a:pathLst>
                <a:path w="6248" h="6059">
                  <a:moveTo>
                    <a:pt x="163" y="0"/>
                  </a:moveTo>
                  <a:cubicBezTo>
                    <a:pt x="86" y="0"/>
                    <a:pt x="1" y="70"/>
                    <a:pt x="47" y="140"/>
                  </a:cubicBezTo>
                  <a:cubicBezTo>
                    <a:pt x="836" y="1454"/>
                    <a:pt x="1756" y="2703"/>
                    <a:pt x="2775" y="3853"/>
                  </a:cubicBezTo>
                  <a:cubicBezTo>
                    <a:pt x="3662" y="4871"/>
                    <a:pt x="4713" y="5792"/>
                    <a:pt x="6061" y="6054"/>
                  </a:cubicBezTo>
                  <a:cubicBezTo>
                    <a:pt x="6071" y="6057"/>
                    <a:pt x="6080" y="6058"/>
                    <a:pt x="6090" y="6058"/>
                  </a:cubicBezTo>
                  <a:cubicBezTo>
                    <a:pt x="6201" y="6058"/>
                    <a:pt x="6248" y="5888"/>
                    <a:pt x="6126" y="5857"/>
                  </a:cubicBezTo>
                  <a:cubicBezTo>
                    <a:pt x="4779" y="5594"/>
                    <a:pt x="3760" y="4641"/>
                    <a:pt x="2906" y="3656"/>
                  </a:cubicBezTo>
                  <a:cubicBezTo>
                    <a:pt x="1887" y="2538"/>
                    <a:pt x="1000" y="1323"/>
                    <a:pt x="244" y="41"/>
                  </a:cubicBezTo>
                  <a:cubicBezTo>
                    <a:pt x="225" y="12"/>
                    <a:pt x="195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0" bIns="75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8" name="Google Shape;2342;p11"/>
            <p:cNvSpPr/>
            <p:nvPr/>
          </p:nvSpPr>
          <p:spPr>
            <a:xfrm>
              <a:off x="8816040" y="995760"/>
              <a:ext cx="83520" cy="7740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3353" h="3110">
                  <a:moveTo>
                    <a:pt x="152" y="0"/>
                  </a:moveTo>
                  <a:cubicBezTo>
                    <a:pt x="72" y="0"/>
                    <a:pt x="1" y="78"/>
                    <a:pt x="48" y="172"/>
                  </a:cubicBezTo>
                  <a:cubicBezTo>
                    <a:pt x="902" y="1322"/>
                    <a:pt x="1954" y="2308"/>
                    <a:pt x="3170" y="3096"/>
                  </a:cubicBezTo>
                  <a:cubicBezTo>
                    <a:pt x="3183" y="3106"/>
                    <a:pt x="3197" y="3110"/>
                    <a:pt x="3210" y="3110"/>
                  </a:cubicBezTo>
                  <a:cubicBezTo>
                    <a:pt x="3292" y="3110"/>
                    <a:pt x="3353" y="2956"/>
                    <a:pt x="3268" y="2899"/>
                  </a:cubicBezTo>
                  <a:cubicBezTo>
                    <a:pt x="2085" y="2143"/>
                    <a:pt x="1067" y="1190"/>
                    <a:pt x="245" y="40"/>
                  </a:cubicBezTo>
                  <a:cubicBezTo>
                    <a:pt x="217" y="12"/>
                    <a:pt x="184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9" name="Google Shape;2343;p11"/>
            <p:cNvSpPr/>
            <p:nvPr/>
          </p:nvSpPr>
          <p:spPr>
            <a:xfrm>
              <a:off x="8862120" y="1016280"/>
              <a:ext cx="68400" cy="518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2752" h="2087">
                  <a:moveTo>
                    <a:pt x="144" y="1"/>
                  </a:moveTo>
                  <a:cubicBezTo>
                    <a:pt x="75" y="1"/>
                    <a:pt x="1" y="93"/>
                    <a:pt x="75" y="167"/>
                  </a:cubicBezTo>
                  <a:lnTo>
                    <a:pt x="75" y="200"/>
                  </a:lnTo>
                  <a:cubicBezTo>
                    <a:pt x="765" y="989"/>
                    <a:pt x="1586" y="1613"/>
                    <a:pt x="2539" y="2073"/>
                  </a:cubicBezTo>
                  <a:cubicBezTo>
                    <a:pt x="2558" y="2082"/>
                    <a:pt x="2575" y="2086"/>
                    <a:pt x="2592" y="2086"/>
                  </a:cubicBezTo>
                  <a:cubicBezTo>
                    <a:pt x="2694" y="2086"/>
                    <a:pt x="2751" y="1933"/>
                    <a:pt x="2638" y="1876"/>
                  </a:cubicBezTo>
                  <a:cubicBezTo>
                    <a:pt x="1718" y="1449"/>
                    <a:pt x="896" y="825"/>
                    <a:pt x="206" y="36"/>
                  </a:cubicBezTo>
                  <a:cubicBezTo>
                    <a:pt x="190" y="11"/>
                    <a:pt x="167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0" name="Google Shape;2344;p11"/>
            <p:cNvSpPr/>
            <p:nvPr/>
          </p:nvSpPr>
          <p:spPr>
            <a:xfrm>
              <a:off x="8784360" y="574200"/>
              <a:ext cx="151560" cy="182880"/>
            </a:xfrm>
            <a:custGeom>
              <a:avLst/>
              <a:gdLst>
                <a:gd name="textAreaLeft" fmla="*/ 0 w 151560"/>
                <a:gd name="textAreaRight" fmla="*/ 151920 w 151560"/>
                <a:gd name="textAreaTop" fmla="*/ 0 h 182880"/>
                <a:gd name="textAreaBottom" fmla="*/ 183240 h 182880"/>
              </a:gdLst>
              <a:ahLst/>
              <a:cxnLst/>
              <a:rect l="textAreaLeft" t="textAreaTop" r="textAreaRight" b="textAreaBottom"/>
              <a:pathLst>
                <a:path w="6080" h="7334">
                  <a:moveTo>
                    <a:pt x="5882" y="0"/>
                  </a:moveTo>
                  <a:cubicBezTo>
                    <a:pt x="3352" y="526"/>
                    <a:pt x="1446" y="2662"/>
                    <a:pt x="461" y="4929"/>
                  </a:cubicBezTo>
                  <a:cubicBezTo>
                    <a:pt x="99" y="5652"/>
                    <a:pt x="0" y="6474"/>
                    <a:pt x="132" y="7262"/>
                  </a:cubicBezTo>
                  <a:cubicBezTo>
                    <a:pt x="144" y="7313"/>
                    <a:pt x="181" y="7334"/>
                    <a:pt x="220" y="7334"/>
                  </a:cubicBezTo>
                  <a:cubicBezTo>
                    <a:pt x="282" y="7334"/>
                    <a:pt x="349" y="7278"/>
                    <a:pt x="329" y="7197"/>
                  </a:cubicBezTo>
                  <a:cubicBezTo>
                    <a:pt x="132" y="6277"/>
                    <a:pt x="461" y="5356"/>
                    <a:pt x="888" y="4535"/>
                  </a:cubicBezTo>
                  <a:cubicBezTo>
                    <a:pt x="1216" y="3845"/>
                    <a:pt x="1676" y="3188"/>
                    <a:pt x="2169" y="2596"/>
                  </a:cubicBezTo>
                  <a:cubicBezTo>
                    <a:pt x="3122" y="1380"/>
                    <a:pt x="4437" y="559"/>
                    <a:pt x="5948" y="197"/>
                  </a:cubicBezTo>
                  <a:cubicBezTo>
                    <a:pt x="6080" y="197"/>
                    <a:pt x="6014" y="0"/>
                    <a:pt x="588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1" name="Google Shape;2345;p11"/>
            <p:cNvSpPr/>
            <p:nvPr/>
          </p:nvSpPr>
          <p:spPr>
            <a:xfrm>
              <a:off x="8839080" y="60480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4568" h="3642">
                  <a:moveTo>
                    <a:pt x="4436" y="0"/>
                  </a:moveTo>
                  <a:cubicBezTo>
                    <a:pt x="2925" y="164"/>
                    <a:pt x="1512" y="920"/>
                    <a:pt x="592" y="2136"/>
                  </a:cubicBezTo>
                  <a:cubicBezTo>
                    <a:pt x="197" y="2497"/>
                    <a:pt x="0" y="3023"/>
                    <a:pt x="33" y="3549"/>
                  </a:cubicBezTo>
                  <a:cubicBezTo>
                    <a:pt x="33" y="3595"/>
                    <a:pt x="82" y="3642"/>
                    <a:pt x="134" y="3642"/>
                  </a:cubicBezTo>
                  <a:cubicBezTo>
                    <a:pt x="156" y="3642"/>
                    <a:pt x="178" y="3634"/>
                    <a:pt x="197" y="3615"/>
                  </a:cubicBezTo>
                  <a:lnTo>
                    <a:pt x="493" y="3286"/>
                  </a:lnTo>
                  <a:cubicBezTo>
                    <a:pt x="570" y="3235"/>
                    <a:pt x="487" y="3124"/>
                    <a:pt x="416" y="3124"/>
                  </a:cubicBezTo>
                  <a:cubicBezTo>
                    <a:pt x="395" y="3124"/>
                    <a:pt x="376" y="3133"/>
                    <a:pt x="362" y="3155"/>
                  </a:cubicBezTo>
                  <a:lnTo>
                    <a:pt x="250" y="3279"/>
                  </a:lnTo>
                  <a:lnTo>
                    <a:pt x="250" y="3279"/>
                  </a:lnTo>
                  <a:cubicBezTo>
                    <a:pt x="313" y="2847"/>
                    <a:pt x="522" y="2435"/>
                    <a:pt x="822" y="2136"/>
                  </a:cubicBezTo>
                  <a:cubicBezTo>
                    <a:pt x="1117" y="1774"/>
                    <a:pt x="1479" y="1446"/>
                    <a:pt x="1873" y="1183"/>
                  </a:cubicBezTo>
                  <a:cubicBezTo>
                    <a:pt x="2629" y="657"/>
                    <a:pt x="3483" y="329"/>
                    <a:pt x="4436" y="230"/>
                  </a:cubicBezTo>
                  <a:cubicBezTo>
                    <a:pt x="4568" y="230"/>
                    <a:pt x="4568" y="0"/>
                    <a:pt x="443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2" name="Google Shape;2346;p11"/>
            <p:cNvSpPr/>
            <p:nvPr/>
          </p:nvSpPr>
          <p:spPr>
            <a:xfrm>
              <a:off x="9024480" y="565920"/>
              <a:ext cx="134640" cy="9576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393" h="3839">
                  <a:moveTo>
                    <a:pt x="127" y="1"/>
                  </a:moveTo>
                  <a:cubicBezTo>
                    <a:pt x="19" y="1"/>
                    <a:pt x="1" y="171"/>
                    <a:pt x="122" y="202"/>
                  </a:cubicBezTo>
                  <a:lnTo>
                    <a:pt x="89" y="202"/>
                  </a:lnTo>
                  <a:cubicBezTo>
                    <a:pt x="2192" y="662"/>
                    <a:pt x="4032" y="1943"/>
                    <a:pt x="5183" y="3784"/>
                  </a:cubicBezTo>
                  <a:cubicBezTo>
                    <a:pt x="5202" y="3823"/>
                    <a:pt x="5231" y="3839"/>
                    <a:pt x="5260" y="3839"/>
                  </a:cubicBezTo>
                  <a:cubicBezTo>
                    <a:pt x="5326" y="3839"/>
                    <a:pt x="5393" y="3754"/>
                    <a:pt x="5347" y="3685"/>
                  </a:cubicBezTo>
                  <a:cubicBezTo>
                    <a:pt x="4197" y="1812"/>
                    <a:pt x="2324" y="498"/>
                    <a:pt x="155" y="5"/>
                  </a:cubicBezTo>
                  <a:cubicBezTo>
                    <a:pt x="145" y="2"/>
                    <a:pt x="135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3" name="Google Shape;2347;p11"/>
            <p:cNvSpPr/>
            <p:nvPr/>
          </p:nvSpPr>
          <p:spPr>
            <a:xfrm>
              <a:off x="8857800" y="636840"/>
              <a:ext cx="62280" cy="5400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2509" h="2180">
                  <a:moveTo>
                    <a:pt x="2350" y="1"/>
                  </a:moveTo>
                  <a:cubicBezTo>
                    <a:pt x="2341" y="1"/>
                    <a:pt x="2331" y="2"/>
                    <a:pt x="2321" y="5"/>
                  </a:cubicBezTo>
                  <a:cubicBezTo>
                    <a:pt x="1270" y="235"/>
                    <a:pt x="382" y="1023"/>
                    <a:pt x="21" y="2042"/>
                  </a:cubicBezTo>
                  <a:cubicBezTo>
                    <a:pt x="1" y="2123"/>
                    <a:pt x="68" y="2179"/>
                    <a:pt x="130" y="2179"/>
                  </a:cubicBezTo>
                  <a:cubicBezTo>
                    <a:pt x="169" y="2179"/>
                    <a:pt x="206" y="2158"/>
                    <a:pt x="218" y="2108"/>
                  </a:cubicBezTo>
                  <a:cubicBezTo>
                    <a:pt x="580" y="1122"/>
                    <a:pt x="1368" y="399"/>
                    <a:pt x="2387" y="202"/>
                  </a:cubicBezTo>
                  <a:cubicBezTo>
                    <a:pt x="2508" y="171"/>
                    <a:pt x="2461" y="1"/>
                    <a:pt x="235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4" name="Google Shape;2348;p11"/>
            <p:cNvSpPr/>
            <p:nvPr/>
          </p:nvSpPr>
          <p:spPr>
            <a:xfrm>
              <a:off x="8203320" y="1111320"/>
              <a:ext cx="52200" cy="145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45800"/>
                <a:gd name="textAreaBottom" fmla="*/ 146160 h 145800"/>
              </a:gdLst>
              <a:ahLst/>
              <a:cxnLst/>
              <a:rect l="textAreaLeft" t="textAreaTop" r="textAreaRight" b="textAreaBottom"/>
              <a:pathLst>
                <a:path w="2107" h="5848">
                  <a:moveTo>
                    <a:pt x="601" y="1"/>
                  </a:moveTo>
                  <a:cubicBezTo>
                    <a:pt x="573" y="1"/>
                    <a:pt x="545" y="13"/>
                    <a:pt x="526" y="42"/>
                  </a:cubicBezTo>
                  <a:lnTo>
                    <a:pt x="493" y="42"/>
                  </a:lnTo>
                  <a:cubicBezTo>
                    <a:pt x="0" y="896"/>
                    <a:pt x="230" y="1948"/>
                    <a:pt x="493" y="2835"/>
                  </a:cubicBezTo>
                  <a:cubicBezTo>
                    <a:pt x="822" y="3886"/>
                    <a:pt x="1282" y="4872"/>
                    <a:pt x="1873" y="5792"/>
                  </a:cubicBezTo>
                  <a:cubicBezTo>
                    <a:pt x="1893" y="5832"/>
                    <a:pt x="1925" y="5848"/>
                    <a:pt x="1957" y="5848"/>
                  </a:cubicBezTo>
                  <a:cubicBezTo>
                    <a:pt x="2031" y="5848"/>
                    <a:pt x="2107" y="5763"/>
                    <a:pt x="2038" y="5694"/>
                  </a:cubicBezTo>
                  <a:cubicBezTo>
                    <a:pt x="1512" y="4839"/>
                    <a:pt x="1052" y="3919"/>
                    <a:pt x="756" y="2966"/>
                  </a:cubicBezTo>
                  <a:cubicBezTo>
                    <a:pt x="460" y="2079"/>
                    <a:pt x="197" y="995"/>
                    <a:pt x="690" y="140"/>
                  </a:cubicBezTo>
                  <a:cubicBezTo>
                    <a:pt x="737" y="71"/>
                    <a:pt x="6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080" bIns="73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5" name="Google Shape;2349;p11"/>
            <p:cNvSpPr/>
            <p:nvPr/>
          </p:nvSpPr>
          <p:spPr>
            <a:xfrm>
              <a:off x="8225640" y="1162800"/>
              <a:ext cx="49320" cy="7488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1981" h="3016">
                  <a:moveTo>
                    <a:pt x="183" y="1"/>
                  </a:moveTo>
                  <a:cubicBezTo>
                    <a:pt x="151" y="1"/>
                    <a:pt x="119" y="16"/>
                    <a:pt x="99" y="56"/>
                  </a:cubicBezTo>
                  <a:lnTo>
                    <a:pt x="132" y="56"/>
                  </a:lnTo>
                  <a:cubicBezTo>
                    <a:pt x="1" y="286"/>
                    <a:pt x="1" y="582"/>
                    <a:pt x="132" y="812"/>
                  </a:cubicBezTo>
                  <a:cubicBezTo>
                    <a:pt x="263" y="1107"/>
                    <a:pt x="428" y="1370"/>
                    <a:pt x="592" y="1633"/>
                  </a:cubicBezTo>
                  <a:cubicBezTo>
                    <a:pt x="921" y="2126"/>
                    <a:pt x="1315" y="2586"/>
                    <a:pt x="1775" y="2980"/>
                  </a:cubicBezTo>
                  <a:cubicBezTo>
                    <a:pt x="1800" y="3005"/>
                    <a:pt x="1826" y="3015"/>
                    <a:pt x="1851" y="3015"/>
                  </a:cubicBezTo>
                  <a:cubicBezTo>
                    <a:pt x="1925" y="3015"/>
                    <a:pt x="1980" y="2923"/>
                    <a:pt x="1906" y="2849"/>
                  </a:cubicBezTo>
                  <a:cubicBezTo>
                    <a:pt x="1512" y="2488"/>
                    <a:pt x="1151" y="2093"/>
                    <a:pt x="855" y="1633"/>
                  </a:cubicBezTo>
                  <a:cubicBezTo>
                    <a:pt x="691" y="1436"/>
                    <a:pt x="559" y="1206"/>
                    <a:pt x="428" y="976"/>
                  </a:cubicBezTo>
                  <a:cubicBezTo>
                    <a:pt x="263" y="746"/>
                    <a:pt x="198" y="450"/>
                    <a:pt x="296" y="154"/>
                  </a:cubicBezTo>
                  <a:cubicBezTo>
                    <a:pt x="342" y="86"/>
                    <a:pt x="260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6" name="Google Shape;2350;p11"/>
            <p:cNvSpPr/>
            <p:nvPr/>
          </p:nvSpPr>
          <p:spPr>
            <a:xfrm>
              <a:off x="8253000" y="1173240"/>
              <a:ext cx="27360" cy="4320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1115" h="1737">
                  <a:moveTo>
                    <a:pt x="103" y="0"/>
                  </a:moveTo>
                  <a:cubicBezTo>
                    <a:pt x="50" y="0"/>
                    <a:pt x="0" y="33"/>
                    <a:pt x="17" y="99"/>
                  </a:cubicBezTo>
                  <a:cubicBezTo>
                    <a:pt x="83" y="756"/>
                    <a:pt x="411" y="1348"/>
                    <a:pt x="937" y="1709"/>
                  </a:cubicBezTo>
                  <a:cubicBezTo>
                    <a:pt x="956" y="1728"/>
                    <a:pt x="975" y="1736"/>
                    <a:pt x="993" y="1736"/>
                  </a:cubicBezTo>
                  <a:cubicBezTo>
                    <a:pt x="1066" y="1736"/>
                    <a:pt x="1115" y="1598"/>
                    <a:pt x="1035" y="1545"/>
                  </a:cubicBezTo>
                  <a:cubicBezTo>
                    <a:pt x="543" y="1216"/>
                    <a:pt x="247" y="690"/>
                    <a:pt x="214" y="99"/>
                  </a:cubicBezTo>
                  <a:cubicBezTo>
                    <a:pt x="214" y="33"/>
                    <a:pt x="156" y="0"/>
                    <a:pt x="10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7" name="Google Shape;2351;p11"/>
            <p:cNvSpPr/>
            <p:nvPr/>
          </p:nvSpPr>
          <p:spPr>
            <a:xfrm>
              <a:off x="8429040" y="1393200"/>
              <a:ext cx="113040" cy="2304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4540" h="942">
                  <a:moveTo>
                    <a:pt x="159" y="1"/>
                  </a:moveTo>
                  <a:cubicBezTo>
                    <a:pt x="57" y="1"/>
                    <a:pt x="1" y="150"/>
                    <a:pt x="113" y="178"/>
                  </a:cubicBezTo>
                  <a:lnTo>
                    <a:pt x="113" y="211"/>
                  </a:lnTo>
                  <a:cubicBezTo>
                    <a:pt x="1071" y="690"/>
                    <a:pt x="2150" y="942"/>
                    <a:pt x="3225" y="942"/>
                  </a:cubicBezTo>
                  <a:cubicBezTo>
                    <a:pt x="3626" y="942"/>
                    <a:pt x="4025" y="907"/>
                    <a:pt x="4418" y="835"/>
                  </a:cubicBezTo>
                  <a:cubicBezTo>
                    <a:pt x="4540" y="805"/>
                    <a:pt x="4521" y="635"/>
                    <a:pt x="4414" y="635"/>
                  </a:cubicBezTo>
                  <a:cubicBezTo>
                    <a:pt x="4405" y="635"/>
                    <a:pt x="4395" y="636"/>
                    <a:pt x="4385" y="638"/>
                  </a:cubicBezTo>
                  <a:cubicBezTo>
                    <a:pt x="3993" y="710"/>
                    <a:pt x="3600" y="745"/>
                    <a:pt x="3211" y="745"/>
                  </a:cubicBezTo>
                  <a:cubicBezTo>
                    <a:pt x="2166" y="745"/>
                    <a:pt x="1146" y="493"/>
                    <a:pt x="212" y="14"/>
                  </a:cubicBezTo>
                  <a:cubicBezTo>
                    <a:pt x="193" y="5"/>
                    <a:pt x="176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8" name="Google Shape;2352;p11"/>
            <p:cNvSpPr/>
            <p:nvPr/>
          </p:nvSpPr>
          <p:spPr>
            <a:xfrm>
              <a:off x="8479800" y="1372680"/>
              <a:ext cx="114480" cy="1620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4591" h="661">
                  <a:moveTo>
                    <a:pt x="159" y="1"/>
                  </a:moveTo>
                  <a:cubicBezTo>
                    <a:pt x="47" y="1"/>
                    <a:pt x="0" y="171"/>
                    <a:pt x="122" y="202"/>
                  </a:cubicBezTo>
                  <a:cubicBezTo>
                    <a:pt x="1236" y="513"/>
                    <a:pt x="2392" y="660"/>
                    <a:pt x="3540" y="660"/>
                  </a:cubicBezTo>
                  <a:cubicBezTo>
                    <a:pt x="3847" y="660"/>
                    <a:pt x="4154" y="650"/>
                    <a:pt x="4459" y="629"/>
                  </a:cubicBezTo>
                  <a:cubicBezTo>
                    <a:pt x="4591" y="629"/>
                    <a:pt x="4591" y="399"/>
                    <a:pt x="4459" y="399"/>
                  </a:cubicBezTo>
                  <a:lnTo>
                    <a:pt x="4426" y="399"/>
                  </a:lnTo>
                  <a:cubicBezTo>
                    <a:pt x="4073" y="432"/>
                    <a:pt x="3718" y="448"/>
                    <a:pt x="3362" y="448"/>
                  </a:cubicBezTo>
                  <a:cubicBezTo>
                    <a:pt x="2295" y="448"/>
                    <a:pt x="1223" y="300"/>
                    <a:pt x="188" y="4"/>
                  </a:cubicBezTo>
                  <a:cubicBezTo>
                    <a:pt x="177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9" name="Google Shape;2353;p11"/>
            <p:cNvSpPr/>
            <p:nvPr/>
          </p:nvSpPr>
          <p:spPr>
            <a:xfrm>
              <a:off x="8483760" y="1349640"/>
              <a:ext cx="77040" cy="1152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103" h="482">
                  <a:moveTo>
                    <a:pt x="159" y="1"/>
                  </a:moveTo>
                  <a:cubicBezTo>
                    <a:pt x="47" y="1"/>
                    <a:pt x="1" y="171"/>
                    <a:pt x="122" y="201"/>
                  </a:cubicBezTo>
                  <a:lnTo>
                    <a:pt x="89" y="201"/>
                  </a:lnTo>
                  <a:cubicBezTo>
                    <a:pt x="636" y="390"/>
                    <a:pt x="1194" y="481"/>
                    <a:pt x="1750" y="481"/>
                  </a:cubicBezTo>
                  <a:cubicBezTo>
                    <a:pt x="2163" y="481"/>
                    <a:pt x="2575" y="431"/>
                    <a:pt x="2981" y="333"/>
                  </a:cubicBezTo>
                  <a:cubicBezTo>
                    <a:pt x="3102" y="303"/>
                    <a:pt x="3056" y="132"/>
                    <a:pt x="2944" y="132"/>
                  </a:cubicBezTo>
                  <a:cubicBezTo>
                    <a:pt x="2935" y="132"/>
                    <a:pt x="2925" y="133"/>
                    <a:pt x="2915" y="136"/>
                  </a:cubicBezTo>
                  <a:cubicBezTo>
                    <a:pt x="2554" y="229"/>
                    <a:pt x="2182" y="274"/>
                    <a:pt x="1807" y="274"/>
                  </a:cubicBezTo>
                  <a:cubicBezTo>
                    <a:pt x="1263" y="274"/>
                    <a:pt x="714" y="180"/>
                    <a:pt x="188" y="4"/>
                  </a:cubicBezTo>
                  <a:cubicBezTo>
                    <a:pt x="178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0" name="Google Shape;2354;p11"/>
            <p:cNvSpPr/>
            <p:nvPr/>
          </p:nvSpPr>
          <p:spPr>
            <a:xfrm>
              <a:off x="8499240" y="1325160"/>
              <a:ext cx="52920" cy="720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2137" h="298">
                  <a:moveTo>
                    <a:pt x="198" y="0"/>
                  </a:moveTo>
                  <a:cubicBezTo>
                    <a:pt x="67" y="0"/>
                    <a:pt x="1" y="198"/>
                    <a:pt x="132" y="198"/>
                  </a:cubicBezTo>
                  <a:cubicBezTo>
                    <a:pt x="536" y="261"/>
                    <a:pt x="939" y="298"/>
                    <a:pt x="1342" y="298"/>
                  </a:cubicBezTo>
                  <a:cubicBezTo>
                    <a:pt x="1563" y="298"/>
                    <a:pt x="1784" y="287"/>
                    <a:pt x="2005" y="263"/>
                  </a:cubicBezTo>
                  <a:cubicBezTo>
                    <a:pt x="2137" y="263"/>
                    <a:pt x="2137" y="66"/>
                    <a:pt x="2005" y="66"/>
                  </a:cubicBezTo>
                  <a:cubicBezTo>
                    <a:pt x="1796" y="90"/>
                    <a:pt x="1582" y="100"/>
                    <a:pt x="1367" y="100"/>
                  </a:cubicBezTo>
                  <a:cubicBezTo>
                    <a:pt x="976" y="100"/>
                    <a:pt x="580" y="64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1" name="Google Shape;2355;p11"/>
            <p:cNvSpPr/>
            <p:nvPr/>
          </p:nvSpPr>
          <p:spPr>
            <a:xfrm>
              <a:off x="8363520" y="988200"/>
              <a:ext cx="47880" cy="13032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1923" h="5228">
                  <a:moveTo>
                    <a:pt x="242" y="1"/>
                  </a:moveTo>
                  <a:cubicBezTo>
                    <a:pt x="197" y="1"/>
                    <a:pt x="148" y="34"/>
                    <a:pt x="132" y="99"/>
                  </a:cubicBezTo>
                  <a:cubicBezTo>
                    <a:pt x="0" y="1940"/>
                    <a:pt x="559" y="3747"/>
                    <a:pt x="1709" y="5193"/>
                  </a:cubicBezTo>
                  <a:cubicBezTo>
                    <a:pt x="1733" y="5217"/>
                    <a:pt x="1760" y="5228"/>
                    <a:pt x="1785" y="5228"/>
                  </a:cubicBezTo>
                  <a:cubicBezTo>
                    <a:pt x="1861" y="5228"/>
                    <a:pt x="1922" y="5135"/>
                    <a:pt x="1873" y="5061"/>
                  </a:cubicBezTo>
                  <a:cubicBezTo>
                    <a:pt x="756" y="3648"/>
                    <a:pt x="197" y="1874"/>
                    <a:pt x="329" y="99"/>
                  </a:cubicBezTo>
                  <a:cubicBezTo>
                    <a:pt x="329" y="34"/>
                    <a:pt x="288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2" name="Google Shape;2356;p11"/>
            <p:cNvSpPr/>
            <p:nvPr/>
          </p:nvSpPr>
          <p:spPr>
            <a:xfrm>
              <a:off x="8348040" y="1029600"/>
              <a:ext cx="25200" cy="6336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1023" h="2554">
                  <a:moveTo>
                    <a:pt x="132" y="1"/>
                  </a:moveTo>
                  <a:cubicBezTo>
                    <a:pt x="83" y="1"/>
                    <a:pt x="34" y="34"/>
                    <a:pt x="34" y="99"/>
                  </a:cubicBezTo>
                  <a:cubicBezTo>
                    <a:pt x="1" y="954"/>
                    <a:pt x="264" y="1808"/>
                    <a:pt x="789" y="2498"/>
                  </a:cubicBezTo>
                  <a:cubicBezTo>
                    <a:pt x="809" y="2538"/>
                    <a:pt x="841" y="2553"/>
                    <a:pt x="873" y="2553"/>
                  </a:cubicBezTo>
                  <a:cubicBezTo>
                    <a:pt x="947" y="2553"/>
                    <a:pt x="1023" y="2469"/>
                    <a:pt x="954" y="2400"/>
                  </a:cubicBezTo>
                  <a:cubicBezTo>
                    <a:pt x="461" y="1742"/>
                    <a:pt x="198" y="921"/>
                    <a:pt x="231" y="99"/>
                  </a:cubicBezTo>
                  <a:cubicBezTo>
                    <a:pt x="231" y="34"/>
                    <a:pt x="18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3" name="Google Shape;2357;p11"/>
            <p:cNvSpPr/>
            <p:nvPr/>
          </p:nvSpPr>
          <p:spPr>
            <a:xfrm>
              <a:off x="8075160" y="822960"/>
              <a:ext cx="92160" cy="15012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3695" h="6026">
                  <a:moveTo>
                    <a:pt x="944" y="0"/>
                  </a:moveTo>
                  <a:cubicBezTo>
                    <a:pt x="925" y="0"/>
                    <a:pt x="906" y="6"/>
                    <a:pt x="887" y="18"/>
                  </a:cubicBezTo>
                  <a:cubicBezTo>
                    <a:pt x="0" y="774"/>
                    <a:pt x="690" y="2285"/>
                    <a:pt x="1085" y="3140"/>
                  </a:cubicBezTo>
                  <a:cubicBezTo>
                    <a:pt x="1643" y="4290"/>
                    <a:pt x="2465" y="5276"/>
                    <a:pt x="3516" y="5998"/>
                  </a:cubicBezTo>
                  <a:cubicBezTo>
                    <a:pt x="3535" y="6018"/>
                    <a:pt x="3554" y="6026"/>
                    <a:pt x="3572" y="6026"/>
                  </a:cubicBezTo>
                  <a:cubicBezTo>
                    <a:pt x="3646" y="6026"/>
                    <a:pt x="3694" y="5887"/>
                    <a:pt x="3615" y="5834"/>
                  </a:cubicBezTo>
                  <a:cubicBezTo>
                    <a:pt x="2695" y="5144"/>
                    <a:pt x="1906" y="4290"/>
                    <a:pt x="1380" y="3271"/>
                  </a:cubicBezTo>
                  <a:cubicBezTo>
                    <a:pt x="1117" y="2778"/>
                    <a:pt x="920" y="2252"/>
                    <a:pt x="756" y="1727"/>
                  </a:cubicBezTo>
                  <a:cubicBezTo>
                    <a:pt x="657" y="1201"/>
                    <a:pt x="592" y="544"/>
                    <a:pt x="1019" y="182"/>
                  </a:cubicBezTo>
                  <a:cubicBezTo>
                    <a:pt x="1099" y="102"/>
                    <a:pt x="1027" y="0"/>
                    <a:pt x="94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4" name="Google Shape;2358;p11"/>
            <p:cNvSpPr/>
            <p:nvPr/>
          </p:nvSpPr>
          <p:spPr>
            <a:xfrm>
              <a:off x="8121240" y="877320"/>
              <a:ext cx="54000" cy="7704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2177" h="3090">
                  <a:moveTo>
                    <a:pt x="219" y="1"/>
                  </a:moveTo>
                  <a:cubicBezTo>
                    <a:pt x="181" y="1"/>
                    <a:pt x="144" y="22"/>
                    <a:pt x="132" y="72"/>
                  </a:cubicBezTo>
                  <a:cubicBezTo>
                    <a:pt x="0" y="697"/>
                    <a:pt x="165" y="1321"/>
                    <a:pt x="559" y="1814"/>
                  </a:cubicBezTo>
                  <a:cubicBezTo>
                    <a:pt x="953" y="2307"/>
                    <a:pt x="1446" y="2734"/>
                    <a:pt x="1972" y="3063"/>
                  </a:cubicBezTo>
                  <a:cubicBezTo>
                    <a:pt x="1991" y="3082"/>
                    <a:pt x="2011" y="3090"/>
                    <a:pt x="2031" y="3090"/>
                  </a:cubicBezTo>
                  <a:cubicBezTo>
                    <a:pt x="2112" y="3090"/>
                    <a:pt x="2176" y="2951"/>
                    <a:pt x="2071" y="2898"/>
                  </a:cubicBezTo>
                  <a:cubicBezTo>
                    <a:pt x="1183" y="2274"/>
                    <a:pt x="33" y="1387"/>
                    <a:pt x="329" y="138"/>
                  </a:cubicBezTo>
                  <a:cubicBezTo>
                    <a:pt x="349" y="57"/>
                    <a:pt x="282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5" name="Google Shape;2359;p11"/>
            <p:cNvSpPr/>
            <p:nvPr/>
          </p:nvSpPr>
          <p:spPr>
            <a:xfrm>
              <a:off x="8244720" y="652320"/>
              <a:ext cx="160920" cy="1872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6457" h="769">
                  <a:moveTo>
                    <a:pt x="3231" y="1"/>
                  </a:moveTo>
                  <a:cubicBezTo>
                    <a:pt x="2176" y="1"/>
                    <a:pt x="1124" y="190"/>
                    <a:pt x="122" y="568"/>
                  </a:cubicBezTo>
                  <a:cubicBezTo>
                    <a:pt x="0" y="598"/>
                    <a:pt x="47" y="768"/>
                    <a:pt x="159" y="768"/>
                  </a:cubicBezTo>
                  <a:cubicBezTo>
                    <a:pt x="168" y="768"/>
                    <a:pt x="177" y="767"/>
                    <a:pt x="187" y="765"/>
                  </a:cubicBezTo>
                  <a:cubicBezTo>
                    <a:pt x="1173" y="403"/>
                    <a:pt x="2208" y="223"/>
                    <a:pt x="3243" y="223"/>
                  </a:cubicBezTo>
                  <a:cubicBezTo>
                    <a:pt x="4279" y="223"/>
                    <a:pt x="5314" y="403"/>
                    <a:pt x="6299" y="765"/>
                  </a:cubicBezTo>
                  <a:cubicBezTo>
                    <a:pt x="6310" y="767"/>
                    <a:pt x="6319" y="768"/>
                    <a:pt x="6328" y="768"/>
                  </a:cubicBezTo>
                  <a:cubicBezTo>
                    <a:pt x="6435" y="768"/>
                    <a:pt x="6456" y="598"/>
                    <a:pt x="6365" y="568"/>
                  </a:cubicBezTo>
                  <a:cubicBezTo>
                    <a:pt x="5347" y="190"/>
                    <a:pt x="4287" y="1"/>
                    <a:pt x="32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6" name="Google Shape;2360;p11"/>
            <p:cNvSpPr/>
            <p:nvPr/>
          </p:nvSpPr>
          <p:spPr>
            <a:xfrm>
              <a:off x="8304480" y="672480"/>
              <a:ext cx="53640" cy="100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159" h="424">
                  <a:moveTo>
                    <a:pt x="635" y="0"/>
                  </a:moveTo>
                  <a:cubicBezTo>
                    <a:pt x="469" y="0"/>
                    <a:pt x="301" y="8"/>
                    <a:pt x="132" y="25"/>
                  </a:cubicBezTo>
                  <a:cubicBezTo>
                    <a:pt x="0" y="25"/>
                    <a:pt x="0" y="223"/>
                    <a:pt x="132" y="223"/>
                  </a:cubicBezTo>
                  <a:cubicBezTo>
                    <a:pt x="288" y="206"/>
                    <a:pt x="444" y="198"/>
                    <a:pt x="599" y="198"/>
                  </a:cubicBezTo>
                  <a:cubicBezTo>
                    <a:pt x="1066" y="198"/>
                    <a:pt x="1528" y="272"/>
                    <a:pt x="1972" y="420"/>
                  </a:cubicBezTo>
                  <a:cubicBezTo>
                    <a:pt x="1982" y="422"/>
                    <a:pt x="1991" y="423"/>
                    <a:pt x="2001" y="423"/>
                  </a:cubicBezTo>
                  <a:cubicBezTo>
                    <a:pt x="2112" y="423"/>
                    <a:pt x="2159" y="250"/>
                    <a:pt x="2037" y="190"/>
                  </a:cubicBezTo>
                  <a:cubicBezTo>
                    <a:pt x="1574" y="68"/>
                    <a:pt x="1111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7" name="Google Shape;2361;p11"/>
            <p:cNvSpPr/>
            <p:nvPr/>
          </p:nvSpPr>
          <p:spPr>
            <a:xfrm>
              <a:off x="8353080" y="690840"/>
              <a:ext cx="40320" cy="1224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624" h="501">
                  <a:moveTo>
                    <a:pt x="159" y="1"/>
                  </a:moveTo>
                  <a:cubicBezTo>
                    <a:pt x="48" y="1"/>
                    <a:pt x="1" y="171"/>
                    <a:pt x="122" y="202"/>
                  </a:cubicBezTo>
                  <a:lnTo>
                    <a:pt x="1470" y="497"/>
                  </a:lnTo>
                  <a:cubicBezTo>
                    <a:pt x="1480" y="500"/>
                    <a:pt x="1489" y="501"/>
                    <a:pt x="1498" y="501"/>
                  </a:cubicBezTo>
                  <a:cubicBezTo>
                    <a:pt x="1605" y="501"/>
                    <a:pt x="1624" y="330"/>
                    <a:pt x="1502" y="300"/>
                  </a:cubicBezTo>
                  <a:lnTo>
                    <a:pt x="188" y="4"/>
                  </a:lnTo>
                  <a:cubicBezTo>
                    <a:pt x="178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8" name="Google Shape;2362;p11"/>
            <p:cNvSpPr/>
            <p:nvPr/>
          </p:nvSpPr>
          <p:spPr>
            <a:xfrm>
              <a:off x="8346240" y="528480"/>
              <a:ext cx="80280" cy="7236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3232" h="2907">
                  <a:moveTo>
                    <a:pt x="99" y="0"/>
                  </a:moveTo>
                  <a:cubicBezTo>
                    <a:pt x="49" y="0"/>
                    <a:pt x="0" y="33"/>
                    <a:pt x="0" y="99"/>
                  </a:cubicBezTo>
                  <a:cubicBezTo>
                    <a:pt x="0" y="427"/>
                    <a:pt x="131" y="723"/>
                    <a:pt x="394" y="920"/>
                  </a:cubicBezTo>
                  <a:cubicBezTo>
                    <a:pt x="624" y="1183"/>
                    <a:pt x="920" y="1413"/>
                    <a:pt x="1216" y="1676"/>
                  </a:cubicBezTo>
                  <a:cubicBezTo>
                    <a:pt x="1774" y="2136"/>
                    <a:pt x="2366" y="2530"/>
                    <a:pt x="3023" y="2892"/>
                  </a:cubicBezTo>
                  <a:cubicBezTo>
                    <a:pt x="3039" y="2902"/>
                    <a:pt x="3056" y="2907"/>
                    <a:pt x="3072" y="2907"/>
                  </a:cubicBezTo>
                  <a:cubicBezTo>
                    <a:pt x="3157" y="2907"/>
                    <a:pt x="3232" y="2783"/>
                    <a:pt x="3122" y="2727"/>
                  </a:cubicBezTo>
                  <a:cubicBezTo>
                    <a:pt x="2530" y="2399"/>
                    <a:pt x="1972" y="2005"/>
                    <a:pt x="1413" y="1577"/>
                  </a:cubicBezTo>
                  <a:cubicBezTo>
                    <a:pt x="1183" y="1380"/>
                    <a:pt x="920" y="1150"/>
                    <a:pt x="690" y="920"/>
                  </a:cubicBezTo>
                  <a:cubicBezTo>
                    <a:pt x="427" y="690"/>
                    <a:pt x="164" y="460"/>
                    <a:pt x="197" y="99"/>
                  </a:cubicBezTo>
                  <a:cubicBezTo>
                    <a:pt x="197" y="33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9" name="Google Shape;2363;p11"/>
            <p:cNvSpPr/>
            <p:nvPr/>
          </p:nvSpPr>
          <p:spPr>
            <a:xfrm>
              <a:off x="8360640" y="521640"/>
              <a:ext cx="60480" cy="5328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2439" h="2148">
                  <a:moveTo>
                    <a:pt x="137" y="0"/>
                  </a:moveTo>
                  <a:cubicBezTo>
                    <a:pt x="69" y="0"/>
                    <a:pt x="1" y="70"/>
                    <a:pt x="47" y="140"/>
                  </a:cubicBezTo>
                  <a:cubicBezTo>
                    <a:pt x="540" y="1060"/>
                    <a:pt x="1329" y="1750"/>
                    <a:pt x="2282" y="2144"/>
                  </a:cubicBezTo>
                  <a:cubicBezTo>
                    <a:pt x="2292" y="2147"/>
                    <a:pt x="2301" y="2148"/>
                    <a:pt x="2310" y="2148"/>
                  </a:cubicBezTo>
                  <a:cubicBezTo>
                    <a:pt x="2418" y="2148"/>
                    <a:pt x="2439" y="1977"/>
                    <a:pt x="2348" y="1947"/>
                  </a:cubicBezTo>
                  <a:cubicBezTo>
                    <a:pt x="1427" y="1585"/>
                    <a:pt x="672" y="895"/>
                    <a:pt x="212" y="41"/>
                  </a:cubicBezTo>
                  <a:cubicBezTo>
                    <a:pt x="192" y="12"/>
                    <a:pt x="16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640" bIns="26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2364;p11"/>
            <p:cNvSpPr/>
            <p:nvPr/>
          </p:nvSpPr>
          <p:spPr>
            <a:xfrm>
              <a:off x="8380800" y="326160"/>
              <a:ext cx="107280" cy="7308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4312" h="2933">
                  <a:moveTo>
                    <a:pt x="4180" y="0"/>
                  </a:moveTo>
                  <a:cubicBezTo>
                    <a:pt x="2340" y="0"/>
                    <a:pt x="697" y="1118"/>
                    <a:pt x="40" y="2826"/>
                  </a:cubicBezTo>
                  <a:cubicBezTo>
                    <a:pt x="1" y="2886"/>
                    <a:pt x="56" y="2933"/>
                    <a:pt x="120" y="2933"/>
                  </a:cubicBezTo>
                  <a:cubicBezTo>
                    <a:pt x="164" y="2933"/>
                    <a:pt x="211" y="2912"/>
                    <a:pt x="237" y="2859"/>
                  </a:cubicBezTo>
                  <a:lnTo>
                    <a:pt x="204" y="2859"/>
                  </a:lnTo>
                  <a:cubicBezTo>
                    <a:pt x="851" y="1274"/>
                    <a:pt x="2391" y="230"/>
                    <a:pt x="4101" y="230"/>
                  </a:cubicBezTo>
                  <a:cubicBezTo>
                    <a:pt x="4127" y="230"/>
                    <a:pt x="4154" y="230"/>
                    <a:pt x="4180" y="230"/>
                  </a:cubicBezTo>
                  <a:cubicBezTo>
                    <a:pt x="4312" y="230"/>
                    <a:pt x="4312" y="0"/>
                    <a:pt x="418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720" bIns="36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1" name="Google Shape;2365;p11"/>
            <p:cNvSpPr/>
            <p:nvPr/>
          </p:nvSpPr>
          <p:spPr>
            <a:xfrm>
              <a:off x="8589960" y="369360"/>
              <a:ext cx="97560" cy="159120"/>
            </a:xfrm>
            <a:custGeom>
              <a:avLst/>
              <a:gdLst>
                <a:gd name="textAreaLeft" fmla="*/ 0 w 97560"/>
                <a:gd name="textAreaRight" fmla="*/ 97920 w 9756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3919" h="6385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lnTo>
                    <a:pt x="87" y="149"/>
                  </a:lnTo>
                  <a:cubicBezTo>
                    <a:pt x="1829" y="1825"/>
                    <a:pt x="3110" y="3961"/>
                    <a:pt x="3702" y="6327"/>
                  </a:cubicBezTo>
                  <a:cubicBezTo>
                    <a:pt x="3728" y="6366"/>
                    <a:pt x="3769" y="6384"/>
                    <a:pt x="3807" y="6384"/>
                  </a:cubicBezTo>
                  <a:cubicBezTo>
                    <a:pt x="3866" y="6384"/>
                    <a:pt x="3919" y="6341"/>
                    <a:pt x="3899" y="6261"/>
                  </a:cubicBezTo>
                  <a:cubicBezTo>
                    <a:pt x="3275" y="3896"/>
                    <a:pt x="1993" y="1727"/>
                    <a:pt x="219" y="18"/>
                  </a:cubicBezTo>
                  <a:cubicBezTo>
                    <a:pt x="200" y="6"/>
                    <a:pt x="18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2" name="Google Shape;2366;p11"/>
            <p:cNvSpPr/>
            <p:nvPr/>
          </p:nvSpPr>
          <p:spPr>
            <a:xfrm>
              <a:off x="8609760" y="454320"/>
              <a:ext cx="34920" cy="583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58320"/>
                <a:gd name="textAreaBottom" fmla="*/ 58680 h 58320"/>
              </a:gdLst>
              <a:ahLst/>
              <a:cxnLst/>
              <a:rect l="textAreaLeft" t="textAreaTop" r="textAreaRight" b="textAreaBottom"/>
              <a:pathLst>
                <a:path w="1411" h="2349">
                  <a:moveTo>
                    <a:pt x="156" y="0"/>
                  </a:moveTo>
                  <a:cubicBezTo>
                    <a:pt x="85" y="0"/>
                    <a:pt x="1" y="118"/>
                    <a:pt x="78" y="195"/>
                  </a:cubicBezTo>
                  <a:cubicBezTo>
                    <a:pt x="604" y="786"/>
                    <a:pt x="998" y="1509"/>
                    <a:pt x="1195" y="2265"/>
                  </a:cubicBezTo>
                  <a:cubicBezTo>
                    <a:pt x="1209" y="2323"/>
                    <a:pt x="1255" y="2349"/>
                    <a:pt x="1300" y="2349"/>
                  </a:cubicBezTo>
                  <a:cubicBezTo>
                    <a:pt x="1357" y="2349"/>
                    <a:pt x="1411" y="2306"/>
                    <a:pt x="1392" y="2232"/>
                  </a:cubicBezTo>
                  <a:cubicBezTo>
                    <a:pt x="1195" y="1411"/>
                    <a:pt x="801" y="655"/>
                    <a:pt x="209" y="30"/>
                  </a:cubicBezTo>
                  <a:cubicBezTo>
                    <a:pt x="195" y="9"/>
                    <a:pt x="176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2367;p11"/>
            <p:cNvSpPr/>
            <p:nvPr/>
          </p:nvSpPr>
          <p:spPr>
            <a:xfrm>
              <a:off x="8688960" y="340920"/>
              <a:ext cx="82080" cy="12888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3299" h="5176">
                  <a:moveTo>
                    <a:pt x="132" y="1"/>
                  </a:moveTo>
                  <a:cubicBezTo>
                    <a:pt x="83" y="1"/>
                    <a:pt x="34" y="34"/>
                    <a:pt x="34" y="99"/>
                  </a:cubicBezTo>
                  <a:cubicBezTo>
                    <a:pt x="1" y="625"/>
                    <a:pt x="99" y="1151"/>
                    <a:pt x="329" y="1644"/>
                  </a:cubicBezTo>
                  <a:cubicBezTo>
                    <a:pt x="526" y="2104"/>
                    <a:pt x="756" y="2564"/>
                    <a:pt x="1052" y="2991"/>
                  </a:cubicBezTo>
                  <a:cubicBezTo>
                    <a:pt x="1611" y="3813"/>
                    <a:pt x="2301" y="4568"/>
                    <a:pt x="3090" y="5160"/>
                  </a:cubicBezTo>
                  <a:cubicBezTo>
                    <a:pt x="3105" y="5171"/>
                    <a:pt x="3122" y="5175"/>
                    <a:pt x="3139" y="5175"/>
                  </a:cubicBezTo>
                  <a:cubicBezTo>
                    <a:pt x="3224" y="5175"/>
                    <a:pt x="3298" y="5051"/>
                    <a:pt x="3188" y="4996"/>
                  </a:cubicBezTo>
                  <a:cubicBezTo>
                    <a:pt x="2432" y="4404"/>
                    <a:pt x="1775" y="3681"/>
                    <a:pt x="1217" y="2893"/>
                  </a:cubicBezTo>
                  <a:cubicBezTo>
                    <a:pt x="987" y="2498"/>
                    <a:pt x="756" y="2104"/>
                    <a:pt x="592" y="1710"/>
                  </a:cubicBezTo>
                  <a:cubicBezTo>
                    <a:pt x="329" y="1217"/>
                    <a:pt x="198" y="658"/>
                    <a:pt x="231" y="99"/>
                  </a:cubicBezTo>
                  <a:cubicBezTo>
                    <a:pt x="231" y="34"/>
                    <a:pt x="18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2368;p11"/>
            <p:cNvSpPr/>
            <p:nvPr/>
          </p:nvSpPr>
          <p:spPr>
            <a:xfrm>
              <a:off x="8704440" y="370080"/>
              <a:ext cx="33840" cy="3996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362" h="1617">
                  <a:moveTo>
                    <a:pt x="145" y="0"/>
                  </a:moveTo>
                  <a:cubicBezTo>
                    <a:pt x="120" y="0"/>
                    <a:pt x="93" y="8"/>
                    <a:pt x="66" y="22"/>
                  </a:cubicBezTo>
                  <a:cubicBezTo>
                    <a:pt x="33" y="22"/>
                    <a:pt x="0" y="88"/>
                    <a:pt x="33" y="153"/>
                  </a:cubicBezTo>
                  <a:cubicBezTo>
                    <a:pt x="296" y="712"/>
                    <a:pt x="657" y="1205"/>
                    <a:pt x="1117" y="1599"/>
                  </a:cubicBezTo>
                  <a:cubicBezTo>
                    <a:pt x="1136" y="1611"/>
                    <a:pt x="1156" y="1617"/>
                    <a:pt x="1177" y="1617"/>
                  </a:cubicBezTo>
                  <a:cubicBezTo>
                    <a:pt x="1268" y="1617"/>
                    <a:pt x="1362" y="1515"/>
                    <a:pt x="1282" y="1435"/>
                  </a:cubicBezTo>
                  <a:cubicBezTo>
                    <a:pt x="822" y="1073"/>
                    <a:pt x="460" y="580"/>
                    <a:pt x="230" y="55"/>
                  </a:cubicBezTo>
                  <a:cubicBezTo>
                    <a:pt x="211" y="16"/>
                    <a:pt x="180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2369;p11"/>
            <p:cNvSpPr/>
            <p:nvPr/>
          </p:nvSpPr>
          <p:spPr>
            <a:xfrm>
              <a:off x="8727840" y="380160"/>
              <a:ext cx="34560" cy="3276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1401" h="1323">
                  <a:moveTo>
                    <a:pt x="124" y="0"/>
                  </a:moveTo>
                  <a:cubicBezTo>
                    <a:pt x="63" y="0"/>
                    <a:pt x="0" y="48"/>
                    <a:pt x="20" y="107"/>
                  </a:cubicBezTo>
                  <a:cubicBezTo>
                    <a:pt x="151" y="731"/>
                    <a:pt x="644" y="1191"/>
                    <a:pt x="1269" y="1323"/>
                  </a:cubicBezTo>
                  <a:cubicBezTo>
                    <a:pt x="1302" y="1323"/>
                    <a:pt x="1367" y="1290"/>
                    <a:pt x="1367" y="1224"/>
                  </a:cubicBezTo>
                  <a:cubicBezTo>
                    <a:pt x="1400" y="1191"/>
                    <a:pt x="1367" y="1125"/>
                    <a:pt x="1302" y="1125"/>
                  </a:cubicBezTo>
                  <a:cubicBezTo>
                    <a:pt x="776" y="1027"/>
                    <a:pt x="316" y="600"/>
                    <a:pt x="217" y="74"/>
                  </a:cubicBezTo>
                  <a:cubicBezTo>
                    <a:pt x="204" y="21"/>
                    <a:pt x="165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2370;p11"/>
            <p:cNvSpPr/>
            <p:nvPr/>
          </p:nvSpPr>
          <p:spPr>
            <a:xfrm>
              <a:off x="8953560" y="55800"/>
              <a:ext cx="114840" cy="2736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4606" h="1107">
                  <a:moveTo>
                    <a:pt x="1459" y="1"/>
                  </a:moveTo>
                  <a:cubicBezTo>
                    <a:pt x="1010" y="1"/>
                    <a:pt x="560" y="57"/>
                    <a:pt x="122" y="174"/>
                  </a:cubicBezTo>
                  <a:cubicBezTo>
                    <a:pt x="1" y="204"/>
                    <a:pt x="19" y="375"/>
                    <a:pt x="127" y="375"/>
                  </a:cubicBezTo>
                  <a:cubicBezTo>
                    <a:pt x="135" y="375"/>
                    <a:pt x="145" y="373"/>
                    <a:pt x="155" y="371"/>
                  </a:cubicBezTo>
                  <a:cubicBezTo>
                    <a:pt x="580" y="265"/>
                    <a:pt x="1014" y="212"/>
                    <a:pt x="1446" y="212"/>
                  </a:cubicBezTo>
                  <a:cubicBezTo>
                    <a:pt x="2483" y="212"/>
                    <a:pt x="3512" y="514"/>
                    <a:pt x="4394" y="1094"/>
                  </a:cubicBezTo>
                  <a:cubicBezTo>
                    <a:pt x="4408" y="1103"/>
                    <a:pt x="4422" y="1107"/>
                    <a:pt x="4436" y="1107"/>
                  </a:cubicBezTo>
                  <a:cubicBezTo>
                    <a:pt x="4524" y="1107"/>
                    <a:pt x="4606" y="953"/>
                    <a:pt x="4493" y="897"/>
                  </a:cubicBezTo>
                  <a:cubicBezTo>
                    <a:pt x="3591" y="318"/>
                    <a:pt x="2526" y="1"/>
                    <a:pt x="14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2371;p11"/>
            <p:cNvSpPr/>
            <p:nvPr/>
          </p:nvSpPr>
          <p:spPr>
            <a:xfrm>
              <a:off x="8987760" y="73800"/>
              <a:ext cx="52560" cy="1800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119" h="741">
                  <a:moveTo>
                    <a:pt x="275" y="1"/>
                  </a:moveTo>
                  <a:cubicBezTo>
                    <a:pt x="227" y="1"/>
                    <a:pt x="180" y="2"/>
                    <a:pt x="132" y="4"/>
                  </a:cubicBezTo>
                  <a:cubicBezTo>
                    <a:pt x="1" y="4"/>
                    <a:pt x="1" y="201"/>
                    <a:pt x="132" y="201"/>
                  </a:cubicBezTo>
                  <a:cubicBezTo>
                    <a:pt x="177" y="199"/>
                    <a:pt x="222" y="198"/>
                    <a:pt x="267" y="198"/>
                  </a:cubicBezTo>
                  <a:cubicBezTo>
                    <a:pt x="846" y="198"/>
                    <a:pt x="1419" y="392"/>
                    <a:pt x="1907" y="727"/>
                  </a:cubicBezTo>
                  <a:cubicBezTo>
                    <a:pt x="1925" y="736"/>
                    <a:pt x="1943" y="740"/>
                    <a:pt x="1959" y="740"/>
                  </a:cubicBezTo>
                  <a:cubicBezTo>
                    <a:pt x="2061" y="740"/>
                    <a:pt x="2118" y="587"/>
                    <a:pt x="2005" y="530"/>
                  </a:cubicBezTo>
                  <a:cubicBezTo>
                    <a:pt x="1487" y="195"/>
                    <a:pt x="884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2372;p11"/>
            <p:cNvSpPr/>
            <p:nvPr/>
          </p:nvSpPr>
          <p:spPr>
            <a:xfrm>
              <a:off x="8996040" y="89280"/>
              <a:ext cx="27000" cy="1404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1093" h="575">
                  <a:moveTo>
                    <a:pt x="88" y="0"/>
                  </a:moveTo>
                  <a:cubicBezTo>
                    <a:pt x="56" y="0"/>
                    <a:pt x="33" y="16"/>
                    <a:pt x="33" y="54"/>
                  </a:cubicBezTo>
                  <a:cubicBezTo>
                    <a:pt x="0" y="87"/>
                    <a:pt x="0" y="153"/>
                    <a:pt x="66" y="186"/>
                  </a:cubicBezTo>
                  <a:lnTo>
                    <a:pt x="888" y="547"/>
                  </a:lnTo>
                  <a:cubicBezTo>
                    <a:pt x="907" y="567"/>
                    <a:pt x="927" y="575"/>
                    <a:pt x="946" y="575"/>
                  </a:cubicBezTo>
                  <a:cubicBezTo>
                    <a:pt x="1027" y="575"/>
                    <a:pt x="1092" y="436"/>
                    <a:pt x="986" y="383"/>
                  </a:cubicBezTo>
                  <a:lnTo>
                    <a:pt x="165" y="22"/>
                  </a:lnTo>
                  <a:cubicBezTo>
                    <a:pt x="137" y="8"/>
                    <a:pt x="110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2373;p11"/>
            <p:cNvSpPr/>
            <p:nvPr/>
          </p:nvSpPr>
          <p:spPr>
            <a:xfrm>
              <a:off x="8485200" y="187200"/>
              <a:ext cx="92160" cy="12276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3698" h="4918">
                  <a:moveTo>
                    <a:pt x="133" y="0"/>
                  </a:moveTo>
                  <a:cubicBezTo>
                    <a:pt x="76" y="0"/>
                    <a:pt x="0" y="56"/>
                    <a:pt x="0" y="137"/>
                  </a:cubicBezTo>
                  <a:cubicBezTo>
                    <a:pt x="395" y="2175"/>
                    <a:pt x="1676" y="3916"/>
                    <a:pt x="3484" y="4902"/>
                  </a:cubicBezTo>
                  <a:cubicBezTo>
                    <a:pt x="3505" y="4913"/>
                    <a:pt x="3525" y="4917"/>
                    <a:pt x="3544" y="4917"/>
                  </a:cubicBezTo>
                  <a:cubicBezTo>
                    <a:pt x="3642" y="4917"/>
                    <a:pt x="3698" y="4793"/>
                    <a:pt x="3615" y="4738"/>
                  </a:cubicBezTo>
                  <a:cubicBezTo>
                    <a:pt x="1841" y="3752"/>
                    <a:pt x="592" y="2043"/>
                    <a:pt x="198" y="72"/>
                  </a:cubicBezTo>
                  <a:cubicBezTo>
                    <a:pt x="198" y="22"/>
                    <a:pt x="16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2374;p11"/>
            <p:cNvSpPr/>
            <p:nvPr/>
          </p:nvSpPr>
          <p:spPr>
            <a:xfrm>
              <a:off x="8523360" y="231480"/>
              <a:ext cx="72720" cy="792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2928" h="3189">
                  <a:moveTo>
                    <a:pt x="111" y="1"/>
                  </a:moveTo>
                  <a:cubicBezTo>
                    <a:pt x="54" y="1"/>
                    <a:pt x="0" y="43"/>
                    <a:pt x="19" y="117"/>
                  </a:cubicBezTo>
                  <a:cubicBezTo>
                    <a:pt x="512" y="1431"/>
                    <a:pt x="1465" y="2549"/>
                    <a:pt x="2713" y="3173"/>
                  </a:cubicBezTo>
                  <a:cubicBezTo>
                    <a:pt x="2735" y="3184"/>
                    <a:pt x="2755" y="3188"/>
                    <a:pt x="2774" y="3188"/>
                  </a:cubicBezTo>
                  <a:cubicBezTo>
                    <a:pt x="2871" y="3188"/>
                    <a:pt x="2927" y="3064"/>
                    <a:pt x="2845" y="3009"/>
                  </a:cubicBezTo>
                  <a:cubicBezTo>
                    <a:pt x="1629" y="2384"/>
                    <a:pt x="676" y="1333"/>
                    <a:pt x="216" y="84"/>
                  </a:cubicBezTo>
                  <a:cubicBezTo>
                    <a:pt x="202" y="27"/>
                    <a:pt x="15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2375;p11"/>
            <p:cNvSpPr/>
            <p:nvPr/>
          </p:nvSpPr>
          <p:spPr>
            <a:xfrm>
              <a:off x="8551440" y="246240"/>
              <a:ext cx="52920" cy="4860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2136" h="1959">
                  <a:moveTo>
                    <a:pt x="122" y="0"/>
                  </a:moveTo>
                  <a:cubicBezTo>
                    <a:pt x="59" y="0"/>
                    <a:pt x="0" y="59"/>
                    <a:pt x="44" y="146"/>
                  </a:cubicBezTo>
                  <a:cubicBezTo>
                    <a:pt x="504" y="902"/>
                    <a:pt x="1128" y="1527"/>
                    <a:pt x="1917" y="1954"/>
                  </a:cubicBezTo>
                  <a:cubicBezTo>
                    <a:pt x="1929" y="1957"/>
                    <a:pt x="1940" y="1958"/>
                    <a:pt x="1951" y="1958"/>
                  </a:cubicBezTo>
                  <a:cubicBezTo>
                    <a:pt x="2064" y="1958"/>
                    <a:pt x="2135" y="1816"/>
                    <a:pt x="2016" y="1757"/>
                  </a:cubicBezTo>
                  <a:cubicBezTo>
                    <a:pt x="1260" y="1362"/>
                    <a:pt x="635" y="771"/>
                    <a:pt x="208" y="48"/>
                  </a:cubicBezTo>
                  <a:cubicBezTo>
                    <a:pt x="186" y="15"/>
                    <a:pt x="153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2376;p11"/>
            <p:cNvSpPr/>
            <p:nvPr/>
          </p:nvSpPr>
          <p:spPr>
            <a:xfrm>
              <a:off x="8648640" y="56880"/>
              <a:ext cx="132120" cy="4104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5303" h="1661">
                  <a:moveTo>
                    <a:pt x="301" y="1"/>
                  </a:moveTo>
                  <a:cubicBezTo>
                    <a:pt x="245" y="1"/>
                    <a:pt x="189" y="1"/>
                    <a:pt x="132" y="2"/>
                  </a:cubicBezTo>
                  <a:cubicBezTo>
                    <a:pt x="1" y="2"/>
                    <a:pt x="1" y="199"/>
                    <a:pt x="132" y="199"/>
                  </a:cubicBezTo>
                  <a:cubicBezTo>
                    <a:pt x="187" y="198"/>
                    <a:pt x="243" y="198"/>
                    <a:pt x="298" y="198"/>
                  </a:cubicBezTo>
                  <a:cubicBezTo>
                    <a:pt x="2013" y="198"/>
                    <a:pt x="3661" y="690"/>
                    <a:pt x="5094" y="1645"/>
                  </a:cubicBezTo>
                  <a:cubicBezTo>
                    <a:pt x="5115" y="1656"/>
                    <a:pt x="5135" y="1660"/>
                    <a:pt x="5153" y="1660"/>
                  </a:cubicBezTo>
                  <a:cubicBezTo>
                    <a:pt x="5251" y="1660"/>
                    <a:pt x="5303" y="1531"/>
                    <a:pt x="5192" y="1448"/>
                  </a:cubicBezTo>
                  <a:cubicBezTo>
                    <a:pt x="3760" y="493"/>
                    <a:pt x="2050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2377;p11"/>
            <p:cNvSpPr/>
            <p:nvPr/>
          </p:nvSpPr>
          <p:spPr>
            <a:xfrm>
              <a:off x="8674200" y="80640"/>
              <a:ext cx="66600" cy="2124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2677" h="868">
                  <a:moveTo>
                    <a:pt x="132" y="0"/>
                  </a:moveTo>
                  <a:cubicBezTo>
                    <a:pt x="0" y="0"/>
                    <a:pt x="0" y="197"/>
                    <a:pt x="132" y="230"/>
                  </a:cubicBezTo>
                  <a:cubicBezTo>
                    <a:pt x="953" y="296"/>
                    <a:pt x="1742" y="526"/>
                    <a:pt x="2465" y="855"/>
                  </a:cubicBezTo>
                  <a:cubicBezTo>
                    <a:pt x="2483" y="864"/>
                    <a:pt x="2501" y="868"/>
                    <a:pt x="2518" y="868"/>
                  </a:cubicBezTo>
                  <a:cubicBezTo>
                    <a:pt x="2619" y="868"/>
                    <a:pt x="2676" y="718"/>
                    <a:pt x="2563" y="690"/>
                  </a:cubicBezTo>
                  <a:cubicBezTo>
                    <a:pt x="1808" y="329"/>
                    <a:pt x="986" y="99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2378;p11"/>
            <p:cNvSpPr/>
            <p:nvPr/>
          </p:nvSpPr>
          <p:spPr>
            <a:xfrm>
              <a:off x="8679960" y="101880"/>
              <a:ext cx="34200" cy="1044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381" h="428">
                  <a:moveTo>
                    <a:pt x="165" y="1"/>
                  </a:moveTo>
                  <a:cubicBezTo>
                    <a:pt x="99" y="1"/>
                    <a:pt x="33" y="33"/>
                    <a:pt x="33" y="66"/>
                  </a:cubicBezTo>
                  <a:cubicBezTo>
                    <a:pt x="0" y="132"/>
                    <a:pt x="33" y="198"/>
                    <a:pt x="99" y="198"/>
                  </a:cubicBezTo>
                  <a:lnTo>
                    <a:pt x="1216" y="428"/>
                  </a:lnTo>
                  <a:cubicBezTo>
                    <a:pt x="1282" y="428"/>
                    <a:pt x="1348" y="395"/>
                    <a:pt x="1348" y="362"/>
                  </a:cubicBezTo>
                  <a:cubicBezTo>
                    <a:pt x="1380" y="296"/>
                    <a:pt x="1348" y="231"/>
                    <a:pt x="1282" y="231"/>
                  </a:cubicBezTo>
                  <a:lnTo>
                    <a:pt x="165" y="1"/>
                  </a:ln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2379;p11"/>
            <p:cNvSpPr/>
            <p:nvPr/>
          </p:nvSpPr>
          <p:spPr>
            <a:xfrm>
              <a:off x="8973000" y="-68040"/>
              <a:ext cx="54000" cy="1101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2170" h="4427">
                  <a:moveTo>
                    <a:pt x="861" y="0"/>
                  </a:moveTo>
                  <a:cubicBezTo>
                    <a:pt x="829" y="0"/>
                    <a:pt x="800" y="18"/>
                    <a:pt x="789" y="62"/>
                  </a:cubicBezTo>
                  <a:cubicBezTo>
                    <a:pt x="0" y="1607"/>
                    <a:pt x="1019" y="3217"/>
                    <a:pt x="1972" y="4400"/>
                  </a:cubicBezTo>
                  <a:cubicBezTo>
                    <a:pt x="1999" y="4418"/>
                    <a:pt x="2027" y="4426"/>
                    <a:pt x="2052" y="4426"/>
                  </a:cubicBezTo>
                  <a:cubicBezTo>
                    <a:pt x="2118" y="4426"/>
                    <a:pt x="2169" y="4372"/>
                    <a:pt x="2169" y="4301"/>
                  </a:cubicBezTo>
                  <a:lnTo>
                    <a:pt x="2038" y="4005"/>
                  </a:lnTo>
                  <a:cubicBezTo>
                    <a:pt x="2025" y="3955"/>
                    <a:pt x="1989" y="3934"/>
                    <a:pt x="1950" y="3934"/>
                  </a:cubicBezTo>
                  <a:cubicBezTo>
                    <a:pt x="1928" y="3934"/>
                    <a:pt x="1904" y="3941"/>
                    <a:pt x="1885" y="3954"/>
                  </a:cubicBezTo>
                  <a:lnTo>
                    <a:pt x="1885" y="3954"/>
                  </a:lnTo>
                  <a:cubicBezTo>
                    <a:pt x="1051" y="2877"/>
                    <a:pt x="296" y="1505"/>
                    <a:pt x="953" y="161"/>
                  </a:cubicBezTo>
                  <a:cubicBezTo>
                    <a:pt x="997" y="73"/>
                    <a:pt x="924" y="0"/>
                    <a:pt x="8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2380;p11"/>
            <p:cNvSpPr/>
            <p:nvPr/>
          </p:nvSpPr>
          <p:spPr>
            <a:xfrm>
              <a:off x="9028080" y="-46080"/>
              <a:ext cx="27000" cy="8172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099" h="3283">
                  <a:moveTo>
                    <a:pt x="337" y="1"/>
                  </a:moveTo>
                  <a:cubicBezTo>
                    <a:pt x="297" y="1"/>
                    <a:pt x="264" y="22"/>
                    <a:pt x="264" y="72"/>
                  </a:cubicBezTo>
                  <a:cubicBezTo>
                    <a:pt x="1" y="1157"/>
                    <a:pt x="231" y="2307"/>
                    <a:pt x="855" y="3227"/>
                  </a:cubicBezTo>
                  <a:cubicBezTo>
                    <a:pt x="885" y="3267"/>
                    <a:pt x="921" y="3282"/>
                    <a:pt x="954" y="3282"/>
                  </a:cubicBezTo>
                  <a:cubicBezTo>
                    <a:pt x="1032" y="3282"/>
                    <a:pt x="1098" y="3197"/>
                    <a:pt x="1052" y="3128"/>
                  </a:cubicBezTo>
                  <a:cubicBezTo>
                    <a:pt x="428" y="2274"/>
                    <a:pt x="198" y="1157"/>
                    <a:pt x="461" y="138"/>
                  </a:cubicBezTo>
                  <a:cubicBezTo>
                    <a:pt x="481" y="57"/>
                    <a:pt x="401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2381;p11"/>
            <p:cNvSpPr/>
            <p:nvPr/>
          </p:nvSpPr>
          <p:spPr>
            <a:xfrm>
              <a:off x="9030600" y="-91800"/>
              <a:ext cx="34920" cy="2448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1414" h="987">
                  <a:moveTo>
                    <a:pt x="1282" y="1"/>
                  </a:moveTo>
                  <a:cubicBezTo>
                    <a:pt x="756" y="33"/>
                    <a:pt x="263" y="329"/>
                    <a:pt x="33" y="822"/>
                  </a:cubicBezTo>
                  <a:cubicBezTo>
                    <a:pt x="1" y="888"/>
                    <a:pt x="33" y="953"/>
                    <a:pt x="66" y="986"/>
                  </a:cubicBezTo>
                  <a:cubicBezTo>
                    <a:pt x="99" y="986"/>
                    <a:pt x="165" y="986"/>
                    <a:pt x="198" y="921"/>
                  </a:cubicBezTo>
                  <a:lnTo>
                    <a:pt x="198" y="953"/>
                  </a:lnTo>
                  <a:cubicBezTo>
                    <a:pt x="395" y="526"/>
                    <a:pt x="822" y="231"/>
                    <a:pt x="1282" y="198"/>
                  </a:cubicBezTo>
                  <a:cubicBezTo>
                    <a:pt x="1414" y="198"/>
                    <a:pt x="141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18" name="Google Shape;2382;p11"/>
          <p:cNvGrpSpPr/>
          <p:nvPr/>
        </p:nvGrpSpPr>
        <p:grpSpPr>
          <a:xfrm>
            <a:off x="3607200" y="194040"/>
            <a:ext cx="1548360" cy="949680"/>
            <a:chOff x="3607200" y="194040"/>
            <a:chExt cx="1548360" cy="949680"/>
          </a:xfrm>
        </p:grpSpPr>
        <p:sp>
          <p:nvSpPr>
            <p:cNvPr id="1719" name="Google Shape;2383;p11"/>
            <p:cNvSpPr/>
            <p:nvPr/>
          </p:nvSpPr>
          <p:spPr>
            <a:xfrm>
              <a:off x="3607200" y="526680"/>
              <a:ext cx="358200" cy="365040"/>
            </a:xfrm>
            <a:custGeom>
              <a:avLst/>
              <a:gdLst>
                <a:gd name="textAreaLeft" fmla="*/ 0 w 358200"/>
                <a:gd name="textAreaRight" fmla="*/ 358560 w 358200"/>
                <a:gd name="textAreaTop" fmla="*/ 0 h 365040"/>
                <a:gd name="textAreaBottom" fmla="*/ 365400 h 365040"/>
              </a:gdLst>
              <a:ahLst/>
              <a:cxnLst/>
              <a:rect l="textAreaLeft" t="textAreaTop" r="textAreaRight" b="textAreaBottom"/>
              <a:pathLst>
                <a:path w="14336" h="14623">
                  <a:moveTo>
                    <a:pt x="7425" y="1"/>
                  </a:moveTo>
                  <a:cubicBezTo>
                    <a:pt x="5375" y="1"/>
                    <a:pt x="3400" y="878"/>
                    <a:pt x="2038" y="2452"/>
                  </a:cubicBezTo>
                  <a:cubicBezTo>
                    <a:pt x="559" y="4128"/>
                    <a:pt x="0" y="6428"/>
                    <a:pt x="493" y="8597"/>
                  </a:cubicBezTo>
                  <a:cubicBezTo>
                    <a:pt x="986" y="10831"/>
                    <a:pt x="2399" y="12704"/>
                    <a:pt x="4436" y="13756"/>
                  </a:cubicBezTo>
                  <a:cubicBezTo>
                    <a:pt x="5595" y="14335"/>
                    <a:pt x="6848" y="14623"/>
                    <a:pt x="8103" y="14623"/>
                  </a:cubicBezTo>
                  <a:cubicBezTo>
                    <a:pt x="9411" y="14623"/>
                    <a:pt x="10721" y="14310"/>
                    <a:pt x="11928" y="13690"/>
                  </a:cubicBezTo>
                  <a:cubicBezTo>
                    <a:pt x="12018" y="13630"/>
                    <a:pt x="11944" y="13489"/>
                    <a:pt x="11856" y="13489"/>
                  </a:cubicBezTo>
                  <a:cubicBezTo>
                    <a:pt x="11847" y="13489"/>
                    <a:pt x="11839" y="13490"/>
                    <a:pt x="11830" y="13493"/>
                  </a:cubicBezTo>
                  <a:cubicBezTo>
                    <a:pt x="10659" y="14116"/>
                    <a:pt x="9369" y="14424"/>
                    <a:pt x="8078" y="14424"/>
                  </a:cubicBezTo>
                  <a:cubicBezTo>
                    <a:pt x="7122" y="14424"/>
                    <a:pt x="6166" y="14255"/>
                    <a:pt x="5258" y="13920"/>
                  </a:cubicBezTo>
                  <a:cubicBezTo>
                    <a:pt x="3155" y="13131"/>
                    <a:pt x="1545" y="11390"/>
                    <a:pt x="887" y="9254"/>
                  </a:cubicBezTo>
                  <a:cubicBezTo>
                    <a:pt x="197" y="7217"/>
                    <a:pt x="526" y="4949"/>
                    <a:pt x="1742" y="3175"/>
                  </a:cubicBezTo>
                  <a:cubicBezTo>
                    <a:pt x="2990" y="1400"/>
                    <a:pt x="5028" y="316"/>
                    <a:pt x="7197" y="217"/>
                  </a:cubicBezTo>
                  <a:cubicBezTo>
                    <a:pt x="7221" y="217"/>
                    <a:pt x="7246" y="217"/>
                    <a:pt x="7271" y="217"/>
                  </a:cubicBezTo>
                  <a:cubicBezTo>
                    <a:pt x="9999" y="217"/>
                    <a:pt x="12339" y="2009"/>
                    <a:pt x="14130" y="3898"/>
                  </a:cubicBezTo>
                  <a:cubicBezTo>
                    <a:pt x="14155" y="3922"/>
                    <a:pt x="14181" y="3933"/>
                    <a:pt x="14206" y="3933"/>
                  </a:cubicBezTo>
                  <a:cubicBezTo>
                    <a:pt x="14280" y="3933"/>
                    <a:pt x="14335" y="3840"/>
                    <a:pt x="14262" y="3766"/>
                  </a:cubicBezTo>
                  <a:lnTo>
                    <a:pt x="14294" y="3733"/>
                  </a:lnTo>
                  <a:cubicBezTo>
                    <a:pt x="12586" y="1959"/>
                    <a:pt x="10483" y="283"/>
                    <a:pt x="7952" y="20"/>
                  </a:cubicBezTo>
                  <a:cubicBezTo>
                    <a:pt x="7776" y="7"/>
                    <a:pt x="7600" y="1"/>
                    <a:pt x="742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2384;p11"/>
            <p:cNvSpPr/>
            <p:nvPr/>
          </p:nvSpPr>
          <p:spPr>
            <a:xfrm>
              <a:off x="3864600" y="331200"/>
              <a:ext cx="398520" cy="223560"/>
            </a:xfrm>
            <a:custGeom>
              <a:avLst/>
              <a:gdLst>
                <a:gd name="textAreaLeft" fmla="*/ 0 w 398520"/>
                <a:gd name="textAreaRight" fmla="*/ 398880 w 398520"/>
                <a:gd name="textAreaTop" fmla="*/ 0 h 223560"/>
                <a:gd name="textAreaBottom" fmla="*/ 223920 h 223560"/>
              </a:gdLst>
              <a:ahLst/>
              <a:cxnLst/>
              <a:rect l="textAreaLeft" t="textAreaTop" r="textAreaRight" b="textAreaBottom"/>
              <a:pathLst>
                <a:path w="15958" h="8955">
                  <a:moveTo>
                    <a:pt x="8017" y="0"/>
                  </a:moveTo>
                  <a:cubicBezTo>
                    <a:pt x="5032" y="0"/>
                    <a:pt x="2266" y="1884"/>
                    <a:pt x="888" y="4553"/>
                  </a:cubicBezTo>
                  <a:cubicBezTo>
                    <a:pt x="493" y="5375"/>
                    <a:pt x="198" y="6262"/>
                    <a:pt x="99" y="7182"/>
                  </a:cubicBezTo>
                  <a:cubicBezTo>
                    <a:pt x="0" y="7609"/>
                    <a:pt x="0" y="8069"/>
                    <a:pt x="132" y="8529"/>
                  </a:cubicBezTo>
                  <a:cubicBezTo>
                    <a:pt x="208" y="8732"/>
                    <a:pt x="382" y="8955"/>
                    <a:pt x="594" y="8955"/>
                  </a:cubicBezTo>
                  <a:cubicBezTo>
                    <a:pt x="656" y="8955"/>
                    <a:pt x="722" y="8936"/>
                    <a:pt x="789" y="8891"/>
                  </a:cubicBezTo>
                  <a:cubicBezTo>
                    <a:pt x="872" y="8808"/>
                    <a:pt x="815" y="8678"/>
                    <a:pt x="737" y="8678"/>
                  </a:cubicBezTo>
                  <a:cubicBezTo>
                    <a:pt x="722" y="8678"/>
                    <a:pt x="706" y="8683"/>
                    <a:pt x="690" y="8694"/>
                  </a:cubicBezTo>
                  <a:lnTo>
                    <a:pt x="723" y="8694"/>
                  </a:lnTo>
                  <a:cubicBezTo>
                    <a:pt x="682" y="8723"/>
                    <a:pt x="644" y="8735"/>
                    <a:pt x="607" y="8735"/>
                  </a:cubicBezTo>
                  <a:cubicBezTo>
                    <a:pt x="439" y="8735"/>
                    <a:pt x="323" y="8467"/>
                    <a:pt x="296" y="8332"/>
                  </a:cubicBezTo>
                  <a:cubicBezTo>
                    <a:pt x="263" y="8135"/>
                    <a:pt x="263" y="7938"/>
                    <a:pt x="296" y="7741"/>
                  </a:cubicBezTo>
                  <a:cubicBezTo>
                    <a:pt x="296" y="7346"/>
                    <a:pt x="329" y="6952"/>
                    <a:pt x="428" y="6558"/>
                  </a:cubicBezTo>
                  <a:cubicBezTo>
                    <a:pt x="592" y="5835"/>
                    <a:pt x="855" y="5112"/>
                    <a:pt x="1216" y="4455"/>
                  </a:cubicBezTo>
                  <a:cubicBezTo>
                    <a:pt x="1972" y="3074"/>
                    <a:pt x="3089" y="1924"/>
                    <a:pt x="4437" y="1169"/>
                  </a:cubicBezTo>
                  <a:cubicBezTo>
                    <a:pt x="5527" y="545"/>
                    <a:pt x="6741" y="209"/>
                    <a:pt x="7964" y="209"/>
                  </a:cubicBezTo>
                  <a:cubicBezTo>
                    <a:pt x="8289" y="209"/>
                    <a:pt x="8614" y="233"/>
                    <a:pt x="8938" y="281"/>
                  </a:cubicBezTo>
                  <a:cubicBezTo>
                    <a:pt x="10483" y="478"/>
                    <a:pt x="11962" y="1169"/>
                    <a:pt x="13144" y="2220"/>
                  </a:cubicBezTo>
                  <a:cubicBezTo>
                    <a:pt x="14492" y="3370"/>
                    <a:pt x="15412" y="4915"/>
                    <a:pt x="15740" y="6656"/>
                  </a:cubicBezTo>
                  <a:cubicBezTo>
                    <a:pt x="15753" y="6706"/>
                    <a:pt x="15790" y="6728"/>
                    <a:pt x="15828" y="6728"/>
                  </a:cubicBezTo>
                  <a:cubicBezTo>
                    <a:pt x="15890" y="6728"/>
                    <a:pt x="15958" y="6672"/>
                    <a:pt x="15938" y="6590"/>
                  </a:cubicBezTo>
                  <a:cubicBezTo>
                    <a:pt x="15346" y="3272"/>
                    <a:pt x="12422" y="610"/>
                    <a:pt x="9103" y="84"/>
                  </a:cubicBezTo>
                  <a:cubicBezTo>
                    <a:pt x="8739" y="28"/>
                    <a:pt x="8377" y="0"/>
                    <a:pt x="801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2385;p11"/>
            <p:cNvSpPr/>
            <p:nvPr/>
          </p:nvSpPr>
          <p:spPr>
            <a:xfrm>
              <a:off x="3765240" y="891000"/>
              <a:ext cx="432360" cy="201240"/>
            </a:xfrm>
            <a:custGeom>
              <a:avLst/>
              <a:gdLst>
                <a:gd name="textAreaLeft" fmla="*/ 0 w 432360"/>
                <a:gd name="textAreaRight" fmla="*/ 432720 w 432360"/>
                <a:gd name="textAreaTop" fmla="*/ 0 h 201240"/>
                <a:gd name="textAreaBottom" fmla="*/ 201600 h 201240"/>
              </a:gdLst>
              <a:ahLst/>
              <a:cxnLst/>
              <a:rect l="textAreaLeft" t="textAreaTop" r="textAreaRight" b="textAreaBottom"/>
              <a:pathLst>
                <a:path w="17306" h="8066">
                  <a:moveTo>
                    <a:pt x="131" y="0"/>
                  </a:moveTo>
                  <a:cubicBezTo>
                    <a:pt x="68" y="0"/>
                    <a:pt x="1" y="56"/>
                    <a:pt x="21" y="138"/>
                  </a:cubicBezTo>
                  <a:cubicBezTo>
                    <a:pt x="711" y="3424"/>
                    <a:pt x="3307" y="5987"/>
                    <a:pt x="6297" y="7236"/>
                  </a:cubicBezTo>
                  <a:cubicBezTo>
                    <a:pt x="7544" y="7745"/>
                    <a:pt x="8985" y="8066"/>
                    <a:pt x="10403" y="8066"/>
                  </a:cubicBezTo>
                  <a:cubicBezTo>
                    <a:pt x="12276" y="8066"/>
                    <a:pt x="14109" y="7507"/>
                    <a:pt x="15400" y="6085"/>
                  </a:cubicBezTo>
                  <a:cubicBezTo>
                    <a:pt x="16780" y="4508"/>
                    <a:pt x="17076" y="2339"/>
                    <a:pt x="17306" y="335"/>
                  </a:cubicBezTo>
                  <a:cubicBezTo>
                    <a:pt x="17306" y="269"/>
                    <a:pt x="17256" y="236"/>
                    <a:pt x="17203" y="236"/>
                  </a:cubicBezTo>
                  <a:cubicBezTo>
                    <a:pt x="17150" y="236"/>
                    <a:pt x="17092" y="269"/>
                    <a:pt x="17076" y="335"/>
                  </a:cubicBezTo>
                  <a:cubicBezTo>
                    <a:pt x="16878" y="2109"/>
                    <a:pt x="16681" y="4015"/>
                    <a:pt x="15597" y="5494"/>
                  </a:cubicBezTo>
                  <a:cubicBezTo>
                    <a:pt x="14611" y="6743"/>
                    <a:pt x="13198" y="7564"/>
                    <a:pt x="11621" y="7761"/>
                  </a:cubicBezTo>
                  <a:cubicBezTo>
                    <a:pt x="11194" y="7823"/>
                    <a:pt x="10763" y="7853"/>
                    <a:pt x="10333" y="7853"/>
                  </a:cubicBezTo>
                  <a:cubicBezTo>
                    <a:pt x="7547" y="7853"/>
                    <a:pt x="4745" y="6608"/>
                    <a:pt x="2781" y="4672"/>
                  </a:cubicBezTo>
                  <a:cubicBezTo>
                    <a:pt x="1500" y="3424"/>
                    <a:pt x="613" y="1814"/>
                    <a:pt x="218" y="72"/>
                  </a:cubicBezTo>
                  <a:cubicBezTo>
                    <a:pt x="206" y="22"/>
                    <a:pt x="16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2386;p11"/>
            <p:cNvSpPr/>
            <p:nvPr/>
          </p:nvSpPr>
          <p:spPr>
            <a:xfrm>
              <a:off x="4133160" y="869760"/>
              <a:ext cx="485280" cy="273960"/>
            </a:xfrm>
            <a:custGeom>
              <a:avLst/>
              <a:gdLst>
                <a:gd name="textAreaLeft" fmla="*/ 0 w 485280"/>
                <a:gd name="textAreaRight" fmla="*/ 485640 w 485280"/>
                <a:gd name="textAreaTop" fmla="*/ 0 h 273960"/>
                <a:gd name="textAreaBottom" fmla="*/ 274320 h 273960"/>
              </a:gdLst>
              <a:ahLst/>
              <a:cxnLst/>
              <a:rect l="textAreaLeft" t="textAreaTop" r="textAreaRight" b="textAreaBottom"/>
              <a:pathLst>
                <a:path w="19422" h="10977">
                  <a:moveTo>
                    <a:pt x="19322" y="1"/>
                  </a:moveTo>
                  <a:cubicBezTo>
                    <a:pt x="19273" y="1"/>
                    <a:pt x="19224" y="34"/>
                    <a:pt x="19224" y="99"/>
                  </a:cubicBezTo>
                  <a:cubicBezTo>
                    <a:pt x="18862" y="3320"/>
                    <a:pt x="18205" y="7033"/>
                    <a:pt x="15445" y="9070"/>
                  </a:cubicBezTo>
                  <a:cubicBezTo>
                    <a:pt x="13933" y="10155"/>
                    <a:pt x="12060" y="10615"/>
                    <a:pt x="10253" y="10713"/>
                  </a:cubicBezTo>
                  <a:cubicBezTo>
                    <a:pt x="9909" y="10736"/>
                    <a:pt x="9564" y="10747"/>
                    <a:pt x="9220" y="10747"/>
                  </a:cubicBezTo>
                  <a:cubicBezTo>
                    <a:pt x="7530" y="10747"/>
                    <a:pt x="5851" y="10482"/>
                    <a:pt x="4240" y="9990"/>
                  </a:cubicBezTo>
                  <a:cubicBezTo>
                    <a:pt x="3254" y="9728"/>
                    <a:pt x="2367" y="9300"/>
                    <a:pt x="1578" y="8709"/>
                  </a:cubicBezTo>
                  <a:cubicBezTo>
                    <a:pt x="888" y="8150"/>
                    <a:pt x="329" y="7362"/>
                    <a:pt x="494" y="6409"/>
                  </a:cubicBezTo>
                  <a:cubicBezTo>
                    <a:pt x="513" y="6349"/>
                    <a:pt x="450" y="6302"/>
                    <a:pt x="390" y="6302"/>
                  </a:cubicBezTo>
                  <a:cubicBezTo>
                    <a:pt x="349" y="6302"/>
                    <a:pt x="310" y="6323"/>
                    <a:pt x="296" y="6376"/>
                  </a:cubicBezTo>
                  <a:cubicBezTo>
                    <a:pt x="1" y="8019"/>
                    <a:pt x="1611" y="9169"/>
                    <a:pt x="2925" y="9760"/>
                  </a:cubicBezTo>
                  <a:cubicBezTo>
                    <a:pt x="4897" y="10549"/>
                    <a:pt x="7033" y="10976"/>
                    <a:pt x="9136" y="10976"/>
                  </a:cubicBezTo>
                  <a:cubicBezTo>
                    <a:pt x="11075" y="10976"/>
                    <a:pt x="13046" y="10713"/>
                    <a:pt x="14755" y="9760"/>
                  </a:cubicBezTo>
                  <a:cubicBezTo>
                    <a:pt x="16266" y="8873"/>
                    <a:pt x="17449" y="7493"/>
                    <a:pt x="18107" y="5883"/>
                  </a:cubicBezTo>
                  <a:cubicBezTo>
                    <a:pt x="18895" y="4043"/>
                    <a:pt x="19191" y="2071"/>
                    <a:pt x="19421" y="99"/>
                  </a:cubicBezTo>
                  <a:cubicBezTo>
                    <a:pt x="19421" y="34"/>
                    <a:pt x="19372" y="1"/>
                    <a:pt x="1932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2387;p11"/>
            <p:cNvSpPr/>
            <p:nvPr/>
          </p:nvSpPr>
          <p:spPr>
            <a:xfrm>
              <a:off x="4210200" y="194040"/>
              <a:ext cx="475920" cy="263160"/>
            </a:xfrm>
            <a:custGeom>
              <a:avLst/>
              <a:gdLst>
                <a:gd name="textAreaLeft" fmla="*/ 0 w 475920"/>
                <a:gd name="textAreaRight" fmla="*/ 476280 w 4759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9047" h="10543">
                  <a:moveTo>
                    <a:pt x="8021" y="0"/>
                  </a:moveTo>
                  <a:cubicBezTo>
                    <a:pt x="7415" y="0"/>
                    <a:pt x="6808" y="63"/>
                    <a:pt x="6211" y="186"/>
                  </a:cubicBezTo>
                  <a:cubicBezTo>
                    <a:pt x="2498" y="1205"/>
                    <a:pt x="1" y="4688"/>
                    <a:pt x="231" y="8533"/>
                  </a:cubicBezTo>
                  <a:cubicBezTo>
                    <a:pt x="231" y="8598"/>
                    <a:pt x="288" y="8631"/>
                    <a:pt x="346" y="8631"/>
                  </a:cubicBezTo>
                  <a:cubicBezTo>
                    <a:pt x="403" y="8631"/>
                    <a:pt x="461" y="8598"/>
                    <a:pt x="461" y="8533"/>
                  </a:cubicBezTo>
                  <a:cubicBezTo>
                    <a:pt x="198" y="4984"/>
                    <a:pt x="2366" y="1698"/>
                    <a:pt x="5751" y="548"/>
                  </a:cubicBezTo>
                  <a:cubicBezTo>
                    <a:pt x="6497" y="310"/>
                    <a:pt x="7251" y="200"/>
                    <a:pt x="8000" y="200"/>
                  </a:cubicBezTo>
                  <a:cubicBezTo>
                    <a:pt x="11078" y="200"/>
                    <a:pt x="14055" y="2053"/>
                    <a:pt x="15905" y="4458"/>
                  </a:cubicBezTo>
                  <a:cubicBezTo>
                    <a:pt x="17252" y="6265"/>
                    <a:pt x="18238" y="8303"/>
                    <a:pt x="18829" y="10471"/>
                  </a:cubicBezTo>
                  <a:cubicBezTo>
                    <a:pt x="18842" y="10522"/>
                    <a:pt x="18879" y="10543"/>
                    <a:pt x="18917" y="10543"/>
                  </a:cubicBezTo>
                  <a:cubicBezTo>
                    <a:pt x="18979" y="10543"/>
                    <a:pt x="19047" y="10487"/>
                    <a:pt x="19027" y="10406"/>
                  </a:cubicBezTo>
                  <a:cubicBezTo>
                    <a:pt x="17877" y="6528"/>
                    <a:pt x="15708" y="2683"/>
                    <a:pt x="11896" y="909"/>
                  </a:cubicBezTo>
                  <a:cubicBezTo>
                    <a:pt x="10677" y="300"/>
                    <a:pt x="9350" y="0"/>
                    <a:pt x="802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2388;p11"/>
            <p:cNvSpPr/>
            <p:nvPr/>
          </p:nvSpPr>
          <p:spPr>
            <a:xfrm>
              <a:off x="4345200" y="491040"/>
              <a:ext cx="347040" cy="419760"/>
            </a:xfrm>
            <a:custGeom>
              <a:avLst/>
              <a:gdLst>
                <a:gd name="textAreaLeft" fmla="*/ 0 w 347040"/>
                <a:gd name="textAreaRight" fmla="*/ 347400 w 347040"/>
                <a:gd name="textAreaTop" fmla="*/ 0 h 419760"/>
                <a:gd name="textAreaBottom" fmla="*/ 420120 h 419760"/>
              </a:gdLst>
              <a:ahLst/>
              <a:cxnLst/>
              <a:rect l="textAreaLeft" t="textAreaTop" r="textAreaRight" b="textAreaBottom"/>
              <a:pathLst>
                <a:path w="13901" h="16800">
                  <a:moveTo>
                    <a:pt x="1204" y="1"/>
                  </a:moveTo>
                  <a:cubicBezTo>
                    <a:pt x="847" y="1"/>
                    <a:pt x="489" y="12"/>
                    <a:pt x="132" y="35"/>
                  </a:cubicBezTo>
                  <a:cubicBezTo>
                    <a:pt x="1" y="35"/>
                    <a:pt x="1" y="232"/>
                    <a:pt x="132" y="232"/>
                  </a:cubicBezTo>
                  <a:cubicBezTo>
                    <a:pt x="440" y="218"/>
                    <a:pt x="750" y="211"/>
                    <a:pt x="1062" y="211"/>
                  </a:cubicBezTo>
                  <a:cubicBezTo>
                    <a:pt x="5043" y="211"/>
                    <a:pt x="9261" y="1415"/>
                    <a:pt x="11699" y="4767"/>
                  </a:cubicBezTo>
                  <a:cubicBezTo>
                    <a:pt x="12915" y="6344"/>
                    <a:pt x="13539" y="8316"/>
                    <a:pt x="13506" y="10320"/>
                  </a:cubicBezTo>
                  <a:cubicBezTo>
                    <a:pt x="13408" y="12226"/>
                    <a:pt x="12520" y="13968"/>
                    <a:pt x="11042" y="15151"/>
                  </a:cubicBezTo>
                  <a:cubicBezTo>
                    <a:pt x="9931" y="16053"/>
                    <a:pt x="8527" y="16614"/>
                    <a:pt x="7116" y="16614"/>
                  </a:cubicBezTo>
                  <a:cubicBezTo>
                    <a:pt x="6524" y="16614"/>
                    <a:pt x="5930" y="16515"/>
                    <a:pt x="5357" y="16301"/>
                  </a:cubicBezTo>
                  <a:cubicBezTo>
                    <a:pt x="5338" y="16292"/>
                    <a:pt x="5321" y="16288"/>
                    <a:pt x="5306" y="16288"/>
                  </a:cubicBezTo>
                  <a:cubicBezTo>
                    <a:pt x="5211" y="16288"/>
                    <a:pt x="5178" y="16442"/>
                    <a:pt x="5291" y="16498"/>
                  </a:cubicBezTo>
                  <a:lnTo>
                    <a:pt x="5291" y="16465"/>
                  </a:lnTo>
                  <a:cubicBezTo>
                    <a:pt x="5905" y="16694"/>
                    <a:pt x="6531" y="16800"/>
                    <a:pt x="7150" y="16800"/>
                  </a:cubicBezTo>
                  <a:cubicBezTo>
                    <a:pt x="10181" y="16800"/>
                    <a:pt x="13059" y="14274"/>
                    <a:pt x="13605" y="11273"/>
                  </a:cubicBezTo>
                  <a:cubicBezTo>
                    <a:pt x="13900" y="9269"/>
                    <a:pt x="13506" y="7166"/>
                    <a:pt x="12422" y="5424"/>
                  </a:cubicBezTo>
                  <a:cubicBezTo>
                    <a:pt x="11272" y="3584"/>
                    <a:pt x="9629" y="2138"/>
                    <a:pt x="7624" y="1284"/>
                  </a:cubicBezTo>
                  <a:cubicBezTo>
                    <a:pt x="5588" y="435"/>
                    <a:pt x="3406" y="1"/>
                    <a:pt x="120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2389;p11"/>
            <p:cNvSpPr/>
            <p:nvPr/>
          </p:nvSpPr>
          <p:spPr>
            <a:xfrm>
              <a:off x="4624920" y="255240"/>
              <a:ext cx="393480" cy="426960"/>
            </a:xfrm>
            <a:custGeom>
              <a:avLst/>
              <a:gdLst>
                <a:gd name="textAreaLeft" fmla="*/ 0 w 393480"/>
                <a:gd name="textAreaRight" fmla="*/ 393840 w 3934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5751" h="17090">
                  <a:moveTo>
                    <a:pt x="4677" y="0"/>
                  </a:moveTo>
                  <a:cubicBezTo>
                    <a:pt x="2903" y="0"/>
                    <a:pt x="1095" y="690"/>
                    <a:pt x="44" y="2169"/>
                  </a:cubicBezTo>
                  <a:cubicBezTo>
                    <a:pt x="0" y="2257"/>
                    <a:pt x="73" y="2330"/>
                    <a:pt x="146" y="2330"/>
                  </a:cubicBezTo>
                  <a:cubicBezTo>
                    <a:pt x="183" y="2330"/>
                    <a:pt x="219" y="2312"/>
                    <a:pt x="241" y="2268"/>
                  </a:cubicBezTo>
                  <a:cubicBezTo>
                    <a:pt x="1194" y="986"/>
                    <a:pt x="2673" y="230"/>
                    <a:pt x="4283" y="198"/>
                  </a:cubicBezTo>
                  <a:cubicBezTo>
                    <a:pt x="4332" y="197"/>
                    <a:pt x="4382" y="196"/>
                    <a:pt x="4431" y="196"/>
                  </a:cubicBezTo>
                  <a:cubicBezTo>
                    <a:pt x="6055" y="196"/>
                    <a:pt x="7641" y="720"/>
                    <a:pt x="8949" y="1676"/>
                  </a:cubicBezTo>
                  <a:cubicBezTo>
                    <a:pt x="10428" y="2859"/>
                    <a:pt x="11709" y="4272"/>
                    <a:pt x="12695" y="5915"/>
                  </a:cubicBezTo>
                  <a:cubicBezTo>
                    <a:pt x="13779" y="7591"/>
                    <a:pt x="14831" y="9366"/>
                    <a:pt x="15258" y="11337"/>
                  </a:cubicBezTo>
                  <a:cubicBezTo>
                    <a:pt x="15652" y="13309"/>
                    <a:pt x="15324" y="15543"/>
                    <a:pt x="13779" y="16923"/>
                  </a:cubicBezTo>
                  <a:cubicBezTo>
                    <a:pt x="13705" y="16997"/>
                    <a:pt x="13761" y="17090"/>
                    <a:pt x="13835" y="17090"/>
                  </a:cubicBezTo>
                  <a:cubicBezTo>
                    <a:pt x="13859" y="17090"/>
                    <a:pt x="13886" y="17080"/>
                    <a:pt x="13911" y="17055"/>
                  </a:cubicBezTo>
                  <a:cubicBezTo>
                    <a:pt x="15258" y="15839"/>
                    <a:pt x="15751" y="13933"/>
                    <a:pt x="15587" y="12192"/>
                  </a:cubicBezTo>
                  <a:cubicBezTo>
                    <a:pt x="15390" y="10056"/>
                    <a:pt x="14338" y="8150"/>
                    <a:pt x="13221" y="6375"/>
                  </a:cubicBezTo>
                  <a:cubicBezTo>
                    <a:pt x="11315" y="3286"/>
                    <a:pt x="8620" y="66"/>
                    <a:pt x="467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2390;p11"/>
            <p:cNvSpPr/>
            <p:nvPr/>
          </p:nvSpPr>
          <p:spPr>
            <a:xfrm>
              <a:off x="4571640" y="748800"/>
              <a:ext cx="355320" cy="327960"/>
            </a:xfrm>
            <a:custGeom>
              <a:avLst/>
              <a:gdLst>
                <a:gd name="textAreaLeft" fmla="*/ 0 w 355320"/>
                <a:gd name="textAreaRight" fmla="*/ 355680 w 35532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14229" h="13137">
                  <a:moveTo>
                    <a:pt x="13287" y="1"/>
                  </a:moveTo>
                  <a:cubicBezTo>
                    <a:pt x="13224" y="1"/>
                    <a:pt x="13157" y="57"/>
                    <a:pt x="13177" y="138"/>
                  </a:cubicBezTo>
                  <a:cubicBezTo>
                    <a:pt x="14229" y="2964"/>
                    <a:pt x="13867" y="6151"/>
                    <a:pt x="12257" y="8714"/>
                  </a:cubicBezTo>
                  <a:cubicBezTo>
                    <a:pt x="10581" y="11212"/>
                    <a:pt x="7788" y="12789"/>
                    <a:pt x="4765" y="12921"/>
                  </a:cubicBezTo>
                  <a:cubicBezTo>
                    <a:pt x="4553" y="12938"/>
                    <a:pt x="4340" y="12946"/>
                    <a:pt x="4128" y="12946"/>
                  </a:cubicBezTo>
                  <a:cubicBezTo>
                    <a:pt x="3519" y="12946"/>
                    <a:pt x="2910" y="12878"/>
                    <a:pt x="2300" y="12756"/>
                  </a:cubicBezTo>
                  <a:cubicBezTo>
                    <a:pt x="1643" y="12592"/>
                    <a:pt x="329" y="12362"/>
                    <a:pt x="230" y="11508"/>
                  </a:cubicBezTo>
                  <a:cubicBezTo>
                    <a:pt x="230" y="11442"/>
                    <a:pt x="173" y="11409"/>
                    <a:pt x="115" y="11409"/>
                  </a:cubicBezTo>
                  <a:cubicBezTo>
                    <a:pt x="58" y="11409"/>
                    <a:pt x="0" y="11442"/>
                    <a:pt x="0" y="11508"/>
                  </a:cubicBezTo>
                  <a:lnTo>
                    <a:pt x="33" y="11508"/>
                  </a:lnTo>
                  <a:cubicBezTo>
                    <a:pt x="131" y="12198"/>
                    <a:pt x="822" y="12526"/>
                    <a:pt x="1413" y="12723"/>
                  </a:cubicBezTo>
                  <a:cubicBezTo>
                    <a:pt x="2136" y="12953"/>
                    <a:pt x="2925" y="13085"/>
                    <a:pt x="3680" y="13118"/>
                  </a:cubicBezTo>
                  <a:cubicBezTo>
                    <a:pt x="3875" y="13130"/>
                    <a:pt x="4071" y="13136"/>
                    <a:pt x="4266" y="13136"/>
                  </a:cubicBezTo>
                  <a:cubicBezTo>
                    <a:pt x="5613" y="13136"/>
                    <a:pt x="6952" y="12842"/>
                    <a:pt x="8215" y="12296"/>
                  </a:cubicBezTo>
                  <a:cubicBezTo>
                    <a:pt x="11140" y="11047"/>
                    <a:pt x="13210" y="8419"/>
                    <a:pt x="13801" y="5297"/>
                  </a:cubicBezTo>
                  <a:cubicBezTo>
                    <a:pt x="14130" y="3555"/>
                    <a:pt x="13998" y="1748"/>
                    <a:pt x="13374" y="72"/>
                  </a:cubicBezTo>
                  <a:cubicBezTo>
                    <a:pt x="13362" y="22"/>
                    <a:pt x="13325" y="1"/>
                    <a:pt x="1328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2391;p11"/>
            <p:cNvSpPr/>
            <p:nvPr/>
          </p:nvSpPr>
          <p:spPr>
            <a:xfrm>
              <a:off x="4987800" y="609480"/>
              <a:ext cx="167760" cy="37296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372960"/>
                <a:gd name="textAreaBottom" fmla="*/ 373320 h 372960"/>
              </a:gdLst>
              <a:ahLst/>
              <a:cxnLst/>
              <a:rect l="textAreaLeft" t="textAreaTop" r="textAreaRight" b="textAreaBottom"/>
              <a:pathLst>
                <a:path w="6723" h="14931">
                  <a:moveTo>
                    <a:pt x="1266" y="0"/>
                  </a:moveTo>
                  <a:cubicBezTo>
                    <a:pt x="1188" y="0"/>
                    <a:pt x="1125" y="111"/>
                    <a:pt x="1202" y="162"/>
                  </a:cubicBezTo>
                  <a:lnTo>
                    <a:pt x="1202" y="195"/>
                  </a:lnTo>
                  <a:cubicBezTo>
                    <a:pt x="3075" y="1904"/>
                    <a:pt x="4981" y="3843"/>
                    <a:pt x="5671" y="6406"/>
                  </a:cubicBezTo>
                  <a:cubicBezTo>
                    <a:pt x="6033" y="7622"/>
                    <a:pt x="6000" y="8936"/>
                    <a:pt x="5573" y="10152"/>
                  </a:cubicBezTo>
                  <a:cubicBezTo>
                    <a:pt x="5145" y="11236"/>
                    <a:pt x="4390" y="12189"/>
                    <a:pt x="3437" y="12879"/>
                  </a:cubicBezTo>
                  <a:cubicBezTo>
                    <a:pt x="2385" y="13602"/>
                    <a:pt x="1268" y="14227"/>
                    <a:pt x="85" y="14752"/>
                  </a:cubicBezTo>
                  <a:cubicBezTo>
                    <a:pt x="0" y="14781"/>
                    <a:pt x="61" y="14930"/>
                    <a:pt x="163" y="14930"/>
                  </a:cubicBezTo>
                  <a:cubicBezTo>
                    <a:pt x="180" y="14930"/>
                    <a:pt x="198" y="14926"/>
                    <a:pt x="216" y="14917"/>
                  </a:cubicBezTo>
                  <a:cubicBezTo>
                    <a:pt x="2287" y="13931"/>
                    <a:pt x="4620" y="12781"/>
                    <a:pt x="5605" y="10579"/>
                  </a:cubicBezTo>
                  <a:cubicBezTo>
                    <a:pt x="6723" y="8180"/>
                    <a:pt x="5868" y="5387"/>
                    <a:pt x="4422" y="3350"/>
                  </a:cubicBezTo>
                  <a:cubicBezTo>
                    <a:pt x="3502" y="2134"/>
                    <a:pt x="2484" y="1017"/>
                    <a:pt x="1334" y="31"/>
                  </a:cubicBezTo>
                  <a:cubicBezTo>
                    <a:pt x="1312" y="9"/>
                    <a:pt x="1288" y="0"/>
                    <a:pt x="126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2392;p11"/>
            <p:cNvSpPr/>
            <p:nvPr/>
          </p:nvSpPr>
          <p:spPr>
            <a:xfrm>
              <a:off x="4730760" y="973080"/>
              <a:ext cx="295560" cy="14976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11830" h="6000">
                  <a:moveTo>
                    <a:pt x="11699" y="0"/>
                  </a:moveTo>
                  <a:cubicBezTo>
                    <a:pt x="11661" y="0"/>
                    <a:pt x="11624" y="22"/>
                    <a:pt x="11612" y="72"/>
                  </a:cubicBezTo>
                  <a:cubicBezTo>
                    <a:pt x="11283" y="1945"/>
                    <a:pt x="10231" y="3588"/>
                    <a:pt x="8654" y="4640"/>
                  </a:cubicBezTo>
                  <a:cubicBezTo>
                    <a:pt x="7533" y="5395"/>
                    <a:pt x="6205" y="5783"/>
                    <a:pt x="4869" y="5783"/>
                  </a:cubicBezTo>
                  <a:cubicBezTo>
                    <a:pt x="4286" y="5783"/>
                    <a:pt x="3702" y="5709"/>
                    <a:pt x="3134" y="5560"/>
                  </a:cubicBezTo>
                  <a:cubicBezTo>
                    <a:pt x="2049" y="5297"/>
                    <a:pt x="1031" y="4771"/>
                    <a:pt x="209" y="4015"/>
                  </a:cubicBezTo>
                  <a:cubicBezTo>
                    <a:pt x="187" y="3993"/>
                    <a:pt x="164" y="3985"/>
                    <a:pt x="142" y="3985"/>
                  </a:cubicBezTo>
                  <a:cubicBezTo>
                    <a:pt x="64" y="3985"/>
                    <a:pt x="1" y="4095"/>
                    <a:pt x="78" y="4147"/>
                  </a:cubicBezTo>
                  <a:cubicBezTo>
                    <a:pt x="1391" y="5346"/>
                    <a:pt x="3101" y="5999"/>
                    <a:pt x="4863" y="5999"/>
                  </a:cubicBezTo>
                  <a:cubicBezTo>
                    <a:pt x="5129" y="5999"/>
                    <a:pt x="5397" y="5984"/>
                    <a:pt x="5664" y="5954"/>
                  </a:cubicBezTo>
                  <a:cubicBezTo>
                    <a:pt x="8753" y="5593"/>
                    <a:pt x="11250" y="3227"/>
                    <a:pt x="11809" y="138"/>
                  </a:cubicBezTo>
                  <a:cubicBezTo>
                    <a:pt x="11829" y="56"/>
                    <a:pt x="11761" y="0"/>
                    <a:pt x="1169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2393;p11"/>
            <p:cNvSpPr/>
            <p:nvPr/>
          </p:nvSpPr>
          <p:spPr>
            <a:xfrm>
              <a:off x="4323600" y="512280"/>
              <a:ext cx="168840" cy="320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6761" h="1292">
                  <a:moveTo>
                    <a:pt x="1505" y="1"/>
                  </a:moveTo>
                  <a:cubicBezTo>
                    <a:pt x="1048" y="1"/>
                    <a:pt x="589" y="24"/>
                    <a:pt x="132" y="71"/>
                  </a:cubicBezTo>
                  <a:cubicBezTo>
                    <a:pt x="0" y="71"/>
                    <a:pt x="0" y="301"/>
                    <a:pt x="132" y="301"/>
                  </a:cubicBezTo>
                  <a:cubicBezTo>
                    <a:pt x="621" y="243"/>
                    <a:pt x="1110" y="214"/>
                    <a:pt x="1598" y="214"/>
                  </a:cubicBezTo>
                  <a:cubicBezTo>
                    <a:pt x="3304" y="214"/>
                    <a:pt x="4988" y="572"/>
                    <a:pt x="6572" y="1287"/>
                  </a:cubicBezTo>
                  <a:cubicBezTo>
                    <a:pt x="6581" y="1290"/>
                    <a:pt x="6590" y="1292"/>
                    <a:pt x="6599" y="1292"/>
                  </a:cubicBezTo>
                  <a:cubicBezTo>
                    <a:pt x="6687" y="1292"/>
                    <a:pt x="6761" y="1150"/>
                    <a:pt x="6671" y="1090"/>
                  </a:cubicBezTo>
                  <a:cubicBezTo>
                    <a:pt x="5050" y="358"/>
                    <a:pt x="3285" y="1"/>
                    <a:pt x="150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2394;p11"/>
            <p:cNvSpPr/>
            <p:nvPr/>
          </p:nvSpPr>
          <p:spPr>
            <a:xfrm>
              <a:off x="4377960" y="528840"/>
              <a:ext cx="60120" cy="2268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2422" h="927">
                  <a:moveTo>
                    <a:pt x="131" y="1"/>
                  </a:moveTo>
                  <a:cubicBezTo>
                    <a:pt x="0" y="1"/>
                    <a:pt x="0" y="198"/>
                    <a:pt x="131" y="231"/>
                  </a:cubicBezTo>
                  <a:cubicBezTo>
                    <a:pt x="854" y="329"/>
                    <a:pt x="1577" y="560"/>
                    <a:pt x="2235" y="921"/>
                  </a:cubicBezTo>
                  <a:cubicBezTo>
                    <a:pt x="2245" y="925"/>
                    <a:pt x="2256" y="926"/>
                    <a:pt x="2266" y="926"/>
                  </a:cubicBezTo>
                  <a:cubicBezTo>
                    <a:pt x="2352" y="926"/>
                    <a:pt x="2421" y="815"/>
                    <a:pt x="2333" y="757"/>
                  </a:cubicBezTo>
                  <a:cubicBezTo>
                    <a:pt x="1643" y="362"/>
                    <a:pt x="920" y="99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2395;p11"/>
            <p:cNvSpPr/>
            <p:nvPr/>
          </p:nvSpPr>
          <p:spPr>
            <a:xfrm>
              <a:off x="4383000" y="546840"/>
              <a:ext cx="55440" cy="2052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237" h="841">
                  <a:moveTo>
                    <a:pt x="126" y="0"/>
                  </a:moveTo>
                  <a:cubicBezTo>
                    <a:pt x="19" y="0"/>
                    <a:pt x="0" y="171"/>
                    <a:pt x="122" y="201"/>
                  </a:cubicBezTo>
                  <a:lnTo>
                    <a:pt x="122" y="168"/>
                  </a:lnTo>
                  <a:cubicBezTo>
                    <a:pt x="779" y="300"/>
                    <a:pt x="1436" y="530"/>
                    <a:pt x="2028" y="825"/>
                  </a:cubicBezTo>
                  <a:cubicBezTo>
                    <a:pt x="2049" y="836"/>
                    <a:pt x="2069" y="841"/>
                    <a:pt x="2088" y="841"/>
                  </a:cubicBezTo>
                  <a:cubicBezTo>
                    <a:pt x="2185" y="841"/>
                    <a:pt x="2236" y="716"/>
                    <a:pt x="2126" y="661"/>
                  </a:cubicBezTo>
                  <a:cubicBezTo>
                    <a:pt x="1502" y="332"/>
                    <a:pt x="845" y="135"/>
                    <a:pt x="155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2396;p11"/>
            <p:cNvSpPr/>
            <p:nvPr/>
          </p:nvSpPr>
          <p:spPr>
            <a:xfrm>
              <a:off x="4371480" y="854640"/>
              <a:ext cx="140760" cy="180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5643" h="739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cubicBezTo>
                    <a:pt x="1476" y="559"/>
                    <a:pt x="2890" y="738"/>
                    <a:pt x="4302" y="738"/>
                  </a:cubicBezTo>
                  <a:cubicBezTo>
                    <a:pt x="4706" y="738"/>
                    <a:pt x="5109" y="724"/>
                    <a:pt x="5511" y="694"/>
                  </a:cubicBezTo>
                  <a:cubicBezTo>
                    <a:pt x="5642" y="694"/>
                    <a:pt x="5642" y="497"/>
                    <a:pt x="5511" y="497"/>
                  </a:cubicBezTo>
                  <a:cubicBezTo>
                    <a:pt x="5109" y="527"/>
                    <a:pt x="4709" y="541"/>
                    <a:pt x="4311" y="541"/>
                  </a:cubicBezTo>
                  <a:cubicBezTo>
                    <a:pt x="2916" y="541"/>
                    <a:pt x="1542" y="36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2397;p11"/>
            <p:cNvSpPr/>
            <p:nvPr/>
          </p:nvSpPr>
          <p:spPr>
            <a:xfrm>
              <a:off x="4392000" y="874440"/>
              <a:ext cx="81720" cy="1188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3277" h="490">
                  <a:moveTo>
                    <a:pt x="159" y="0"/>
                  </a:moveTo>
                  <a:cubicBezTo>
                    <a:pt x="47" y="0"/>
                    <a:pt x="1" y="171"/>
                    <a:pt x="122" y="201"/>
                  </a:cubicBezTo>
                  <a:cubicBezTo>
                    <a:pt x="814" y="386"/>
                    <a:pt x="1521" y="489"/>
                    <a:pt x="2234" y="489"/>
                  </a:cubicBezTo>
                  <a:cubicBezTo>
                    <a:pt x="2537" y="489"/>
                    <a:pt x="2841" y="470"/>
                    <a:pt x="3145" y="431"/>
                  </a:cubicBezTo>
                  <a:cubicBezTo>
                    <a:pt x="3268" y="431"/>
                    <a:pt x="3276" y="231"/>
                    <a:pt x="3170" y="231"/>
                  </a:cubicBezTo>
                  <a:cubicBezTo>
                    <a:pt x="3162" y="231"/>
                    <a:pt x="3154" y="232"/>
                    <a:pt x="3145" y="234"/>
                  </a:cubicBezTo>
                  <a:cubicBezTo>
                    <a:pt x="2851" y="273"/>
                    <a:pt x="2554" y="292"/>
                    <a:pt x="2256" y="292"/>
                  </a:cubicBezTo>
                  <a:cubicBezTo>
                    <a:pt x="1557" y="292"/>
                    <a:pt x="856" y="188"/>
                    <a:pt x="188" y="4"/>
                  </a:cubicBezTo>
                  <a:cubicBezTo>
                    <a:pt x="178" y="2"/>
                    <a:pt x="168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2398;p11"/>
            <p:cNvSpPr/>
            <p:nvPr/>
          </p:nvSpPr>
          <p:spPr>
            <a:xfrm>
              <a:off x="4159080" y="1038240"/>
              <a:ext cx="77040" cy="6048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3091" h="2427">
                  <a:moveTo>
                    <a:pt x="144" y="1"/>
                  </a:moveTo>
                  <a:cubicBezTo>
                    <a:pt x="67" y="1"/>
                    <a:pt x="0" y="86"/>
                    <a:pt x="46" y="155"/>
                  </a:cubicBezTo>
                  <a:lnTo>
                    <a:pt x="46" y="122"/>
                  </a:lnTo>
                  <a:cubicBezTo>
                    <a:pt x="802" y="1108"/>
                    <a:pt x="1755" y="1896"/>
                    <a:pt x="2872" y="2422"/>
                  </a:cubicBezTo>
                  <a:cubicBezTo>
                    <a:pt x="2884" y="2425"/>
                    <a:pt x="2895" y="2426"/>
                    <a:pt x="2906" y="2426"/>
                  </a:cubicBezTo>
                  <a:cubicBezTo>
                    <a:pt x="3019" y="2426"/>
                    <a:pt x="3090" y="2285"/>
                    <a:pt x="2971" y="2225"/>
                  </a:cubicBezTo>
                  <a:cubicBezTo>
                    <a:pt x="1886" y="1732"/>
                    <a:pt x="966" y="976"/>
                    <a:pt x="243" y="56"/>
                  </a:cubicBezTo>
                  <a:cubicBezTo>
                    <a:pt x="214" y="16"/>
                    <a:pt x="17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240" bIns="30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2399;p11"/>
            <p:cNvSpPr/>
            <p:nvPr/>
          </p:nvSpPr>
          <p:spPr>
            <a:xfrm>
              <a:off x="4170600" y="1007640"/>
              <a:ext cx="52920" cy="392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136" h="1581">
                  <a:moveTo>
                    <a:pt x="154" y="1"/>
                  </a:moveTo>
                  <a:cubicBezTo>
                    <a:pt x="83" y="1"/>
                    <a:pt x="0" y="112"/>
                    <a:pt x="77" y="163"/>
                  </a:cubicBezTo>
                  <a:lnTo>
                    <a:pt x="77" y="196"/>
                  </a:lnTo>
                  <a:cubicBezTo>
                    <a:pt x="603" y="754"/>
                    <a:pt x="1227" y="1214"/>
                    <a:pt x="1917" y="1576"/>
                  </a:cubicBezTo>
                  <a:cubicBezTo>
                    <a:pt x="1926" y="1579"/>
                    <a:pt x="1935" y="1580"/>
                    <a:pt x="1944" y="1580"/>
                  </a:cubicBezTo>
                  <a:cubicBezTo>
                    <a:pt x="2037" y="1580"/>
                    <a:pt x="2135" y="1438"/>
                    <a:pt x="2016" y="1379"/>
                  </a:cubicBezTo>
                  <a:cubicBezTo>
                    <a:pt x="1359" y="1050"/>
                    <a:pt x="734" y="590"/>
                    <a:pt x="208" y="31"/>
                  </a:cubicBezTo>
                  <a:cubicBezTo>
                    <a:pt x="194" y="9"/>
                    <a:pt x="175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2400;p11"/>
            <p:cNvSpPr/>
            <p:nvPr/>
          </p:nvSpPr>
          <p:spPr>
            <a:xfrm>
              <a:off x="4180320" y="1001160"/>
              <a:ext cx="52200" cy="277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106" h="1117">
                  <a:moveTo>
                    <a:pt x="123" y="0"/>
                  </a:moveTo>
                  <a:cubicBezTo>
                    <a:pt x="50" y="0"/>
                    <a:pt x="1" y="139"/>
                    <a:pt x="80" y="192"/>
                  </a:cubicBezTo>
                  <a:cubicBezTo>
                    <a:pt x="639" y="619"/>
                    <a:pt x="1263" y="915"/>
                    <a:pt x="1953" y="1112"/>
                  </a:cubicBezTo>
                  <a:cubicBezTo>
                    <a:pt x="1962" y="1115"/>
                    <a:pt x="1971" y="1116"/>
                    <a:pt x="1979" y="1116"/>
                  </a:cubicBezTo>
                  <a:cubicBezTo>
                    <a:pt x="2062" y="1116"/>
                    <a:pt x="2106" y="974"/>
                    <a:pt x="1986" y="915"/>
                  </a:cubicBezTo>
                  <a:cubicBezTo>
                    <a:pt x="1329" y="717"/>
                    <a:pt x="738" y="422"/>
                    <a:pt x="179" y="27"/>
                  </a:cubicBezTo>
                  <a:cubicBezTo>
                    <a:pt x="160" y="8"/>
                    <a:pt x="141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7" name="Google Shape;2401;p11"/>
            <p:cNvSpPr/>
            <p:nvPr/>
          </p:nvSpPr>
          <p:spPr>
            <a:xfrm>
              <a:off x="4437360" y="945000"/>
              <a:ext cx="106200" cy="8532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4266" h="3430">
                  <a:moveTo>
                    <a:pt x="4113" y="0"/>
                  </a:moveTo>
                  <a:cubicBezTo>
                    <a:pt x="4082" y="0"/>
                    <a:pt x="4051" y="12"/>
                    <a:pt x="4032" y="41"/>
                  </a:cubicBezTo>
                  <a:cubicBezTo>
                    <a:pt x="3046" y="1454"/>
                    <a:pt x="1699" y="2538"/>
                    <a:pt x="121" y="3228"/>
                  </a:cubicBezTo>
                  <a:cubicBezTo>
                    <a:pt x="0" y="3259"/>
                    <a:pt x="47" y="3429"/>
                    <a:pt x="132" y="3429"/>
                  </a:cubicBezTo>
                  <a:cubicBezTo>
                    <a:pt x="139" y="3429"/>
                    <a:pt x="147" y="3428"/>
                    <a:pt x="154" y="3426"/>
                  </a:cubicBezTo>
                  <a:cubicBezTo>
                    <a:pt x="1797" y="2735"/>
                    <a:pt x="3210" y="1585"/>
                    <a:pt x="4196" y="139"/>
                  </a:cubicBezTo>
                  <a:cubicBezTo>
                    <a:pt x="4266" y="70"/>
                    <a:pt x="4188" y="0"/>
                    <a:pt x="411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8" name="Google Shape;2402;p11"/>
            <p:cNvSpPr/>
            <p:nvPr/>
          </p:nvSpPr>
          <p:spPr>
            <a:xfrm>
              <a:off x="4447080" y="975600"/>
              <a:ext cx="114840" cy="7632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4608" h="3062">
                  <a:moveTo>
                    <a:pt x="4468" y="0"/>
                  </a:moveTo>
                  <a:cubicBezTo>
                    <a:pt x="4444" y="0"/>
                    <a:pt x="4418" y="11"/>
                    <a:pt x="4394" y="35"/>
                  </a:cubicBezTo>
                  <a:cubicBezTo>
                    <a:pt x="3309" y="1415"/>
                    <a:pt x="1798" y="2401"/>
                    <a:pt x="122" y="2861"/>
                  </a:cubicBezTo>
                  <a:cubicBezTo>
                    <a:pt x="0" y="2891"/>
                    <a:pt x="47" y="3062"/>
                    <a:pt x="133" y="3062"/>
                  </a:cubicBezTo>
                  <a:cubicBezTo>
                    <a:pt x="140" y="3062"/>
                    <a:pt x="147" y="3060"/>
                    <a:pt x="155" y="3058"/>
                  </a:cubicBezTo>
                  <a:cubicBezTo>
                    <a:pt x="1896" y="2598"/>
                    <a:pt x="3441" y="1579"/>
                    <a:pt x="4558" y="199"/>
                  </a:cubicBezTo>
                  <a:cubicBezTo>
                    <a:pt x="4608" y="100"/>
                    <a:pt x="4545" y="0"/>
                    <a:pt x="446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9" name="Google Shape;2403;p11"/>
            <p:cNvSpPr/>
            <p:nvPr/>
          </p:nvSpPr>
          <p:spPr>
            <a:xfrm>
              <a:off x="4457880" y="1029960"/>
              <a:ext cx="83520" cy="514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3356" h="2073">
                  <a:moveTo>
                    <a:pt x="3186" y="1"/>
                  </a:moveTo>
                  <a:cubicBezTo>
                    <a:pt x="3161" y="1"/>
                    <a:pt x="3136" y="10"/>
                    <a:pt x="3114" y="32"/>
                  </a:cubicBezTo>
                  <a:cubicBezTo>
                    <a:pt x="2227" y="820"/>
                    <a:pt x="1208" y="1445"/>
                    <a:pt x="91" y="1872"/>
                  </a:cubicBezTo>
                  <a:cubicBezTo>
                    <a:pt x="0" y="1902"/>
                    <a:pt x="21" y="2073"/>
                    <a:pt x="128" y="2073"/>
                  </a:cubicBezTo>
                  <a:cubicBezTo>
                    <a:pt x="137" y="2073"/>
                    <a:pt x="147" y="2071"/>
                    <a:pt x="157" y="2069"/>
                  </a:cubicBezTo>
                  <a:cubicBezTo>
                    <a:pt x="1307" y="1609"/>
                    <a:pt x="2358" y="984"/>
                    <a:pt x="3278" y="163"/>
                  </a:cubicBezTo>
                  <a:cubicBezTo>
                    <a:pt x="3355" y="112"/>
                    <a:pt x="3273" y="1"/>
                    <a:pt x="3186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0" name="Google Shape;2404;p11"/>
            <p:cNvSpPr/>
            <p:nvPr/>
          </p:nvSpPr>
          <p:spPr>
            <a:xfrm>
              <a:off x="3813120" y="930960"/>
              <a:ext cx="117000" cy="9216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4700" h="3703">
                  <a:moveTo>
                    <a:pt x="162" y="0"/>
                  </a:moveTo>
                  <a:cubicBezTo>
                    <a:pt x="85" y="0"/>
                    <a:pt x="0" y="70"/>
                    <a:pt x="47" y="140"/>
                  </a:cubicBezTo>
                  <a:cubicBezTo>
                    <a:pt x="1197" y="1717"/>
                    <a:pt x="2741" y="2933"/>
                    <a:pt x="4516" y="3689"/>
                  </a:cubicBezTo>
                  <a:cubicBezTo>
                    <a:pt x="4530" y="3698"/>
                    <a:pt x="4544" y="3702"/>
                    <a:pt x="4557" y="3702"/>
                  </a:cubicBezTo>
                  <a:cubicBezTo>
                    <a:pt x="4638" y="3702"/>
                    <a:pt x="4699" y="3553"/>
                    <a:pt x="4615" y="3524"/>
                  </a:cubicBezTo>
                  <a:cubicBezTo>
                    <a:pt x="2873" y="2769"/>
                    <a:pt x="1361" y="1586"/>
                    <a:pt x="244" y="41"/>
                  </a:cubicBezTo>
                  <a:cubicBezTo>
                    <a:pt x="225" y="12"/>
                    <a:pt x="194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1" name="Google Shape;2405;p11"/>
            <p:cNvSpPr/>
            <p:nvPr/>
          </p:nvSpPr>
          <p:spPr>
            <a:xfrm>
              <a:off x="3817800" y="901080"/>
              <a:ext cx="81360" cy="8748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3268" h="3511">
                  <a:moveTo>
                    <a:pt x="115" y="1"/>
                  </a:moveTo>
                  <a:cubicBezTo>
                    <a:pt x="58" y="1"/>
                    <a:pt x="0" y="33"/>
                    <a:pt x="0" y="99"/>
                  </a:cubicBezTo>
                  <a:cubicBezTo>
                    <a:pt x="66" y="461"/>
                    <a:pt x="230" y="756"/>
                    <a:pt x="493" y="1019"/>
                  </a:cubicBezTo>
                  <a:cubicBezTo>
                    <a:pt x="756" y="1315"/>
                    <a:pt x="1019" y="1644"/>
                    <a:pt x="1315" y="1906"/>
                  </a:cubicBezTo>
                  <a:cubicBezTo>
                    <a:pt x="1841" y="2498"/>
                    <a:pt x="2432" y="3024"/>
                    <a:pt x="3089" y="3484"/>
                  </a:cubicBezTo>
                  <a:cubicBezTo>
                    <a:pt x="3108" y="3503"/>
                    <a:pt x="3127" y="3511"/>
                    <a:pt x="3145" y="3511"/>
                  </a:cubicBezTo>
                  <a:cubicBezTo>
                    <a:pt x="3219" y="3511"/>
                    <a:pt x="3267" y="3372"/>
                    <a:pt x="3188" y="3319"/>
                  </a:cubicBezTo>
                  <a:cubicBezTo>
                    <a:pt x="2596" y="2859"/>
                    <a:pt x="2038" y="2367"/>
                    <a:pt x="1545" y="1841"/>
                  </a:cubicBezTo>
                  <a:cubicBezTo>
                    <a:pt x="1282" y="1578"/>
                    <a:pt x="1052" y="1315"/>
                    <a:pt x="822" y="1052"/>
                  </a:cubicBezTo>
                  <a:cubicBezTo>
                    <a:pt x="690" y="921"/>
                    <a:pt x="592" y="756"/>
                    <a:pt x="460" y="625"/>
                  </a:cubicBezTo>
                  <a:cubicBezTo>
                    <a:pt x="329" y="461"/>
                    <a:pt x="230" y="296"/>
                    <a:pt x="230" y="99"/>
                  </a:cubicBezTo>
                  <a:cubicBezTo>
                    <a:pt x="230" y="33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2" name="Google Shape;2406;p11"/>
            <p:cNvSpPr/>
            <p:nvPr/>
          </p:nvSpPr>
          <p:spPr>
            <a:xfrm>
              <a:off x="3845880" y="904680"/>
              <a:ext cx="53640" cy="5472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167" h="2205">
                  <a:moveTo>
                    <a:pt x="131" y="1"/>
                  </a:moveTo>
                  <a:cubicBezTo>
                    <a:pt x="59" y="1"/>
                    <a:pt x="0" y="71"/>
                    <a:pt x="23" y="140"/>
                  </a:cubicBezTo>
                  <a:cubicBezTo>
                    <a:pt x="516" y="962"/>
                    <a:pt x="1174" y="1652"/>
                    <a:pt x="1962" y="2178"/>
                  </a:cubicBezTo>
                  <a:cubicBezTo>
                    <a:pt x="1981" y="2197"/>
                    <a:pt x="2002" y="2205"/>
                    <a:pt x="2021" y="2205"/>
                  </a:cubicBezTo>
                  <a:cubicBezTo>
                    <a:pt x="2102" y="2205"/>
                    <a:pt x="2167" y="2066"/>
                    <a:pt x="2061" y="2013"/>
                  </a:cubicBezTo>
                  <a:cubicBezTo>
                    <a:pt x="1305" y="1488"/>
                    <a:pt x="681" y="830"/>
                    <a:pt x="221" y="42"/>
                  </a:cubicBezTo>
                  <a:cubicBezTo>
                    <a:pt x="192" y="13"/>
                    <a:pt x="160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3" name="Google Shape;2407;p11"/>
            <p:cNvSpPr/>
            <p:nvPr/>
          </p:nvSpPr>
          <p:spPr>
            <a:xfrm>
              <a:off x="3874320" y="914400"/>
              <a:ext cx="21960" cy="172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888" h="708">
                  <a:moveTo>
                    <a:pt x="132" y="1"/>
                  </a:moveTo>
                  <a:cubicBezTo>
                    <a:pt x="108" y="1"/>
                    <a:pt x="83" y="9"/>
                    <a:pt x="66" y="25"/>
                  </a:cubicBezTo>
                  <a:cubicBezTo>
                    <a:pt x="1" y="58"/>
                    <a:pt x="1" y="124"/>
                    <a:pt x="66" y="157"/>
                  </a:cubicBezTo>
                  <a:lnTo>
                    <a:pt x="691" y="682"/>
                  </a:lnTo>
                  <a:cubicBezTo>
                    <a:pt x="707" y="699"/>
                    <a:pt x="732" y="707"/>
                    <a:pt x="757" y="707"/>
                  </a:cubicBezTo>
                  <a:cubicBezTo>
                    <a:pt x="781" y="707"/>
                    <a:pt x="806" y="699"/>
                    <a:pt x="822" y="682"/>
                  </a:cubicBezTo>
                  <a:cubicBezTo>
                    <a:pt x="888" y="650"/>
                    <a:pt x="888" y="584"/>
                    <a:pt x="822" y="551"/>
                  </a:cubicBezTo>
                  <a:lnTo>
                    <a:pt x="198" y="25"/>
                  </a:lnTo>
                  <a:cubicBezTo>
                    <a:pt x="181" y="9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4" name="Google Shape;2408;p11"/>
            <p:cNvSpPr/>
            <p:nvPr/>
          </p:nvSpPr>
          <p:spPr>
            <a:xfrm>
              <a:off x="3996000" y="1024200"/>
              <a:ext cx="139320" cy="2880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5580" h="1166">
                  <a:moveTo>
                    <a:pt x="5415" y="1"/>
                  </a:moveTo>
                  <a:cubicBezTo>
                    <a:pt x="4086" y="358"/>
                    <a:pt x="2717" y="955"/>
                    <a:pt x="1340" y="955"/>
                  </a:cubicBezTo>
                  <a:cubicBezTo>
                    <a:pt x="946" y="955"/>
                    <a:pt x="552" y="906"/>
                    <a:pt x="157" y="789"/>
                  </a:cubicBezTo>
                  <a:cubicBezTo>
                    <a:pt x="147" y="787"/>
                    <a:pt x="138" y="786"/>
                    <a:pt x="129" y="786"/>
                  </a:cubicBezTo>
                  <a:cubicBezTo>
                    <a:pt x="22" y="786"/>
                    <a:pt x="1" y="956"/>
                    <a:pt x="92" y="986"/>
                  </a:cubicBezTo>
                  <a:lnTo>
                    <a:pt x="124" y="986"/>
                  </a:lnTo>
                  <a:cubicBezTo>
                    <a:pt x="534" y="1113"/>
                    <a:pt x="943" y="1165"/>
                    <a:pt x="1351" y="1165"/>
                  </a:cubicBezTo>
                  <a:cubicBezTo>
                    <a:pt x="2745" y="1165"/>
                    <a:pt x="4126" y="554"/>
                    <a:pt x="5448" y="198"/>
                  </a:cubicBezTo>
                  <a:cubicBezTo>
                    <a:pt x="5579" y="165"/>
                    <a:pt x="5514" y="1"/>
                    <a:pt x="54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5" name="Google Shape;2409;p11"/>
            <p:cNvSpPr/>
            <p:nvPr/>
          </p:nvSpPr>
          <p:spPr>
            <a:xfrm>
              <a:off x="4064040" y="1000080"/>
              <a:ext cx="64080" cy="1908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581" h="772">
                  <a:moveTo>
                    <a:pt x="2446" y="0"/>
                  </a:moveTo>
                  <a:cubicBezTo>
                    <a:pt x="2431" y="0"/>
                    <a:pt x="2415" y="5"/>
                    <a:pt x="2399" y="16"/>
                  </a:cubicBezTo>
                  <a:cubicBezTo>
                    <a:pt x="1709" y="377"/>
                    <a:pt x="921" y="574"/>
                    <a:pt x="165" y="574"/>
                  </a:cubicBezTo>
                  <a:cubicBezTo>
                    <a:pt x="0" y="574"/>
                    <a:pt x="0" y="771"/>
                    <a:pt x="165" y="771"/>
                  </a:cubicBezTo>
                  <a:cubicBezTo>
                    <a:pt x="953" y="771"/>
                    <a:pt x="1775" y="574"/>
                    <a:pt x="2498" y="180"/>
                  </a:cubicBezTo>
                  <a:cubicBezTo>
                    <a:pt x="2580" y="125"/>
                    <a:pt x="2525" y="0"/>
                    <a:pt x="244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6" name="Google Shape;2410;p11"/>
            <p:cNvSpPr/>
            <p:nvPr/>
          </p:nvSpPr>
          <p:spPr>
            <a:xfrm>
              <a:off x="3639600" y="704520"/>
              <a:ext cx="95040" cy="129960"/>
            </a:xfrm>
            <a:custGeom>
              <a:avLst/>
              <a:gdLst>
                <a:gd name="textAreaLeft" fmla="*/ 0 w 95040"/>
                <a:gd name="textAreaRight" fmla="*/ 95400 w 9504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3819" h="5212">
                  <a:moveTo>
                    <a:pt x="145" y="0"/>
                  </a:moveTo>
                  <a:cubicBezTo>
                    <a:pt x="80" y="0"/>
                    <a:pt x="0" y="56"/>
                    <a:pt x="21" y="137"/>
                  </a:cubicBezTo>
                  <a:lnTo>
                    <a:pt x="21" y="105"/>
                  </a:lnTo>
                  <a:cubicBezTo>
                    <a:pt x="513" y="2208"/>
                    <a:pt x="1828" y="4015"/>
                    <a:pt x="3635" y="5198"/>
                  </a:cubicBezTo>
                  <a:cubicBezTo>
                    <a:pt x="3649" y="5207"/>
                    <a:pt x="3663" y="5211"/>
                    <a:pt x="3676" y="5211"/>
                  </a:cubicBezTo>
                  <a:cubicBezTo>
                    <a:pt x="3757" y="5211"/>
                    <a:pt x="3819" y="5057"/>
                    <a:pt x="3734" y="5001"/>
                  </a:cubicBezTo>
                  <a:cubicBezTo>
                    <a:pt x="1959" y="3883"/>
                    <a:pt x="711" y="2109"/>
                    <a:pt x="218" y="72"/>
                  </a:cubicBezTo>
                  <a:cubicBezTo>
                    <a:pt x="218" y="21"/>
                    <a:pt x="18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7" name="Google Shape;2411;p11"/>
            <p:cNvSpPr/>
            <p:nvPr/>
          </p:nvSpPr>
          <p:spPr>
            <a:xfrm>
              <a:off x="3695400" y="761040"/>
              <a:ext cx="57960" cy="568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2336" h="2288">
                  <a:moveTo>
                    <a:pt x="131" y="0"/>
                  </a:moveTo>
                  <a:cubicBezTo>
                    <a:pt x="68" y="0"/>
                    <a:pt x="1" y="57"/>
                    <a:pt x="21" y="138"/>
                  </a:cubicBezTo>
                  <a:cubicBezTo>
                    <a:pt x="415" y="1091"/>
                    <a:pt x="1171" y="1847"/>
                    <a:pt x="2124" y="2274"/>
                  </a:cubicBezTo>
                  <a:cubicBezTo>
                    <a:pt x="2143" y="2283"/>
                    <a:pt x="2161" y="2287"/>
                    <a:pt x="2177" y="2287"/>
                  </a:cubicBezTo>
                  <a:cubicBezTo>
                    <a:pt x="2279" y="2287"/>
                    <a:pt x="2336" y="2138"/>
                    <a:pt x="2223" y="2109"/>
                  </a:cubicBezTo>
                  <a:cubicBezTo>
                    <a:pt x="1335" y="1715"/>
                    <a:pt x="613" y="992"/>
                    <a:pt x="218" y="72"/>
                  </a:cubicBezTo>
                  <a:cubicBezTo>
                    <a:pt x="206" y="22"/>
                    <a:pt x="16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8" name="Google Shape;2412;p11"/>
            <p:cNvSpPr/>
            <p:nvPr/>
          </p:nvSpPr>
          <p:spPr>
            <a:xfrm>
              <a:off x="3724920" y="780480"/>
              <a:ext cx="26640" cy="20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085" h="820">
                  <a:moveTo>
                    <a:pt x="132" y="1"/>
                  </a:moveTo>
                  <a:cubicBezTo>
                    <a:pt x="107" y="1"/>
                    <a:pt x="82" y="17"/>
                    <a:pt x="66" y="50"/>
                  </a:cubicBezTo>
                  <a:cubicBezTo>
                    <a:pt x="0" y="83"/>
                    <a:pt x="0" y="148"/>
                    <a:pt x="66" y="181"/>
                  </a:cubicBezTo>
                  <a:lnTo>
                    <a:pt x="99" y="181"/>
                  </a:lnTo>
                  <a:cubicBezTo>
                    <a:pt x="329" y="444"/>
                    <a:pt x="592" y="641"/>
                    <a:pt x="920" y="806"/>
                  </a:cubicBezTo>
                  <a:cubicBezTo>
                    <a:pt x="930" y="815"/>
                    <a:pt x="942" y="819"/>
                    <a:pt x="956" y="819"/>
                  </a:cubicBezTo>
                  <a:cubicBezTo>
                    <a:pt x="989" y="819"/>
                    <a:pt x="1028" y="796"/>
                    <a:pt x="1052" y="773"/>
                  </a:cubicBezTo>
                  <a:cubicBezTo>
                    <a:pt x="1085" y="740"/>
                    <a:pt x="1085" y="674"/>
                    <a:pt x="1019" y="641"/>
                  </a:cubicBezTo>
                  <a:cubicBezTo>
                    <a:pt x="723" y="477"/>
                    <a:pt x="427" y="280"/>
                    <a:pt x="197" y="50"/>
                  </a:cubicBezTo>
                  <a:cubicBezTo>
                    <a:pt x="181" y="17"/>
                    <a:pt x="156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9" name="Google Shape;2413;p11"/>
            <p:cNvSpPr/>
            <p:nvPr/>
          </p:nvSpPr>
          <p:spPr>
            <a:xfrm>
              <a:off x="3695760" y="556920"/>
              <a:ext cx="102600" cy="4536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4120" h="1833">
                  <a:moveTo>
                    <a:pt x="3501" y="1"/>
                  </a:moveTo>
                  <a:cubicBezTo>
                    <a:pt x="2190" y="1"/>
                    <a:pt x="926" y="585"/>
                    <a:pt x="78" y="1638"/>
                  </a:cubicBezTo>
                  <a:cubicBezTo>
                    <a:pt x="1" y="1715"/>
                    <a:pt x="85" y="1833"/>
                    <a:pt x="156" y="1833"/>
                  </a:cubicBezTo>
                  <a:cubicBezTo>
                    <a:pt x="176" y="1833"/>
                    <a:pt x="195" y="1824"/>
                    <a:pt x="209" y="1802"/>
                  </a:cubicBezTo>
                  <a:cubicBezTo>
                    <a:pt x="1012" y="799"/>
                    <a:pt x="2190" y="221"/>
                    <a:pt x="3438" y="221"/>
                  </a:cubicBezTo>
                  <a:cubicBezTo>
                    <a:pt x="3620" y="221"/>
                    <a:pt x="3804" y="233"/>
                    <a:pt x="3988" y="258"/>
                  </a:cubicBezTo>
                  <a:cubicBezTo>
                    <a:pt x="4120" y="258"/>
                    <a:pt x="4120" y="61"/>
                    <a:pt x="3988" y="28"/>
                  </a:cubicBezTo>
                  <a:cubicBezTo>
                    <a:pt x="3825" y="10"/>
                    <a:pt x="3663" y="1"/>
                    <a:pt x="35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0" name="Google Shape;2414;p11"/>
            <p:cNvSpPr/>
            <p:nvPr/>
          </p:nvSpPr>
          <p:spPr>
            <a:xfrm>
              <a:off x="3765960" y="575640"/>
              <a:ext cx="75960" cy="16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3047" h="695">
                  <a:moveTo>
                    <a:pt x="2915" y="1"/>
                  </a:moveTo>
                  <a:cubicBezTo>
                    <a:pt x="1995" y="34"/>
                    <a:pt x="1042" y="198"/>
                    <a:pt x="122" y="494"/>
                  </a:cubicBezTo>
                  <a:cubicBezTo>
                    <a:pt x="0" y="524"/>
                    <a:pt x="47" y="695"/>
                    <a:pt x="158" y="695"/>
                  </a:cubicBezTo>
                  <a:cubicBezTo>
                    <a:pt x="168" y="695"/>
                    <a:pt x="177" y="693"/>
                    <a:pt x="187" y="691"/>
                  </a:cubicBezTo>
                  <a:cubicBezTo>
                    <a:pt x="1075" y="395"/>
                    <a:pt x="1995" y="231"/>
                    <a:pt x="2915" y="231"/>
                  </a:cubicBezTo>
                  <a:cubicBezTo>
                    <a:pt x="3046" y="231"/>
                    <a:pt x="3046" y="1"/>
                    <a:pt x="29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1" name="Google Shape;2415;p11"/>
            <p:cNvSpPr/>
            <p:nvPr/>
          </p:nvSpPr>
          <p:spPr>
            <a:xfrm>
              <a:off x="3883320" y="462240"/>
              <a:ext cx="23040" cy="11304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934" h="4531">
                  <a:moveTo>
                    <a:pt x="679" y="0"/>
                  </a:moveTo>
                  <a:cubicBezTo>
                    <a:pt x="641" y="0"/>
                    <a:pt x="604" y="22"/>
                    <a:pt x="592" y="72"/>
                  </a:cubicBezTo>
                  <a:cubicBezTo>
                    <a:pt x="0" y="1485"/>
                    <a:pt x="66" y="3095"/>
                    <a:pt x="723" y="4475"/>
                  </a:cubicBezTo>
                  <a:cubicBezTo>
                    <a:pt x="743" y="4515"/>
                    <a:pt x="772" y="4530"/>
                    <a:pt x="800" y="4530"/>
                  </a:cubicBezTo>
                  <a:cubicBezTo>
                    <a:pt x="867" y="4530"/>
                    <a:pt x="933" y="4446"/>
                    <a:pt x="887" y="4377"/>
                  </a:cubicBezTo>
                  <a:cubicBezTo>
                    <a:pt x="263" y="3029"/>
                    <a:pt x="230" y="1485"/>
                    <a:pt x="789" y="138"/>
                  </a:cubicBezTo>
                  <a:cubicBezTo>
                    <a:pt x="809" y="56"/>
                    <a:pt x="742" y="0"/>
                    <a:pt x="67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2" name="Google Shape;2416;p11"/>
            <p:cNvSpPr/>
            <p:nvPr/>
          </p:nvSpPr>
          <p:spPr>
            <a:xfrm>
              <a:off x="3908160" y="475200"/>
              <a:ext cx="15840" cy="8712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645" h="3496">
                  <a:moveTo>
                    <a:pt x="515" y="0"/>
                  </a:moveTo>
                  <a:cubicBezTo>
                    <a:pt x="476" y="0"/>
                    <a:pt x="440" y="21"/>
                    <a:pt x="427" y="72"/>
                  </a:cubicBezTo>
                  <a:cubicBezTo>
                    <a:pt x="99" y="1156"/>
                    <a:pt x="0" y="2306"/>
                    <a:pt x="230" y="3423"/>
                  </a:cubicBezTo>
                  <a:cubicBezTo>
                    <a:pt x="243" y="3474"/>
                    <a:pt x="279" y="3495"/>
                    <a:pt x="318" y="3495"/>
                  </a:cubicBezTo>
                  <a:cubicBezTo>
                    <a:pt x="380" y="3495"/>
                    <a:pt x="448" y="3439"/>
                    <a:pt x="427" y="3358"/>
                  </a:cubicBezTo>
                  <a:cubicBezTo>
                    <a:pt x="230" y="2273"/>
                    <a:pt x="296" y="1156"/>
                    <a:pt x="624" y="137"/>
                  </a:cubicBezTo>
                  <a:cubicBezTo>
                    <a:pt x="645" y="56"/>
                    <a:pt x="577" y="0"/>
                    <a:pt x="51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560" bIns="43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3" name="Google Shape;2417;p11"/>
            <p:cNvSpPr/>
            <p:nvPr/>
          </p:nvSpPr>
          <p:spPr>
            <a:xfrm>
              <a:off x="3935160" y="508680"/>
              <a:ext cx="18000" cy="5112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737" h="2052">
                  <a:moveTo>
                    <a:pt x="601" y="0"/>
                  </a:moveTo>
                  <a:cubicBezTo>
                    <a:pt x="573" y="0"/>
                    <a:pt x="545" y="12"/>
                    <a:pt x="526" y="41"/>
                  </a:cubicBezTo>
                  <a:cubicBezTo>
                    <a:pt x="132" y="600"/>
                    <a:pt x="0" y="1290"/>
                    <a:pt x="165" y="1980"/>
                  </a:cubicBezTo>
                  <a:cubicBezTo>
                    <a:pt x="177" y="2030"/>
                    <a:pt x="214" y="2051"/>
                    <a:pt x="252" y="2051"/>
                  </a:cubicBezTo>
                  <a:cubicBezTo>
                    <a:pt x="315" y="2051"/>
                    <a:pt x="382" y="1995"/>
                    <a:pt x="362" y="1914"/>
                  </a:cubicBezTo>
                  <a:cubicBezTo>
                    <a:pt x="230" y="1290"/>
                    <a:pt x="329" y="665"/>
                    <a:pt x="690" y="140"/>
                  </a:cubicBezTo>
                  <a:cubicBezTo>
                    <a:pt x="737" y="70"/>
                    <a:pt x="668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2418;p11"/>
            <p:cNvSpPr/>
            <p:nvPr/>
          </p:nvSpPr>
          <p:spPr>
            <a:xfrm>
              <a:off x="4037400" y="358560"/>
              <a:ext cx="113040" cy="2448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4531" h="987">
                  <a:moveTo>
                    <a:pt x="1927" y="0"/>
                  </a:moveTo>
                  <a:cubicBezTo>
                    <a:pt x="1311" y="0"/>
                    <a:pt x="693" y="132"/>
                    <a:pt x="114" y="401"/>
                  </a:cubicBezTo>
                  <a:cubicBezTo>
                    <a:pt x="1" y="429"/>
                    <a:pt x="82" y="579"/>
                    <a:pt x="169" y="579"/>
                  </a:cubicBezTo>
                  <a:cubicBezTo>
                    <a:pt x="184" y="579"/>
                    <a:pt x="198" y="575"/>
                    <a:pt x="212" y="565"/>
                  </a:cubicBezTo>
                  <a:cubicBezTo>
                    <a:pt x="759" y="312"/>
                    <a:pt x="1344" y="188"/>
                    <a:pt x="1928" y="188"/>
                  </a:cubicBezTo>
                  <a:cubicBezTo>
                    <a:pt x="2781" y="188"/>
                    <a:pt x="3630" y="452"/>
                    <a:pt x="4352" y="960"/>
                  </a:cubicBezTo>
                  <a:cubicBezTo>
                    <a:pt x="4372" y="979"/>
                    <a:pt x="4391" y="987"/>
                    <a:pt x="4408" y="987"/>
                  </a:cubicBezTo>
                  <a:cubicBezTo>
                    <a:pt x="4482" y="987"/>
                    <a:pt x="4531" y="848"/>
                    <a:pt x="4451" y="795"/>
                  </a:cubicBezTo>
                  <a:cubicBezTo>
                    <a:pt x="3695" y="272"/>
                    <a:pt x="2813" y="0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5" name="Google Shape;2419;p11"/>
            <p:cNvSpPr/>
            <p:nvPr/>
          </p:nvSpPr>
          <p:spPr>
            <a:xfrm>
              <a:off x="4077360" y="392400"/>
              <a:ext cx="70560" cy="2664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2834" h="1079">
                  <a:moveTo>
                    <a:pt x="132" y="0"/>
                  </a:moveTo>
                  <a:cubicBezTo>
                    <a:pt x="0" y="0"/>
                    <a:pt x="0" y="197"/>
                    <a:pt x="132" y="197"/>
                  </a:cubicBezTo>
                  <a:cubicBezTo>
                    <a:pt x="1052" y="197"/>
                    <a:pt x="1906" y="526"/>
                    <a:pt x="2629" y="1052"/>
                  </a:cubicBezTo>
                  <a:cubicBezTo>
                    <a:pt x="2648" y="1071"/>
                    <a:pt x="2668" y="1079"/>
                    <a:pt x="2688" y="1079"/>
                  </a:cubicBezTo>
                  <a:cubicBezTo>
                    <a:pt x="2769" y="1079"/>
                    <a:pt x="2834" y="940"/>
                    <a:pt x="2728" y="887"/>
                  </a:cubicBezTo>
                  <a:cubicBezTo>
                    <a:pt x="2005" y="329"/>
                    <a:pt x="1085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6" name="Google Shape;2420;p11"/>
            <p:cNvSpPr/>
            <p:nvPr/>
          </p:nvSpPr>
          <p:spPr>
            <a:xfrm>
              <a:off x="4162320" y="418320"/>
              <a:ext cx="63000" cy="6372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31" h="2567">
                  <a:moveTo>
                    <a:pt x="143" y="0"/>
                  </a:moveTo>
                  <a:cubicBezTo>
                    <a:pt x="62" y="0"/>
                    <a:pt x="1" y="154"/>
                    <a:pt x="85" y="211"/>
                  </a:cubicBezTo>
                  <a:cubicBezTo>
                    <a:pt x="940" y="835"/>
                    <a:pt x="1696" y="1624"/>
                    <a:pt x="2287" y="2511"/>
                  </a:cubicBezTo>
                  <a:cubicBezTo>
                    <a:pt x="2317" y="2551"/>
                    <a:pt x="2352" y="2566"/>
                    <a:pt x="2386" y="2566"/>
                  </a:cubicBezTo>
                  <a:cubicBezTo>
                    <a:pt x="2464" y="2566"/>
                    <a:pt x="2530" y="2481"/>
                    <a:pt x="2484" y="2412"/>
                  </a:cubicBezTo>
                  <a:cubicBezTo>
                    <a:pt x="1860" y="1492"/>
                    <a:pt x="1104" y="671"/>
                    <a:pt x="184" y="14"/>
                  </a:cubicBezTo>
                  <a:cubicBezTo>
                    <a:pt x="170" y="4"/>
                    <a:pt x="15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2421;p11"/>
            <p:cNvSpPr/>
            <p:nvPr/>
          </p:nvSpPr>
          <p:spPr>
            <a:xfrm>
              <a:off x="4190040" y="423720"/>
              <a:ext cx="36360" cy="4608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1474" h="1858">
                  <a:moveTo>
                    <a:pt x="138" y="1"/>
                  </a:moveTo>
                  <a:cubicBezTo>
                    <a:pt x="62" y="1"/>
                    <a:pt x="0" y="93"/>
                    <a:pt x="50" y="167"/>
                  </a:cubicBezTo>
                  <a:lnTo>
                    <a:pt x="83" y="167"/>
                  </a:lnTo>
                  <a:cubicBezTo>
                    <a:pt x="510" y="693"/>
                    <a:pt x="937" y="1251"/>
                    <a:pt x="1266" y="1810"/>
                  </a:cubicBezTo>
                  <a:cubicBezTo>
                    <a:pt x="1288" y="1843"/>
                    <a:pt x="1320" y="1858"/>
                    <a:pt x="1352" y="1858"/>
                  </a:cubicBezTo>
                  <a:cubicBezTo>
                    <a:pt x="1415" y="1858"/>
                    <a:pt x="1474" y="1799"/>
                    <a:pt x="1430" y="1711"/>
                  </a:cubicBezTo>
                  <a:cubicBezTo>
                    <a:pt x="1101" y="1120"/>
                    <a:pt x="674" y="561"/>
                    <a:pt x="214" y="36"/>
                  </a:cubicBezTo>
                  <a:cubicBezTo>
                    <a:pt x="189" y="11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8" name="Google Shape;2422;p11"/>
            <p:cNvSpPr/>
            <p:nvPr/>
          </p:nvSpPr>
          <p:spPr>
            <a:xfrm>
              <a:off x="4246560" y="351720"/>
              <a:ext cx="29520" cy="1213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121320"/>
                <a:gd name="textAreaBottom" fmla="*/ 121680 h 121320"/>
              </a:gdLst>
              <a:ahLst/>
              <a:cxnLst/>
              <a:rect l="textAreaLeft" t="textAreaTop" r="textAreaRight" b="textAreaBottom"/>
              <a:pathLst>
                <a:path w="1197" h="4860">
                  <a:moveTo>
                    <a:pt x="1063" y="0"/>
                  </a:moveTo>
                  <a:cubicBezTo>
                    <a:pt x="1035" y="0"/>
                    <a:pt x="1006" y="16"/>
                    <a:pt x="986" y="56"/>
                  </a:cubicBezTo>
                  <a:cubicBezTo>
                    <a:pt x="165" y="1502"/>
                    <a:pt x="0" y="3210"/>
                    <a:pt x="526" y="4788"/>
                  </a:cubicBezTo>
                  <a:cubicBezTo>
                    <a:pt x="539" y="4838"/>
                    <a:pt x="575" y="4859"/>
                    <a:pt x="614" y="4859"/>
                  </a:cubicBezTo>
                  <a:cubicBezTo>
                    <a:pt x="676" y="4859"/>
                    <a:pt x="744" y="4803"/>
                    <a:pt x="723" y="4722"/>
                  </a:cubicBezTo>
                  <a:cubicBezTo>
                    <a:pt x="230" y="3210"/>
                    <a:pt x="395" y="1567"/>
                    <a:pt x="1151" y="154"/>
                  </a:cubicBezTo>
                  <a:cubicBezTo>
                    <a:pt x="1196" y="85"/>
                    <a:pt x="1130" y="0"/>
                    <a:pt x="10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840" bIns="60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9" name="Google Shape;2423;p11"/>
            <p:cNvSpPr/>
            <p:nvPr/>
          </p:nvSpPr>
          <p:spPr>
            <a:xfrm>
              <a:off x="4235040" y="295920"/>
              <a:ext cx="52560" cy="8136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2118" h="3267">
                  <a:moveTo>
                    <a:pt x="1949" y="0"/>
                  </a:moveTo>
                  <a:cubicBezTo>
                    <a:pt x="1934" y="0"/>
                    <a:pt x="1920" y="4"/>
                    <a:pt x="1906" y="13"/>
                  </a:cubicBezTo>
                  <a:cubicBezTo>
                    <a:pt x="723" y="638"/>
                    <a:pt x="0" y="1854"/>
                    <a:pt x="33" y="3168"/>
                  </a:cubicBezTo>
                  <a:cubicBezTo>
                    <a:pt x="33" y="3234"/>
                    <a:pt x="83" y="3267"/>
                    <a:pt x="132" y="3267"/>
                  </a:cubicBezTo>
                  <a:cubicBezTo>
                    <a:pt x="181" y="3267"/>
                    <a:pt x="230" y="3234"/>
                    <a:pt x="230" y="3168"/>
                  </a:cubicBezTo>
                  <a:cubicBezTo>
                    <a:pt x="230" y="1919"/>
                    <a:pt x="888" y="769"/>
                    <a:pt x="2005" y="211"/>
                  </a:cubicBezTo>
                  <a:cubicBezTo>
                    <a:pt x="2118" y="154"/>
                    <a:pt x="2036" y="0"/>
                    <a:pt x="19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2424;p11"/>
            <p:cNvSpPr/>
            <p:nvPr/>
          </p:nvSpPr>
          <p:spPr>
            <a:xfrm>
              <a:off x="4437000" y="237960"/>
              <a:ext cx="146880" cy="70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5895" h="2857">
                  <a:moveTo>
                    <a:pt x="132" y="0"/>
                  </a:moveTo>
                  <a:cubicBezTo>
                    <a:pt x="1" y="0"/>
                    <a:pt x="1" y="197"/>
                    <a:pt x="132" y="197"/>
                  </a:cubicBezTo>
                  <a:cubicBezTo>
                    <a:pt x="2268" y="230"/>
                    <a:pt x="4306" y="1183"/>
                    <a:pt x="5686" y="2826"/>
                  </a:cubicBezTo>
                  <a:cubicBezTo>
                    <a:pt x="5700" y="2848"/>
                    <a:pt x="5719" y="2857"/>
                    <a:pt x="5739" y="2857"/>
                  </a:cubicBezTo>
                  <a:cubicBezTo>
                    <a:pt x="5810" y="2857"/>
                    <a:pt x="5894" y="2739"/>
                    <a:pt x="5817" y="2662"/>
                  </a:cubicBezTo>
                  <a:cubicBezTo>
                    <a:pt x="4404" y="986"/>
                    <a:pt x="2334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1" name="Google Shape;2425;p11"/>
            <p:cNvSpPr/>
            <p:nvPr/>
          </p:nvSpPr>
          <p:spPr>
            <a:xfrm>
              <a:off x="4495680" y="273240"/>
              <a:ext cx="59040" cy="374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2371" h="1514">
                  <a:moveTo>
                    <a:pt x="129" y="1"/>
                  </a:moveTo>
                  <a:cubicBezTo>
                    <a:pt x="22" y="1"/>
                    <a:pt x="1" y="171"/>
                    <a:pt x="92" y="201"/>
                  </a:cubicBezTo>
                  <a:cubicBezTo>
                    <a:pt x="847" y="497"/>
                    <a:pt x="1537" y="957"/>
                    <a:pt x="2129" y="1483"/>
                  </a:cubicBezTo>
                  <a:cubicBezTo>
                    <a:pt x="2151" y="1505"/>
                    <a:pt x="2176" y="1514"/>
                    <a:pt x="2200" y="1514"/>
                  </a:cubicBezTo>
                  <a:cubicBezTo>
                    <a:pt x="2287" y="1514"/>
                    <a:pt x="2370" y="1403"/>
                    <a:pt x="2293" y="1352"/>
                  </a:cubicBezTo>
                  <a:cubicBezTo>
                    <a:pt x="1636" y="793"/>
                    <a:pt x="946" y="333"/>
                    <a:pt x="157" y="4"/>
                  </a:cubicBezTo>
                  <a:cubicBezTo>
                    <a:pt x="147" y="2"/>
                    <a:pt x="138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2" name="Google Shape;2426;p11"/>
            <p:cNvSpPr/>
            <p:nvPr/>
          </p:nvSpPr>
          <p:spPr>
            <a:xfrm>
              <a:off x="4521240" y="311040"/>
              <a:ext cx="47880" cy="3780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932" h="1528">
                  <a:moveTo>
                    <a:pt x="141" y="0"/>
                  </a:moveTo>
                  <a:cubicBezTo>
                    <a:pt x="63" y="0"/>
                    <a:pt x="1" y="111"/>
                    <a:pt x="77" y="162"/>
                  </a:cubicBezTo>
                  <a:lnTo>
                    <a:pt x="1720" y="1509"/>
                  </a:lnTo>
                  <a:cubicBezTo>
                    <a:pt x="1739" y="1522"/>
                    <a:pt x="1758" y="1527"/>
                    <a:pt x="1777" y="1527"/>
                  </a:cubicBezTo>
                  <a:cubicBezTo>
                    <a:pt x="1860" y="1527"/>
                    <a:pt x="1932" y="1425"/>
                    <a:pt x="1852" y="1345"/>
                  </a:cubicBezTo>
                  <a:lnTo>
                    <a:pt x="209" y="31"/>
                  </a:lnTo>
                  <a:cubicBezTo>
                    <a:pt x="187" y="9"/>
                    <a:pt x="164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2427;p11"/>
            <p:cNvSpPr/>
            <p:nvPr/>
          </p:nvSpPr>
          <p:spPr>
            <a:xfrm>
              <a:off x="4604400" y="394560"/>
              <a:ext cx="66600" cy="853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2684" h="3428">
                  <a:moveTo>
                    <a:pt x="155" y="1"/>
                  </a:moveTo>
                  <a:cubicBezTo>
                    <a:pt x="72" y="1"/>
                    <a:pt x="0" y="103"/>
                    <a:pt x="80" y="183"/>
                  </a:cubicBezTo>
                  <a:cubicBezTo>
                    <a:pt x="1132" y="1004"/>
                    <a:pt x="1953" y="2122"/>
                    <a:pt x="2446" y="3370"/>
                  </a:cubicBezTo>
                  <a:cubicBezTo>
                    <a:pt x="2472" y="3409"/>
                    <a:pt x="2518" y="3428"/>
                    <a:pt x="2561" y="3428"/>
                  </a:cubicBezTo>
                  <a:cubicBezTo>
                    <a:pt x="2626" y="3428"/>
                    <a:pt x="2683" y="3384"/>
                    <a:pt x="2643" y="3305"/>
                  </a:cubicBezTo>
                  <a:cubicBezTo>
                    <a:pt x="2150" y="2023"/>
                    <a:pt x="1296" y="873"/>
                    <a:pt x="212" y="19"/>
                  </a:cubicBezTo>
                  <a:cubicBezTo>
                    <a:pt x="193" y="6"/>
                    <a:pt x="17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4" name="Google Shape;2428;p11"/>
            <p:cNvSpPr/>
            <p:nvPr/>
          </p:nvSpPr>
          <p:spPr>
            <a:xfrm>
              <a:off x="4592160" y="1028520"/>
              <a:ext cx="110880" cy="1908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4449" h="784">
                  <a:moveTo>
                    <a:pt x="149" y="1"/>
                  </a:moveTo>
                  <a:cubicBezTo>
                    <a:pt x="52" y="1"/>
                    <a:pt x="1" y="125"/>
                    <a:pt x="111" y="180"/>
                  </a:cubicBezTo>
                  <a:lnTo>
                    <a:pt x="111" y="213"/>
                  </a:lnTo>
                  <a:cubicBezTo>
                    <a:pt x="956" y="593"/>
                    <a:pt x="1869" y="783"/>
                    <a:pt x="2789" y="783"/>
                  </a:cubicBezTo>
                  <a:cubicBezTo>
                    <a:pt x="3300" y="783"/>
                    <a:pt x="3813" y="725"/>
                    <a:pt x="4317" y="607"/>
                  </a:cubicBezTo>
                  <a:cubicBezTo>
                    <a:pt x="4449" y="574"/>
                    <a:pt x="4383" y="410"/>
                    <a:pt x="4252" y="410"/>
                  </a:cubicBezTo>
                  <a:cubicBezTo>
                    <a:pt x="3786" y="524"/>
                    <a:pt x="3313" y="578"/>
                    <a:pt x="2841" y="578"/>
                  </a:cubicBezTo>
                  <a:cubicBezTo>
                    <a:pt x="1944" y="578"/>
                    <a:pt x="1049" y="382"/>
                    <a:pt x="210" y="16"/>
                  </a:cubicBezTo>
                  <a:cubicBezTo>
                    <a:pt x="188" y="5"/>
                    <a:pt x="16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5" name="Google Shape;2429;p11"/>
            <p:cNvSpPr/>
            <p:nvPr/>
          </p:nvSpPr>
          <p:spPr>
            <a:xfrm>
              <a:off x="4600800" y="996840"/>
              <a:ext cx="88920" cy="900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572" h="379">
                  <a:moveTo>
                    <a:pt x="158" y="1"/>
                  </a:moveTo>
                  <a:cubicBezTo>
                    <a:pt x="47" y="1"/>
                    <a:pt x="0" y="171"/>
                    <a:pt x="122" y="201"/>
                  </a:cubicBezTo>
                  <a:cubicBezTo>
                    <a:pt x="772" y="320"/>
                    <a:pt x="1435" y="379"/>
                    <a:pt x="2102" y="379"/>
                  </a:cubicBezTo>
                  <a:cubicBezTo>
                    <a:pt x="2547" y="379"/>
                    <a:pt x="2994" y="353"/>
                    <a:pt x="3440" y="300"/>
                  </a:cubicBezTo>
                  <a:cubicBezTo>
                    <a:pt x="3572" y="300"/>
                    <a:pt x="3572" y="103"/>
                    <a:pt x="3440" y="103"/>
                  </a:cubicBezTo>
                  <a:cubicBezTo>
                    <a:pt x="3007" y="155"/>
                    <a:pt x="2568" y="182"/>
                    <a:pt x="2130" y="182"/>
                  </a:cubicBezTo>
                  <a:cubicBezTo>
                    <a:pt x="1473" y="182"/>
                    <a:pt x="818" y="123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2430;p11"/>
            <p:cNvSpPr/>
            <p:nvPr/>
          </p:nvSpPr>
          <p:spPr>
            <a:xfrm>
              <a:off x="4788720" y="865440"/>
              <a:ext cx="89640" cy="13032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3603" h="5233">
                  <a:moveTo>
                    <a:pt x="3472" y="1"/>
                  </a:moveTo>
                  <a:cubicBezTo>
                    <a:pt x="3434" y="1"/>
                    <a:pt x="3397" y="22"/>
                    <a:pt x="3385" y="72"/>
                  </a:cubicBezTo>
                  <a:cubicBezTo>
                    <a:pt x="3220" y="1058"/>
                    <a:pt x="2859" y="2011"/>
                    <a:pt x="2366" y="2865"/>
                  </a:cubicBezTo>
                  <a:cubicBezTo>
                    <a:pt x="2103" y="3293"/>
                    <a:pt x="1840" y="3720"/>
                    <a:pt x="1512" y="4114"/>
                  </a:cubicBezTo>
                  <a:cubicBezTo>
                    <a:pt x="1247" y="4438"/>
                    <a:pt x="797" y="5026"/>
                    <a:pt x="328" y="5026"/>
                  </a:cubicBezTo>
                  <a:cubicBezTo>
                    <a:pt x="273" y="5026"/>
                    <a:pt x="219" y="5018"/>
                    <a:pt x="164" y="5001"/>
                  </a:cubicBezTo>
                  <a:cubicBezTo>
                    <a:pt x="33" y="5001"/>
                    <a:pt x="0" y="5166"/>
                    <a:pt x="132" y="5199"/>
                  </a:cubicBezTo>
                  <a:cubicBezTo>
                    <a:pt x="207" y="5222"/>
                    <a:pt x="280" y="5233"/>
                    <a:pt x="350" y="5233"/>
                  </a:cubicBezTo>
                  <a:cubicBezTo>
                    <a:pt x="769" y="5233"/>
                    <a:pt x="1099" y="4851"/>
                    <a:pt x="1380" y="4541"/>
                  </a:cubicBezTo>
                  <a:cubicBezTo>
                    <a:pt x="2530" y="3325"/>
                    <a:pt x="3286" y="1781"/>
                    <a:pt x="3582" y="138"/>
                  </a:cubicBezTo>
                  <a:cubicBezTo>
                    <a:pt x="3602" y="57"/>
                    <a:pt x="3535" y="1"/>
                    <a:pt x="34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7" name="Google Shape;2431;p11"/>
            <p:cNvSpPr/>
            <p:nvPr/>
          </p:nvSpPr>
          <p:spPr>
            <a:xfrm>
              <a:off x="4853520" y="767880"/>
              <a:ext cx="11160" cy="662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461" h="2668">
                  <a:moveTo>
                    <a:pt x="296" y="0"/>
                  </a:moveTo>
                  <a:cubicBezTo>
                    <a:pt x="247" y="0"/>
                    <a:pt x="197" y="33"/>
                    <a:pt x="197" y="99"/>
                  </a:cubicBezTo>
                  <a:cubicBezTo>
                    <a:pt x="263" y="920"/>
                    <a:pt x="197" y="1742"/>
                    <a:pt x="0" y="2530"/>
                  </a:cubicBezTo>
                  <a:cubicBezTo>
                    <a:pt x="0" y="2612"/>
                    <a:pt x="63" y="2668"/>
                    <a:pt x="119" y="2668"/>
                  </a:cubicBezTo>
                  <a:cubicBezTo>
                    <a:pt x="153" y="2668"/>
                    <a:pt x="185" y="2646"/>
                    <a:pt x="197" y="2596"/>
                  </a:cubicBezTo>
                  <a:cubicBezTo>
                    <a:pt x="427" y="1775"/>
                    <a:pt x="460" y="953"/>
                    <a:pt x="394" y="99"/>
                  </a:cubicBezTo>
                  <a:cubicBezTo>
                    <a:pt x="394" y="33"/>
                    <a:pt x="345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120" bIns="33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8" name="Google Shape;2432;p11"/>
            <p:cNvSpPr/>
            <p:nvPr/>
          </p:nvSpPr>
          <p:spPr>
            <a:xfrm>
              <a:off x="4755960" y="1056600"/>
              <a:ext cx="75600" cy="31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3043" h="1263">
                  <a:moveTo>
                    <a:pt x="164" y="1"/>
                  </a:moveTo>
                  <a:cubicBezTo>
                    <a:pt x="62" y="1"/>
                    <a:pt x="0" y="155"/>
                    <a:pt x="85" y="211"/>
                  </a:cubicBezTo>
                  <a:cubicBezTo>
                    <a:pt x="940" y="770"/>
                    <a:pt x="1860" y="1098"/>
                    <a:pt x="2846" y="1263"/>
                  </a:cubicBezTo>
                  <a:cubicBezTo>
                    <a:pt x="2977" y="1263"/>
                    <a:pt x="3043" y="1066"/>
                    <a:pt x="2911" y="1066"/>
                  </a:cubicBezTo>
                  <a:cubicBezTo>
                    <a:pt x="1925" y="934"/>
                    <a:pt x="1005" y="573"/>
                    <a:pt x="217" y="14"/>
                  </a:cubicBezTo>
                  <a:cubicBezTo>
                    <a:pt x="198" y="5"/>
                    <a:pt x="181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9" name="Google Shape;2433;p11"/>
            <p:cNvSpPr/>
            <p:nvPr/>
          </p:nvSpPr>
          <p:spPr>
            <a:xfrm>
              <a:off x="4797360" y="1036080"/>
              <a:ext cx="49320" cy="205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990" h="838">
                  <a:moveTo>
                    <a:pt x="154" y="0"/>
                  </a:moveTo>
                  <a:cubicBezTo>
                    <a:pt x="57" y="0"/>
                    <a:pt x="1" y="125"/>
                    <a:pt x="83" y="180"/>
                  </a:cubicBezTo>
                  <a:lnTo>
                    <a:pt x="116" y="180"/>
                  </a:lnTo>
                  <a:cubicBezTo>
                    <a:pt x="609" y="574"/>
                    <a:pt x="1201" y="771"/>
                    <a:pt x="1858" y="837"/>
                  </a:cubicBezTo>
                  <a:cubicBezTo>
                    <a:pt x="1989" y="837"/>
                    <a:pt x="1956" y="640"/>
                    <a:pt x="1858" y="640"/>
                  </a:cubicBezTo>
                  <a:cubicBezTo>
                    <a:pt x="1233" y="574"/>
                    <a:pt x="675" y="377"/>
                    <a:pt x="215" y="16"/>
                  </a:cubicBezTo>
                  <a:cubicBezTo>
                    <a:pt x="194" y="5"/>
                    <a:pt x="173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0" name="Google Shape;2434;p11"/>
            <p:cNvSpPr/>
            <p:nvPr/>
          </p:nvSpPr>
          <p:spPr>
            <a:xfrm>
              <a:off x="4836600" y="1028160"/>
              <a:ext cx="39600" cy="684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601" h="287">
                  <a:moveTo>
                    <a:pt x="158" y="0"/>
                  </a:moveTo>
                  <a:cubicBezTo>
                    <a:pt x="47" y="0"/>
                    <a:pt x="0" y="171"/>
                    <a:pt x="121" y="201"/>
                  </a:cubicBezTo>
                  <a:cubicBezTo>
                    <a:pt x="413" y="264"/>
                    <a:pt x="705" y="286"/>
                    <a:pt x="996" y="286"/>
                  </a:cubicBezTo>
                  <a:cubicBezTo>
                    <a:pt x="1165" y="286"/>
                    <a:pt x="1333" y="279"/>
                    <a:pt x="1502" y="267"/>
                  </a:cubicBezTo>
                  <a:cubicBezTo>
                    <a:pt x="1567" y="267"/>
                    <a:pt x="1600" y="201"/>
                    <a:pt x="1600" y="168"/>
                  </a:cubicBezTo>
                  <a:cubicBezTo>
                    <a:pt x="1600" y="115"/>
                    <a:pt x="1578" y="61"/>
                    <a:pt x="1534" y="61"/>
                  </a:cubicBezTo>
                  <a:cubicBezTo>
                    <a:pt x="1525" y="61"/>
                    <a:pt x="1514" y="64"/>
                    <a:pt x="1502" y="70"/>
                  </a:cubicBezTo>
                  <a:cubicBezTo>
                    <a:pt x="1387" y="78"/>
                    <a:pt x="1270" y="83"/>
                    <a:pt x="1152" y="83"/>
                  </a:cubicBezTo>
                  <a:cubicBezTo>
                    <a:pt x="830" y="83"/>
                    <a:pt x="500" y="52"/>
                    <a:pt x="187" y="4"/>
                  </a:cubicBezTo>
                  <a:cubicBezTo>
                    <a:pt x="177" y="1"/>
                    <a:pt x="167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1" name="Google Shape;2435;p11"/>
            <p:cNvSpPr/>
            <p:nvPr/>
          </p:nvSpPr>
          <p:spPr>
            <a:xfrm>
              <a:off x="4967640" y="975960"/>
              <a:ext cx="45000" cy="6840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816" h="2749">
                  <a:moveTo>
                    <a:pt x="1713" y="1"/>
                  </a:moveTo>
                  <a:cubicBezTo>
                    <a:pt x="1673" y="1"/>
                    <a:pt x="1633" y="27"/>
                    <a:pt x="1619" y="84"/>
                  </a:cubicBezTo>
                  <a:cubicBezTo>
                    <a:pt x="1323" y="1037"/>
                    <a:pt x="797" y="1892"/>
                    <a:pt x="74" y="2582"/>
                  </a:cubicBezTo>
                  <a:cubicBezTo>
                    <a:pt x="0" y="2656"/>
                    <a:pt x="74" y="2748"/>
                    <a:pt x="144" y="2748"/>
                  </a:cubicBezTo>
                  <a:cubicBezTo>
                    <a:pt x="167" y="2748"/>
                    <a:pt x="189" y="2738"/>
                    <a:pt x="206" y="2713"/>
                  </a:cubicBezTo>
                  <a:cubicBezTo>
                    <a:pt x="962" y="2023"/>
                    <a:pt x="1520" y="1103"/>
                    <a:pt x="1816" y="117"/>
                  </a:cubicBezTo>
                  <a:cubicBezTo>
                    <a:pt x="1816" y="43"/>
                    <a:pt x="1764" y="1"/>
                    <a:pt x="17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2" name="Google Shape;2436;p11"/>
            <p:cNvSpPr/>
            <p:nvPr/>
          </p:nvSpPr>
          <p:spPr>
            <a:xfrm>
              <a:off x="4970520" y="670680"/>
              <a:ext cx="54720" cy="709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2206" h="2850">
                  <a:moveTo>
                    <a:pt x="134" y="0"/>
                  </a:moveTo>
                  <a:cubicBezTo>
                    <a:pt x="56" y="0"/>
                    <a:pt x="0" y="125"/>
                    <a:pt x="83" y="180"/>
                  </a:cubicBezTo>
                  <a:cubicBezTo>
                    <a:pt x="970" y="837"/>
                    <a:pt x="1660" y="1724"/>
                    <a:pt x="1989" y="2776"/>
                  </a:cubicBezTo>
                  <a:cubicBezTo>
                    <a:pt x="2002" y="2829"/>
                    <a:pt x="2041" y="2850"/>
                    <a:pt x="2082" y="2850"/>
                  </a:cubicBezTo>
                  <a:cubicBezTo>
                    <a:pt x="2142" y="2850"/>
                    <a:pt x="2206" y="2802"/>
                    <a:pt x="2186" y="2743"/>
                  </a:cubicBezTo>
                  <a:cubicBezTo>
                    <a:pt x="1857" y="1626"/>
                    <a:pt x="1134" y="673"/>
                    <a:pt x="181" y="16"/>
                  </a:cubicBezTo>
                  <a:cubicBezTo>
                    <a:pt x="165" y="5"/>
                    <a:pt x="150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3" name="Google Shape;2437;p11"/>
            <p:cNvSpPr/>
            <p:nvPr/>
          </p:nvSpPr>
          <p:spPr>
            <a:xfrm>
              <a:off x="5004360" y="654840"/>
              <a:ext cx="34560" cy="4860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1394" h="1959">
                  <a:moveTo>
                    <a:pt x="159" y="1"/>
                  </a:moveTo>
                  <a:cubicBezTo>
                    <a:pt x="83" y="1"/>
                    <a:pt x="0" y="86"/>
                    <a:pt x="46" y="155"/>
                  </a:cubicBezTo>
                  <a:lnTo>
                    <a:pt x="1163" y="1896"/>
                  </a:lnTo>
                  <a:cubicBezTo>
                    <a:pt x="1185" y="1940"/>
                    <a:pt x="1222" y="1958"/>
                    <a:pt x="1257" y="1958"/>
                  </a:cubicBezTo>
                  <a:cubicBezTo>
                    <a:pt x="1328" y="1958"/>
                    <a:pt x="1393" y="1885"/>
                    <a:pt x="1328" y="1798"/>
                  </a:cubicBezTo>
                  <a:lnTo>
                    <a:pt x="243" y="56"/>
                  </a:lnTo>
                  <a:cubicBezTo>
                    <a:pt x="224" y="17"/>
                    <a:pt x="192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4" name="Google Shape;2438;p11"/>
            <p:cNvSpPr/>
            <p:nvPr/>
          </p:nvSpPr>
          <p:spPr>
            <a:xfrm>
              <a:off x="5021640" y="637920"/>
              <a:ext cx="63360" cy="1062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2552" h="4256">
                  <a:moveTo>
                    <a:pt x="137" y="0"/>
                  </a:moveTo>
                  <a:cubicBezTo>
                    <a:pt x="69" y="0"/>
                    <a:pt x="1" y="70"/>
                    <a:pt x="47" y="140"/>
                  </a:cubicBezTo>
                  <a:cubicBezTo>
                    <a:pt x="967" y="1388"/>
                    <a:pt x="1723" y="2769"/>
                    <a:pt x="2315" y="4182"/>
                  </a:cubicBezTo>
                  <a:cubicBezTo>
                    <a:pt x="2341" y="4234"/>
                    <a:pt x="2388" y="4255"/>
                    <a:pt x="2431" y="4255"/>
                  </a:cubicBezTo>
                  <a:cubicBezTo>
                    <a:pt x="2496" y="4255"/>
                    <a:pt x="2551" y="4208"/>
                    <a:pt x="2512" y="4149"/>
                  </a:cubicBezTo>
                  <a:cubicBezTo>
                    <a:pt x="1920" y="2703"/>
                    <a:pt x="1132" y="1323"/>
                    <a:pt x="212" y="41"/>
                  </a:cubicBezTo>
                  <a:cubicBezTo>
                    <a:pt x="192" y="12"/>
                    <a:pt x="16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5" name="Google Shape;2439;p11"/>
            <p:cNvSpPr/>
            <p:nvPr/>
          </p:nvSpPr>
          <p:spPr>
            <a:xfrm>
              <a:off x="5037480" y="827280"/>
              <a:ext cx="42480" cy="9720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1718" h="3905">
                  <a:moveTo>
                    <a:pt x="1429" y="1"/>
                  </a:moveTo>
                  <a:cubicBezTo>
                    <a:pt x="1368" y="1"/>
                    <a:pt x="1303" y="44"/>
                    <a:pt x="1323" y="124"/>
                  </a:cubicBezTo>
                  <a:cubicBezTo>
                    <a:pt x="1487" y="1471"/>
                    <a:pt x="1027" y="2785"/>
                    <a:pt x="74" y="3738"/>
                  </a:cubicBezTo>
                  <a:cubicBezTo>
                    <a:pt x="1" y="3812"/>
                    <a:pt x="74" y="3905"/>
                    <a:pt x="158" y="3905"/>
                  </a:cubicBezTo>
                  <a:cubicBezTo>
                    <a:pt x="185" y="3905"/>
                    <a:pt x="214" y="3894"/>
                    <a:pt x="239" y="3870"/>
                  </a:cubicBezTo>
                  <a:cubicBezTo>
                    <a:pt x="1225" y="2884"/>
                    <a:pt x="1718" y="1471"/>
                    <a:pt x="1520" y="58"/>
                  </a:cubicBezTo>
                  <a:cubicBezTo>
                    <a:pt x="1507" y="19"/>
                    <a:pt x="1469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6" name="Google Shape;2440;p11"/>
            <p:cNvSpPr/>
            <p:nvPr/>
          </p:nvSpPr>
          <p:spPr>
            <a:xfrm>
              <a:off x="5093280" y="770400"/>
              <a:ext cx="7200" cy="925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6" h="3715">
                  <a:moveTo>
                    <a:pt x="148" y="1"/>
                  </a:moveTo>
                  <a:cubicBezTo>
                    <a:pt x="91" y="1"/>
                    <a:pt x="33" y="34"/>
                    <a:pt x="33" y="99"/>
                  </a:cubicBezTo>
                  <a:cubicBezTo>
                    <a:pt x="99" y="1282"/>
                    <a:pt x="66" y="2432"/>
                    <a:pt x="0" y="3615"/>
                  </a:cubicBezTo>
                  <a:cubicBezTo>
                    <a:pt x="0" y="3681"/>
                    <a:pt x="50" y="3714"/>
                    <a:pt x="99" y="3714"/>
                  </a:cubicBezTo>
                  <a:cubicBezTo>
                    <a:pt x="148" y="3714"/>
                    <a:pt x="197" y="3681"/>
                    <a:pt x="197" y="3615"/>
                  </a:cubicBezTo>
                  <a:cubicBezTo>
                    <a:pt x="296" y="2432"/>
                    <a:pt x="296" y="1282"/>
                    <a:pt x="263" y="99"/>
                  </a:cubicBezTo>
                  <a:cubicBezTo>
                    <a:pt x="263" y="34"/>
                    <a:pt x="206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7" name="Google Shape;2441;p11"/>
            <p:cNvSpPr/>
            <p:nvPr/>
          </p:nvSpPr>
          <p:spPr>
            <a:xfrm>
              <a:off x="4636080" y="307800"/>
              <a:ext cx="123120" cy="4320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4938" h="1742">
                  <a:moveTo>
                    <a:pt x="3675" y="1"/>
                  </a:moveTo>
                  <a:cubicBezTo>
                    <a:pt x="2314" y="1"/>
                    <a:pt x="1001" y="546"/>
                    <a:pt x="50" y="1575"/>
                  </a:cubicBezTo>
                  <a:cubicBezTo>
                    <a:pt x="1" y="1649"/>
                    <a:pt x="62" y="1741"/>
                    <a:pt x="138" y="1741"/>
                  </a:cubicBezTo>
                  <a:cubicBezTo>
                    <a:pt x="163" y="1741"/>
                    <a:pt x="190" y="1731"/>
                    <a:pt x="214" y="1706"/>
                  </a:cubicBezTo>
                  <a:cubicBezTo>
                    <a:pt x="1099" y="745"/>
                    <a:pt x="2334" y="213"/>
                    <a:pt x="3605" y="213"/>
                  </a:cubicBezTo>
                  <a:cubicBezTo>
                    <a:pt x="3986" y="213"/>
                    <a:pt x="4370" y="260"/>
                    <a:pt x="4749" y="359"/>
                  </a:cubicBezTo>
                  <a:cubicBezTo>
                    <a:pt x="4758" y="361"/>
                    <a:pt x="4766" y="362"/>
                    <a:pt x="4774" y="362"/>
                  </a:cubicBezTo>
                  <a:cubicBezTo>
                    <a:pt x="4888" y="362"/>
                    <a:pt x="4937" y="160"/>
                    <a:pt x="4815" y="129"/>
                  </a:cubicBezTo>
                  <a:cubicBezTo>
                    <a:pt x="4435" y="43"/>
                    <a:pt x="4053" y="1"/>
                    <a:pt x="36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8" name="Google Shape;2442;p11"/>
            <p:cNvSpPr/>
            <p:nvPr/>
          </p:nvSpPr>
          <p:spPr>
            <a:xfrm>
              <a:off x="4811400" y="336240"/>
              <a:ext cx="78480" cy="82080"/>
            </a:xfrm>
            <a:custGeom>
              <a:avLst/>
              <a:gdLst>
                <a:gd name="textAreaLeft" fmla="*/ 0 w 78480"/>
                <a:gd name="textAreaRight" fmla="*/ 78840 w 7848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148" h="3292">
                  <a:moveTo>
                    <a:pt x="150" y="0"/>
                  </a:moveTo>
                  <a:cubicBezTo>
                    <a:pt x="52" y="0"/>
                    <a:pt x="0" y="130"/>
                    <a:pt x="111" y="213"/>
                  </a:cubicBezTo>
                  <a:cubicBezTo>
                    <a:pt x="1294" y="936"/>
                    <a:pt x="2280" y="1987"/>
                    <a:pt x="2937" y="3236"/>
                  </a:cubicBezTo>
                  <a:cubicBezTo>
                    <a:pt x="2957" y="3275"/>
                    <a:pt x="2985" y="3291"/>
                    <a:pt x="3014" y="3291"/>
                  </a:cubicBezTo>
                  <a:cubicBezTo>
                    <a:pt x="3081" y="3291"/>
                    <a:pt x="3147" y="3206"/>
                    <a:pt x="3101" y="3137"/>
                  </a:cubicBezTo>
                  <a:cubicBezTo>
                    <a:pt x="2444" y="1856"/>
                    <a:pt x="1425" y="771"/>
                    <a:pt x="209" y="16"/>
                  </a:cubicBezTo>
                  <a:cubicBezTo>
                    <a:pt x="188" y="5"/>
                    <a:pt x="168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9" name="Google Shape;2443;p11"/>
            <p:cNvSpPr/>
            <p:nvPr/>
          </p:nvSpPr>
          <p:spPr>
            <a:xfrm>
              <a:off x="4914720" y="434160"/>
              <a:ext cx="41400" cy="1591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1667" h="6376">
                  <a:moveTo>
                    <a:pt x="145" y="1"/>
                  </a:moveTo>
                  <a:cubicBezTo>
                    <a:pt x="76" y="1"/>
                    <a:pt x="0" y="71"/>
                    <a:pt x="24" y="140"/>
                  </a:cubicBezTo>
                  <a:cubicBezTo>
                    <a:pt x="944" y="2079"/>
                    <a:pt x="1437" y="4149"/>
                    <a:pt x="1469" y="6252"/>
                  </a:cubicBezTo>
                  <a:cubicBezTo>
                    <a:pt x="1469" y="6335"/>
                    <a:pt x="1519" y="6376"/>
                    <a:pt x="1568" y="6376"/>
                  </a:cubicBezTo>
                  <a:cubicBezTo>
                    <a:pt x="1617" y="6376"/>
                    <a:pt x="1667" y="6335"/>
                    <a:pt x="1667" y="6252"/>
                  </a:cubicBezTo>
                  <a:cubicBezTo>
                    <a:pt x="1634" y="4116"/>
                    <a:pt x="1141" y="1981"/>
                    <a:pt x="221" y="42"/>
                  </a:cubicBezTo>
                  <a:cubicBezTo>
                    <a:pt x="202" y="13"/>
                    <a:pt x="174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0" name="Google Shape;2444;p11"/>
            <p:cNvSpPr/>
            <p:nvPr/>
          </p:nvSpPr>
          <p:spPr>
            <a:xfrm>
              <a:off x="4897440" y="488880"/>
              <a:ext cx="25560" cy="9648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33" h="3874">
                  <a:moveTo>
                    <a:pt x="159" y="0"/>
                  </a:moveTo>
                  <a:cubicBezTo>
                    <a:pt x="83" y="0"/>
                    <a:pt x="0" y="85"/>
                    <a:pt x="46" y="154"/>
                  </a:cubicBezTo>
                  <a:cubicBezTo>
                    <a:pt x="638" y="1238"/>
                    <a:pt x="835" y="2520"/>
                    <a:pt x="638" y="3736"/>
                  </a:cubicBezTo>
                  <a:cubicBezTo>
                    <a:pt x="618" y="3817"/>
                    <a:pt x="685" y="3873"/>
                    <a:pt x="747" y="3873"/>
                  </a:cubicBezTo>
                  <a:cubicBezTo>
                    <a:pt x="786" y="3873"/>
                    <a:pt x="822" y="3852"/>
                    <a:pt x="835" y="3802"/>
                  </a:cubicBezTo>
                  <a:cubicBezTo>
                    <a:pt x="1032" y="2520"/>
                    <a:pt x="835" y="1206"/>
                    <a:pt x="244" y="55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1" name="Google Shape;2445;p11"/>
            <p:cNvSpPr/>
            <p:nvPr/>
          </p:nvSpPr>
          <p:spPr>
            <a:xfrm>
              <a:off x="4955040" y="465120"/>
              <a:ext cx="26280" cy="11016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1066" h="4426">
                  <a:moveTo>
                    <a:pt x="148" y="0"/>
                  </a:moveTo>
                  <a:cubicBezTo>
                    <a:pt x="83" y="0"/>
                    <a:pt x="1" y="85"/>
                    <a:pt x="47" y="154"/>
                  </a:cubicBezTo>
                  <a:cubicBezTo>
                    <a:pt x="605" y="1468"/>
                    <a:pt x="868" y="2881"/>
                    <a:pt x="770" y="4327"/>
                  </a:cubicBezTo>
                  <a:cubicBezTo>
                    <a:pt x="770" y="4393"/>
                    <a:pt x="819" y="4426"/>
                    <a:pt x="868" y="4426"/>
                  </a:cubicBezTo>
                  <a:cubicBezTo>
                    <a:pt x="917" y="4426"/>
                    <a:pt x="967" y="4393"/>
                    <a:pt x="967" y="4327"/>
                  </a:cubicBezTo>
                  <a:cubicBezTo>
                    <a:pt x="1065" y="2849"/>
                    <a:pt x="802" y="1403"/>
                    <a:pt x="211" y="55"/>
                  </a:cubicBezTo>
                  <a:cubicBezTo>
                    <a:pt x="201" y="16"/>
                    <a:pt x="176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3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2" name="Google Shape;2448;p13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3" name="PlaceHolder 1"/>
          <p:cNvSpPr>
            <a:spLocks noGrp="1"/>
          </p:cNvSpPr>
          <p:nvPr>
            <p:ph type="title"/>
          </p:nvPr>
        </p:nvSpPr>
        <p:spPr>
          <a:xfrm>
            <a:off x="713160" y="310680"/>
            <a:ext cx="7726320" cy="54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84" name="PlaceHolder 2"/>
          <p:cNvSpPr>
            <a:spLocks noGrp="1"/>
          </p:cNvSpPr>
          <p:nvPr>
            <p:ph type="title"/>
          </p:nvPr>
        </p:nvSpPr>
        <p:spPr>
          <a:xfrm>
            <a:off x="1543320" y="955800"/>
            <a:ext cx="1031040" cy="82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5" name="Google Shape;2453;p13"/>
          <p:cNvSpPr/>
          <p:nvPr/>
        </p:nvSpPr>
        <p:spPr>
          <a:xfrm>
            <a:off x="8774640" y="11826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22">
                <a:moveTo>
                  <a:pt x="0" y="0"/>
                </a:moveTo>
                <a:lnTo>
                  <a:pt x="0" y="21"/>
                </a:lnTo>
                <a:cubicBezTo>
                  <a:pt x="0" y="21"/>
                  <a:pt x="0" y="0"/>
                  <a:pt x="0" y="0"/>
                </a:cubicBezTo>
                <a:close/>
              </a:path>
            </a:pathLst>
          </a:custGeom>
          <a:solidFill>
            <a:srgbClr val="D7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86" name="Google Shape;2454;p13"/>
          <p:cNvSpPr/>
          <p:nvPr/>
        </p:nvSpPr>
        <p:spPr>
          <a:xfrm>
            <a:off x="9012960" y="12484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22">
                <a:moveTo>
                  <a:pt x="0" y="1"/>
                </a:moveTo>
                <a:cubicBezTo>
                  <a:pt x="0" y="1"/>
                  <a:pt x="0" y="1"/>
                  <a:pt x="0" y="22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rgbClr val="D7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87" name="PlaceHolder 3"/>
          <p:cNvSpPr>
            <a:spLocks noGrp="1"/>
          </p:cNvSpPr>
          <p:nvPr>
            <p:ph type="title"/>
          </p:nvPr>
        </p:nvSpPr>
        <p:spPr>
          <a:xfrm>
            <a:off x="4060800" y="955800"/>
            <a:ext cx="1031040" cy="82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8" name="PlaceHolder 4"/>
          <p:cNvSpPr>
            <a:spLocks noGrp="1"/>
          </p:cNvSpPr>
          <p:nvPr>
            <p:ph type="title"/>
          </p:nvPr>
        </p:nvSpPr>
        <p:spPr>
          <a:xfrm>
            <a:off x="6578640" y="955800"/>
            <a:ext cx="1031040" cy="82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9" name="PlaceHolder 5"/>
          <p:cNvSpPr>
            <a:spLocks noGrp="1"/>
          </p:cNvSpPr>
          <p:nvPr>
            <p:ph type="title"/>
          </p:nvPr>
        </p:nvSpPr>
        <p:spPr>
          <a:xfrm>
            <a:off x="1543320" y="2803680"/>
            <a:ext cx="1031040" cy="82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0" name="PlaceHolder 6"/>
          <p:cNvSpPr>
            <a:spLocks noGrp="1"/>
          </p:cNvSpPr>
          <p:nvPr>
            <p:ph type="title"/>
          </p:nvPr>
        </p:nvSpPr>
        <p:spPr>
          <a:xfrm>
            <a:off x="4060800" y="2803680"/>
            <a:ext cx="1031040" cy="82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1" name="PlaceHolder 7"/>
          <p:cNvSpPr>
            <a:spLocks noGrp="1"/>
          </p:cNvSpPr>
          <p:nvPr>
            <p:ph type="title"/>
          </p:nvPr>
        </p:nvSpPr>
        <p:spPr>
          <a:xfrm>
            <a:off x="6578640" y="2803680"/>
            <a:ext cx="1031040" cy="82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792" name="Google Shape;2470;p13"/>
          <p:cNvGrpSpPr/>
          <p:nvPr/>
        </p:nvGrpSpPr>
        <p:grpSpPr>
          <a:xfrm>
            <a:off x="8588160" y="3987360"/>
            <a:ext cx="363600" cy="1130760"/>
            <a:chOff x="8588160" y="3987360"/>
            <a:chExt cx="363600" cy="1130760"/>
          </a:xfrm>
        </p:grpSpPr>
        <p:sp>
          <p:nvSpPr>
            <p:cNvPr id="1793" name="Google Shape;2471;p13"/>
            <p:cNvSpPr/>
            <p:nvPr/>
          </p:nvSpPr>
          <p:spPr>
            <a:xfrm>
              <a:off x="8674200" y="3987360"/>
              <a:ext cx="277560" cy="3481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348120"/>
                <a:gd name="textAreaBottom" fmla="*/ 348480 h 348120"/>
              </a:gdLst>
              <a:ahLst/>
              <a:cxnLst/>
              <a:rect l="textAreaLeft" t="textAreaTop" r="textAreaRight" b="textAreaBottom"/>
              <a:pathLst>
                <a:path w="11114" h="13942">
                  <a:moveTo>
                    <a:pt x="4690" y="879"/>
                  </a:moveTo>
                  <a:cubicBezTo>
                    <a:pt x="5190" y="879"/>
                    <a:pt x="5687" y="1132"/>
                    <a:pt x="5969" y="1555"/>
                  </a:cubicBezTo>
                  <a:cubicBezTo>
                    <a:pt x="6379" y="2376"/>
                    <a:pt x="6342" y="3308"/>
                    <a:pt x="5895" y="4090"/>
                  </a:cubicBezTo>
                  <a:cubicBezTo>
                    <a:pt x="5877" y="4120"/>
                    <a:pt x="5867" y="4152"/>
                    <a:pt x="5863" y="4184"/>
                  </a:cubicBezTo>
                  <a:lnTo>
                    <a:pt x="5863" y="4184"/>
                  </a:lnTo>
                  <a:cubicBezTo>
                    <a:pt x="5336" y="3797"/>
                    <a:pt x="4696" y="3565"/>
                    <a:pt x="4018" y="3565"/>
                  </a:cubicBezTo>
                  <a:cubicBezTo>
                    <a:pt x="3637" y="3565"/>
                    <a:pt x="3244" y="3639"/>
                    <a:pt x="2854" y="3800"/>
                  </a:cubicBezTo>
                  <a:lnTo>
                    <a:pt x="2854" y="3800"/>
                  </a:lnTo>
                  <a:cubicBezTo>
                    <a:pt x="2638" y="2649"/>
                    <a:pt x="2901" y="1304"/>
                    <a:pt x="4217" y="959"/>
                  </a:cubicBezTo>
                  <a:cubicBezTo>
                    <a:pt x="4370" y="905"/>
                    <a:pt x="4530" y="879"/>
                    <a:pt x="4690" y="879"/>
                  </a:cubicBezTo>
                  <a:close/>
                  <a:moveTo>
                    <a:pt x="8467" y="3457"/>
                  </a:moveTo>
                  <a:cubicBezTo>
                    <a:pt x="9250" y="3494"/>
                    <a:pt x="9884" y="4128"/>
                    <a:pt x="9958" y="4911"/>
                  </a:cubicBezTo>
                  <a:cubicBezTo>
                    <a:pt x="10094" y="6573"/>
                    <a:pt x="8408" y="7340"/>
                    <a:pt x="7036" y="7745"/>
                  </a:cubicBezTo>
                  <a:lnTo>
                    <a:pt x="7036" y="7745"/>
                  </a:lnTo>
                  <a:cubicBezTo>
                    <a:pt x="7457" y="6541"/>
                    <a:pt x="7060" y="5326"/>
                    <a:pt x="6253" y="4519"/>
                  </a:cubicBezTo>
                  <a:lnTo>
                    <a:pt x="6253" y="4519"/>
                  </a:lnTo>
                  <a:cubicBezTo>
                    <a:pt x="6296" y="4502"/>
                    <a:pt x="6339" y="4472"/>
                    <a:pt x="6379" y="4426"/>
                  </a:cubicBezTo>
                  <a:cubicBezTo>
                    <a:pt x="6864" y="3792"/>
                    <a:pt x="7647" y="3457"/>
                    <a:pt x="8467" y="3457"/>
                  </a:cubicBezTo>
                  <a:close/>
                  <a:moveTo>
                    <a:pt x="4009" y="4624"/>
                  </a:moveTo>
                  <a:cubicBezTo>
                    <a:pt x="4745" y="4624"/>
                    <a:pt x="5464" y="5018"/>
                    <a:pt x="5820" y="5731"/>
                  </a:cubicBezTo>
                  <a:cubicBezTo>
                    <a:pt x="6417" y="6849"/>
                    <a:pt x="5857" y="8229"/>
                    <a:pt x="4664" y="8639"/>
                  </a:cubicBezTo>
                  <a:cubicBezTo>
                    <a:pt x="4365" y="8751"/>
                    <a:pt x="4053" y="8807"/>
                    <a:pt x="3749" y="8807"/>
                  </a:cubicBezTo>
                  <a:cubicBezTo>
                    <a:pt x="2844" y="8807"/>
                    <a:pt x="2008" y="8311"/>
                    <a:pt x="1757" y="7334"/>
                  </a:cubicBezTo>
                  <a:cubicBezTo>
                    <a:pt x="1547" y="6415"/>
                    <a:pt x="1946" y="5663"/>
                    <a:pt x="2553" y="5103"/>
                  </a:cubicBezTo>
                  <a:lnTo>
                    <a:pt x="2553" y="5103"/>
                  </a:lnTo>
                  <a:cubicBezTo>
                    <a:pt x="2636" y="5098"/>
                    <a:pt x="2721" y="5072"/>
                    <a:pt x="2800" y="5022"/>
                  </a:cubicBezTo>
                  <a:cubicBezTo>
                    <a:pt x="3166" y="4752"/>
                    <a:pt x="3590" y="4624"/>
                    <a:pt x="4009" y="4624"/>
                  </a:cubicBezTo>
                  <a:close/>
                  <a:moveTo>
                    <a:pt x="6486" y="8722"/>
                  </a:moveTo>
                  <a:cubicBezTo>
                    <a:pt x="6499" y="8732"/>
                    <a:pt x="6514" y="8742"/>
                    <a:pt x="6528" y="8750"/>
                  </a:cubicBezTo>
                  <a:cubicBezTo>
                    <a:pt x="7162" y="9049"/>
                    <a:pt x="8020" y="9459"/>
                    <a:pt x="8094" y="10242"/>
                  </a:cubicBezTo>
                  <a:cubicBezTo>
                    <a:pt x="8057" y="11136"/>
                    <a:pt x="7647" y="11994"/>
                    <a:pt x="6976" y="12590"/>
                  </a:cubicBezTo>
                  <a:cubicBezTo>
                    <a:pt x="6699" y="12821"/>
                    <a:pt x="6371" y="12931"/>
                    <a:pt x="6048" y="12931"/>
                  </a:cubicBezTo>
                  <a:cubicBezTo>
                    <a:pt x="5587" y="12931"/>
                    <a:pt x="5135" y="12708"/>
                    <a:pt x="4851" y="12292"/>
                  </a:cubicBezTo>
                  <a:cubicBezTo>
                    <a:pt x="4328" y="11630"/>
                    <a:pt x="4229" y="10804"/>
                    <a:pt x="3913" y="10060"/>
                  </a:cubicBezTo>
                  <a:lnTo>
                    <a:pt x="3913" y="10060"/>
                  </a:lnTo>
                  <a:cubicBezTo>
                    <a:pt x="4901" y="9973"/>
                    <a:pt x="5838" y="9491"/>
                    <a:pt x="6486" y="8722"/>
                  </a:cubicBezTo>
                  <a:close/>
                  <a:moveTo>
                    <a:pt x="4580" y="0"/>
                  </a:moveTo>
                  <a:cubicBezTo>
                    <a:pt x="4472" y="0"/>
                    <a:pt x="4363" y="9"/>
                    <a:pt x="4254" y="27"/>
                  </a:cubicBezTo>
                  <a:cubicBezTo>
                    <a:pt x="2154" y="233"/>
                    <a:pt x="1453" y="2475"/>
                    <a:pt x="1886" y="4284"/>
                  </a:cubicBezTo>
                  <a:lnTo>
                    <a:pt x="1886" y="4284"/>
                  </a:lnTo>
                  <a:cubicBezTo>
                    <a:pt x="1" y="5614"/>
                    <a:pt x="20" y="9058"/>
                    <a:pt x="2502" y="9906"/>
                  </a:cubicBezTo>
                  <a:cubicBezTo>
                    <a:pt x="2679" y="9962"/>
                    <a:pt x="2857" y="10004"/>
                    <a:pt x="3037" y="10031"/>
                  </a:cubicBezTo>
                  <a:lnTo>
                    <a:pt x="3037" y="10031"/>
                  </a:lnTo>
                  <a:cubicBezTo>
                    <a:pt x="3028" y="10063"/>
                    <a:pt x="3024" y="10096"/>
                    <a:pt x="3024" y="10130"/>
                  </a:cubicBezTo>
                  <a:cubicBezTo>
                    <a:pt x="3024" y="11397"/>
                    <a:pt x="3583" y="12590"/>
                    <a:pt x="4553" y="13410"/>
                  </a:cubicBezTo>
                  <a:cubicBezTo>
                    <a:pt x="4981" y="13765"/>
                    <a:pt x="5522" y="13942"/>
                    <a:pt x="6062" y="13942"/>
                  </a:cubicBezTo>
                  <a:cubicBezTo>
                    <a:pt x="6603" y="13942"/>
                    <a:pt x="7143" y="13765"/>
                    <a:pt x="7572" y="13410"/>
                  </a:cubicBezTo>
                  <a:cubicBezTo>
                    <a:pt x="8504" y="12628"/>
                    <a:pt x="9063" y="11472"/>
                    <a:pt x="9101" y="10242"/>
                  </a:cubicBezTo>
                  <a:cubicBezTo>
                    <a:pt x="9051" y="9429"/>
                    <a:pt x="8595" y="8876"/>
                    <a:pt x="8001" y="8455"/>
                  </a:cubicBezTo>
                  <a:lnTo>
                    <a:pt x="8001" y="8455"/>
                  </a:lnTo>
                  <a:cubicBezTo>
                    <a:pt x="8766" y="8177"/>
                    <a:pt x="9487" y="7793"/>
                    <a:pt x="10070" y="7185"/>
                  </a:cubicBezTo>
                  <a:cubicBezTo>
                    <a:pt x="10853" y="6365"/>
                    <a:pt x="11114" y="5172"/>
                    <a:pt x="10741" y="4128"/>
                  </a:cubicBezTo>
                  <a:cubicBezTo>
                    <a:pt x="10318" y="3042"/>
                    <a:pt x="9341" y="2520"/>
                    <a:pt x="8357" y="2520"/>
                  </a:cubicBezTo>
                  <a:cubicBezTo>
                    <a:pt x="7733" y="2520"/>
                    <a:pt x="7106" y="2730"/>
                    <a:pt x="6615" y="3140"/>
                  </a:cubicBezTo>
                  <a:lnTo>
                    <a:pt x="6615" y="3140"/>
                  </a:lnTo>
                  <a:cubicBezTo>
                    <a:pt x="6711" y="2470"/>
                    <a:pt x="6781" y="1787"/>
                    <a:pt x="6491" y="1183"/>
                  </a:cubicBezTo>
                  <a:cubicBezTo>
                    <a:pt x="6131" y="462"/>
                    <a:pt x="5367" y="0"/>
                    <a:pt x="4580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4" name="Google Shape;2472;p13"/>
            <p:cNvSpPr/>
            <p:nvPr/>
          </p:nvSpPr>
          <p:spPr>
            <a:xfrm>
              <a:off x="8588160" y="4043520"/>
              <a:ext cx="174240" cy="27324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273240"/>
                <a:gd name="textAreaBottom" fmla="*/ 273600 h 273240"/>
              </a:gdLst>
              <a:ahLst/>
              <a:cxnLst/>
              <a:rect l="textAreaLeft" t="textAreaTop" r="textAreaRight" b="textAreaBottom"/>
              <a:pathLst>
                <a:path w="6987" h="10946">
                  <a:moveTo>
                    <a:pt x="3402" y="0"/>
                  </a:moveTo>
                  <a:cubicBezTo>
                    <a:pt x="2386" y="0"/>
                    <a:pt x="1416" y="543"/>
                    <a:pt x="906" y="1466"/>
                  </a:cubicBezTo>
                  <a:cubicBezTo>
                    <a:pt x="1" y="3037"/>
                    <a:pt x="827" y="5199"/>
                    <a:pt x="2338" y="5951"/>
                  </a:cubicBezTo>
                  <a:lnTo>
                    <a:pt x="2338" y="5951"/>
                  </a:lnTo>
                  <a:cubicBezTo>
                    <a:pt x="2059" y="6227"/>
                    <a:pt x="1834" y="6563"/>
                    <a:pt x="1689" y="6946"/>
                  </a:cubicBezTo>
                  <a:cubicBezTo>
                    <a:pt x="1279" y="8027"/>
                    <a:pt x="1577" y="9257"/>
                    <a:pt x="2398" y="10077"/>
                  </a:cubicBezTo>
                  <a:cubicBezTo>
                    <a:pt x="2924" y="10604"/>
                    <a:pt x="3696" y="10946"/>
                    <a:pt x="4448" y="10946"/>
                  </a:cubicBezTo>
                  <a:cubicBezTo>
                    <a:pt x="4868" y="10946"/>
                    <a:pt x="5280" y="10839"/>
                    <a:pt x="5641" y="10599"/>
                  </a:cubicBezTo>
                  <a:cubicBezTo>
                    <a:pt x="6573" y="10003"/>
                    <a:pt x="6983" y="8698"/>
                    <a:pt x="6946" y="7617"/>
                  </a:cubicBezTo>
                  <a:cubicBezTo>
                    <a:pt x="6986" y="7272"/>
                    <a:pt x="6729" y="7082"/>
                    <a:pt x="6468" y="7082"/>
                  </a:cubicBezTo>
                  <a:cubicBezTo>
                    <a:pt x="6249" y="7082"/>
                    <a:pt x="6027" y="7216"/>
                    <a:pt x="5976" y="7505"/>
                  </a:cubicBezTo>
                  <a:cubicBezTo>
                    <a:pt x="5827" y="8176"/>
                    <a:pt x="5827" y="9033"/>
                    <a:pt x="5343" y="9593"/>
                  </a:cubicBezTo>
                  <a:cubicBezTo>
                    <a:pt x="5095" y="9887"/>
                    <a:pt x="4769" y="10008"/>
                    <a:pt x="4431" y="10008"/>
                  </a:cubicBezTo>
                  <a:cubicBezTo>
                    <a:pt x="3955" y="10008"/>
                    <a:pt x="3454" y="9770"/>
                    <a:pt x="3106" y="9444"/>
                  </a:cubicBezTo>
                  <a:cubicBezTo>
                    <a:pt x="2509" y="8884"/>
                    <a:pt x="2323" y="8064"/>
                    <a:pt x="2584" y="7319"/>
                  </a:cubicBezTo>
                  <a:cubicBezTo>
                    <a:pt x="2773" y="6804"/>
                    <a:pt x="3179" y="6408"/>
                    <a:pt x="3673" y="6215"/>
                  </a:cubicBezTo>
                  <a:lnTo>
                    <a:pt x="3673" y="6215"/>
                  </a:lnTo>
                  <a:cubicBezTo>
                    <a:pt x="3913" y="6196"/>
                    <a:pt x="4159" y="6143"/>
                    <a:pt x="4411" y="6051"/>
                  </a:cubicBezTo>
                  <a:cubicBezTo>
                    <a:pt x="4848" y="5869"/>
                    <a:pt x="4858" y="5118"/>
                    <a:pt x="4302" y="5118"/>
                  </a:cubicBezTo>
                  <a:cubicBezTo>
                    <a:pt x="4289" y="5118"/>
                    <a:pt x="4275" y="5118"/>
                    <a:pt x="4262" y="5119"/>
                  </a:cubicBezTo>
                  <a:cubicBezTo>
                    <a:pt x="3977" y="5129"/>
                    <a:pt x="3698" y="5181"/>
                    <a:pt x="3433" y="5273"/>
                  </a:cubicBezTo>
                  <a:lnTo>
                    <a:pt x="3433" y="5273"/>
                  </a:lnTo>
                  <a:cubicBezTo>
                    <a:pt x="1954" y="5209"/>
                    <a:pt x="910" y="3273"/>
                    <a:pt x="1652" y="1950"/>
                  </a:cubicBezTo>
                  <a:cubicBezTo>
                    <a:pt x="2006" y="1274"/>
                    <a:pt x="2694" y="876"/>
                    <a:pt x="3427" y="876"/>
                  </a:cubicBezTo>
                  <a:cubicBezTo>
                    <a:pt x="3543" y="876"/>
                    <a:pt x="3660" y="886"/>
                    <a:pt x="3777" y="906"/>
                  </a:cubicBezTo>
                  <a:cubicBezTo>
                    <a:pt x="4187" y="1018"/>
                    <a:pt x="4523" y="1205"/>
                    <a:pt x="4783" y="1540"/>
                  </a:cubicBezTo>
                  <a:cubicBezTo>
                    <a:pt x="4970" y="1801"/>
                    <a:pt x="5194" y="2099"/>
                    <a:pt x="5455" y="2323"/>
                  </a:cubicBezTo>
                  <a:cubicBezTo>
                    <a:pt x="5474" y="2333"/>
                    <a:pt x="5494" y="2338"/>
                    <a:pt x="5514" y="2338"/>
                  </a:cubicBezTo>
                  <a:cubicBezTo>
                    <a:pt x="5569" y="2338"/>
                    <a:pt x="5624" y="2303"/>
                    <a:pt x="5678" y="2249"/>
                  </a:cubicBezTo>
                  <a:cubicBezTo>
                    <a:pt x="6275" y="1279"/>
                    <a:pt x="4746" y="235"/>
                    <a:pt x="3926" y="49"/>
                  </a:cubicBezTo>
                  <a:cubicBezTo>
                    <a:pt x="3751" y="16"/>
                    <a:pt x="3576" y="0"/>
                    <a:pt x="340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5" name="Google Shape;2473;p13"/>
            <p:cNvSpPr/>
            <p:nvPr/>
          </p:nvSpPr>
          <p:spPr>
            <a:xfrm>
              <a:off x="8726040" y="4219200"/>
              <a:ext cx="105480" cy="89892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898920"/>
                <a:gd name="textAreaBottom" fmla="*/ 899280 h 898920"/>
              </a:gdLst>
              <a:ahLst/>
              <a:cxnLst/>
              <a:rect l="textAreaLeft" t="textAreaTop" r="textAreaRight" b="textAreaBottom"/>
              <a:pathLst>
                <a:path w="4227" h="35964">
                  <a:moveTo>
                    <a:pt x="1396" y="0"/>
                  </a:moveTo>
                  <a:cubicBezTo>
                    <a:pt x="1348" y="0"/>
                    <a:pt x="1299" y="28"/>
                    <a:pt x="1282" y="80"/>
                  </a:cubicBezTo>
                  <a:lnTo>
                    <a:pt x="1244" y="80"/>
                  </a:lnTo>
                  <a:cubicBezTo>
                    <a:pt x="89" y="5038"/>
                    <a:pt x="163" y="10220"/>
                    <a:pt x="1505" y="15141"/>
                  </a:cubicBezTo>
                  <a:cubicBezTo>
                    <a:pt x="2176" y="17527"/>
                    <a:pt x="3034" y="19875"/>
                    <a:pt x="3407" y="22373"/>
                  </a:cubicBezTo>
                  <a:cubicBezTo>
                    <a:pt x="3705" y="24535"/>
                    <a:pt x="3630" y="26772"/>
                    <a:pt x="3183" y="28972"/>
                  </a:cubicBezTo>
                  <a:cubicBezTo>
                    <a:pt x="2959" y="30165"/>
                    <a:pt x="2586" y="31358"/>
                    <a:pt x="2027" y="32439"/>
                  </a:cubicBezTo>
                  <a:cubicBezTo>
                    <a:pt x="1729" y="32998"/>
                    <a:pt x="1393" y="33557"/>
                    <a:pt x="1021" y="34042"/>
                  </a:cubicBezTo>
                  <a:cubicBezTo>
                    <a:pt x="611" y="34452"/>
                    <a:pt x="312" y="34937"/>
                    <a:pt x="89" y="35458"/>
                  </a:cubicBezTo>
                  <a:cubicBezTo>
                    <a:pt x="1" y="35722"/>
                    <a:pt x="213" y="35963"/>
                    <a:pt x="470" y="35963"/>
                  </a:cubicBezTo>
                  <a:cubicBezTo>
                    <a:pt x="540" y="35963"/>
                    <a:pt x="614" y="35946"/>
                    <a:pt x="685" y="35906"/>
                  </a:cubicBezTo>
                  <a:cubicBezTo>
                    <a:pt x="1505" y="35384"/>
                    <a:pt x="1953" y="34228"/>
                    <a:pt x="2288" y="33371"/>
                  </a:cubicBezTo>
                  <a:cubicBezTo>
                    <a:pt x="2735" y="32327"/>
                    <a:pt x="3108" y="31320"/>
                    <a:pt x="3444" y="30277"/>
                  </a:cubicBezTo>
                  <a:cubicBezTo>
                    <a:pt x="4040" y="28189"/>
                    <a:pt x="4227" y="25989"/>
                    <a:pt x="4078" y="23864"/>
                  </a:cubicBezTo>
                  <a:cubicBezTo>
                    <a:pt x="3891" y="21479"/>
                    <a:pt x="3407" y="19167"/>
                    <a:pt x="2661" y="16893"/>
                  </a:cubicBezTo>
                  <a:cubicBezTo>
                    <a:pt x="1803" y="14358"/>
                    <a:pt x="1282" y="11748"/>
                    <a:pt x="1095" y="9064"/>
                  </a:cubicBezTo>
                  <a:cubicBezTo>
                    <a:pt x="983" y="6082"/>
                    <a:pt x="1132" y="3100"/>
                    <a:pt x="1505" y="117"/>
                  </a:cubicBezTo>
                  <a:cubicBezTo>
                    <a:pt x="1505" y="37"/>
                    <a:pt x="1452" y="0"/>
                    <a:pt x="1396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6" name="Google Shape;2474;p13"/>
            <p:cNvSpPr/>
            <p:nvPr/>
          </p:nvSpPr>
          <p:spPr>
            <a:xfrm>
              <a:off x="8794440" y="4219560"/>
              <a:ext cx="65880" cy="9072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2648" h="3642">
                  <a:moveTo>
                    <a:pt x="144" y="0"/>
                  </a:moveTo>
                  <a:cubicBezTo>
                    <a:pt x="67" y="0"/>
                    <a:pt x="0" y="66"/>
                    <a:pt x="0" y="166"/>
                  </a:cubicBezTo>
                  <a:cubicBezTo>
                    <a:pt x="38" y="501"/>
                    <a:pt x="150" y="874"/>
                    <a:pt x="336" y="1172"/>
                  </a:cubicBezTo>
                  <a:cubicBezTo>
                    <a:pt x="485" y="1508"/>
                    <a:pt x="672" y="1806"/>
                    <a:pt x="895" y="2104"/>
                  </a:cubicBezTo>
                  <a:cubicBezTo>
                    <a:pt x="1082" y="2403"/>
                    <a:pt x="1305" y="2701"/>
                    <a:pt x="1529" y="2999"/>
                  </a:cubicBezTo>
                  <a:cubicBezTo>
                    <a:pt x="1736" y="3240"/>
                    <a:pt x="1975" y="3641"/>
                    <a:pt x="2334" y="3641"/>
                  </a:cubicBezTo>
                  <a:cubicBezTo>
                    <a:pt x="2363" y="3641"/>
                    <a:pt x="2393" y="3638"/>
                    <a:pt x="2424" y="3633"/>
                  </a:cubicBezTo>
                  <a:cubicBezTo>
                    <a:pt x="2461" y="3595"/>
                    <a:pt x="2536" y="3521"/>
                    <a:pt x="2573" y="3484"/>
                  </a:cubicBezTo>
                  <a:cubicBezTo>
                    <a:pt x="2647" y="3111"/>
                    <a:pt x="2275" y="2813"/>
                    <a:pt x="2051" y="2589"/>
                  </a:cubicBezTo>
                  <a:cubicBezTo>
                    <a:pt x="1864" y="2328"/>
                    <a:pt x="1641" y="2030"/>
                    <a:pt x="1454" y="1769"/>
                  </a:cubicBezTo>
                  <a:cubicBezTo>
                    <a:pt x="1231" y="1471"/>
                    <a:pt x="1082" y="1172"/>
                    <a:pt x="895" y="874"/>
                  </a:cubicBezTo>
                  <a:cubicBezTo>
                    <a:pt x="709" y="576"/>
                    <a:pt x="522" y="315"/>
                    <a:pt x="261" y="54"/>
                  </a:cubicBezTo>
                  <a:cubicBezTo>
                    <a:pt x="224" y="17"/>
                    <a:pt x="183" y="0"/>
                    <a:pt x="144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7" name="Google Shape;2475;p13"/>
            <p:cNvSpPr/>
            <p:nvPr/>
          </p:nvSpPr>
          <p:spPr>
            <a:xfrm>
              <a:off x="8831880" y="4096080"/>
              <a:ext cx="96120" cy="4572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3856" h="1836">
                  <a:moveTo>
                    <a:pt x="3429" y="0"/>
                  </a:moveTo>
                  <a:cubicBezTo>
                    <a:pt x="3406" y="0"/>
                    <a:pt x="3381" y="3"/>
                    <a:pt x="3356" y="8"/>
                  </a:cubicBezTo>
                  <a:cubicBezTo>
                    <a:pt x="2759" y="232"/>
                    <a:pt x="2200" y="493"/>
                    <a:pt x="1641" y="717"/>
                  </a:cubicBezTo>
                  <a:cubicBezTo>
                    <a:pt x="1045" y="940"/>
                    <a:pt x="523" y="1276"/>
                    <a:pt x="75" y="1649"/>
                  </a:cubicBezTo>
                  <a:cubicBezTo>
                    <a:pt x="1" y="1723"/>
                    <a:pt x="38" y="1835"/>
                    <a:pt x="150" y="1835"/>
                  </a:cubicBezTo>
                  <a:cubicBezTo>
                    <a:pt x="746" y="1761"/>
                    <a:pt x="1343" y="1611"/>
                    <a:pt x="1902" y="1313"/>
                  </a:cubicBezTo>
                  <a:cubicBezTo>
                    <a:pt x="2461" y="1090"/>
                    <a:pt x="3020" y="866"/>
                    <a:pt x="3580" y="568"/>
                  </a:cubicBezTo>
                  <a:cubicBezTo>
                    <a:pt x="3855" y="395"/>
                    <a:pt x="3717" y="0"/>
                    <a:pt x="342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2476;p13"/>
            <p:cNvSpPr/>
            <p:nvPr/>
          </p:nvSpPr>
          <p:spPr>
            <a:xfrm>
              <a:off x="8775000" y="4005720"/>
              <a:ext cx="20160" cy="7884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78840"/>
                <a:gd name="textAreaBottom" fmla="*/ 79200 h 78840"/>
              </a:gdLst>
              <a:ahLst/>
              <a:cxnLst/>
              <a:rect l="textAreaLeft" t="textAreaTop" r="textAreaRight" b="textAreaBottom"/>
              <a:pathLst>
                <a:path w="821" h="3162">
                  <a:moveTo>
                    <a:pt x="373" y="75"/>
                  </a:moveTo>
                  <a:lnTo>
                    <a:pt x="373" y="75"/>
                  </a:lnTo>
                  <a:cubicBezTo>
                    <a:pt x="348" y="126"/>
                    <a:pt x="324" y="179"/>
                    <a:pt x="303" y="233"/>
                  </a:cubicBezTo>
                  <a:lnTo>
                    <a:pt x="303" y="233"/>
                  </a:lnTo>
                  <a:lnTo>
                    <a:pt x="299" y="224"/>
                  </a:lnTo>
                  <a:lnTo>
                    <a:pt x="373" y="75"/>
                  </a:lnTo>
                  <a:close/>
                  <a:moveTo>
                    <a:pt x="411" y="0"/>
                  </a:moveTo>
                  <a:cubicBezTo>
                    <a:pt x="299" y="38"/>
                    <a:pt x="224" y="149"/>
                    <a:pt x="262" y="261"/>
                  </a:cubicBezTo>
                  <a:cubicBezTo>
                    <a:pt x="266" y="276"/>
                    <a:pt x="272" y="289"/>
                    <a:pt x="278" y="301"/>
                  </a:cubicBezTo>
                  <a:lnTo>
                    <a:pt x="278" y="301"/>
                  </a:lnTo>
                  <a:cubicBezTo>
                    <a:pt x="221" y="467"/>
                    <a:pt x="187" y="644"/>
                    <a:pt x="187" y="820"/>
                  </a:cubicBezTo>
                  <a:cubicBezTo>
                    <a:pt x="187" y="1044"/>
                    <a:pt x="150" y="1268"/>
                    <a:pt x="150" y="1529"/>
                  </a:cubicBezTo>
                  <a:cubicBezTo>
                    <a:pt x="112" y="1790"/>
                    <a:pt x="112" y="1976"/>
                    <a:pt x="75" y="2237"/>
                  </a:cubicBezTo>
                  <a:cubicBezTo>
                    <a:pt x="1" y="2498"/>
                    <a:pt x="38" y="2759"/>
                    <a:pt x="112" y="3020"/>
                  </a:cubicBezTo>
                  <a:cubicBezTo>
                    <a:pt x="146" y="3121"/>
                    <a:pt x="218" y="3161"/>
                    <a:pt x="297" y="3161"/>
                  </a:cubicBezTo>
                  <a:cubicBezTo>
                    <a:pt x="392" y="3161"/>
                    <a:pt x="498" y="3102"/>
                    <a:pt x="560" y="3020"/>
                  </a:cubicBezTo>
                  <a:cubicBezTo>
                    <a:pt x="634" y="2871"/>
                    <a:pt x="709" y="2722"/>
                    <a:pt x="709" y="2535"/>
                  </a:cubicBezTo>
                  <a:lnTo>
                    <a:pt x="746" y="2088"/>
                  </a:lnTo>
                  <a:cubicBezTo>
                    <a:pt x="746" y="1752"/>
                    <a:pt x="783" y="1417"/>
                    <a:pt x="783" y="1119"/>
                  </a:cubicBezTo>
                  <a:lnTo>
                    <a:pt x="783" y="634"/>
                  </a:lnTo>
                  <a:cubicBezTo>
                    <a:pt x="821" y="485"/>
                    <a:pt x="783" y="298"/>
                    <a:pt x="709" y="149"/>
                  </a:cubicBezTo>
                  <a:cubicBezTo>
                    <a:pt x="672" y="38"/>
                    <a:pt x="523" y="0"/>
                    <a:pt x="41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2477;p13"/>
            <p:cNvSpPr/>
            <p:nvPr/>
          </p:nvSpPr>
          <p:spPr>
            <a:xfrm>
              <a:off x="8626680" y="4082040"/>
              <a:ext cx="78840" cy="62640"/>
            </a:xfrm>
            <a:custGeom>
              <a:avLst/>
              <a:gdLst>
                <a:gd name="textAreaLeft" fmla="*/ 0 w 78840"/>
                <a:gd name="textAreaRight" fmla="*/ 79200 w 7884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3169" h="2526">
                  <a:moveTo>
                    <a:pt x="142" y="0"/>
                  </a:moveTo>
                  <a:cubicBezTo>
                    <a:pt x="120" y="0"/>
                    <a:pt x="97" y="1"/>
                    <a:pt x="75" y="4"/>
                  </a:cubicBezTo>
                  <a:cubicBezTo>
                    <a:pt x="37" y="4"/>
                    <a:pt x="37" y="41"/>
                    <a:pt x="0" y="79"/>
                  </a:cubicBezTo>
                  <a:cubicBezTo>
                    <a:pt x="0" y="191"/>
                    <a:pt x="0" y="302"/>
                    <a:pt x="112" y="414"/>
                  </a:cubicBezTo>
                  <a:cubicBezTo>
                    <a:pt x="149" y="489"/>
                    <a:pt x="187" y="563"/>
                    <a:pt x="224" y="638"/>
                  </a:cubicBezTo>
                  <a:lnTo>
                    <a:pt x="336" y="787"/>
                  </a:lnTo>
                  <a:cubicBezTo>
                    <a:pt x="522" y="1048"/>
                    <a:pt x="746" y="1234"/>
                    <a:pt x="969" y="1421"/>
                  </a:cubicBezTo>
                  <a:cubicBezTo>
                    <a:pt x="1454" y="1831"/>
                    <a:pt x="1939" y="2166"/>
                    <a:pt x="2461" y="2465"/>
                  </a:cubicBezTo>
                  <a:cubicBezTo>
                    <a:pt x="2541" y="2505"/>
                    <a:pt x="2626" y="2526"/>
                    <a:pt x="2707" y="2526"/>
                  </a:cubicBezTo>
                  <a:cubicBezTo>
                    <a:pt x="2852" y="2526"/>
                    <a:pt x="2985" y="2459"/>
                    <a:pt x="3057" y="2316"/>
                  </a:cubicBezTo>
                  <a:cubicBezTo>
                    <a:pt x="3169" y="2129"/>
                    <a:pt x="3094" y="1868"/>
                    <a:pt x="2908" y="1719"/>
                  </a:cubicBezTo>
                  <a:cubicBezTo>
                    <a:pt x="2423" y="1421"/>
                    <a:pt x="1976" y="1123"/>
                    <a:pt x="1491" y="787"/>
                  </a:cubicBezTo>
                  <a:cubicBezTo>
                    <a:pt x="1305" y="601"/>
                    <a:pt x="1081" y="452"/>
                    <a:pt x="820" y="302"/>
                  </a:cubicBezTo>
                  <a:cubicBezTo>
                    <a:pt x="648" y="199"/>
                    <a:pt x="412" y="0"/>
                    <a:pt x="14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0" name="Google Shape;2478;p13"/>
            <p:cNvSpPr/>
            <p:nvPr/>
          </p:nvSpPr>
          <p:spPr>
            <a:xfrm>
              <a:off x="8656560" y="4206600"/>
              <a:ext cx="71640" cy="8028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2882" h="3224">
                  <a:moveTo>
                    <a:pt x="2283" y="0"/>
                  </a:moveTo>
                  <a:cubicBezTo>
                    <a:pt x="2194" y="0"/>
                    <a:pt x="2101" y="28"/>
                    <a:pt x="2013" y="92"/>
                  </a:cubicBezTo>
                  <a:cubicBezTo>
                    <a:pt x="1939" y="130"/>
                    <a:pt x="1901" y="204"/>
                    <a:pt x="1864" y="316"/>
                  </a:cubicBezTo>
                  <a:cubicBezTo>
                    <a:pt x="1827" y="353"/>
                    <a:pt x="1790" y="391"/>
                    <a:pt x="1790" y="428"/>
                  </a:cubicBezTo>
                  <a:lnTo>
                    <a:pt x="1491" y="801"/>
                  </a:lnTo>
                  <a:lnTo>
                    <a:pt x="932" y="1509"/>
                  </a:lnTo>
                  <a:cubicBezTo>
                    <a:pt x="746" y="1770"/>
                    <a:pt x="522" y="1994"/>
                    <a:pt x="336" y="2217"/>
                  </a:cubicBezTo>
                  <a:cubicBezTo>
                    <a:pt x="112" y="2441"/>
                    <a:pt x="0" y="2739"/>
                    <a:pt x="0" y="3075"/>
                  </a:cubicBezTo>
                  <a:cubicBezTo>
                    <a:pt x="0" y="3149"/>
                    <a:pt x="75" y="3224"/>
                    <a:pt x="149" y="3224"/>
                  </a:cubicBezTo>
                  <a:cubicBezTo>
                    <a:pt x="447" y="3186"/>
                    <a:pt x="708" y="3000"/>
                    <a:pt x="895" y="2776"/>
                  </a:cubicBezTo>
                  <a:cubicBezTo>
                    <a:pt x="1118" y="2553"/>
                    <a:pt x="1305" y="2292"/>
                    <a:pt x="1491" y="2105"/>
                  </a:cubicBezTo>
                  <a:cubicBezTo>
                    <a:pt x="1678" y="1882"/>
                    <a:pt x="1864" y="1621"/>
                    <a:pt x="2050" y="1434"/>
                  </a:cubicBezTo>
                  <a:lnTo>
                    <a:pt x="2349" y="1062"/>
                  </a:lnTo>
                  <a:cubicBezTo>
                    <a:pt x="2461" y="950"/>
                    <a:pt x="2572" y="838"/>
                    <a:pt x="2647" y="726"/>
                  </a:cubicBezTo>
                  <a:cubicBezTo>
                    <a:pt x="2881" y="375"/>
                    <a:pt x="2610" y="0"/>
                    <a:pt x="2283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01" name="Google Shape;2479;p13"/>
          <p:cNvGrpSpPr/>
          <p:nvPr/>
        </p:nvGrpSpPr>
        <p:grpSpPr>
          <a:xfrm>
            <a:off x="-36720" y="145080"/>
            <a:ext cx="1384920" cy="705600"/>
            <a:chOff x="-36720" y="145080"/>
            <a:chExt cx="1384920" cy="705600"/>
          </a:xfrm>
        </p:grpSpPr>
        <p:sp>
          <p:nvSpPr>
            <p:cNvPr id="1802" name="Google Shape;2480;p13"/>
            <p:cNvSpPr/>
            <p:nvPr/>
          </p:nvSpPr>
          <p:spPr>
            <a:xfrm>
              <a:off x="-22320" y="204840"/>
              <a:ext cx="1130760" cy="389160"/>
            </a:xfrm>
            <a:custGeom>
              <a:avLst/>
              <a:gdLst>
                <a:gd name="textAreaLeft" fmla="*/ 0 w 1130760"/>
                <a:gd name="textAreaRight" fmla="*/ 1131120 w 1130760"/>
                <a:gd name="textAreaTop" fmla="*/ 0 h 389160"/>
                <a:gd name="textAreaBottom" fmla="*/ 389520 h 389160"/>
              </a:gdLst>
              <a:ahLst/>
              <a:cxnLst/>
              <a:rect l="textAreaLeft" t="textAreaTop" r="textAreaRight" b="textAreaBottom"/>
              <a:pathLst>
                <a:path w="52807" h="18186">
                  <a:moveTo>
                    <a:pt x="51905" y="0"/>
                  </a:moveTo>
                  <a:cubicBezTo>
                    <a:pt x="51818" y="0"/>
                    <a:pt x="51726" y="21"/>
                    <a:pt x="51633" y="68"/>
                  </a:cubicBezTo>
                  <a:cubicBezTo>
                    <a:pt x="47532" y="2118"/>
                    <a:pt x="43431" y="4094"/>
                    <a:pt x="39293" y="6070"/>
                  </a:cubicBezTo>
                  <a:cubicBezTo>
                    <a:pt x="35230" y="7934"/>
                    <a:pt x="31203" y="9872"/>
                    <a:pt x="27214" y="11923"/>
                  </a:cubicBezTo>
                  <a:cubicBezTo>
                    <a:pt x="27028" y="12034"/>
                    <a:pt x="26916" y="12258"/>
                    <a:pt x="26916" y="12482"/>
                  </a:cubicBezTo>
                  <a:cubicBezTo>
                    <a:pt x="27011" y="13646"/>
                    <a:pt x="27078" y="14838"/>
                    <a:pt x="27187" y="16010"/>
                  </a:cubicBezTo>
                  <a:lnTo>
                    <a:pt x="27187" y="16010"/>
                  </a:lnTo>
                  <a:cubicBezTo>
                    <a:pt x="22810" y="16159"/>
                    <a:pt x="18432" y="16369"/>
                    <a:pt x="14055" y="16545"/>
                  </a:cubicBezTo>
                  <a:cubicBezTo>
                    <a:pt x="11743" y="16657"/>
                    <a:pt x="9432" y="16732"/>
                    <a:pt x="7121" y="16843"/>
                  </a:cubicBezTo>
                  <a:lnTo>
                    <a:pt x="3654" y="16993"/>
                  </a:lnTo>
                  <a:cubicBezTo>
                    <a:pt x="3132" y="17030"/>
                    <a:pt x="2572" y="17067"/>
                    <a:pt x="2050" y="17104"/>
                  </a:cubicBezTo>
                  <a:cubicBezTo>
                    <a:pt x="1454" y="17179"/>
                    <a:pt x="895" y="17291"/>
                    <a:pt x="336" y="17440"/>
                  </a:cubicBezTo>
                  <a:cubicBezTo>
                    <a:pt x="0" y="17515"/>
                    <a:pt x="149" y="17962"/>
                    <a:pt x="410" y="17999"/>
                  </a:cubicBezTo>
                  <a:lnTo>
                    <a:pt x="447" y="17999"/>
                  </a:lnTo>
                  <a:cubicBezTo>
                    <a:pt x="1044" y="18111"/>
                    <a:pt x="1678" y="18186"/>
                    <a:pt x="2311" y="18186"/>
                  </a:cubicBezTo>
                  <a:lnTo>
                    <a:pt x="3914" y="18186"/>
                  </a:lnTo>
                  <a:lnTo>
                    <a:pt x="7381" y="18111"/>
                  </a:lnTo>
                  <a:cubicBezTo>
                    <a:pt x="9656" y="18036"/>
                    <a:pt x="11930" y="17962"/>
                    <a:pt x="14204" y="17850"/>
                  </a:cubicBezTo>
                  <a:cubicBezTo>
                    <a:pt x="18789" y="17701"/>
                    <a:pt x="23375" y="17589"/>
                    <a:pt x="27960" y="17403"/>
                  </a:cubicBezTo>
                  <a:cubicBezTo>
                    <a:pt x="28333" y="17403"/>
                    <a:pt x="28668" y="17104"/>
                    <a:pt x="28668" y="16694"/>
                  </a:cubicBezTo>
                  <a:cubicBezTo>
                    <a:pt x="28531" y="15427"/>
                    <a:pt x="28394" y="14128"/>
                    <a:pt x="28228" y="12855"/>
                  </a:cubicBezTo>
                  <a:lnTo>
                    <a:pt x="28228" y="12855"/>
                  </a:lnTo>
                  <a:cubicBezTo>
                    <a:pt x="36068" y="8620"/>
                    <a:pt x="44366" y="5300"/>
                    <a:pt x="52229" y="1111"/>
                  </a:cubicBezTo>
                  <a:cubicBezTo>
                    <a:pt x="52807" y="791"/>
                    <a:pt x="52445" y="0"/>
                    <a:pt x="5190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3" name="Google Shape;2481;p13"/>
            <p:cNvSpPr/>
            <p:nvPr/>
          </p:nvSpPr>
          <p:spPr>
            <a:xfrm>
              <a:off x="-32400" y="411120"/>
              <a:ext cx="1236240" cy="439560"/>
            </a:xfrm>
            <a:custGeom>
              <a:avLst/>
              <a:gdLst>
                <a:gd name="textAreaLeft" fmla="*/ 0 w 1236240"/>
                <a:gd name="textAreaRight" fmla="*/ 1236600 w 1236240"/>
                <a:gd name="textAreaTop" fmla="*/ 0 h 439560"/>
                <a:gd name="textAreaBottom" fmla="*/ 439920 h 439560"/>
              </a:gdLst>
              <a:ahLst/>
              <a:cxnLst/>
              <a:rect l="textAreaLeft" t="textAreaTop" r="textAreaRight" b="textAreaBottom"/>
              <a:pathLst>
                <a:path w="57739" h="20542">
                  <a:moveTo>
                    <a:pt x="57560" y="0"/>
                  </a:moveTo>
                  <a:cubicBezTo>
                    <a:pt x="56405" y="336"/>
                    <a:pt x="55249" y="821"/>
                    <a:pt x="54168" y="1380"/>
                  </a:cubicBezTo>
                  <a:cubicBezTo>
                    <a:pt x="53087" y="1902"/>
                    <a:pt x="51969" y="2461"/>
                    <a:pt x="50850" y="3020"/>
                  </a:cubicBezTo>
                  <a:cubicBezTo>
                    <a:pt x="48725" y="4064"/>
                    <a:pt x="46600" y="5145"/>
                    <a:pt x="44513" y="6226"/>
                  </a:cubicBezTo>
                  <a:cubicBezTo>
                    <a:pt x="42388" y="7307"/>
                    <a:pt x="40300" y="8426"/>
                    <a:pt x="38212" y="9544"/>
                  </a:cubicBezTo>
                  <a:cubicBezTo>
                    <a:pt x="37094" y="10103"/>
                    <a:pt x="36013" y="10700"/>
                    <a:pt x="34932" y="11296"/>
                  </a:cubicBezTo>
                  <a:cubicBezTo>
                    <a:pt x="33851" y="11893"/>
                    <a:pt x="32732" y="12340"/>
                    <a:pt x="31688" y="12974"/>
                  </a:cubicBezTo>
                  <a:cubicBezTo>
                    <a:pt x="30719" y="13496"/>
                    <a:pt x="30085" y="14465"/>
                    <a:pt x="29973" y="15546"/>
                  </a:cubicBezTo>
                  <a:cubicBezTo>
                    <a:pt x="29850" y="16718"/>
                    <a:pt x="29778" y="17916"/>
                    <a:pt x="29693" y="19076"/>
                  </a:cubicBezTo>
                  <a:lnTo>
                    <a:pt x="29693" y="19076"/>
                  </a:lnTo>
                  <a:cubicBezTo>
                    <a:pt x="22890" y="18538"/>
                    <a:pt x="16087" y="18256"/>
                    <a:pt x="9284" y="18256"/>
                  </a:cubicBezTo>
                  <a:cubicBezTo>
                    <a:pt x="8501" y="18256"/>
                    <a:pt x="7718" y="18260"/>
                    <a:pt x="6934" y="18268"/>
                  </a:cubicBezTo>
                  <a:cubicBezTo>
                    <a:pt x="5779" y="18268"/>
                    <a:pt x="4660" y="18305"/>
                    <a:pt x="3542" y="18342"/>
                  </a:cubicBezTo>
                  <a:cubicBezTo>
                    <a:pt x="2983" y="18342"/>
                    <a:pt x="2461" y="18379"/>
                    <a:pt x="1939" y="18417"/>
                  </a:cubicBezTo>
                  <a:cubicBezTo>
                    <a:pt x="1380" y="18417"/>
                    <a:pt x="821" y="18566"/>
                    <a:pt x="336" y="18827"/>
                  </a:cubicBezTo>
                  <a:cubicBezTo>
                    <a:pt x="0" y="18976"/>
                    <a:pt x="150" y="19423"/>
                    <a:pt x="448" y="19535"/>
                  </a:cubicBezTo>
                  <a:cubicBezTo>
                    <a:pt x="985" y="19750"/>
                    <a:pt x="1522" y="19804"/>
                    <a:pt x="2073" y="19804"/>
                  </a:cubicBezTo>
                  <a:cubicBezTo>
                    <a:pt x="2478" y="19804"/>
                    <a:pt x="2892" y="19775"/>
                    <a:pt x="3318" y="19759"/>
                  </a:cubicBezTo>
                  <a:cubicBezTo>
                    <a:pt x="4288" y="19722"/>
                    <a:pt x="5257" y="19722"/>
                    <a:pt x="6226" y="19684"/>
                  </a:cubicBezTo>
                  <a:cubicBezTo>
                    <a:pt x="7195" y="19666"/>
                    <a:pt x="8165" y="19656"/>
                    <a:pt x="9134" y="19656"/>
                  </a:cubicBezTo>
                  <a:cubicBezTo>
                    <a:pt x="10103" y="19656"/>
                    <a:pt x="11073" y="19666"/>
                    <a:pt x="12042" y="19684"/>
                  </a:cubicBezTo>
                  <a:cubicBezTo>
                    <a:pt x="15882" y="19722"/>
                    <a:pt x="19759" y="19871"/>
                    <a:pt x="23636" y="20094"/>
                  </a:cubicBezTo>
                  <a:cubicBezTo>
                    <a:pt x="25873" y="20206"/>
                    <a:pt x="28109" y="20355"/>
                    <a:pt x="30309" y="20542"/>
                  </a:cubicBezTo>
                  <a:cubicBezTo>
                    <a:pt x="30682" y="20542"/>
                    <a:pt x="31017" y="20243"/>
                    <a:pt x="31017" y="19833"/>
                  </a:cubicBezTo>
                  <a:cubicBezTo>
                    <a:pt x="31092" y="18678"/>
                    <a:pt x="31204" y="17485"/>
                    <a:pt x="31278" y="16292"/>
                  </a:cubicBezTo>
                  <a:cubicBezTo>
                    <a:pt x="31241" y="15770"/>
                    <a:pt x="31353" y="15285"/>
                    <a:pt x="31576" y="14801"/>
                  </a:cubicBezTo>
                  <a:cubicBezTo>
                    <a:pt x="31875" y="14465"/>
                    <a:pt x="32247" y="14167"/>
                    <a:pt x="32658" y="13980"/>
                  </a:cubicBezTo>
                  <a:cubicBezTo>
                    <a:pt x="34708" y="12787"/>
                    <a:pt x="36758" y="11595"/>
                    <a:pt x="38846" y="10439"/>
                  </a:cubicBezTo>
                  <a:cubicBezTo>
                    <a:pt x="42798" y="8202"/>
                    <a:pt x="46787" y="6114"/>
                    <a:pt x="50813" y="4027"/>
                  </a:cubicBezTo>
                  <a:cubicBezTo>
                    <a:pt x="51969" y="3393"/>
                    <a:pt x="53124" y="2796"/>
                    <a:pt x="54280" y="2200"/>
                  </a:cubicBezTo>
                  <a:cubicBezTo>
                    <a:pt x="55436" y="1641"/>
                    <a:pt x="56591" y="970"/>
                    <a:pt x="57672" y="187"/>
                  </a:cubicBezTo>
                  <a:cubicBezTo>
                    <a:pt x="57739" y="154"/>
                    <a:pt x="57687" y="32"/>
                    <a:pt x="57596" y="32"/>
                  </a:cubicBezTo>
                  <a:cubicBezTo>
                    <a:pt x="57585" y="32"/>
                    <a:pt x="57573" y="34"/>
                    <a:pt x="57560" y="38"/>
                  </a:cubicBezTo>
                  <a:lnTo>
                    <a:pt x="57560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4" name="Google Shape;2482;p13"/>
            <p:cNvSpPr/>
            <p:nvPr/>
          </p:nvSpPr>
          <p:spPr>
            <a:xfrm>
              <a:off x="-36720" y="568800"/>
              <a:ext cx="32400" cy="26388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263880"/>
                <a:gd name="textAreaBottom" fmla="*/ 264240 h 263880"/>
              </a:gdLst>
              <a:ahLst/>
              <a:cxnLst/>
              <a:rect l="textAreaLeft" t="textAreaTop" r="textAreaRight" b="textAreaBottom"/>
              <a:pathLst>
                <a:path w="1529" h="12332">
                  <a:moveTo>
                    <a:pt x="764" y="1"/>
                  </a:moveTo>
                  <a:cubicBezTo>
                    <a:pt x="531" y="1"/>
                    <a:pt x="298" y="159"/>
                    <a:pt x="298" y="476"/>
                  </a:cubicBezTo>
                  <a:cubicBezTo>
                    <a:pt x="0" y="1334"/>
                    <a:pt x="149" y="2415"/>
                    <a:pt x="149" y="3272"/>
                  </a:cubicBezTo>
                  <a:cubicBezTo>
                    <a:pt x="149" y="4130"/>
                    <a:pt x="149" y="5136"/>
                    <a:pt x="149" y="6068"/>
                  </a:cubicBezTo>
                  <a:cubicBezTo>
                    <a:pt x="149" y="7969"/>
                    <a:pt x="37" y="9871"/>
                    <a:pt x="149" y="11772"/>
                  </a:cubicBezTo>
                  <a:cubicBezTo>
                    <a:pt x="168" y="12145"/>
                    <a:pt x="457" y="12331"/>
                    <a:pt x="746" y="12331"/>
                  </a:cubicBezTo>
                  <a:cubicBezTo>
                    <a:pt x="1035" y="12331"/>
                    <a:pt x="1323" y="12145"/>
                    <a:pt x="1342" y="11772"/>
                  </a:cubicBezTo>
                  <a:cubicBezTo>
                    <a:pt x="1454" y="9871"/>
                    <a:pt x="1342" y="7969"/>
                    <a:pt x="1342" y="6068"/>
                  </a:cubicBezTo>
                  <a:lnTo>
                    <a:pt x="1342" y="3272"/>
                  </a:lnTo>
                  <a:cubicBezTo>
                    <a:pt x="1342" y="2378"/>
                    <a:pt x="1529" y="1296"/>
                    <a:pt x="1230" y="476"/>
                  </a:cubicBezTo>
                  <a:cubicBezTo>
                    <a:pt x="1230" y="159"/>
                    <a:pt x="997" y="1"/>
                    <a:pt x="764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5" name="Google Shape;2483;p13"/>
            <p:cNvSpPr/>
            <p:nvPr/>
          </p:nvSpPr>
          <p:spPr>
            <a:xfrm>
              <a:off x="1047240" y="145080"/>
              <a:ext cx="300960" cy="36108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61080"/>
                <a:gd name="textAreaBottom" fmla="*/ 361440 h 361080"/>
              </a:gdLst>
              <a:ahLst/>
              <a:cxnLst/>
              <a:rect l="textAreaLeft" t="textAreaTop" r="textAreaRight" b="textAreaBottom"/>
              <a:pathLst>
                <a:path w="14072" h="16882">
                  <a:moveTo>
                    <a:pt x="742" y="1"/>
                  </a:moveTo>
                  <a:cubicBezTo>
                    <a:pt x="319" y="1"/>
                    <a:pt x="1" y="468"/>
                    <a:pt x="203" y="874"/>
                  </a:cubicBezTo>
                  <a:cubicBezTo>
                    <a:pt x="464" y="1396"/>
                    <a:pt x="725" y="1955"/>
                    <a:pt x="1024" y="2514"/>
                  </a:cubicBezTo>
                  <a:cubicBezTo>
                    <a:pt x="1173" y="2999"/>
                    <a:pt x="1508" y="3409"/>
                    <a:pt x="1956" y="3707"/>
                  </a:cubicBezTo>
                  <a:cubicBezTo>
                    <a:pt x="1994" y="3726"/>
                    <a:pt x="2035" y="3736"/>
                    <a:pt x="2076" y="3736"/>
                  </a:cubicBezTo>
                  <a:cubicBezTo>
                    <a:pt x="2194" y="3736"/>
                    <a:pt x="2310" y="3659"/>
                    <a:pt x="2366" y="3521"/>
                  </a:cubicBezTo>
                  <a:lnTo>
                    <a:pt x="2366" y="3483"/>
                  </a:lnTo>
                  <a:cubicBezTo>
                    <a:pt x="2440" y="2961"/>
                    <a:pt x="2291" y="2439"/>
                    <a:pt x="2030" y="1992"/>
                  </a:cubicBezTo>
                  <a:cubicBezTo>
                    <a:pt x="1935" y="1787"/>
                    <a:pt x="1834" y="1578"/>
                    <a:pt x="1732" y="1367"/>
                  </a:cubicBezTo>
                  <a:lnTo>
                    <a:pt x="1732" y="1367"/>
                  </a:lnTo>
                  <a:cubicBezTo>
                    <a:pt x="5420" y="2227"/>
                    <a:pt x="9038" y="3322"/>
                    <a:pt x="12705" y="4242"/>
                  </a:cubicBezTo>
                  <a:lnTo>
                    <a:pt x="12705" y="4242"/>
                  </a:lnTo>
                  <a:cubicBezTo>
                    <a:pt x="12103" y="6251"/>
                    <a:pt x="11553" y="8260"/>
                    <a:pt x="10940" y="10268"/>
                  </a:cubicBezTo>
                  <a:cubicBezTo>
                    <a:pt x="10455" y="11874"/>
                    <a:pt x="9946" y="13479"/>
                    <a:pt x="9472" y="15105"/>
                  </a:cubicBezTo>
                  <a:lnTo>
                    <a:pt x="9472" y="15105"/>
                  </a:lnTo>
                  <a:cubicBezTo>
                    <a:pt x="9222" y="14733"/>
                    <a:pt x="8976" y="14351"/>
                    <a:pt x="8741" y="13959"/>
                  </a:cubicBezTo>
                  <a:cubicBezTo>
                    <a:pt x="8368" y="13325"/>
                    <a:pt x="8069" y="12468"/>
                    <a:pt x="7398" y="12095"/>
                  </a:cubicBezTo>
                  <a:cubicBezTo>
                    <a:pt x="7340" y="12073"/>
                    <a:pt x="7278" y="12062"/>
                    <a:pt x="7217" y="12062"/>
                  </a:cubicBezTo>
                  <a:cubicBezTo>
                    <a:pt x="6968" y="12062"/>
                    <a:pt x="6727" y="12236"/>
                    <a:pt x="6727" y="12505"/>
                  </a:cubicBezTo>
                  <a:cubicBezTo>
                    <a:pt x="6765" y="13288"/>
                    <a:pt x="7398" y="13884"/>
                    <a:pt x="7846" y="14518"/>
                  </a:cubicBezTo>
                  <a:cubicBezTo>
                    <a:pt x="8293" y="15115"/>
                    <a:pt x="8778" y="15897"/>
                    <a:pt x="9225" y="16643"/>
                  </a:cubicBezTo>
                  <a:cubicBezTo>
                    <a:pt x="9338" y="16804"/>
                    <a:pt x="9513" y="16882"/>
                    <a:pt x="9688" y="16882"/>
                  </a:cubicBezTo>
                  <a:cubicBezTo>
                    <a:pt x="9918" y="16882"/>
                    <a:pt x="10147" y="16748"/>
                    <a:pt x="10232" y="16494"/>
                  </a:cubicBezTo>
                  <a:cubicBezTo>
                    <a:pt x="10791" y="14518"/>
                    <a:pt x="11350" y="12505"/>
                    <a:pt x="11947" y="10529"/>
                  </a:cubicBezTo>
                  <a:cubicBezTo>
                    <a:pt x="12618" y="8330"/>
                    <a:pt x="13363" y="6167"/>
                    <a:pt x="13997" y="4005"/>
                  </a:cubicBezTo>
                  <a:cubicBezTo>
                    <a:pt x="14072" y="3670"/>
                    <a:pt x="13885" y="3371"/>
                    <a:pt x="13587" y="3297"/>
                  </a:cubicBezTo>
                  <a:cubicBezTo>
                    <a:pt x="9300" y="2290"/>
                    <a:pt x="5124" y="986"/>
                    <a:pt x="874" y="16"/>
                  </a:cubicBezTo>
                  <a:cubicBezTo>
                    <a:pt x="829" y="6"/>
                    <a:pt x="785" y="1"/>
                    <a:pt x="74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6" name="Google Shape;2484;p13"/>
            <p:cNvSpPr/>
            <p:nvPr/>
          </p:nvSpPr>
          <p:spPr>
            <a:xfrm>
              <a:off x="562320" y="462240"/>
              <a:ext cx="73440" cy="28440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3454" h="13302">
                  <a:moveTo>
                    <a:pt x="395" y="0"/>
                  </a:moveTo>
                  <a:cubicBezTo>
                    <a:pt x="310" y="0"/>
                    <a:pt x="227" y="37"/>
                    <a:pt x="187" y="117"/>
                  </a:cubicBezTo>
                  <a:cubicBezTo>
                    <a:pt x="1" y="602"/>
                    <a:pt x="1" y="1124"/>
                    <a:pt x="113" y="1646"/>
                  </a:cubicBezTo>
                  <a:cubicBezTo>
                    <a:pt x="187" y="2130"/>
                    <a:pt x="262" y="2615"/>
                    <a:pt x="336" y="3137"/>
                  </a:cubicBezTo>
                  <a:cubicBezTo>
                    <a:pt x="486" y="4218"/>
                    <a:pt x="672" y="5336"/>
                    <a:pt x="858" y="6418"/>
                  </a:cubicBezTo>
                  <a:cubicBezTo>
                    <a:pt x="1045" y="7499"/>
                    <a:pt x="1268" y="8580"/>
                    <a:pt x="1455" y="9661"/>
                  </a:cubicBezTo>
                  <a:cubicBezTo>
                    <a:pt x="1679" y="10742"/>
                    <a:pt x="1753" y="12009"/>
                    <a:pt x="2200" y="12979"/>
                  </a:cubicBezTo>
                  <a:cubicBezTo>
                    <a:pt x="2313" y="13204"/>
                    <a:pt x="2522" y="13302"/>
                    <a:pt x="2736" y="13302"/>
                  </a:cubicBezTo>
                  <a:cubicBezTo>
                    <a:pt x="3088" y="13302"/>
                    <a:pt x="3454" y="13037"/>
                    <a:pt x="3431" y="12643"/>
                  </a:cubicBezTo>
                  <a:cubicBezTo>
                    <a:pt x="3393" y="12084"/>
                    <a:pt x="3282" y="11525"/>
                    <a:pt x="3095" y="11003"/>
                  </a:cubicBezTo>
                  <a:cubicBezTo>
                    <a:pt x="2983" y="10444"/>
                    <a:pt x="2834" y="9885"/>
                    <a:pt x="2685" y="9325"/>
                  </a:cubicBezTo>
                  <a:cubicBezTo>
                    <a:pt x="2461" y="8282"/>
                    <a:pt x="2238" y="7238"/>
                    <a:pt x="2014" y="6194"/>
                  </a:cubicBezTo>
                  <a:cubicBezTo>
                    <a:pt x="1790" y="5150"/>
                    <a:pt x="1604" y="4106"/>
                    <a:pt x="1418" y="3062"/>
                  </a:cubicBezTo>
                  <a:cubicBezTo>
                    <a:pt x="1306" y="2540"/>
                    <a:pt x="1231" y="2018"/>
                    <a:pt x="1119" y="1497"/>
                  </a:cubicBezTo>
                  <a:cubicBezTo>
                    <a:pt x="1082" y="975"/>
                    <a:pt x="896" y="490"/>
                    <a:pt x="597" y="80"/>
                  </a:cubicBezTo>
                  <a:cubicBezTo>
                    <a:pt x="545" y="28"/>
                    <a:pt x="469" y="0"/>
                    <a:pt x="39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7" name="Google Shape;2485;p13"/>
            <p:cNvSpPr/>
            <p:nvPr/>
          </p:nvSpPr>
          <p:spPr>
            <a:xfrm>
              <a:off x="554400" y="551160"/>
              <a:ext cx="65520" cy="295560"/>
            </a:xfrm>
            <a:custGeom>
              <a:avLst/>
              <a:gdLst>
                <a:gd name="textAreaLeft" fmla="*/ 0 w 65520"/>
                <a:gd name="textAreaRight" fmla="*/ 65880 w 65520"/>
                <a:gd name="textAreaTop" fmla="*/ 0 h 295560"/>
                <a:gd name="textAreaBottom" fmla="*/ 295920 h 295560"/>
              </a:gdLst>
              <a:ahLst/>
              <a:cxnLst/>
              <a:rect l="textAreaLeft" t="textAreaTop" r="textAreaRight" b="textAreaBottom"/>
              <a:pathLst>
                <a:path w="3072" h="13814">
                  <a:moveTo>
                    <a:pt x="429" y="1"/>
                  </a:moveTo>
                  <a:cubicBezTo>
                    <a:pt x="410" y="1"/>
                    <a:pt x="392" y="10"/>
                    <a:pt x="373" y="29"/>
                  </a:cubicBezTo>
                  <a:lnTo>
                    <a:pt x="336" y="29"/>
                  </a:lnTo>
                  <a:cubicBezTo>
                    <a:pt x="0" y="327"/>
                    <a:pt x="75" y="849"/>
                    <a:pt x="112" y="1222"/>
                  </a:cubicBezTo>
                  <a:cubicBezTo>
                    <a:pt x="112" y="1781"/>
                    <a:pt x="187" y="2303"/>
                    <a:pt x="224" y="2825"/>
                  </a:cubicBezTo>
                  <a:cubicBezTo>
                    <a:pt x="336" y="4018"/>
                    <a:pt x="485" y="5211"/>
                    <a:pt x="634" y="6366"/>
                  </a:cubicBezTo>
                  <a:cubicBezTo>
                    <a:pt x="932" y="8678"/>
                    <a:pt x="1193" y="10989"/>
                    <a:pt x="1566" y="13300"/>
                  </a:cubicBezTo>
                  <a:cubicBezTo>
                    <a:pt x="1626" y="13658"/>
                    <a:pt x="1888" y="13813"/>
                    <a:pt x="2172" y="13813"/>
                  </a:cubicBezTo>
                  <a:cubicBezTo>
                    <a:pt x="2598" y="13813"/>
                    <a:pt x="3072" y="13464"/>
                    <a:pt x="2982" y="12928"/>
                  </a:cubicBezTo>
                  <a:cubicBezTo>
                    <a:pt x="2572" y="10653"/>
                    <a:pt x="2125" y="8379"/>
                    <a:pt x="1752" y="6105"/>
                  </a:cubicBezTo>
                  <a:cubicBezTo>
                    <a:pt x="1566" y="4987"/>
                    <a:pt x="1417" y="3831"/>
                    <a:pt x="1230" y="2713"/>
                  </a:cubicBezTo>
                  <a:cubicBezTo>
                    <a:pt x="1156" y="2191"/>
                    <a:pt x="1081" y="1632"/>
                    <a:pt x="969" y="1110"/>
                  </a:cubicBezTo>
                  <a:cubicBezTo>
                    <a:pt x="895" y="737"/>
                    <a:pt x="858" y="178"/>
                    <a:pt x="485" y="29"/>
                  </a:cubicBezTo>
                  <a:cubicBezTo>
                    <a:pt x="466" y="10"/>
                    <a:pt x="447" y="1"/>
                    <a:pt x="429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8" name="Google Shape;2486;p13"/>
            <p:cNvSpPr/>
            <p:nvPr/>
          </p:nvSpPr>
          <p:spPr>
            <a:xfrm>
              <a:off x="599040" y="417240"/>
              <a:ext cx="65160" cy="2163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216360"/>
                <a:gd name="textAreaBottom" fmla="*/ 216720 h 216360"/>
              </a:gdLst>
              <a:ahLst/>
              <a:cxnLst/>
              <a:rect l="textAreaLeft" t="textAreaTop" r="textAreaRight" b="textAreaBottom"/>
              <a:pathLst>
                <a:path w="3058" h="10121">
                  <a:moveTo>
                    <a:pt x="2943" y="0"/>
                  </a:moveTo>
                  <a:cubicBezTo>
                    <a:pt x="2915" y="0"/>
                    <a:pt x="2887" y="9"/>
                    <a:pt x="2871" y="25"/>
                  </a:cubicBezTo>
                  <a:lnTo>
                    <a:pt x="2909" y="25"/>
                  </a:lnTo>
                  <a:cubicBezTo>
                    <a:pt x="2610" y="323"/>
                    <a:pt x="2424" y="658"/>
                    <a:pt x="2312" y="1069"/>
                  </a:cubicBezTo>
                  <a:cubicBezTo>
                    <a:pt x="2163" y="1479"/>
                    <a:pt x="2014" y="1889"/>
                    <a:pt x="1865" y="2299"/>
                  </a:cubicBezTo>
                  <a:cubicBezTo>
                    <a:pt x="1567" y="3156"/>
                    <a:pt x="1306" y="4051"/>
                    <a:pt x="1045" y="4946"/>
                  </a:cubicBezTo>
                  <a:cubicBezTo>
                    <a:pt x="821" y="5803"/>
                    <a:pt x="597" y="6735"/>
                    <a:pt x="374" y="7630"/>
                  </a:cubicBezTo>
                  <a:cubicBezTo>
                    <a:pt x="299" y="8040"/>
                    <a:pt x="224" y="8487"/>
                    <a:pt x="150" y="8897"/>
                  </a:cubicBezTo>
                  <a:cubicBezTo>
                    <a:pt x="1" y="9270"/>
                    <a:pt x="1" y="9643"/>
                    <a:pt x="150" y="10016"/>
                  </a:cubicBezTo>
                  <a:cubicBezTo>
                    <a:pt x="193" y="10081"/>
                    <a:pt x="262" y="10121"/>
                    <a:pt x="333" y="10121"/>
                  </a:cubicBezTo>
                  <a:cubicBezTo>
                    <a:pt x="385" y="10121"/>
                    <a:pt x="439" y="10100"/>
                    <a:pt x="485" y="10053"/>
                  </a:cubicBezTo>
                  <a:cubicBezTo>
                    <a:pt x="821" y="9792"/>
                    <a:pt x="821" y="9307"/>
                    <a:pt x="895" y="8897"/>
                  </a:cubicBezTo>
                  <a:cubicBezTo>
                    <a:pt x="970" y="8525"/>
                    <a:pt x="1045" y="8077"/>
                    <a:pt x="1119" y="7630"/>
                  </a:cubicBezTo>
                  <a:cubicBezTo>
                    <a:pt x="1268" y="6772"/>
                    <a:pt x="1455" y="5878"/>
                    <a:pt x="1678" y="5020"/>
                  </a:cubicBezTo>
                  <a:cubicBezTo>
                    <a:pt x="1902" y="4163"/>
                    <a:pt x="2163" y="3305"/>
                    <a:pt x="2424" y="2448"/>
                  </a:cubicBezTo>
                  <a:cubicBezTo>
                    <a:pt x="2536" y="2038"/>
                    <a:pt x="2685" y="1628"/>
                    <a:pt x="2834" y="1218"/>
                  </a:cubicBezTo>
                  <a:cubicBezTo>
                    <a:pt x="2983" y="845"/>
                    <a:pt x="3058" y="472"/>
                    <a:pt x="3020" y="62"/>
                  </a:cubicBezTo>
                  <a:cubicBezTo>
                    <a:pt x="3020" y="18"/>
                    <a:pt x="2982" y="0"/>
                    <a:pt x="2943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9" name="Google Shape;2487;p13"/>
            <p:cNvSpPr/>
            <p:nvPr/>
          </p:nvSpPr>
          <p:spPr>
            <a:xfrm>
              <a:off x="637200" y="387720"/>
              <a:ext cx="106560" cy="339840"/>
            </a:xfrm>
            <a:custGeom>
              <a:avLst/>
              <a:gdLst>
                <a:gd name="textAreaLeft" fmla="*/ 0 w 106560"/>
                <a:gd name="textAreaRight" fmla="*/ 106920 w 106560"/>
                <a:gd name="textAreaTop" fmla="*/ 0 h 339840"/>
                <a:gd name="textAreaBottom" fmla="*/ 340200 h 339840"/>
              </a:gdLst>
              <a:ahLst/>
              <a:cxnLst/>
              <a:rect l="textAreaLeft" t="textAreaTop" r="textAreaRight" b="textAreaBottom"/>
              <a:pathLst>
                <a:path w="4996" h="15885">
                  <a:moveTo>
                    <a:pt x="4871" y="1"/>
                  </a:moveTo>
                  <a:cubicBezTo>
                    <a:pt x="4828" y="1"/>
                    <a:pt x="4787" y="19"/>
                    <a:pt x="4772" y="50"/>
                  </a:cubicBezTo>
                  <a:cubicBezTo>
                    <a:pt x="4026" y="1131"/>
                    <a:pt x="3728" y="2585"/>
                    <a:pt x="3355" y="3815"/>
                  </a:cubicBezTo>
                  <a:cubicBezTo>
                    <a:pt x="2908" y="5157"/>
                    <a:pt x="2498" y="6462"/>
                    <a:pt x="2088" y="7804"/>
                  </a:cubicBezTo>
                  <a:cubicBezTo>
                    <a:pt x="1678" y="9146"/>
                    <a:pt x="1268" y="10413"/>
                    <a:pt x="932" y="11718"/>
                  </a:cubicBezTo>
                  <a:cubicBezTo>
                    <a:pt x="709" y="12427"/>
                    <a:pt x="522" y="13135"/>
                    <a:pt x="336" y="13806"/>
                  </a:cubicBezTo>
                  <a:cubicBezTo>
                    <a:pt x="112" y="14402"/>
                    <a:pt x="0" y="15073"/>
                    <a:pt x="0" y="15744"/>
                  </a:cubicBezTo>
                  <a:cubicBezTo>
                    <a:pt x="0" y="15835"/>
                    <a:pt x="69" y="15884"/>
                    <a:pt x="139" y="15884"/>
                  </a:cubicBezTo>
                  <a:cubicBezTo>
                    <a:pt x="185" y="15884"/>
                    <a:pt x="232" y="15863"/>
                    <a:pt x="261" y="15819"/>
                  </a:cubicBezTo>
                  <a:cubicBezTo>
                    <a:pt x="597" y="15297"/>
                    <a:pt x="820" y="14701"/>
                    <a:pt x="932" y="14067"/>
                  </a:cubicBezTo>
                  <a:cubicBezTo>
                    <a:pt x="1119" y="13396"/>
                    <a:pt x="1342" y="12688"/>
                    <a:pt x="1529" y="12016"/>
                  </a:cubicBezTo>
                  <a:cubicBezTo>
                    <a:pt x="1901" y="10674"/>
                    <a:pt x="2274" y="9295"/>
                    <a:pt x="2684" y="7953"/>
                  </a:cubicBezTo>
                  <a:cubicBezTo>
                    <a:pt x="3094" y="6611"/>
                    <a:pt x="3467" y="5381"/>
                    <a:pt x="3877" y="4076"/>
                  </a:cubicBezTo>
                  <a:cubicBezTo>
                    <a:pt x="4287" y="2771"/>
                    <a:pt x="4884" y="1429"/>
                    <a:pt x="4996" y="124"/>
                  </a:cubicBezTo>
                  <a:cubicBezTo>
                    <a:pt x="4996" y="37"/>
                    <a:pt x="4932" y="1"/>
                    <a:pt x="4871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0" name="Google Shape;2488;p13"/>
            <p:cNvSpPr/>
            <p:nvPr/>
          </p:nvSpPr>
          <p:spPr>
            <a:xfrm>
              <a:off x="725040" y="331920"/>
              <a:ext cx="119520" cy="33984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339840"/>
                <a:gd name="textAreaBottom" fmla="*/ 340200 h 339840"/>
              </a:gdLst>
              <a:ahLst/>
              <a:cxnLst/>
              <a:rect l="textAreaLeft" t="textAreaTop" r="textAreaRight" b="textAreaBottom"/>
              <a:pathLst>
                <a:path w="5593" h="15888">
                  <a:moveTo>
                    <a:pt x="5475" y="1"/>
                  </a:moveTo>
                  <a:cubicBezTo>
                    <a:pt x="5446" y="1"/>
                    <a:pt x="5420" y="17"/>
                    <a:pt x="5407" y="56"/>
                  </a:cubicBezTo>
                  <a:lnTo>
                    <a:pt x="5407" y="19"/>
                  </a:lnTo>
                  <a:cubicBezTo>
                    <a:pt x="4847" y="1249"/>
                    <a:pt x="4363" y="2479"/>
                    <a:pt x="3953" y="3747"/>
                  </a:cubicBezTo>
                  <a:cubicBezTo>
                    <a:pt x="3468" y="5089"/>
                    <a:pt x="3021" y="6431"/>
                    <a:pt x="2573" y="7773"/>
                  </a:cubicBezTo>
                  <a:lnTo>
                    <a:pt x="1231" y="11725"/>
                  </a:lnTo>
                  <a:lnTo>
                    <a:pt x="560" y="13700"/>
                  </a:lnTo>
                  <a:cubicBezTo>
                    <a:pt x="337" y="14334"/>
                    <a:pt x="1" y="15005"/>
                    <a:pt x="38" y="15676"/>
                  </a:cubicBezTo>
                  <a:cubicBezTo>
                    <a:pt x="38" y="15782"/>
                    <a:pt x="169" y="15887"/>
                    <a:pt x="298" y="15887"/>
                  </a:cubicBezTo>
                  <a:cubicBezTo>
                    <a:pt x="351" y="15887"/>
                    <a:pt x="405" y="15869"/>
                    <a:pt x="448" y="15825"/>
                  </a:cubicBezTo>
                  <a:cubicBezTo>
                    <a:pt x="747" y="15341"/>
                    <a:pt x="1008" y="14782"/>
                    <a:pt x="1119" y="14222"/>
                  </a:cubicBezTo>
                  <a:cubicBezTo>
                    <a:pt x="1343" y="13551"/>
                    <a:pt x="1567" y="12918"/>
                    <a:pt x="1790" y="12247"/>
                  </a:cubicBezTo>
                  <a:cubicBezTo>
                    <a:pt x="2238" y="10867"/>
                    <a:pt x="2685" y="9525"/>
                    <a:pt x="3132" y="8183"/>
                  </a:cubicBezTo>
                  <a:cubicBezTo>
                    <a:pt x="3543" y="6878"/>
                    <a:pt x="3990" y="5536"/>
                    <a:pt x="4400" y="4231"/>
                  </a:cubicBezTo>
                  <a:cubicBezTo>
                    <a:pt x="4885" y="2889"/>
                    <a:pt x="5295" y="1510"/>
                    <a:pt x="5593" y="131"/>
                  </a:cubicBezTo>
                  <a:cubicBezTo>
                    <a:pt x="5593" y="58"/>
                    <a:pt x="5530" y="1"/>
                    <a:pt x="5475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1" name="Google Shape;2489;p13"/>
            <p:cNvSpPr/>
            <p:nvPr/>
          </p:nvSpPr>
          <p:spPr>
            <a:xfrm>
              <a:off x="818640" y="289800"/>
              <a:ext cx="120240" cy="31356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313560"/>
                <a:gd name="textAreaBottom" fmla="*/ 313920 h 313560"/>
              </a:gdLst>
              <a:ahLst/>
              <a:cxnLst/>
              <a:rect l="textAreaLeft" t="textAreaTop" r="textAreaRight" b="textAreaBottom"/>
              <a:pathLst>
                <a:path w="5630" h="14662">
                  <a:moveTo>
                    <a:pt x="5411" y="1"/>
                  </a:moveTo>
                  <a:cubicBezTo>
                    <a:pt x="5347" y="1"/>
                    <a:pt x="5286" y="37"/>
                    <a:pt x="5257" y="123"/>
                  </a:cubicBezTo>
                  <a:lnTo>
                    <a:pt x="5220" y="85"/>
                  </a:lnTo>
                  <a:cubicBezTo>
                    <a:pt x="4325" y="2583"/>
                    <a:pt x="3505" y="5118"/>
                    <a:pt x="2610" y="7616"/>
                  </a:cubicBezTo>
                  <a:cubicBezTo>
                    <a:pt x="2163" y="8846"/>
                    <a:pt x="1678" y="10076"/>
                    <a:pt x="1231" y="11307"/>
                  </a:cubicBezTo>
                  <a:lnTo>
                    <a:pt x="523" y="13096"/>
                  </a:lnTo>
                  <a:cubicBezTo>
                    <a:pt x="336" y="13544"/>
                    <a:pt x="1" y="14103"/>
                    <a:pt x="224" y="14587"/>
                  </a:cubicBezTo>
                  <a:cubicBezTo>
                    <a:pt x="262" y="14662"/>
                    <a:pt x="299" y="14662"/>
                    <a:pt x="374" y="14662"/>
                  </a:cubicBezTo>
                  <a:cubicBezTo>
                    <a:pt x="821" y="14476"/>
                    <a:pt x="933" y="13991"/>
                    <a:pt x="1082" y="13581"/>
                  </a:cubicBezTo>
                  <a:cubicBezTo>
                    <a:pt x="1343" y="12947"/>
                    <a:pt x="1604" y="12351"/>
                    <a:pt x="1827" y="11717"/>
                  </a:cubicBezTo>
                  <a:cubicBezTo>
                    <a:pt x="2275" y="10449"/>
                    <a:pt x="2722" y="9182"/>
                    <a:pt x="3170" y="7914"/>
                  </a:cubicBezTo>
                  <a:cubicBezTo>
                    <a:pt x="4064" y="5342"/>
                    <a:pt x="4959" y="2807"/>
                    <a:pt x="5630" y="235"/>
                  </a:cubicBezTo>
                  <a:cubicBezTo>
                    <a:pt x="5630" y="96"/>
                    <a:pt x="5516" y="1"/>
                    <a:pt x="5411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2" name="Google Shape;2490;p13"/>
            <p:cNvSpPr/>
            <p:nvPr/>
          </p:nvSpPr>
          <p:spPr>
            <a:xfrm>
              <a:off x="919080" y="234720"/>
              <a:ext cx="124920" cy="31608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16080"/>
                <a:gd name="textAreaBottom" fmla="*/ 316440 h 316080"/>
              </a:gdLst>
              <a:ahLst/>
              <a:cxnLst/>
              <a:rect l="textAreaLeft" t="textAreaTop" r="textAreaRight" b="textAreaBottom"/>
              <a:pathLst>
                <a:path w="5854" h="14782">
                  <a:moveTo>
                    <a:pt x="5754" y="0"/>
                  </a:moveTo>
                  <a:cubicBezTo>
                    <a:pt x="5725" y="0"/>
                    <a:pt x="5694" y="12"/>
                    <a:pt x="5668" y="39"/>
                  </a:cubicBezTo>
                  <a:lnTo>
                    <a:pt x="5668" y="76"/>
                  </a:lnTo>
                  <a:cubicBezTo>
                    <a:pt x="5146" y="1195"/>
                    <a:pt x="4736" y="2388"/>
                    <a:pt x="4288" y="3543"/>
                  </a:cubicBezTo>
                  <a:cubicBezTo>
                    <a:pt x="3804" y="4811"/>
                    <a:pt x="3319" y="6078"/>
                    <a:pt x="2797" y="7346"/>
                  </a:cubicBezTo>
                  <a:cubicBezTo>
                    <a:pt x="2312" y="8613"/>
                    <a:pt x="1865" y="9769"/>
                    <a:pt x="1343" y="10999"/>
                  </a:cubicBezTo>
                  <a:cubicBezTo>
                    <a:pt x="1082" y="11633"/>
                    <a:pt x="821" y="12267"/>
                    <a:pt x="560" y="12863"/>
                  </a:cubicBezTo>
                  <a:cubicBezTo>
                    <a:pt x="299" y="13460"/>
                    <a:pt x="1" y="13982"/>
                    <a:pt x="38" y="14615"/>
                  </a:cubicBezTo>
                  <a:cubicBezTo>
                    <a:pt x="38" y="14715"/>
                    <a:pt x="121" y="14781"/>
                    <a:pt x="198" y="14781"/>
                  </a:cubicBezTo>
                  <a:cubicBezTo>
                    <a:pt x="237" y="14781"/>
                    <a:pt x="274" y="14764"/>
                    <a:pt x="299" y="14727"/>
                  </a:cubicBezTo>
                  <a:cubicBezTo>
                    <a:pt x="709" y="14317"/>
                    <a:pt x="1008" y="13832"/>
                    <a:pt x="1194" y="13273"/>
                  </a:cubicBezTo>
                  <a:cubicBezTo>
                    <a:pt x="1418" y="12677"/>
                    <a:pt x="1641" y="12080"/>
                    <a:pt x="1902" y="11484"/>
                  </a:cubicBezTo>
                  <a:cubicBezTo>
                    <a:pt x="2424" y="10254"/>
                    <a:pt x="2909" y="8986"/>
                    <a:pt x="3356" y="7719"/>
                  </a:cubicBezTo>
                  <a:cubicBezTo>
                    <a:pt x="3841" y="6451"/>
                    <a:pt x="4251" y="5258"/>
                    <a:pt x="4661" y="3991"/>
                  </a:cubicBezTo>
                  <a:cubicBezTo>
                    <a:pt x="5146" y="2723"/>
                    <a:pt x="5556" y="1418"/>
                    <a:pt x="5854" y="113"/>
                  </a:cubicBezTo>
                  <a:cubicBezTo>
                    <a:pt x="5854" y="41"/>
                    <a:pt x="5807" y="0"/>
                    <a:pt x="5754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3" name="Google Shape;2491;p13"/>
            <p:cNvSpPr/>
            <p:nvPr/>
          </p:nvSpPr>
          <p:spPr>
            <a:xfrm>
              <a:off x="1018800" y="178920"/>
              <a:ext cx="128880" cy="32472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324720"/>
                <a:gd name="textAreaBottom" fmla="*/ 325080 h 324720"/>
              </a:gdLst>
              <a:ahLst/>
              <a:cxnLst/>
              <a:rect l="textAreaLeft" t="textAreaTop" r="textAreaRight" b="textAreaBottom"/>
              <a:pathLst>
                <a:path w="6041" h="15170">
                  <a:moveTo>
                    <a:pt x="5941" y="1"/>
                  </a:moveTo>
                  <a:cubicBezTo>
                    <a:pt x="5911" y="1"/>
                    <a:pt x="5880" y="13"/>
                    <a:pt x="5854" y="39"/>
                  </a:cubicBezTo>
                  <a:cubicBezTo>
                    <a:pt x="5556" y="487"/>
                    <a:pt x="5332" y="1009"/>
                    <a:pt x="5146" y="1568"/>
                  </a:cubicBezTo>
                  <a:cubicBezTo>
                    <a:pt x="4885" y="2202"/>
                    <a:pt x="4624" y="2835"/>
                    <a:pt x="4363" y="3469"/>
                  </a:cubicBezTo>
                  <a:cubicBezTo>
                    <a:pt x="3878" y="4774"/>
                    <a:pt x="3356" y="6041"/>
                    <a:pt x="2834" y="7346"/>
                  </a:cubicBezTo>
                  <a:lnTo>
                    <a:pt x="1380" y="11111"/>
                  </a:lnTo>
                  <a:cubicBezTo>
                    <a:pt x="1119" y="11745"/>
                    <a:pt x="896" y="12379"/>
                    <a:pt x="635" y="13050"/>
                  </a:cubicBezTo>
                  <a:cubicBezTo>
                    <a:pt x="374" y="13684"/>
                    <a:pt x="1" y="14317"/>
                    <a:pt x="38" y="14951"/>
                  </a:cubicBezTo>
                  <a:cubicBezTo>
                    <a:pt x="38" y="15077"/>
                    <a:pt x="158" y="15169"/>
                    <a:pt x="270" y="15169"/>
                  </a:cubicBezTo>
                  <a:cubicBezTo>
                    <a:pt x="323" y="15169"/>
                    <a:pt x="375" y="15149"/>
                    <a:pt x="411" y="15100"/>
                  </a:cubicBezTo>
                  <a:cubicBezTo>
                    <a:pt x="858" y="14728"/>
                    <a:pt x="970" y="14057"/>
                    <a:pt x="1194" y="13535"/>
                  </a:cubicBezTo>
                  <a:cubicBezTo>
                    <a:pt x="1418" y="12901"/>
                    <a:pt x="1641" y="12267"/>
                    <a:pt x="1902" y="11596"/>
                  </a:cubicBezTo>
                  <a:cubicBezTo>
                    <a:pt x="2387" y="10291"/>
                    <a:pt x="2872" y="9024"/>
                    <a:pt x="3356" y="7719"/>
                  </a:cubicBezTo>
                  <a:cubicBezTo>
                    <a:pt x="3841" y="6414"/>
                    <a:pt x="4288" y="5184"/>
                    <a:pt x="4773" y="3954"/>
                  </a:cubicBezTo>
                  <a:cubicBezTo>
                    <a:pt x="4996" y="3283"/>
                    <a:pt x="5220" y="2649"/>
                    <a:pt x="5444" y="1978"/>
                  </a:cubicBezTo>
                  <a:cubicBezTo>
                    <a:pt x="5742" y="1381"/>
                    <a:pt x="5928" y="748"/>
                    <a:pt x="6040" y="114"/>
                  </a:cubicBezTo>
                  <a:cubicBezTo>
                    <a:pt x="6040" y="42"/>
                    <a:pt x="5994" y="1"/>
                    <a:pt x="5941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4" name="Google Shape;2492;p13"/>
            <p:cNvSpPr/>
            <p:nvPr/>
          </p:nvSpPr>
          <p:spPr>
            <a:xfrm>
              <a:off x="1124280" y="199440"/>
              <a:ext cx="102600" cy="2599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4810" h="12156">
                  <a:moveTo>
                    <a:pt x="4642" y="1"/>
                  </a:moveTo>
                  <a:cubicBezTo>
                    <a:pt x="4590" y="1"/>
                    <a:pt x="4540" y="25"/>
                    <a:pt x="4512" y="82"/>
                  </a:cubicBezTo>
                  <a:cubicBezTo>
                    <a:pt x="4214" y="529"/>
                    <a:pt x="4027" y="1051"/>
                    <a:pt x="3915" y="1573"/>
                  </a:cubicBezTo>
                  <a:cubicBezTo>
                    <a:pt x="3766" y="2058"/>
                    <a:pt x="3580" y="2542"/>
                    <a:pt x="3431" y="3027"/>
                  </a:cubicBezTo>
                  <a:cubicBezTo>
                    <a:pt x="3058" y="4034"/>
                    <a:pt x="2685" y="5040"/>
                    <a:pt x="2312" y="6047"/>
                  </a:cubicBezTo>
                  <a:cubicBezTo>
                    <a:pt x="1902" y="7053"/>
                    <a:pt x="1492" y="8097"/>
                    <a:pt x="1045" y="9104"/>
                  </a:cubicBezTo>
                  <a:cubicBezTo>
                    <a:pt x="858" y="9588"/>
                    <a:pt x="635" y="10036"/>
                    <a:pt x="448" y="10558"/>
                  </a:cubicBezTo>
                  <a:cubicBezTo>
                    <a:pt x="187" y="10968"/>
                    <a:pt x="38" y="11452"/>
                    <a:pt x="1" y="11937"/>
                  </a:cubicBezTo>
                  <a:cubicBezTo>
                    <a:pt x="1" y="12063"/>
                    <a:pt x="121" y="12155"/>
                    <a:pt x="244" y="12155"/>
                  </a:cubicBezTo>
                  <a:cubicBezTo>
                    <a:pt x="303" y="12155"/>
                    <a:pt x="363" y="12134"/>
                    <a:pt x="411" y="12086"/>
                  </a:cubicBezTo>
                  <a:cubicBezTo>
                    <a:pt x="746" y="11713"/>
                    <a:pt x="1007" y="11229"/>
                    <a:pt x="1157" y="10707"/>
                  </a:cubicBezTo>
                  <a:cubicBezTo>
                    <a:pt x="1343" y="10259"/>
                    <a:pt x="1529" y="9849"/>
                    <a:pt x="1716" y="9402"/>
                  </a:cubicBezTo>
                  <a:cubicBezTo>
                    <a:pt x="2126" y="8358"/>
                    <a:pt x="2499" y="7351"/>
                    <a:pt x="2909" y="6308"/>
                  </a:cubicBezTo>
                  <a:cubicBezTo>
                    <a:pt x="3282" y="5264"/>
                    <a:pt x="3654" y="4220"/>
                    <a:pt x="3990" y="3176"/>
                  </a:cubicBezTo>
                  <a:cubicBezTo>
                    <a:pt x="4139" y="2691"/>
                    <a:pt x="4325" y="2207"/>
                    <a:pt x="4474" y="1722"/>
                  </a:cubicBezTo>
                  <a:cubicBezTo>
                    <a:pt x="4661" y="1200"/>
                    <a:pt x="4773" y="678"/>
                    <a:pt x="4810" y="156"/>
                  </a:cubicBezTo>
                  <a:cubicBezTo>
                    <a:pt x="4810" y="64"/>
                    <a:pt x="4725" y="1"/>
                    <a:pt x="464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5" name="Google Shape;2493;p13"/>
            <p:cNvSpPr/>
            <p:nvPr/>
          </p:nvSpPr>
          <p:spPr>
            <a:xfrm>
              <a:off x="1204200" y="226080"/>
              <a:ext cx="90720" cy="20736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07360"/>
                <a:gd name="textAreaBottom" fmla="*/ 207720 h 207360"/>
              </a:gdLst>
              <a:ahLst/>
              <a:cxnLst/>
              <a:rect l="textAreaLeft" t="textAreaTop" r="textAreaRight" b="textAreaBottom"/>
              <a:pathLst>
                <a:path w="4248" h="9702">
                  <a:moveTo>
                    <a:pt x="4040" y="1"/>
                  </a:moveTo>
                  <a:cubicBezTo>
                    <a:pt x="3963" y="1"/>
                    <a:pt x="3884" y="40"/>
                    <a:pt x="3838" y="117"/>
                  </a:cubicBezTo>
                  <a:lnTo>
                    <a:pt x="3838" y="80"/>
                  </a:lnTo>
                  <a:cubicBezTo>
                    <a:pt x="3465" y="788"/>
                    <a:pt x="3129" y="1534"/>
                    <a:pt x="2906" y="2280"/>
                  </a:cubicBezTo>
                  <a:cubicBezTo>
                    <a:pt x="2607" y="3062"/>
                    <a:pt x="2309" y="3845"/>
                    <a:pt x="2011" y="4628"/>
                  </a:cubicBezTo>
                  <a:cubicBezTo>
                    <a:pt x="1675" y="5411"/>
                    <a:pt x="1340" y="6231"/>
                    <a:pt x="1004" y="7014"/>
                  </a:cubicBezTo>
                  <a:cubicBezTo>
                    <a:pt x="669" y="7797"/>
                    <a:pt x="333" y="8468"/>
                    <a:pt x="72" y="9251"/>
                  </a:cubicBezTo>
                  <a:cubicBezTo>
                    <a:pt x="0" y="9515"/>
                    <a:pt x="207" y="9702"/>
                    <a:pt x="422" y="9702"/>
                  </a:cubicBezTo>
                  <a:cubicBezTo>
                    <a:pt x="542" y="9702"/>
                    <a:pt x="664" y="9645"/>
                    <a:pt x="743" y="9512"/>
                  </a:cubicBezTo>
                  <a:cubicBezTo>
                    <a:pt x="1079" y="8804"/>
                    <a:pt x="1415" y="8058"/>
                    <a:pt x="1675" y="7275"/>
                  </a:cubicBezTo>
                  <a:cubicBezTo>
                    <a:pt x="1974" y="6492"/>
                    <a:pt x="2272" y="5672"/>
                    <a:pt x="2607" y="4889"/>
                  </a:cubicBezTo>
                  <a:cubicBezTo>
                    <a:pt x="2943" y="4069"/>
                    <a:pt x="3204" y="3323"/>
                    <a:pt x="3502" y="2541"/>
                  </a:cubicBezTo>
                  <a:cubicBezTo>
                    <a:pt x="3838" y="1795"/>
                    <a:pt x="4099" y="1012"/>
                    <a:pt x="4248" y="229"/>
                  </a:cubicBezTo>
                  <a:cubicBezTo>
                    <a:pt x="4248" y="77"/>
                    <a:pt x="4146" y="1"/>
                    <a:pt x="4040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6" name="Google Shape;2494;p13"/>
            <p:cNvSpPr/>
            <p:nvPr/>
          </p:nvSpPr>
          <p:spPr>
            <a:xfrm>
              <a:off x="-30240" y="578880"/>
              <a:ext cx="108360" cy="180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5071" h="8436">
                  <a:moveTo>
                    <a:pt x="4660" y="0"/>
                  </a:moveTo>
                  <a:cubicBezTo>
                    <a:pt x="4015" y="0"/>
                    <a:pt x="3724" y="942"/>
                    <a:pt x="3505" y="1418"/>
                  </a:cubicBezTo>
                  <a:cubicBezTo>
                    <a:pt x="3095" y="2201"/>
                    <a:pt x="2684" y="2984"/>
                    <a:pt x="2274" y="3767"/>
                  </a:cubicBezTo>
                  <a:lnTo>
                    <a:pt x="1081" y="6078"/>
                  </a:lnTo>
                  <a:lnTo>
                    <a:pt x="522" y="7159"/>
                  </a:lnTo>
                  <a:cubicBezTo>
                    <a:pt x="336" y="7494"/>
                    <a:pt x="0" y="7867"/>
                    <a:pt x="149" y="8240"/>
                  </a:cubicBezTo>
                  <a:cubicBezTo>
                    <a:pt x="180" y="8364"/>
                    <a:pt x="288" y="8436"/>
                    <a:pt x="409" y="8436"/>
                  </a:cubicBezTo>
                  <a:cubicBezTo>
                    <a:pt x="434" y="8436"/>
                    <a:pt x="459" y="8433"/>
                    <a:pt x="485" y="8426"/>
                  </a:cubicBezTo>
                  <a:cubicBezTo>
                    <a:pt x="820" y="8352"/>
                    <a:pt x="932" y="7979"/>
                    <a:pt x="1081" y="7681"/>
                  </a:cubicBezTo>
                  <a:lnTo>
                    <a:pt x="1566" y="6712"/>
                  </a:lnTo>
                  <a:cubicBezTo>
                    <a:pt x="1939" y="6003"/>
                    <a:pt x="2274" y="5295"/>
                    <a:pt x="2647" y="4624"/>
                  </a:cubicBezTo>
                  <a:cubicBezTo>
                    <a:pt x="3020" y="3916"/>
                    <a:pt x="3355" y="3207"/>
                    <a:pt x="3728" y="2536"/>
                  </a:cubicBezTo>
                  <a:cubicBezTo>
                    <a:pt x="3877" y="2201"/>
                    <a:pt x="4064" y="1865"/>
                    <a:pt x="4213" y="1530"/>
                  </a:cubicBezTo>
                  <a:cubicBezTo>
                    <a:pt x="4287" y="1343"/>
                    <a:pt x="4399" y="1157"/>
                    <a:pt x="4474" y="971"/>
                  </a:cubicBezTo>
                  <a:cubicBezTo>
                    <a:pt x="4586" y="784"/>
                    <a:pt x="4623" y="598"/>
                    <a:pt x="4772" y="523"/>
                  </a:cubicBezTo>
                  <a:cubicBezTo>
                    <a:pt x="5070" y="449"/>
                    <a:pt x="4996" y="1"/>
                    <a:pt x="4698" y="1"/>
                  </a:cubicBezTo>
                  <a:cubicBezTo>
                    <a:pt x="4685" y="1"/>
                    <a:pt x="4672" y="0"/>
                    <a:pt x="4660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360" bIns="90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7" name="Google Shape;2495;p13"/>
            <p:cNvSpPr/>
            <p:nvPr/>
          </p:nvSpPr>
          <p:spPr>
            <a:xfrm>
              <a:off x="18360" y="573840"/>
              <a:ext cx="124920" cy="23940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5854" h="11195">
                  <a:moveTo>
                    <a:pt x="5800" y="0"/>
                  </a:moveTo>
                  <a:cubicBezTo>
                    <a:pt x="5793" y="0"/>
                    <a:pt x="5786" y="3"/>
                    <a:pt x="5779" y="11"/>
                  </a:cubicBezTo>
                  <a:lnTo>
                    <a:pt x="5779" y="48"/>
                  </a:lnTo>
                  <a:cubicBezTo>
                    <a:pt x="5480" y="346"/>
                    <a:pt x="5220" y="682"/>
                    <a:pt x="5033" y="1092"/>
                  </a:cubicBezTo>
                  <a:cubicBezTo>
                    <a:pt x="4735" y="1539"/>
                    <a:pt x="4437" y="2061"/>
                    <a:pt x="4176" y="2546"/>
                  </a:cubicBezTo>
                  <a:cubicBezTo>
                    <a:pt x="3616" y="3552"/>
                    <a:pt x="3095" y="4521"/>
                    <a:pt x="2573" y="5528"/>
                  </a:cubicBezTo>
                  <a:cubicBezTo>
                    <a:pt x="2051" y="6535"/>
                    <a:pt x="1566" y="7541"/>
                    <a:pt x="1081" y="8585"/>
                  </a:cubicBezTo>
                  <a:cubicBezTo>
                    <a:pt x="821" y="9070"/>
                    <a:pt x="597" y="9591"/>
                    <a:pt x="373" y="10113"/>
                  </a:cubicBezTo>
                  <a:cubicBezTo>
                    <a:pt x="224" y="10449"/>
                    <a:pt x="0" y="10784"/>
                    <a:pt x="187" y="11120"/>
                  </a:cubicBezTo>
                  <a:cubicBezTo>
                    <a:pt x="224" y="11195"/>
                    <a:pt x="299" y="11195"/>
                    <a:pt x="373" y="11195"/>
                  </a:cubicBezTo>
                  <a:cubicBezTo>
                    <a:pt x="783" y="11083"/>
                    <a:pt x="895" y="10635"/>
                    <a:pt x="1081" y="10263"/>
                  </a:cubicBezTo>
                  <a:cubicBezTo>
                    <a:pt x="1305" y="9741"/>
                    <a:pt x="1529" y="9256"/>
                    <a:pt x="1790" y="8734"/>
                  </a:cubicBezTo>
                  <a:cubicBezTo>
                    <a:pt x="2237" y="7727"/>
                    <a:pt x="2722" y="6721"/>
                    <a:pt x="3169" y="5752"/>
                  </a:cubicBezTo>
                  <a:cubicBezTo>
                    <a:pt x="3654" y="4782"/>
                    <a:pt x="4138" y="3776"/>
                    <a:pt x="4623" y="2807"/>
                  </a:cubicBezTo>
                  <a:cubicBezTo>
                    <a:pt x="4884" y="2322"/>
                    <a:pt x="5145" y="1800"/>
                    <a:pt x="5406" y="1315"/>
                  </a:cubicBezTo>
                  <a:cubicBezTo>
                    <a:pt x="5630" y="943"/>
                    <a:pt x="5779" y="495"/>
                    <a:pt x="5853" y="85"/>
                  </a:cubicBezTo>
                  <a:cubicBezTo>
                    <a:pt x="5853" y="55"/>
                    <a:pt x="5829" y="0"/>
                    <a:pt x="5800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8" name="Google Shape;2496;p13"/>
            <p:cNvSpPr/>
            <p:nvPr/>
          </p:nvSpPr>
          <p:spPr>
            <a:xfrm>
              <a:off x="89640" y="571320"/>
              <a:ext cx="138240" cy="26172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261720"/>
                <a:gd name="textAreaBottom" fmla="*/ 262080 h 261720"/>
              </a:gdLst>
              <a:ahLst/>
              <a:cxnLst/>
              <a:rect l="textAreaLeft" t="textAreaTop" r="textAreaRight" b="textAreaBottom"/>
              <a:pathLst>
                <a:path w="6477" h="12245">
                  <a:moveTo>
                    <a:pt x="6269" y="0"/>
                  </a:moveTo>
                  <a:cubicBezTo>
                    <a:pt x="6227" y="0"/>
                    <a:pt x="6184" y="18"/>
                    <a:pt x="6151" y="62"/>
                  </a:cubicBezTo>
                  <a:cubicBezTo>
                    <a:pt x="5518" y="957"/>
                    <a:pt x="4996" y="1926"/>
                    <a:pt x="4548" y="2933"/>
                  </a:cubicBezTo>
                  <a:cubicBezTo>
                    <a:pt x="3989" y="3976"/>
                    <a:pt x="3430" y="5020"/>
                    <a:pt x="2871" y="6064"/>
                  </a:cubicBezTo>
                  <a:lnTo>
                    <a:pt x="1305" y="9158"/>
                  </a:lnTo>
                  <a:lnTo>
                    <a:pt x="522" y="10687"/>
                  </a:lnTo>
                  <a:cubicBezTo>
                    <a:pt x="224" y="11097"/>
                    <a:pt x="38" y="11581"/>
                    <a:pt x="0" y="12066"/>
                  </a:cubicBezTo>
                  <a:cubicBezTo>
                    <a:pt x="0" y="12175"/>
                    <a:pt x="80" y="12244"/>
                    <a:pt x="167" y="12244"/>
                  </a:cubicBezTo>
                  <a:cubicBezTo>
                    <a:pt x="199" y="12244"/>
                    <a:pt x="231" y="12235"/>
                    <a:pt x="261" y="12215"/>
                  </a:cubicBezTo>
                  <a:cubicBezTo>
                    <a:pt x="634" y="11880"/>
                    <a:pt x="932" y="11507"/>
                    <a:pt x="1119" y="11022"/>
                  </a:cubicBezTo>
                  <a:lnTo>
                    <a:pt x="1827" y="9606"/>
                  </a:lnTo>
                  <a:lnTo>
                    <a:pt x="3467" y="6400"/>
                  </a:lnTo>
                  <a:cubicBezTo>
                    <a:pt x="3989" y="5393"/>
                    <a:pt x="4511" y="4349"/>
                    <a:pt x="4996" y="3305"/>
                  </a:cubicBezTo>
                  <a:cubicBezTo>
                    <a:pt x="5518" y="2262"/>
                    <a:pt x="6151" y="1292"/>
                    <a:pt x="6450" y="211"/>
                  </a:cubicBezTo>
                  <a:cubicBezTo>
                    <a:pt x="6476" y="106"/>
                    <a:pt x="6372" y="0"/>
                    <a:pt x="626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9" name="Google Shape;2497;p13"/>
            <p:cNvSpPr/>
            <p:nvPr/>
          </p:nvSpPr>
          <p:spPr>
            <a:xfrm>
              <a:off x="203040" y="567720"/>
              <a:ext cx="138240" cy="25668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6465" h="12007">
                  <a:moveTo>
                    <a:pt x="6239" y="0"/>
                  </a:moveTo>
                  <a:cubicBezTo>
                    <a:pt x="6183" y="0"/>
                    <a:pt x="6125" y="26"/>
                    <a:pt x="6078" y="85"/>
                  </a:cubicBezTo>
                  <a:lnTo>
                    <a:pt x="6078" y="48"/>
                  </a:lnTo>
                  <a:cubicBezTo>
                    <a:pt x="4847" y="1949"/>
                    <a:pt x="3766" y="4037"/>
                    <a:pt x="2722" y="6050"/>
                  </a:cubicBezTo>
                  <a:cubicBezTo>
                    <a:pt x="2163" y="7056"/>
                    <a:pt x="1679" y="8025"/>
                    <a:pt x="1157" y="9032"/>
                  </a:cubicBezTo>
                  <a:cubicBezTo>
                    <a:pt x="896" y="9554"/>
                    <a:pt x="635" y="10039"/>
                    <a:pt x="374" y="10561"/>
                  </a:cubicBezTo>
                  <a:cubicBezTo>
                    <a:pt x="113" y="10933"/>
                    <a:pt x="1" y="11381"/>
                    <a:pt x="1" y="11828"/>
                  </a:cubicBezTo>
                  <a:cubicBezTo>
                    <a:pt x="28" y="11937"/>
                    <a:pt x="135" y="12006"/>
                    <a:pt x="235" y="12006"/>
                  </a:cubicBezTo>
                  <a:cubicBezTo>
                    <a:pt x="271" y="12006"/>
                    <a:pt x="307" y="11997"/>
                    <a:pt x="337" y="11977"/>
                  </a:cubicBezTo>
                  <a:cubicBezTo>
                    <a:pt x="821" y="11716"/>
                    <a:pt x="933" y="11194"/>
                    <a:pt x="1157" y="10747"/>
                  </a:cubicBezTo>
                  <a:cubicBezTo>
                    <a:pt x="1380" y="10300"/>
                    <a:pt x="1641" y="9815"/>
                    <a:pt x="1865" y="9368"/>
                  </a:cubicBezTo>
                  <a:cubicBezTo>
                    <a:pt x="2350" y="8324"/>
                    <a:pt x="2834" y="7317"/>
                    <a:pt x="3356" y="6311"/>
                  </a:cubicBezTo>
                  <a:cubicBezTo>
                    <a:pt x="4363" y="4298"/>
                    <a:pt x="5481" y="2322"/>
                    <a:pt x="6413" y="271"/>
                  </a:cubicBezTo>
                  <a:cubicBezTo>
                    <a:pt x="6464" y="118"/>
                    <a:pt x="6358" y="0"/>
                    <a:pt x="623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0" name="Google Shape;2498;p13"/>
            <p:cNvSpPr/>
            <p:nvPr/>
          </p:nvSpPr>
          <p:spPr>
            <a:xfrm>
              <a:off x="322560" y="559440"/>
              <a:ext cx="142560" cy="2455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6666" h="11486">
                  <a:moveTo>
                    <a:pt x="6543" y="1"/>
                  </a:moveTo>
                  <a:cubicBezTo>
                    <a:pt x="6524" y="1"/>
                    <a:pt x="6505" y="8"/>
                    <a:pt x="6488" y="26"/>
                  </a:cubicBezTo>
                  <a:lnTo>
                    <a:pt x="6488" y="63"/>
                  </a:lnTo>
                  <a:cubicBezTo>
                    <a:pt x="5817" y="883"/>
                    <a:pt x="5183" y="1815"/>
                    <a:pt x="4624" y="2747"/>
                  </a:cubicBezTo>
                  <a:cubicBezTo>
                    <a:pt x="4027" y="3716"/>
                    <a:pt x="3431" y="4686"/>
                    <a:pt x="2834" y="5692"/>
                  </a:cubicBezTo>
                  <a:cubicBezTo>
                    <a:pt x="2275" y="6699"/>
                    <a:pt x="1716" y="7705"/>
                    <a:pt x="1194" y="8712"/>
                  </a:cubicBezTo>
                  <a:cubicBezTo>
                    <a:pt x="896" y="9196"/>
                    <a:pt x="635" y="9718"/>
                    <a:pt x="374" y="10240"/>
                  </a:cubicBezTo>
                  <a:cubicBezTo>
                    <a:pt x="113" y="10576"/>
                    <a:pt x="1" y="10986"/>
                    <a:pt x="76" y="11396"/>
                  </a:cubicBezTo>
                  <a:cubicBezTo>
                    <a:pt x="76" y="11450"/>
                    <a:pt x="115" y="11485"/>
                    <a:pt x="166" y="11485"/>
                  </a:cubicBezTo>
                  <a:cubicBezTo>
                    <a:pt x="185" y="11485"/>
                    <a:pt x="205" y="11480"/>
                    <a:pt x="225" y="11470"/>
                  </a:cubicBezTo>
                  <a:cubicBezTo>
                    <a:pt x="597" y="11321"/>
                    <a:pt x="747" y="10949"/>
                    <a:pt x="970" y="10538"/>
                  </a:cubicBezTo>
                  <a:cubicBezTo>
                    <a:pt x="1231" y="10054"/>
                    <a:pt x="1492" y="9532"/>
                    <a:pt x="1753" y="9010"/>
                  </a:cubicBezTo>
                  <a:cubicBezTo>
                    <a:pt x="2238" y="8041"/>
                    <a:pt x="2797" y="7034"/>
                    <a:pt x="3319" y="6065"/>
                  </a:cubicBezTo>
                  <a:cubicBezTo>
                    <a:pt x="3878" y="5096"/>
                    <a:pt x="4400" y="4126"/>
                    <a:pt x="4959" y="3157"/>
                  </a:cubicBezTo>
                  <a:cubicBezTo>
                    <a:pt x="5518" y="2188"/>
                    <a:pt x="6152" y="1181"/>
                    <a:pt x="6637" y="137"/>
                  </a:cubicBezTo>
                  <a:cubicBezTo>
                    <a:pt x="6665" y="80"/>
                    <a:pt x="6606" y="1"/>
                    <a:pt x="6543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1" name="Google Shape;2499;p13"/>
            <p:cNvSpPr/>
            <p:nvPr/>
          </p:nvSpPr>
          <p:spPr>
            <a:xfrm>
              <a:off x="421920" y="562320"/>
              <a:ext cx="138600" cy="2314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231480"/>
                <a:gd name="textAreaBottom" fmla="*/ 231840 h 231480"/>
              </a:gdLst>
              <a:ahLst/>
              <a:cxnLst/>
              <a:rect l="textAreaLeft" t="textAreaTop" r="textAreaRight" b="textAreaBottom"/>
              <a:pathLst>
                <a:path w="6492" h="10823">
                  <a:moveTo>
                    <a:pt x="6289" y="0"/>
                  </a:moveTo>
                  <a:cubicBezTo>
                    <a:pt x="6249" y="0"/>
                    <a:pt x="6211" y="18"/>
                    <a:pt x="6189" y="62"/>
                  </a:cubicBezTo>
                  <a:cubicBezTo>
                    <a:pt x="4996" y="1777"/>
                    <a:pt x="3990" y="3641"/>
                    <a:pt x="2871" y="5393"/>
                  </a:cubicBezTo>
                  <a:cubicBezTo>
                    <a:pt x="2312" y="6288"/>
                    <a:pt x="1790" y="7182"/>
                    <a:pt x="1268" y="8114"/>
                  </a:cubicBezTo>
                  <a:cubicBezTo>
                    <a:pt x="784" y="8860"/>
                    <a:pt x="113" y="9717"/>
                    <a:pt x="1" y="10649"/>
                  </a:cubicBezTo>
                  <a:cubicBezTo>
                    <a:pt x="1" y="10736"/>
                    <a:pt x="90" y="10823"/>
                    <a:pt x="200" y="10823"/>
                  </a:cubicBezTo>
                  <a:cubicBezTo>
                    <a:pt x="232" y="10823"/>
                    <a:pt x="265" y="10815"/>
                    <a:pt x="299" y="10799"/>
                  </a:cubicBezTo>
                  <a:cubicBezTo>
                    <a:pt x="1007" y="10239"/>
                    <a:pt x="1417" y="9233"/>
                    <a:pt x="1865" y="8450"/>
                  </a:cubicBezTo>
                  <a:cubicBezTo>
                    <a:pt x="2387" y="7518"/>
                    <a:pt x="2908" y="6660"/>
                    <a:pt x="3430" y="5728"/>
                  </a:cubicBezTo>
                  <a:cubicBezTo>
                    <a:pt x="4437" y="3902"/>
                    <a:pt x="5518" y="2112"/>
                    <a:pt x="6413" y="211"/>
                  </a:cubicBezTo>
                  <a:cubicBezTo>
                    <a:pt x="6492" y="106"/>
                    <a:pt x="6385" y="0"/>
                    <a:pt x="628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2" name="Google Shape;2500;p13"/>
            <p:cNvSpPr/>
            <p:nvPr/>
          </p:nvSpPr>
          <p:spPr>
            <a:xfrm>
              <a:off x="474480" y="682560"/>
              <a:ext cx="94680" cy="13968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4437" h="6539">
                  <a:moveTo>
                    <a:pt x="4342" y="1"/>
                  </a:moveTo>
                  <a:cubicBezTo>
                    <a:pt x="4325" y="1"/>
                    <a:pt x="4306" y="5"/>
                    <a:pt x="4287" y="15"/>
                  </a:cubicBezTo>
                  <a:cubicBezTo>
                    <a:pt x="3803" y="499"/>
                    <a:pt x="3393" y="1021"/>
                    <a:pt x="3057" y="1543"/>
                  </a:cubicBezTo>
                  <a:cubicBezTo>
                    <a:pt x="2647" y="2065"/>
                    <a:pt x="2274" y="2624"/>
                    <a:pt x="1939" y="3183"/>
                  </a:cubicBezTo>
                  <a:cubicBezTo>
                    <a:pt x="1566" y="3705"/>
                    <a:pt x="1156" y="4265"/>
                    <a:pt x="783" y="4824"/>
                  </a:cubicBezTo>
                  <a:cubicBezTo>
                    <a:pt x="634" y="5122"/>
                    <a:pt x="410" y="5383"/>
                    <a:pt x="261" y="5681"/>
                  </a:cubicBezTo>
                  <a:cubicBezTo>
                    <a:pt x="75" y="5905"/>
                    <a:pt x="0" y="6166"/>
                    <a:pt x="75" y="6427"/>
                  </a:cubicBezTo>
                  <a:cubicBezTo>
                    <a:pt x="112" y="6501"/>
                    <a:pt x="187" y="6539"/>
                    <a:pt x="224" y="6539"/>
                  </a:cubicBezTo>
                  <a:cubicBezTo>
                    <a:pt x="820" y="6501"/>
                    <a:pt x="1119" y="5756"/>
                    <a:pt x="1379" y="5308"/>
                  </a:cubicBezTo>
                  <a:cubicBezTo>
                    <a:pt x="1752" y="4749"/>
                    <a:pt x="2125" y="4153"/>
                    <a:pt x="2498" y="3556"/>
                  </a:cubicBezTo>
                  <a:cubicBezTo>
                    <a:pt x="2871" y="2997"/>
                    <a:pt x="3206" y="2438"/>
                    <a:pt x="3542" y="1841"/>
                  </a:cubicBezTo>
                  <a:cubicBezTo>
                    <a:pt x="3877" y="1319"/>
                    <a:pt x="4213" y="723"/>
                    <a:pt x="4436" y="126"/>
                  </a:cubicBezTo>
                  <a:cubicBezTo>
                    <a:pt x="4436" y="43"/>
                    <a:pt x="4394" y="1"/>
                    <a:pt x="434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840" bIns="69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3" name="Google Shape;2502;p14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4" name="Google Shape;2503;p14"/>
          <p:cNvSpPr/>
          <p:nvPr/>
        </p:nvSpPr>
        <p:spPr>
          <a:xfrm>
            <a:off x="-74160" y="2702520"/>
            <a:ext cx="1080" cy="1080"/>
          </a:xfrm>
          <a:custGeom>
            <a:avLst/>
            <a:gdLst>
              <a:gd name="textAreaLeft" fmla="*/ 0 w 1080"/>
              <a:gd name="textAreaRight" fmla="*/ 1440 w 1080"/>
              <a:gd name="textAreaTop" fmla="*/ 0 h 1080"/>
              <a:gd name="textAreaBottom" fmla="*/ 1440 h 1080"/>
            </a:gdLst>
            <a:ahLst/>
            <a:cxnLst/>
            <a:rect l="textAreaLeft" t="textAreaTop" r="textAreaRight" b="textAreaBottom"/>
            <a:pathLst>
              <a:path w="64" h="64">
                <a:moveTo>
                  <a:pt x="63" y="0"/>
                </a:moveTo>
                <a:cubicBezTo>
                  <a:pt x="21" y="21"/>
                  <a:pt x="0" y="21"/>
                  <a:pt x="0" y="63"/>
                </a:cubicBezTo>
                <a:cubicBezTo>
                  <a:pt x="42" y="63"/>
                  <a:pt x="63" y="21"/>
                  <a:pt x="63" y="0"/>
                </a:cubicBezTo>
                <a:close/>
              </a:path>
            </a:pathLst>
          </a:custGeom>
          <a:solidFill>
            <a:srgbClr val="D7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25" name="Google Shape;2504;p14"/>
          <p:cNvSpPr/>
          <p:nvPr/>
        </p:nvSpPr>
        <p:spPr>
          <a:xfrm>
            <a:off x="-72720" y="2702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D7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26" name="PlaceHolder 1"/>
          <p:cNvSpPr>
            <a:spLocks noGrp="1"/>
          </p:cNvSpPr>
          <p:nvPr>
            <p:ph type="title"/>
          </p:nvPr>
        </p:nvSpPr>
        <p:spPr>
          <a:xfrm>
            <a:off x="4294080" y="3307320"/>
            <a:ext cx="4134960" cy="67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27" name="Google Shape;2507;p14"/>
          <p:cNvSpPr/>
          <p:nvPr/>
        </p:nvSpPr>
        <p:spPr>
          <a:xfrm>
            <a:off x="3957120" y="4384080"/>
            <a:ext cx="57600" cy="61920"/>
          </a:xfrm>
          <a:custGeom>
            <a:avLst/>
            <a:gdLst>
              <a:gd name="textAreaLeft" fmla="*/ 0 w 57600"/>
              <a:gd name="textAreaRight" fmla="*/ 57960 w 5760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3106" h="3342">
                <a:moveTo>
                  <a:pt x="218" y="0"/>
                </a:moveTo>
                <a:cubicBezTo>
                  <a:pt x="106" y="0"/>
                  <a:pt x="1" y="92"/>
                  <a:pt x="1" y="227"/>
                </a:cubicBezTo>
                <a:cubicBezTo>
                  <a:pt x="35" y="329"/>
                  <a:pt x="69" y="397"/>
                  <a:pt x="137" y="465"/>
                </a:cubicBezTo>
                <a:lnTo>
                  <a:pt x="2321" y="3059"/>
                </a:lnTo>
                <a:lnTo>
                  <a:pt x="2355" y="3093"/>
                </a:lnTo>
                <a:cubicBezTo>
                  <a:pt x="2505" y="3264"/>
                  <a:pt x="2628" y="3341"/>
                  <a:pt x="2733" y="3341"/>
                </a:cubicBezTo>
                <a:cubicBezTo>
                  <a:pt x="2795" y="3341"/>
                  <a:pt x="2850" y="3314"/>
                  <a:pt x="2901" y="3263"/>
                </a:cubicBezTo>
                <a:cubicBezTo>
                  <a:pt x="3106" y="3059"/>
                  <a:pt x="2901" y="2922"/>
                  <a:pt x="2799" y="2752"/>
                </a:cubicBezTo>
                <a:lnTo>
                  <a:pt x="1093" y="841"/>
                </a:lnTo>
                <a:cubicBezTo>
                  <a:pt x="922" y="636"/>
                  <a:pt x="751" y="397"/>
                  <a:pt x="547" y="192"/>
                </a:cubicBezTo>
                <a:cubicBezTo>
                  <a:pt x="478" y="124"/>
                  <a:pt x="410" y="56"/>
                  <a:pt x="308" y="22"/>
                </a:cubicBezTo>
                <a:cubicBezTo>
                  <a:pt x="279" y="7"/>
                  <a:pt x="248" y="0"/>
                  <a:pt x="21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28" name="Google Shape;2508;p14"/>
          <p:cNvSpPr/>
          <p:nvPr/>
        </p:nvSpPr>
        <p:spPr>
          <a:xfrm>
            <a:off x="3970080" y="4473360"/>
            <a:ext cx="42840" cy="64080"/>
          </a:xfrm>
          <a:custGeom>
            <a:avLst/>
            <a:gdLst>
              <a:gd name="textAreaLeft" fmla="*/ 0 w 42840"/>
              <a:gd name="textAreaRight" fmla="*/ 43200 w 42840"/>
              <a:gd name="textAreaTop" fmla="*/ 0 h 64080"/>
              <a:gd name="textAreaBottom" fmla="*/ 64440 h 64080"/>
            </a:gdLst>
            <a:ahLst/>
            <a:cxnLst/>
            <a:rect l="textAreaLeft" t="textAreaTop" r="textAreaRight" b="textAreaBottom"/>
            <a:pathLst>
              <a:path w="2314" h="3461">
                <a:moveTo>
                  <a:pt x="260" y="1"/>
                </a:moveTo>
                <a:cubicBezTo>
                  <a:pt x="123" y="1"/>
                  <a:pt x="0" y="99"/>
                  <a:pt x="27" y="261"/>
                </a:cubicBezTo>
                <a:lnTo>
                  <a:pt x="198" y="534"/>
                </a:lnTo>
                <a:cubicBezTo>
                  <a:pt x="539" y="1046"/>
                  <a:pt x="880" y="1558"/>
                  <a:pt x="1188" y="2069"/>
                </a:cubicBezTo>
                <a:cubicBezTo>
                  <a:pt x="1358" y="2377"/>
                  <a:pt x="1495" y="2684"/>
                  <a:pt x="1631" y="2991"/>
                </a:cubicBezTo>
                <a:cubicBezTo>
                  <a:pt x="1665" y="3093"/>
                  <a:pt x="1699" y="3161"/>
                  <a:pt x="1768" y="3264"/>
                </a:cubicBezTo>
                <a:cubicBezTo>
                  <a:pt x="1818" y="3390"/>
                  <a:pt x="1925" y="3460"/>
                  <a:pt x="2047" y="3460"/>
                </a:cubicBezTo>
                <a:cubicBezTo>
                  <a:pt x="2089" y="3460"/>
                  <a:pt x="2133" y="3452"/>
                  <a:pt x="2177" y="3434"/>
                </a:cubicBezTo>
                <a:cubicBezTo>
                  <a:pt x="2314" y="3366"/>
                  <a:pt x="2314" y="3195"/>
                  <a:pt x="2279" y="3059"/>
                </a:cubicBezTo>
                <a:cubicBezTo>
                  <a:pt x="2177" y="2820"/>
                  <a:pt x="2075" y="2581"/>
                  <a:pt x="1972" y="2377"/>
                </a:cubicBezTo>
                <a:cubicBezTo>
                  <a:pt x="1529" y="1660"/>
                  <a:pt x="1085" y="977"/>
                  <a:pt x="642" y="261"/>
                </a:cubicBezTo>
                <a:cubicBezTo>
                  <a:pt x="573" y="159"/>
                  <a:pt x="471" y="90"/>
                  <a:pt x="369" y="22"/>
                </a:cubicBezTo>
                <a:cubicBezTo>
                  <a:pt x="333" y="8"/>
                  <a:pt x="296" y="1"/>
                  <a:pt x="26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29" name="Google Shape;2509;p14"/>
          <p:cNvSpPr/>
          <p:nvPr/>
        </p:nvSpPr>
        <p:spPr>
          <a:xfrm>
            <a:off x="3977640" y="4979160"/>
            <a:ext cx="37800" cy="57240"/>
          </a:xfrm>
          <a:custGeom>
            <a:avLst/>
            <a:gdLst>
              <a:gd name="textAreaLeft" fmla="*/ 0 w 37800"/>
              <a:gd name="textAreaRight" fmla="*/ 38160 w 37800"/>
              <a:gd name="textAreaTop" fmla="*/ 0 h 57240"/>
              <a:gd name="textAreaBottom" fmla="*/ 57600 h 57240"/>
            </a:gdLst>
            <a:ahLst/>
            <a:cxnLst/>
            <a:rect l="textAreaLeft" t="textAreaTop" r="textAreaRight" b="textAreaBottom"/>
            <a:pathLst>
              <a:path w="2049" h="3085">
                <a:moveTo>
                  <a:pt x="273" y="0"/>
                </a:moveTo>
                <a:cubicBezTo>
                  <a:pt x="225" y="0"/>
                  <a:pt x="179" y="15"/>
                  <a:pt x="137" y="47"/>
                </a:cubicBezTo>
                <a:cubicBezTo>
                  <a:pt x="1" y="150"/>
                  <a:pt x="69" y="320"/>
                  <a:pt x="171" y="457"/>
                </a:cubicBezTo>
                <a:cubicBezTo>
                  <a:pt x="444" y="900"/>
                  <a:pt x="751" y="1310"/>
                  <a:pt x="990" y="1753"/>
                </a:cubicBezTo>
                <a:cubicBezTo>
                  <a:pt x="1161" y="2026"/>
                  <a:pt x="1263" y="2299"/>
                  <a:pt x="1434" y="2538"/>
                </a:cubicBezTo>
                <a:cubicBezTo>
                  <a:pt x="1536" y="2777"/>
                  <a:pt x="1707" y="2982"/>
                  <a:pt x="1980" y="3084"/>
                </a:cubicBezTo>
                <a:cubicBezTo>
                  <a:pt x="2048" y="2845"/>
                  <a:pt x="2014" y="2572"/>
                  <a:pt x="1912" y="2333"/>
                </a:cubicBezTo>
                <a:cubicBezTo>
                  <a:pt x="1468" y="1617"/>
                  <a:pt x="1059" y="934"/>
                  <a:pt x="615" y="252"/>
                </a:cubicBezTo>
                <a:cubicBezTo>
                  <a:pt x="615" y="252"/>
                  <a:pt x="615" y="218"/>
                  <a:pt x="615" y="218"/>
                </a:cubicBezTo>
                <a:cubicBezTo>
                  <a:pt x="497" y="76"/>
                  <a:pt x="379" y="0"/>
                  <a:pt x="2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0" bIns="28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0" name="Google Shape;2510;p14"/>
          <p:cNvSpPr/>
          <p:nvPr/>
        </p:nvSpPr>
        <p:spPr>
          <a:xfrm>
            <a:off x="3962880" y="4882320"/>
            <a:ext cx="38880" cy="48960"/>
          </a:xfrm>
          <a:custGeom>
            <a:avLst/>
            <a:gdLst>
              <a:gd name="textAreaLeft" fmla="*/ 0 w 38880"/>
              <a:gd name="textAreaRight" fmla="*/ 39240 w 38880"/>
              <a:gd name="textAreaTop" fmla="*/ 0 h 48960"/>
              <a:gd name="textAreaBottom" fmla="*/ 49320 h 48960"/>
            </a:gdLst>
            <a:ahLst/>
            <a:cxnLst/>
            <a:rect l="textAreaLeft" t="textAreaTop" r="textAreaRight" b="textAreaBottom"/>
            <a:pathLst>
              <a:path w="2108" h="2657">
                <a:moveTo>
                  <a:pt x="223" y="1"/>
                </a:moveTo>
                <a:cubicBezTo>
                  <a:pt x="171" y="1"/>
                  <a:pt x="120" y="9"/>
                  <a:pt x="69" y="26"/>
                </a:cubicBezTo>
                <a:cubicBezTo>
                  <a:pt x="35" y="60"/>
                  <a:pt x="1" y="197"/>
                  <a:pt x="1" y="299"/>
                </a:cubicBezTo>
                <a:cubicBezTo>
                  <a:pt x="1" y="402"/>
                  <a:pt x="69" y="402"/>
                  <a:pt x="103" y="436"/>
                </a:cubicBezTo>
                <a:cubicBezTo>
                  <a:pt x="479" y="1016"/>
                  <a:pt x="854" y="1596"/>
                  <a:pt x="1229" y="2176"/>
                </a:cubicBezTo>
                <a:cubicBezTo>
                  <a:pt x="1298" y="2313"/>
                  <a:pt x="1400" y="2415"/>
                  <a:pt x="1502" y="2517"/>
                </a:cubicBezTo>
                <a:cubicBezTo>
                  <a:pt x="1571" y="2586"/>
                  <a:pt x="1639" y="2620"/>
                  <a:pt x="1741" y="2654"/>
                </a:cubicBezTo>
                <a:cubicBezTo>
                  <a:pt x="1754" y="2656"/>
                  <a:pt x="1766" y="2656"/>
                  <a:pt x="1778" y="2656"/>
                </a:cubicBezTo>
                <a:cubicBezTo>
                  <a:pt x="1993" y="2656"/>
                  <a:pt x="2108" y="2374"/>
                  <a:pt x="1946" y="2244"/>
                </a:cubicBezTo>
                <a:cubicBezTo>
                  <a:pt x="1707" y="1903"/>
                  <a:pt x="1502" y="1528"/>
                  <a:pt x="1263" y="1186"/>
                </a:cubicBezTo>
                <a:cubicBezTo>
                  <a:pt x="1025" y="845"/>
                  <a:pt x="854" y="572"/>
                  <a:pt x="615" y="265"/>
                </a:cubicBezTo>
                <a:cubicBezTo>
                  <a:pt x="547" y="163"/>
                  <a:pt x="479" y="95"/>
                  <a:pt x="376" y="26"/>
                </a:cubicBezTo>
                <a:cubicBezTo>
                  <a:pt x="325" y="9"/>
                  <a:pt x="274" y="1"/>
                  <a:pt x="22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1" name="Google Shape;2511;p14"/>
          <p:cNvSpPr/>
          <p:nvPr/>
        </p:nvSpPr>
        <p:spPr>
          <a:xfrm>
            <a:off x="3957120" y="4803840"/>
            <a:ext cx="32760" cy="41760"/>
          </a:xfrm>
          <a:custGeom>
            <a:avLst/>
            <a:gdLst>
              <a:gd name="textAreaLeft" fmla="*/ 0 w 32760"/>
              <a:gd name="textAreaRight" fmla="*/ 33120 w 32760"/>
              <a:gd name="textAreaTop" fmla="*/ 0 h 41760"/>
              <a:gd name="textAreaBottom" fmla="*/ 42120 h 41760"/>
            </a:gdLst>
            <a:ahLst/>
            <a:cxnLst/>
            <a:rect l="textAreaLeft" t="textAreaTop" r="textAreaRight" b="textAreaBottom"/>
            <a:pathLst>
              <a:path w="1776" h="2268">
                <a:moveTo>
                  <a:pt x="225" y="1"/>
                </a:moveTo>
                <a:cubicBezTo>
                  <a:pt x="195" y="1"/>
                  <a:pt x="165" y="5"/>
                  <a:pt x="137" y="14"/>
                </a:cubicBezTo>
                <a:cubicBezTo>
                  <a:pt x="103" y="14"/>
                  <a:pt x="35" y="151"/>
                  <a:pt x="1" y="219"/>
                </a:cubicBezTo>
                <a:cubicBezTo>
                  <a:pt x="35" y="321"/>
                  <a:pt x="69" y="389"/>
                  <a:pt x="137" y="458"/>
                </a:cubicBezTo>
                <a:cubicBezTo>
                  <a:pt x="444" y="969"/>
                  <a:pt x="751" y="1447"/>
                  <a:pt x="1059" y="1925"/>
                </a:cubicBezTo>
                <a:cubicBezTo>
                  <a:pt x="1127" y="2027"/>
                  <a:pt x="1161" y="2096"/>
                  <a:pt x="1229" y="2164"/>
                </a:cubicBezTo>
                <a:cubicBezTo>
                  <a:pt x="1295" y="2230"/>
                  <a:pt x="1390" y="2268"/>
                  <a:pt x="1485" y="2268"/>
                </a:cubicBezTo>
                <a:cubicBezTo>
                  <a:pt x="1538" y="2268"/>
                  <a:pt x="1590" y="2256"/>
                  <a:pt x="1639" y="2232"/>
                </a:cubicBezTo>
                <a:cubicBezTo>
                  <a:pt x="1775" y="2130"/>
                  <a:pt x="1741" y="1993"/>
                  <a:pt x="1673" y="1857"/>
                </a:cubicBezTo>
                <a:cubicBezTo>
                  <a:pt x="1434" y="1481"/>
                  <a:pt x="1195" y="1106"/>
                  <a:pt x="956" y="731"/>
                </a:cubicBezTo>
                <a:cubicBezTo>
                  <a:pt x="786" y="492"/>
                  <a:pt x="615" y="287"/>
                  <a:pt x="444" y="82"/>
                </a:cubicBezTo>
                <a:cubicBezTo>
                  <a:pt x="394" y="32"/>
                  <a:pt x="308" y="1"/>
                  <a:pt x="2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2" name="Google Shape;2512;p14"/>
          <p:cNvSpPr/>
          <p:nvPr/>
        </p:nvSpPr>
        <p:spPr>
          <a:xfrm>
            <a:off x="3977640" y="4609800"/>
            <a:ext cx="27000" cy="32760"/>
          </a:xfrm>
          <a:custGeom>
            <a:avLst/>
            <a:gdLst>
              <a:gd name="textAreaLeft" fmla="*/ 0 w 27000"/>
              <a:gd name="textAreaRight" fmla="*/ 27360 w 2700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462" h="1785">
                <a:moveTo>
                  <a:pt x="245" y="1"/>
                </a:moveTo>
                <a:cubicBezTo>
                  <a:pt x="110" y="1"/>
                  <a:pt x="1" y="117"/>
                  <a:pt x="29" y="257"/>
                </a:cubicBezTo>
                <a:cubicBezTo>
                  <a:pt x="29" y="291"/>
                  <a:pt x="63" y="360"/>
                  <a:pt x="131" y="428"/>
                </a:cubicBezTo>
                <a:cubicBezTo>
                  <a:pt x="302" y="735"/>
                  <a:pt x="472" y="1042"/>
                  <a:pt x="677" y="1315"/>
                </a:cubicBezTo>
                <a:cubicBezTo>
                  <a:pt x="780" y="1486"/>
                  <a:pt x="916" y="1622"/>
                  <a:pt x="1087" y="1759"/>
                </a:cubicBezTo>
                <a:cubicBezTo>
                  <a:pt x="1138" y="1776"/>
                  <a:pt x="1189" y="1784"/>
                  <a:pt x="1240" y="1784"/>
                </a:cubicBezTo>
                <a:cubicBezTo>
                  <a:pt x="1291" y="1784"/>
                  <a:pt x="1343" y="1776"/>
                  <a:pt x="1394" y="1759"/>
                </a:cubicBezTo>
                <a:cubicBezTo>
                  <a:pt x="1462" y="1725"/>
                  <a:pt x="1462" y="1554"/>
                  <a:pt x="1394" y="1486"/>
                </a:cubicBezTo>
                <a:cubicBezTo>
                  <a:pt x="1189" y="1076"/>
                  <a:pt x="950" y="735"/>
                  <a:pt x="677" y="326"/>
                </a:cubicBezTo>
                <a:cubicBezTo>
                  <a:pt x="575" y="189"/>
                  <a:pt x="472" y="87"/>
                  <a:pt x="336" y="18"/>
                </a:cubicBezTo>
                <a:cubicBezTo>
                  <a:pt x="305" y="6"/>
                  <a:pt x="274" y="1"/>
                  <a:pt x="24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3" name="Google Shape;2513;p14"/>
          <p:cNvSpPr/>
          <p:nvPr/>
        </p:nvSpPr>
        <p:spPr>
          <a:xfrm>
            <a:off x="1275840" y="5078520"/>
            <a:ext cx="14400" cy="61920"/>
          </a:xfrm>
          <a:custGeom>
            <a:avLst/>
            <a:gdLst>
              <a:gd name="textAreaLeft" fmla="*/ 0 w 14400"/>
              <a:gd name="textAreaRight" fmla="*/ 14760 w 1440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785" h="3345">
                <a:moveTo>
                  <a:pt x="580" y="0"/>
                </a:moveTo>
                <a:cubicBezTo>
                  <a:pt x="410" y="0"/>
                  <a:pt x="376" y="171"/>
                  <a:pt x="341" y="307"/>
                </a:cubicBezTo>
                <a:cubicBezTo>
                  <a:pt x="341" y="444"/>
                  <a:pt x="376" y="649"/>
                  <a:pt x="307" y="717"/>
                </a:cubicBezTo>
                <a:cubicBezTo>
                  <a:pt x="68" y="922"/>
                  <a:pt x="171" y="1126"/>
                  <a:pt x="171" y="1331"/>
                </a:cubicBezTo>
                <a:cubicBezTo>
                  <a:pt x="171" y="1502"/>
                  <a:pt x="171" y="1672"/>
                  <a:pt x="171" y="1843"/>
                </a:cubicBezTo>
                <a:cubicBezTo>
                  <a:pt x="103" y="2321"/>
                  <a:pt x="68" y="2832"/>
                  <a:pt x="0" y="3344"/>
                </a:cubicBezTo>
                <a:lnTo>
                  <a:pt x="717" y="3344"/>
                </a:lnTo>
                <a:cubicBezTo>
                  <a:pt x="751" y="2867"/>
                  <a:pt x="751" y="2389"/>
                  <a:pt x="751" y="1945"/>
                </a:cubicBezTo>
                <a:cubicBezTo>
                  <a:pt x="751" y="1399"/>
                  <a:pt x="785" y="853"/>
                  <a:pt x="785" y="307"/>
                </a:cubicBezTo>
                <a:cubicBezTo>
                  <a:pt x="785" y="171"/>
                  <a:pt x="751" y="34"/>
                  <a:pt x="58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4" name="Google Shape;2514;p14"/>
          <p:cNvSpPr/>
          <p:nvPr/>
        </p:nvSpPr>
        <p:spPr>
          <a:xfrm>
            <a:off x="883080" y="5091480"/>
            <a:ext cx="15480" cy="49320"/>
          </a:xfrm>
          <a:custGeom>
            <a:avLst/>
            <a:gdLst>
              <a:gd name="textAreaLeft" fmla="*/ 0 w 15480"/>
              <a:gd name="textAreaRight" fmla="*/ 15840 w 15480"/>
              <a:gd name="textAreaTop" fmla="*/ 0 h 49320"/>
              <a:gd name="textAreaBottom" fmla="*/ 49680 h 49320"/>
            </a:gdLst>
            <a:ahLst/>
            <a:cxnLst/>
            <a:rect l="textAreaLeft" t="textAreaTop" r="textAreaRight" b="textAreaBottom"/>
            <a:pathLst>
              <a:path w="854" h="2663">
                <a:moveTo>
                  <a:pt x="239" y="1"/>
                </a:moveTo>
                <a:cubicBezTo>
                  <a:pt x="171" y="35"/>
                  <a:pt x="102" y="69"/>
                  <a:pt x="34" y="137"/>
                </a:cubicBezTo>
                <a:cubicBezTo>
                  <a:pt x="34" y="205"/>
                  <a:pt x="0" y="308"/>
                  <a:pt x="34" y="376"/>
                </a:cubicBezTo>
                <a:cubicBezTo>
                  <a:pt x="68" y="786"/>
                  <a:pt x="102" y="1195"/>
                  <a:pt x="137" y="1570"/>
                </a:cubicBezTo>
                <a:cubicBezTo>
                  <a:pt x="205" y="1946"/>
                  <a:pt x="273" y="2287"/>
                  <a:pt x="341" y="2662"/>
                </a:cubicBezTo>
                <a:lnTo>
                  <a:pt x="853" y="2662"/>
                </a:lnTo>
                <a:cubicBezTo>
                  <a:pt x="819" y="2594"/>
                  <a:pt x="819" y="2526"/>
                  <a:pt x="819" y="2492"/>
                </a:cubicBezTo>
                <a:cubicBezTo>
                  <a:pt x="683" y="1741"/>
                  <a:pt x="580" y="1024"/>
                  <a:pt x="444" y="308"/>
                </a:cubicBezTo>
                <a:cubicBezTo>
                  <a:pt x="410" y="240"/>
                  <a:pt x="478" y="205"/>
                  <a:pt x="410" y="137"/>
                </a:cubicBezTo>
                <a:cubicBezTo>
                  <a:pt x="375" y="103"/>
                  <a:pt x="307" y="1"/>
                  <a:pt x="239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5" name="Google Shape;2515;p14"/>
          <p:cNvSpPr/>
          <p:nvPr/>
        </p:nvSpPr>
        <p:spPr>
          <a:xfrm>
            <a:off x="1227600" y="5101200"/>
            <a:ext cx="15480" cy="39240"/>
          </a:xfrm>
          <a:custGeom>
            <a:avLst/>
            <a:gdLst>
              <a:gd name="textAreaLeft" fmla="*/ 0 w 15480"/>
              <a:gd name="textAreaRight" fmla="*/ 15840 w 1548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854" h="2123">
                <a:moveTo>
                  <a:pt x="588" y="0"/>
                </a:moveTo>
                <a:cubicBezTo>
                  <a:pt x="461" y="0"/>
                  <a:pt x="406" y="97"/>
                  <a:pt x="376" y="246"/>
                </a:cubicBezTo>
                <a:cubicBezTo>
                  <a:pt x="240" y="826"/>
                  <a:pt x="137" y="1474"/>
                  <a:pt x="1" y="2122"/>
                </a:cubicBezTo>
                <a:lnTo>
                  <a:pt x="479" y="2122"/>
                </a:lnTo>
                <a:lnTo>
                  <a:pt x="820" y="314"/>
                </a:lnTo>
                <a:cubicBezTo>
                  <a:pt x="854" y="177"/>
                  <a:pt x="854" y="41"/>
                  <a:pt x="649" y="7"/>
                </a:cubicBezTo>
                <a:cubicBezTo>
                  <a:pt x="627" y="2"/>
                  <a:pt x="607" y="0"/>
                  <a:pt x="588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6" name="Google Shape;2516;p14"/>
          <p:cNvSpPr/>
          <p:nvPr/>
        </p:nvSpPr>
        <p:spPr>
          <a:xfrm>
            <a:off x="1291680" y="5132520"/>
            <a:ext cx="7920" cy="7920"/>
          </a:xfrm>
          <a:custGeom>
            <a:avLst/>
            <a:gdLst>
              <a:gd name="textAreaLeft" fmla="*/ 0 w 7920"/>
              <a:gd name="textAreaRight" fmla="*/ 8280 w 7920"/>
              <a:gd name="textAreaTop" fmla="*/ 0 h 7920"/>
              <a:gd name="textAreaBottom" fmla="*/ 8280 h 7920"/>
            </a:gdLst>
            <a:ahLst/>
            <a:cxnLst/>
            <a:rect l="textAreaLeft" t="textAreaTop" r="textAreaRight" b="textAreaBottom"/>
            <a:pathLst>
              <a:path w="444" h="450">
                <a:moveTo>
                  <a:pt x="158" y="1"/>
                </a:moveTo>
                <a:cubicBezTo>
                  <a:pt x="28" y="1"/>
                  <a:pt x="0" y="142"/>
                  <a:pt x="0" y="449"/>
                </a:cubicBezTo>
                <a:lnTo>
                  <a:pt x="444" y="449"/>
                </a:lnTo>
                <a:cubicBezTo>
                  <a:pt x="410" y="245"/>
                  <a:pt x="444" y="40"/>
                  <a:pt x="205" y="6"/>
                </a:cubicBezTo>
                <a:cubicBezTo>
                  <a:pt x="188" y="2"/>
                  <a:pt x="173" y="1"/>
                  <a:pt x="158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7" name="Google Shape;2517;p14"/>
          <p:cNvSpPr/>
          <p:nvPr/>
        </p:nvSpPr>
        <p:spPr>
          <a:xfrm>
            <a:off x="3899160" y="5078160"/>
            <a:ext cx="14760" cy="61920"/>
          </a:xfrm>
          <a:custGeom>
            <a:avLst/>
            <a:gdLst>
              <a:gd name="textAreaLeft" fmla="*/ 0 w 14760"/>
              <a:gd name="textAreaRight" fmla="*/ 15120 w 1476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819" h="3345">
                <a:moveTo>
                  <a:pt x="580" y="0"/>
                </a:moveTo>
                <a:cubicBezTo>
                  <a:pt x="512" y="0"/>
                  <a:pt x="444" y="68"/>
                  <a:pt x="410" y="171"/>
                </a:cubicBezTo>
                <a:cubicBezTo>
                  <a:pt x="375" y="239"/>
                  <a:pt x="410" y="273"/>
                  <a:pt x="375" y="375"/>
                </a:cubicBezTo>
                <a:cubicBezTo>
                  <a:pt x="273" y="1297"/>
                  <a:pt x="137" y="2218"/>
                  <a:pt x="0" y="3139"/>
                </a:cubicBezTo>
                <a:cubicBezTo>
                  <a:pt x="0" y="3208"/>
                  <a:pt x="0" y="3276"/>
                  <a:pt x="0" y="3344"/>
                </a:cubicBezTo>
                <a:lnTo>
                  <a:pt x="512" y="3344"/>
                </a:lnTo>
                <a:cubicBezTo>
                  <a:pt x="580" y="2901"/>
                  <a:pt x="648" y="2457"/>
                  <a:pt x="682" y="1979"/>
                </a:cubicBezTo>
                <a:cubicBezTo>
                  <a:pt x="751" y="1502"/>
                  <a:pt x="785" y="956"/>
                  <a:pt x="819" y="444"/>
                </a:cubicBezTo>
                <a:cubicBezTo>
                  <a:pt x="819" y="341"/>
                  <a:pt x="819" y="239"/>
                  <a:pt x="785" y="137"/>
                </a:cubicBezTo>
                <a:cubicBezTo>
                  <a:pt x="751" y="68"/>
                  <a:pt x="682" y="0"/>
                  <a:pt x="580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8" name="Google Shape;2518;p14"/>
          <p:cNvSpPr/>
          <p:nvPr/>
        </p:nvSpPr>
        <p:spPr>
          <a:xfrm>
            <a:off x="3554280" y="5090040"/>
            <a:ext cx="15480" cy="50040"/>
          </a:xfrm>
          <a:custGeom>
            <a:avLst/>
            <a:gdLst>
              <a:gd name="textAreaLeft" fmla="*/ 0 w 15480"/>
              <a:gd name="textAreaRight" fmla="*/ 15840 w 15480"/>
              <a:gd name="textAreaTop" fmla="*/ 0 h 50040"/>
              <a:gd name="textAreaBottom" fmla="*/ 50400 h 50040"/>
            </a:gdLst>
            <a:ahLst/>
            <a:cxnLst/>
            <a:rect l="textAreaLeft" t="textAreaTop" r="textAreaRight" b="textAreaBottom"/>
            <a:pathLst>
              <a:path w="854" h="2701">
                <a:moveTo>
                  <a:pt x="221" y="0"/>
                </a:moveTo>
                <a:cubicBezTo>
                  <a:pt x="205" y="0"/>
                  <a:pt x="189" y="1"/>
                  <a:pt x="171" y="4"/>
                </a:cubicBezTo>
                <a:cubicBezTo>
                  <a:pt x="0" y="39"/>
                  <a:pt x="0" y="243"/>
                  <a:pt x="34" y="448"/>
                </a:cubicBezTo>
                <a:cubicBezTo>
                  <a:pt x="137" y="1165"/>
                  <a:pt x="273" y="1915"/>
                  <a:pt x="376" y="2700"/>
                </a:cubicBezTo>
                <a:lnTo>
                  <a:pt x="853" y="2700"/>
                </a:lnTo>
                <a:cubicBezTo>
                  <a:pt x="717" y="1881"/>
                  <a:pt x="580" y="1096"/>
                  <a:pt x="478" y="312"/>
                </a:cubicBezTo>
                <a:cubicBezTo>
                  <a:pt x="447" y="156"/>
                  <a:pt x="387" y="0"/>
                  <a:pt x="221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39" name="Google Shape;2519;p14"/>
          <p:cNvSpPr/>
          <p:nvPr/>
        </p:nvSpPr>
        <p:spPr>
          <a:xfrm>
            <a:off x="3498480" y="5130000"/>
            <a:ext cx="7920" cy="10080"/>
          </a:xfrm>
          <a:custGeom>
            <a:avLst/>
            <a:gdLst>
              <a:gd name="textAreaLeft" fmla="*/ 0 w 7920"/>
              <a:gd name="textAreaRight" fmla="*/ 8280 w 7920"/>
              <a:gd name="textAreaTop" fmla="*/ 0 h 10080"/>
              <a:gd name="textAreaBottom" fmla="*/ 10440 h 10080"/>
            </a:gdLst>
            <a:ahLst/>
            <a:cxnLst/>
            <a:rect l="textAreaLeft" t="textAreaTop" r="textAreaRight" b="textAreaBottom"/>
            <a:pathLst>
              <a:path w="444" h="552">
                <a:moveTo>
                  <a:pt x="272" y="1"/>
                </a:moveTo>
                <a:cubicBezTo>
                  <a:pt x="261" y="1"/>
                  <a:pt x="251" y="2"/>
                  <a:pt x="239" y="5"/>
                </a:cubicBezTo>
                <a:cubicBezTo>
                  <a:pt x="0" y="39"/>
                  <a:pt x="0" y="312"/>
                  <a:pt x="0" y="551"/>
                </a:cubicBezTo>
                <a:lnTo>
                  <a:pt x="444" y="551"/>
                </a:lnTo>
                <a:cubicBezTo>
                  <a:pt x="444" y="176"/>
                  <a:pt x="387" y="1"/>
                  <a:pt x="272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040" bIns="5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40" name="Google Shape;2520;p14"/>
          <p:cNvSpPr/>
          <p:nvPr/>
        </p:nvSpPr>
        <p:spPr>
          <a:xfrm>
            <a:off x="3260160" y="920880"/>
            <a:ext cx="286200" cy="262440"/>
          </a:xfrm>
          <a:custGeom>
            <a:avLst/>
            <a:gdLst>
              <a:gd name="textAreaLeft" fmla="*/ 0 w 286200"/>
              <a:gd name="textAreaRight" fmla="*/ 286560 w 28620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15391" h="14117">
                <a:moveTo>
                  <a:pt x="8105" y="580"/>
                </a:moveTo>
                <a:cubicBezTo>
                  <a:pt x="8429" y="580"/>
                  <a:pt x="8753" y="615"/>
                  <a:pt x="9078" y="683"/>
                </a:cubicBezTo>
                <a:cubicBezTo>
                  <a:pt x="9658" y="785"/>
                  <a:pt x="10238" y="888"/>
                  <a:pt x="10818" y="990"/>
                </a:cubicBezTo>
                <a:cubicBezTo>
                  <a:pt x="10988" y="1024"/>
                  <a:pt x="11125" y="1092"/>
                  <a:pt x="11261" y="1195"/>
                </a:cubicBezTo>
                <a:cubicBezTo>
                  <a:pt x="12422" y="2082"/>
                  <a:pt x="13548" y="3037"/>
                  <a:pt x="14128" y="4505"/>
                </a:cubicBezTo>
                <a:cubicBezTo>
                  <a:pt x="14537" y="5426"/>
                  <a:pt x="14708" y="6450"/>
                  <a:pt x="14674" y="7439"/>
                </a:cubicBezTo>
                <a:cubicBezTo>
                  <a:pt x="14674" y="7576"/>
                  <a:pt x="14674" y="7712"/>
                  <a:pt x="14640" y="7951"/>
                </a:cubicBezTo>
                <a:cubicBezTo>
                  <a:pt x="14537" y="7849"/>
                  <a:pt x="14469" y="7746"/>
                  <a:pt x="14401" y="7610"/>
                </a:cubicBezTo>
                <a:cubicBezTo>
                  <a:pt x="14128" y="6927"/>
                  <a:pt x="13445" y="6450"/>
                  <a:pt x="12695" y="6450"/>
                </a:cubicBezTo>
                <a:cubicBezTo>
                  <a:pt x="12251" y="6450"/>
                  <a:pt x="11841" y="6484"/>
                  <a:pt x="11398" y="6518"/>
                </a:cubicBezTo>
                <a:cubicBezTo>
                  <a:pt x="11343" y="6520"/>
                  <a:pt x="11291" y="6521"/>
                  <a:pt x="11241" y="6521"/>
                </a:cubicBezTo>
                <a:cubicBezTo>
                  <a:pt x="10346" y="6521"/>
                  <a:pt x="10094" y="6221"/>
                  <a:pt x="9965" y="5187"/>
                </a:cubicBezTo>
                <a:cubicBezTo>
                  <a:pt x="9931" y="4812"/>
                  <a:pt x="9828" y="4402"/>
                  <a:pt x="9726" y="4061"/>
                </a:cubicBezTo>
                <a:cubicBezTo>
                  <a:pt x="9521" y="3481"/>
                  <a:pt x="9043" y="3003"/>
                  <a:pt x="8429" y="2867"/>
                </a:cubicBezTo>
                <a:cubicBezTo>
                  <a:pt x="8054" y="2764"/>
                  <a:pt x="7713" y="2594"/>
                  <a:pt x="7405" y="2423"/>
                </a:cubicBezTo>
                <a:cubicBezTo>
                  <a:pt x="6894" y="2218"/>
                  <a:pt x="6689" y="1604"/>
                  <a:pt x="6962" y="1161"/>
                </a:cubicBezTo>
                <a:cubicBezTo>
                  <a:pt x="7030" y="1024"/>
                  <a:pt x="7064" y="853"/>
                  <a:pt x="7098" y="683"/>
                </a:cubicBezTo>
                <a:lnTo>
                  <a:pt x="7133" y="683"/>
                </a:lnTo>
                <a:cubicBezTo>
                  <a:pt x="7457" y="615"/>
                  <a:pt x="7781" y="580"/>
                  <a:pt x="8105" y="580"/>
                </a:cubicBezTo>
                <a:close/>
                <a:moveTo>
                  <a:pt x="6484" y="785"/>
                </a:moveTo>
                <a:cubicBezTo>
                  <a:pt x="6450" y="956"/>
                  <a:pt x="6416" y="1092"/>
                  <a:pt x="6416" y="1229"/>
                </a:cubicBezTo>
                <a:cubicBezTo>
                  <a:pt x="6245" y="1707"/>
                  <a:pt x="6382" y="2253"/>
                  <a:pt x="6757" y="2594"/>
                </a:cubicBezTo>
                <a:cubicBezTo>
                  <a:pt x="7064" y="2969"/>
                  <a:pt x="7508" y="3208"/>
                  <a:pt x="7986" y="3310"/>
                </a:cubicBezTo>
                <a:cubicBezTo>
                  <a:pt x="8839" y="3549"/>
                  <a:pt x="9282" y="3959"/>
                  <a:pt x="9419" y="5289"/>
                </a:cubicBezTo>
                <a:cubicBezTo>
                  <a:pt x="9453" y="5631"/>
                  <a:pt x="9521" y="5972"/>
                  <a:pt x="9692" y="6313"/>
                </a:cubicBezTo>
                <a:cubicBezTo>
                  <a:pt x="9862" y="6825"/>
                  <a:pt x="10374" y="7132"/>
                  <a:pt x="10920" y="7166"/>
                </a:cubicBezTo>
                <a:cubicBezTo>
                  <a:pt x="11261" y="7166"/>
                  <a:pt x="11603" y="7132"/>
                  <a:pt x="11978" y="7132"/>
                </a:cubicBezTo>
                <a:cubicBezTo>
                  <a:pt x="12079" y="7123"/>
                  <a:pt x="12182" y="7119"/>
                  <a:pt x="12286" y="7119"/>
                </a:cubicBezTo>
                <a:cubicBezTo>
                  <a:pt x="12573" y="7119"/>
                  <a:pt x="12873" y="7150"/>
                  <a:pt x="13172" y="7200"/>
                </a:cubicBezTo>
                <a:cubicBezTo>
                  <a:pt x="13479" y="7269"/>
                  <a:pt x="13718" y="7473"/>
                  <a:pt x="13821" y="7746"/>
                </a:cubicBezTo>
                <a:cubicBezTo>
                  <a:pt x="13821" y="7780"/>
                  <a:pt x="13821" y="7780"/>
                  <a:pt x="13821" y="7815"/>
                </a:cubicBezTo>
                <a:cubicBezTo>
                  <a:pt x="14469" y="9214"/>
                  <a:pt x="14469" y="8941"/>
                  <a:pt x="13752" y="10101"/>
                </a:cubicBezTo>
                <a:cubicBezTo>
                  <a:pt x="12456" y="12216"/>
                  <a:pt x="10545" y="13240"/>
                  <a:pt x="8190" y="13445"/>
                </a:cubicBezTo>
                <a:cubicBezTo>
                  <a:pt x="7930" y="13478"/>
                  <a:pt x="7669" y="13495"/>
                  <a:pt x="7409" y="13495"/>
                </a:cubicBezTo>
                <a:cubicBezTo>
                  <a:pt x="6334" y="13495"/>
                  <a:pt x="5268" y="13216"/>
                  <a:pt x="4334" y="12694"/>
                </a:cubicBezTo>
                <a:cubicBezTo>
                  <a:pt x="2662" y="11875"/>
                  <a:pt x="1468" y="10374"/>
                  <a:pt x="1024" y="8599"/>
                </a:cubicBezTo>
                <a:cubicBezTo>
                  <a:pt x="990" y="8497"/>
                  <a:pt x="956" y="8429"/>
                  <a:pt x="956" y="8258"/>
                </a:cubicBezTo>
                <a:lnTo>
                  <a:pt x="956" y="8258"/>
                </a:lnTo>
                <a:cubicBezTo>
                  <a:pt x="1673" y="8736"/>
                  <a:pt x="2458" y="9111"/>
                  <a:pt x="3277" y="9350"/>
                </a:cubicBezTo>
                <a:cubicBezTo>
                  <a:pt x="3618" y="9487"/>
                  <a:pt x="3891" y="9760"/>
                  <a:pt x="4096" y="10067"/>
                </a:cubicBezTo>
                <a:cubicBezTo>
                  <a:pt x="4266" y="10374"/>
                  <a:pt x="4437" y="10647"/>
                  <a:pt x="4607" y="10920"/>
                </a:cubicBezTo>
                <a:cubicBezTo>
                  <a:pt x="4949" y="11466"/>
                  <a:pt x="5529" y="11841"/>
                  <a:pt x="6177" y="11875"/>
                </a:cubicBezTo>
                <a:cubicBezTo>
                  <a:pt x="6587" y="11909"/>
                  <a:pt x="6962" y="11978"/>
                  <a:pt x="7337" y="12012"/>
                </a:cubicBezTo>
                <a:cubicBezTo>
                  <a:pt x="7713" y="12046"/>
                  <a:pt x="8020" y="12251"/>
                  <a:pt x="8190" y="12524"/>
                </a:cubicBezTo>
                <a:cubicBezTo>
                  <a:pt x="8293" y="12626"/>
                  <a:pt x="8327" y="12694"/>
                  <a:pt x="8429" y="12831"/>
                </a:cubicBezTo>
                <a:cubicBezTo>
                  <a:pt x="8497" y="12922"/>
                  <a:pt x="8581" y="12982"/>
                  <a:pt x="8669" y="12982"/>
                </a:cubicBezTo>
                <a:cubicBezTo>
                  <a:pt x="8714" y="12982"/>
                  <a:pt x="8759" y="12967"/>
                  <a:pt x="8805" y="12933"/>
                </a:cubicBezTo>
                <a:cubicBezTo>
                  <a:pt x="8975" y="12831"/>
                  <a:pt x="8975" y="12626"/>
                  <a:pt x="8873" y="12489"/>
                </a:cubicBezTo>
                <a:cubicBezTo>
                  <a:pt x="8600" y="11978"/>
                  <a:pt x="8122" y="11568"/>
                  <a:pt x="7542" y="11432"/>
                </a:cubicBezTo>
                <a:cubicBezTo>
                  <a:pt x="7098" y="11363"/>
                  <a:pt x="6621" y="11295"/>
                  <a:pt x="6177" y="11261"/>
                </a:cubicBezTo>
                <a:cubicBezTo>
                  <a:pt x="5733" y="11227"/>
                  <a:pt x="5324" y="10988"/>
                  <a:pt x="5085" y="10579"/>
                </a:cubicBezTo>
                <a:cubicBezTo>
                  <a:pt x="4915" y="10340"/>
                  <a:pt x="4744" y="10101"/>
                  <a:pt x="4607" y="9828"/>
                </a:cubicBezTo>
                <a:cubicBezTo>
                  <a:pt x="4300" y="9316"/>
                  <a:pt x="3788" y="8907"/>
                  <a:pt x="3208" y="8736"/>
                </a:cubicBezTo>
                <a:cubicBezTo>
                  <a:pt x="2901" y="8634"/>
                  <a:pt x="2594" y="8497"/>
                  <a:pt x="2321" y="8395"/>
                </a:cubicBezTo>
                <a:cubicBezTo>
                  <a:pt x="2082" y="8292"/>
                  <a:pt x="1878" y="8190"/>
                  <a:pt x="1673" y="8088"/>
                </a:cubicBezTo>
                <a:cubicBezTo>
                  <a:pt x="956" y="7678"/>
                  <a:pt x="820" y="7405"/>
                  <a:pt x="888" y="6620"/>
                </a:cubicBezTo>
                <a:cubicBezTo>
                  <a:pt x="1024" y="5562"/>
                  <a:pt x="1400" y="4539"/>
                  <a:pt x="2014" y="3686"/>
                </a:cubicBezTo>
                <a:cubicBezTo>
                  <a:pt x="2082" y="3583"/>
                  <a:pt x="2185" y="3515"/>
                  <a:pt x="2253" y="3413"/>
                </a:cubicBezTo>
                <a:cubicBezTo>
                  <a:pt x="2287" y="3481"/>
                  <a:pt x="2321" y="3481"/>
                  <a:pt x="2321" y="3481"/>
                </a:cubicBezTo>
                <a:cubicBezTo>
                  <a:pt x="2287" y="4471"/>
                  <a:pt x="2901" y="5085"/>
                  <a:pt x="3754" y="5460"/>
                </a:cubicBezTo>
                <a:cubicBezTo>
                  <a:pt x="4744" y="5835"/>
                  <a:pt x="5426" y="6689"/>
                  <a:pt x="5563" y="7746"/>
                </a:cubicBezTo>
                <a:cubicBezTo>
                  <a:pt x="5597" y="7883"/>
                  <a:pt x="5665" y="8053"/>
                  <a:pt x="5699" y="8224"/>
                </a:cubicBezTo>
                <a:cubicBezTo>
                  <a:pt x="5938" y="8941"/>
                  <a:pt x="6587" y="9418"/>
                  <a:pt x="7337" y="9452"/>
                </a:cubicBezTo>
                <a:cubicBezTo>
                  <a:pt x="7815" y="9452"/>
                  <a:pt x="8293" y="9384"/>
                  <a:pt x="8770" y="9384"/>
                </a:cubicBezTo>
                <a:cubicBezTo>
                  <a:pt x="8926" y="9357"/>
                  <a:pt x="9084" y="9344"/>
                  <a:pt x="9242" y="9344"/>
                </a:cubicBezTo>
                <a:cubicBezTo>
                  <a:pt x="9675" y="9344"/>
                  <a:pt x="10111" y="9439"/>
                  <a:pt x="10511" y="9589"/>
                </a:cubicBezTo>
                <a:cubicBezTo>
                  <a:pt x="10886" y="9760"/>
                  <a:pt x="11227" y="10067"/>
                  <a:pt x="11398" y="10442"/>
                </a:cubicBezTo>
                <a:cubicBezTo>
                  <a:pt x="11534" y="10783"/>
                  <a:pt x="11671" y="11125"/>
                  <a:pt x="11807" y="11432"/>
                </a:cubicBezTo>
                <a:cubicBezTo>
                  <a:pt x="11864" y="11600"/>
                  <a:pt x="11943" y="11722"/>
                  <a:pt x="12083" y="11722"/>
                </a:cubicBezTo>
                <a:cubicBezTo>
                  <a:pt x="12113" y="11722"/>
                  <a:pt x="12146" y="11717"/>
                  <a:pt x="12183" y="11705"/>
                </a:cubicBezTo>
                <a:cubicBezTo>
                  <a:pt x="12353" y="11670"/>
                  <a:pt x="12353" y="11466"/>
                  <a:pt x="12319" y="11295"/>
                </a:cubicBezTo>
                <a:cubicBezTo>
                  <a:pt x="12149" y="9896"/>
                  <a:pt x="10988" y="8838"/>
                  <a:pt x="9623" y="8770"/>
                </a:cubicBezTo>
                <a:cubicBezTo>
                  <a:pt x="9444" y="8760"/>
                  <a:pt x="9267" y="8756"/>
                  <a:pt x="9092" y="8756"/>
                </a:cubicBezTo>
                <a:cubicBezTo>
                  <a:pt x="8669" y="8756"/>
                  <a:pt x="8259" y="8780"/>
                  <a:pt x="7849" y="8804"/>
                </a:cubicBezTo>
                <a:cubicBezTo>
                  <a:pt x="7711" y="8817"/>
                  <a:pt x="7585" y="8824"/>
                  <a:pt x="7470" y="8824"/>
                </a:cubicBezTo>
                <a:cubicBezTo>
                  <a:pt x="6672" y="8824"/>
                  <a:pt x="6377" y="8491"/>
                  <a:pt x="6109" y="7507"/>
                </a:cubicBezTo>
                <a:cubicBezTo>
                  <a:pt x="6006" y="7166"/>
                  <a:pt x="5904" y="6825"/>
                  <a:pt x="5733" y="6518"/>
                </a:cubicBezTo>
                <a:cubicBezTo>
                  <a:pt x="5460" y="5870"/>
                  <a:pt x="4949" y="5358"/>
                  <a:pt x="4266" y="5051"/>
                </a:cubicBezTo>
                <a:cubicBezTo>
                  <a:pt x="3993" y="4914"/>
                  <a:pt x="3686" y="4778"/>
                  <a:pt x="3413" y="4607"/>
                </a:cubicBezTo>
                <a:cubicBezTo>
                  <a:pt x="3004" y="4334"/>
                  <a:pt x="2799" y="3822"/>
                  <a:pt x="2935" y="3344"/>
                </a:cubicBezTo>
                <a:cubicBezTo>
                  <a:pt x="2969" y="3174"/>
                  <a:pt x="3038" y="2969"/>
                  <a:pt x="3140" y="2798"/>
                </a:cubicBezTo>
                <a:cubicBezTo>
                  <a:pt x="3447" y="2253"/>
                  <a:pt x="3925" y="1775"/>
                  <a:pt x="4471" y="1468"/>
                </a:cubicBezTo>
                <a:cubicBezTo>
                  <a:pt x="5051" y="1263"/>
                  <a:pt x="5631" y="1058"/>
                  <a:pt x="6177" y="819"/>
                </a:cubicBezTo>
                <a:cubicBezTo>
                  <a:pt x="6279" y="785"/>
                  <a:pt x="6382" y="785"/>
                  <a:pt x="6484" y="785"/>
                </a:cubicBezTo>
                <a:close/>
                <a:moveTo>
                  <a:pt x="8190" y="0"/>
                </a:moveTo>
                <a:cubicBezTo>
                  <a:pt x="4505" y="35"/>
                  <a:pt x="1434" y="2287"/>
                  <a:pt x="547" y="5358"/>
                </a:cubicBezTo>
                <a:cubicBezTo>
                  <a:pt x="479" y="5494"/>
                  <a:pt x="479" y="5699"/>
                  <a:pt x="376" y="5767"/>
                </a:cubicBezTo>
                <a:cubicBezTo>
                  <a:pt x="1" y="6006"/>
                  <a:pt x="103" y="6450"/>
                  <a:pt x="137" y="6825"/>
                </a:cubicBezTo>
                <a:cubicBezTo>
                  <a:pt x="171" y="7303"/>
                  <a:pt x="274" y="7815"/>
                  <a:pt x="376" y="8292"/>
                </a:cubicBezTo>
                <a:cubicBezTo>
                  <a:pt x="410" y="8634"/>
                  <a:pt x="513" y="8975"/>
                  <a:pt x="615" y="9316"/>
                </a:cubicBezTo>
                <a:cubicBezTo>
                  <a:pt x="1736" y="12254"/>
                  <a:pt x="4523" y="14116"/>
                  <a:pt x="7569" y="14116"/>
                </a:cubicBezTo>
                <a:cubicBezTo>
                  <a:pt x="7955" y="14116"/>
                  <a:pt x="8345" y="14086"/>
                  <a:pt x="8736" y="14025"/>
                </a:cubicBezTo>
                <a:cubicBezTo>
                  <a:pt x="11364" y="13684"/>
                  <a:pt x="13343" y="12319"/>
                  <a:pt x="14640" y="9828"/>
                </a:cubicBezTo>
                <a:cubicBezTo>
                  <a:pt x="14947" y="9282"/>
                  <a:pt x="15117" y="8702"/>
                  <a:pt x="15220" y="8122"/>
                </a:cubicBezTo>
                <a:cubicBezTo>
                  <a:pt x="15390" y="6791"/>
                  <a:pt x="15186" y="5426"/>
                  <a:pt x="14640" y="4198"/>
                </a:cubicBezTo>
                <a:cubicBezTo>
                  <a:pt x="13991" y="2628"/>
                  <a:pt x="12831" y="1604"/>
                  <a:pt x="11534" y="649"/>
                </a:cubicBezTo>
                <a:cubicBezTo>
                  <a:pt x="11364" y="546"/>
                  <a:pt x="11193" y="444"/>
                  <a:pt x="10988" y="444"/>
                </a:cubicBezTo>
                <a:cubicBezTo>
                  <a:pt x="10647" y="444"/>
                  <a:pt x="10306" y="410"/>
                  <a:pt x="9965" y="307"/>
                </a:cubicBezTo>
                <a:cubicBezTo>
                  <a:pt x="9248" y="171"/>
                  <a:pt x="8566" y="69"/>
                  <a:pt x="81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41" name="Google Shape;2521;p14"/>
          <p:cNvGrpSpPr/>
          <p:nvPr/>
        </p:nvGrpSpPr>
        <p:grpSpPr>
          <a:xfrm>
            <a:off x="488160" y="316080"/>
            <a:ext cx="565200" cy="533880"/>
            <a:chOff x="488160" y="316080"/>
            <a:chExt cx="565200" cy="533880"/>
          </a:xfrm>
        </p:grpSpPr>
        <p:sp>
          <p:nvSpPr>
            <p:cNvPr id="1842" name="Google Shape;2522;p14"/>
            <p:cNvSpPr/>
            <p:nvPr/>
          </p:nvSpPr>
          <p:spPr>
            <a:xfrm>
              <a:off x="488160" y="316080"/>
              <a:ext cx="565200" cy="533880"/>
            </a:xfrm>
            <a:custGeom>
              <a:avLst/>
              <a:gdLst>
                <a:gd name="textAreaLeft" fmla="*/ 0 w 565200"/>
                <a:gd name="textAreaRight" fmla="*/ 565560 w 565200"/>
                <a:gd name="textAreaTop" fmla="*/ 0 h 533880"/>
                <a:gd name="textAreaBottom" fmla="*/ 534240 h 533880"/>
              </a:gdLst>
              <a:ahLst/>
              <a:cxnLst/>
              <a:rect l="textAreaLeft" t="textAreaTop" r="textAreaRight" b="textAreaBottom"/>
              <a:pathLst>
                <a:path w="30370" h="28688">
                  <a:moveTo>
                    <a:pt x="15927" y="640"/>
                  </a:moveTo>
                  <a:cubicBezTo>
                    <a:pt x="19113" y="640"/>
                    <a:pt x="22213" y="1791"/>
                    <a:pt x="24671" y="3894"/>
                  </a:cubicBezTo>
                  <a:cubicBezTo>
                    <a:pt x="26343" y="5293"/>
                    <a:pt x="27708" y="7033"/>
                    <a:pt x="28663" y="8978"/>
                  </a:cubicBezTo>
                  <a:cubicBezTo>
                    <a:pt x="29414" y="10480"/>
                    <a:pt x="29721" y="12152"/>
                    <a:pt x="29619" y="13824"/>
                  </a:cubicBezTo>
                  <a:cubicBezTo>
                    <a:pt x="29346" y="18362"/>
                    <a:pt x="27299" y="22013"/>
                    <a:pt x="23818" y="24880"/>
                  </a:cubicBezTo>
                  <a:cubicBezTo>
                    <a:pt x="22146" y="26244"/>
                    <a:pt x="20167" y="27234"/>
                    <a:pt x="18051" y="27712"/>
                  </a:cubicBezTo>
                  <a:cubicBezTo>
                    <a:pt x="17062" y="27919"/>
                    <a:pt x="16057" y="28033"/>
                    <a:pt x="15058" y="28033"/>
                  </a:cubicBezTo>
                  <a:cubicBezTo>
                    <a:pt x="14575" y="28033"/>
                    <a:pt x="14093" y="28006"/>
                    <a:pt x="13615" y="27951"/>
                  </a:cubicBezTo>
                  <a:cubicBezTo>
                    <a:pt x="11192" y="27678"/>
                    <a:pt x="8872" y="26893"/>
                    <a:pt x="6825" y="25630"/>
                  </a:cubicBezTo>
                  <a:cubicBezTo>
                    <a:pt x="5084" y="24607"/>
                    <a:pt x="3583" y="23173"/>
                    <a:pt x="2491" y="21467"/>
                  </a:cubicBezTo>
                  <a:cubicBezTo>
                    <a:pt x="1604" y="20034"/>
                    <a:pt x="1058" y="18362"/>
                    <a:pt x="921" y="16690"/>
                  </a:cubicBezTo>
                  <a:cubicBezTo>
                    <a:pt x="717" y="14404"/>
                    <a:pt x="1024" y="12117"/>
                    <a:pt x="1843" y="10002"/>
                  </a:cubicBezTo>
                  <a:cubicBezTo>
                    <a:pt x="3139" y="6692"/>
                    <a:pt x="5596" y="3996"/>
                    <a:pt x="8736" y="2427"/>
                  </a:cubicBezTo>
                  <a:cubicBezTo>
                    <a:pt x="9282" y="2154"/>
                    <a:pt x="9828" y="1915"/>
                    <a:pt x="10374" y="1676"/>
                  </a:cubicBezTo>
                  <a:cubicBezTo>
                    <a:pt x="10442" y="1710"/>
                    <a:pt x="10476" y="1778"/>
                    <a:pt x="10510" y="1812"/>
                  </a:cubicBezTo>
                  <a:cubicBezTo>
                    <a:pt x="10574" y="1919"/>
                    <a:pt x="10678" y="1972"/>
                    <a:pt x="10780" y="1972"/>
                  </a:cubicBezTo>
                  <a:cubicBezTo>
                    <a:pt x="10842" y="1972"/>
                    <a:pt x="10902" y="1953"/>
                    <a:pt x="10954" y="1915"/>
                  </a:cubicBezTo>
                  <a:cubicBezTo>
                    <a:pt x="11090" y="1846"/>
                    <a:pt x="11227" y="1744"/>
                    <a:pt x="11363" y="1642"/>
                  </a:cubicBezTo>
                  <a:cubicBezTo>
                    <a:pt x="11738" y="1471"/>
                    <a:pt x="12080" y="1266"/>
                    <a:pt x="12455" y="1130"/>
                  </a:cubicBezTo>
                  <a:cubicBezTo>
                    <a:pt x="12660" y="1062"/>
                    <a:pt x="12873" y="1027"/>
                    <a:pt x="13086" y="1027"/>
                  </a:cubicBezTo>
                  <a:cubicBezTo>
                    <a:pt x="13300" y="1027"/>
                    <a:pt x="13513" y="1062"/>
                    <a:pt x="13718" y="1130"/>
                  </a:cubicBezTo>
                  <a:lnTo>
                    <a:pt x="13752" y="1130"/>
                  </a:lnTo>
                  <a:cubicBezTo>
                    <a:pt x="13851" y="1157"/>
                    <a:pt x="13931" y="1172"/>
                    <a:pt x="13997" y="1172"/>
                  </a:cubicBezTo>
                  <a:cubicBezTo>
                    <a:pt x="14179" y="1172"/>
                    <a:pt x="14248" y="1055"/>
                    <a:pt x="14298" y="754"/>
                  </a:cubicBezTo>
                  <a:cubicBezTo>
                    <a:pt x="14366" y="754"/>
                    <a:pt x="14400" y="720"/>
                    <a:pt x="14468" y="720"/>
                  </a:cubicBezTo>
                  <a:cubicBezTo>
                    <a:pt x="14955" y="666"/>
                    <a:pt x="15442" y="640"/>
                    <a:pt x="15927" y="640"/>
                  </a:cubicBezTo>
                  <a:close/>
                  <a:moveTo>
                    <a:pt x="15882" y="0"/>
                  </a:moveTo>
                  <a:cubicBezTo>
                    <a:pt x="15775" y="0"/>
                    <a:pt x="15667" y="1"/>
                    <a:pt x="15560" y="4"/>
                  </a:cubicBezTo>
                  <a:cubicBezTo>
                    <a:pt x="15048" y="38"/>
                    <a:pt x="14502" y="38"/>
                    <a:pt x="13991" y="140"/>
                  </a:cubicBezTo>
                  <a:cubicBezTo>
                    <a:pt x="13376" y="208"/>
                    <a:pt x="12796" y="379"/>
                    <a:pt x="12182" y="481"/>
                  </a:cubicBezTo>
                  <a:cubicBezTo>
                    <a:pt x="11022" y="720"/>
                    <a:pt x="9896" y="1096"/>
                    <a:pt x="8838" y="1642"/>
                  </a:cubicBezTo>
                  <a:cubicBezTo>
                    <a:pt x="5460" y="3211"/>
                    <a:pt x="2764" y="6009"/>
                    <a:pt x="1365" y="9456"/>
                  </a:cubicBezTo>
                  <a:cubicBezTo>
                    <a:pt x="375" y="11810"/>
                    <a:pt x="0" y="14370"/>
                    <a:pt x="273" y="16895"/>
                  </a:cubicBezTo>
                  <a:cubicBezTo>
                    <a:pt x="444" y="18635"/>
                    <a:pt x="990" y="20307"/>
                    <a:pt x="1911" y="21808"/>
                  </a:cubicBezTo>
                  <a:cubicBezTo>
                    <a:pt x="3139" y="23719"/>
                    <a:pt x="4811" y="25323"/>
                    <a:pt x="6825" y="26415"/>
                  </a:cubicBezTo>
                  <a:cubicBezTo>
                    <a:pt x="8906" y="27609"/>
                    <a:pt x="11261" y="28360"/>
                    <a:pt x="13649" y="28599"/>
                  </a:cubicBezTo>
                  <a:cubicBezTo>
                    <a:pt x="14167" y="28658"/>
                    <a:pt x="14684" y="28687"/>
                    <a:pt x="15201" y="28687"/>
                  </a:cubicBezTo>
                  <a:cubicBezTo>
                    <a:pt x="18261" y="28687"/>
                    <a:pt x="21263" y="27660"/>
                    <a:pt x="23716" y="25733"/>
                  </a:cubicBezTo>
                  <a:cubicBezTo>
                    <a:pt x="27128" y="23276"/>
                    <a:pt x="29414" y="19556"/>
                    <a:pt x="30097" y="15393"/>
                  </a:cubicBezTo>
                  <a:cubicBezTo>
                    <a:pt x="30370" y="13892"/>
                    <a:pt x="30335" y="12356"/>
                    <a:pt x="29994" y="10855"/>
                  </a:cubicBezTo>
                  <a:cubicBezTo>
                    <a:pt x="29687" y="9524"/>
                    <a:pt x="29141" y="8296"/>
                    <a:pt x="28390" y="7170"/>
                  </a:cubicBezTo>
                  <a:cubicBezTo>
                    <a:pt x="26343" y="4030"/>
                    <a:pt x="23613" y="1744"/>
                    <a:pt x="19996" y="618"/>
                  </a:cubicBezTo>
                  <a:cubicBezTo>
                    <a:pt x="18665" y="206"/>
                    <a:pt x="17276" y="0"/>
                    <a:pt x="1588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3" name="Google Shape;2523;p14"/>
            <p:cNvSpPr/>
            <p:nvPr/>
          </p:nvSpPr>
          <p:spPr>
            <a:xfrm>
              <a:off x="727560" y="664200"/>
              <a:ext cx="104400" cy="10296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5631" h="5555">
                  <a:moveTo>
                    <a:pt x="2942" y="1"/>
                  </a:moveTo>
                  <a:cubicBezTo>
                    <a:pt x="2766" y="1"/>
                    <a:pt x="2589" y="46"/>
                    <a:pt x="2423" y="129"/>
                  </a:cubicBezTo>
                  <a:cubicBezTo>
                    <a:pt x="2355" y="163"/>
                    <a:pt x="2321" y="265"/>
                    <a:pt x="2321" y="333"/>
                  </a:cubicBezTo>
                  <a:cubicBezTo>
                    <a:pt x="2344" y="424"/>
                    <a:pt x="2397" y="455"/>
                    <a:pt x="2460" y="455"/>
                  </a:cubicBezTo>
                  <a:cubicBezTo>
                    <a:pt x="2491" y="455"/>
                    <a:pt x="2526" y="447"/>
                    <a:pt x="2560" y="436"/>
                  </a:cubicBezTo>
                  <a:cubicBezTo>
                    <a:pt x="2694" y="375"/>
                    <a:pt x="2837" y="344"/>
                    <a:pt x="2979" y="344"/>
                  </a:cubicBezTo>
                  <a:cubicBezTo>
                    <a:pt x="3235" y="344"/>
                    <a:pt x="3488" y="443"/>
                    <a:pt x="3686" y="640"/>
                  </a:cubicBezTo>
                  <a:cubicBezTo>
                    <a:pt x="4095" y="913"/>
                    <a:pt x="4471" y="1323"/>
                    <a:pt x="4744" y="1767"/>
                  </a:cubicBezTo>
                  <a:cubicBezTo>
                    <a:pt x="5187" y="2449"/>
                    <a:pt x="5290" y="3302"/>
                    <a:pt x="5051" y="4087"/>
                  </a:cubicBezTo>
                  <a:cubicBezTo>
                    <a:pt x="4914" y="4530"/>
                    <a:pt x="4539" y="4872"/>
                    <a:pt x="4095" y="4974"/>
                  </a:cubicBezTo>
                  <a:cubicBezTo>
                    <a:pt x="3665" y="5101"/>
                    <a:pt x="3216" y="5171"/>
                    <a:pt x="2776" y="5171"/>
                  </a:cubicBezTo>
                  <a:cubicBezTo>
                    <a:pt x="2623" y="5171"/>
                    <a:pt x="2471" y="5162"/>
                    <a:pt x="2321" y="5145"/>
                  </a:cubicBezTo>
                  <a:cubicBezTo>
                    <a:pt x="1604" y="5111"/>
                    <a:pt x="956" y="4701"/>
                    <a:pt x="615" y="4087"/>
                  </a:cubicBezTo>
                  <a:cubicBezTo>
                    <a:pt x="410" y="3814"/>
                    <a:pt x="376" y="3439"/>
                    <a:pt x="546" y="3131"/>
                  </a:cubicBezTo>
                  <a:cubicBezTo>
                    <a:pt x="717" y="2620"/>
                    <a:pt x="1024" y="2210"/>
                    <a:pt x="1434" y="1869"/>
                  </a:cubicBezTo>
                  <a:cubicBezTo>
                    <a:pt x="1468" y="1835"/>
                    <a:pt x="1502" y="1801"/>
                    <a:pt x="1536" y="1767"/>
                  </a:cubicBezTo>
                  <a:cubicBezTo>
                    <a:pt x="1604" y="1664"/>
                    <a:pt x="1673" y="1562"/>
                    <a:pt x="1570" y="1459"/>
                  </a:cubicBezTo>
                  <a:cubicBezTo>
                    <a:pt x="1533" y="1422"/>
                    <a:pt x="1495" y="1407"/>
                    <a:pt x="1459" y="1407"/>
                  </a:cubicBezTo>
                  <a:cubicBezTo>
                    <a:pt x="1397" y="1407"/>
                    <a:pt x="1340" y="1450"/>
                    <a:pt x="1297" y="1494"/>
                  </a:cubicBezTo>
                  <a:cubicBezTo>
                    <a:pt x="751" y="1903"/>
                    <a:pt x="342" y="2449"/>
                    <a:pt x="137" y="3097"/>
                  </a:cubicBezTo>
                  <a:cubicBezTo>
                    <a:pt x="1" y="3404"/>
                    <a:pt x="35" y="3780"/>
                    <a:pt x="171" y="4087"/>
                  </a:cubicBezTo>
                  <a:cubicBezTo>
                    <a:pt x="444" y="4633"/>
                    <a:pt x="854" y="5042"/>
                    <a:pt x="1434" y="5281"/>
                  </a:cubicBezTo>
                  <a:cubicBezTo>
                    <a:pt x="1809" y="5452"/>
                    <a:pt x="2253" y="5554"/>
                    <a:pt x="2696" y="5554"/>
                  </a:cubicBezTo>
                  <a:cubicBezTo>
                    <a:pt x="3208" y="5520"/>
                    <a:pt x="3720" y="5452"/>
                    <a:pt x="4198" y="5349"/>
                  </a:cubicBezTo>
                  <a:cubicBezTo>
                    <a:pt x="4675" y="5247"/>
                    <a:pt x="5051" y="4940"/>
                    <a:pt x="5290" y="4530"/>
                  </a:cubicBezTo>
                  <a:cubicBezTo>
                    <a:pt x="5528" y="4087"/>
                    <a:pt x="5631" y="3541"/>
                    <a:pt x="5563" y="3029"/>
                  </a:cubicBezTo>
                  <a:cubicBezTo>
                    <a:pt x="5460" y="1835"/>
                    <a:pt x="4744" y="811"/>
                    <a:pt x="3720" y="231"/>
                  </a:cubicBezTo>
                  <a:cubicBezTo>
                    <a:pt x="3583" y="129"/>
                    <a:pt x="3447" y="94"/>
                    <a:pt x="3276" y="60"/>
                  </a:cubicBezTo>
                  <a:cubicBezTo>
                    <a:pt x="3169" y="20"/>
                    <a:pt x="3056" y="1"/>
                    <a:pt x="294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4" name="Google Shape;2524;p14"/>
            <p:cNvSpPr/>
            <p:nvPr/>
          </p:nvSpPr>
          <p:spPr>
            <a:xfrm>
              <a:off x="572040" y="623880"/>
              <a:ext cx="54360" cy="5940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59400"/>
                <a:gd name="textAreaBottom" fmla="*/ 59760 h 59400"/>
              </a:gdLst>
              <a:ahLst/>
              <a:cxnLst/>
              <a:rect l="textAreaLeft" t="textAreaTop" r="textAreaRight" b="textAreaBottom"/>
              <a:pathLst>
                <a:path w="2935" h="3203">
                  <a:moveTo>
                    <a:pt x="1437" y="0"/>
                  </a:moveTo>
                  <a:cubicBezTo>
                    <a:pt x="1124" y="0"/>
                    <a:pt x="817" y="129"/>
                    <a:pt x="615" y="377"/>
                  </a:cubicBezTo>
                  <a:cubicBezTo>
                    <a:pt x="239" y="786"/>
                    <a:pt x="34" y="1332"/>
                    <a:pt x="0" y="1878"/>
                  </a:cubicBezTo>
                  <a:cubicBezTo>
                    <a:pt x="34" y="1980"/>
                    <a:pt x="34" y="2083"/>
                    <a:pt x="34" y="2151"/>
                  </a:cubicBezTo>
                  <a:cubicBezTo>
                    <a:pt x="91" y="2769"/>
                    <a:pt x="587" y="3203"/>
                    <a:pt x="1160" y="3203"/>
                  </a:cubicBezTo>
                  <a:cubicBezTo>
                    <a:pt x="1283" y="3203"/>
                    <a:pt x="1410" y="3183"/>
                    <a:pt x="1536" y="3141"/>
                  </a:cubicBezTo>
                  <a:cubicBezTo>
                    <a:pt x="2287" y="2936"/>
                    <a:pt x="2833" y="2253"/>
                    <a:pt x="2901" y="1435"/>
                  </a:cubicBezTo>
                  <a:cubicBezTo>
                    <a:pt x="2935" y="1298"/>
                    <a:pt x="2867" y="1162"/>
                    <a:pt x="2764" y="1093"/>
                  </a:cubicBezTo>
                  <a:cubicBezTo>
                    <a:pt x="2719" y="1093"/>
                    <a:pt x="2658" y="1078"/>
                    <a:pt x="2613" y="1078"/>
                  </a:cubicBezTo>
                  <a:cubicBezTo>
                    <a:pt x="2590" y="1078"/>
                    <a:pt x="2571" y="1082"/>
                    <a:pt x="2560" y="1093"/>
                  </a:cubicBezTo>
                  <a:cubicBezTo>
                    <a:pt x="2491" y="1127"/>
                    <a:pt x="2491" y="1230"/>
                    <a:pt x="2491" y="1298"/>
                  </a:cubicBezTo>
                  <a:cubicBezTo>
                    <a:pt x="2560" y="1435"/>
                    <a:pt x="2560" y="1605"/>
                    <a:pt x="2491" y="1742"/>
                  </a:cubicBezTo>
                  <a:cubicBezTo>
                    <a:pt x="2457" y="1878"/>
                    <a:pt x="2389" y="2015"/>
                    <a:pt x="2321" y="2117"/>
                  </a:cubicBezTo>
                  <a:cubicBezTo>
                    <a:pt x="2150" y="2458"/>
                    <a:pt x="1843" y="2731"/>
                    <a:pt x="1468" y="2799"/>
                  </a:cubicBezTo>
                  <a:cubicBezTo>
                    <a:pt x="1377" y="2832"/>
                    <a:pt x="1287" y="2847"/>
                    <a:pt x="1200" y="2847"/>
                  </a:cubicBezTo>
                  <a:cubicBezTo>
                    <a:pt x="824" y="2847"/>
                    <a:pt x="499" y="2566"/>
                    <a:pt x="444" y="2151"/>
                  </a:cubicBezTo>
                  <a:cubicBezTo>
                    <a:pt x="342" y="1571"/>
                    <a:pt x="512" y="957"/>
                    <a:pt x="956" y="547"/>
                  </a:cubicBezTo>
                  <a:cubicBezTo>
                    <a:pt x="1070" y="405"/>
                    <a:pt x="1231" y="334"/>
                    <a:pt x="1400" y="334"/>
                  </a:cubicBezTo>
                  <a:cubicBezTo>
                    <a:pt x="1434" y="334"/>
                    <a:pt x="1468" y="337"/>
                    <a:pt x="1502" y="343"/>
                  </a:cubicBezTo>
                  <a:cubicBezTo>
                    <a:pt x="1604" y="377"/>
                    <a:pt x="1707" y="411"/>
                    <a:pt x="1843" y="411"/>
                  </a:cubicBezTo>
                  <a:cubicBezTo>
                    <a:pt x="1911" y="411"/>
                    <a:pt x="1945" y="343"/>
                    <a:pt x="2014" y="274"/>
                  </a:cubicBezTo>
                  <a:cubicBezTo>
                    <a:pt x="1980" y="240"/>
                    <a:pt x="1945" y="104"/>
                    <a:pt x="1911" y="104"/>
                  </a:cubicBezTo>
                  <a:cubicBezTo>
                    <a:pt x="1761" y="34"/>
                    <a:pt x="1598" y="0"/>
                    <a:pt x="1437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5" name="Google Shape;2525;p14"/>
            <p:cNvSpPr/>
            <p:nvPr/>
          </p:nvSpPr>
          <p:spPr>
            <a:xfrm>
              <a:off x="587160" y="387360"/>
              <a:ext cx="79200" cy="7092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4266" h="3823">
                  <a:moveTo>
                    <a:pt x="4061" y="1"/>
                  </a:moveTo>
                  <a:cubicBezTo>
                    <a:pt x="3959" y="35"/>
                    <a:pt x="3856" y="103"/>
                    <a:pt x="3754" y="171"/>
                  </a:cubicBezTo>
                  <a:cubicBezTo>
                    <a:pt x="3276" y="547"/>
                    <a:pt x="2764" y="922"/>
                    <a:pt x="2287" y="1331"/>
                  </a:cubicBezTo>
                  <a:cubicBezTo>
                    <a:pt x="1502" y="1911"/>
                    <a:pt x="819" y="2594"/>
                    <a:pt x="239" y="3345"/>
                  </a:cubicBezTo>
                  <a:cubicBezTo>
                    <a:pt x="137" y="3413"/>
                    <a:pt x="103" y="3481"/>
                    <a:pt x="34" y="3583"/>
                  </a:cubicBezTo>
                  <a:cubicBezTo>
                    <a:pt x="0" y="3720"/>
                    <a:pt x="69" y="3822"/>
                    <a:pt x="239" y="3822"/>
                  </a:cubicBezTo>
                  <a:cubicBezTo>
                    <a:pt x="273" y="3788"/>
                    <a:pt x="307" y="3720"/>
                    <a:pt x="342" y="3686"/>
                  </a:cubicBezTo>
                  <a:cubicBezTo>
                    <a:pt x="478" y="3549"/>
                    <a:pt x="615" y="3413"/>
                    <a:pt x="717" y="3276"/>
                  </a:cubicBezTo>
                  <a:cubicBezTo>
                    <a:pt x="1741" y="2184"/>
                    <a:pt x="2833" y="1195"/>
                    <a:pt x="4061" y="376"/>
                  </a:cubicBezTo>
                  <a:cubicBezTo>
                    <a:pt x="4129" y="342"/>
                    <a:pt x="4197" y="308"/>
                    <a:pt x="4232" y="239"/>
                  </a:cubicBezTo>
                  <a:cubicBezTo>
                    <a:pt x="4266" y="205"/>
                    <a:pt x="4266" y="137"/>
                    <a:pt x="4232" y="69"/>
                  </a:cubicBezTo>
                  <a:cubicBezTo>
                    <a:pt x="4197" y="1"/>
                    <a:pt x="4129" y="1"/>
                    <a:pt x="4061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6" name="Google Shape;2526;p14"/>
            <p:cNvSpPr/>
            <p:nvPr/>
          </p:nvSpPr>
          <p:spPr>
            <a:xfrm>
              <a:off x="578160" y="501480"/>
              <a:ext cx="42120" cy="6228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2285" h="3363">
                  <a:moveTo>
                    <a:pt x="1454" y="1"/>
                  </a:moveTo>
                  <a:cubicBezTo>
                    <a:pt x="1400" y="1"/>
                    <a:pt x="1347" y="5"/>
                    <a:pt x="1297" y="15"/>
                  </a:cubicBezTo>
                  <a:cubicBezTo>
                    <a:pt x="444" y="254"/>
                    <a:pt x="1" y="1141"/>
                    <a:pt x="342" y="1960"/>
                  </a:cubicBezTo>
                  <a:cubicBezTo>
                    <a:pt x="581" y="2437"/>
                    <a:pt x="956" y="2847"/>
                    <a:pt x="1400" y="3188"/>
                  </a:cubicBezTo>
                  <a:cubicBezTo>
                    <a:pt x="1502" y="3256"/>
                    <a:pt x="1604" y="3325"/>
                    <a:pt x="1741" y="3359"/>
                  </a:cubicBezTo>
                  <a:cubicBezTo>
                    <a:pt x="1761" y="3361"/>
                    <a:pt x="1780" y="3362"/>
                    <a:pt x="1799" y="3362"/>
                  </a:cubicBezTo>
                  <a:cubicBezTo>
                    <a:pt x="2077" y="3362"/>
                    <a:pt x="2285" y="3134"/>
                    <a:pt x="2253" y="2847"/>
                  </a:cubicBezTo>
                  <a:cubicBezTo>
                    <a:pt x="2219" y="2779"/>
                    <a:pt x="2184" y="2745"/>
                    <a:pt x="2150" y="2710"/>
                  </a:cubicBezTo>
                  <a:cubicBezTo>
                    <a:pt x="2082" y="2710"/>
                    <a:pt x="2014" y="2710"/>
                    <a:pt x="1980" y="2779"/>
                  </a:cubicBezTo>
                  <a:cubicBezTo>
                    <a:pt x="1911" y="2847"/>
                    <a:pt x="1877" y="2915"/>
                    <a:pt x="1843" y="2983"/>
                  </a:cubicBezTo>
                  <a:cubicBezTo>
                    <a:pt x="1775" y="2983"/>
                    <a:pt x="1707" y="2949"/>
                    <a:pt x="1639" y="2915"/>
                  </a:cubicBezTo>
                  <a:cubicBezTo>
                    <a:pt x="1229" y="2608"/>
                    <a:pt x="888" y="2199"/>
                    <a:pt x="649" y="1755"/>
                  </a:cubicBezTo>
                  <a:cubicBezTo>
                    <a:pt x="478" y="1380"/>
                    <a:pt x="581" y="936"/>
                    <a:pt x="888" y="663"/>
                  </a:cubicBezTo>
                  <a:cubicBezTo>
                    <a:pt x="1076" y="475"/>
                    <a:pt x="1265" y="319"/>
                    <a:pt x="1498" y="319"/>
                  </a:cubicBezTo>
                  <a:cubicBezTo>
                    <a:pt x="1603" y="319"/>
                    <a:pt x="1716" y="350"/>
                    <a:pt x="1843" y="424"/>
                  </a:cubicBezTo>
                  <a:cubicBezTo>
                    <a:pt x="1863" y="434"/>
                    <a:pt x="1883" y="438"/>
                    <a:pt x="1903" y="438"/>
                  </a:cubicBezTo>
                  <a:cubicBezTo>
                    <a:pt x="1951" y="438"/>
                    <a:pt x="2000" y="414"/>
                    <a:pt x="2048" y="390"/>
                  </a:cubicBezTo>
                  <a:cubicBezTo>
                    <a:pt x="2082" y="322"/>
                    <a:pt x="2082" y="254"/>
                    <a:pt x="2048" y="185"/>
                  </a:cubicBezTo>
                  <a:cubicBezTo>
                    <a:pt x="2014" y="117"/>
                    <a:pt x="1911" y="49"/>
                    <a:pt x="1843" y="49"/>
                  </a:cubicBezTo>
                  <a:cubicBezTo>
                    <a:pt x="1723" y="25"/>
                    <a:pt x="1585" y="1"/>
                    <a:pt x="1454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7" name="Google Shape;2527;p14"/>
            <p:cNvSpPr/>
            <p:nvPr/>
          </p:nvSpPr>
          <p:spPr>
            <a:xfrm>
              <a:off x="660960" y="662760"/>
              <a:ext cx="41040" cy="4644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46440"/>
                <a:gd name="textAreaBottom" fmla="*/ 46800 h 46440"/>
              </a:gdLst>
              <a:ahLst/>
              <a:cxnLst/>
              <a:rect l="textAreaLeft" t="textAreaTop" r="textAreaRight" b="textAreaBottom"/>
              <a:pathLst>
                <a:path w="2219" h="2505">
                  <a:moveTo>
                    <a:pt x="888" y="1"/>
                  </a:moveTo>
                  <a:cubicBezTo>
                    <a:pt x="820" y="1"/>
                    <a:pt x="785" y="35"/>
                    <a:pt x="717" y="69"/>
                  </a:cubicBezTo>
                  <a:cubicBezTo>
                    <a:pt x="308" y="274"/>
                    <a:pt x="69" y="649"/>
                    <a:pt x="1" y="1093"/>
                  </a:cubicBezTo>
                  <a:cubicBezTo>
                    <a:pt x="1" y="1332"/>
                    <a:pt x="69" y="1571"/>
                    <a:pt x="239" y="1775"/>
                  </a:cubicBezTo>
                  <a:cubicBezTo>
                    <a:pt x="512" y="2082"/>
                    <a:pt x="888" y="2321"/>
                    <a:pt x="1297" y="2458"/>
                  </a:cubicBezTo>
                  <a:cubicBezTo>
                    <a:pt x="1371" y="2489"/>
                    <a:pt x="1448" y="2505"/>
                    <a:pt x="1525" y="2505"/>
                  </a:cubicBezTo>
                  <a:cubicBezTo>
                    <a:pt x="1695" y="2505"/>
                    <a:pt x="1862" y="2428"/>
                    <a:pt x="1980" y="2287"/>
                  </a:cubicBezTo>
                  <a:cubicBezTo>
                    <a:pt x="2150" y="2082"/>
                    <a:pt x="2219" y="1809"/>
                    <a:pt x="2150" y="1536"/>
                  </a:cubicBezTo>
                  <a:cubicBezTo>
                    <a:pt x="2116" y="1468"/>
                    <a:pt x="2014" y="1400"/>
                    <a:pt x="1980" y="1400"/>
                  </a:cubicBezTo>
                  <a:cubicBezTo>
                    <a:pt x="1911" y="1400"/>
                    <a:pt x="1843" y="1468"/>
                    <a:pt x="1809" y="1536"/>
                  </a:cubicBezTo>
                  <a:cubicBezTo>
                    <a:pt x="1809" y="1639"/>
                    <a:pt x="1775" y="1741"/>
                    <a:pt x="1775" y="1844"/>
                  </a:cubicBezTo>
                  <a:cubicBezTo>
                    <a:pt x="1725" y="2020"/>
                    <a:pt x="1656" y="2122"/>
                    <a:pt x="1527" y="2122"/>
                  </a:cubicBezTo>
                  <a:cubicBezTo>
                    <a:pt x="1481" y="2122"/>
                    <a:pt x="1428" y="2109"/>
                    <a:pt x="1366" y="2082"/>
                  </a:cubicBezTo>
                  <a:cubicBezTo>
                    <a:pt x="1127" y="1980"/>
                    <a:pt x="922" y="1878"/>
                    <a:pt x="717" y="1741"/>
                  </a:cubicBezTo>
                  <a:cubicBezTo>
                    <a:pt x="308" y="1536"/>
                    <a:pt x="239" y="956"/>
                    <a:pt x="581" y="649"/>
                  </a:cubicBezTo>
                  <a:cubicBezTo>
                    <a:pt x="649" y="547"/>
                    <a:pt x="751" y="444"/>
                    <a:pt x="888" y="342"/>
                  </a:cubicBezTo>
                  <a:cubicBezTo>
                    <a:pt x="922" y="308"/>
                    <a:pt x="956" y="308"/>
                    <a:pt x="990" y="274"/>
                  </a:cubicBezTo>
                  <a:cubicBezTo>
                    <a:pt x="1024" y="240"/>
                    <a:pt x="1058" y="171"/>
                    <a:pt x="1024" y="103"/>
                  </a:cubicBezTo>
                  <a:cubicBezTo>
                    <a:pt x="990" y="69"/>
                    <a:pt x="956" y="35"/>
                    <a:pt x="88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400" bIns="23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8" name="Google Shape;2528;p14"/>
            <p:cNvSpPr/>
            <p:nvPr/>
          </p:nvSpPr>
          <p:spPr>
            <a:xfrm>
              <a:off x="897480" y="705600"/>
              <a:ext cx="60120" cy="5904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3243" h="3188">
                  <a:moveTo>
                    <a:pt x="3090" y="1"/>
                  </a:moveTo>
                  <a:cubicBezTo>
                    <a:pt x="3038" y="1"/>
                    <a:pt x="2988" y="26"/>
                    <a:pt x="2969" y="82"/>
                  </a:cubicBezTo>
                  <a:cubicBezTo>
                    <a:pt x="2867" y="151"/>
                    <a:pt x="2833" y="253"/>
                    <a:pt x="2730" y="355"/>
                  </a:cubicBezTo>
                  <a:cubicBezTo>
                    <a:pt x="2491" y="663"/>
                    <a:pt x="2218" y="970"/>
                    <a:pt x="1945" y="1277"/>
                  </a:cubicBezTo>
                  <a:cubicBezTo>
                    <a:pt x="1365" y="1789"/>
                    <a:pt x="751" y="2266"/>
                    <a:pt x="171" y="2778"/>
                  </a:cubicBezTo>
                  <a:cubicBezTo>
                    <a:pt x="137" y="2812"/>
                    <a:pt x="69" y="2846"/>
                    <a:pt x="34" y="2915"/>
                  </a:cubicBezTo>
                  <a:cubicBezTo>
                    <a:pt x="0" y="2983"/>
                    <a:pt x="0" y="3051"/>
                    <a:pt x="34" y="3085"/>
                  </a:cubicBezTo>
                  <a:cubicBezTo>
                    <a:pt x="34" y="3119"/>
                    <a:pt x="103" y="3154"/>
                    <a:pt x="171" y="3188"/>
                  </a:cubicBezTo>
                  <a:cubicBezTo>
                    <a:pt x="273" y="3119"/>
                    <a:pt x="376" y="3051"/>
                    <a:pt x="444" y="2983"/>
                  </a:cubicBezTo>
                  <a:cubicBezTo>
                    <a:pt x="1126" y="2403"/>
                    <a:pt x="1809" y="1857"/>
                    <a:pt x="2457" y="1243"/>
                  </a:cubicBezTo>
                  <a:cubicBezTo>
                    <a:pt x="2730" y="970"/>
                    <a:pt x="2969" y="697"/>
                    <a:pt x="3174" y="390"/>
                  </a:cubicBezTo>
                  <a:cubicBezTo>
                    <a:pt x="3208" y="355"/>
                    <a:pt x="3242" y="355"/>
                    <a:pt x="3242" y="253"/>
                  </a:cubicBezTo>
                  <a:cubicBezTo>
                    <a:pt x="3242" y="185"/>
                    <a:pt x="3242" y="82"/>
                    <a:pt x="3208" y="48"/>
                  </a:cubicBezTo>
                  <a:cubicBezTo>
                    <a:pt x="3177" y="18"/>
                    <a:pt x="3133" y="1"/>
                    <a:pt x="3090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520" bIns="29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9" name="Google Shape;2529;p14"/>
            <p:cNvSpPr/>
            <p:nvPr/>
          </p:nvSpPr>
          <p:spPr>
            <a:xfrm>
              <a:off x="761400" y="687600"/>
              <a:ext cx="38880" cy="5076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116" h="2740">
                  <a:moveTo>
                    <a:pt x="1809" y="0"/>
                  </a:moveTo>
                  <a:cubicBezTo>
                    <a:pt x="1774" y="0"/>
                    <a:pt x="1740" y="9"/>
                    <a:pt x="1706" y="26"/>
                  </a:cubicBezTo>
                  <a:cubicBezTo>
                    <a:pt x="1638" y="94"/>
                    <a:pt x="1638" y="162"/>
                    <a:pt x="1672" y="231"/>
                  </a:cubicBezTo>
                  <a:cubicBezTo>
                    <a:pt x="1740" y="367"/>
                    <a:pt x="1774" y="572"/>
                    <a:pt x="1740" y="742"/>
                  </a:cubicBezTo>
                  <a:cubicBezTo>
                    <a:pt x="1638" y="1186"/>
                    <a:pt x="1501" y="1630"/>
                    <a:pt x="1297" y="2005"/>
                  </a:cubicBezTo>
                  <a:cubicBezTo>
                    <a:pt x="1228" y="2176"/>
                    <a:pt x="1092" y="2312"/>
                    <a:pt x="955" y="2346"/>
                  </a:cubicBezTo>
                  <a:cubicBezTo>
                    <a:pt x="893" y="2385"/>
                    <a:pt x="826" y="2403"/>
                    <a:pt x="762" y="2403"/>
                  </a:cubicBezTo>
                  <a:cubicBezTo>
                    <a:pt x="547" y="2403"/>
                    <a:pt x="357" y="2207"/>
                    <a:pt x="410" y="1971"/>
                  </a:cubicBezTo>
                  <a:cubicBezTo>
                    <a:pt x="410" y="1937"/>
                    <a:pt x="444" y="1903"/>
                    <a:pt x="410" y="1834"/>
                  </a:cubicBezTo>
                  <a:cubicBezTo>
                    <a:pt x="375" y="1800"/>
                    <a:pt x="341" y="1732"/>
                    <a:pt x="307" y="1732"/>
                  </a:cubicBezTo>
                  <a:cubicBezTo>
                    <a:pt x="273" y="1732"/>
                    <a:pt x="205" y="1732"/>
                    <a:pt x="171" y="1766"/>
                  </a:cubicBezTo>
                  <a:cubicBezTo>
                    <a:pt x="102" y="1834"/>
                    <a:pt x="102" y="1868"/>
                    <a:pt x="68" y="1937"/>
                  </a:cubicBezTo>
                  <a:cubicBezTo>
                    <a:pt x="0" y="2278"/>
                    <a:pt x="205" y="2585"/>
                    <a:pt x="512" y="2687"/>
                  </a:cubicBezTo>
                  <a:cubicBezTo>
                    <a:pt x="607" y="2722"/>
                    <a:pt x="707" y="2739"/>
                    <a:pt x="806" y="2739"/>
                  </a:cubicBezTo>
                  <a:cubicBezTo>
                    <a:pt x="1097" y="2739"/>
                    <a:pt x="1383" y="2592"/>
                    <a:pt x="1536" y="2312"/>
                  </a:cubicBezTo>
                  <a:cubicBezTo>
                    <a:pt x="1843" y="1800"/>
                    <a:pt x="2047" y="1186"/>
                    <a:pt x="2116" y="606"/>
                  </a:cubicBezTo>
                  <a:cubicBezTo>
                    <a:pt x="2116" y="231"/>
                    <a:pt x="2047" y="94"/>
                    <a:pt x="1911" y="26"/>
                  </a:cubicBezTo>
                  <a:cubicBezTo>
                    <a:pt x="1877" y="9"/>
                    <a:pt x="1843" y="0"/>
                    <a:pt x="180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0" name="Google Shape;2530;p14"/>
            <p:cNvSpPr/>
            <p:nvPr/>
          </p:nvSpPr>
          <p:spPr>
            <a:xfrm>
              <a:off x="534600" y="510840"/>
              <a:ext cx="20160" cy="7704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1093" h="4164">
                  <a:moveTo>
                    <a:pt x="990" y="0"/>
                  </a:moveTo>
                  <a:cubicBezTo>
                    <a:pt x="921" y="35"/>
                    <a:pt x="819" y="69"/>
                    <a:pt x="785" y="103"/>
                  </a:cubicBezTo>
                  <a:cubicBezTo>
                    <a:pt x="751" y="205"/>
                    <a:pt x="683" y="308"/>
                    <a:pt x="683" y="444"/>
                  </a:cubicBezTo>
                  <a:cubicBezTo>
                    <a:pt x="546" y="990"/>
                    <a:pt x="410" y="1502"/>
                    <a:pt x="307" y="2082"/>
                  </a:cubicBezTo>
                  <a:cubicBezTo>
                    <a:pt x="171" y="2696"/>
                    <a:pt x="102" y="3310"/>
                    <a:pt x="0" y="3925"/>
                  </a:cubicBezTo>
                  <a:cubicBezTo>
                    <a:pt x="34" y="4095"/>
                    <a:pt x="34" y="4163"/>
                    <a:pt x="171" y="4163"/>
                  </a:cubicBezTo>
                  <a:cubicBezTo>
                    <a:pt x="307" y="4163"/>
                    <a:pt x="375" y="4095"/>
                    <a:pt x="375" y="3959"/>
                  </a:cubicBezTo>
                  <a:cubicBezTo>
                    <a:pt x="410" y="3754"/>
                    <a:pt x="444" y="3549"/>
                    <a:pt x="478" y="3310"/>
                  </a:cubicBezTo>
                  <a:cubicBezTo>
                    <a:pt x="648" y="2389"/>
                    <a:pt x="819" y="1468"/>
                    <a:pt x="990" y="546"/>
                  </a:cubicBezTo>
                  <a:cubicBezTo>
                    <a:pt x="1024" y="444"/>
                    <a:pt x="1092" y="273"/>
                    <a:pt x="1092" y="205"/>
                  </a:cubicBezTo>
                  <a:cubicBezTo>
                    <a:pt x="1092" y="137"/>
                    <a:pt x="1024" y="69"/>
                    <a:pt x="990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1" name="Google Shape;2531;p14"/>
            <p:cNvSpPr/>
            <p:nvPr/>
          </p:nvSpPr>
          <p:spPr>
            <a:xfrm>
              <a:off x="754200" y="793440"/>
              <a:ext cx="75240" cy="1476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4062" h="819">
                  <a:moveTo>
                    <a:pt x="3838" y="0"/>
                  </a:moveTo>
                  <a:cubicBezTo>
                    <a:pt x="3763" y="0"/>
                    <a:pt x="3683" y="58"/>
                    <a:pt x="3618" y="102"/>
                  </a:cubicBezTo>
                  <a:cubicBezTo>
                    <a:pt x="3311" y="306"/>
                    <a:pt x="3004" y="409"/>
                    <a:pt x="2628" y="409"/>
                  </a:cubicBezTo>
                  <a:cubicBezTo>
                    <a:pt x="2419" y="428"/>
                    <a:pt x="2209" y="436"/>
                    <a:pt x="2000" y="436"/>
                  </a:cubicBezTo>
                  <a:cubicBezTo>
                    <a:pt x="1461" y="436"/>
                    <a:pt x="927" y="380"/>
                    <a:pt x="410" y="306"/>
                  </a:cubicBezTo>
                  <a:cubicBezTo>
                    <a:pt x="342" y="289"/>
                    <a:pt x="274" y="264"/>
                    <a:pt x="210" y="264"/>
                  </a:cubicBezTo>
                  <a:cubicBezTo>
                    <a:pt x="146" y="264"/>
                    <a:pt x="86" y="289"/>
                    <a:pt x="35" y="375"/>
                  </a:cubicBezTo>
                  <a:cubicBezTo>
                    <a:pt x="1" y="477"/>
                    <a:pt x="103" y="613"/>
                    <a:pt x="342" y="613"/>
                  </a:cubicBezTo>
                  <a:cubicBezTo>
                    <a:pt x="922" y="716"/>
                    <a:pt x="1502" y="750"/>
                    <a:pt x="2082" y="818"/>
                  </a:cubicBezTo>
                  <a:lnTo>
                    <a:pt x="2082" y="784"/>
                  </a:lnTo>
                  <a:lnTo>
                    <a:pt x="2731" y="784"/>
                  </a:lnTo>
                  <a:cubicBezTo>
                    <a:pt x="3106" y="784"/>
                    <a:pt x="3515" y="648"/>
                    <a:pt x="3822" y="409"/>
                  </a:cubicBezTo>
                  <a:cubicBezTo>
                    <a:pt x="3959" y="272"/>
                    <a:pt x="4061" y="170"/>
                    <a:pt x="3959" y="67"/>
                  </a:cubicBezTo>
                  <a:cubicBezTo>
                    <a:pt x="3922" y="18"/>
                    <a:pt x="3881" y="0"/>
                    <a:pt x="3838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2" name="Google Shape;2532;p14"/>
            <p:cNvSpPr/>
            <p:nvPr/>
          </p:nvSpPr>
          <p:spPr>
            <a:xfrm>
              <a:off x="534960" y="630000"/>
              <a:ext cx="23040" cy="6912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1263" h="3725">
                  <a:moveTo>
                    <a:pt x="211" y="0"/>
                  </a:moveTo>
                  <a:cubicBezTo>
                    <a:pt x="199" y="0"/>
                    <a:pt x="185" y="2"/>
                    <a:pt x="171" y="6"/>
                  </a:cubicBezTo>
                  <a:cubicBezTo>
                    <a:pt x="0" y="6"/>
                    <a:pt x="0" y="176"/>
                    <a:pt x="0" y="279"/>
                  </a:cubicBezTo>
                  <a:cubicBezTo>
                    <a:pt x="34" y="347"/>
                    <a:pt x="34" y="449"/>
                    <a:pt x="34" y="517"/>
                  </a:cubicBezTo>
                  <a:lnTo>
                    <a:pt x="0" y="552"/>
                  </a:lnTo>
                  <a:cubicBezTo>
                    <a:pt x="103" y="1268"/>
                    <a:pt x="239" y="1985"/>
                    <a:pt x="376" y="2735"/>
                  </a:cubicBezTo>
                  <a:cubicBezTo>
                    <a:pt x="410" y="3043"/>
                    <a:pt x="580" y="3350"/>
                    <a:pt x="853" y="3589"/>
                  </a:cubicBezTo>
                  <a:cubicBezTo>
                    <a:pt x="887" y="3623"/>
                    <a:pt x="956" y="3691"/>
                    <a:pt x="1058" y="3725"/>
                  </a:cubicBezTo>
                  <a:cubicBezTo>
                    <a:pt x="1092" y="3725"/>
                    <a:pt x="1160" y="3725"/>
                    <a:pt x="1195" y="3691"/>
                  </a:cubicBezTo>
                  <a:cubicBezTo>
                    <a:pt x="1229" y="3623"/>
                    <a:pt x="1263" y="3589"/>
                    <a:pt x="1229" y="3520"/>
                  </a:cubicBezTo>
                  <a:cubicBezTo>
                    <a:pt x="1229" y="3452"/>
                    <a:pt x="1195" y="3418"/>
                    <a:pt x="1160" y="3384"/>
                  </a:cubicBezTo>
                  <a:cubicBezTo>
                    <a:pt x="887" y="3111"/>
                    <a:pt x="717" y="2804"/>
                    <a:pt x="649" y="2428"/>
                  </a:cubicBezTo>
                  <a:cubicBezTo>
                    <a:pt x="580" y="1951"/>
                    <a:pt x="512" y="1473"/>
                    <a:pt x="410" y="995"/>
                  </a:cubicBezTo>
                  <a:cubicBezTo>
                    <a:pt x="376" y="722"/>
                    <a:pt x="376" y="483"/>
                    <a:pt x="341" y="244"/>
                  </a:cubicBezTo>
                  <a:cubicBezTo>
                    <a:pt x="341" y="122"/>
                    <a:pt x="314" y="0"/>
                    <a:pt x="21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3" name="Google Shape;2533;p14"/>
            <p:cNvSpPr/>
            <p:nvPr/>
          </p:nvSpPr>
          <p:spPr>
            <a:xfrm>
              <a:off x="664200" y="567360"/>
              <a:ext cx="30960" cy="2808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1673" h="1536">
                  <a:moveTo>
                    <a:pt x="1024" y="0"/>
                  </a:moveTo>
                  <a:cubicBezTo>
                    <a:pt x="922" y="0"/>
                    <a:pt x="785" y="35"/>
                    <a:pt x="683" y="137"/>
                  </a:cubicBezTo>
                  <a:cubicBezTo>
                    <a:pt x="512" y="273"/>
                    <a:pt x="341" y="444"/>
                    <a:pt x="239" y="649"/>
                  </a:cubicBezTo>
                  <a:cubicBezTo>
                    <a:pt x="0" y="1126"/>
                    <a:pt x="239" y="1536"/>
                    <a:pt x="853" y="1536"/>
                  </a:cubicBezTo>
                  <a:cubicBezTo>
                    <a:pt x="1126" y="1536"/>
                    <a:pt x="1399" y="1399"/>
                    <a:pt x="1570" y="1161"/>
                  </a:cubicBezTo>
                  <a:cubicBezTo>
                    <a:pt x="1672" y="990"/>
                    <a:pt x="1638" y="751"/>
                    <a:pt x="1536" y="615"/>
                  </a:cubicBezTo>
                  <a:cubicBezTo>
                    <a:pt x="1486" y="565"/>
                    <a:pt x="1418" y="533"/>
                    <a:pt x="1344" y="533"/>
                  </a:cubicBezTo>
                  <a:cubicBezTo>
                    <a:pt x="1318" y="533"/>
                    <a:pt x="1290" y="537"/>
                    <a:pt x="1263" y="546"/>
                  </a:cubicBezTo>
                  <a:cubicBezTo>
                    <a:pt x="1160" y="580"/>
                    <a:pt x="1160" y="683"/>
                    <a:pt x="1195" y="785"/>
                  </a:cubicBezTo>
                  <a:cubicBezTo>
                    <a:pt x="1263" y="956"/>
                    <a:pt x="1229" y="1058"/>
                    <a:pt x="1058" y="1126"/>
                  </a:cubicBezTo>
                  <a:cubicBezTo>
                    <a:pt x="990" y="1161"/>
                    <a:pt x="922" y="1161"/>
                    <a:pt x="819" y="1161"/>
                  </a:cubicBezTo>
                  <a:cubicBezTo>
                    <a:pt x="512" y="1161"/>
                    <a:pt x="410" y="1024"/>
                    <a:pt x="580" y="751"/>
                  </a:cubicBezTo>
                  <a:cubicBezTo>
                    <a:pt x="649" y="512"/>
                    <a:pt x="853" y="342"/>
                    <a:pt x="1092" y="273"/>
                  </a:cubicBezTo>
                  <a:cubicBezTo>
                    <a:pt x="1160" y="273"/>
                    <a:pt x="1195" y="171"/>
                    <a:pt x="1229" y="103"/>
                  </a:cubicBezTo>
                  <a:cubicBezTo>
                    <a:pt x="1160" y="69"/>
                    <a:pt x="1092" y="0"/>
                    <a:pt x="1024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4" name="Google Shape;2534;p14"/>
            <p:cNvSpPr/>
            <p:nvPr/>
          </p:nvSpPr>
          <p:spPr>
            <a:xfrm>
              <a:off x="622800" y="757800"/>
              <a:ext cx="49680" cy="327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696" h="1775">
                  <a:moveTo>
                    <a:pt x="137" y="0"/>
                  </a:moveTo>
                  <a:cubicBezTo>
                    <a:pt x="103" y="0"/>
                    <a:pt x="34" y="34"/>
                    <a:pt x="34" y="69"/>
                  </a:cubicBezTo>
                  <a:cubicBezTo>
                    <a:pt x="0" y="137"/>
                    <a:pt x="0" y="171"/>
                    <a:pt x="34" y="239"/>
                  </a:cubicBezTo>
                  <a:cubicBezTo>
                    <a:pt x="68" y="307"/>
                    <a:pt x="137" y="376"/>
                    <a:pt x="205" y="410"/>
                  </a:cubicBezTo>
                  <a:cubicBezTo>
                    <a:pt x="853" y="922"/>
                    <a:pt x="1570" y="1365"/>
                    <a:pt x="2321" y="1706"/>
                  </a:cubicBezTo>
                  <a:cubicBezTo>
                    <a:pt x="2389" y="1741"/>
                    <a:pt x="2423" y="1775"/>
                    <a:pt x="2457" y="1775"/>
                  </a:cubicBezTo>
                  <a:cubicBezTo>
                    <a:pt x="2525" y="1775"/>
                    <a:pt x="2594" y="1741"/>
                    <a:pt x="2662" y="1672"/>
                  </a:cubicBezTo>
                  <a:cubicBezTo>
                    <a:pt x="2696" y="1638"/>
                    <a:pt x="2662" y="1536"/>
                    <a:pt x="2628" y="1502"/>
                  </a:cubicBezTo>
                  <a:cubicBezTo>
                    <a:pt x="2559" y="1433"/>
                    <a:pt x="2491" y="1399"/>
                    <a:pt x="2423" y="1365"/>
                  </a:cubicBezTo>
                  <a:cubicBezTo>
                    <a:pt x="1672" y="990"/>
                    <a:pt x="956" y="546"/>
                    <a:pt x="273" y="69"/>
                  </a:cubicBezTo>
                  <a:cubicBezTo>
                    <a:pt x="239" y="34"/>
                    <a:pt x="171" y="0"/>
                    <a:pt x="137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5" name="Google Shape;2535;p14"/>
            <p:cNvSpPr/>
            <p:nvPr/>
          </p:nvSpPr>
          <p:spPr>
            <a:xfrm>
              <a:off x="835200" y="650520"/>
              <a:ext cx="22680" cy="280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1229" h="1530">
                  <a:moveTo>
                    <a:pt x="474" y="0"/>
                  </a:moveTo>
                  <a:cubicBezTo>
                    <a:pt x="396" y="0"/>
                    <a:pt x="317" y="13"/>
                    <a:pt x="239" y="39"/>
                  </a:cubicBezTo>
                  <a:cubicBezTo>
                    <a:pt x="171" y="73"/>
                    <a:pt x="137" y="175"/>
                    <a:pt x="103" y="209"/>
                  </a:cubicBezTo>
                  <a:cubicBezTo>
                    <a:pt x="171" y="278"/>
                    <a:pt x="205" y="312"/>
                    <a:pt x="273" y="346"/>
                  </a:cubicBezTo>
                  <a:lnTo>
                    <a:pt x="546" y="346"/>
                  </a:lnTo>
                  <a:cubicBezTo>
                    <a:pt x="717" y="380"/>
                    <a:pt x="853" y="516"/>
                    <a:pt x="853" y="721"/>
                  </a:cubicBezTo>
                  <a:cubicBezTo>
                    <a:pt x="819" y="926"/>
                    <a:pt x="683" y="1096"/>
                    <a:pt x="512" y="1165"/>
                  </a:cubicBezTo>
                  <a:cubicBezTo>
                    <a:pt x="444" y="1062"/>
                    <a:pt x="376" y="926"/>
                    <a:pt x="342" y="858"/>
                  </a:cubicBezTo>
                  <a:cubicBezTo>
                    <a:pt x="315" y="778"/>
                    <a:pt x="268" y="699"/>
                    <a:pt x="201" y="699"/>
                  </a:cubicBezTo>
                  <a:cubicBezTo>
                    <a:pt x="181" y="699"/>
                    <a:pt x="160" y="706"/>
                    <a:pt x="137" y="721"/>
                  </a:cubicBezTo>
                  <a:cubicBezTo>
                    <a:pt x="69" y="755"/>
                    <a:pt x="0" y="858"/>
                    <a:pt x="0" y="926"/>
                  </a:cubicBezTo>
                  <a:cubicBezTo>
                    <a:pt x="34" y="1096"/>
                    <a:pt x="103" y="1233"/>
                    <a:pt x="205" y="1369"/>
                  </a:cubicBezTo>
                  <a:cubicBezTo>
                    <a:pt x="290" y="1476"/>
                    <a:pt x="416" y="1529"/>
                    <a:pt x="539" y="1529"/>
                  </a:cubicBezTo>
                  <a:cubicBezTo>
                    <a:pt x="613" y="1529"/>
                    <a:pt x="687" y="1510"/>
                    <a:pt x="751" y="1472"/>
                  </a:cubicBezTo>
                  <a:cubicBezTo>
                    <a:pt x="1058" y="1267"/>
                    <a:pt x="1229" y="926"/>
                    <a:pt x="1195" y="585"/>
                  </a:cubicBezTo>
                  <a:cubicBezTo>
                    <a:pt x="1112" y="225"/>
                    <a:pt x="805" y="0"/>
                    <a:pt x="474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6" name="Google Shape;2536;p14"/>
            <p:cNvSpPr/>
            <p:nvPr/>
          </p:nvSpPr>
          <p:spPr>
            <a:xfrm>
              <a:off x="588960" y="638640"/>
              <a:ext cx="25200" cy="2592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366" h="1408">
                  <a:moveTo>
                    <a:pt x="984" y="0"/>
                  </a:moveTo>
                  <a:cubicBezTo>
                    <a:pt x="951" y="0"/>
                    <a:pt x="918" y="8"/>
                    <a:pt x="888" y="28"/>
                  </a:cubicBezTo>
                  <a:cubicBezTo>
                    <a:pt x="786" y="97"/>
                    <a:pt x="820" y="233"/>
                    <a:pt x="888" y="301"/>
                  </a:cubicBezTo>
                  <a:cubicBezTo>
                    <a:pt x="990" y="438"/>
                    <a:pt x="990" y="608"/>
                    <a:pt x="854" y="745"/>
                  </a:cubicBezTo>
                  <a:cubicBezTo>
                    <a:pt x="751" y="847"/>
                    <a:pt x="649" y="950"/>
                    <a:pt x="547" y="1086"/>
                  </a:cubicBezTo>
                  <a:cubicBezTo>
                    <a:pt x="376" y="881"/>
                    <a:pt x="376" y="813"/>
                    <a:pt x="444" y="711"/>
                  </a:cubicBezTo>
                  <a:cubicBezTo>
                    <a:pt x="478" y="643"/>
                    <a:pt x="581" y="540"/>
                    <a:pt x="615" y="472"/>
                  </a:cubicBezTo>
                  <a:cubicBezTo>
                    <a:pt x="615" y="370"/>
                    <a:pt x="615" y="301"/>
                    <a:pt x="615" y="233"/>
                  </a:cubicBezTo>
                  <a:cubicBezTo>
                    <a:pt x="547" y="233"/>
                    <a:pt x="494" y="218"/>
                    <a:pt x="446" y="218"/>
                  </a:cubicBezTo>
                  <a:cubicBezTo>
                    <a:pt x="422" y="218"/>
                    <a:pt x="399" y="222"/>
                    <a:pt x="376" y="233"/>
                  </a:cubicBezTo>
                  <a:cubicBezTo>
                    <a:pt x="137" y="404"/>
                    <a:pt x="1" y="745"/>
                    <a:pt x="69" y="1052"/>
                  </a:cubicBezTo>
                  <a:cubicBezTo>
                    <a:pt x="121" y="1259"/>
                    <a:pt x="310" y="1407"/>
                    <a:pt x="517" y="1407"/>
                  </a:cubicBezTo>
                  <a:cubicBezTo>
                    <a:pt x="583" y="1407"/>
                    <a:pt x="651" y="1392"/>
                    <a:pt x="717" y="1359"/>
                  </a:cubicBezTo>
                  <a:cubicBezTo>
                    <a:pt x="1024" y="1223"/>
                    <a:pt x="1229" y="950"/>
                    <a:pt x="1297" y="643"/>
                  </a:cubicBezTo>
                  <a:cubicBezTo>
                    <a:pt x="1366" y="472"/>
                    <a:pt x="1331" y="267"/>
                    <a:pt x="1195" y="97"/>
                  </a:cubicBezTo>
                  <a:cubicBezTo>
                    <a:pt x="1147" y="48"/>
                    <a:pt x="1064" y="0"/>
                    <a:pt x="984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7" name="Google Shape;2537;p14"/>
            <p:cNvSpPr/>
            <p:nvPr/>
          </p:nvSpPr>
          <p:spPr>
            <a:xfrm>
              <a:off x="667800" y="442080"/>
              <a:ext cx="32400" cy="3096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764" h="1686">
                  <a:moveTo>
                    <a:pt x="646" y="1"/>
                  </a:moveTo>
                  <a:cubicBezTo>
                    <a:pt x="530" y="1"/>
                    <a:pt x="412" y="26"/>
                    <a:pt x="308" y="70"/>
                  </a:cubicBezTo>
                  <a:cubicBezTo>
                    <a:pt x="103" y="173"/>
                    <a:pt x="1" y="207"/>
                    <a:pt x="69" y="377"/>
                  </a:cubicBezTo>
                  <a:cubicBezTo>
                    <a:pt x="113" y="450"/>
                    <a:pt x="163" y="473"/>
                    <a:pt x="213" y="473"/>
                  </a:cubicBezTo>
                  <a:cubicBezTo>
                    <a:pt x="282" y="473"/>
                    <a:pt x="352" y="431"/>
                    <a:pt x="410" y="412"/>
                  </a:cubicBezTo>
                  <a:cubicBezTo>
                    <a:pt x="478" y="371"/>
                    <a:pt x="550" y="352"/>
                    <a:pt x="620" y="352"/>
                  </a:cubicBezTo>
                  <a:cubicBezTo>
                    <a:pt x="727" y="352"/>
                    <a:pt x="826" y="397"/>
                    <a:pt x="888" y="480"/>
                  </a:cubicBezTo>
                  <a:cubicBezTo>
                    <a:pt x="1127" y="719"/>
                    <a:pt x="1263" y="992"/>
                    <a:pt x="1332" y="1265"/>
                  </a:cubicBezTo>
                  <a:cubicBezTo>
                    <a:pt x="1298" y="1299"/>
                    <a:pt x="1263" y="1299"/>
                    <a:pt x="1229" y="1299"/>
                  </a:cubicBezTo>
                  <a:cubicBezTo>
                    <a:pt x="1127" y="1299"/>
                    <a:pt x="1025" y="1367"/>
                    <a:pt x="1025" y="1504"/>
                  </a:cubicBezTo>
                  <a:cubicBezTo>
                    <a:pt x="1059" y="1606"/>
                    <a:pt x="1161" y="1640"/>
                    <a:pt x="1263" y="1674"/>
                  </a:cubicBezTo>
                  <a:cubicBezTo>
                    <a:pt x="1295" y="1682"/>
                    <a:pt x="1327" y="1686"/>
                    <a:pt x="1358" y="1686"/>
                  </a:cubicBezTo>
                  <a:cubicBezTo>
                    <a:pt x="1588" y="1686"/>
                    <a:pt x="1763" y="1472"/>
                    <a:pt x="1673" y="1231"/>
                  </a:cubicBezTo>
                  <a:cubicBezTo>
                    <a:pt x="1605" y="821"/>
                    <a:pt x="1400" y="446"/>
                    <a:pt x="1059" y="139"/>
                  </a:cubicBezTo>
                  <a:cubicBezTo>
                    <a:pt x="943" y="42"/>
                    <a:pt x="796" y="1"/>
                    <a:pt x="646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8" name="Google Shape;2538;p14"/>
            <p:cNvSpPr/>
            <p:nvPr/>
          </p:nvSpPr>
          <p:spPr>
            <a:xfrm>
              <a:off x="1012320" y="543600"/>
              <a:ext cx="6480" cy="4428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376" h="2390">
                  <a:moveTo>
                    <a:pt x="137" y="1"/>
                  </a:moveTo>
                  <a:cubicBezTo>
                    <a:pt x="69" y="35"/>
                    <a:pt x="35" y="69"/>
                    <a:pt x="35" y="103"/>
                  </a:cubicBezTo>
                  <a:cubicBezTo>
                    <a:pt x="1" y="171"/>
                    <a:pt x="1" y="274"/>
                    <a:pt x="35" y="342"/>
                  </a:cubicBezTo>
                  <a:lnTo>
                    <a:pt x="69" y="1093"/>
                  </a:lnTo>
                  <a:lnTo>
                    <a:pt x="35" y="1093"/>
                  </a:lnTo>
                  <a:lnTo>
                    <a:pt x="35" y="1809"/>
                  </a:lnTo>
                  <a:cubicBezTo>
                    <a:pt x="35" y="1946"/>
                    <a:pt x="35" y="2048"/>
                    <a:pt x="69" y="2185"/>
                  </a:cubicBezTo>
                  <a:cubicBezTo>
                    <a:pt x="69" y="2287"/>
                    <a:pt x="69" y="2389"/>
                    <a:pt x="239" y="2389"/>
                  </a:cubicBezTo>
                  <a:cubicBezTo>
                    <a:pt x="376" y="2355"/>
                    <a:pt x="376" y="2253"/>
                    <a:pt x="376" y="2151"/>
                  </a:cubicBezTo>
                  <a:cubicBezTo>
                    <a:pt x="376" y="1536"/>
                    <a:pt x="342" y="922"/>
                    <a:pt x="342" y="308"/>
                  </a:cubicBezTo>
                  <a:cubicBezTo>
                    <a:pt x="342" y="240"/>
                    <a:pt x="308" y="137"/>
                    <a:pt x="274" y="69"/>
                  </a:cubicBezTo>
                  <a:cubicBezTo>
                    <a:pt x="239" y="35"/>
                    <a:pt x="171" y="1"/>
                    <a:pt x="137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9" name="Google Shape;2539;p14"/>
            <p:cNvSpPr/>
            <p:nvPr/>
          </p:nvSpPr>
          <p:spPr>
            <a:xfrm>
              <a:off x="950760" y="591480"/>
              <a:ext cx="17640" cy="2844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957" h="1538">
                  <a:moveTo>
                    <a:pt x="371" y="1"/>
                  </a:moveTo>
                  <a:cubicBezTo>
                    <a:pt x="221" y="1"/>
                    <a:pt x="64" y="83"/>
                    <a:pt x="1" y="232"/>
                  </a:cubicBezTo>
                  <a:cubicBezTo>
                    <a:pt x="1" y="300"/>
                    <a:pt x="1" y="403"/>
                    <a:pt x="35" y="471"/>
                  </a:cubicBezTo>
                  <a:cubicBezTo>
                    <a:pt x="66" y="517"/>
                    <a:pt x="103" y="535"/>
                    <a:pt x="142" y="535"/>
                  </a:cubicBezTo>
                  <a:cubicBezTo>
                    <a:pt x="189" y="535"/>
                    <a:pt x="236" y="508"/>
                    <a:pt x="274" y="471"/>
                  </a:cubicBezTo>
                  <a:lnTo>
                    <a:pt x="376" y="368"/>
                  </a:lnTo>
                  <a:cubicBezTo>
                    <a:pt x="547" y="607"/>
                    <a:pt x="581" y="914"/>
                    <a:pt x="444" y="1187"/>
                  </a:cubicBezTo>
                  <a:lnTo>
                    <a:pt x="274" y="1187"/>
                  </a:lnTo>
                  <a:cubicBezTo>
                    <a:pt x="171" y="1187"/>
                    <a:pt x="103" y="1256"/>
                    <a:pt x="103" y="1358"/>
                  </a:cubicBezTo>
                  <a:cubicBezTo>
                    <a:pt x="103" y="1460"/>
                    <a:pt x="205" y="1529"/>
                    <a:pt x="308" y="1529"/>
                  </a:cubicBezTo>
                  <a:cubicBezTo>
                    <a:pt x="337" y="1534"/>
                    <a:pt x="366" y="1537"/>
                    <a:pt x="395" y="1537"/>
                  </a:cubicBezTo>
                  <a:cubicBezTo>
                    <a:pt x="535" y="1537"/>
                    <a:pt x="667" y="1471"/>
                    <a:pt x="751" y="1358"/>
                  </a:cubicBezTo>
                  <a:cubicBezTo>
                    <a:pt x="956" y="949"/>
                    <a:pt x="888" y="471"/>
                    <a:pt x="615" y="95"/>
                  </a:cubicBezTo>
                  <a:cubicBezTo>
                    <a:pt x="550" y="31"/>
                    <a:pt x="462" y="1"/>
                    <a:pt x="371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0" name="Google Shape;2540;p14"/>
            <p:cNvSpPr/>
            <p:nvPr/>
          </p:nvSpPr>
          <p:spPr>
            <a:xfrm>
              <a:off x="973080" y="635400"/>
              <a:ext cx="27000" cy="3600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469" h="1946">
                  <a:moveTo>
                    <a:pt x="1229" y="1"/>
                  </a:moveTo>
                  <a:cubicBezTo>
                    <a:pt x="1161" y="69"/>
                    <a:pt x="1093" y="171"/>
                    <a:pt x="1059" y="239"/>
                  </a:cubicBezTo>
                  <a:cubicBezTo>
                    <a:pt x="820" y="751"/>
                    <a:pt x="513" y="1229"/>
                    <a:pt x="137" y="1638"/>
                  </a:cubicBezTo>
                  <a:cubicBezTo>
                    <a:pt x="69" y="1673"/>
                    <a:pt x="69" y="1707"/>
                    <a:pt x="35" y="1775"/>
                  </a:cubicBezTo>
                  <a:cubicBezTo>
                    <a:pt x="1" y="1877"/>
                    <a:pt x="103" y="1946"/>
                    <a:pt x="206" y="1946"/>
                  </a:cubicBezTo>
                  <a:cubicBezTo>
                    <a:pt x="274" y="1946"/>
                    <a:pt x="308" y="1911"/>
                    <a:pt x="342" y="1911"/>
                  </a:cubicBezTo>
                  <a:cubicBezTo>
                    <a:pt x="479" y="1775"/>
                    <a:pt x="615" y="1673"/>
                    <a:pt x="718" y="1502"/>
                  </a:cubicBezTo>
                  <a:cubicBezTo>
                    <a:pt x="956" y="1127"/>
                    <a:pt x="1161" y="717"/>
                    <a:pt x="1400" y="308"/>
                  </a:cubicBezTo>
                  <a:cubicBezTo>
                    <a:pt x="1434" y="274"/>
                    <a:pt x="1468" y="205"/>
                    <a:pt x="1468" y="171"/>
                  </a:cubicBezTo>
                  <a:cubicBezTo>
                    <a:pt x="1468" y="103"/>
                    <a:pt x="1434" y="35"/>
                    <a:pt x="1400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61" name="Google Shape;2541;p14"/>
          <p:cNvGrpSpPr/>
          <p:nvPr/>
        </p:nvGrpSpPr>
        <p:grpSpPr>
          <a:xfrm>
            <a:off x="3184560" y="2048760"/>
            <a:ext cx="418320" cy="387000"/>
            <a:chOff x="3184560" y="2048760"/>
            <a:chExt cx="418320" cy="387000"/>
          </a:xfrm>
        </p:grpSpPr>
        <p:sp>
          <p:nvSpPr>
            <p:cNvPr id="1862" name="Google Shape;2542;p14"/>
            <p:cNvSpPr/>
            <p:nvPr/>
          </p:nvSpPr>
          <p:spPr>
            <a:xfrm>
              <a:off x="3184560" y="2048760"/>
              <a:ext cx="418320" cy="387000"/>
            </a:xfrm>
            <a:custGeom>
              <a:avLst/>
              <a:gdLst>
                <a:gd name="textAreaLeft" fmla="*/ 0 w 418320"/>
                <a:gd name="textAreaRight" fmla="*/ 418680 w 418320"/>
                <a:gd name="textAreaTop" fmla="*/ 0 h 387000"/>
                <a:gd name="textAreaBottom" fmla="*/ 387360 h 387000"/>
              </a:gdLst>
              <a:ahLst/>
              <a:cxnLst/>
              <a:rect l="textAreaLeft" t="textAreaTop" r="textAreaRight" b="textAreaBottom"/>
              <a:pathLst>
                <a:path w="22488" h="20789">
                  <a:moveTo>
                    <a:pt x="11007" y="469"/>
                  </a:moveTo>
                  <a:cubicBezTo>
                    <a:pt x="12407" y="469"/>
                    <a:pt x="13814" y="682"/>
                    <a:pt x="15151" y="1108"/>
                  </a:cubicBezTo>
                  <a:cubicBezTo>
                    <a:pt x="16379" y="1484"/>
                    <a:pt x="17505" y="2166"/>
                    <a:pt x="18427" y="3088"/>
                  </a:cubicBezTo>
                  <a:cubicBezTo>
                    <a:pt x="20713" y="5203"/>
                    <a:pt x="21907" y="8274"/>
                    <a:pt x="21668" y="11379"/>
                  </a:cubicBezTo>
                  <a:cubicBezTo>
                    <a:pt x="21566" y="12881"/>
                    <a:pt x="21088" y="14348"/>
                    <a:pt x="20303" y="15611"/>
                  </a:cubicBezTo>
                  <a:cubicBezTo>
                    <a:pt x="19723" y="16464"/>
                    <a:pt x="19007" y="17249"/>
                    <a:pt x="18154" y="17863"/>
                  </a:cubicBezTo>
                  <a:cubicBezTo>
                    <a:pt x="16755" y="18921"/>
                    <a:pt x="15151" y="19671"/>
                    <a:pt x="13410" y="20047"/>
                  </a:cubicBezTo>
                  <a:cubicBezTo>
                    <a:pt x="12640" y="20244"/>
                    <a:pt x="11851" y="20337"/>
                    <a:pt x="11058" y="20337"/>
                  </a:cubicBezTo>
                  <a:cubicBezTo>
                    <a:pt x="10340" y="20337"/>
                    <a:pt x="9619" y="20261"/>
                    <a:pt x="8906" y="20115"/>
                  </a:cubicBezTo>
                  <a:cubicBezTo>
                    <a:pt x="7644" y="19842"/>
                    <a:pt x="6449" y="19296"/>
                    <a:pt x="5426" y="18511"/>
                  </a:cubicBezTo>
                  <a:cubicBezTo>
                    <a:pt x="4061" y="17487"/>
                    <a:pt x="2901" y="16191"/>
                    <a:pt x="2082" y="14689"/>
                  </a:cubicBezTo>
                  <a:cubicBezTo>
                    <a:pt x="853" y="12506"/>
                    <a:pt x="512" y="9912"/>
                    <a:pt x="1194" y="7489"/>
                  </a:cubicBezTo>
                  <a:cubicBezTo>
                    <a:pt x="1297" y="7080"/>
                    <a:pt x="1467" y="6705"/>
                    <a:pt x="1604" y="6295"/>
                  </a:cubicBezTo>
                  <a:lnTo>
                    <a:pt x="1706" y="6295"/>
                  </a:lnTo>
                  <a:cubicBezTo>
                    <a:pt x="1736" y="6301"/>
                    <a:pt x="1763" y="6304"/>
                    <a:pt x="1788" y="6304"/>
                  </a:cubicBezTo>
                  <a:cubicBezTo>
                    <a:pt x="1910" y="6304"/>
                    <a:pt x="1985" y="6238"/>
                    <a:pt x="2013" y="6124"/>
                  </a:cubicBezTo>
                  <a:cubicBezTo>
                    <a:pt x="2013" y="6022"/>
                    <a:pt x="2013" y="5920"/>
                    <a:pt x="2048" y="5783"/>
                  </a:cubicBezTo>
                  <a:cubicBezTo>
                    <a:pt x="2116" y="5510"/>
                    <a:pt x="2218" y="5237"/>
                    <a:pt x="2321" y="4998"/>
                  </a:cubicBezTo>
                  <a:cubicBezTo>
                    <a:pt x="2457" y="4725"/>
                    <a:pt x="2662" y="4521"/>
                    <a:pt x="2935" y="4384"/>
                  </a:cubicBezTo>
                  <a:lnTo>
                    <a:pt x="2969" y="4384"/>
                  </a:lnTo>
                  <a:cubicBezTo>
                    <a:pt x="3208" y="4248"/>
                    <a:pt x="3208" y="4179"/>
                    <a:pt x="3037" y="3941"/>
                  </a:cubicBezTo>
                  <a:cubicBezTo>
                    <a:pt x="3037" y="3906"/>
                    <a:pt x="3071" y="3872"/>
                    <a:pt x="3105" y="3838"/>
                  </a:cubicBezTo>
                  <a:cubicBezTo>
                    <a:pt x="4880" y="1791"/>
                    <a:pt x="7439" y="562"/>
                    <a:pt x="10169" y="494"/>
                  </a:cubicBezTo>
                  <a:cubicBezTo>
                    <a:pt x="10447" y="477"/>
                    <a:pt x="10727" y="469"/>
                    <a:pt x="11007" y="469"/>
                  </a:cubicBezTo>
                  <a:close/>
                  <a:moveTo>
                    <a:pt x="10919" y="0"/>
                  </a:moveTo>
                  <a:cubicBezTo>
                    <a:pt x="9178" y="0"/>
                    <a:pt x="7506" y="338"/>
                    <a:pt x="5903" y="1074"/>
                  </a:cubicBezTo>
                  <a:cubicBezTo>
                    <a:pt x="4914" y="1552"/>
                    <a:pt x="4027" y="2166"/>
                    <a:pt x="3276" y="2917"/>
                  </a:cubicBezTo>
                  <a:cubicBezTo>
                    <a:pt x="3037" y="3190"/>
                    <a:pt x="2798" y="3429"/>
                    <a:pt x="2525" y="3770"/>
                  </a:cubicBezTo>
                  <a:cubicBezTo>
                    <a:pt x="2286" y="4111"/>
                    <a:pt x="2082" y="4487"/>
                    <a:pt x="1843" y="4828"/>
                  </a:cubicBezTo>
                  <a:cubicBezTo>
                    <a:pt x="1365" y="5510"/>
                    <a:pt x="1024" y="6295"/>
                    <a:pt x="819" y="7080"/>
                  </a:cubicBezTo>
                  <a:cubicBezTo>
                    <a:pt x="0" y="9605"/>
                    <a:pt x="273" y="12369"/>
                    <a:pt x="1536" y="14689"/>
                  </a:cubicBezTo>
                  <a:cubicBezTo>
                    <a:pt x="2423" y="16396"/>
                    <a:pt x="3685" y="17829"/>
                    <a:pt x="5221" y="18955"/>
                  </a:cubicBezTo>
                  <a:cubicBezTo>
                    <a:pt x="6313" y="19740"/>
                    <a:pt x="7507" y="20286"/>
                    <a:pt x="8838" y="20559"/>
                  </a:cubicBezTo>
                  <a:cubicBezTo>
                    <a:pt x="9583" y="20711"/>
                    <a:pt x="10335" y="20788"/>
                    <a:pt x="11087" y="20788"/>
                  </a:cubicBezTo>
                  <a:cubicBezTo>
                    <a:pt x="12024" y="20788"/>
                    <a:pt x="12961" y="20668"/>
                    <a:pt x="13888" y="20422"/>
                  </a:cubicBezTo>
                  <a:cubicBezTo>
                    <a:pt x="15594" y="19978"/>
                    <a:pt x="17198" y="19228"/>
                    <a:pt x="18563" y="18136"/>
                  </a:cubicBezTo>
                  <a:cubicBezTo>
                    <a:pt x="19382" y="17556"/>
                    <a:pt x="20064" y="16839"/>
                    <a:pt x="20645" y="16020"/>
                  </a:cubicBezTo>
                  <a:cubicBezTo>
                    <a:pt x="21464" y="14792"/>
                    <a:pt x="22010" y="13359"/>
                    <a:pt x="22146" y="11857"/>
                  </a:cubicBezTo>
                  <a:cubicBezTo>
                    <a:pt x="22487" y="8854"/>
                    <a:pt x="21566" y="5886"/>
                    <a:pt x="19587" y="3599"/>
                  </a:cubicBezTo>
                  <a:cubicBezTo>
                    <a:pt x="18836" y="2712"/>
                    <a:pt x="17949" y="1961"/>
                    <a:pt x="16959" y="1415"/>
                  </a:cubicBezTo>
                  <a:cubicBezTo>
                    <a:pt x="16038" y="870"/>
                    <a:pt x="15014" y="528"/>
                    <a:pt x="13991" y="324"/>
                  </a:cubicBezTo>
                  <a:cubicBezTo>
                    <a:pt x="12944" y="112"/>
                    <a:pt x="11920" y="0"/>
                    <a:pt x="10919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3" name="Google Shape;2543;p14"/>
            <p:cNvSpPr/>
            <p:nvPr/>
          </p:nvSpPr>
          <p:spPr>
            <a:xfrm>
              <a:off x="3443040" y="2269440"/>
              <a:ext cx="75240" cy="7128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71280"/>
                <a:gd name="textAreaBottom" fmla="*/ 71640 h 71280"/>
              </a:gdLst>
              <a:ahLst/>
              <a:cxnLst/>
              <a:rect l="textAreaLeft" t="textAreaTop" r="textAreaRight" b="textAreaBottom"/>
              <a:pathLst>
                <a:path w="4061" h="3838">
                  <a:moveTo>
                    <a:pt x="1418" y="1"/>
                  </a:moveTo>
                  <a:cubicBezTo>
                    <a:pt x="1172" y="1"/>
                    <a:pt x="925" y="29"/>
                    <a:pt x="683" y="84"/>
                  </a:cubicBezTo>
                  <a:cubicBezTo>
                    <a:pt x="580" y="119"/>
                    <a:pt x="478" y="153"/>
                    <a:pt x="376" y="221"/>
                  </a:cubicBezTo>
                  <a:cubicBezTo>
                    <a:pt x="205" y="289"/>
                    <a:pt x="68" y="460"/>
                    <a:pt x="0" y="630"/>
                  </a:cubicBezTo>
                  <a:cubicBezTo>
                    <a:pt x="0" y="699"/>
                    <a:pt x="34" y="767"/>
                    <a:pt x="68" y="801"/>
                  </a:cubicBezTo>
                  <a:cubicBezTo>
                    <a:pt x="88" y="821"/>
                    <a:pt x="108" y="829"/>
                    <a:pt x="128" y="829"/>
                  </a:cubicBezTo>
                  <a:cubicBezTo>
                    <a:pt x="174" y="829"/>
                    <a:pt x="215" y="781"/>
                    <a:pt x="239" y="733"/>
                  </a:cubicBezTo>
                  <a:cubicBezTo>
                    <a:pt x="341" y="460"/>
                    <a:pt x="614" y="289"/>
                    <a:pt x="922" y="289"/>
                  </a:cubicBezTo>
                  <a:cubicBezTo>
                    <a:pt x="1065" y="263"/>
                    <a:pt x="1213" y="252"/>
                    <a:pt x="1363" y="252"/>
                  </a:cubicBezTo>
                  <a:cubicBezTo>
                    <a:pt x="1605" y="252"/>
                    <a:pt x="1850" y="281"/>
                    <a:pt x="2082" y="323"/>
                  </a:cubicBezTo>
                  <a:cubicBezTo>
                    <a:pt x="2696" y="460"/>
                    <a:pt x="3242" y="801"/>
                    <a:pt x="3583" y="1347"/>
                  </a:cubicBezTo>
                  <a:cubicBezTo>
                    <a:pt x="3754" y="1620"/>
                    <a:pt x="3754" y="1961"/>
                    <a:pt x="3583" y="2234"/>
                  </a:cubicBezTo>
                  <a:cubicBezTo>
                    <a:pt x="3378" y="2610"/>
                    <a:pt x="3105" y="2951"/>
                    <a:pt x="2764" y="3190"/>
                  </a:cubicBezTo>
                  <a:cubicBezTo>
                    <a:pt x="2472" y="3433"/>
                    <a:pt x="2110" y="3555"/>
                    <a:pt x="1740" y="3555"/>
                  </a:cubicBezTo>
                  <a:cubicBezTo>
                    <a:pt x="1592" y="3555"/>
                    <a:pt x="1443" y="3536"/>
                    <a:pt x="1297" y="3497"/>
                  </a:cubicBezTo>
                  <a:cubicBezTo>
                    <a:pt x="1058" y="3463"/>
                    <a:pt x="819" y="3292"/>
                    <a:pt x="717" y="3087"/>
                  </a:cubicBezTo>
                  <a:cubicBezTo>
                    <a:pt x="546" y="2746"/>
                    <a:pt x="444" y="2405"/>
                    <a:pt x="478" y="2029"/>
                  </a:cubicBezTo>
                  <a:cubicBezTo>
                    <a:pt x="478" y="1995"/>
                    <a:pt x="478" y="1961"/>
                    <a:pt x="478" y="1927"/>
                  </a:cubicBezTo>
                  <a:cubicBezTo>
                    <a:pt x="478" y="1825"/>
                    <a:pt x="444" y="1756"/>
                    <a:pt x="307" y="1756"/>
                  </a:cubicBezTo>
                  <a:cubicBezTo>
                    <a:pt x="205" y="1756"/>
                    <a:pt x="205" y="1825"/>
                    <a:pt x="205" y="1893"/>
                  </a:cubicBezTo>
                  <a:cubicBezTo>
                    <a:pt x="171" y="2371"/>
                    <a:pt x="273" y="2848"/>
                    <a:pt x="512" y="3258"/>
                  </a:cubicBezTo>
                  <a:cubicBezTo>
                    <a:pt x="649" y="3497"/>
                    <a:pt x="853" y="3667"/>
                    <a:pt x="1092" y="3736"/>
                  </a:cubicBezTo>
                  <a:cubicBezTo>
                    <a:pt x="1297" y="3804"/>
                    <a:pt x="1519" y="3838"/>
                    <a:pt x="1740" y="3838"/>
                  </a:cubicBezTo>
                  <a:cubicBezTo>
                    <a:pt x="1962" y="3838"/>
                    <a:pt x="2184" y="3804"/>
                    <a:pt x="2389" y="3736"/>
                  </a:cubicBezTo>
                  <a:cubicBezTo>
                    <a:pt x="2696" y="3633"/>
                    <a:pt x="2969" y="3463"/>
                    <a:pt x="3208" y="3224"/>
                  </a:cubicBezTo>
                  <a:cubicBezTo>
                    <a:pt x="3447" y="2985"/>
                    <a:pt x="3651" y="2712"/>
                    <a:pt x="3856" y="2405"/>
                  </a:cubicBezTo>
                  <a:cubicBezTo>
                    <a:pt x="4027" y="2132"/>
                    <a:pt x="4061" y="1791"/>
                    <a:pt x="3958" y="1483"/>
                  </a:cubicBezTo>
                  <a:cubicBezTo>
                    <a:pt x="3788" y="1142"/>
                    <a:pt x="3549" y="835"/>
                    <a:pt x="3242" y="596"/>
                  </a:cubicBezTo>
                  <a:cubicBezTo>
                    <a:pt x="2721" y="199"/>
                    <a:pt x="2073" y="1"/>
                    <a:pt x="1418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4" name="Google Shape;2544;p14"/>
            <p:cNvSpPr/>
            <p:nvPr/>
          </p:nvSpPr>
          <p:spPr>
            <a:xfrm>
              <a:off x="3325680" y="2342880"/>
              <a:ext cx="44280" cy="39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2390" h="2147">
                  <a:moveTo>
                    <a:pt x="581" y="0"/>
                  </a:moveTo>
                  <a:cubicBezTo>
                    <a:pt x="239" y="171"/>
                    <a:pt x="0" y="376"/>
                    <a:pt x="69" y="751"/>
                  </a:cubicBezTo>
                  <a:cubicBezTo>
                    <a:pt x="137" y="1161"/>
                    <a:pt x="342" y="1536"/>
                    <a:pt x="649" y="1809"/>
                  </a:cubicBezTo>
                  <a:cubicBezTo>
                    <a:pt x="683" y="1843"/>
                    <a:pt x="785" y="1911"/>
                    <a:pt x="819" y="1945"/>
                  </a:cubicBezTo>
                  <a:cubicBezTo>
                    <a:pt x="982" y="2081"/>
                    <a:pt x="1177" y="2146"/>
                    <a:pt x="1371" y="2146"/>
                  </a:cubicBezTo>
                  <a:cubicBezTo>
                    <a:pt x="1668" y="2146"/>
                    <a:pt x="1965" y="1995"/>
                    <a:pt x="2150" y="1706"/>
                  </a:cubicBezTo>
                  <a:cubicBezTo>
                    <a:pt x="2389" y="1195"/>
                    <a:pt x="2287" y="580"/>
                    <a:pt x="1877" y="171"/>
                  </a:cubicBezTo>
                  <a:cubicBezTo>
                    <a:pt x="1822" y="115"/>
                    <a:pt x="1720" y="59"/>
                    <a:pt x="1629" y="59"/>
                  </a:cubicBezTo>
                  <a:cubicBezTo>
                    <a:pt x="1609" y="59"/>
                    <a:pt x="1589" y="62"/>
                    <a:pt x="1570" y="69"/>
                  </a:cubicBezTo>
                  <a:cubicBezTo>
                    <a:pt x="1536" y="103"/>
                    <a:pt x="1468" y="137"/>
                    <a:pt x="1468" y="171"/>
                  </a:cubicBezTo>
                  <a:cubicBezTo>
                    <a:pt x="1468" y="205"/>
                    <a:pt x="1502" y="273"/>
                    <a:pt x="1570" y="307"/>
                  </a:cubicBezTo>
                  <a:cubicBezTo>
                    <a:pt x="1672" y="342"/>
                    <a:pt x="1741" y="410"/>
                    <a:pt x="1775" y="512"/>
                  </a:cubicBezTo>
                  <a:cubicBezTo>
                    <a:pt x="1843" y="615"/>
                    <a:pt x="1877" y="717"/>
                    <a:pt x="1945" y="819"/>
                  </a:cubicBezTo>
                  <a:cubicBezTo>
                    <a:pt x="2048" y="1058"/>
                    <a:pt x="2014" y="1331"/>
                    <a:pt x="1911" y="1536"/>
                  </a:cubicBezTo>
                  <a:cubicBezTo>
                    <a:pt x="1804" y="1751"/>
                    <a:pt x="1588" y="1871"/>
                    <a:pt x="1367" y="1871"/>
                  </a:cubicBezTo>
                  <a:cubicBezTo>
                    <a:pt x="1236" y="1871"/>
                    <a:pt x="1104" y="1829"/>
                    <a:pt x="990" y="1741"/>
                  </a:cubicBezTo>
                  <a:cubicBezTo>
                    <a:pt x="615" y="1536"/>
                    <a:pt x="376" y="1126"/>
                    <a:pt x="342" y="683"/>
                  </a:cubicBezTo>
                  <a:cubicBezTo>
                    <a:pt x="308" y="546"/>
                    <a:pt x="376" y="410"/>
                    <a:pt x="512" y="307"/>
                  </a:cubicBezTo>
                  <a:cubicBezTo>
                    <a:pt x="581" y="273"/>
                    <a:pt x="649" y="239"/>
                    <a:pt x="683" y="205"/>
                  </a:cubicBezTo>
                  <a:cubicBezTo>
                    <a:pt x="717" y="137"/>
                    <a:pt x="717" y="103"/>
                    <a:pt x="717" y="34"/>
                  </a:cubicBezTo>
                  <a:cubicBezTo>
                    <a:pt x="683" y="0"/>
                    <a:pt x="615" y="0"/>
                    <a:pt x="581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5" name="Google Shape;2545;p14"/>
            <p:cNvSpPr/>
            <p:nvPr/>
          </p:nvSpPr>
          <p:spPr>
            <a:xfrm>
              <a:off x="3224520" y="2195280"/>
              <a:ext cx="8640" cy="716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71640"/>
                <a:gd name="textAreaBottom" fmla="*/ 72000 h 71640"/>
              </a:gdLst>
              <a:ahLst/>
              <a:cxnLst/>
              <a:rect l="textAreaLeft" t="textAreaTop" r="textAreaRight" b="textAreaBottom"/>
              <a:pathLst>
                <a:path w="479" h="3874">
                  <a:moveTo>
                    <a:pt x="308" y="1"/>
                  </a:moveTo>
                  <a:cubicBezTo>
                    <a:pt x="274" y="1"/>
                    <a:pt x="240" y="1"/>
                    <a:pt x="206" y="35"/>
                  </a:cubicBezTo>
                  <a:cubicBezTo>
                    <a:pt x="172" y="137"/>
                    <a:pt x="137" y="205"/>
                    <a:pt x="137" y="308"/>
                  </a:cubicBezTo>
                  <a:cubicBezTo>
                    <a:pt x="103" y="717"/>
                    <a:pt x="69" y="1161"/>
                    <a:pt x="35" y="1570"/>
                  </a:cubicBezTo>
                  <a:cubicBezTo>
                    <a:pt x="1" y="2253"/>
                    <a:pt x="35" y="2935"/>
                    <a:pt x="172" y="3618"/>
                  </a:cubicBezTo>
                  <a:cubicBezTo>
                    <a:pt x="172" y="3686"/>
                    <a:pt x="206" y="3754"/>
                    <a:pt x="240" y="3823"/>
                  </a:cubicBezTo>
                  <a:cubicBezTo>
                    <a:pt x="257" y="3857"/>
                    <a:pt x="291" y="3874"/>
                    <a:pt x="329" y="3874"/>
                  </a:cubicBezTo>
                  <a:cubicBezTo>
                    <a:pt x="368" y="3874"/>
                    <a:pt x="410" y="3857"/>
                    <a:pt x="444" y="3823"/>
                  </a:cubicBezTo>
                  <a:cubicBezTo>
                    <a:pt x="444" y="3788"/>
                    <a:pt x="479" y="3754"/>
                    <a:pt x="479" y="3720"/>
                  </a:cubicBezTo>
                  <a:cubicBezTo>
                    <a:pt x="479" y="3584"/>
                    <a:pt x="444" y="3447"/>
                    <a:pt x="410" y="3345"/>
                  </a:cubicBezTo>
                  <a:cubicBezTo>
                    <a:pt x="308" y="2287"/>
                    <a:pt x="308" y="1263"/>
                    <a:pt x="410" y="240"/>
                  </a:cubicBezTo>
                  <a:cubicBezTo>
                    <a:pt x="410" y="171"/>
                    <a:pt x="410" y="137"/>
                    <a:pt x="410" y="103"/>
                  </a:cubicBezTo>
                  <a:cubicBezTo>
                    <a:pt x="410" y="35"/>
                    <a:pt x="376" y="1"/>
                    <a:pt x="308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0" bIns="36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6" name="Google Shape;2546;p14"/>
            <p:cNvSpPr/>
            <p:nvPr/>
          </p:nvSpPr>
          <p:spPr>
            <a:xfrm>
              <a:off x="3258360" y="2278080"/>
              <a:ext cx="47880" cy="3384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594" h="1844">
                  <a:moveTo>
                    <a:pt x="581" y="1"/>
                  </a:moveTo>
                  <a:cubicBezTo>
                    <a:pt x="444" y="69"/>
                    <a:pt x="376" y="171"/>
                    <a:pt x="273" y="274"/>
                  </a:cubicBezTo>
                  <a:cubicBezTo>
                    <a:pt x="0" y="854"/>
                    <a:pt x="308" y="1536"/>
                    <a:pt x="922" y="1707"/>
                  </a:cubicBezTo>
                  <a:cubicBezTo>
                    <a:pt x="1172" y="1798"/>
                    <a:pt x="1437" y="1843"/>
                    <a:pt x="1708" y="1843"/>
                  </a:cubicBezTo>
                  <a:cubicBezTo>
                    <a:pt x="1843" y="1843"/>
                    <a:pt x="1980" y="1832"/>
                    <a:pt x="2116" y="1809"/>
                  </a:cubicBezTo>
                  <a:cubicBezTo>
                    <a:pt x="2218" y="1809"/>
                    <a:pt x="2321" y="1775"/>
                    <a:pt x="2423" y="1707"/>
                  </a:cubicBezTo>
                  <a:cubicBezTo>
                    <a:pt x="2594" y="1605"/>
                    <a:pt x="2560" y="1332"/>
                    <a:pt x="2389" y="1229"/>
                  </a:cubicBezTo>
                  <a:cubicBezTo>
                    <a:pt x="2372" y="1212"/>
                    <a:pt x="2346" y="1204"/>
                    <a:pt x="2321" y="1204"/>
                  </a:cubicBezTo>
                  <a:cubicBezTo>
                    <a:pt x="2295" y="1204"/>
                    <a:pt x="2270" y="1212"/>
                    <a:pt x="2253" y="1229"/>
                  </a:cubicBezTo>
                  <a:cubicBezTo>
                    <a:pt x="2218" y="1263"/>
                    <a:pt x="2184" y="1297"/>
                    <a:pt x="2184" y="1332"/>
                  </a:cubicBezTo>
                  <a:cubicBezTo>
                    <a:pt x="2184" y="1400"/>
                    <a:pt x="2218" y="1468"/>
                    <a:pt x="2253" y="1536"/>
                  </a:cubicBezTo>
                  <a:cubicBezTo>
                    <a:pt x="2218" y="1536"/>
                    <a:pt x="2150" y="1570"/>
                    <a:pt x="2116" y="1570"/>
                  </a:cubicBezTo>
                  <a:cubicBezTo>
                    <a:pt x="1991" y="1593"/>
                    <a:pt x="1862" y="1605"/>
                    <a:pt x="1732" y="1605"/>
                  </a:cubicBezTo>
                  <a:cubicBezTo>
                    <a:pt x="1472" y="1605"/>
                    <a:pt x="1206" y="1559"/>
                    <a:pt x="956" y="1468"/>
                  </a:cubicBezTo>
                  <a:cubicBezTo>
                    <a:pt x="649" y="1366"/>
                    <a:pt x="478" y="1127"/>
                    <a:pt x="444" y="820"/>
                  </a:cubicBezTo>
                  <a:cubicBezTo>
                    <a:pt x="444" y="547"/>
                    <a:pt x="444" y="274"/>
                    <a:pt x="819" y="206"/>
                  </a:cubicBezTo>
                  <a:cubicBezTo>
                    <a:pt x="853" y="206"/>
                    <a:pt x="888" y="137"/>
                    <a:pt x="888" y="103"/>
                  </a:cubicBezTo>
                  <a:cubicBezTo>
                    <a:pt x="853" y="35"/>
                    <a:pt x="819" y="1"/>
                    <a:pt x="751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7" name="Google Shape;2547;p14"/>
            <p:cNvSpPr/>
            <p:nvPr/>
          </p:nvSpPr>
          <p:spPr>
            <a:xfrm>
              <a:off x="3390480" y="2326320"/>
              <a:ext cx="37080" cy="23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2014" h="1263">
                  <a:moveTo>
                    <a:pt x="273" y="0"/>
                  </a:moveTo>
                  <a:cubicBezTo>
                    <a:pt x="205" y="0"/>
                    <a:pt x="171" y="0"/>
                    <a:pt x="137" y="34"/>
                  </a:cubicBezTo>
                  <a:cubicBezTo>
                    <a:pt x="102" y="68"/>
                    <a:pt x="68" y="102"/>
                    <a:pt x="68" y="137"/>
                  </a:cubicBezTo>
                  <a:cubicBezTo>
                    <a:pt x="0" y="444"/>
                    <a:pt x="68" y="751"/>
                    <a:pt x="307" y="990"/>
                  </a:cubicBezTo>
                  <a:cubicBezTo>
                    <a:pt x="409" y="1126"/>
                    <a:pt x="614" y="1229"/>
                    <a:pt x="785" y="1263"/>
                  </a:cubicBezTo>
                  <a:cubicBezTo>
                    <a:pt x="1126" y="1263"/>
                    <a:pt x="1433" y="1194"/>
                    <a:pt x="1740" y="1058"/>
                  </a:cubicBezTo>
                  <a:cubicBezTo>
                    <a:pt x="1911" y="990"/>
                    <a:pt x="2013" y="819"/>
                    <a:pt x="1979" y="648"/>
                  </a:cubicBezTo>
                  <a:cubicBezTo>
                    <a:pt x="1945" y="444"/>
                    <a:pt x="1774" y="273"/>
                    <a:pt x="1604" y="171"/>
                  </a:cubicBezTo>
                  <a:lnTo>
                    <a:pt x="1467" y="171"/>
                  </a:lnTo>
                  <a:cubicBezTo>
                    <a:pt x="1433" y="239"/>
                    <a:pt x="1433" y="307"/>
                    <a:pt x="1467" y="341"/>
                  </a:cubicBezTo>
                  <a:cubicBezTo>
                    <a:pt x="1501" y="410"/>
                    <a:pt x="1536" y="478"/>
                    <a:pt x="1604" y="512"/>
                  </a:cubicBezTo>
                  <a:cubicBezTo>
                    <a:pt x="1706" y="683"/>
                    <a:pt x="1706" y="751"/>
                    <a:pt x="1536" y="819"/>
                  </a:cubicBezTo>
                  <a:cubicBezTo>
                    <a:pt x="1365" y="887"/>
                    <a:pt x="1194" y="956"/>
                    <a:pt x="1024" y="990"/>
                  </a:cubicBezTo>
                  <a:cubicBezTo>
                    <a:pt x="970" y="1006"/>
                    <a:pt x="915" y="1014"/>
                    <a:pt x="862" y="1014"/>
                  </a:cubicBezTo>
                  <a:cubicBezTo>
                    <a:pt x="582" y="1014"/>
                    <a:pt x="336" y="799"/>
                    <a:pt x="307" y="512"/>
                  </a:cubicBezTo>
                  <a:cubicBezTo>
                    <a:pt x="307" y="410"/>
                    <a:pt x="307" y="307"/>
                    <a:pt x="307" y="205"/>
                  </a:cubicBezTo>
                  <a:cubicBezTo>
                    <a:pt x="341" y="171"/>
                    <a:pt x="341" y="137"/>
                    <a:pt x="341" y="102"/>
                  </a:cubicBezTo>
                  <a:cubicBezTo>
                    <a:pt x="307" y="68"/>
                    <a:pt x="307" y="34"/>
                    <a:pt x="273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8" name="Google Shape;2548;p14"/>
            <p:cNvSpPr/>
            <p:nvPr/>
          </p:nvSpPr>
          <p:spPr>
            <a:xfrm>
              <a:off x="3558240" y="2212560"/>
              <a:ext cx="7200" cy="565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56520"/>
                <a:gd name="textAreaBottom" fmla="*/ 56880 h 56520"/>
              </a:gdLst>
              <a:ahLst/>
              <a:cxnLst/>
              <a:rect l="textAreaLeft" t="textAreaTop" r="textAreaRight" b="textAreaBottom"/>
              <a:pathLst>
                <a:path w="404" h="3047">
                  <a:moveTo>
                    <a:pt x="83" y="0"/>
                  </a:moveTo>
                  <a:cubicBezTo>
                    <a:pt x="19" y="0"/>
                    <a:pt x="1" y="61"/>
                    <a:pt x="29" y="146"/>
                  </a:cubicBezTo>
                  <a:cubicBezTo>
                    <a:pt x="29" y="214"/>
                    <a:pt x="63" y="282"/>
                    <a:pt x="63" y="384"/>
                  </a:cubicBezTo>
                  <a:cubicBezTo>
                    <a:pt x="97" y="657"/>
                    <a:pt x="131" y="930"/>
                    <a:pt x="165" y="1238"/>
                  </a:cubicBezTo>
                  <a:cubicBezTo>
                    <a:pt x="165" y="1749"/>
                    <a:pt x="97" y="2295"/>
                    <a:pt x="97" y="2807"/>
                  </a:cubicBezTo>
                  <a:cubicBezTo>
                    <a:pt x="97" y="2875"/>
                    <a:pt x="97" y="2910"/>
                    <a:pt x="97" y="2978"/>
                  </a:cubicBezTo>
                  <a:cubicBezTo>
                    <a:pt x="131" y="3012"/>
                    <a:pt x="165" y="3046"/>
                    <a:pt x="199" y="3046"/>
                  </a:cubicBezTo>
                  <a:cubicBezTo>
                    <a:pt x="233" y="3046"/>
                    <a:pt x="267" y="3012"/>
                    <a:pt x="302" y="3012"/>
                  </a:cubicBezTo>
                  <a:cubicBezTo>
                    <a:pt x="336" y="2944"/>
                    <a:pt x="336" y="2875"/>
                    <a:pt x="370" y="2773"/>
                  </a:cubicBezTo>
                  <a:cubicBezTo>
                    <a:pt x="370" y="2193"/>
                    <a:pt x="404" y="1579"/>
                    <a:pt x="404" y="965"/>
                  </a:cubicBezTo>
                  <a:cubicBezTo>
                    <a:pt x="404" y="692"/>
                    <a:pt x="370" y="419"/>
                    <a:pt x="302" y="180"/>
                  </a:cubicBezTo>
                  <a:cubicBezTo>
                    <a:pt x="302" y="146"/>
                    <a:pt x="267" y="111"/>
                    <a:pt x="267" y="77"/>
                  </a:cubicBezTo>
                  <a:cubicBezTo>
                    <a:pt x="233" y="43"/>
                    <a:pt x="199" y="9"/>
                    <a:pt x="131" y="9"/>
                  </a:cubicBezTo>
                  <a:cubicBezTo>
                    <a:pt x="113" y="3"/>
                    <a:pt x="97" y="0"/>
                    <a:pt x="83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9" name="Google Shape;2549;p14"/>
            <p:cNvSpPr/>
            <p:nvPr/>
          </p:nvSpPr>
          <p:spPr>
            <a:xfrm>
              <a:off x="3465360" y="2280240"/>
              <a:ext cx="24480" cy="3852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1332" h="2089">
                  <a:moveTo>
                    <a:pt x="189" y="1"/>
                  </a:moveTo>
                  <a:cubicBezTo>
                    <a:pt x="171" y="1"/>
                    <a:pt x="154" y="4"/>
                    <a:pt x="137" y="9"/>
                  </a:cubicBezTo>
                  <a:cubicBezTo>
                    <a:pt x="69" y="9"/>
                    <a:pt x="35" y="78"/>
                    <a:pt x="35" y="112"/>
                  </a:cubicBezTo>
                  <a:cubicBezTo>
                    <a:pt x="1" y="146"/>
                    <a:pt x="69" y="214"/>
                    <a:pt x="103" y="214"/>
                  </a:cubicBezTo>
                  <a:cubicBezTo>
                    <a:pt x="239" y="248"/>
                    <a:pt x="342" y="350"/>
                    <a:pt x="444" y="453"/>
                  </a:cubicBezTo>
                  <a:cubicBezTo>
                    <a:pt x="649" y="692"/>
                    <a:pt x="819" y="999"/>
                    <a:pt x="956" y="1306"/>
                  </a:cubicBezTo>
                  <a:cubicBezTo>
                    <a:pt x="990" y="1408"/>
                    <a:pt x="990" y="1545"/>
                    <a:pt x="956" y="1647"/>
                  </a:cubicBezTo>
                  <a:cubicBezTo>
                    <a:pt x="898" y="1763"/>
                    <a:pt x="785" y="1825"/>
                    <a:pt x="673" y="1825"/>
                  </a:cubicBezTo>
                  <a:cubicBezTo>
                    <a:pt x="588" y="1825"/>
                    <a:pt x="503" y="1789"/>
                    <a:pt x="444" y="1715"/>
                  </a:cubicBezTo>
                  <a:cubicBezTo>
                    <a:pt x="444" y="1681"/>
                    <a:pt x="410" y="1647"/>
                    <a:pt x="376" y="1647"/>
                  </a:cubicBezTo>
                  <a:lnTo>
                    <a:pt x="274" y="1647"/>
                  </a:lnTo>
                  <a:cubicBezTo>
                    <a:pt x="239" y="1681"/>
                    <a:pt x="205" y="1715"/>
                    <a:pt x="205" y="1750"/>
                  </a:cubicBezTo>
                  <a:cubicBezTo>
                    <a:pt x="239" y="1818"/>
                    <a:pt x="239" y="1852"/>
                    <a:pt x="274" y="1886"/>
                  </a:cubicBezTo>
                  <a:cubicBezTo>
                    <a:pt x="369" y="2029"/>
                    <a:pt x="530" y="2089"/>
                    <a:pt x="700" y="2089"/>
                  </a:cubicBezTo>
                  <a:cubicBezTo>
                    <a:pt x="774" y="2089"/>
                    <a:pt x="850" y="2077"/>
                    <a:pt x="922" y="2057"/>
                  </a:cubicBezTo>
                  <a:cubicBezTo>
                    <a:pt x="1195" y="1920"/>
                    <a:pt x="1331" y="1613"/>
                    <a:pt x="1229" y="1340"/>
                  </a:cubicBezTo>
                  <a:cubicBezTo>
                    <a:pt x="1092" y="931"/>
                    <a:pt x="854" y="555"/>
                    <a:pt x="546" y="214"/>
                  </a:cubicBezTo>
                  <a:cubicBezTo>
                    <a:pt x="376" y="72"/>
                    <a:pt x="276" y="1"/>
                    <a:pt x="189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0" name="Google Shape;2550;p14"/>
            <p:cNvSpPr/>
            <p:nvPr/>
          </p:nvSpPr>
          <p:spPr>
            <a:xfrm>
              <a:off x="3242880" y="2311560"/>
              <a:ext cx="38520" cy="471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2082" h="2554">
                  <a:moveTo>
                    <a:pt x="35" y="0"/>
                  </a:moveTo>
                  <a:cubicBezTo>
                    <a:pt x="35" y="69"/>
                    <a:pt x="0" y="137"/>
                    <a:pt x="0" y="171"/>
                  </a:cubicBezTo>
                  <a:cubicBezTo>
                    <a:pt x="0" y="239"/>
                    <a:pt x="69" y="307"/>
                    <a:pt x="103" y="376"/>
                  </a:cubicBezTo>
                  <a:cubicBezTo>
                    <a:pt x="376" y="717"/>
                    <a:pt x="581" y="1058"/>
                    <a:pt x="888" y="1399"/>
                  </a:cubicBezTo>
                  <a:cubicBezTo>
                    <a:pt x="1161" y="1775"/>
                    <a:pt x="1468" y="2116"/>
                    <a:pt x="1775" y="2457"/>
                  </a:cubicBezTo>
                  <a:cubicBezTo>
                    <a:pt x="1847" y="2505"/>
                    <a:pt x="1886" y="2554"/>
                    <a:pt x="1926" y="2554"/>
                  </a:cubicBezTo>
                  <a:cubicBezTo>
                    <a:pt x="1943" y="2554"/>
                    <a:pt x="1960" y="2545"/>
                    <a:pt x="1980" y="2525"/>
                  </a:cubicBezTo>
                  <a:cubicBezTo>
                    <a:pt x="2048" y="2457"/>
                    <a:pt x="2082" y="2457"/>
                    <a:pt x="1980" y="2321"/>
                  </a:cubicBezTo>
                  <a:cubicBezTo>
                    <a:pt x="1877" y="2184"/>
                    <a:pt x="1775" y="2048"/>
                    <a:pt x="1672" y="1945"/>
                  </a:cubicBezTo>
                  <a:cubicBezTo>
                    <a:pt x="1229" y="1399"/>
                    <a:pt x="785" y="853"/>
                    <a:pt x="342" y="307"/>
                  </a:cubicBezTo>
                  <a:cubicBezTo>
                    <a:pt x="273" y="239"/>
                    <a:pt x="273" y="137"/>
                    <a:pt x="205" y="69"/>
                  </a:cubicBezTo>
                  <a:cubicBezTo>
                    <a:pt x="137" y="34"/>
                    <a:pt x="103" y="34"/>
                    <a:pt x="35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1" name="Google Shape;2551;p14"/>
            <p:cNvSpPr/>
            <p:nvPr/>
          </p:nvSpPr>
          <p:spPr>
            <a:xfrm>
              <a:off x="3509280" y="2318040"/>
              <a:ext cx="37800" cy="39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2048" h="2159">
                  <a:moveTo>
                    <a:pt x="1877" y="1"/>
                  </a:moveTo>
                  <a:cubicBezTo>
                    <a:pt x="1706" y="1"/>
                    <a:pt x="1706" y="103"/>
                    <a:pt x="1706" y="205"/>
                  </a:cubicBezTo>
                  <a:cubicBezTo>
                    <a:pt x="1672" y="444"/>
                    <a:pt x="1536" y="649"/>
                    <a:pt x="1365" y="854"/>
                  </a:cubicBezTo>
                  <a:cubicBezTo>
                    <a:pt x="1024" y="1229"/>
                    <a:pt x="614" y="1570"/>
                    <a:pt x="171" y="1877"/>
                  </a:cubicBezTo>
                  <a:cubicBezTo>
                    <a:pt x="102" y="1911"/>
                    <a:pt x="0" y="1980"/>
                    <a:pt x="34" y="2082"/>
                  </a:cubicBezTo>
                  <a:cubicBezTo>
                    <a:pt x="51" y="2133"/>
                    <a:pt x="85" y="2159"/>
                    <a:pt x="132" y="2159"/>
                  </a:cubicBezTo>
                  <a:cubicBezTo>
                    <a:pt x="179" y="2159"/>
                    <a:pt x="239" y="2133"/>
                    <a:pt x="307" y="2082"/>
                  </a:cubicBezTo>
                  <a:cubicBezTo>
                    <a:pt x="648" y="1843"/>
                    <a:pt x="990" y="1570"/>
                    <a:pt x="1331" y="1331"/>
                  </a:cubicBezTo>
                  <a:lnTo>
                    <a:pt x="1297" y="1297"/>
                  </a:lnTo>
                  <a:cubicBezTo>
                    <a:pt x="1399" y="1195"/>
                    <a:pt x="1536" y="1092"/>
                    <a:pt x="1638" y="956"/>
                  </a:cubicBezTo>
                  <a:cubicBezTo>
                    <a:pt x="1809" y="785"/>
                    <a:pt x="1945" y="512"/>
                    <a:pt x="1979" y="239"/>
                  </a:cubicBezTo>
                  <a:cubicBezTo>
                    <a:pt x="1979" y="103"/>
                    <a:pt x="2047" y="35"/>
                    <a:pt x="1877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2" name="Google Shape;2552;p14"/>
            <p:cNvSpPr/>
            <p:nvPr/>
          </p:nvSpPr>
          <p:spPr>
            <a:xfrm>
              <a:off x="3302640" y="2378160"/>
              <a:ext cx="49320" cy="2736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2662" h="1488">
                  <a:moveTo>
                    <a:pt x="149" y="0"/>
                  </a:moveTo>
                  <a:cubicBezTo>
                    <a:pt x="122" y="0"/>
                    <a:pt x="95" y="14"/>
                    <a:pt x="68" y="54"/>
                  </a:cubicBezTo>
                  <a:cubicBezTo>
                    <a:pt x="0" y="123"/>
                    <a:pt x="68" y="191"/>
                    <a:pt x="137" y="259"/>
                  </a:cubicBezTo>
                  <a:lnTo>
                    <a:pt x="307" y="361"/>
                  </a:lnTo>
                  <a:lnTo>
                    <a:pt x="273" y="396"/>
                  </a:lnTo>
                  <a:cubicBezTo>
                    <a:pt x="751" y="703"/>
                    <a:pt x="1228" y="1010"/>
                    <a:pt x="1706" y="1283"/>
                  </a:cubicBezTo>
                  <a:cubicBezTo>
                    <a:pt x="1911" y="1419"/>
                    <a:pt x="2150" y="1488"/>
                    <a:pt x="2423" y="1488"/>
                  </a:cubicBezTo>
                  <a:cubicBezTo>
                    <a:pt x="2491" y="1488"/>
                    <a:pt x="2559" y="1488"/>
                    <a:pt x="2593" y="1453"/>
                  </a:cubicBezTo>
                  <a:cubicBezTo>
                    <a:pt x="2628" y="1453"/>
                    <a:pt x="2662" y="1419"/>
                    <a:pt x="2662" y="1351"/>
                  </a:cubicBezTo>
                  <a:cubicBezTo>
                    <a:pt x="2662" y="1317"/>
                    <a:pt x="2628" y="1249"/>
                    <a:pt x="2593" y="1249"/>
                  </a:cubicBezTo>
                  <a:lnTo>
                    <a:pt x="2491" y="1249"/>
                  </a:lnTo>
                  <a:cubicBezTo>
                    <a:pt x="2184" y="1249"/>
                    <a:pt x="1911" y="1146"/>
                    <a:pt x="1672" y="1010"/>
                  </a:cubicBezTo>
                  <a:cubicBezTo>
                    <a:pt x="1365" y="805"/>
                    <a:pt x="1058" y="600"/>
                    <a:pt x="751" y="396"/>
                  </a:cubicBezTo>
                  <a:cubicBezTo>
                    <a:pt x="580" y="293"/>
                    <a:pt x="444" y="191"/>
                    <a:pt x="273" y="54"/>
                  </a:cubicBezTo>
                  <a:cubicBezTo>
                    <a:pt x="232" y="34"/>
                    <a:pt x="190" y="0"/>
                    <a:pt x="149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3" name="Google Shape;2553;p14"/>
            <p:cNvSpPr/>
            <p:nvPr/>
          </p:nvSpPr>
          <p:spPr>
            <a:xfrm>
              <a:off x="3339720" y="2275560"/>
              <a:ext cx="20160" cy="198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093" h="1081">
                  <a:moveTo>
                    <a:pt x="273" y="0"/>
                  </a:moveTo>
                  <a:cubicBezTo>
                    <a:pt x="239" y="17"/>
                    <a:pt x="205" y="17"/>
                    <a:pt x="175" y="17"/>
                  </a:cubicBezTo>
                  <a:cubicBezTo>
                    <a:pt x="145" y="17"/>
                    <a:pt x="120" y="17"/>
                    <a:pt x="103" y="34"/>
                  </a:cubicBezTo>
                  <a:cubicBezTo>
                    <a:pt x="34" y="103"/>
                    <a:pt x="0" y="171"/>
                    <a:pt x="0" y="273"/>
                  </a:cubicBezTo>
                  <a:cubicBezTo>
                    <a:pt x="0" y="444"/>
                    <a:pt x="34" y="580"/>
                    <a:pt x="68" y="751"/>
                  </a:cubicBezTo>
                  <a:cubicBezTo>
                    <a:pt x="127" y="967"/>
                    <a:pt x="321" y="1081"/>
                    <a:pt x="514" y="1081"/>
                  </a:cubicBezTo>
                  <a:cubicBezTo>
                    <a:pt x="657" y="1081"/>
                    <a:pt x="800" y="1018"/>
                    <a:pt x="887" y="887"/>
                  </a:cubicBezTo>
                  <a:cubicBezTo>
                    <a:pt x="1024" y="751"/>
                    <a:pt x="1092" y="546"/>
                    <a:pt x="1024" y="342"/>
                  </a:cubicBezTo>
                  <a:cubicBezTo>
                    <a:pt x="990" y="205"/>
                    <a:pt x="853" y="103"/>
                    <a:pt x="717" y="103"/>
                  </a:cubicBezTo>
                  <a:cubicBezTo>
                    <a:pt x="649" y="103"/>
                    <a:pt x="580" y="137"/>
                    <a:pt x="546" y="171"/>
                  </a:cubicBezTo>
                  <a:cubicBezTo>
                    <a:pt x="512" y="239"/>
                    <a:pt x="546" y="273"/>
                    <a:pt x="649" y="342"/>
                  </a:cubicBezTo>
                  <a:cubicBezTo>
                    <a:pt x="751" y="410"/>
                    <a:pt x="819" y="478"/>
                    <a:pt x="751" y="580"/>
                  </a:cubicBezTo>
                  <a:cubicBezTo>
                    <a:pt x="751" y="649"/>
                    <a:pt x="717" y="683"/>
                    <a:pt x="683" y="717"/>
                  </a:cubicBezTo>
                  <a:cubicBezTo>
                    <a:pt x="609" y="791"/>
                    <a:pt x="548" y="826"/>
                    <a:pt x="494" y="826"/>
                  </a:cubicBezTo>
                  <a:cubicBezTo>
                    <a:pt x="424" y="826"/>
                    <a:pt x="365" y="765"/>
                    <a:pt x="307" y="649"/>
                  </a:cubicBezTo>
                  <a:cubicBezTo>
                    <a:pt x="239" y="512"/>
                    <a:pt x="239" y="307"/>
                    <a:pt x="307" y="171"/>
                  </a:cubicBezTo>
                  <a:cubicBezTo>
                    <a:pt x="341" y="137"/>
                    <a:pt x="273" y="69"/>
                    <a:pt x="273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4" name="Google Shape;2554;p14"/>
            <p:cNvSpPr/>
            <p:nvPr/>
          </p:nvSpPr>
          <p:spPr>
            <a:xfrm>
              <a:off x="3419640" y="2391120"/>
              <a:ext cx="41760" cy="1188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2253" h="650">
                  <a:moveTo>
                    <a:pt x="2116" y="1"/>
                  </a:moveTo>
                  <a:cubicBezTo>
                    <a:pt x="2048" y="1"/>
                    <a:pt x="1980" y="1"/>
                    <a:pt x="1946" y="35"/>
                  </a:cubicBezTo>
                  <a:cubicBezTo>
                    <a:pt x="1331" y="205"/>
                    <a:pt x="751" y="342"/>
                    <a:pt x="137" y="410"/>
                  </a:cubicBezTo>
                  <a:cubicBezTo>
                    <a:pt x="103" y="410"/>
                    <a:pt x="35" y="444"/>
                    <a:pt x="1" y="444"/>
                  </a:cubicBezTo>
                  <a:cubicBezTo>
                    <a:pt x="1" y="478"/>
                    <a:pt x="1" y="513"/>
                    <a:pt x="1" y="547"/>
                  </a:cubicBezTo>
                  <a:cubicBezTo>
                    <a:pt x="1" y="581"/>
                    <a:pt x="35" y="615"/>
                    <a:pt x="103" y="649"/>
                  </a:cubicBezTo>
                  <a:lnTo>
                    <a:pt x="308" y="649"/>
                  </a:lnTo>
                  <a:cubicBezTo>
                    <a:pt x="922" y="547"/>
                    <a:pt x="1502" y="444"/>
                    <a:pt x="2116" y="240"/>
                  </a:cubicBezTo>
                  <a:cubicBezTo>
                    <a:pt x="2150" y="240"/>
                    <a:pt x="2185" y="240"/>
                    <a:pt x="2185" y="205"/>
                  </a:cubicBezTo>
                  <a:cubicBezTo>
                    <a:pt x="2219" y="171"/>
                    <a:pt x="2253" y="103"/>
                    <a:pt x="2253" y="69"/>
                  </a:cubicBezTo>
                  <a:cubicBezTo>
                    <a:pt x="2253" y="35"/>
                    <a:pt x="2185" y="1"/>
                    <a:pt x="2116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5" name="Google Shape;2555;p14"/>
            <p:cNvSpPr/>
            <p:nvPr/>
          </p:nvSpPr>
          <p:spPr>
            <a:xfrm>
              <a:off x="3468600" y="2236320"/>
              <a:ext cx="20520" cy="180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1127" h="978">
                  <a:moveTo>
                    <a:pt x="525" y="1"/>
                  </a:moveTo>
                  <a:cubicBezTo>
                    <a:pt x="322" y="1"/>
                    <a:pt x="125" y="107"/>
                    <a:pt x="34" y="289"/>
                  </a:cubicBezTo>
                  <a:cubicBezTo>
                    <a:pt x="0" y="323"/>
                    <a:pt x="34" y="391"/>
                    <a:pt x="34" y="459"/>
                  </a:cubicBezTo>
                  <a:cubicBezTo>
                    <a:pt x="103" y="459"/>
                    <a:pt x="171" y="425"/>
                    <a:pt x="205" y="425"/>
                  </a:cubicBezTo>
                  <a:cubicBezTo>
                    <a:pt x="273" y="391"/>
                    <a:pt x="307" y="323"/>
                    <a:pt x="341" y="289"/>
                  </a:cubicBezTo>
                  <a:cubicBezTo>
                    <a:pt x="387" y="258"/>
                    <a:pt x="447" y="241"/>
                    <a:pt x="508" y="241"/>
                  </a:cubicBezTo>
                  <a:cubicBezTo>
                    <a:pt x="583" y="241"/>
                    <a:pt x="660" y="267"/>
                    <a:pt x="717" y="323"/>
                  </a:cubicBezTo>
                  <a:cubicBezTo>
                    <a:pt x="819" y="425"/>
                    <a:pt x="853" y="596"/>
                    <a:pt x="785" y="732"/>
                  </a:cubicBezTo>
                  <a:lnTo>
                    <a:pt x="512" y="630"/>
                  </a:lnTo>
                  <a:cubicBezTo>
                    <a:pt x="478" y="630"/>
                    <a:pt x="444" y="621"/>
                    <a:pt x="414" y="621"/>
                  </a:cubicBezTo>
                  <a:cubicBezTo>
                    <a:pt x="384" y="621"/>
                    <a:pt x="358" y="630"/>
                    <a:pt x="341" y="664"/>
                  </a:cubicBezTo>
                  <a:cubicBezTo>
                    <a:pt x="341" y="732"/>
                    <a:pt x="341" y="801"/>
                    <a:pt x="410" y="835"/>
                  </a:cubicBezTo>
                  <a:cubicBezTo>
                    <a:pt x="512" y="903"/>
                    <a:pt x="614" y="937"/>
                    <a:pt x="751" y="971"/>
                  </a:cubicBezTo>
                  <a:cubicBezTo>
                    <a:pt x="768" y="976"/>
                    <a:pt x="787" y="978"/>
                    <a:pt x="805" y="978"/>
                  </a:cubicBezTo>
                  <a:cubicBezTo>
                    <a:pt x="929" y="978"/>
                    <a:pt x="1062" y="881"/>
                    <a:pt x="1092" y="732"/>
                  </a:cubicBezTo>
                  <a:cubicBezTo>
                    <a:pt x="1126" y="493"/>
                    <a:pt x="1024" y="221"/>
                    <a:pt x="819" y="84"/>
                  </a:cubicBezTo>
                  <a:cubicBezTo>
                    <a:pt x="728" y="27"/>
                    <a:pt x="626" y="1"/>
                    <a:pt x="525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6" name="Google Shape;2556;p14"/>
            <p:cNvSpPr/>
            <p:nvPr/>
          </p:nvSpPr>
          <p:spPr>
            <a:xfrm>
              <a:off x="3340080" y="2347920"/>
              <a:ext cx="16200" cy="1980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888" h="1087">
                  <a:moveTo>
                    <a:pt x="342" y="0"/>
                  </a:moveTo>
                  <a:cubicBezTo>
                    <a:pt x="273" y="0"/>
                    <a:pt x="171" y="34"/>
                    <a:pt x="171" y="103"/>
                  </a:cubicBezTo>
                  <a:cubicBezTo>
                    <a:pt x="137" y="205"/>
                    <a:pt x="239" y="239"/>
                    <a:pt x="307" y="239"/>
                  </a:cubicBezTo>
                  <a:cubicBezTo>
                    <a:pt x="444" y="273"/>
                    <a:pt x="546" y="376"/>
                    <a:pt x="546" y="478"/>
                  </a:cubicBezTo>
                  <a:cubicBezTo>
                    <a:pt x="580" y="580"/>
                    <a:pt x="580" y="683"/>
                    <a:pt x="580" y="819"/>
                  </a:cubicBezTo>
                  <a:cubicBezTo>
                    <a:pt x="376" y="819"/>
                    <a:pt x="342" y="751"/>
                    <a:pt x="307" y="683"/>
                  </a:cubicBezTo>
                  <a:cubicBezTo>
                    <a:pt x="273" y="615"/>
                    <a:pt x="273" y="512"/>
                    <a:pt x="239" y="478"/>
                  </a:cubicBezTo>
                  <a:cubicBezTo>
                    <a:pt x="239" y="410"/>
                    <a:pt x="171" y="376"/>
                    <a:pt x="137" y="342"/>
                  </a:cubicBezTo>
                  <a:cubicBezTo>
                    <a:pt x="69" y="376"/>
                    <a:pt x="0" y="410"/>
                    <a:pt x="0" y="478"/>
                  </a:cubicBezTo>
                  <a:cubicBezTo>
                    <a:pt x="0" y="683"/>
                    <a:pt x="103" y="922"/>
                    <a:pt x="307" y="1024"/>
                  </a:cubicBezTo>
                  <a:cubicBezTo>
                    <a:pt x="361" y="1067"/>
                    <a:pt x="425" y="1086"/>
                    <a:pt x="489" y="1086"/>
                  </a:cubicBezTo>
                  <a:cubicBezTo>
                    <a:pt x="629" y="1086"/>
                    <a:pt x="772" y="994"/>
                    <a:pt x="819" y="853"/>
                  </a:cubicBezTo>
                  <a:cubicBezTo>
                    <a:pt x="887" y="649"/>
                    <a:pt x="853" y="410"/>
                    <a:pt x="717" y="205"/>
                  </a:cubicBezTo>
                  <a:cubicBezTo>
                    <a:pt x="649" y="103"/>
                    <a:pt x="512" y="0"/>
                    <a:pt x="342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7" name="Google Shape;2557;p14"/>
            <p:cNvSpPr/>
            <p:nvPr/>
          </p:nvSpPr>
          <p:spPr>
            <a:xfrm>
              <a:off x="3264480" y="2212560"/>
              <a:ext cx="30960" cy="129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673" h="709">
                  <a:moveTo>
                    <a:pt x="512" y="0"/>
                  </a:moveTo>
                  <a:cubicBezTo>
                    <a:pt x="308" y="34"/>
                    <a:pt x="137" y="137"/>
                    <a:pt x="69" y="341"/>
                  </a:cubicBezTo>
                  <a:cubicBezTo>
                    <a:pt x="35" y="478"/>
                    <a:pt x="1" y="546"/>
                    <a:pt x="137" y="580"/>
                  </a:cubicBezTo>
                  <a:cubicBezTo>
                    <a:pt x="168" y="596"/>
                    <a:pt x="192" y="602"/>
                    <a:pt x="211" y="602"/>
                  </a:cubicBezTo>
                  <a:cubicBezTo>
                    <a:pt x="275" y="602"/>
                    <a:pt x="281" y="523"/>
                    <a:pt x="308" y="444"/>
                  </a:cubicBezTo>
                  <a:cubicBezTo>
                    <a:pt x="342" y="307"/>
                    <a:pt x="478" y="239"/>
                    <a:pt x="615" y="239"/>
                  </a:cubicBezTo>
                  <a:cubicBezTo>
                    <a:pt x="820" y="273"/>
                    <a:pt x="1058" y="307"/>
                    <a:pt x="1263" y="444"/>
                  </a:cubicBezTo>
                  <a:cubicBezTo>
                    <a:pt x="1263" y="444"/>
                    <a:pt x="1263" y="478"/>
                    <a:pt x="1263" y="478"/>
                  </a:cubicBezTo>
                  <a:cubicBezTo>
                    <a:pt x="1195" y="546"/>
                    <a:pt x="1161" y="614"/>
                    <a:pt x="1263" y="683"/>
                  </a:cubicBezTo>
                  <a:cubicBezTo>
                    <a:pt x="1297" y="700"/>
                    <a:pt x="1331" y="708"/>
                    <a:pt x="1366" y="708"/>
                  </a:cubicBezTo>
                  <a:cubicBezTo>
                    <a:pt x="1400" y="708"/>
                    <a:pt x="1434" y="700"/>
                    <a:pt x="1468" y="683"/>
                  </a:cubicBezTo>
                  <a:cubicBezTo>
                    <a:pt x="1673" y="580"/>
                    <a:pt x="1673" y="375"/>
                    <a:pt x="1468" y="239"/>
                  </a:cubicBezTo>
                  <a:cubicBezTo>
                    <a:pt x="1161" y="68"/>
                    <a:pt x="820" y="0"/>
                    <a:pt x="512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8" name="Google Shape;2558;p14"/>
            <p:cNvSpPr/>
            <p:nvPr/>
          </p:nvSpPr>
          <p:spPr>
            <a:xfrm>
              <a:off x="3497760" y="2102400"/>
              <a:ext cx="27720" cy="223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1503" h="1215">
                  <a:moveTo>
                    <a:pt x="107" y="1"/>
                  </a:moveTo>
                  <a:cubicBezTo>
                    <a:pt x="83" y="1"/>
                    <a:pt x="59" y="25"/>
                    <a:pt x="35" y="49"/>
                  </a:cubicBezTo>
                  <a:cubicBezTo>
                    <a:pt x="1" y="83"/>
                    <a:pt x="1" y="117"/>
                    <a:pt x="35" y="151"/>
                  </a:cubicBezTo>
                  <a:cubicBezTo>
                    <a:pt x="69" y="185"/>
                    <a:pt x="103" y="220"/>
                    <a:pt x="171" y="254"/>
                  </a:cubicBezTo>
                  <a:lnTo>
                    <a:pt x="615" y="629"/>
                  </a:lnTo>
                  <a:lnTo>
                    <a:pt x="581" y="629"/>
                  </a:lnTo>
                  <a:lnTo>
                    <a:pt x="990" y="1004"/>
                  </a:lnTo>
                  <a:cubicBezTo>
                    <a:pt x="1093" y="1073"/>
                    <a:pt x="1161" y="1141"/>
                    <a:pt x="1229" y="1175"/>
                  </a:cubicBezTo>
                  <a:cubicBezTo>
                    <a:pt x="1269" y="1195"/>
                    <a:pt x="1308" y="1214"/>
                    <a:pt x="1347" y="1214"/>
                  </a:cubicBezTo>
                  <a:cubicBezTo>
                    <a:pt x="1376" y="1214"/>
                    <a:pt x="1405" y="1204"/>
                    <a:pt x="1434" y="1175"/>
                  </a:cubicBezTo>
                  <a:cubicBezTo>
                    <a:pt x="1502" y="1107"/>
                    <a:pt x="1434" y="1038"/>
                    <a:pt x="1400" y="970"/>
                  </a:cubicBezTo>
                  <a:cubicBezTo>
                    <a:pt x="1024" y="697"/>
                    <a:pt x="683" y="390"/>
                    <a:pt x="308" y="83"/>
                  </a:cubicBezTo>
                  <a:cubicBezTo>
                    <a:pt x="274" y="49"/>
                    <a:pt x="206" y="15"/>
                    <a:pt x="137" y="15"/>
                  </a:cubicBezTo>
                  <a:cubicBezTo>
                    <a:pt x="127" y="5"/>
                    <a:pt x="117" y="1"/>
                    <a:pt x="107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9" name="Google Shape;2559;p14"/>
            <p:cNvSpPr/>
            <p:nvPr/>
          </p:nvSpPr>
          <p:spPr>
            <a:xfrm>
              <a:off x="3493440" y="2153520"/>
              <a:ext cx="20520" cy="169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1127" h="928">
                  <a:moveTo>
                    <a:pt x="342" y="1"/>
                  </a:moveTo>
                  <a:cubicBezTo>
                    <a:pt x="137" y="1"/>
                    <a:pt x="1" y="205"/>
                    <a:pt x="103" y="376"/>
                  </a:cubicBezTo>
                  <a:cubicBezTo>
                    <a:pt x="137" y="410"/>
                    <a:pt x="172" y="444"/>
                    <a:pt x="240" y="444"/>
                  </a:cubicBezTo>
                  <a:cubicBezTo>
                    <a:pt x="252" y="450"/>
                    <a:pt x="264" y="453"/>
                    <a:pt x="274" y="453"/>
                  </a:cubicBezTo>
                  <a:cubicBezTo>
                    <a:pt x="319" y="453"/>
                    <a:pt x="342" y="398"/>
                    <a:pt x="342" y="342"/>
                  </a:cubicBezTo>
                  <a:cubicBezTo>
                    <a:pt x="342" y="308"/>
                    <a:pt x="342" y="274"/>
                    <a:pt x="342" y="239"/>
                  </a:cubicBezTo>
                  <a:cubicBezTo>
                    <a:pt x="547" y="274"/>
                    <a:pt x="752" y="410"/>
                    <a:pt x="854" y="615"/>
                  </a:cubicBezTo>
                  <a:lnTo>
                    <a:pt x="786" y="683"/>
                  </a:lnTo>
                  <a:cubicBezTo>
                    <a:pt x="718" y="751"/>
                    <a:pt x="718" y="820"/>
                    <a:pt x="786" y="888"/>
                  </a:cubicBezTo>
                  <a:cubicBezTo>
                    <a:pt x="815" y="917"/>
                    <a:pt x="843" y="927"/>
                    <a:pt x="872" y="927"/>
                  </a:cubicBezTo>
                  <a:cubicBezTo>
                    <a:pt x="912" y="927"/>
                    <a:pt x="951" y="908"/>
                    <a:pt x="991" y="888"/>
                  </a:cubicBezTo>
                  <a:cubicBezTo>
                    <a:pt x="1093" y="820"/>
                    <a:pt x="1127" y="683"/>
                    <a:pt x="1127" y="547"/>
                  </a:cubicBezTo>
                  <a:cubicBezTo>
                    <a:pt x="956" y="239"/>
                    <a:pt x="683" y="35"/>
                    <a:pt x="342" y="1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0" name="Google Shape;2560;p14"/>
            <p:cNvSpPr/>
            <p:nvPr/>
          </p:nvSpPr>
          <p:spPr>
            <a:xfrm>
              <a:off x="3540240" y="2156760"/>
              <a:ext cx="11160" cy="2916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15" h="1587">
                  <a:moveTo>
                    <a:pt x="68" y="0"/>
                  </a:moveTo>
                  <a:cubicBezTo>
                    <a:pt x="34" y="34"/>
                    <a:pt x="0" y="68"/>
                    <a:pt x="0" y="103"/>
                  </a:cubicBezTo>
                  <a:cubicBezTo>
                    <a:pt x="0" y="171"/>
                    <a:pt x="34" y="239"/>
                    <a:pt x="68" y="273"/>
                  </a:cubicBezTo>
                  <a:cubicBezTo>
                    <a:pt x="205" y="649"/>
                    <a:pt x="307" y="1024"/>
                    <a:pt x="341" y="1433"/>
                  </a:cubicBezTo>
                  <a:cubicBezTo>
                    <a:pt x="341" y="1468"/>
                    <a:pt x="375" y="1502"/>
                    <a:pt x="375" y="1536"/>
                  </a:cubicBezTo>
                  <a:cubicBezTo>
                    <a:pt x="410" y="1570"/>
                    <a:pt x="452" y="1587"/>
                    <a:pt x="491" y="1587"/>
                  </a:cubicBezTo>
                  <a:cubicBezTo>
                    <a:pt x="529" y="1587"/>
                    <a:pt x="563" y="1570"/>
                    <a:pt x="580" y="1536"/>
                  </a:cubicBezTo>
                  <a:cubicBezTo>
                    <a:pt x="580" y="1502"/>
                    <a:pt x="614" y="1468"/>
                    <a:pt x="614" y="1433"/>
                  </a:cubicBezTo>
                  <a:cubicBezTo>
                    <a:pt x="614" y="1331"/>
                    <a:pt x="614" y="1195"/>
                    <a:pt x="580" y="1092"/>
                  </a:cubicBezTo>
                  <a:cubicBezTo>
                    <a:pt x="478" y="751"/>
                    <a:pt x="375" y="444"/>
                    <a:pt x="273" y="137"/>
                  </a:cubicBezTo>
                  <a:cubicBezTo>
                    <a:pt x="239" y="103"/>
                    <a:pt x="239" y="68"/>
                    <a:pt x="205" y="34"/>
                  </a:cubicBezTo>
                  <a:cubicBezTo>
                    <a:pt x="171" y="34"/>
                    <a:pt x="137" y="0"/>
                    <a:pt x="68" y="0"/>
                  </a:cubicBezTo>
                  <a:close/>
                </a:path>
              </a:pathLst>
            </a:custGeom>
            <a:solidFill>
              <a:srgbClr val="3A4EB4"/>
            </a:solidFill>
            <a:ln w="2550">
              <a:solidFill>
                <a:srgbClr val="3A4EB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81" name="Google Shape;2561;p14"/>
          <p:cNvSpPr/>
          <p:nvPr/>
        </p:nvSpPr>
        <p:spPr>
          <a:xfrm>
            <a:off x="2348640" y="1805040"/>
            <a:ext cx="34560" cy="45360"/>
          </a:xfrm>
          <a:custGeom>
            <a:avLst/>
            <a:gdLst>
              <a:gd name="textAreaLeft" fmla="*/ 0 w 34560"/>
              <a:gd name="textAreaRight" fmla="*/ 34920 w 3456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1878" h="2461">
                <a:moveTo>
                  <a:pt x="1624" y="1"/>
                </a:moveTo>
                <a:cubicBezTo>
                  <a:pt x="1564" y="1"/>
                  <a:pt x="1516" y="25"/>
                  <a:pt x="1468" y="49"/>
                </a:cubicBezTo>
                <a:cubicBezTo>
                  <a:pt x="1399" y="117"/>
                  <a:pt x="1331" y="186"/>
                  <a:pt x="1297" y="254"/>
                </a:cubicBezTo>
                <a:cubicBezTo>
                  <a:pt x="888" y="868"/>
                  <a:pt x="478" y="1448"/>
                  <a:pt x="69" y="2062"/>
                </a:cubicBezTo>
                <a:cubicBezTo>
                  <a:pt x="0" y="2165"/>
                  <a:pt x="0" y="2301"/>
                  <a:pt x="69" y="2404"/>
                </a:cubicBezTo>
                <a:cubicBezTo>
                  <a:pt x="129" y="2444"/>
                  <a:pt x="189" y="2460"/>
                  <a:pt x="255" y="2460"/>
                </a:cubicBezTo>
                <a:cubicBezTo>
                  <a:pt x="303" y="2460"/>
                  <a:pt x="353" y="2452"/>
                  <a:pt x="410" y="2438"/>
                </a:cubicBezTo>
                <a:cubicBezTo>
                  <a:pt x="546" y="2335"/>
                  <a:pt x="683" y="2233"/>
                  <a:pt x="785" y="2097"/>
                </a:cubicBezTo>
                <a:cubicBezTo>
                  <a:pt x="1126" y="1585"/>
                  <a:pt x="1434" y="1039"/>
                  <a:pt x="1741" y="493"/>
                </a:cubicBezTo>
                <a:cubicBezTo>
                  <a:pt x="1809" y="425"/>
                  <a:pt x="1843" y="322"/>
                  <a:pt x="1877" y="220"/>
                </a:cubicBezTo>
                <a:cubicBezTo>
                  <a:pt x="1809" y="152"/>
                  <a:pt x="1775" y="49"/>
                  <a:pt x="1707" y="15"/>
                </a:cubicBezTo>
                <a:cubicBezTo>
                  <a:pt x="1677" y="5"/>
                  <a:pt x="1649" y="1"/>
                  <a:pt x="162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82" name="Google Shape;2562;p14"/>
          <p:cNvSpPr/>
          <p:nvPr/>
        </p:nvSpPr>
        <p:spPr>
          <a:xfrm>
            <a:off x="866880" y="1836000"/>
            <a:ext cx="35280" cy="31320"/>
          </a:xfrm>
          <a:custGeom>
            <a:avLst/>
            <a:gdLst>
              <a:gd name="textAreaLeft" fmla="*/ 0 w 35280"/>
              <a:gd name="textAreaRight" fmla="*/ 35640 w 3528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83" name="Google Shape;2563;p14"/>
          <p:cNvSpPr/>
          <p:nvPr/>
        </p:nvSpPr>
        <p:spPr>
          <a:xfrm>
            <a:off x="230040" y="1844280"/>
            <a:ext cx="32760" cy="30600"/>
          </a:xfrm>
          <a:custGeom>
            <a:avLst/>
            <a:gdLst>
              <a:gd name="textAreaLeft" fmla="*/ 0 w 32760"/>
              <a:gd name="textAreaRight" fmla="*/ 33120 w 3276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84" name="Google Shape;2564;p14"/>
          <p:cNvGrpSpPr/>
          <p:nvPr/>
        </p:nvGrpSpPr>
        <p:grpSpPr>
          <a:xfrm>
            <a:off x="160920" y="1420200"/>
            <a:ext cx="811800" cy="638280"/>
            <a:chOff x="160920" y="1420200"/>
            <a:chExt cx="811800" cy="638280"/>
          </a:xfrm>
        </p:grpSpPr>
        <p:sp>
          <p:nvSpPr>
            <p:cNvPr id="1885" name="Google Shape;2565;p14"/>
            <p:cNvSpPr/>
            <p:nvPr/>
          </p:nvSpPr>
          <p:spPr>
            <a:xfrm>
              <a:off x="160920" y="1420200"/>
              <a:ext cx="811800" cy="638280"/>
            </a:xfrm>
            <a:custGeom>
              <a:avLst/>
              <a:gdLst>
                <a:gd name="textAreaLeft" fmla="*/ 0 w 811800"/>
                <a:gd name="textAreaRight" fmla="*/ 812160 w 811800"/>
                <a:gd name="textAreaTop" fmla="*/ 0 h 638280"/>
                <a:gd name="textAreaBottom" fmla="*/ 638640 h 638280"/>
              </a:gdLst>
              <a:ahLst/>
              <a:cxnLst/>
              <a:rect l="textAreaLeft" t="textAreaTop" r="textAreaRight" b="textAreaBottom"/>
              <a:pathLst>
                <a:path w="43610" h="34285">
                  <a:moveTo>
                    <a:pt x="24210" y="10681"/>
                  </a:moveTo>
                  <a:cubicBezTo>
                    <a:pt x="24296" y="10681"/>
                    <a:pt x="24387" y="10727"/>
                    <a:pt x="24433" y="10818"/>
                  </a:cubicBezTo>
                  <a:cubicBezTo>
                    <a:pt x="24535" y="10954"/>
                    <a:pt x="24467" y="11125"/>
                    <a:pt x="24330" y="11193"/>
                  </a:cubicBezTo>
                  <a:cubicBezTo>
                    <a:pt x="24283" y="11217"/>
                    <a:pt x="24237" y="11227"/>
                    <a:pt x="24194" y="11227"/>
                  </a:cubicBezTo>
                  <a:cubicBezTo>
                    <a:pt x="23934" y="11227"/>
                    <a:pt x="23798" y="10833"/>
                    <a:pt x="24092" y="10715"/>
                  </a:cubicBezTo>
                  <a:cubicBezTo>
                    <a:pt x="24126" y="10693"/>
                    <a:pt x="24167" y="10681"/>
                    <a:pt x="24210" y="10681"/>
                  </a:cubicBezTo>
                  <a:close/>
                  <a:moveTo>
                    <a:pt x="18781" y="11132"/>
                  </a:moveTo>
                  <a:cubicBezTo>
                    <a:pt x="18887" y="11132"/>
                    <a:pt x="18991" y="11195"/>
                    <a:pt x="19041" y="11295"/>
                  </a:cubicBezTo>
                  <a:cubicBezTo>
                    <a:pt x="19076" y="11466"/>
                    <a:pt x="18973" y="11568"/>
                    <a:pt x="18803" y="11637"/>
                  </a:cubicBezTo>
                  <a:cubicBezTo>
                    <a:pt x="18734" y="11671"/>
                    <a:pt x="18632" y="11705"/>
                    <a:pt x="18564" y="11739"/>
                  </a:cubicBezTo>
                  <a:cubicBezTo>
                    <a:pt x="18393" y="11807"/>
                    <a:pt x="18188" y="11841"/>
                    <a:pt x="18018" y="11910"/>
                  </a:cubicBezTo>
                  <a:cubicBezTo>
                    <a:pt x="17506" y="12080"/>
                    <a:pt x="17062" y="12353"/>
                    <a:pt x="16687" y="12694"/>
                  </a:cubicBezTo>
                  <a:cubicBezTo>
                    <a:pt x="16073" y="13240"/>
                    <a:pt x="15595" y="13855"/>
                    <a:pt x="15151" y="14537"/>
                  </a:cubicBezTo>
                  <a:cubicBezTo>
                    <a:pt x="15083" y="14639"/>
                    <a:pt x="15015" y="14742"/>
                    <a:pt x="14947" y="14844"/>
                  </a:cubicBezTo>
                  <a:cubicBezTo>
                    <a:pt x="14881" y="14910"/>
                    <a:pt x="14800" y="14948"/>
                    <a:pt x="14724" y="14948"/>
                  </a:cubicBezTo>
                  <a:cubicBezTo>
                    <a:pt x="14682" y="14948"/>
                    <a:pt x="14642" y="14937"/>
                    <a:pt x="14605" y="14912"/>
                  </a:cubicBezTo>
                  <a:cubicBezTo>
                    <a:pt x="14469" y="14844"/>
                    <a:pt x="14401" y="14674"/>
                    <a:pt x="14469" y="14537"/>
                  </a:cubicBezTo>
                  <a:cubicBezTo>
                    <a:pt x="14503" y="14469"/>
                    <a:pt x="14503" y="14435"/>
                    <a:pt x="14571" y="14366"/>
                  </a:cubicBezTo>
                  <a:cubicBezTo>
                    <a:pt x="15049" y="13513"/>
                    <a:pt x="15663" y="12763"/>
                    <a:pt x="16414" y="12148"/>
                  </a:cubicBezTo>
                  <a:cubicBezTo>
                    <a:pt x="16653" y="11944"/>
                    <a:pt x="16892" y="11773"/>
                    <a:pt x="17062" y="11671"/>
                  </a:cubicBezTo>
                  <a:cubicBezTo>
                    <a:pt x="17438" y="11534"/>
                    <a:pt x="17745" y="11398"/>
                    <a:pt x="18052" y="11295"/>
                  </a:cubicBezTo>
                  <a:cubicBezTo>
                    <a:pt x="18222" y="11227"/>
                    <a:pt x="18461" y="11193"/>
                    <a:pt x="18666" y="11159"/>
                  </a:cubicBezTo>
                  <a:cubicBezTo>
                    <a:pt x="18703" y="11141"/>
                    <a:pt x="18742" y="11132"/>
                    <a:pt x="18781" y="11132"/>
                  </a:cubicBezTo>
                  <a:close/>
                  <a:moveTo>
                    <a:pt x="25559" y="11159"/>
                  </a:moveTo>
                  <a:cubicBezTo>
                    <a:pt x="25627" y="11159"/>
                    <a:pt x="25695" y="11159"/>
                    <a:pt x="25764" y="11193"/>
                  </a:cubicBezTo>
                  <a:cubicBezTo>
                    <a:pt x="26821" y="11398"/>
                    <a:pt x="27845" y="11875"/>
                    <a:pt x="28664" y="12592"/>
                  </a:cubicBezTo>
                  <a:cubicBezTo>
                    <a:pt x="29517" y="13377"/>
                    <a:pt x="30200" y="14264"/>
                    <a:pt x="30746" y="15288"/>
                  </a:cubicBezTo>
                  <a:cubicBezTo>
                    <a:pt x="30746" y="15322"/>
                    <a:pt x="30780" y="15390"/>
                    <a:pt x="30814" y="15492"/>
                  </a:cubicBezTo>
                  <a:cubicBezTo>
                    <a:pt x="30848" y="15663"/>
                    <a:pt x="30814" y="15765"/>
                    <a:pt x="30677" y="15834"/>
                  </a:cubicBezTo>
                  <a:lnTo>
                    <a:pt x="30677" y="15868"/>
                  </a:lnTo>
                  <a:cubicBezTo>
                    <a:pt x="30641" y="15875"/>
                    <a:pt x="30607" y="15879"/>
                    <a:pt x="30576" y="15879"/>
                  </a:cubicBezTo>
                  <a:cubicBezTo>
                    <a:pt x="30463" y="15879"/>
                    <a:pt x="30382" y="15824"/>
                    <a:pt x="30302" y="15663"/>
                  </a:cubicBezTo>
                  <a:cubicBezTo>
                    <a:pt x="30029" y="15220"/>
                    <a:pt x="29722" y="14742"/>
                    <a:pt x="29415" y="14298"/>
                  </a:cubicBezTo>
                  <a:cubicBezTo>
                    <a:pt x="28528" y="12967"/>
                    <a:pt x="27163" y="12080"/>
                    <a:pt x="25593" y="11773"/>
                  </a:cubicBezTo>
                  <a:cubicBezTo>
                    <a:pt x="25559" y="11773"/>
                    <a:pt x="25525" y="11739"/>
                    <a:pt x="25491" y="11739"/>
                  </a:cubicBezTo>
                  <a:cubicBezTo>
                    <a:pt x="25320" y="11705"/>
                    <a:pt x="25252" y="11568"/>
                    <a:pt x="25286" y="11432"/>
                  </a:cubicBezTo>
                  <a:cubicBezTo>
                    <a:pt x="25286" y="11261"/>
                    <a:pt x="25422" y="11159"/>
                    <a:pt x="25559" y="11159"/>
                  </a:cubicBezTo>
                  <a:close/>
                  <a:moveTo>
                    <a:pt x="14297" y="15534"/>
                  </a:moveTo>
                  <a:cubicBezTo>
                    <a:pt x="14417" y="15534"/>
                    <a:pt x="14521" y="15597"/>
                    <a:pt x="14571" y="15697"/>
                  </a:cubicBezTo>
                  <a:cubicBezTo>
                    <a:pt x="14640" y="15834"/>
                    <a:pt x="14571" y="16004"/>
                    <a:pt x="14435" y="16073"/>
                  </a:cubicBezTo>
                  <a:cubicBezTo>
                    <a:pt x="14398" y="16091"/>
                    <a:pt x="14359" y="16099"/>
                    <a:pt x="14320" y="16099"/>
                  </a:cubicBezTo>
                  <a:cubicBezTo>
                    <a:pt x="14214" y="16099"/>
                    <a:pt x="14109" y="16036"/>
                    <a:pt x="14059" y="15936"/>
                  </a:cubicBezTo>
                  <a:cubicBezTo>
                    <a:pt x="13991" y="15800"/>
                    <a:pt x="14025" y="15629"/>
                    <a:pt x="14162" y="15561"/>
                  </a:cubicBezTo>
                  <a:cubicBezTo>
                    <a:pt x="14208" y="15542"/>
                    <a:pt x="14253" y="15534"/>
                    <a:pt x="14297" y="15534"/>
                  </a:cubicBezTo>
                  <a:close/>
                  <a:moveTo>
                    <a:pt x="23011" y="8642"/>
                  </a:moveTo>
                  <a:cubicBezTo>
                    <a:pt x="23698" y="8642"/>
                    <a:pt x="24387" y="8683"/>
                    <a:pt x="25081" y="8770"/>
                  </a:cubicBezTo>
                  <a:cubicBezTo>
                    <a:pt x="26003" y="8838"/>
                    <a:pt x="26924" y="9077"/>
                    <a:pt x="27777" y="9453"/>
                  </a:cubicBezTo>
                  <a:cubicBezTo>
                    <a:pt x="29278" y="9999"/>
                    <a:pt x="30541" y="10988"/>
                    <a:pt x="31496" y="12285"/>
                  </a:cubicBezTo>
                  <a:cubicBezTo>
                    <a:pt x="32042" y="13138"/>
                    <a:pt x="32520" y="14059"/>
                    <a:pt x="32895" y="15049"/>
                  </a:cubicBezTo>
                  <a:cubicBezTo>
                    <a:pt x="33066" y="15458"/>
                    <a:pt x="33202" y="15936"/>
                    <a:pt x="33373" y="16380"/>
                  </a:cubicBezTo>
                  <a:cubicBezTo>
                    <a:pt x="33373" y="16448"/>
                    <a:pt x="33373" y="16516"/>
                    <a:pt x="33373" y="16584"/>
                  </a:cubicBezTo>
                  <a:cubicBezTo>
                    <a:pt x="33168" y="16550"/>
                    <a:pt x="32998" y="16516"/>
                    <a:pt x="32793" y="16482"/>
                  </a:cubicBezTo>
                  <a:cubicBezTo>
                    <a:pt x="32588" y="16482"/>
                    <a:pt x="32452" y="16380"/>
                    <a:pt x="32384" y="16175"/>
                  </a:cubicBezTo>
                  <a:cubicBezTo>
                    <a:pt x="32008" y="15288"/>
                    <a:pt x="31530" y="14469"/>
                    <a:pt x="30916" y="13684"/>
                  </a:cubicBezTo>
                  <a:cubicBezTo>
                    <a:pt x="30473" y="13104"/>
                    <a:pt x="29995" y="12558"/>
                    <a:pt x="29483" y="12046"/>
                  </a:cubicBezTo>
                  <a:cubicBezTo>
                    <a:pt x="27982" y="10681"/>
                    <a:pt x="26037" y="9862"/>
                    <a:pt x="23989" y="9726"/>
                  </a:cubicBezTo>
                  <a:cubicBezTo>
                    <a:pt x="23609" y="9704"/>
                    <a:pt x="23229" y="9693"/>
                    <a:pt x="22849" y="9693"/>
                  </a:cubicBezTo>
                  <a:cubicBezTo>
                    <a:pt x="21458" y="9693"/>
                    <a:pt x="20075" y="9840"/>
                    <a:pt x="18734" y="10135"/>
                  </a:cubicBezTo>
                  <a:cubicBezTo>
                    <a:pt x="17915" y="10306"/>
                    <a:pt x="17165" y="10647"/>
                    <a:pt x="16516" y="11125"/>
                  </a:cubicBezTo>
                  <a:cubicBezTo>
                    <a:pt x="16039" y="11466"/>
                    <a:pt x="15629" y="11841"/>
                    <a:pt x="15186" y="12217"/>
                  </a:cubicBezTo>
                  <a:cubicBezTo>
                    <a:pt x="14230" y="13036"/>
                    <a:pt x="13548" y="14128"/>
                    <a:pt x="13275" y="15322"/>
                  </a:cubicBezTo>
                  <a:cubicBezTo>
                    <a:pt x="13240" y="15458"/>
                    <a:pt x="13206" y="15561"/>
                    <a:pt x="13172" y="15663"/>
                  </a:cubicBezTo>
                  <a:cubicBezTo>
                    <a:pt x="13036" y="16141"/>
                    <a:pt x="12899" y="16619"/>
                    <a:pt x="12797" y="17062"/>
                  </a:cubicBezTo>
                  <a:lnTo>
                    <a:pt x="10818" y="17506"/>
                  </a:lnTo>
                  <a:cubicBezTo>
                    <a:pt x="10852" y="17369"/>
                    <a:pt x="10852" y="17301"/>
                    <a:pt x="10852" y="17233"/>
                  </a:cubicBezTo>
                  <a:cubicBezTo>
                    <a:pt x="11023" y="16346"/>
                    <a:pt x="11364" y="15527"/>
                    <a:pt x="11841" y="14776"/>
                  </a:cubicBezTo>
                  <a:cubicBezTo>
                    <a:pt x="12319" y="13923"/>
                    <a:pt x="12865" y="13138"/>
                    <a:pt x="13445" y="12387"/>
                  </a:cubicBezTo>
                  <a:cubicBezTo>
                    <a:pt x="14162" y="11432"/>
                    <a:pt x="15117" y="10681"/>
                    <a:pt x="16175" y="10135"/>
                  </a:cubicBezTo>
                  <a:cubicBezTo>
                    <a:pt x="17199" y="9623"/>
                    <a:pt x="18291" y="9248"/>
                    <a:pt x="19417" y="9009"/>
                  </a:cubicBezTo>
                  <a:cubicBezTo>
                    <a:pt x="20612" y="8770"/>
                    <a:pt x="21807" y="8642"/>
                    <a:pt x="23011" y="8642"/>
                  </a:cubicBezTo>
                  <a:close/>
                  <a:moveTo>
                    <a:pt x="24529" y="16236"/>
                  </a:moveTo>
                  <a:cubicBezTo>
                    <a:pt x="27118" y="16236"/>
                    <a:pt x="29707" y="16408"/>
                    <a:pt x="32281" y="16755"/>
                  </a:cubicBezTo>
                  <a:cubicBezTo>
                    <a:pt x="32725" y="16823"/>
                    <a:pt x="33100" y="16892"/>
                    <a:pt x="33510" y="16994"/>
                  </a:cubicBezTo>
                  <a:cubicBezTo>
                    <a:pt x="33612" y="17028"/>
                    <a:pt x="33714" y="17062"/>
                    <a:pt x="33783" y="17165"/>
                  </a:cubicBezTo>
                  <a:cubicBezTo>
                    <a:pt x="33919" y="17403"/>
                    <a:pt x="34056" y="17676"/>
                    <a:pt x="34260" y="18018"/>
                  </a:cubicBezTo>
                  <a:cubicBezTo>
                    <a:pt x="33646" y="17915"/>
                    <a:pt x="33134" y="17881"/>
                    <a:pt x="32622" y="17779"/>
                  </a:cubicBezTo>
                  <a:cubicBezTo>
                    <a:pt x="30677" y="17369"/>
                    <a:pt x="28664" y="17369"/>
                    <a:pt x="26651" y="17301"/>
                  </a:cubicBezTo>
                  <a:cubicBezTo>
                    <a:pt x="26349" y="17292"/>
                    <a:pt x="26045" y="17288"/>
                    <a:pt x="25740" y="17288"/>
                  </a:cubicBezTo>
                  <a:cubicBezTo>
                    <a:pt x="24906" y="17288"/>
                    <a:pt x="24063" y="17319"/>
                    <a:pt x="23239" y="17369"/>
                  </a:cubicBezTo>
                  <a:cubicBezTo>
                    <a:pt x="18973" y="17642"/>
                    <a:pt x="14776" y="18052"/>
                    <a:pt x="10579" y="18666"/>
                  </a:cubicBezTo>
                  <a:cubicBezTo>
                    <a:pt x="10442" y="18666"/>
                    <a:pt x="10340" y="18666"/>
                    <a:pt x="10169" y="18700"/>
                  </a:cubicBezTo>
                  <a:cubicBezTo>
                    <a:pt x="10306" y="18461"/>
                    <a:pt x="10374" y="18291"/>
                    <a:pt x="10442" y="18120"/>
                  </a:cubicBezTo>
                  <a:lnTo>
                    <a:pt x="10408" y="18120"/>
                  </a:lnTo>
                  <a:cubicBezTo>
                    <a:pt x="10477" y="18018"/>
                    <a:pt x="10579" y="17915"/>
                    <a:pt x="10715" y="17915"/>
                  </a:cubicBezTo>
                  <a:cubicBezTo>
                    <a:pt x="12319" y="17574"/>
                    <a:pt x="13923" y="17199"/>
                    <a:pt x="15527" y="16926"/>
                  </a:cubicBezTo>
                  <a:cubicBezTo>
                    <a:pt x="18515" y="16467"/>
                    <a:pt x="21522" y="16236"/>
                    <a:pt x="24529" y="16236"/>
                  </a:cubicBezTo>
                  <a:close/>
                  <a:moveTo>
                    <a:pt x="22078" y="23614"/>
                  </a:moveTo>
                  <a:cubicBezTo>
                    <a:pt x="21976" y="23921"/>
                    <a:pt x="21908" y="24194"/>
                    <a:pt x="21805" y="24467"/>
                  </a:cubicBezTo>
                  <a:lnTo>
                    <a:pt x="20440" y="24467"/>
                  </a:lnTo>
                  <a:lnTo>
                    <a:pt x="20611" y="23614"/>
                  </a:lnTo>
                  <a:close/>
                  <a:moveTo>
                    <a:pt x="22420" y="23648"/>
                  </a:moveTo>
                  <a:lnTo>
                    <a:pt x="23819" y="23750"/>
                  </a:lnTo>
                  <a:cubicBezTo>
                    <a:pt x="23716" y="24023"/>
                    <a:pt x="23614" y="24296"/>
                    <a:pt x="23512" y="24535"/>
                  </a:cubicBezTo>
                  <a:lnTo>
                    <a:pt x="22181" y="24467"/>
                  </a:lnTo>
                  <a:lnTo>
                    <a:pt x="22420" y="23648"/>
                  </a:lnTo>
                  <a:close/>
                  <a:moveTo>
                    <a:pt x="20236" y="23648"/>
                  </a:moveTo>
                  <a:lnTo>
                    <a:pt x="20236" y="23648"/>
                  </a:lnTo>
                  <a:cubicBezTo>
                    <a:pt x="20202" y="23853"/>
                    <a:pt x="20133" y="24057"/>
                    <a:pt x="20099" y="24262"/>
                  </a:cubicBezTo>
                  <a:cubicBezTo>
                    <a:pt x="20065" y="24364"/>
                    <a:pt x="19963" y="24501"/>
                    <a:pt x="19894" y="24501"/>
                  </a:cubicBezTo>
                  <a:cubicBezTo>
                    <a:pt x="19587" y="24535"/>
                    <a:pt x="19314" y="24569"/>
                    <a:pt x="19041" y="24569"/>
                  </a:cubicBezTo>
                  <a:cubicBezTo>
                    <a:pt x="19041" y="24262"/>
                    <a:pt x="19007" y="23989"/>
                    <a:pt x="19007" y="23716"/>
                  </a:cubicBezTo>
                  <a:lnTo>
                    <a:pt x="18973" y="23682"/>
                  </a:lnTo>
                  <a:lnTo>
                    <a:pt x="20236" y="23648"/>
                  </a:lnTo>
                  <a:close/>
                  <a:moveTo>
                    <a:pt x="24160" y="23784"/>
                  </a:moveTo>
                  <a:lnTo>
                    <a:pt x="25354" y="23921"/>
                  </a:lnTo>
                  <a:cubicBezTo>
                    <a:pt x="25218" y="24194"/>
                    <a:pt x="25081" y="24433"/>
                    <a:pt x="24979" y="24672"/>
                  </a:cubicBezTo>
                  <a:lnTo>
                    <a:pt x="23887" y="24569"/>
                  </a:lnTo>
                  <a:lnTo>
                    <a:pt x="24160" y="23784"/>
                  </a:lnTo>
                  <a:close/>
                  <a:moveTo>
                    <a:pt x="18632" y="23716"/>
                  </a:moveTo>
                  <a:cubicBezTo>
                    <a:pt x="18666" y="24023"/>
                    <a:pt x="18666" y="24330"/>
                    <a:pt x="18632" y="24603"/>
                  </a:cubicBezTo>
                  <a:lnTo>
                    <a:pt x="17711" y="24706"/>
                  </a:lnTo>
                  <a:cubicBezTo>
                    <a:pt x="17642" y="24399"/>
                    <a:pt x="17574" y="24160"/>
                    <a:pt x="17506" y="23853"/>
                  </a:cubicBezTo>
                  <a:lnTo>
                    <a:pt x="17506" y="23819"/>
                  </a:lnTo>
                  <a:lnTo>
                    <a:pt x="18632" y="23716"/>
                  </a:lnTo>
                  <a:close/>
                  <a:moveTo>
                    <a:pt x="17131" y="23921"/>
                  </a:moveTo>
                  <a:cubicBezTo>
                    <a:pt x="17199" y="24228"/>
                    <a:pt x="17404" y="24501"/>
                    <a:pt x="17267" y="24808"/>
                  </a:cubicBezTo>
                  <a:lnTo>
                    <a:pt x="16619" y="24910"/>
                  </a:lnTo>
                  <a:lnTo>
                    <a:pt x="16209" y="24057"/>
                  </a:lnTo>
                  <a:lnTo>
                    <a:pt x="17131" y="23921"/>
                  </a:lnTo>
                  <a:close/>
                  <a:moveTo>
                    <a:pt x="25730" y="23955"/>
                  </a:moveTo>
                  <a:lnTo>
                    <a:pt x="27094" y="24160"/>
                  </a:lnTo>
                  <a:lnTo>
                    <a:pt x="26548" y="24979"/>
                  </a:lnTo>
                  <a:lnTo>
                    <a:pt x="25354" y="24706"/>
                  </a:lnTo>
                  <a:lnTo>
                    <a:pt x="25730" y="23955"/>
                  </a:lnTo>
                  <a:close/>
                  <a:moveTo>
                    <a:pt x="15868" y="24126"/>
                  </a:moveTo>
                  <a:cubicBezTo>
                    <a:pt x="16004" y="24399"/>
                    <a:pt x="16107" y="24706"/>
                    <a:pt x="16209" y="25013"/>
                  </a:cubicBezTo>
                  <a:lnTo>
                    <a:pt x="15015" y="25252"/>
                  </a:lnTo>
                  <a:cubicBezTo>
                    <a:pt x="14878" y="24979"/>
                    <a:pt x="14742" y="24706"/>
                    <a:pt x="14571" y="24399"/>
                  </a:cubicBezTo>
                  <a:lnTo>
                    <a:pt x="15868" y="24126"/>
                  </a:lnTo>
                  <a:close/>
                  <a:moveTo>
                    <a:pt x="27369" y="24214"/>
                  </a:moveTo>
                  <a:lnTo>
                    <a:pt x="28255" y="24467"/>
                  </a:lnTo>
                  <a:lnTo>
                    <a:pt x="27845" y="25320"/>
                  </a:lnTo>
                  <a:lnTo>
                    <a:pt x="26958" y="25081"/>
                  </a:lnTo>
                  <a:cubicBezTo>
                    <a:pt x="27092" y="24779"/>
                    <a:pt x="27391" y="24577"/>
                    <a:pt x="27369" y="24214"/>
                  </a:cubicBezTo>
                  <a:close/>
                  <a:moveTo>
                    <a:pt x="14196" y="24501"/>
                  </a:moveTo>
                  <a:lnTo>
                    <a:pt x="14605" y="25354"/>
                  </a:lnTo>
                  <a:lnTo>
                    <a:pt x="13582" y="25661"/>
                  </a:lnTo>
                  <a:cubicBezTo>
                    <a:pt x="13377" y="25388"/>
                    <a:pt x="13206" y="25183"/>
                    <a:pt x="13002" y="24910"/>
                  </a:cubicBezTo>
                  <a:lnTo>
                    <a:pt x="14196" y="24501"/>
                  </a:lnTo>
                  <a:close/>
                  <a:moveTo>
                    <a:pt x="28596" y="24603"/>
                  </a:moveTo>
                  <a:lnTo>
                    <a:pt x="29722" y="25081"/>
                  </a:lnTo>
                  <a:lnTo>
                    <a:pt x="29312" y="25729"/>
                  </a:lnTo>
                  <a:lnTo>
                    <a:pt x="28221" y="25388"/>
                  </a:lnTo>
                  <a:lnTo>
                    <a:pt x="28596" y="24603"/>
                  </a:lnTo>
                  <a:close/>
                  <a:moveTo>
                    <a:pt x="12660" y="25013"/>
                  </a:moveTo>
                  <a:lnTo>
                    <a:pt x="13206" y="25764"/>
                  </a:lnTo>
                  <a:lnTo>
                    <a:pt x="12217" y="26173"/>
                  </a:lnTo>
                  <a:lnTo>
                    <a:pt x="11500" y="25491"/>
                  </a:lnTo>
                  <a:lnTo>
                    <a:pt x="12660" y="25013"/>
                  </a:lnTo>
                  <a:close/>
                  <a:moveTo>
                    <a:pt x="30063" y="25252"/>
                  </a:moveTo>
                  <a:lnTo>
                    <a:pt x="31053" y="25866"/>
                  </a:lnTo>
                  <a:cubicBezTo>
                    <a:pt x="30780" y="26002"/>
                    <a:pt x="30575" y="26105"/>
                    <a:pt x="30404" y="26207"/>
                  </a:cubicBezTo>
                  <a:cubicBezTo>
                    <a:pt x="30370" y="26224"/>
                    <a:pt x="30336" y="26233"/>
                    <a:pt x="30302" y="26233"/>
                  </a:cubicBezTo>
                  <a:cubicBezTo>
                    <a:pt x="30268" y="26233"/>
                    <a:pt x="30234" y="26224"/>
                    <a:pt x="30200" y="26207"/>
                  </a:cubicBezTo>
                  <a:cubicBezTo>
                    <a:pt x="30029" y="26139"/>
                    <a:pt x="29824" y="26037"/>
                    <a:pt x="29620" y="25934"/>
                  </a:cubicBezTo>
                  <a:lnTo>
                    <a:pt x="29585" y="25934"/>
                  </a:lnTo>
                  <a:lnTo>
                    <a:pt x="30063" y="25252"/>
                  </a:lnTo>
                  <a:close/>
                  <a:moveTo>
                    <a:pt x="11125" y="25695"/>
                  </a:moveTo>
                  <a:lnTo>
                    <a:pt x="11910" y="26310"/>
                  </a:lnTo>
                  <a:lnTo>
                    <a:pt x="11398" y="26651"/>
                  </a:lnTo>
                  <a:lnTo>
                    <a:pt x="10477" y="26173"/>
                  </a:lnTo>
                  <a:lnTo>
                    <a:pt x="11125" y="25695"/>
                  </a:lnTo>
                  <a:close/>
                  <a:moveTo>
                    <a:pt x="27681" y="17733"/>
                  </a:moveTo>
                  <a:cubicBezTo>
                    <a:pt x="28783" y="17733"/>
                    <a:pt x="29873" y="17783"/>
                    <a:pt x="30984" y="17915"/>
                  </a:cubicBezTo>
                  <a:cubicBezTo>
                    <a:pt x="32247" y="18086"/>
                    <a:pt x="33544" y="18291"/>
                    <a:pt x="34772" y="18495"/>
                  </a:cubicBezTo>
                  <a:cubicBezTo>
                    <a:pt x="35762" y="18666"/>
                    <a:pt x="36717" y="18837"/>
                    <a:pt x="37673" y="19007"/>
                  </a:cubicBezTo>
                  <a:cubicBezTo>
                    <a:pt x="38457" y="19144"/>
                    <a:pt x="39242" y="19280"/>
                    <a:pt x="40027" y="19485"/>
                  </a:cubicBezTo>
                  <a:cubicBezTo>
                    <a:pt x="40880" y="19656"/>
                    <a:pt x="41733" y="20031"/>
                    <a:pt x="42416" y="20577"/>
                  </a:cubicBezTo>
                  <a:cubicBezTo>
                    <a:pt x="43132" y="21020"/>
                    <a:pt x="43269" y="21976"/>
                    <a:pt x="42757" y="22624"/>
                  </a:cubicBezTo>
                  <a:lnTo>
                    <a:pt x="42723" y="22624"/>
                  </a:lnTo>
                  <a:cubicBezTo>
                    <a:pt x="42279" y="23238"/>
                    <a:pt x="41733" y="23784"/>
                    <a:pt x="41085" y="24194"/>
                  </a:cubicBezTo>
                  <a:cubicBezTo>
                    <a:pt x="40232" y="24740"/>
                    <a:pt x="39310" y="25149"/>
                    <a:pt x="38321" y="25354"/>
                  </a:cubicBezTo>
                  <a:cubicBezTo>
                    <a:pt x="36717" y="25729"/>
                    <a:pt x="35079" y="26071"/>
                    <a:pt x="33441" y="26446"/>
                  </a:cubicBezTo>
                  <a:cubicBezTo>
                    <a:pt x="33032" y="26548"/>
                    <a:pt x="32657" y="26617"/>
                    <a:pt x="32247" y="26685"/>
                  </a:cubicBezTo>
                  <a:cubicBezTo>
                    <a:pt x="31803" y="26037"/>
                    <a:pt x="31257" y="25491"/>
                    <a:pt x="30575" y="25115"/>
                  </a:cubicBezTo>
                  <a:cubicBezTo>
                    <a:pt x="29483" y="24433"/>
                    <a:pt x="28289" y="23989"/>
                    <a:pt x="27026" y="23750"/>
                  </a:cubicBezTo>
                  <a:cubicBezTo>
                    <a:pt x="26003" y="23580"/>
                    <a:pt x="24945" y="23477"/>
                    <a:pt x="23887" y="23375"/>
                  </a:cubicBezTo>
                  <a:cubicBezTo>
                    <a:pt x="22952" y="23283"/>
                    <a:pt x="22018" y="23237"/>
                    <a:pt x="21085" y="23237"/>
                  </a:cubicBezTo>
                  <a:cubicBezTo>
                    <a:pt x="19258" y="23237"/>
                    <a:pt x="17436" y="23411"/>
                    <a:pt x="15629" y="23750"/>
                  </a:cubicBezTo>
                  <a:cubicBezTo>
                    <a:pt x="14128" y="24057"/>
                    <a:pt x="12660" y="24535"/>
                    <a:pt x="11261" y="25183"/>
                  </a:cubicBezTo>
                  <a:cubicBezTo>
                    <a:pt x="10681" y="25456"/>
                    <a:pt x="10204" y="25832"/>
                    <a:pt x="9760" y="26310"/>
                  </a:cubicBezTo>
                  <a:cubicBezTo>
                    <a:pt x="9692" y="26412"/>
                    <a:pt x="9623" y="26548"/>
                    <a:pt x="9555" y="26685"/>
                  </a:cubicBezTo>
                  <a:lnTo>
                    <a:pt x="8702" y="26446"/>
                  </a:lnTo>
                  <a:cubicBezTo>
                    <a:pt x="7235" y="26071"/>
                    <a:pt x="5768" y="25627"/>
                    <a:pt x="4334" y="25115"/>
                  </a:cubicBezTo>
                  <a:cubicBezTo>
                    <a:pt x="3447" y="24774"/>
                    <a:pt x="2594" y="24364"/>
                    <a:pt x="1809" y="23819"/>
                  </a:cubicBezTo>
                  <a:cubicBezTo>
                    <a:pt x="1400" y="23580"/>
                    <a:pt x="1024" y="23238"/>
                    <a:pt x="717" y="22863"/>
                  </a:cubicBezTo>
                  <a:cubicBezTo>
                    <a:pt x="410" y="22522"/>
                    <a:pt x="410" y="22010"/>
                    <a:pt x="717" y="21635"/>
                  </a:cubicBezTo>
                  <a:cubicBezTo>
                    <a:pt x="820" y="21498"/>
                    <a:pt x="990" y="21362"/>
                    <a:pt x="1161" y="21259"/>
                  </a:cubicBezTo>
                  <a:cubicBezTo>
                    <a:pt x="1502" y="21055"/>
                    <a:pt x="1843" y="20918"/>
                    <a:pt x="2185" y="20782"/>
                  </a:cubicBezTo>
                  <a:cubicBezTo>
                    <a:pt x="3174" y="20509"/>
                    <a:pt x="4130" y="20236"/>
                    <a:pt x="5119" y="20031"/>
                  </a:cubicBezTo>
                  <a:cubicBezTo>
                    <a:pt x="7883" y="19417"/>
                    <a:pt x="10715" y="18973"/>
                    <a:pt x="13548" y="18666"/>
                  </a:cubicBezTo>
                  <a:cubicBezTo>
                    <a:pt x="16585" y="18291"/>
                    <a:pt x="19622" y="18018"/>
                    <a:pt x="22693" y="17813"/>
                  </a:cubicBezTo>
                  <a:cubicBezTo>
                    <a:pt x="22744" y="17796"/>
                    <a:pt x="22795" y="17787"/>
                    <a:pt x="22850" y="17787"/>
                  </a:cubicBezTo>
                  <a:cubicBezTo>
                    <a:pt x="22906" y="17787"/>
                    <a:pt x="22966" y="17796"/>
                    <a:pt x="23034" y="17813"/>
                  </a:cubicBezTo>
                  <a:cubicBezTo>
                    <a:pt x="23170" y="17813"/>
                    <a:pt x="23341" y="17847"/>
                    <a:pt x="23512" y="17847"/>
                  </a:cubicBezTo>
                  <a:cubicBezTo>
                    <a:pt x="24569" y="17847"/>
                    <a:pt x="25627" y="17779"/>
                    <a:pt x="26719" y="17745"/>
                  </a:cubicBezTo>
                  <a:cubicBezTo>
                    <a:pt x="27041" y="17737"/>
                    <a:pt x="27362" y="17733"/>
                    <a:pt x="27681" y="17733"/>
                  </a:cubicBezTo>
                  <a:close/>
                  <a:moveTo>
                    <a:pt x="31257" y="26105"/>
                  </a:moveTo>
                  <a:cubicBezTo>
                    <a:pt x="31496" y="26275"/>
                    <a:pt x="31701" y="26514"/>
                    <a:pt x="31838" y="26753"/>
                  </a:cubicBezTo>
                  <a:cubicBezTo>
                    <a:pt x="31667" y="26821"/>
                    <a:pt x="31496" y="26855"/>
                    <a:pt x="31326" y="26890"/>
                  </a:cubicBezTo>
                  <a:lnTo>
                    <a:pt x="31257" y="26890"/>
                  </a:lnTo>
                  <a:cubicBezTo>
                    <a:pt x="31189" y="26890"/>
                    <a:pt x="31121" y="26890"/>
                    <a:pt x="31053" y="26855"/>
                  </a:cubicBezTo>
                  <a:cubicBezTo>
                    <a:pt x="30916" y="26753"/>
                    <a:pt x="30814" y="26617"/>
                    <a:pt x="30643" y="26480"/>
                  </a:cubicBezTo>
                  <a:lnTo>
                    <a:pt x="31257" y="26105"/>
                  </a:lnTo>
                  <a:close/>
                  <a:moveTo>
                    <a:pt x="10204" y="26446"/>
                  </a:moveTo>
                  <a:cubicBezTo>
                    <a:pt x="10954" y="26787"/>
                    <a:pt x="11023" y="26821"/>
                    <a:pt x="10988" y="27060"/>
                  </a:cubicBezTo>
                  <a:lnTo>
                    <a:pt x="9896" y="26787"/>
                  </a:lnTo>
                  <a:lnTo>
                    <a:pt x="10204" y="26446"/>
                  </a:lnTo>
                  <a:close/>
                  <a:moveTo>
                    <a:pt x="22043" y="24862"/>
                  </a:moveTo>
                  <a:cubicBezTo>
                    <a:pt x="23632" y="24862"/>
                    <a:pt x="25235" y="25041"/>
                    <a:pt x="26787" y="25422"/>
                  </a:cubicBezTo>
                  <a:cubicBezTo>
                    <a:pt x="27948" y="25729"/>
                    <a:pt x="29108" y="26002"/>
                    <a:pt x="30166" y="26651"/>
                  </a:cubicBezTo>
                  <a:cubicBezTo>
                    <a:pt x="30370" y="26787"/>
                    <a:pt x="30575" y="26890"/>
                    <a:pt x="30746" y="27026"/>
                  </a:cubicBezTo>
                  <a:cubicBezTo>
                    <a:pt x="30916" y="27094"/>
                    <a:pt x="30950" y="27299"/>
                    <a:pt x="30848" y="27436"/>
                  </a:cubicBezTo>
                  <a:lnTo>
                    <a:pt x="30814" y="27436"/>
                  </a:lnTo>
                  <a:cubicBezTo>
                    <a:pt x="30643" y="27811"/>
                    <a:pt x="30439" y="28186"/>
                    <a:pt x="30234" y="28562"/>
                  </a:cubicBezTo>
                  <a:cubicBezTo>
                    <a:pt x="29654" y="29619"/>
                    <a:pt x="28801" y="30473"/>
                    <a:pt x="27743" y="31087"/>
                  </a:cubicBezTo>
                  <a:cubicBezTo>
                    <a:pt x="27026" y="31496"/>
                    <a:pt x="26207" y="31872"/>
                    <a:pt x="25457" y="32247"/>
                  </a:cubicBezTo>
                  <a:cubicBezTo>
                    <a:pt x="25409" y="32266"/>
                    <a:pt x="25367" y="32274"/>
                    <a:pt x="25328" y="32274"/>
                  </a:cubicBezTo>
                  <a:cubicBezTo>
                    <a:pt x="25229" y="32274"/>
                    <a:pt x="25155" y="32218"/>
                    <a:pt x="25081" y="32145"/>
                  </a:cubicBezTo>
                  <a:cubicBezTo>
                    <a:pt x="24399" y="31701"/>
                    <a:pt x="23614" y="31360"/>
                    <a:pt x="22795" y="31223"/>
                  </a:cubicBezTo>
                  <a:cubicBezTo>
                    <a:pt x="22147" y="31121"/>
                    <a:pt x="21498" y="31019"/>
                    <a:pt x="20850" y="30950"/>
                  </a:cubicBezTo>
                  <a:cubicBezTo>
                    <a:pt x="20632" y="30926"/>
                    <a:pt x="20410" y="30915"/>
                    <a:pt x="20187" y="30915"/>
                  </a:cubicBezTo>
                  <a:cubicBezTo>
                    <a:pt x="19781" y="30915"/>
                    <a:pt x="19370" y="30952"/>
                    <a:pt x="18973" y="31019"/>
                  </a:cubicBezTo>
                  <a:cubicBezTo>
                    <a:pt x="17881" y="31223"/>
                    <a:pt x="16823" y="31428"/>
                    <a:pt x="16107" y="32418"/>
                  </a:cubicBezTo>
                  <a:cubicBezTo>
                    <a:pt x="13923" y="31223"/>
                    <a:pt x="12114" y="29654"/>
                    <a:pt x="11159" y="27197"/>
                  </a:cubicBezTo>
                  <a:cubicBezTo>
                    <a:pt x="11671" y="26924"/>
                    <a:pt x="12114" y="26617"/>
                    <a:pt x="12626" y="26412"/>
                  </a:cubicBezTo>
                  <a:cubicBezTo>
                    <a:pt x="13309" y="26139"/>
                    <a:pt x="13991" y="25900"/>
                    <a:pt x="14674" y="25729"/>
                  </a:cubicBezTo>
                  <a:cubicBezTo>
                    <a:pt x="16823" y="25149"/>
                    <a:pt x="19041" y="24876"/>
                    <a:pt x="21259" y="24876"/>
                  </a:cubicBezTo>
                  <a:cubicBezTo>
                    <a:pt x="21520" y="24867"/>
                    <a:pt x="21781" y="24862"/>
                    <a:pt x="22043" y="24862"/>
                  </a:cubicBezTo>
                  <a:close/>
                  <a:moveTo>
                    <a:pt x="20103" y="32102"/>
                  </a:moveTo>
                  <a:cubicBezTo>
                    <a:pt x="20181" y="32102"/>
                    <a:pt x="20260" y="32104"/>
                    <a:pt x="20338" y="32110"/>
                  </a:cubicBezTo>
                  <a:cubicBezTo>
                    <a:pt x="21055" y="32110"/>
                    <a:pt x="21737" y="32179"/>
                    <a:pt x="22420" y="32315"/>
                  </a:cubicBezTo>
                  <a:cubicBezTo>
                    <a:pt x="22556" y="32349"/>
                    <a:pt x="22693" y="32383"/>
                    <a:pt x="22863" y="32452"/>
                  </a:cubicBezTo>
                  <a:cubicBezTo>
                    <a:pt x="22105" y="32692"/>
                    <a:pt x="21328" y="32812"/>
                    <a:pt x="20546" y="32812"/>
                  </a:cubicBezTo>
                  <a:cubicBezTo>
                    <a:pt x="19885" y="32812"/>
                    <a:pt x="19221" y="32726"/>
                    <a:pt x="18564" y="32554"/>
                  </a:cubicBezTo>
                  <a:lnTo>
                    <a:pt x="18564" y="32520"/>
                  </a:lnTo>
                  <a:cubicBezTo>
                    <a:pt x="18700" y="32418"/>
                    <a:pt x="18871" y="32315"/>
                    <a:pt x="19041" y="32247"/>
                  </a:cubicBezTo>
                  <a:cubicBezTo>
                    <a:pt x="19378" y="32163"/>
                    <a:pt x="19738" y="32102"/>
                    <a:pt x="20103" y="32102"/>
                  </a:cubicBezTo>
                  <a:close/>
                  <a:moveTo>
                    <a:pt x="20215" y="31339"/>
                  </a:moveTo>
                  <a:cubicBezTo>
                    <a:pt x="21142" y="31339"/>
                    <a:pt x="22065" y="31448"/>
                    <a:pt x="22966" y="31667"/>
                  </a:cubicBezTo>
                  <a:cubicBezTo>
                    <a:pt x="23580" y="31803"/>
                    <a:pt x="24160" y="32008"/>
                    <a:pt x="24706" y="32349"/>
                  </a:cubicBezTo>
                  <a:cubicBezTo>
                    <a:pt x="24774" y="32383"/>
                    <a:pt x="24842" y="32452"/>
                    <a:pt x="24945" y="32520"/>
                  </a:cubicBezTo>
                  <a:cubicBezTo>
                    <a:pt x="24603" y="32827"/>
                    <a:pt x="24194" y="33032"/>
                    <a:pt x="23750" y="33202"/>
                  </a:cubicBezTo>
                  <a:lnTo>
                    <a:pt x="23716" y="33168"/>
                  </a:lnTo>
                  <a:cubicBezTo>
                    <a:pt x="23580" y="32998"/>
                    <a:pt x="23477" y="32827"/>
                    <a:pt x="23375" y="32622"/>
                  </a:cubicBezTo>
                  <a:cubicBezTo>
                    <a:pt x="23443" y="32520"/>
                    <a:pt x="23409" y="32418"/>
                    <a:pt x="23307" y="32349"/>
                  </a:cubicBezTo>
                  <a:cubicBezTo>
                    <a:pt x="23204" y="32179"/>
                    <a:pt x="23034" y="32042"/>
                    <a:pt x="22829" y="32008"/>
                  </a:cubicBezTo>
                  <a:cubicBezTo>
                    <a:pt x="22385" y="31906"/>
                    <a:pt x="21976" y="31837"/>
                    <a:pt x="21532" y="31803"/>
                  </a:cubicBezTo>
                  <a:cubicBezTo>
                    <a:pt x="21021" y="31735"/>
                    <a:pt x="20509" y="31769"/>
                    <a:pt x="19997" y="31735"/>
                  </a:cubicBezTo>
                  <a:cubicBezTo>
                    <a:pt x="19920" y="31727"/>
                    <a:pt x="19843" y="31722"/>
                    <a:pt x="19767" y="31722"/>
                  </a:cubicBezTo>
                  <a:cubicBezTo>
                    <a:pt x="19538" y="31722"/>
                    <a:pt x="19314" y="31761"/>
                    <a:pt x="19110" y="31837"/>
                  </a:cubicBezTo>
                  <a:cubicBezTo>
                    <a:pt x="18939" y="31940"/>
                    <a:pt x="18768" y="31974"/>
                    <a:pt x="18564" y="32008"/>
                  </a:cubicBezTo>
                  <a:cubicBezTo>
                    <a:pt x="18393" y="32042"/>
                    <a:pt x="18222" y="32179"/>
                    <a:pt x="18154" y="32349"/>
                  </a:cubicBezTo>
                  <a:lnTo>
                    <a:pt x="18086" y="32452"/>
                  </a:lnTo>
                  <a:cubicBezTo>
                    <a:pt x="18052" y="32486"/>
                    <a:pt x="18018" y="32520"/>
                    <a:pt x="17984" y="32554"/>
                  </a:cubicBezTo>
                  <a:cubicBezTo>
                    <a:pt x="17984" y="32588"/>
                    <a:pt x="17984" y="32588"/>
                    <a:pt x="17984" y="32588"/>
                  </a:cubicBezTo>
                  <a:lnTo>
                    <a:pt x="17642" y="33168"/>
                  </a:lnTo>
                  <a:lnTo>
                    <a:pt x="17608" y="33168"/>
                  </a:lnTo>
                  <a:cubicBezTo>
                    <a:pt x="17574" y="33134"/>
                    <a:pt x="17540" y="33134"/>
                    <a:pt x="17472" y="33134"/>
                  </a:cubicBezTo>
                  <a:cubicBezTo>
                    <a:pt x="17131" y="33066"/>
                    <a:pt x="16789" y="32929"/>
                    <a:pt x="16482" y="32759"/>
                  </a:cubicBezTo>
                  <a:cubicBezTo>
                    <a:pt x="16585" y="32452"/>
                    <a:pt x="16823" y="32213"/>
                    <a:pt x="17096" y="32076"/>
                  </a:cubicBezTo>
                  <a:cubicBezTo>
                    <a:pt x="17847" y="31667"/>
                    <a:pt x="18666" y="31394"/>
                    <a:pt x="19519" y="31360"/>
                  </a:cubicBezTo>
                  <a:cubicBezTo>
                    <a:pt x="19751" y="31346"/>
                    <a:pt x="19983" y="31339"/>
                    <a:pt x="20215" y="31339"/>
                  </a:cubicBezTo>
                  <a:close/>
                  <a:moveTo>
                    <a:pt x="23102" y="32861"/>
                  </a:moveTo>
                  <a:cubicBezTo>
                    <a:pt x="23170" y="32998"/>
                    <a:pt x="23239" y="33134"/>
                    <a:pt x="23307" y="33271"/>
                  </a:cubicBezTo>
                  <a:cubicBezTo>
                    <a:pt x="23273" y="33305"/>
                    <a:pt x="23204" y="33339"/>
                    <a:pt x="23136" y="33373"/>
                  </a:cubicBezTo>
                  <a:cubicBezTo>
                    <a:pt x="22329" y="33659"/>
                    <a:pt x="21480" y="33804"/>
                    <a:pt x="20631" y="33804"/>
                  </a:cubicBezTo>
                  <a:cubicBezTo>
                    <a:pt x="19757" y="33804"/>
                    <a:pt x="18883" y="33650"/>
                    <a:pt x="18052" y="33339"/>
                  </a:cubicBezTo>
                  <a:cubicBezTo>
                    <a:pt x="18086" y="33305"/>
                    <a:pt x="18086" y="33271"/>
                    <a:pt x="18052" y="33271"/>
                  </a:cubicBezTo>
                  <a:cubicBezTo>
                    <a:pt x="18086" y="33134"/>
                    <a:pt x="18154" y="32998"/>
                    <a:pt x="18257" y="32861"/>
                  </a:cubicBezTo>
                  <a:cubicBezTo>
                    <a:pt x="18530" y="32964"/>
                    <a:pt x="18803" y="33032"/>
                    <a:pt x="19110" y="33100"/>
                  </a:cubicBezTo>
                  <a:cubicBezTo>
                    <a:pt x="19577" y="33191"/>
                    <a:pt x="20055" y="33237"/>
                    <a:pt x="20535" y="33237"/>
                  </a:cubicBezTo>
                  <a:cubicBezTo>
                    <a:pt x="21316" y="33237"/>
                    <a:pt x="22103" y="33115"/>
                    <a:pt x="22863" y="32861"/>
                  </a:cubicBezTo>
                  <a:cubicBezTo>
                    <a:pt x="22897" y="32878"/>
                    <a:pt x="22940" y="32887"/>
                    <a:pt x="22983" y="32887"/>
                  </a:cubicBezTo>
                  <a:cubicBezTo>
                    <a:pt x="23025" y="32887"/>
                    <a:pt x="23068" y="32878"/>
                    <a:pt x="23102" y="32861"/>
                  </a:cubicBezTo>
                  <a:close/>
                  <a:moveTo>
                    <a:pt x="22420" y="1"/>
                  </a:moveTo>
                  <a:cubicBezTo>
                    <a:pt x="22283" y="1"/>
                    <a:pt x="22249" y="171"/>
                    <a:pt x="22215" y="274"/>
                  </a:cubicBezTo>
                  <a:cubicBezTo>
                    <a:pt x="22215" y="547"/>
                    <a:pt x="22181" y="820"/>
                    <a:pt x="22181" y="1024"/>
                  </a:cubicBezTo>
                  <a:cubicBezTo>
                    <a:pt x="21874" y="1161"/>
                    <a:pt x="21601" y="1297"/>
                    <a:pt x="21328" y="1468"/>
                  </a:cubicBezTo>
                  <a:cubicBezTo>
                    <a:pt x="20748" y="1775"/>
                    <a:pt x="20713" y="2594"/>
                    <a:pt x="21225" y="2969"/>
                  </a:cubicBezTo>
                  <a:cubicBezTo>
                    <a:pt x="21464" y="3174"/>
                    <a:pt x="21737" y="3311"/>
                    <a:pt x="22010" y="3447"/>
                  </a:cubicBezTo>
                  <a:cubicBezTo>
                    <a:pt x="22010" y="3822"/>
                    <a:pt x="21976" y="4266"/>
                    <a:pt x="21942" y="4675"/>
                  </a:cubicBezTo>
                  <a:cubicBezTo>
                    <a:pt x="21942" y="4744"/>
                    <a:pt x="21942" y="4778"/>
                    <a:pt x="21908" y="4880"/>
                  </a:cubicBezTo>
                  <a:cubicBezTo>
                    <a:pt x="21753" y="4860"/>
                    <a:pt x="21598" y="4848"/>
                    <a:pt x="21444" y="4848"/>
                  </a:cubicBezTo>
                  <a:cubicBezTo>
                    <a:pt x="21089" y="4848"/>
                    <a:pt x="20739" y="4908"/>
                    <a:pt x="20406" y="5051"/>
                  </a:cubicBezTo>
                  <a:cubicBezTo>
                    <a:pt x="20065" y="5119"/>
                    <a:pt x="19792" y="5290"/>
                    <a:pt x="19553" y="5563"/>
                  </a:cubicBezTo>
                  <a:cubicBezTo>
                    <a:pt x="19212" y="5802"/>
                    <a:pt x="19280" y="6313"/>
                    <a:pt x="19656" y="6484"/>
                  </a:cubicBezTo>
                  <a:cubicBezTo>
                    <a:pt x="19929" y="6655"/>
                    <a:pt x="20236" y="6723"/>
                    <a:pt x="20509" y="6791"/>
                  </a:cubicBezTo>
                  <a:cubicBezTo>
                    <a:pt x="20816" y="6825"/>
                    <a:pt x="21157" y="6859"/>
                    <a:pt x="21464" y="6859"/>
                  </a:cubicBezTo>
                  <a:lnTo>
                    <a:pt x="21874" y="6859"/>
                  </a:lnTo>
                  <a:lnTo>
                    <a:pt x="21874" y="8293"/>
                  </a:lnTo>
                  <a:lnTo>
                    <a:pt x="21567" y="8327"/>
                  </a:lnTo>
                  <a:cubicBezTo>
                    <a:pt x="19656" y="8429"/>
                    <a:pt x="17779" y="8941"/>
                    <a:pt x="16073" y="9760"/>
                  </a:cubicBezTo>
                  <a:cubicBezTo>
                    <a:pt x="14878" y="10306"/>
                    <a:pt x="13889" y="11159"/>
                    <a:pt x="13138" y="12183"/>
                  </a:cubicBezTo>
                  <a:cubicBezTo>
                    <a:pt x="12660" y="12865"/>
                    <a:pt x="12149" y="13547"/>
                    <a:pt x="11705" y="14230"/>
                  </a:cubicBezTo>
                  <a:cubicBezTo>
                    <a:pt x="11057" y="15185"/>
                    <a:pt x="10613" y="16277"/>
                    <a:pt x="10408" y="17403"/>
                  </a:cubicBezTo>
                  <a:cubicBezTo>
                    <a:pt x="10408" y="17472"/>
                    <a:pt x="10374" y="17540"/>
                    <a:pt x="10340" y="17608"/>
                  </a:cubicBezTo>
                  <a:cubicBezTo>
                    <a:pt x="10204" y="17915"/>
                    <a:pt x="9999" y="18188"/>
                    <a:pt x="9896" y="18461"/>
                  </a:cubicBezTo>
                  <a:cubicBezTo>
                    <a:pt x="9794" y="18666"/>
                    <a:pt x="9623" y="18802"/>
                    <a:pt x="9419" y="18802"/>
                  </a:cubicBezTo>
                  <a:cubicBezTo>
                    <a:pt x="7610" y="19075"/>
                    <a:pt x="5836" y="19417"/>
                    <a:pt x="4096" y="19826"/>
                  </a:cubicBezTo>
                  <a:cubicBezTo>
                    <a:pt x="3379" y="20031"/>
                    <a:pt x="2662" y="20201"/>
                    <a:pt x="1980" y="20440"/>
                  </a:cubicBezTo>
                  <a:cubicBezTo>
                    <a:pt x="1468" y="20577"/>
                    <a:pt x="1024" y="20816"/>
                    <a:pt x="649" y="21157"/>
                  </a:cubicBezTo>
                  <a:cubicBezTo>
                    <a:pt x="206" y="21498"/>
                    <a:pt x="1" y="22078"/>
                    <a:pt x="171" y="22624"/>
                  </a:cubicBezTo>
                  <a:cubicBezTo>
                    <a:pt x="240" y="22863"/>
                    <a:pt x="342" y="23068"/>
                    <a:pt x="547" y="23273"/>
                  </a:cubicBezTo>
                  <a:cubicBezTo>
                    <a:pt x="956" y="23716"/>
                    <a:pt x="1468" y="24126"/>
                    <a:pt x="2048" y="24433"/>
                  </a:cubicBezTo>
                  <a:cubicBezTo>
                    <a:pt x="2867" y="24910"/>
                    <a:pt x="3720" y="25320"/>
                    <a:pt x="4607" y="25627"/>
                  </a:cubicBezTo>
                  <a:cubicBezTo>
                    <a:pt x="6552" y="26310"/>
                    <a:pt x="8566" y="26855"/>
                    <a:pt x="10545" y="27333"/>
                  </a:cubicBezTo>
                  <a:cubicBezTo>
                    <a:pt x="10750" y="27367"/>
                    <a:pt x="10920" y="27504"/>
                    <a:pt x="10988" y="27709"/>
                  </a:cubicBezTo>
                  <a:cubicBezTo>
                    <a:pt x="11671" y="29381"/>
                    <a:pt x="12865" y="30814"/>
                    <a:pt x="14401" y="31837"/>
                  </a:cubicBezTo>
                  <a:cubicBezTo>
                    <a:pt x="14810" y="32110"/>
                    <a:pt x="15254" y="32383"/>
                    <a:pt x="15663" y="32691"/>
                  </a:cubicBezTo>
                  <a:cubicBezTo>
                    <a:pt x="15868" y="32793"/>
                    <a:pt x="16073" y="32861"/>
                    <a:pt x="16209" y="33066"/>
                  </a:cubicBezTo>
                  <a:cubicBezTo>
                    <a:pt x="16277" y="33168"/>
                    <a:pt x="16482" y="33237"/>
                    <a:pt x="16619" y="33305"/>
                  </a:cubicBezTo>
                  <a:cubicBezTo>
                    <a:pt x="16858" y="33407"/>
                    <a:pt x="17131" y="33475"/>
                    <a:pt x="17404" y="33578"/>
                  </a:cubicBezTo>
                  <a:lnTo>
                    <a:pt x="17438" y="33578"/>
                  </a:lnTo>
                  <a:cubicBezTo>
                    <a:pt x="17984" y="33851"/>
                    <a:pt x="18598" y="34055"/>
                    <a:pt x="19212" y="34158"/>
                  </a:cubicBezTo>
                  <a:cubicBezTo>
                    <a:pt x="19680" y="34243"/>
                    <a:pt x="20150" y="34285"/>
                    <a:pt x="20621" y="34285"/>
                  </a:cubicBezTo>
                  <a:cubicBezTo>
                    <a:pt x="21660" y="34285"/>
                    <a:pt x="22695" y="34080"/>
                    <a:pt x="23682" y="33680"/>
                  </a:cubicBezTo>
                  <a:cubicBezTo>
                    <a:pt x="23785" y="33646"/>
                    <a:pt x="23887" y="33612"/>
                    <a:pt x="23887" y="33578"/>
                  </a:cubicBezTo>
                  <a:cubicBezTo>
                    <a:pt x="24023" y="33509"/>
                    <a:pt x="24160" y="33441"/>
                    <a:pt x="24262" y="33373"/>
                  </a:cubicBezTo>
                  <a:cubicBezTo>
                    <a:pt x="24501" y="33305"/>
                    <a:pt x="24706" y="33168"/>
                    <a:pt x="24911" y="33032"/>
                  </a:cubicBezTo>
                  <a:cubicBezTo>
                    <a:pt x="25115" y="32861"/>
                    <a:pt x="25388" y="32691"/>
                    <a:pt x="25661" y="32622"/>
                  </a:cubicBezTo>
                  <a:cubicBezTo>
                    <a:pt x="26207" y="32349"/>
                    <a:pt x="26787" y="32076"/>
                    <a:pt x="27367" y="31803"/>
                  </a:cubicBezTo>
                  <a:cubicBezTo>
                    <a:pt x="28835" y="31087"/>
                    <a:pt x="30029" y="29927"/>
                    <a:pt x="30746" y="28493"/>
                  </a:cubicBezTo>
                  <a:cubicBezTo>
                    <a:pt x="30950" y="28084"/>
                    <a:pt x="31121" y="27674"/>
                    <a:pt x="31292" y="27265"/>
                  </a:cubicBezTo>
                  <a:lnTo>
                    <a:pt x="31565" y="27265"/>
                  </a:lnTo>
                  <a:cubicBezTo>
                    <a:pt x="33783" y="26855"/>
                    <a:pt x="36035" y="26412"/>
                    <a:pt x="38253" y="25866"/>
                  </a:cubicBezTo>
                  <a:cubicBezTo>
                    <a:pt x="39003" y="25661"/>
                    <a:pt x="39788" y="25388"/>
                    <a:pt x="40505" y="25047"/>
                  </a:cubicBezTo>
                  <a:cubicBezTo>
                    <a:pt x="41460" y="24603"/>
                    <a:pt x="42279" y="23955"/>
                    <a:pt x="42893" y="23102"/>
                  </a:cubicBezTo>
                  <a:cubicBezTo>
                    <a:pt x="42996" y="22965"/>
                    <a:pt x="43098" y="22829"/>
                    <a:pt x="43166" y="22692"/>
                  </a:cubicBezTo>
                  <a:cubicBezTo>
                    <a:pt x="43610" y="21976"/>
                    <a:pt x="43474" y="21020"/>
                    <a:pt x="42859" y="20474"/>
                  </a:cubicBezTo>
                  <a:cubicBezTo>
                    <a:pt x="42382" y="20031"/>
                    <a:pt x="41836" y="19724"/>
                    <a:pt x="41256" y="19485"/>
                  </a:cubicBezTo>
                  <a:cubicBezTo>
                    <a:pt x="40573" y="19212"/>
                    <a:pt x="39822" y="19007"/>
                    <a:pt x="39072" y="18871"/>
                  </a:cubicBezTo>
                  <a:cubicBezTo>
                    <a:pt x="37741" y="18632"/>
                    <a:pt x="36376" y="18393"/>
                    <a:pt x="35045" y="18188"/>
                  </a:cubicBezTo>
                  <a:lnTo>
                    <a:pt x="34704" y="18120"/>
                  </a:lnTo>
                  <a:cubicBezTo>
                    <a:pt x="34499" y="17608"/>
                    <a:pt x="34226" y="17130"/>
                    <a:pt x="33885" y="16721"/>
                  </a:cubicBezTo>
                  <a:cubicBezTo>
                    <a:pt x="33817" y="16619"/>
                    <a:pt x="33748" y="16516"/>
                    <a:pt x="33748" y="16414"/>
                  </a:cubicBezTo>
                  <a:cubicBezTo>
                    <a:pt x="33271" y="14639"/>
                    <a:pt x="32486" y="13002"/>
                    <a:pt x="31428" y="11568"/>
                  </a:cubicBezTo>
                  <a:cubicBezTo>
                    <a:pt x="30370" y="10306"/>
                    <a:pt x="29005" y="9384"/>
                    <a:pt x="27470" y="8907"/>
                  </a:cubicBezTo>
                  <a:cubicBezTo>
                    <a:pt x="26344" y="8497"/>
                    <a:pt x="25149" y="8293"/>
                    <a:pt x="23955" y="8258"/>
                  </a:cubicBezTo>
                  <a:lnTo>
                    <a:pt x="22351" y="8258"/>
                  </a:lnTo>
                  <a:cubicBezTo>
                    <a:pt x="22249" y="7815"/>
                    <a:pt x="22215" y="7337"/>
                    <a:pt x="22249" y="6859"/>
                  </a:cubicBezTo>
                  <a:cubicBezTo>
                    <a:pt x="22693" y="6791"/>
                    <a:pt x="23034" y="6723"/>
                    <a:pt x="23409" y="6655"/>
                  </a:cubicBezTo>
                  <a:cubicBezTo>
                    <a:pt x="23648" y="6586"/>
                    <a:pt x="23887" y="6518"/>
                    <a:pt x="24126" y="6416"/>
                  </a:cubicBezTo>
                  <a:cubicBezTo>
                    <a:pt x="24228" y="6347"/>
                    <a:pt x="24365" y="6279"/>
                    <a:pt x="24467" y="6177"/>
                  </a:cubicBezTo>
                  <a:cubicBezTo>
                    <a:pt x="24672" y="5972"/>
                    <a:pt x="24638" y="5597"/>
                    <a:pt x="24365" y="5460"/>
                  </a:cubicBezTo>
                  <a:cubicBezTo>
                    <a:pt x="24262" y="5358"/>
                    <a:pt x="24126" y="5290"/>
                    <a:pt x="24023" y="5256"/>
                  </a:cubicBezTo>
                  <a:cubicBezTo>
                    <a:pt x="23580" y="5119"/>
                    <a:pt x="23102" y="5017"/>
                    <a:pt x="22658" y="4914"/>
                  </a:cubicBezTo>
                  <a:cubicBezTo>
                    <a:pt x="22556" y="4880"/>
                    <a:pt x="22454" y="4880"/>
                    <a:pt x="22317" y="4880"/>
                  </a:cubicBezTo>
                  <a:cubicBezTo>
                    <a:pt x="22351" y="4402"/>
                    <a:pt x="22351" y="3925"/>
                    <a:pt x="22385" y="3481"/>
                  </a:cubicBezTo>
                  <a:cubicBezTo>
                    <a:pt x="23170" y="3276"/>
                    <a:pt x="23546" y="2935"/>
                    <a:pt x="23580" y="2457"/>
                  </a:cubicBezTo>
                  <a:cubicBezTo>
                    <a:pt x="23614" y="1946"/>
                    <a:pt x="23239" y="1468"/>
                    <a:pt x="22522" y="1195"/>
                  </a:cubicBezTo>
                  <a:cubicBezTo>
                    <a:pt x="22522" y="922"/>
                    <a:pt x="22522" y="615"/>
                    <a:pt x="22556" y="342"/>
                  </a:cubicBezTo>
                  <a:cubicBezTo>
                    <a:pt x="22590" y="35"/>
                    <a:pt x="22522" y="1"/>
                    <a:pt x="22420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6" name="Google Shape;2566;p14"/>
            <p:cNvSpPr/>
            <p:nvPr/>
          </p:nvSpPr>
          <p:spPr>
            <a:xfrm>
              <a:off x="183600" y="1766880"/>
              <a:ext cx="757080" cy="86760"/>
            </a:xfrm>
            <a:custGeom>
              <a:avLst/>
              <a:gdLst>
                <a:gd name="textAreaLeft" fmla="*/ 0 w 757080"/>
                <a:gd name="textAreaRight" fmla="*/ 757440 w 75708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40675" h="4671">
                  <a:moveTo>
                    <a:pt x="23848" y="1"/>
                  </a:moveTo>
                  <a:cubicBezTo>
                    <a:pt x="23645" y="1"/>
                    <a:pt x="23441" y="2"/>
                    <a:pt x="23238" y="4"/>
                  </a:cubicBezTo>
                  <a:cubicBezTo>
                    <a:pt x="18154" y="38"/>
                    <a:pt x="13069" y="482"/>
                    <a:pt x="8053" y="1266"/>
                  </a:cubicBezTo>
                  <a:cubicBezTo>
                    <a:pt x="6654" y="1437"/>
                    <a:pt x="5255" y="1676"/>
                    <a:pt x="3890" y="2017"/>
                  </a:cubicBezTo>
                  <a:cubicBezTo>
                    <a:pt x="3208" y="2222"/>
                    <a:pt x="2525" y="2392"/>
                    <a:pt x="1809" y="2597"/>
                  </a:cubicBezTo>
                  <a:cubicBezTo>
                    <a:pt x="1399" y="2734"/>
                    <a:pt x="990" y="2938"/>
                    <a:pt x="649" y="3246"/>
                  </a:cubicBezTo>
                  <a:cubicBezTo>
                    <a:pt x="444" y="3416"/>
                    <a:pt x="239" y="3655"/>
                    <a:pt x="103" y="3860"/>
                  </a:cubicBezTo>
                  <a:cubicBezTo>
                    <a:pt x="0" y="3962"/>
                    <a:pt x="34" y="4133"/>
                    <a:pt x="137" y="4167"/>
                  </a:cubicBezTo>
                  <a:cubicBezTo>
                    <a:pt x="175" y="4186"/>
                    <a:pt x="208" y="4194"/>
                    <a:pt x="237" y="4194"/>
                  </a:cubicBezTo>
                  <a:cubicBezTo>
                    <a:pt x="311" y="4194"/>
                    <a:pt x="360" y="4138"/>
                    <a:pt x="410" y="4064"/>
                  </a:cubicBezTo>
                  <a:cubicBezTo>
                    <a:pt x="819" y="3484"/>
                    <a:pt x="1433" y="3041"/>
                    <a:pt x="2116" y="2904"/>
                  </a:cubicBezTo>
                  <a:cubicBezTo>
                    <a:pt x="3447" y="2495"/>
                    <a:pt x="4846" y="2154"/>
                    <a:pt x="6211" y="1915"/>
                  </a:cubicBezTo>
                  <a:cubicBezTo>
                    <a:pt x="9043" y="1471"/>
                    <a:pt x="11841" y="1062"/>
                    <a:pt x="14673" y="823"/>
                  </a:cubicBezTo>
                  <a:cubicBezTo>
                    <a:pt x="17549" y="535"/>
                    <a:pt x="20438" y="405"/>
                    <a:pt x="23333" y="405"/>
                  </a:cubicBezTo>
                  <a:cubicBezTo>
                    <a:pt x="24904" y="405"/>
                    <a:pt x="26477" y="444"/>
                    <a:pt x="28049" y="516"/>
                  </a:cubicBezTo>
                  <a:cubicBezTo>
                    <a:pt x="30336" y="652"/>
                    <a:pt x="32622" y="925"/>
                    <a:pt x="34874" y="1335"/>
                  </a:cubicBezTo>
                  <a:cubicBezTo>
                    <a:pt x="36239" y="1539"/>
                    <a:pt x="37536" y="1983"/>
                    <a:pt x="38764" y="2597"/>
                  </a:cubicBezTo>
                  <a:cubicBezTo>
                    <a:pt x="39139" y="2836"/>
                    <a:pt x="39549" y="3109"/>
                    <a:pt x="39924" y="3382"/>
                  </a:cubicBezTo>
                  <a:cubicBezTo>
                    <a:pt x="40061" y="3484"/>
                    <a:pt x="40163" y="3621"/>
                    <a:pt x="40265" y="3791"/>
                  </a:cubicBezTo>
                  <a:cubicBezTo>
                    <a:pt x="40402" y="3962"/>
                    <a:pt x="40402" y="4201"/>
                    <a:pt x="40265" y="4372"/>
                  </a:cubicBezTo>
                  <a:cubicBezTo>
                    <a:pt x="40265" y="4406"/>
                    <a:pt x="40231" y="4440"/>
                    <a:pt x="40231" y="4474"/>
                  </a:cubicBezTo>
                  <a:lnTo>
                    <a:pt x="40231" y="4645"/>
                  </a:lnTo>
                  <a:cubicBezTo>
                    <a:pt x="40231" y="4662"/>
                    <a:pt x="40274" y="4670"/>
                    <a:pt x="40321" y="4670"/>
                  </a:cubicBezTo>
                  <a:cubicBezTo>
                    <a:pt x="40368" y="4670"/>
                    <a:pt x="40419" y="4662"/>
                    <a:pt x="40436" y="4645"/>
                  </a:cubicBezTo>
                  <a:cubicBezTo>
                    <a:pt x="40572" y="4542"/>
                    <a:pt x="40641" y="4406"/>
                    <a:pt x="40675" y="4235"/>
                  </a:cubicBezTo>
                  <a:cubicBezTo>
                    <a:pt x="40675" y="4030"/>
                    <a:pt x="40675" y="3826"/>
                    <a:pt x="40607" y="3621"/>
                  </a:cubicBezTo>
                  <a:cubicBezTo>
                    <a:pt x="40470" y="3382"/>
                    <a:pt x="40265" y="3143"/>
                    <a:pt x="40027" y="2973"/>
                  </a:cubicBezTo>
                  <a:cubicBezTo>
                    <a:pt x="39412" y="2461"/>
                    <a:pt x="38730" y="2085"/>
                    <a:pt x="38013" y="1812"/>
                  </a:cubicBezTo>
                  <a:cubicBezTo>
                    <a:pt x="36785" y="1335"/>
                    <a:pt x="35488" y="993"/>
                    <a:pt x="34157" y="789"/>
                  </a:cubicBezTo>
                  <a:cubicBezTo>
                    <a:pt x="30742" y="273"/>
                    <a:pt x="27296" y="1"/>
                    <a:pt x="2384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560" bIns="43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7" name="Google Shape;2567;p14"/>
            <p:cNvSpPr/>
            <p:nvPr/>
          </p:nvSpPr>
          <p:spPr>
            <a:xfrm>
              <a:off x="723240" y="1795320"/>
              <a:ext cx="42840" cy="342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2322" h="1852">
                  <a:moveTo>
                    <a:pt x="1192" y="396"/>
                  </a:moveTo>
                  <a:cubicBezTo>
                    <a:pt x="1376" y="396"/>
                    <a:pt x="1562" y="464"/>
                    <a:pt x="1707" y="609"/>
                  </a:cubicBezTo>
                  <a:cubicBezTo>
                    <a:pt x="1980" y="814"/>
                    <a:pt x="1912" y="1258"/>
                    <a:pt x="1570" y="1394"/>
                  </a:cubicBezTo>
                  <a:cubicBezTo>
                    <a:pt x="1447" y="1449"/>
                    <a:pt x="1319" y="1476"/>
                    <a:pt x="1194" y="1476"/>
                  </a:cubicBezTo>
                  <a:cubicBezTo>
                    <a:pt x="1007" y="1476"/>
                    <a:pt x="826" y="1415"/>
                    <a:pt x="683" y="1292"/>
                  </a:cubicBezTo>
                  <a:cubicBezTo>
                    <a:pt x="547" y="1190"/>
                    <a:pt x="478" y="1019"/>
                    <a:pt x="512" y="882"/>
                  </a:cubicBezTo>
                  <a:cubicBezTo>
                    <a:pt x="617" y="568"/>
                    <a:pt x="902" y="396"/>
                    <a:pt x="1192" y="396"/>
                  </a:cubicBezTo>
                  <a:close/>
                  <a:moveTo>
                    <a:pt x="1227" y="0"/>
                  </a:moveTo>
                  <a:cubicBezTo>
                    <a:pt x="1014" y="0"/>
                    <a:pt x="799" y="65"/>
                    <a:pt x="615" y="200"/>
                  </a:cubicBezTo>
                  <a:cubicBezTo>
                    <a:pt x="512" y="268"/>
                    <a:pt x="444" y="336"/>
                    <a:pt x="376" y="405"/>
                  </a:cubicBezTo>
                  <a:cubicBezTo>
                    <a:pt x="1" y="746"/>
                    <a:pt x="69" y="1360"/>
                    <a:pt x="512" y="1633"/>
                  </a:cubicBezTo>
                  <a:cubicBezTo>
                    <a:pt x="719" y="1781"/>
                    <a:pt x="957" y="1852"/>
                    <a:pt x="1195" y="1852"/>
                  </a:cubicBezTo>
                  <a:cubicBezTo>
                    <a:pt x="1506" y="1852"/>
                    <a:pt x="1816" y="1729"/>
                    <a:pt x="2048" y="1497"/>
                  </a:cubicBezTo>
                  <a:cubicBezTo>
                    <a:pt x="2287" y="1258"/>
                    <a:pt x="2321" y="882"/>
                    <a:pt x="2150" y="575"/>
                  </a:cubicBezTo>
                  <a:cubicBezTo>
                    <a:pt x="1976" y="204"/>
                    <a:pt x="1605" y="0"/>
                    <a:pt x="1227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8" name="Google Shape;2568;p14"/>
            <p:cNvSpPr/>
            <p:nvPr/>
          </p:nvSpPr>
          <p:spPr>
            <a:xfrm>
              <a:off x="552240" y="1791000"/>
              <a:ext cx="37800" cy="3384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048" h="1841">
                  <a:moveTo>
                    <a:pt x="717" y="381"/>
                  </a:moveTo>
                  <a:cubicBezTo>
                    <a:pt x="956" y="381"/>
                    <a:pt x="1195" y="483"/>
                    <a:pt x="1365" y="654"/>
                  </a:cubicBezTo>
                  <a:cubicBezTo>
                    <a:pt x="1604" y="893"/>
                    <a:pt x="1536" y="1302"/>
                    <a:pt x="1195" y="1439"/>
                  </a:cubicBezTo>
                  <a:lnTo>
                    <a:pt x="1195" y="1405"/>
                  </a:lnTo>
                  <a:cubicBezTo>
                    <a:pt x="1114" y="1445"/>
                    <a:pt x="1023" y="1464"/>
                    <a:pt x="929" y="1464"/>
                  </a:cubicBezTo>
                  <a:cubicBezTo>
                    <a:pt x="785" y="1464"/>
                    <a:pt x="636" y="1419"/>
                    <a:pt x="512" y="1336"/>
                  </a:cubicBezTo>
                  <a:cubicBezTo>
                    <a:pt x="444" y="1268"/>
                    <a:pt x="410" y="1166"/>
                    <a:pt x="410" y="1063"/>
                  </a:cubicBezTo>
                  <a:cubicBezTo>
                    <a:pt x="410" y="859"/>
                    <a:pt x="444" y="688"/>
                    <a:pt x="512" y="517"/>
                  </a:cubicBezTo>
                  <a:cubicBezTo>
                    <a:pt x="547" y="449"/>
                    <a:pt x="649" y="415"/>
                    <a:pt x="717" y="381"/>
                  </a:cubicBezTo>
                  <a:close/>
                  <a:moveTo>
                    <a:pt x="635" y="0"/>
                  </a:moveTo>
                  <a:cubicBezTo>
                    <a:pt x="595" y="0"/>
                    <a:pt x="554" y="2"/>
                    <a:pt x="512" y="5"/>
                  </a:cubicBezTo>
                  <a:cubicBezTo>
                    <a:pt x="410" y="40"/>
                    <a:pt x="308" y="108"/>
                    <a:pt x="239" y="210"/>
                  </a:cubicBezTo>
                  <a:cubicBezTo>
                    <a:pt x="137" y="483"/>
                    <a:pt x="69" y="756"/>
                    <a:pt x="1" y="1063"/>
                  </a:cubicBezTo>
                  <a:cubicBezTo>
                    <a:pt x="1" y="1268"/>
                    <a:pt x="103" y="1507"/>
                    <a:pt x="274" y="1609"/>
                  </a:cubicBezTo>
                  <a:cubicBezTo>
                    <a:pt x="465" y="1758"/>
                    <a:pt x="709" y="1841"/>
                    <a:pt x="956" y="1841"/>
                  </a:cubicBezTo>
                  <a:cubicBezTo>
                    <a:pt x="1106" y="1841"/>
                    <a:pt x="1258" y="1810"/>
                    <a:pt x="1400" y="1746"/>
                  </a:cubicBezTo>
                  <a:cubicBezTo>
                    <a:pt x="1946" y="1473"/>
                    <a:pt x="2048" y="756"/>
                    <a:pt x="1604" y="381"/>
                  </a:cubicBezTo>
                  <a:cubicBezTo>
                    <a:pt x="1328" y="135"/>
                    <a:pt x="997" y="0"/>
                    <a:pt x="63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9" name="Google Shape;2569;p14"/>
            <p:cNvSpPr/>
            <p:nvPr/>
          </p:nvSpPr>
          <p:spPr>
            <a:xfrm>
              <a:off x="369720" y="1805760"/>
              <a:ext cx="40320" cy="3276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185" h="1770">
                  <a:moveTo>
                    <a:pt x="967" y="385"/>
                  </a:moveTo>
                  <a:cubicBezTo>
                    <a:pt x="1010" y="385"/>
                    <a:pt x="1061" y="396"/>
                    <a:pt x="1126" y="418"/>
                  </a:cubicBezTo>
                  <a:cubicBezTo>
                    <a:pt x="1195" y="452"/>
                    <a:pt x="1297" y="520"/>
                    <a:pt x="1365" y="554"/>
                  </a:cubicBezTo>
                  <a:cubicBezTo>
                    <a:pt x="1672" y="793"/>
                    <a:pt x="1672" y="1134"/>
                    <a:pt x="1195" y="1339"/>
                  </a:cubicBezTo>
                  <a:cubicBezTo>
                    <a:pt x="1126" y="1356"/>
                    <a:pt x="1058" y="1365"/>
                    <a:pt x="994" y="1365"/>
                  </a:cubicBezTo>
                  <a:cubicBezTo>
                    <a:pt x="930" y="1365"/>
                    <a:pt x="870" y="1356"/>
                    <a:pt x="819" y="1339"/>
                  </a:cubicBezTo>
                  <a:cubicBezTo>
                    <a:pt x="614" y="1339"/>
                    <a:pt x="478" y="1100"/>
                    <a:pt x="580" y="930"/>
                  </a:cubicBezTo>
                  <a:cubicBezTo>
                    <a:pt x="614" y="793"/>
                    <a:pt x="683" y="691"/>
                    <a:pt x="751" y="554"/>
                  </a:cubicBezTo>
                  <a:cubicBezTo>
                    <a:pt x="821" y="438"/>
                    <a:pt x="875" y="385"/>
                    <a:pt x="967" y="385"/>
                  </a:cubicBezTo>
                  <a:close/>
                  <a:moveTo>
                    <a:pt x="885" y="0"/>
                  </a:moveTo>
                  <a:cubicBezTo>
                    <a:pt x="642" y="0"/>
                    <a:pt x="526" y="93"/>
                    <a:pt x="410" y="384"/>
                  </a:cubicBezTo>
                  <a:cubicBezTo>
                    <a:pt x="341" y="486"/>
                    <a:pt x="273" y="623"/>
                    <a:pt x="239" y="759"/>
                  </a:cubicBezTo>
                  <a:cubicBezTo>
                    <a:pt x="0" y="1169"/>
                    <a:pt x="273" y="1646"/>
                    <a:pt x="717" y="1749"/>
                  </a:cubicBezTo>
                  <a:cubicBezTo>
                    <a:pt x="804" y="1761"/>
                    <a:pt x="896" y="1769"/>
                    <a:pt x="988" y="1769"/>
                  </a:cubicBezTo>
                  <a:cubicBezTo>
                    <a:pt x="1146" y="1769"/>
                    <a:pt x="1304" y="1745"/>
                    <a:pt x="1433" y="1680"/>
                  </a:cubicBezTo>
                  <a:cubicBezTo>
                    <a:pt x="2013" y="1339"/>
                    <a:pt x="2184" y="691"/>
                    <a:pt x="1570" y="247"/>
                  </a:cubicBezTo>
                  <a:cubicBezTo>
                    <a:pt x="1399" y="145"/>
                    <a:pt x="1195" y="42"/>
                    <a:pt x="1024" y="8"/>
                  </a:cubicBezTo>
                  <a:cubicBezTo>
                    <a:pt x="973" y="3"/>
                    <a:pt x="927" y="0"/>
                    <a:pt x="88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0" name="Google Shape;2570;p14"/>
            <p:cNvSpPr/>
            <p:nvPr/>
          </p:nvSpPr>
          <p:spPr>
            <a:xfrm>
              <a:off x="381960" y="1897560"/>
              <a:ext cx="90720" cy="3780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4881" h="2056">
                  <a:moveTo>
                    <a:pt x="4300" y="0"/>
                  </a:moveTo>
                  <a:cubicBezTo>
                    <a:pt x="3856" y="137"/>
                    <a:pt x="3413" y="239"/>
                    <a:pt x="2969" y="375"/>
                  </a:cubicBezTo>
                  <a:cubicBezTo>
                    <a:pt x="2594" y="478"/>
                    <a:pt x="2253" y="614"/>
                    <a:pt x="1877" y="717"/>
                  </a:cubicBezTo>
                  <a:cubicBezTo>
                    <a:pt x="1263" y="956"/>
                    <a:pt x="683" y="1263"/>
                    <a:pt x="205" y="1672"/>
                  </a:cubicBezTo>
                  <a:cubicBezTo>
                    <a:pt x="171" y="1706"/>
                    <a:pt x="137" y="1706"/>
                    <a:pt x="103" y="1740"/>
                  </a:cubicBezTo>
                  <a:cubicBezTo>
                    <a:pt x="35" y="1843"/>
                    <a:pt x="1" y="1945"/>
                    <a:pt x="69" y="2013"/>
                  </a:cubicBezTo>
                  <a:cubicBezTo>
                    <a:pt x="120" y="2047"/>
                    <a:pt x="163" y="2056"/>
                    <a:pt x="197" y="2056"/>
                  </a:cubicBezTo>
                  <a:cubicBezTo>
                    <a:pt x="231" y="2056"/>
                    <a:pt x="256" y="2047"/>
                    <a:pt x="274" y="2047"/>
                  </a:cubicBezTo>
                  <a:lnTo>
                    <a:pt x="547" y="1843"/>
                  </a:lnTo>
                  <a:cubicBezTo>
                    <a:pt x="1263" y="1365"/>
                    <a:pt x="2048" y="990"/>
                    <a:pt x="2867" y="785"/>
                  </a:cubicBezTo>
                  <a:cubicBezTo>
                    <a:pt x="3276" y="683"/>
                    <a:pt x="3686" y="580"/>
                    <a:pt x="4095" y="478"/>
                  </a:cubicBezTo>
                  <a:cubicBezTo>
                    <a:pt x="4300" y="410"/>
                    <a:pt x="4505" y="410"/>
                    <a:pt x="4710" y="341"/>
                  </a:cubicBezTo>
                  <a:cubicBezTo>
                    <a:pt x="4778" y="341"/>
                    <a:pt x="4846" y="273"/>
                    <a:pt x="4880" y="205"/>
                  </a:cubicBezTo>
                  <a:cubicBezTo>
                    <a:pt x="4880" y="137"/>
                    <a:pt x="4846" y="34"/>
                    <a:pt x="4778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1" name="Google Shape;2571;p14"/>
            <p:cNvSpPr/>
            <p:nvPr/>
          </p:nvSpPr>
          <p:spPr>
            <a:xfrm>
              <a:off x="596160" y="1910880"/>
              <a:ext cx="93600" cy="3024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5051" h="1639">
                  <a:moveTo>
                    <a:pt x="239" y="1"/>
                  </a:moveTo>
                  <a:cubicBezTo>
                    <a:pt x="137" y="1"/>
                    <a:pt x="34" y="35"/>
                    <a:pt x="34" y="137"/>
                  </a:cubicBezTo>
                  <a:cubicBezTo>
                    <a:pt x="0" y="240"/>
                    <a:pt x="68" y="342"/>
                    <a:pt x="171" y="376"/>
                  </a:cubicBezTo>
                  <a:cubicBezTo>
                    <a:pt x="273" y="376"/>
                    <a:pt x="375" y="410"/>
                    <a:pt x="444" y="410"/>
                  </a:cubicBezTo>
                  <a:cubicBezTo>
                    <a:pt x="1399" y="615"/>
                    <a:pt x="2320" y="785"/>
                    <a:pt x="3242" y="1024"/>
                  </a:cubicBezTo>
                  <a:cubicBezTo>
                    <a:pt x="3719" y="1161"/>
                    <a:pt x="4197" y="1331"/>
                    <a:pt x="4641" y="1536"/>
                  </a:cubicBezTo>
                  <a:lnTo>
                    <a:pt x="4880" y="1639"/>
                  </a:lnTo>
                  <a:cubicBezTo>
                    <a:pt x="5016" y="1570"/>
                    <a:pt x="5050" y="1434"/>
                    <a:pt x="4982" y="1366"/>
                  </a:cubicBezTo>
                  <a:cubicBezTo>
                    <a:pt x="4880" y="1297"/>
                    <a:pt x="4811" y="1229"/>
                    <a:pt x="4709" y="1195"/>
                  </a:cubicBezTo>
                  <a:cubicBezTo>
                    <a:pt x="3992" y="820"/>
                    <a:pt x="3242" y="581"/>
                    <a:pt x="2491" y="410"/>
                  </a:cubicBezTo>
                  <a:cubicBezTo>
                    <a:pt x="1843" y="274"/>
                    <a:pt x="1160" y="171"/>
                    <a:pt x="478" y="35"/>
                  </a:cubicBezTo>
                  <a:cubicBezTo>
                    <a:pt x="410" y="35"/>
                    <a:pt x="307" y="1"/>
                    <a:pt x="239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2" name="Google Shape;2572;p14"/>
            <p:cNvSpPr/>
            <p:nvPr/>
          </p:nvSpPr>
          <p:spPr>
            <a:xfrm>
              <a:off x="452520" y="1978560"/>
              <a:ext cx="89280" cy="35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4812" h="1926">
                  <a:moveTo>
                    <a:pt x="4400" y="1"/>
                  </a:moveTo>
                  <a:cubicBezTo>
                    <a:pt x="4265" y="1"/>
                    <a:pt x="4137" y="25"/>
                    <a:pt x="3993" y="49"/>
                  </a:cubicBezTo>
                  <a:cubicBezTo>
                    <a:pt x="3310" y="254"/>
                    <a:pt x="2628" y="458"/>
                    <a:pt x="1945" y="663"/>
                  </a:cubicBezTo>
                  <a:cubicBezTo>
                    <a:pt x="1399" y="834"/>
                    <a:pt x="853" y="1107"/>
                    <a:pt x="376" y="1448"/>
                  </a:cubicBezTo>
                  <a:cubicBezTo>
                    <a:pt x="307" y="1482"/>
                    <a:pt x="239" y="1550"/>
                    <a:pt x="171" y="1619"/>
                  </a:cubicBezTo>
                  <a:cubicBezTo>
                    <a:pt x="68" y="1687"/>
                    <a:pt x="0" y="1789"/>
                    <a:pt x="103" y="1857"/>
                  </a:cubicBezTo>
                  <a:cubicBezTo>
                    <a:pt x="171" y="1926"/>
                    <a:pt x="239" y="1892"/>
                    <a:pt x="307" y="1926"/>
                  </a:cubicBezTo>
                  <a:lnTo>
                    <a:pt x="717" y="1653"/>
                  </a:lnTo>
                  <a:cubicBezTo>
                    <a:pt x="1263" y="1311"/>
                    <a:pt x="1843" y="1073"/>
                    <a:pt x="2457" y="868"/>
                  </a:cubicBezTo>
                  <a:cubicBezTo>
                    <a:pt x="2935" y="731"/>
                    <a:pt x="3413" y="595"/>
                    <a:pt x="3890" y="458"/>
                  </a:cubicBezTo>
                  <a:cubicBezTo>
                    <a:pt x="4095" y="424"/>
                    <a:pt x="4334" y="390"/>
                    <a:pt x="4539" y="390"/>
                  </a:cubicBezTo>
                  <a:cubicBezTo>
                    <a:pt x="4675" y="390"/>
                    <a:pt x="4777" y="390"/>
                    <a:pt x="4812" y="220"/>
                  </a:cubicBezTo>
                  <a:cubicBezTo>
                    <a:pt x="4812" y="83"/>
                    <a:pt x="4709" y="15"/>
                    <a:pt x="4573" y="15"/>
                  </a:cubicBezTo>
                  <a:cubicBezTo>
                    <a:pt x="4513" y="5"/>
                    <a:pt x="4456" y="1"/>
                    <a:pt x="4400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3" name="Google Shape;2573;p14"/>
            <p:cNvSpPr/>
            <p:nvPr/>
          </p:nvSpPr>
          <p:spPr>
            <a:xfrm>
              <a:off x="561960" y="1978560"/>
              <a:ext cx="77040" cy="3204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4164" h="1733">
                  <a:moveTo>
                    <a:pt x="239" y="1"/>
                  </a:moveTo>
                  <a:cubicBezTo>
                    <a:pt x="103" y="1"/>
                    <a:pt x="0" y="35"/>
                    <a:pt x="0" y="137"/>
                  </a:cubicBezTo>
                  <a:cubicBezTo>
                    <a:pt x="0" y="240"/>
                    <a:pt x="69" y="274"/>
                    <a:pt x="137" y="342"/>
                  </a:cubicBezTo>
                  <a:cubicBezTo>
                    <a:pt x="171" y="376"/>
                    <a:pt x="239" y="376"/>
                    <a:pt x="273" y="376"/>
                  </a:cubicBezTo>
                  <a:cubicBezTo>
                    <a:pt x="1229" y="683"/>
                    <a:pt x="2184" y="990"/>
                    <a:pt x="3106" y="1332"/>
                  </a:cubicBezTo>
                  <a:cubicBezTo>
                    <a:pt x="3379" y="1434"/>
                    <a:pt x="3617" y="1605"/>
                    <a:pt x="3890" y="1707"/>
                  </a:cubicBezTo>
                  <a:cubicBezTo>
                    <a:pt x="3925" y="1724"/>
                    <a:pt x="3967" y="1733"/>
                    <a:pt x="4010" y="1733"/>
                  </a:cubicBezTo>
                  <a:cubicBezTo>
                    <a:pt x="4053" y="1733"/>
                    <a:pt x="4095" y="1724"/>
                    <a:pt x="4129" y="1707"/>
                  </a:cubicBezTo>
                  <a:cubicBezTo>
                    <a:pt x="4163" y="1707"/>
                    <a:pt x="4163" y="1605"/>
                    <a:pt x="4163" y="1536"/>
                  </a:cubicBezTo>
                  <a:cubicBezTo>
                    <a:pt x="4129" y="1468"/>
                    <a:pt x="4061" y="1400"/>
                    <a:pt x="3993" y="1332"/>
                  </a:cubicBezTo>
                  <a:cubicBezTo>
                    <a:pt x="3856" y="1263"/>
                    <a:pt x="3720" y="1161"/>
                    <a:pt x="3549" y="1127"/>
                  </a:cubicBezTo>
                  <a:cubicBezTo>
                    <a:pt x="2594" y="752"/>
                    <a:pt x="1638" y="410"/>
                    <a:pt x="649" y="69"/>
                  </a:cubicBezTo>
                  <a:cubicBezTo>
                    <a:pt x="512" y="35"/>
                    <a:pt x="376" y="1"/>
                    <a:pt x="239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4" name="Google Shape;2574;p14"/>
            <p:cNvSpPr/>
            <p:nvPr/>
          </p:nvSpPr>
          <p:spPr>
            <a:xfrm>
              <a:off x="660240" y="1903680"/>
              <a:ext cx="62640" cy="302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3379" h="1652">
                  <a:moveTo>
                    <a:pt x="239" y="0"/>
                  </a:moveTo>
                  <a:cubicBezTo>
                    <a:pt x="69" y="0"/>
                    <a:pt x="0" y="137"/>
                    <a:pt x="103" y="273"/>
                  </a:cubicBezTo>
                  <a:cubicBezTo>
                    <a:pt x="171" y="307"/>
                    <a:pt x="239" y="342"/>
                    <a:pt x="308" y="376"/>
                  </a:cubicBezTo>
                  <a:cubicBezTo>
                    <a:pt x="1092" y="580"/>
                    <a:pt x="1877" y="887"/>
                    <a:pt x="2594" y="1297"/>
                  </a:cubicBezTo>
                  <a:cubicBezTo>
                    <a:pt x="2764" y="1399"/>
                    <a:pt x="2935" y="1502"/>
                    <a:pt x="3106" y="1604"/>
                  </a:cubicBezTo>
                  <a:cubicBezTo>
                    <a:pt x="3152" y="1635"/>
                    <a:pt x="3198" y="1652"/>
                    <a:pt x="3238" y="1652"/>
                  </a:cubicBezTo>
                  <a:cubicBezTo>
                    <a:pt x="3286" y="1652"/>
                    <a:pt x="3326" y="1626"/>
                    <a:pt x="3345" y="1570"/>
                  </a:cubicBezTo>
                  <a:cubicBezTo>
                    <a:pt x="3379" y="1502"/>
                    <a:pt x="3345" y="1399"/>
                    <a:pt x="3310" y="1331"/>
                  </a:cubicBezTo>
                  <a:cubicBezTo>
                    <a:pt x="3276" y="1297"/>
                    <a:pt x="3208" y="1263"/>
                    <a:pt x="3174" y="1229"/>
                  </a:cubicBezTo>
                  <a:cubicBezTo>
                    <a:pt x="2389" y="751"/>
                    <a:pt x="1536" y="342"/>
                    <a:pt x="649" y="69"/>
                  </a:cubicBezTo>
                  <a:cubicBezTo>
                    <a:pt x="512" y="34"/>
                    <a:pt x="376" y="0"/>
                    <a:pt x="23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5" name="Google Shape;2575;p14"/>
            <p:cNvSpPr/>
            <p:nvPr/>
          </p:nvSpPr>
          <p:spPr>
            <a:xfrm>
              <a:off x="409320" y="1945080"/>
              <a:ext cx="49320" cy="3276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663" h="1778">
                  <a:moveTo>
                    <a:pt x="2437" y="0"/>
                  </a:moveTo>
                  <a:cubicBezTo>
                    <a:pt x="2399" y="0"/>
                    <a:pt x="2360" y="11"/>
                    <a:pt x="2321" y="37"/>
                  </a:cubicBezTo>
                  <a:cubicBezTo>
                    <a:pt x="2014" y="174"/>
                    <a:pt x="1741" y="310"/>
                    <a:pt x="1468" y="481"/>
                  </a:cubicBezTo>
                  <a:cubicBezTo>
                    <a:pt x="1059" y="754"/>
                    <a:pt x="649" y="1061"/>
                    <a:pt x="240" y="1334"/>
                  </a:cubicBezTo>
                  <a:cubicBezTo>
                    <a:pt x="171" y="1368"/>
                    <a:pt x="103" y="1436"/>
                    <a:pt x="35" y="1505"/>
                  </a:cubicBezTo>
                  <a:cubicBezTo>
                    <a:pt x="1" y="1573"/>
                    <a:pt x="1" y="1641"/>
                    <a:pt x="35" y="1744"/>
                  </a:cubicBezTo>
                  <a:cubicBezTo>
                    <a:pt x="69" y="1778"/>
                    <a:pt x="206" y="1778"/>
                    <a:pt x="206" y="1778"/>
                  </a:cubicBezTo>
                  <a:cubicBezTo>
                    <a:pt x="615" y="1471"/>
                    <a:pt x="956" y="1232"/>
                    <a:pt x="1298" y="993"/>
                  </a:cubicBezTo>
                  <a:cubicBezTo>
                    <a:pt x="1639" y="788"/>
                    <a:pt x="2048" y="583"/>
                    <a:pt x="2424" y="345"/>
                  </a:cubicBezTo>
                  <a:cubicBezTo>
                    <a:pt x="2560" y="276"/>
                    <a:pt x="2662" y="242"/>
                    <a:pt x="2594" y="72"/>
                  </a:cubicBezTo>
                  <a:cubicBezTo>
                    <a:pt x="2552" y="29"/>
                    <a:pt x="2497" y="0"/>
                    <a:pt x="2437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6" name="Google Shape;2576;p14"/>
            <p:cNvSpPr/>
            <p:nvPr/>
          </p:nvSpPr>
          <p:spPr>
            <a:xfrm>
              <a:off x="390960" y="1925280"/>
              <a:ext cx="39600" cy="3132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2151" h="1692">
                  <a:moveTo>
                    <a:pt x="1809" y="0"/>
                  </a:moveTo>
                  <a:cubicBezTo>
                    <a:pt x="1263" y="444"/>
                    <a:pt x="717" y="854"/>
                    <a:pt x="205" y="1263"/>
                  </a:cubicBezTo>
                  <a:cubicBezTo>
                    <a:pt x="103" y="1331"/>
                    <a:pt x="0" y="1468"/>
                    <a:pt x="69" y="1604"/>
                  </a:cubicBezTo>
                  <a:cubicBezTo>
                    <a:pt x="106" y="1666"/>
                    <a:pt x="138" y="1692"/>
                    <a:pt x="174" y="1692"/>
                  </a:cubicBezTo>
                  <a:cubicBezTo>
                    <a:pt x="238" y="1692"/>
                    <a:pt x="313" y="1611"/>
                    <a:pt x="444" y="1502"/>
                  </a:cubicBezTo>
                  <a:cubicBezTo>
                    <a:pt x="785" y="1229"/>
                    <a:pt x="1195" y="956"/>
                    <a:pt x="1570" y="649"/>
                  </a:cubicBezTo>
                  <a:cubicBezTo>
                    <a:pt x="1706" y="546"/>
                    <a:pt x="1877" y="444"/>
                    <a:pt x="2048" y="308"/>
                  </a:cubicBezTo>
                  <a:cubicBezTo>
                    <a:pt x="2116" y="239"/>
                    <a:pt x="2150" y="137"/>
                    <a:pt x="2082" y="69"/>
                  </a:cubicBezTo>
                  <a:cubicBezTo>
                    <a:pt x="1979" y="0"/>
                    <a:pt x="1911" y="0"/>
                    <a:pt x="180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7" name="Google Shape;2577;p14"/>
            <p:cNvSpPr/>
            <p:nvPr/>
          </p:nvSpPr>
          <p:spPr>
            <a:xfrm>
              <a:off x="621360" y="1977480"/>
              <a:ext cx="36360" cy="1872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981" h="1025">
                  <a:moveTo>
                    <a:pt x="206" y="1"/>
                  </a:moveTo>
                  <a:cubicBezTo>
                    <a:pt x="69" y="1"/>
                    <a:pt x="1" y="137"/>
                    <a:pt x="69" y="274"/>
                  </a:cubicBezTo>
                  <a:cubicBezTo>
                    <a:pt x="137" y="308"/>
                    <a:pt x="172" y="342"/>
                    <a:pt x="240" y="342"/>
                  </a:cubicBezTo>
                  <a:cubicBezTo>
                    <a:pt x="752" y="444"/>
                    <a:pt x="1195" y="649"/>
                    <a:pt x="1639" y="922"/>
                  </a:cubicBezTo>
                  <a:cubicBezTo>
                    <a:pt x="1673" y="956"/>
                    <a:pt x="1707" y="990"/>
                    <a:pt x="1775" y="1024"/>
                  </a:cubicBezTo>
                  <a:cubicBezTo>
                    <a:pt x="1809" y="1024"/>
                    <a:pt x="1912" y="1024"/>
                    <a:pt x="1946" y="956"/>
                  </a:cubicBezTo>
                  <a:cubicBezTo>
                    <a:pt x="1980" y="820"/>
                    <a:pt x="1912" y="683"/>
                    <a:pt x="1809" y="649"/>
                  </a:cubicBezTo>
                  <a:cubicBezTo>
                    <a:pt x="1400" y="444"/>
                    <a:pt x="991" y="239"/>
                    <a:pt x="581" y="69"/>
                  </a:cubicBezTo>
                  <a:cubicBezTo>
                    <a:pt x="445" y="1"/>
                    <a:pt x="342" y="1"/>
                    <a:pt x="206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8" name="Google Shape;2578;p14"/>
            <p:cNvSpPr/>
            <p:nvPr/>
          </p:nvSpPr>
          <p:spPr>
            <a:xfrm>
              <a:off x="673560" y="1956960"/>
              <a:ext cx="20520" cy="1548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1127" h="854">
                  <a:moveTo>
                    <a:pt x="205" y="1"/>
                  </a:moveTo>
                  <a:cubicBezTo>
                    <a:pt x="137" y="1"/>
                    <a:pt x="68" y="35"/>
                    <a:pt x="34" y="69"/>
                  </a:cubicBezTo>
                  <a:cubicBezTo>
                    <a:pt x="0" y="103"/>
                    <a:pt x="0" y="171"/>
                    <a:pt x="0" y="205"/>
                  </a:cubicBezTo>
                  <a:cubicBezTo>
                    <a:pt x="0" y="274"/>
                    <a:pt x="68" y="308"/>
                    <a:pt x="137" y="308"/>
                  </a:cubicBezTo>
                  <a:lnTo>
                    <a:pt x="785" y="785"/>
                  </a:lnTo>
                  <a:cubicBezTo>
                    <a:pt x="819" y="785"/>
                    <a:pt x="853" y="820"/>
                    <a:pt x="887" y="854"/>
                  </a:cubicBezTo>
                  <a:cubicBezTo>
                    <a:pt x="921" y="854"/>
                    <a:pt x="1058" y="854"/>
                    <a:pt x="1058" y="820"/>
                  </a:cubicBezTo>
                  <a:cubicBezTo>
                    <a:pt x="1092" y="785"/>
                    <a:pt x="1126" y="649"/>
                    <a:pt x="1058" y="615"/>
                  </a:cubicBezTo>
                  <a:cubicBezTo>
                    <a:pt x="853" y="342"/>
                    <a:pt x="546" y="103"/>
                    <a:pt x="205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9" name="Google Shape;2579;p14"/>
            <p:cNvSpPr/>
            <p:nvPr/>
          </p:nvSpPr>
          <p:spPr>
            <a:xfrm>
              <a:off x="694080" y="1942560"/>
              <a:ext cx="21240" cy="1296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153" h="720">
                  <a:moveTo>
                    <a:pt x="202" y="0"/>
                  </a:moveTo>
                  <a:cubicBezTo>
                    <a:pt x="71" y="0"/>
                    <a:pt x="1" y="97"/>
                    <a:pt x="60" y="246"/>
                  </a:cubicBezTo>
                  <a:lnTo>
                    <a:pt x="231" y="348"/>
                  </a:lnTo>
                  <a:cubicBezTo>
                    <a:pt x="401" y="450"/>
                    <a:pt x="606" y="553"/>
                    <a:pt x="777" y="655"/>
                  </a:cubicBezTo>
                  <a:cubicBezTo>
                    <a:pt x="833" y="693"/>
                    <a:pt x="879" y="720"/>
                    <a:pt x="926" y="720"/>
                  </a:cubicBezTo>
                  <a:cubicBezTo>
                    <a:pt x="964" y="720"/>
                    <a:pt x="1004" y="701"/>
                    <a:pt x="1050" y="655"/>
                  </a:cubicBezTo>
                  <a:cubicBezTo>
                    <a:pt x="1152" y="519"/>
                    <a:pt x="1084" y="485"/>
                    <a:pt x="1016" y="416"/>
                  </a:cubicBezTo>
                  <a:cubicBezTo>
                    <a:pt x="811" y="177"/>
                    <a:pt x="538" y="41"/>
                    <a:pt x="265" y="7"/>
                  </a:cubicBezTo>
                  <a:cubicBezTo>
                    <a:pt x="243" y="2"/>
                    <a:pt x="222" y="0"/>
                    <a:pt x="20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0" name="Google Shape;2580;p14"/>
            <p:cNvSpPr/>
            <p:nvPr/>
          </p:nvSpPr>
          <p:spPr>
            <a:xfrm>
              <a:off x="631080" y="1899360"/>
              <a:ext cx="6840" cy="612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377" h="352">
                  <a:moveTo>
                    <a:pt x="222" y="0"/>
                  </a:moveTo>
                  <a:cubicBezTo>
                    <a:pt x="190" y="0"/>
                    <a:pt x="160" y="12"/>
                    <a:pt x="137" y="35"/>
                  </a:cubicBezTo>
                  <a:cubicBezTo>
                    <a:pt x="103" y="103"/>
                    <a:pt x="69" y="171"/>
                    <a:pt x="1" y="308"/>
                  </a:cubicBezTo>
                  <a:cubicBezTo>
                    <a:pt x="110" y="308"/>
                    <a:pt x="197" y="351"/>
                    <a:pt x="263" y="351"/>
                  </a:cubicBezTo>
                  <a:cubicBezTo>
                    <a:pt x="279" y="351"/>
                    <a:pt x="294" y="348"/>
                    <a:pt x="308" y="342"/>
                  </a:cubicBezTo>
                  <a:cubicBezTo>
                    <a:pt x="342" y="273"/>
                    <a:pt x="376" y="205"/>
                    <a:pt x="376" y="137"/>
                  </a:cubicBezTo>
                  <a:cubicBezTo>
                    <a:pt x="353" y="46"/>
                    <a:pt x="285" y="0"/>
                    <a:pt x="22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1" name="Google Shape;2581;p14"/>
            <p:cNvSpPr/>
            <p:nvPr/>
          </p:nvSpPr>
          <p:spPr>
            <a:xfrm>
              <a:off x="442440" y="1919160"/>
              <a:ext cx="5400" cy="6840"/>
            </a:xfrm>
            <a:custGeom>
              <a:avLst/>
              <a:gdLst>
                <a:gd name="textAreaLeft" fmla="*/ 0 w 5400"/>
                <a:gd name="textAreaRight" fmla="*/ 5760 w 54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308" h="377">
                  <a:moveTo>
                    <a:pt x="69" y="0"/>
                  </a:moveTo>
                  <a:cubicBezTo>
                    <a:pt x="34" y="68"/>
                    <a:pt x="34" y="171"/>
                    <a:pt x="0" y="273"/>
                  </a:cubicBezTo>
                  <a:cubicBezTo>
                    <a:pt x="22" y="339"/>
                    <a:pt x="87" y="377"/>
                    <a:pt x="148" y="377"/>
                  </a:cubicBezTo>
                  <a:cubicBezTo>
                    <a:pt x="182" y="377"/>
                    <a:pt x="215" y="366"/>
                    <a:pt x="239" y="341"/>
                  </a:cubicBezTo>
                  <a:cubicBezTo>
                    <a:pt x="307" y="273"/>
                    <a:pt x="307" y="205"/>
                    <a:pt x="307" y="137"/>
                  </a:cubicBezTo>
                  <a:cubicBezTo>
                    <a:pt x="273" y="68"/>
                    <a:pt x="171" y="68"/>
                    <a:pt x="6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2" name="Google Shape;2582;p14"/>
            <p:cNvSpPr/>
            <p:nvPr/>
          </p:nvSpPr>
          <p:spPr>
            <a:xfrm>
              <a:off x="601200" y="1892160"/>
              <a:ext cx="7200" cy="64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410" h="376">
                  <a:moveTo>
                    <a:pt x="68" y="0"/>
                  </a:moveTo>
                  <a:cubicBezTo>
                    <a:pt x="68" y="137"/>
                    <a:pt x="0" y="239"/>
                    <a:pt x="34" y="273"/>
                  </a:cubicBezTo>
                  <a:cubicBezTo>
                    <a:pt x="68" y="341"/>
                    <a:pt x="137" y="375"/>
                    <a:pt x="239" y="375"/>
                  </a:cubicBezTo>
                  <a:cubicBezTo>
                    <a:pt x="341" y="375"/>
                    <a:pt x="410" y="239"/>
                    <a:pt x="341" y="137"/>
                  </a:cubicBezTo>
                  <a:cubicBezTo>
                    <a:pt x="273" y="102"/>
                    <a:pt x="205" y="68"/>
                    <a:pt x="68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03" name="Google Shape;2583;p14"/>
          <p:cNvSpPr/>
          <p:nvPr/>
        </p:nvSpPr>
        <p:spPr>
          <a:xfrm>
            <a:off x="42480" y="3731040"/>
            <a:ext cx="2694240" cy="1410120"/>
          </a:xfrm>
          <a:custGeom>
            <a:avLst/>
            <a:gdLst>
              <a:gd name="textAreaLeft" fmla="*/ 0 w 2694240"/>
              <a:gd name="textAreaRight" fmla="*/ 2694600 w 2694240"/>
              <a:gd name="textAreaTop" fmla="*/ 0 h 1410120"/>
              <a:gd name="textAreaBottom" fmla="*/ 1410480 h 1410120"/>
            </a:gdLst>
            <a:ahLst/>
            <a:cxnLst/>
            <a:rect l="textAreaLeft" t="textAreaTop" r="textAreaRight" b="textAreaBottom"/>
            <a:pathLst>
              <a:path w="144683" h="75731">
                <a:moveTo>
                  <a:pt x="130010" y="1786"/>
                </a:moveTo>
                <a:lnTo>
                  <a:pt x="130146" y="1854"/>
                </a:lnTo>
                <a:cubicBezTo>
                  <a:pt x="129805" y="2741"/>
                  <a:pt x="129532" y="3594"/>
                  <a:pt x="129293" y="4345"/>
                </a:cubicBezTo>
                <a:cubicBezTo>
                  <a:pt x="129020" y="4447"/>
                  <a:pt x="128781" y="4584"/>
                  <a:pt x="128542" y="4754"/>
                </a:cubicBezTo>
                <a:cubicBezTo>
                  <a:pt x="127689" y="5471"/>
                  <a:pt x="126870" y="6222"/>
                  <a:pt x="126017" y="6972"/>
                </a:cubicBezTo>
                <a:cubicBezTo>
                  <a:pt x="125915" y="7075"/>
                  <a:pt x="125812" y="7177"/>
                  <a:pt x="125676" y="7245"/>
                </a:cubicBezTo>
                <a:lnTo>
                  <a:pt x="125608" y="7211"/>
                </a:lnTo>
                <a:cubicBezTo>
                  <a:pt x="126085" y="6597"/>
                  <a:pt x="126597" y="5983"/>
                  <a:pt x="127075" y="5403"/>
                </a:cubicBezTo>
                <a:cubicBezTo>
                  <a:pt x="127587" y="4788"/>
                  <a:pt x="128065" y="4208"/>
                  <a:pt x="128576" y="3628"/>
                </a:cubicBezTo>
                <a:cubicBezTo>
                  <a:pt x="128986" y="2980"/>
                  <a:pt x="129464" y="2366"/>
                  <a:pt x="130010" y="1786"/>
                </a:cubicBezTo>
                <a:close/>
                <a:moveTo>
                  <a:pt x="92338" y="1990"/>
                </a:moveTo>
                <a:lnTo>
                  <a:pt x="92338" y="1990"/>
                </a:lnTo>
                <a:cubicBezTo>
                  <a:pt x="92440" y="2229"/>
                  <a:pt x="92372" y="2536"/>
                  <a:pt x="92235" y="2775"/>
                </a:cubicBezTo>
                <a:cubicBezTo>
                  <a:pt x="91451" y="4208"/>
                  <a:pt x="90666" y="5676"/>
                  <a:pt x="89915" y="7143"/>
                </a:cubicBezTo>
                <a:cubicBezTo>
                  <a:pt x="89471" y="7791"/>
                  <a:pt x="89233" y="8542"/>
                  <a:pt x="89130" y="9293"/>
                </a:cubicBezTo>
                <a:cubicBezTo>
                  <a:pt x="89130" y="9873"/>
                  <a:pt x="89198" y="10487"/>
                  <a:pt x="89233" y="11067"/>
                </a:cubicBezTo>
                <a:cubicBezTo>
                  <a:pt x="89267" y="11647"/>
                  <a:pt x="89335" y="12193"/>
                  <a:pt x="89369" y="12773"/>
                </a:cubicBezTo>
                <a:cubicBezTo>
                  <a:pt x="89437" y="13422"/>
                  <a:pt x="89198" y="14070"/>
                  <a:pt x="88687" y="14479"/>
                </a:cubicBezTo>
                <a:cubicBezTo>
                  <a:pt x="88038" y="15060"/>
                  <a:pt x="87356" y="15605"/>
                  <a:pt x="86673" y="16117"/>
                </a:cubicBezTo>
                <a:cubicBezTo>
                  <a:pt x="85820" y="16732"/>
                  <a:pt x="84899" y="17312"/>
                  <a:pt x="84046" y="17892"/>
                </a:cubicBezTo>
                <a:cubicBezTo>
                  <a:pt x="83807" y="18062"/>
                  <a:pt x="83602" y="18233"/>
                  <a:pt x="83398" y="18369"/>
                </a:cubicBezTo>
                <a:cubicBezTo>
                  <a:pt x="82408" y="19052"/>
                  <a:pt x="81794" y="20178"/>
                  <a:pt x="81760" y="21372"/>
                </a:cubicBezTo>
                <a:cubicBezTo>
                  <a:pt x="81726" y="21543"/>
                  <a:pt x="81691" y="21748"/>
                  <a:pt x="81726" y="21952"/>
                </a:cubicBezTo>
                <a:cubicBezTo>
                  <a:pt x="81794" y="22498"/>
                  <a:pt x="81453" y="22840"/>
                  <a:pt x="81111" y="23181"/>
                </a:cubicBezTo>
                <a:lnTo>
                  <a:pt x="77392" y="26696"/>
                </a:lnTo>
                <a:cubicBezTo>
                  <a:pt x="77221" y="26832"/>
                  <a:pt x="77085" y="27003"/>
                  <a:pt x="76948" y="27139"/>
                </a:cubicBezTo>
                <a:cubicBezTo>
                  <a:pt x="76812" y="27310"/>
                  <a:pt x="76778" y="27378"/>
                  <a:pt x="76914" y="27514"/>
                </a:cubicBezTo>
                <a:cubicBezTo>
                  <a:pt x="76955" y="27569"/>
                  <a:pt x="77007" y="27591"/>
                  <a:pt x="77063" y="27591"/>
                </a:cubicBezTo>
                <a:cubicBezTo>
                  <a:pt x="77148" y="27591"/>
                  <a:pt x="77242" y="27542"/>
                  <a:pt x="77324" y="27480"/>
                </a:cubicBezTo>
                <a:cubicBezTo>
                  <a:pt x="77460" y="27378"/>
                  <a:pt x="77597" y="27241"/>
                  <a:pt x="77767" y="27105"/>
                </a:cubicBezTo>
                <a:lnTo>
                  <a:pt x="81384" y="23624"/>
                </a:lnTo>
                <a:cubicBezTo>
                  <a:pt x="81487" y="23556"/>
                  <a:pt x="81589" y="23488"/>
                  <a:pt x="81726" y="23351"/>
                </a:cubicBezTo>
                <a:cubicBezTo>
                  <a:pt x="81760" y="23624"/>
                  <a:pt x="81794" y="23863"/>
                  <a:pt x="81794" y="24068"/>
                </a:cubicBezTo>
                <a:cubicBezTo>
                  <a:pt x="82033" y="25808"/>
                  <a:pt x="82544" y="27549"/>
                  <a:pt x="83329" y="29152"/>
                </a:cubicBezTo>
                <a:cubicBezTo>
                  <a:pt x="83500" y="29425"/>
                  <a:pt x="83466" y="29835"/>
                  <a:pt x="83261" y="30074"/>
                </a:cubicBezTo>
                <a:cubicBezTo>
                  <a:pt x="82886" y="30586"/>
                  <a:pt x="82510" y="31063"/>
                  <a:pt x="82135" y="31541"/>
                </a:cubicBezTo>
                <a:cubicBezTo>
                  <a:pt x="82033" y="31677"/>
                  <a:pt x="81896" y="31780"/>
                  <a:pt x="82033" y="31950"/>
                </a:cubicBezTo>
                <a:cubicBezTo>
                  <a:pt x="82098" y="32003"/>
                  <a:pt x="82163" y="32025"/>
                  <a:pt x="82226" y="32025"/>
                </a:cubicBezTo>
                <a:cubicBezTo>
                  <a:pt x="82329" y="32025"/>
                  <a:pt x="82426" y="31967"/>
                  <a:pt x="82510" y="31882"/>
                </a:cubicBezTo>
                <a:cubicBezTo>
                  <a:pt x="82749" y="31643"/>
                  <a:pt x="82954" y="31404"/>
                  <a:pt x="83159" y="31166"/>
                </a:cubicBezTo>
                <a:cubicBezTo>
                  <a:pt x="83363" y="30893"/>
                  <a:pt x="83534" y="30586"/>
                  <a:pt x="83773" y="30244"/>
                </a:cubicBezTo>
                <a:cubicBezTo>
                  <a:pt x="83978" y="30586"/>
                  <a:pt x="84114" y="30893"/>
                  <a:pt x="84285" y="31200"/>
                </a:cubicBezTo>
                <a:cubicBezTo>
                  <a:pt x="84455" y="31507"/>
                  <a:pt x="84626" y="31882"/>
                  <a:pt x="84797" y="32223"/>
                </a:cubicBezTo>
                <a:cubicBezTo>
                  <a:pt x="85035" y="32667"/>
                  <a:pt x="85035" y="33247"/>
                  <a:pt x="84728" y="33657"/>
                </a:cubicBezTo>
                <a:cubicBezTo>
                  <a:pt x="84558" y="33964"/>
                  <a:pt x="84319" y="34237"/>
                  <a:pt x="84080" y="34510"/>
                </a:cubicBezTo>
                <a:cubicBezTo>
                  <a:pt x="83807" y="34817"/>
                  <a:pt x="83500" y="35090"/>
                  <a:pt x="83193" y="35363"/>
                </a:cubicBezTo>
                <a:cubicBezTo>
                  <a:pt x="81896" y="36557"/>
                  <a:pt x="81077" y="38195"/>
                  <a:pt x="81009" y="40004"/>
                </a:cubicBezTo>
                <a:cubicBezTo>
                  <a:pt x="80975" y="40447"/>
                  <a:pt x="80941" y="40925"/>
                  <a:pt x="80907" y="41403"/>
                </a:cubicBezTo>
                <a:cubicBezTo>
                  <a:pt x="80872" y="41880"/>
                  <a:pt x="80736" y="42358"/>
                  <a:pt x="80463" y="42802"/>
                </a:cubicBezTo>
                <a:cubicBezTo>
                  <a:pt x="79542" y="44337"/>
                  <a:pt x="78620" y="45839"/>
                  <a:pt x="77699" y="47374"/>
                </a:cubicBezTo>
                <a:cubicBezTo>
                  <a:pt x="77699" y="47408"/>
                  <a:pt x="77631" y="47442"/>
                  <a:pt x="77563" y="47545"/>
                </a:cubicBezTo>
                <a:lnTo>
                  <a:pt x="75652" y="44985"/>
                </a:lnTo>
                <a:cubicBezTo>
                  <a:pt x="75856" y="44815"/>
                  <a:pt x="76027" y="44644"/>
                  <a:pt x="76198" y="44474"/>
                </a:cubicBezTo>
                <a:cubicBezTo>
                  <a:pt x="76334" y="44371"/>
                  <a:pt x="76402" y="44235"/>
                  <a:pt x="76300" y="44098"/>
                </a:cubicBezTo>
                <a:cubicBezTo>
                  <a:pt x="76232" y="44047"/>
                  <a:pt x="76146" y="44022"/>
                  <a:pt x="76065" y="44022"/>
                </a:cubicBezTo>
                <a:cubicBezTo>
                  <a:pt x="75984" y="44022"/>
                  <a:pt x="75908" y="44047"/>
                  <a:pt x="75856" y="44098"/>
                </a:cubicBezTo>
                <a:cubicBezTo>
                  <a:pt x="75686" y="44235"/>
                  <a:pt x="75549" y="44371"/>
                  <a:pt x="75345" y="44542"/>
                </a:cubicBezTo>
                <a:cubicBezTo>
                  <a:pt x="74526" y="43416"/>
                  <a:pt x="73809" y="42256"/>
                  <a:pt x="73092" y="41198"/>
                </a:cubicBezTo>
                <a:cubicBezTo>
                  <a:pt x="73297" y="41027"/>
                  <a:pt x="73468" y="40857"/>
                  <a:pt x="73638" y="40652"/>
                </a:cubicBezTo>
                <a:cubicBezTo>
                  <a:pt x="73775" y="40447"/>
                  <a:pt x="73945" y="40208"/>
                  <a:pt x="74048" y="39969"/>
                </a:cubicBezTo>
                <a:cubicBezTo>
                  <a:pt x="74150" y="39833"/>
                  <a:pt x="74150" y="39662"/>
                  <a:pt x="73980" y="39594"/>
                </a:cubicBezTo>
                <a:cubicBezTo>
                  <a:pt x="73922" y="39565"/>
                  <a:pt x="73874" y="39552"/>
                  <a:pt x="73835" y="39552"/>
                </a:cubicBezTo>
                <a:cubicBezTo>
                  <a:pt x="73733" y="39552"/>
                  <a:pt x="73678" y="39633"/>
                  <a:pt x="73604" y="39731"/>
                </a:cubicBezTo>
                <a:cubicBezTo>
                  <a:pt x="73400" y="40072"/>
                  <a:pt x="73161" y="40447"/>
                  <a:pt x="72922" y="40857"/>
                </a:cubicBezTo>
                <a:cubicBezTo>
                  <a:pt x="72649" y="40549"/>
                  <a:pt x="72410" y="40208"/>
                  <a:pt x="72239" y="39833"/>
                </a:cubicBezTo>
                <a:cubicBezTo>
                  <a:pt x="72171" y="39696"/>
                  <a:pt x="72273" y="39492"/>
                  <a:pt x="72342" y="39321"/>
                </a:cubicBezTo>
                <a:cubicBezTo>
                  <a:pt x="72444" y="39185"/>
                  <a:pt x="72615" y="39082"/>
                  <a:pt x="72717" y="38912"/>
                </a:cubicBezTo>
                <a:cubicBezTo>
                  <a:pt x="72785" y="38809"/>
                  <a:pt x="72785" y="38707"/>
                  <a:pt x="72751" y="38604"/>
                </a:cubicBezTo>
                <a:cubicBezTo>
                  <a:pt x="72704" y="38541"/>
                  <a:pt x="72641" y="38514"/>
                  <a:pt x="72578" y="38514"/>
                </a:cubicBezTo>
                <a:cubicBezTo>
                  <a:pt x="72505" y="38514"/>
                  <a:pt x="72431" y="38550"/>
                  <a:pt x="72376" y="38604"/>
                </a:cubicBezTo>
                <a:cubicBezTo>
                  <a:pt x="72171" y="38775"/>
                  <a:pt x="71966" y="38946"/>
                  <a:pt x="71762" y="39150"/>
                </a:cubicBezTo>
                <a:lnTo>
                  <a:pt x="70704" y="37478"/>
                </a:lnTo>
                <a:cubicBezTo>
                  <a:pt x="70738" y="37444"/>
                  <a:pt x="70772" y="37376"/>
                  <a:pt x="70840" y="37308"/>
                </a:cubicBezTo>
                <a:cubicBezTo>
                  <a:pt x="72956" y="35056"/>
                  <a:pt x="75106" y="32804"/>
                  <a:pt x="77221" y="30551"/>
                </a:cubicBezTo>
                <a:cubicBezTo>
                  <a:pt x="77290" y="30483"/>
                  <a:pt x="77392" y="30415"/>
                  <a:pt x="77426" y="30313"/>
                </a:cubicBezTo>
                <a:cubicBezTo>
                  <a:pt x="77460" y="30210"/>
                  <a:pt x="77426" y="30074"/>
                  <a:pt x="77358" y="30005"/>
                </a:cubicBezTo>
                <a:cubicBezTo>
                  <a:pt x="77307" y="29988"/>
                  <a:pt x="77255" y="29980"/>
                  <a:pt x="77204" y="29980"/>
                </a:cubicBezTo>
                <a:cubicBezTo>
                  <a:pt x="77153" y="29980"/>
                  <a:pt x="77102" y="29988"/>
                  <a:pt x="77051" y="30005"/>
                </a:cubicBezTo>
                <a:cubicBezTo>
                  <a:pt x="76948" y="30074"/>
                  <a:pt x="76846" y="30142"/>
                  <a:pt x="76778" y="30244"/>
                </a:cubicBezTo>
                <a:cubicBezTo>
                  <a:pt x="75140" y="31985"/>
                  <a:pt x="73502" y="33725"/>
                  <a:pt x="71864" y="35465"/>
                </a:cubicBezTo>
                <a:lnTo>
                  <a:pt x="70431" y="37035"/>
                </a:lnTo>
                <a:cubicBezTo>
                  <a:pt x="69237" y="35124"/>
                  <a:pt x="68179" y="33213"/>
                  <a:pt x="67189" y="31336"/>
                </a:cubicBezTo>
                <a:cubicBezTo>
                  <a:pt x="67428" y="30859"/>
                  <a:pt x="67667" y="30381"/>
                  <a:pt x="67906" y="29937"/>
                </a:cubicBezTo>
                <a:cubicBezTo>
                  <a:pt x="69817" y="26593"/>
                  <a:pt x="71727" y="23215"/>
                  <a:pt x="73673" y="19871"/>
                </a:cubicBezTo>
                <a:cubicBezTo>
                  <a:pt x="74526" y="18404"/>
                  <a:pt x="75481" y="16970"/>
                  <a:pt x="76402" y="15503"/>
                </a:cubicBezTo>
                <a:cubicBezTo>
                  <a:pt x="76744" y="15025"/>
                  <a:pt x="77119" y="14548"/>
                  <a:pt x="77460" y="14070"/>
                </a:cubicBezTo>
                <a:cubicBezTo>
                  <a:pt x="77597" y="13899"/>
                  <a:pt x="77733" y="13729"/>
                  <a:pt x="77904" y="13592"/>
                </a:cubicBezTo>
                <a:cubicBezTo>
                  <a:pt x="78063" y="13453"/>
                  <a:pt x="78257" y="13383"/>
                  <a:pt x="78452" y="13383"/>
                </a:cubicBezTo>
                <a:cubicBezTo>
                  <a:pt x="78591" y="13383"/>
                  <a:pt x="78731" y="13419"/>
                  <a:pt x="78859" y="13490"/>
                </a:cubicBezTo>
                <a:cubicBezTo>
                  <a:pt x="78962" y="13558"/>
                  <a:pt x="79064" y="13626"/>
                  <a:pt x="79166" y="13695"/>
                </a:cubicBezTo>
                <a:cubicBezTo>
                  <a:pt x="79381" y="13817"/>
                  <a:pt x="79548" y="13885"/>
                  <a:pt x="79700" y="13885"/>
                </a:cubicBezTo>
                <a:cubicBezTo>
                  <a:pt x="79886" y="13885"/>
                  <a:pt x="80052" y="13784"/>
                  <a:pt x="80258" y="13558"/>
                </a:cubicBezTo>
                <a:cubicBezTo>
                  <a:pt x="80872" y="12876"/>
                  <a:pt x="81453" y="12159"/>
                  <a:pt x="82033" y="11442"/>
                </a:cubicBezTo>
                <a:cubicBezTo>
                  <a:pt x="83090" y="10180"/>
                  <a:pt x="84080" y="8883"/>
                  <a:pt x="85206" y="7655"/>
                </a:cubicBezTo>
                <a:cubicBezTo>
                  <a:pt x="86844" y="5880"/>
                  <a:pt x="88687" y="4242"/>
                  <a:pt x="90666" y="2843"/>
                </a:cubicBezTo>
                <a:cubicBezTo>
                  <a:pt x="90973" y="2605"/>
                  <a:pt x="91314" y="2400"/>
                  <a:pt x="91655" y="2229"/>
                </a:cubicBezTo>
                <a:cubicBezTo>
                  <a:pt x="91894" y="2127"/>
                  <a:pt x="92099" y="2059"/>
                  <a:pt x="92338" y="1990"/>
                </a:cubicBezTo>
                <a:close/>
                <a:moveTo>
                  <a:pt x="44989" y="0"/>
                </a:moveTo>
                <a:cubicBezTo>
                  <a:pt x="44642" y="0"/>
                  <a:pt x="44279" y="130"/>
                  <a:pt x="43917" y="387"/>
                </a:cubicBezTo>
                <a:cubicBezTo>
                  <a:pt x="43610" y="625"/>
                  <a:pt x="43337" y="864"/>
                  <a:pt x="43064" y="1103"/>
                </a:cubicBezTo>
                <a:cubicBezTo>
                  <a:pt x="41563" y="2536"/>
                  <a:pt x="40232" y="4106"/>
                  <a:pt x="39038" y="5778"/>
                </a:cubicBezTo>
                <a:cubicBezTo>
                  <a:pt x="35694" y="10487"/>
                  <a:pt x="32418" y="15162"/>
                  <a:pt x="29313" y="20007"/>
                </a:cubicBezTo>
                <a:cubicBezTo>
                  <a:pt x="29244" y="20110"/>
                  <a:pt x="29142" y="20212"/>
                  <a:pt x="29074" y="20314"/>
                </a:cubicBezTo>
                <a:cubicBezTo>
                  <a:pt x="28628" y="20092"/>
                  <a:pt x="28138" y="19971"/>
                  <a:pt x="27653" y="19971"/>
                </a:cubicBezTo>
                <a:cubicBezTo>
                  <a:pt x="27395" y="19971"/>
                  <a:pt x="27138" y="20005"/>
                  <a:pt x="26890" y="20076"/>
                </a:cubicBezTo>
                <a:cubicBezTo>
                  <a:pt x="26139" y="20246"/>
                  <a:pt x="25388" y="20417"/>
                  <a:pt x="24638" y="20587"/>
                </a:cubicBezTo>
                <a:cubicBezTo>
                  <a:pt x="23785" y="20758"/>
                  <a:pt x="22897" y="20997"/>
                  <a:pt x="22010" y="21133"/>
                </a:cubicBezTo>
                <a:cubicBezTo>
                  <a:pt x="21866" y="21156"/>
                  <a:pt x="21732" y="21167"/>
                  <a:pt x="21607" y="21167"/>
                </a:cubicBezTo>
                <a:cubicBezTo>
                  <a:pt x="20962" y="21167"/>
                  <a:pt x="20561" y="20864"/>
                  <a:pt x="20304" y="20178"/>
                </a:cubicBezTo>
                <a:cubicBezTo>
                  <a:pt x="20270" y="20076"/>
                  <a:pt x="20236" y="19973"/>
                  <a:pt x="20202" y="19871"/>
                </a:cubicBezTo>
                <a:cubicBezTo>
                  <a:pt x="19929" y="19018"/>
                  <a:pt x="19690" y="18131"/>
                  <a:pt x="19417" y="17243"/>
                </a:cubicBezTo>
                <a:cubicBezTo>
                  <a:pt x="19178" y="16220"/>
                  <a:pt x="18837" y="15196"/>
                  <a:pt x="18393" y="14206"/>
                </a:cubicBezTo>
                <a:cubicBezTo>
                  <a:pt x="18223" y="13899"/>
                  <a:pt x="18018" y="13626"/>
                  <a:pt x="17813" y="13353"/>
                </a:cubicBezTo>
                <a:cubicBezTo>
                  <a:pt x="17626" y="13096"/>
                  <a:pt x="17327" y="12951"/>
                  <a:pt x="17025" y="12951"/>
                </a:cubicBezTo>
                <a:cubicBezTo>
                  <a:pt x="16887" y="12951"/>
                  <a:pt x="16748" y="12982"/>
                  <a:pt x="16619" y="13046"/>
                </a:cubicBezTo>
                <a:cubicBezTo>
                  <a:pt x="16312" y="13183"/>
                  <a:pt x="16073" y="13319"/>
                  <a:pt x="15834" y="13524"/>
                </a:cubicBezTo>
                <a:cubicBezTo>
                  <a:pt x="15493" y="13763"/>
                  <a:pt x="15152" y="14070"/>
                  <a:pt x="14879" y="14411"/>
                </a:cubicBezTo>
                <a:cubicBezTo>
                  <a:pt x="12422" y="17243"/>
                  <a:pt x="10135" y="20178"/>
                  <a:pt x="8020" y="23249"/>
                </a:cubicBezTo>
                <a:cubicBezTo>
                  <a:pt x="5153" y="27446"/>
                  <a:pt x="2594" y="31746"/>
                  <a:pt x="171" y="36148"/>
                </a:cubicBezTo>
                <a:cubicBezTo>
                  <a:pt x="35" y="36523"/>
                  <a:pt x="1" y="36932"/>
                  <a:pt x="69" y="37342"/>
                </a:cubicBezTo>
                <a:cubicBezTo>
                  <a:pt x="171" y="37240"/>
                  <a:pt x="240" y="37103"/>
                  <a:pt x="342" y="37001"/>
                </a:cubicBezTo>
                <a:cubicBezTo>
                  <a:pt x="615" y="36523"/>
                  <a:pt x="888" y="36045"/>
                  <a:pt x="1127" y="35602"/>
                </a:cubicBezTo>
                <a:cubicBezTo>
                  <a:pt x="3004" y="32189"/>
                  <a:pt x="5051" y="28811"/>
                  <a:pt x="7167" y="25501"/>
                </a:cubicBezTo>
                <a:cubicBezTo>
                  <a:pt x="9453" y="22055"/>
                  <a:pt x="11944" y="18711"/>
                  <a:pt x="14606" y="15537"/>
                </a:cubicBezTo>
                <a:cubicBezTo>
                  <a:pt x="15015" y="15060"/>
                  <a:pt x="15424" y="14650"/>
                  <a:pt x="15834" y="14206"/>
                </a:cubicBezTo>
                <a:cubicBezTo>
                  <a:pt x="15936" y="14104"/>
                  <a:pt x="16039" y="14070"/>
                  <a:pt x="16175" y="14036"/>
                </a:cubicBezTo>
                <a:lnTo>
                  <a:pt x="16175" y="14036"/>
                </a:lnTo>
                <a:cubicBezTo>
                  <a:pt x="16107" y="14241"/>
                  <a:pt x="16073" y="14411"/>
                  <a:pt x="16005" y="14548"/>
                </a:cubicBezTo>
                <a:cubicBezTo>
                  <a:pt x="15288" y="16493"/>
                  <a:pt x="14810" y="18574"/>
                  <a:pt x="14537" y="20656"/>
                </a:cubicBezTo>
                <a:cubicBezTo>
                  <a:pt x="14333" y="21679"/>
                  <a:pt x="14537" y="22737"/>
                  <a:pt x="15186" y="23590"/>
                </a:cubicBezTo>
                <a:cubicBezTo>
                  <a:pt x="15123" y="23564"/>
                  <a:pt x="15058" y="23551"/>
                  <a:pt x="14996" y="23551"/>
                </a:cubicBezTo>
                <a:cubicBezTo>
                  <a:pt x="14818" y="23551"/>
                  <a:pt x="14656" y="23653"/>
                  <a:pt x="14606" y="23829"/>
                </a:cubicBezTo>
                <a:lnTo>
                  <a:pt x="13752" y="25433"/>
                </a:lnTo>
                <a:cubicBezTo>
                  <a:pt x="13684" y="25535"/>
                  <a:pt x="13650" y="25638"/>
                  <a:pt x="13616" y="25740"/>
                </a:cubicBezTo>
                <a:cubicBezTo>
                  <a:pt x="13616" y="25842"/>
                  <a:pt x="13650" y="25911"/>
                  <a:pt x="13718" y="25979"/>
                </a:cubicBezTo>
                <a:cubicBezTo>
                  <a:pt x="13761" y="25993"/>
                  <a:pt x="13803" y="26001"/>
                  <a:pt x="13843" y="26001"/>
                </a:cubicBezTo>
                <a:cubicBezTo>
                  <a:pt x="13900" y="26001"/>
                  <a:pt x="13951" y="25985"/>
                  <a:pt x="13991" y="25945"/>
                </a:cubicBezTo>
                <a:cubicBezTo>
                  <a:pt x="14094" y="25877"/>
                  <a:pt x="14162" y="25774"/>
                  <a:pt x="14230" y="25672"/>
                </a:cubicBezTo>
                <a:cubicBezTo>
                  <a:pt x="14537" y="25058"/>
                  <a:pt x="14810" y="24478"/>
                  <a:pt x="15117" y="23897"/>
                </a:cubicBezTo>
                <a:cubicBezTo>
                  <a:pt x="15152" y="23795"/>
                  <a:pt x="15152" y="23693"/>
                  <a:pt x="15152" y="23590"/>
                </a:cubicBezTo>
                <a:cubicBezTo>
                  <a:pt x="16482" y="25092"/>
                  <a:pt x="18086" y="26286"/>
                  <a:pt x="19895" y="27071"/>
                </a:cubicBezTo>
                <a:cubicBezTo>
                  <a:pt x="20304" y="27276"/>
                  <a:pt x="20679" y="27480"/>
                  <a:pt x="21089" y="27685"/>
                </a:cubicBezTo>
                <a:cubicBezTo>
                  <a:pt x="21464" y="27890"/>
                  <a:pt x="21464" y="27958"/>
                  <a:pt x="21225" y="28265"/>
                </a:cubicBezTo>
                <a:cubicBezTo>
                  <a:pt x="21021" y="28504"/>
                  <a:pt x="20782" y="28709"/>
                  <a:pt x="20577" y="28948"/>
                </a:cubicBezTo>
                <a:cubicBezTo>
                  <a:pt x="19587" y="30005"/>
                  <a:pt x="18871" y="31302"/>
                  <a:pt x="18530" y="32735"/>
                </a:cubicBezTo>
                <a:cubicBezTo>
                  <a:pt x="18359" y="33520"/>
                  <a:pt x="18291" y="34339"/>
                  <a:pt x="18154" y="35158"/>
                </a:cubicBezTo>
                <a:cubicBezTo>
                  <a:pt x="18018" y="35909"/>
                  <a:pt x="18086" y="36659"/>
                  <a:pt x="18325" y="37376"/>
                </a:cubicBezTo>
                <a:cubicBezTo>
                  <a:pt x="18496" y="37854"/>
                  <a:pt x="18734" y="38331"/>
                  <a:pt x="18905" y="38809"/>
                </a:cubicBezTo>
                <a:cubicBezTo>
                  <a:pt x="19076" y="39150"/>
                  <a:pt x="19246" y="39458"/>
                  <a:pt x="19383" y="39799"/>
                </a:cubicBezTo>
                <a:cubicBezTo>
                  <a:pt x="19656" y="40208"/>
                  <a:pt x="19519" y="40754"/>
                  <a:pt x="19110" y="40993"/>
                </a:cubicBezTo>
                <a:cubicBezTo>
                  <a:pt x="18803" y="41232"/>
                  <a:pt x="18427" y="41403"/>
                  <a:pt x="18086" y="41505"/>
                </a:cubicBezTo>
                <a:cubicBezTo>
                  <a:pt x="17677" y="41607"/>
                  <a:pt x="17301" y="41676"/>
                  <a:pt x="16892" y="41676"/>
                </a:cubicBezTo>
                <a:cubicBezTo>
                  <a:pt x="16107" y="41744"/>
                  <a:pt x="15356" y="41983"/>
                  <a:pt x="14640" y="42324"/>
                </a:cubicBezTo>
                <a:cubicBezTo>
                  <a:pt x="13957" y="42631"/>
                  <a:pt x="13411" y="43143"/>
                  <a:pt x="13070" y="43791"/>
                </a:cubicBezTo>
                <a:cubicBezTo>
                  <a:pt x="12797" y="44371"/>
                  <a:pt x="12558" y="44985"/>
                  <a:pt x="12353" y="45566"/>
                </a:cubicBezTo>
                <a:cubicBezTo>
                  <a:pt x="12251" y="45839"/>
                  <a:pt x="12217" y="46112"/>
                  <a:pt x="12183" y="46419"/>
                </a:cubicBezTo>
                <a:cubicBezTo>
                  <a:pt x="12080" y="48091"/>
                  <a:pt x="12183" y="49729"/>
                  <a:pt x="12456" y="51367"/>
                </a:cubicBezTo>
                <a:cubicBezTo>
                  <a:pt x="12626" y="52663"/>
                  <a:pt x="12831" y="53926"/>
                  <a:pt x="13036" y="55222"/>
                </a:cubicBezTo>
                <a:cubicBezTo>
                  <a:pt x="13241" y="56246"/>
                  <a:pt x="13002" y="57304"/>
                  <a:pt x="12353" y="58123"/>
                </a:cubicBezTo>
                <a:cubicBezTo>
                  <a:pt x="11739" y="58942"/>
                  <a:pt x="11159" y="59761"/>
                  <a:pt x="10511" y="60546"/>
                </a:cubicBezTo>
                <a:cubicBezTo>
                  <a:pt x="6825" y="65084"/>
                  <a:pt x="3447" y="69793"/>
                  <a:pt x="342" y="74741"/>
                </a:cubicBezTo>
                <a:cubicBezTo>
                  <a:pt x="103" y="75014"/>
                  <a:pt x="1" y="75389"/>
                  <a:pt x="35" y="75730"/>
                </a:cubicBezTo>
                <a:lnTo>
                  <a:pt x="717" y="75730"/>
                </a:lnTo>
                <a:cubicBezTo>
                  <a:pt x="820" y="75492"/>
                  <a:pt x="888" y="75219"/>
                  <a:pt x="956" y="74946"/>
                </a:cubicBezTo>
                <a:cubicBezTo>
                  <a:pt x="990" y="74775"/>
                  <a:pt x="1059" y="74638"/>
                  <a:pt x="1127" y="74502"/>
                </a:cubicBezTo>
                <a:cubicBezTo>
                  <a:pt x="3789" y="70339"/>
                  <a:pt x="6621" y="66312"/>
                  <a:pt x="9692" y="62457"/>
                </a:cubicBezTo>
                <a:cubicBezTo>
                  <a:pt x="10784" y="61092"/>
                  <a:pt x="11842" y="59693"/>
                  <a:pt x="12899" y="58328"/>
                </a:cubicBezTo>
                <a:cubicBezTo>
                  <a:pt x="13548" y="57406"/>
                  <a:pt x="13821" y="56280"/>
                  <a:pt x="13616" y="55154"/>
                </a:cubicBezTo>
                <a:cubicBezTo>
                  <a:pt x="13343" y="53380"/>
                  <a:pt x="13070" y="51605"/>
                  <a:pt x="12865" y="49797"/>
                </a:cubicBezTo>
                <a:cubicBezTo>
                  <a:pt x="12729" y="48773"/>
                  <a:pt x="12763" y="47749"/>
                  <a:pt x="12729" y="46726"/>
                </a:cubicBezTo>
                <a:cubicBezTo>
                  <a:pt x="12729" y="45941"/>
                  <a:pt x="13104" y="45258"/>
                  <a:pt x="13377" y="44542"/>
                </a:cubicBezTo>
                <a:cubicBezTo>
                  <a:pt x="13684" y="43518"/>
                  <a:pt x="14537" y="42733"/>
                  <a:pt x="15595" y="42495"/>
                </a:cubicBezTo>
                <a:cubicBezTo>
                  <a:pt x="16243" y="42324"/>
                  <a:pt x="16892" y="42222"/>
                  <a:pt x="17574" y="42153"/>
                </a:cubicBezTo>
                <a:cubicBezTo>
                  <a:pt x="18291" y="42085"/>
                  <a:pt x="18973" y="41812"/>
                  <a:pt x="19553" y="41334"/>
                </a:cubicBezTo>
                <a:cubicBezTo>
                  <a:pt x="20099" y="40925"/>
                  <a:pt x="20270" y="40174"/>
                  <a:pt x="19963" y="39560"/>
                </a:cubicBezTo>
                <a:cubicBezTo>
                  <a:pt x="19758" y="39150"/>
                  <a:pt x="19519" y="38707"/>
                  <a:pt x="19349" y="38297"/>
                </a:cubicBezTo>
                <a:cubicBezTo>
                  <a:pt x="18871" y="37478"/>
                  <a:pt x="18666" y="36591"/>
                  <a:pt x="18700" y="35670"/>
                </a:cubicBezTo>
                <a:cubicBezTo>
                  <a:pt x="18803" y="34578"/>
                  <a:pt x="18973" y="33486"/>
                  <a:pt x="19246" y="32394"/>
                </a:cubicBezTo>
                <a:cubicBezTo>
                  <a:pt x="19553" y="31234"/>
                  <a:pt x="20168" y="30142"/>
                  <a:pt x="21021" y="29289"/>
                </a:cubicBezTo>
                <a:cubicBezTo>
                  <a:pt x="21294" y="29016"/>
                  <a:pt x="21567" y="28709"/>
                  <a:pt x="21805" y="28368"/>
                </a:cubicBezTo>
                <a:cubicBezTo>
                  <a:pt x="22113" y="27924"/>
                  <a:pt x="22010" y="27549"/>
                  <a:pt x="21533" y="27276"/>
                </a:cubicBezTo>
                <a:cubicBezTo>
                  <a:pt x="21089" y="27037"/>
                  <a:pt x="20645" y="26866"/>
                  <a:pt x="20202" y="26593"/>
                </a:cubicBezTo>
                <a:cubicBezTo>
                  <a:pt x="19451" y="26184"/>
                  <a:pt x="18700" y="25808"/>
                  <a:pt x="17984" y="25331"/>
                </a:cubicBezTo>
                <a:cubicBezTo>
                  <a:pt x="17097" y="24750"/>
                  <a:pt x="16312" y="24068"/>
                  <a:pt x="15663" y="23249"/>
                </a:cubicBezTo>
                <a:cubicBezTo>
                  <a:pt x="15186" y="22703"/>
                  <a:pt x="14981" y="22021"/>
                  <a:pt x="15049" y="21304"/>
                </a:cubicBezTo>
                <a:cubicBezTo>
                  <a:pt x="15186" y="19837"/>
                  <a:pt x="15424" y="18369"/>
                  <a:pt x="15834" y="16970"/>
                </a:cubicBezTo>
                <a:cubicBezTo>
                  <a:pt x="16141" y="15810"/>
                  <a:pt x="16516" y="14684"/>
                  <a:pt x="16858" y="13558"/>
                </a:cubicBezTo>
                <a:cubicBezTo>
                  <a:pt x="16912" y="13538"/>
                  <a:pt x="16968" y="13528"/>
                  <a:pt x="17023" y="13528"/>
                </a:cubicBezTo>
                <a:cubicBezTo>
                  <a:pt x="17244" y="13528"/>
                  <a:pt x="17451" y="13681"/>
                  <a:pt x="17506" y="13899"/>
                </a:cubicBezTo>
                <a:cubicBezTo>
                  <a:pt x="17847" y="14479"/>
                  <a:pt x="18120" y="15094"/>
                  <a:pt x="18393" y="15708"/>
                </a:cubicBezTo>
                <a:cubicBezTo>
                  <a:pt x="18700" y="16697"/>
                  <a:pt x="18973" y="17687"/>
                  <a:pt x="19280" y="18677"/>
                </a:cubicBezTo>
                <a:cubicBezTo>
                  <a:pt x="19451" y="19291"/>
                  <a:pt x="19622" y="19939"/>
                  <a:pt x="19860" y="20553"/>
                </a:cubicBezTo>
                <a:cubicBezTo>
                  <a:pt x="20109" y="21236"/>
                  <a:pt x="20781" y="21693"/>
                  <a:pt x="21516" y="21693"/>
                </a:cubicBezTo>
                <a:cubicBezTo>
                  <a:pt x="21589" y="21693"/>
                  <a:pt x="21663" y="21689"/>
                  <a:pt x="21737" y="21679"/>
                </a:cubicBezTo>
                <a:cubicBezTo>
                  <a:pt x="22044" y="21679"/>
                  <a:pt x="22351" y="21645"/>
                  <a:pt x="22693" y="21577"/>
                </a:cubicBezTo>
                <a:cubicBezTo>
                  <a:pt x="23853" y="21304"/>
                  <a:pt x="25013" y="21031"/>
                  <a:pt x="26173" y="20758"/>
                </a:cubicBezTo>
                <a:cubicBezTo>
                  <a:pt x="26719" y="20656"/>
                  <a:pt x="27265" y="20587"/>
                  <a:pt x="27811" y="20519"/>
                </a:cubicBezTo>
                <a:cubicBezTo>
                  <a:pt x="27861" y="20514"/>
                  <a:pt x="27912" y="20511"/>
                  <a:pt x="27963" y="20511"/>
                </a:cubicBezTo>
                <a:cubicBezTo>
                  <a:pt x="28227" y="20511"/>
                  <a:pt x="28504" y="20587"/>
                  <a:pt x="28732" y="20758"/>
                </a:cubicBezTo>
                <a:cubicBezTo>
                  <a:pt x="28732" y="20997"/>
                  <a:pt x="28664" y="21202"/>
                  <a:pt x="28732" y="21270"/>
                </a:cubicBezTo>
                <a:cubicBezTo>
                  <a:pt x="28801" y="21338"/>
                  <a:pt x="29040" y="21304"/>
                  <a:pt x="29313" y="21338"/>
                </a:cubicBezTo>
                <a:cubicBezTo>
                  <a:pt x="29586" y="21816"/>
                  <a:pt x="29961" y="22328"/>
                  <a:pt x="30234" y="22908"/>
                </a:cubicBezTo>
                <a:cubicBezTo>
                  <a:pt x="31019" y="24580"/>
                  <a:pt x="31667" y="26286"/>
                  <a:pt x="32145" y="28060"/>
                </a:cubicBezTo>
                <a:cubicBezTo>
                  <a:pt x="32793" y="30483"/>
                  <a:pt x="33851" y="32769"/>
                  <a:pt x="35284" y="34817"/>
                </a:cubicBezTo>
                <a:cubicBezTo>
                  <a:pt x="35591" y="35260"/>
                  <a:pt x="35932" y="35670"/>
                  <a:pt x="36308" y="36079"/>
                </a:cubicBezTo>
                <a:cubicBezTo>
                  <a:pt x="37331" y="37240"/>
                  <a:pt x="38389" y="38400"/>
                  <a:pt x="39413" y="39560"/>
                </a:cubicBezTo>
                <a:cubicBezTo>
                  <a:pt x="39925" y="40174"/>
                  <a:pt x="40368" y="40857"/>
                  <a:pt x="40812" y="41437"/>
                </a:cubicBezTo>
                <a:cubicBezTo>
                  <a:pt x="40744" y="41710"/>
                  <a:pt x="40505" y="41914"/>
                  <a:pt x="40744" y="42119"/>
                </a:cubicBezTo>
                <a:cubicBezTo>
                  <a:pt x="40778" y="42142"/>
                  <a:pt x="40823" y="42149"/>
                  <a:pt x="40878" y="42149"/>
                </a:cubicBezTo>
                <a:cubicBezTo>
                  <a:pt x="40986" y="42149"/>
                  <a:pt x="41131" y="42119"/>
                  <a:pt x="41290" y="42119"/>
                </a:cubicBezTo>
                <a:cubicBezTo>
                  <a:pt x="42109" y="43313"/>
                  <a:pt x="42962" y="44576"/>
                  <a:pt x="43781" y="45839"/>
                </a:cubicBezTo>
                <a:cubicBezTo>
                  <a:pt x="44839" y="47545"/>
                  <a:pt x="45862" y="49319"/>
                  <a:pt x="47057" y="50957"/>
                </a:cubicBezTo>
                <a:cubicBezTo>
                  <a:pt x="47125" y="51094"/>
                  <a:pt x="47193" y="51196"/>
                  <a:pt x="47295" y="51298"/>
                </a:cubicBezTo>
                <a:cubicBezTo>
                  <a:pt x="47352" y="51383"/>
                  <a:pt x="47454" y="51444"/>
                  <a:pt x="47526" y="51444"/>
                </a:cubicBezTo>
                <a:cubicBezTo>
                  <a:pt x="47542" y="51444"/>
                  <a:pt x="47556" y="51441"/>
                  <a:pt x="47568" y="51435"/>
                </a:cubicBezTo>
                <a:cubicBezTo>
                  <a:pt x="47671" y="51367"/>
                  <a:pt x="47739" y="51264"/>
                  <a:pt x="47773" y="51162"/>
                </a:cubicBezTo>
                <a:cubicBezTo>
                  <a:pt x="47739" y="51025"/>
                  <a:pt x="47705" y="50923"/>
                  <a:pt x="47637" y="50821"/>
                </a:cubicBezTo>
                <a:cubicBezTo>
                  <a:pt x="47500" y="50582"/>
                  <a:pt x="47295" y="50343"/>
                  <a:pt x="47159" y="50104"/>
                </a:cubicBezTo>
                <a:lnTo>
                  <a:pt x="46203" y="48773"/>
                </a:lnTo>
                <a:cubicBezTo>
                  <a:pt x="46340" y="48603"/>
                  <a:pt x="46442" y="48466"/>
                  <a:pt x="46579" y="48364"/>
                </a:cubicBezTo>
                <a:cubicBezTo>
                  <a:pt x="47193" y="47818"/>
                  <a:pt x="47807" y="47306"/>
                  <a:pt x="48421" y="46760"/>
                </a:cubicBezTo>
                <a:cubicBezTo>
                  <a:pt x="49138" y="46146"/>
                  <a:pt x="49855" y="45566"/>
                  <a:pt x="50605" y="44985"/>
                </a:cubicBezTo>
                <a:cubicBezTo>
                  <a:pt x="50742" y="44849"/>
                  <a:pt x="50947" y="44713"/>
                  <a:pt x="50776" y="44474"/>
                </a:cubicBezTo>
                <a:cubicBezTo>
                  <a:pt x="50732" y="44415"/>
                  <a:pt x="50663" y="44381"/>
                  <a:pt x="50581" y="44381"/>
                </a:cubicBezTo>
                <a:cubicBezTo>
                  <a:pt x="50474" y="44381"/>
                  <a:pt x="50347" y="44440"/>
                  <a:pt x="50230" y="44576"/>
                </a:cubicBezTo>
                <a:cubicBezTo>
                  <a:pt x="50196" y="44610"/>
                  <a:pt x="50128" y="44678"/>
                  <a:pt x="50059" y="44713"/>
                </a:cubicBezTo>
                <a:cubicBezTo>
                  <a:pt x="49411" y="45224"/>
                  <a:pt x="48763" y="45736"/>
                  <a:pt x="48148" y="46282"/>
                </a:cubicBezTo>
                <a:cubicBezTo>
                  <a:pt x="47398" y="46931"/>
                  <a:pt x="46681" y="47579"/>
                  <a:pt x="45896" y="48261"/>
                </a:cubicBezTo>
                <a:lnTo>
                  <a:pt x="44839" y="46487"/>
                </a:lnTo>
                <a:lnTo>
                  <a:pt x="45589" y="45873"/>
                </a:lnTo>
                <a:cubicBezTo>
                  <a:pt x="45760" y="45736"/>
                  <a:pt x="45930" y="45634"/>
                  <a:pt x="46101" y="45497"/>
                </a:cubicBezTo>
                <a:cubicBezTo>
                  <a:pt x="46272" y="45327"/>
                  <a:pt x="46272" y="45224"/>
                  <a:pt x="46135" y="45122"/>
                </a:cubicBezTo>
                <a:cubicBezTo>
                  <a:pt x="46075" y="45082"/>
                  <a:pt x="46015" y="45065"/>
                  <a:pt x="45948" y="45065"/>
                </a:cubicBezTo>
                <a:cubicBezTo>
                  <a:pt x="45901" y="45065"/>
                  <a:pt x="45851" y="45074"/>
                  <a:pt x="45794" y="45088"/>
                </a:cubicBezTo>
                <a:cubicBezTo>
                  <a:pt x="45657" y="45156"/>
                  <a:pt x="45521" y="45258"/>
                  <a:pt x="45419" y="45361"/>
                </a:cubicBezTo>
                <a:lnTo>
                  <a:pt x="44566" y="46043"/>
                </a:lnTo>
                <a:lnTo>
                  <a:pt x="43747" y="44747"/>
                </a:lnTo>
                <a:cubicBezTo>
                  <a:pt x="43849" y="44644"/>
                  <a:pt x="43985" y="44508"/>
                  <a:pt x="44088" y="44405"/>
                </a:cubicBezTo>
                <a:cubicBezTo>
                  <a:pt x="44702" y="43791"/>
                  <a:pt x="45282" y="43177"/>
                  <a:pt x="45862" y="42563"/>
                </a:cubicBezTo>
                <a:cubicBezTo>
                  <a:pt x="45999" y="42426"/>
                  <a:pt x="46135" y="42358"/>
                  <a:pt x="46306" y="42290"/>
                </a:cubicBezTo>
                <a:cubicBezTo>
                  <a:pt x="46442" y="42256"/>
                  <a:pt x="46545" y="42153"/>
                  <a:pt x="46545" y="42017"/>
                </a:cubicBezTo>
                <a:cubicBezTo>
                  <a:pt x="46545" y="41846"/>
                  <a:pt x="46476" y="41744"/>
                  <a:pt x="46408" y="41710"/>
                </a:cubicBezTo>
                <a:cubicBezTo>
                  <a:pt x="46368" y="41700"/>
                  <a:pt x="46328" y="41696"/>
                  <a:pt x="46288" y="41696"/>
                </a:cubicBezTo>
                <a:cubicBezTo>
                  <a:pt x="46192" y="41696"/>
                  <a:pt x="46095" y="41720"/>
                  <a:pt x="45999" y="41744"/>
                </a:cubicBezTo>
                <a:cubicBezTo>
                  <a:pt x="45930" y="41812"/>
                  <a:pt x="45828" y="41846"/>
                  <a:pt x="45794" y="41949"/>
                </a:cubicBezTo>
                <a:cubicBezTo>
                  <a:pt x="45521" y="42153"/>
                  <a:pt x="45282" y="42392"/>
                  <a:pt x="45043" y="42631"/>
                </a:cubicBezTo>
                <a:cubicBezTo>
                  <a:pt x="44497" y="43177"/>
                  <a:pt x="43985" y="43723"/>
                  <a:pt x="43439" y="44303"/>
                </a:cubicBezTo>
                <a:cubicBezTo>
                  <a:pt x="42791" y="43348"/>
                  <a:pt x="42143" y="42460"/>
                  <a:pt x="41529" y="41505"/>
                </a:cubicBezTo>
                <a:cubicBezTo>
                  <a:pt x="42382" y="40481"/>
                  <a:pt x="43235" y="39492"/>
                  <a:pt x="44088" y="38502"/>
                </a:cubicBezTo>
                <a:cubicBezTo>
                  <a:pt x="44224" y="38366"/>
                  <a:pt x="44395" y="38229"/>
                  <a:pt x="44497" y="38093"/>
                </a:cubicBezTo>
                <a:cubicBezTo>
                  <a:pt x="44566" y="37990"/>
                  <a:pt x="44600" y="37888"/>
                  <a:pt x="44566" y="37786"/>
                </a:cubicBezTo>
                <a:cubicBezTo>
                  <a:pt x="44529" y="37694"/>
                  <a:pt x="44463" y="37661"/>
                  <a:pt x="44388" y="37661"/>
                </a:cubicBezTo>
                <a:cubicBezTo>
                  <a:pt x="44324" y="37661"/>
                  <a:pt x="44253" y="37686"/>
                  <a:pt x="44190" y="37717"/>
                </a:cubicBezTo>
                <a:cubicBezTo>
                  <a:pt x="44088" y="37786"/>
                  <a:pt x="43985" y="37888"/>
                  <a:pt x="43883" y="37990"/>
                </a:cubicBezTo>
                <a:cubicBezTo>
                  <a:pt x="43201" y="38707"/>
                  <a:pt x="42552" y="39423"/>
                  <a:pt x="41904" y="40174"/>
                </a:cubicBezTo>
                <a:cubicBezTo>
                  <a:pt x="41699" y="40413"/>
                  <a:pt x="41460" y="40720"/>
                  <a:pt x="41222" y="41027"/>
                </a:cubicBezTo>
                <a:lnTo>
                  <a:pt x="39345" y="38604"/>
                </a:lnTo>
                <a:cubicBezTo>
                  <a:pt x="39481" y="38468"/>
                  <a:pt x="39618" y="38331"/>
                  <a:pt x="39754" y="38195"/>
                </a:cubicBezTo>
                <a:cubicBezTo>
                  <a:pt x="40164" y="37751"/>
                  <a:pt x="40573" y="37274"/>
                  <a:pt x="40949" y="36796"/>
                </a:cubicBezTo>
                <a:cubicBezTo>
                  <a:pt x="41358" y="36318"/>
                  <a:pt x="41802" y="35840"/>
                  <a:pt x="42211" y="35363"/>
                </a:cubicBezTo>
                <a:cubicBezTo>
                  <a:pt x="42348" y="35158"/>
                  <a:pt x="42484" y="34987"/>
                  <a:pt x="42586" y="34783"/>
                </a:cubicBezTo>
                <a:cubicBezTo>
                  <a:pt x="42621" y="34646"/>
                  <a:pt x="42586" y="34510"/>
                  <a:pt x="42518" y="34407"/>
                </a:cubicBezTo>
                <a:cubicBezTo>
                  <a:pt x="42478" y="34377"/>
                  <a:pt x="42438" y="34365"/>
                  <a:pt x="42399" y="34365"/>
                </a:cubicBezTo>
                <a:cubicBezTo>
                  <a:pt x="42305" y="34365"/>
                  <a:pt x="42215" y="34437"/>
                  <a:pt x="42143" y="34510"/>
                </a:cubicBezTo>
                <a:cubicBezTo>
                  <a:pt x="42109" y="34544"/>
                  <a:pt x="42075" y="34612"/>
                  <a:pt x="42040" y="34646"/>
                </a:cubicBezTo>
                <a:cubicBezTo>
                  <a:pt x="41733" y="35022"/>
                  <a:pt x="41426" y="35397"/>
                  <a:pt x="41119" y="35772"/>
                </a:cubicBezTo>
                <a:lnTo>
                  <a:pt x="39038" y="38263"/>
                </a:lnTo>
                <a:lnTo>
                  <a:pt x="36820" y="35806"/>
                </a:lnTo>
                <a:cubicBezTo>
                  <a:pt x="37331" y="35260"/>
                  <a:pt x="37843" y="34783"/>
                  <a:pt x="38287" y="34271"/>
                </a:cubicBezTo>
                <a:cubicBezTo>
                  <a:pt x="39652" y="32769"/>
                  <a:pt x="40983" y="31268"/>
                  <a:pt x="42348" y="29801"/>
                </a:cubicBezTo>
                <a:cubicBezTo>
                  <a:pt x="42382" y="29767"/>
                  <a:pt x="42416" y="29732"/>
                  <a:pt x="42450" y="29698"/>
                </a:cubicBezTo>
                <a:cubicBezTo>
                  <a:pt x="42450" y="29630"/>
                  <a:pt x="42450" y="29459"/>
                  <a:pt x="42416" y="29391"/>
                </a:cubicBezTo>
                <a:cubicBezTo>
                  <a:pt x="42341" y="29341"/>
                  <a:pt x="42266" y="29310"/>
                  <a:pt x="42191" y="29310"/>
                </a:cubicBezTo>
                <a:cubicBezTo>
                  <a:pt x="42164" y="29310"/>
                  <a:pt x="42136" y="29314"/>
                  <a:pt x="42109" y="29323"/>
                </a:cubicBezTo>
                <a:cubicBezTo>
                  <a:pt x="42006" y="29357"/>
                  <a:pt x="41904" y="29425"/>
                  <a:pt x="41836" y="29494"/>
                </a:cubicBezTo>
                <a:cubicBezTo>
                  <a:pt x="41597" y="29767"/>
                  <a:pt x="41324" y="30040"/>
                  <a:pt x="41085" y="30313"/>
                </a:cubicBezTo>
                <a:cubicBezTo>
                  <a:pt x="39788" y="31746"/>
                  <a:pt x="38526" y="33179"/>
                  <a:pt x="37229" y="34612"/>
                </a:cubicBezTo>
                <a:cubicBezTo>
                  <a:pt x="36990" y="34885"/>
                  <a:pt x="36751" y="35124"/>
                  <a:pt x="36444" y="35431"/>
                </a:cubicBezTo>
                <a:lnTo>
                  <a:pt x="35694" y="34441"/>
                </a:lnTo>
                <a:cubicBezTo>
                  <a:pt x="35796" y="34271"/>
                  <a:pt x="35898" y="34168"/>
                  <a:pt x="35967" y="34032"/>
                </a:cubicBezTo>
                <a:cubicBezTo>
                  <a:pt x="36376" y="33452"/>
                  <a:pt x="36786" y="32872"/>
                  <a:pt x="37195" y="32258"/>
                </a:cubicBezTo>
                <a:cubicBezTo>
                  <a:pt x="37263" y="32189"/>
                  <a:pt x="37331" y="32087"/>
                  <a:pt x="37366" y="31985"/>
                </a:cubicBezTo>
                <a:cubicBezTo>
                  <a:pt x="37390" y="31811"/>
                  <a:pt x="37253" y="31691"/>
                  <a:pt x="37111" y="31691"/>
                </a:cubicBezTo>
                <a:cubicBezTo>
                  <a:pt x="37057" y="31691"/>
                  <a:pt x="37003" y="31708"/>
                  <a:pt x="36956" y="31746"/>
                </a:cubicBezTo>
                <a:cubicBezTo>
                  <a:pt x="36888" y="31814"/>
                  <a:pt x="36820" y="31882"/>
                  <a:pt x="36786" y="31985"/>
                </a:cubicBezTo>
                <a:cubicBezTo>
                  <a:pt x="36478" y="32394"/>
                  <a:pt x="36171" y="32838"/>
                  <a:pt x="35864" y="33247"/>
                </a:cubicBezTo>
                <a:cubicBezTo>
                  <a:pt x="35728" y="33452"/>
                  <a:pt x="35557" y="33691"/>
                  <a:pt x="35386" y="33964"/>
                </a:cubicBezTo>
                <a:cubicBezTo>
                  <a:pt x="35318" y="33827"/>
                  <a:pt x="35250" y="33759"/>
                  <a:pt x="35182" y="33691"/>
                </a:cubicBezTo>
                <a:cubicBezTo>
                  <a:pt x="34192" y="32121"/>
                  <a:pt x="33407" y="30381"/>
                  <a:pt x="32895" y="28606"/>
                </a:cubicBezTo>
                <a:cubicBezTo>
                  <a:pt x="32452" y="27071"/>
                  <a:pt x="31940" y="25569"/>
                  <a:pt x="31394" y="24102"/>
                </a:cubicBezTo>
                <a:cubicBezTo>
                  <a:pt x="31019" y="23078"/>
                  <a:pt x="30507" y="22089"/>
                  <a:pt x="29893" y="21202"/>
                </a:cubicBezTo>
                <a:cubicBezTo>
                  <a:pt x="29790" y="21031"/>
                  <a:pt x="29654" y="20860"/>
                  <a:pt x="29517" y="20656"/>
                </a:cubicBezTo>
                <a:cubicBezTo>
                  <a:pt x="29688" y="20417"/>
                  <a:pt x="29859" y="20144"/>
                  <a:pt x="30029" y="19871"/>
                </a:cubicBezTo>
                <a:cubicBezTo>
                  <a:pt x="32247" y="16629"/>
                  <a:pt x="34431" y="13387"/>
                  <a:pt x="36683" y="10146"/>
                </a:cubicBezTo>
                <a:cubicBezTo>
                  <a:pt x="38048" y="8167"/>
                  <a:pt x="39515" y="6188"/>
                  <a:pt x="40949" y="4242"/>
                </a:cubicBezTo>
                <a:cubicBezTo>
                  <a:pt x="41836" y="3082"/>
                  <a:pt x="42859" y="1990"/>
                  <a:pt x="43985" y="1069"/>
                </a:cubicBezTo>
                <a:cubicBezTo>
                  <a:pt x="44190" y="830"/>
                  <a:pt x="44429" y="660"/>
                  <a:pt x="44736" y="625"/>
                </a:cubicBezTo>
                <a:cubicBezTo>
                  <a:pt x="44804" y="1001"/>
                  <a:pt x="44873" y="1342"/>
                  <a:pt x="44907" y="1683"/>
                </a:cubicBezTo>
                <a:cubicBezTo>
                  <a:pt x="45009" y="2843"/>
                  <a:pt x="45112" y="3970"/>
                  <a:pt x="45282" y="5096"/>
                </a:cubicBezTo>
                <a:cubicBezTo>
                  <a:pt x="45521" y="6563"/>
                  <a:pt x="45794" y="8030"/>
                  <a:pt x="46135" y="9463"/>
                </a:cubicBezTo>
                <a:cubicBezTo>
                  <a:pt x="46442" y="10658"/>
                  <a:pt x="46203" y="11954"/>
                  <a:pt x="45555" y="12978"/>
                </a:cubicBezTo>
                <a:cubicBezTo>
                  <a:pt x="45350" y="13285"/>
                  <a:pt x="45180" y="13592"/>
                  <a:pt x="45009" y="13899"/>
                </a:cubicBezTo>
                <a:cubicBezTo>
                  <a:pt x="44497" y="14889"/>
                  <a:pt x="44020" y="15878"/>
                  <a:pt x="43542" y="16868"/>
                </a:cubicBezTo>
                <a:cubicBezTo>
                  <a:pt x="43303" y="17346"/>
                  <a:pt x="43269" y="17892"/>
                  <a:pt x="43439" y="18369"/>
                </a:cubicBezTo>
                <a:cubicBezTo>
                  <a:pt x="43644" y="19120"/>
                  <a:pt x="44020" y="19803"/>
                  <a:pt x="44463" y="20417"/>
                </a:cubicBezTo>
                <a:cubicBezTo>
                  <a:pt x="44907" y="20963"/>
                  <a:pt x="45316" y="21475"/>
                  <a:pt x="45794" y="22021"/>
                </a:cubicBezTo>
                <a:cubicBezTo>
                  <a:pt x="46408" y="22737"/>
                  <a:pt x="46920" y="23522"/>
                  <a:pt x="47398" y="24341"/>
                </a:cubicBezTo>
                <a:cubicBezTo>
                  <a:pt x="47261" y="24478"/>
                  <a:pt x="47159" y="24546"/>
                  <a:pt x="47091" y="24648"/>
                </a:cubicBezTo>
                <a:cubicBezTo>
                  <a:pt x="46886" y="24989"/>
                  <a:pt x="46681" y="25296"/>
                  <a:pt x="46442" y="25604"/>
                </a:cubicBezTo>
                <a:cubicBezTo>
                  <a:pt x="45623" y="26696"/>
                  <a:pt x="44770" y="27787"/>
                  <a:pt x="43951" y="28879"/>
                </a:cubicBezTo>
                <a:cubicBezTo>
                  <a:pt x="43917" y="28914"/>
                  <a:pt x="43849" y="28982"/>
                  <a:pt x="43849" y="29016"/>
                </a:cubicBezTo>
                <a:cubicBezTo>
                  <a:pt x="43849" y="29084"/>
                  <a:pt x="43849" y="29255"/>
                  <a:pt x="43917" y="29289"/>
                </a:cubicBezTo>
                <a:cubicBezTo>
                  <a:pt x="43951" y="29323"/>
                  <a:pt x="44003" y="29340"/>
                  <a:pt x="44054" y="29340"/>
                </a:cubicBezTo>
                <a:cubicBezTo>
                  <a:pt x="44105" y="29340"/>
                  <a:pt x="44156" y="29323"/>
                  <a:pt x="44190" y="29289"/>
                </a:cubicBezTo>
                <a:cubicBezTo>
                  <a:pt x="44327" y="29221"/>
                  <a:pt x="44463" y="29118"/>
                  <a:pt x="44566" y="29016"/>
                </a:cubicBezTo>
                <a:cubicBezTo>
                  <a:pt x="45521" y="27719"/>
                  <a:pt x="46476" y="26388"/>
                  <a:pt x="47432" y="25092"/>
                </a:cubicBezTo>
                <a:lnTo>
                  <a:pt x="47637" y="24853"/>
                </a:lnTo>
                <a:cubicBezTo>
                  <a:pt x="47944" y="25433"/>
                  <a:pt x="48012" y="26150"/>
                  <a:pt x="47773" y="26764"/>
                </a:cubicBezTo>
                <a:cubicBezTo>
                  <a:pt x="47637" y="27310"/>
                  <a:pt x="47466" y="27856"/>
                  <a:pt x="47295" y="28368"/>
                </a:cubicBezTo>
                <a:cubicBezTo>
                  <a:pt x="47227" y="28675"/>
                  <a:pt x="47193" y="28982"/>
                  <a:pt x="46852" y="29118"/>
                </a:cubicBezTo>
                <a:cubicBezTo>
                  <a:pt x="46715" y="29152"/>
                  <a:pt x="46647" y="29289"/>
                  <a:pt x="46579" y="29357"/>
                </a:cubicBezTo>
                <a:cubicBezTo>
                  <a:pt x="45999" y="30108"/>
                  <a:pt x="45385" y="30859"/>
                  <a:pt x="44804" y="31609"/>
                </a:cubicBezTo>
                <a:cubicBezTo>
                  <a:pt x="44634" y="31848"/>
                  <a:pt x="44497" y="32087"/>
                  <a:pt x="44327" y="32292"/>
                </a:cubicBezTo>
                <a:cubicBezTo>
                  <a:pt x="44190" y="32531"/>
                  <a:pt x="44122" y="32667"/>
                  <a:pt x="44327" y="32838"/>
                </a:cubicBezTo>
                <a:cubicBezTo>
                  <a:pt x="44370" y="32864"/>
                  <a:pt x="44412" y="32877"/>
                  <a:pt x="44452" y="32877"/>
                </a:cubicBezTo>
                <a:cubicBezTo>
                  <a:pt x="44571" y="32877"/>
                  <a:pt x="44686" y="32768"/>
                  <a:pt x="44839" y="32565"/>
                </a:cubicBezTo>
                <a:cubicBezTo>
                  <a:pt x="45555" y="31609"/>
                  <a:pt x="46238" y="30688"/>
                  <a:pt x="46954" y="29732"/>
                </a:cubicBezTo>
                <a:cubicBezTo>
                  <a:pt x="47022" y="29664"/>
                  <a:pt x="47091" y="29562"/>
                  <a:pt x="47193" y="29494"/>
                </a:cubicBezTo>
                <a:cubicBezTo>
                  <a:pt x="47398" y="29903"/>
                  <a:pt x="47568" y="30278"/>
                  <a:pt x="47807" y="30620"/>
                </a:cubicBezTo>
                <a:cubicBezTo>
                  <a:pt x="48319" y="31439"/>
                  <a:pt x="48967" y="32223"/>
                  <a:pt x="49718" y="32872"/>
                </a:cubicBezTo>
                <a:cubicBezTo>
                  <a:pt x="50844" y="33895"/>
                  <a:pt x="52039" y="34817"/>
                  <a:pt x="53301" y="35704"/>
                </a:cubicBezTo>
                <a:cubicBezTo>
                  <a:pt x="54052" y="36182"/>
                  <a:pt x="54734" y="36796"/>
                  <a:pt x="55348" y="37478"/>
                </a:cubicBezTo>
                <a:cubicBezTo>
                  <a:pt x="55792" y="37990"/>
                  <a:pt x="55963" y="38673"/>
                  <a:pt x="55860" y="39321"/>
                </a:cubicBezTo>
                <a:cubicBezTo>
                  <a:pt x="55724" y="39969"/>
                  <a:pt x="55621" y="40584"/>
                  <a:pt x="55485" y="41198"/>
                </a:cubicBezTo>
                <a:cubicBezTo>
                  <a:pt x="55314" y="41812"/>
                  <a:pt x="55485" y="42495"/>
                  <a:pt x="55894" y="42972"/>
                </a:cubicBezTo>
                <a:cubicBezTo>
                  <a:pt x="56679" y="43962"/>
                  <a:pt x="57430" y="44985"/>
                  <a:pt x="58249" y="45975"/>
                </a:cubicBezTo>
                <a:cubicBezTo>
                  <a:pt x="59102" y="47033"/>
                  <a:pt x="60023" y="48022"/>
                  <a:pt x="60876" y="49080"/>
                </a:cubicBezTo>
                <a:cubicBezTo>
                  <a:pt x="61081" y="49319"/>
                  <a:pt x="61252" y="49592"/>
                  <a:pt x="61388" y="49899"/>
                </a:cubicBezTo>
                <a:cubicBezTo>
                  <a:pt x="61798" y="50752"/>
                  <a:pt x="61934" y="51708"/>
                  <a:pt x="61729" y="52629"/>
                </a:cubicBezTo>
                <a:cubicBezTo>
                  <a:pt x="61525" y="53653"/>
                  <a:pt x="61252" y="54642"/>
                  <a:pt x="60979" y="55666"/>
                </a:cubicBezTo>
                <a:cubicBezTo>
                  <a:pt x="60569" y="56963"/>
                  <a:pt x="60228" y="58293"/>
                  <a:pt x="60023" y="59658"/>
                </a:cubicBezTo>
                <a:cubicBezTo>
                  <a:pt x="59955" y="60136"/>
                  <a:pt x="59853" y="60614"/>
                  <a:pt x="59784" y="61092"/>
                </a:cubicBezTo>
                <a:cubicBezTo>
                  <a:pt x="59716" y="61603"/>
                  <a:pt x="59784" y="62149"/>
                  <a:pt x="59989" y="62627"/>
                </a:cubicBezTo>
                <a:cubicBezTo>
                  <a:pt x="60092" y="62968"/>
                  <a:pt x="60365" y="63207"/>
                  <a:pt x="60706" y="63310"/>
                </a:cubicBezTo>
                <a:cubicBezTo>
                  <a:pt x="60751" y="63332"/>
                  <a:pt x="60801" y="63344"/>
                  <a:pt x="60849" y="63344"/>
                </a:cubicBezTo>
                <a:cubicBezTo>
                  <a:pt x="60945" y="63344"/>
                  <a:pt x="61036" y="63298"/>
                  <a:pt x="61081" y="63207"/>
                </a:cubicBezTo>
                <a:cubicBezTo>
                  <a:pt x="61149" y="63071"/>
                  <a:pt x="61081" y="62968"/>
                  <a:pt x="60979" y="62866"/>
                </a:cubicBezTo>
                <a:cubicBezTo>
                  <a:pt x="60910" y="62832"/>
                  <a:pt x="60876" y="62832"/>
                  <a:pt x="60842" y="62798"/>
                </a:cubicBezTo>
                <a:cubicBezTo>
                  <a:pt x="60706" y="62661"/>
                  <a:pt x="60535" y="62491"/>
                  <a:pt x="60501" y="62354"/>
                </a:cubicBezTo>
                <a:cubicBezTo>
                  <a:pt x="60399" y="61945"/>
                  <a:pt x="60365" y="61569"/>
                  <a:pt x="60365" y="61194"/>
                </a:cubicBezTo>
                <a:cubicBezTo>
                  <a:pt x="60399" y="60648"/>
                  <a:pt x="60535" y="60102"/>
                  <a:pt x="60603" y="59590"/>
                </a:cubicBezTo>
                <a:cubicBezTo>
                  <a:pt x="60808" y="58293"/>
                  <a:pt x="61149" y="56997"/>
                  <a:pt x="61559" y="55768"/>
                </a:cubicBezTo>
                <a:cubicBezTo>
                  <a:pt x="61900" y="54676"/>
                  <a:pt x="62173" y="53585"/>
                  <a:pt x="62344" y="52458"/>
                </a:cubicBezTo>
                <a:cubicBezTo>
                  <a:pt x="62548" y="51094"/>
                  <a:pt x="62139" y="49729"/>
                  <a:pt x="61286" y="48671"/>
                </a:cubicBezTo>
                <a:cubicBezTo>
                  <a:pt x="60603" y="47852"/>
                  <a:pt x="59887" y="47033"/>
                  <a:pt x="59204" y="46248"/>
                </a:cubicBezTo>
                <a:cubicBezTo>
                  <a:pt x="58181" y="45088"/>
                  <a:pt x="57225" y="43894"/>
                  <a:pt x="56338" y="42665"/>
                </a:cubicBezTo>
                <a:cubicBezTo>
                  <a:pt x="56031" y="42256"/>
                  <a:pt x="55929" y="41778"/>
                  <a:pt x="56065" y="41300"/>
                </a:cubicBezTo>
                <a:cubicBezTo>
                  <a:pt x="56167" y="40788"/>
                  <a:pt x="56236" y="40276"/>
                  <a:pt x="56338" y="39799"/>
                </a:cubicBezTo>
                <a:cubicBezTo>
                  <a:pt x="56645" y="38741"/>
                  <a:pt x="56338" y="37615"/>
                  <a:pt x="55553" y="36864"/>
                </a:cubicBezTo>
                <a:cubicBezTo>
                  <a:pt x="54837" y="36148"/>
                  <a:pt x="54052" y="35499"/>
                  <a:pt x="53199" y="34953"/>
                </a:cubicBezTo>
                <a:cubicBezTo>
                  <a:pt x="51902" y="34066"/>
                  <a:pt x="50674" y="33042"/>
                  <a:pt x="49548" y="31950"/>
                </a:cubicBezTo>
                <a:cubicBezTo>
                  <a:pt x="48967" y="31336"/>
                  <a:pt x="48421" y="30654"/>
                  <a:pt x="48012" y="29903"/>
                </a:cubicBezTo>
                <a:cubicBezTo>
                  <a:pt x="47773" y="29494"/>
                  <a:pt x="47705" y="28982"/>
                  <a:pt x="47841" y="28538"/>
                </a:cubicBezTo>
                <a:cubicBezTo>
                  <a:pt x="48012" y="28026"/>
                  <a:pt x="48148" y="27514"/>
                  <a:pt x="48319" y="26968"/>
                </a:cubicBezTo>
                <a:cubicBezTo>
                  <a:pt x="48626" y="26081"/>
                  <a:pt x="48524" y="25126"/>
                  <a:pt x="48046" y="24307"/>
                </a:cubicBezTo>
                <a:cubicBezTo>
                  <a:pt x="47568" y="23556"/>
                  <a:pt x="47091" y="22805"/>
                  <a:pt x="46579" y="22089"/>
                </a:cubicBezTo>
                <a:cubicBezTo>
                  <a:pt x="46169" y="21543"/>
                  <a:pt x="45726" y="21031"/>
                  <a:pt x="45282" y="20519"/>
                </a:cubicBezTo>
                <a:cubicBezTo>
                  <a:pt x="44770" y="19905"/>
                  <a:pt x="44361" y="19223"/>
                  <a:pt x="44088" y="18472"/>
                </a:cubicBezTo>
                <a:cubicBezTo>
                  <a:pt x="43883" y="17960"/>
                  <a:pt x="43917" y="17380"/>
                  <a:pt x="44156" y="16868"/>
                </a:cubicBezTo>
                <a:cubicBezTo>
                  <a:pt x="44634" y="15810"/>
                  <a:pt x="45146" y="14752"/>
                  <a:pt x="45760" y="13763"/>
                </a:cubicBezTo>
                <a:cubicBezTo>
                  <a:pt x="46067" y="13217"/>
                  <a:pt x="46374" y="12671"/>
                  <a:pt x="46613" y="12091"/>
                </a:cubicBezTo>
                <a:cubicBezTo>
                  <a:pt x="46852" y="11477"/>
                  <a:pt x="46954" y="10828"/>
                  <a:pt x="46852" y="10180"/>
                </a:cubicBezTo>
                <a:cubicBezTo>
                  <a:pt x="46784" y="9736"/>
                  <a:pt x="46715" y="9327"/>
                  <a:pt x="46613" y="8883"/>
                </a:cubicBezTo>
                <a:cubicBezTo>
                  <a:pt x="46101" y="6324"/>
                  <a:pt x="45521" y="3765"/>
                  <a:pt x="45419" y="1171"/>
                </a:cubicBezTo>
                <a:cubicBezTo>
                  <a:pt x="45419" y="1001"/>
                  <a:pt x="45385" y="864"/>
                  <a:pt x="45350" y="625"/>
                </a:cubicBezTo>
                <a:lnTo>
                  <a:pt x="45350" y="625"/>
                </a:lnTo>
                <a:cubicBezTo>
                  <a:pt x="45657" y="796"/>
                  <a:pt x="45930" y="1035"/>
                  <a:pt x="46135" y="1342"/>
                </a:cubicBezTo>
                <a:cubicBezTo>
                  <a:pt x="47022" y="2536"/>
                  <a:pt x="47773" y="3833"/>
                  <a:pt x="48387" y="5198"/>
                </a:cubicBezTo>
                <a:cubicBezTo>
                  <a:pt x="48865" y="6188"/>
                  <a:pt x="49275" y="7211"/>
                  <a:pt x="49752" y="8201"/>
                </a:cubicBezTo>
                <a:cubicBezTo>
                  <a:pt x="50298" y="9327"/>
                  <a:pt x="51185" y="10282"/>
                  <a:pt x="52311" y="10897"/>
                </a:cubicBezTo>
                <a:cubicBezTo>
                  <a:pt x="53062" y="11306"/>
                  <a:pt x="53813" y="11647"/>
                  <a:pt x="54598" y="11954"/>
                </a:cubicBezTo>
                <a:cubicBezTo>
                  <a:pt x="55485" y="12330"/>
                  <a:pt x="56440" y="12603"/>
                  <a:pt x="57328" y="12978"/>
                </a:cubicBezTo>
                <a:cubicBezTo>
                  <a:pt x="57908" y="13183"/>
                  <a:pt x="58488" y="13456"/>
                  <a:pt x="59068" y="13763"/>
                </a:cubicBezTo>
                <a:cubicBezTo>
                  <a:pt x="59750" y="14104"/>
                  <a:pt x="60262" y="14752"/>
                  <a:pt x="60433" y="15537"/>
                </a:cubicBezTo>
                <a:cubicBezTo>
                  <a:pt x="60535" y="16015"/>
                  <a:pt x="60638" y="16493"/>
                  <a:pt x="60672" y="16970"/>
                </a:cubicBezTo>
                <a:cubicBezTo>
                  <a:pt x="60740" y="18165"/>
                  <a:pt x="61047" y="19359"/>
                  <a:pt x="61525" y="20485"/>
                </a:cubicBezTo>
                <a:cubicBezTo>
                  <a:pt x="62719" y="23488"/>
                  <a:pt x="64152" y="26457"/>
                  <a:pt x="65619" y="29357"/>
                </a:cubicBezTo>
                <a:cubicBezTo>
                  <a:pt x="68895" y="35772"/>
                  <a:pt x="72683" y="41880"/>
                  <a:pt x="77017" y="47647"/>
                </a:cubicBezTo>
                <a:cubicBezTo>
                  <a:pt x="77358" y="48125"/>
                  <a:pt x="77699" y="48568"/>
                  <a:pt x="78040" y="49046"/>
                </a:cubicBezTo>
                <a:cubicBezTo>
                  <a:pt x="79064" y="50513"/>
                  <a:pt x="80088" y="52015"/>
                  <a:pt x="81145" y="53482"/>
                </a:cubicBezTo>
                <a:cubicBezTo>
                  <a:pt x="81384" y="53823"/>
                  <a:pt x="81691" y="54165"/>
                  <a:pt x="81999" y="54506"/>
                </a:cubicBezTo>
                <a:cubicBezTo>
                  <a:pt x="82067" y="54608"/>
                  <a:pt x="82203" y="54642"/>
                  <a:pt x="82340" y="54642"/>
                </a:cubicBezTo>
                <a:cubicBezTo>
                  <a:pt x="82544" y="54608"/>
                  <a:pt x="82579" y="54438"/>
                  <a:pt x="82544" y="54267"/>
                </a:cubicBezTo>
                <a:cubicBezTo>
                  <a:pt x="82476" y="53960"/>
                  <a:pt x="82306" y="53687"/>
                  <a:pt x="82033" y="53516"/>
                </a:cubicBezTo>
                <a:cubicBezTo>
                  <a:pt x="81862" y="53414"/>
                  <a:pt x="81726" y="53312"/>
                  <a:pt x="81589" y="53141"/>
                </a:cubicBezTo>
                <a:cubicBezTo>
                  <a:pt x="80531" y="51674"/>
                  <a:pt x="79508" y="50172"/>
                  <a:pt x="78484" y="48705"/>
                </a:cubicBezTo>
                <a:cubicBezTo>
                  <a:pt x="78416" y="48603"/>
                  <a:pt x="78347" y="48500"/>
                  <a:pt x="78279" y="48398"/>
                </a:cubicBezTo>
                <a:cubicBezTo>
                  <a:pt x="78381" y="48398"/>
                  <a:pt x="78484" y="48398"/>
                  <a:pt x="78518" y="48330"/>
                </a:cubicBezTo>
                <a:cubicBezTo>
                  <a:pt x="78552" y="48295"/>
                  <a:pt x="78723" y="48193"/>
                  <a:pt x="78723" y="48159"/>
                </a:cubicBezTo>
                <a:cubicBezTo>
                  <a:pt x="78689" y="48022"/>
                  <a:pt x="78620" y="47954"/>
                  <a:pt x="78518" y="47886"/>
                </a:cubicBezTo>
                <a:cubicBezTo>
                  <a:pt x="78416" y="47818"/>
                  <a:pt x="78279" y="47784"/>
                  <a:pt x="78177" y="47749"/>
                </a:cubicBezTo>
                <a:cubicBezTo>
                  <a:pt x="78245" y="47647"/>
                  <a:pt x="78279" y="47545"/>
                  <a:pt x="78347" y="47442"/>
                </a:cubicBezTo>
                <a:cubicBezTo>
                  <a:pt x="79166" y="46077"/>
                  <a:pt x="79985" y="44678"/>
                  <a:pt x="80838" y="43313"/>
                </a:cubicBezTo>
                <a:cubicBezTo>
                  <a:pt x="81282" y="42665"/>
                  <a:pt x="81521" y="41914"/>
                  <a:pt x="81555" y="41164"/>
                </a:cubicBezTo>
                <a:cubicBezTo>
                  <a:pt x="81555" y="40720"/>
                  <a:pt x="81623" y="40311"/>
                  <a:pt x="81623" y="39901"/>
                </a:cubicBezTo>
                <a:cubicBezTo>
                  <a:pt x="81726" y="38331"/>
                  <a:pt x="82442" y="36830"/>
                  <a:pt x="83602" y="35772"/>
                </a:cubicBezTo>
                <a:cubicBezTo>
                  <a:pt x="84012" y="35397"/>
                  <a:pt x="84421" y="35022"/>
                  <a:pt x="84797" y="34612"/>
                </a:cubicBezTo>
                <a:cubicBezTo>
                  <a:pt x="85001" y="34373"/>
                  <a:pt x="85206" y="34100"/>
                  <a:pt x="85343" y="33827"/>
                </a:cubicBezTo>
                <a:cubicBezTo>
                  <a:pt x="85650" y="33281"/>
                  <a:pt x="85684" y="32633"/>
                  <a:pt x="85411" y="32087"/>
                </a:cubicBezTo>
                <a:cubicBezTo>
                  <a:pt x="85240" y="31712"/>
                  <a:pt x="85070" y="31370"/>
                  <a:pt x="84899" y="30995"/>
                </a:cubicBezTo>
                <a:cubicBezTo>
                  <a:pt x="83978" y="29289"/>
                  <a:pt x="83261" y="27514"/>
                  <a:pt x="82749" y="25638"/>
                </a:cubicBezTo>
                <a:cubicBezTo>
                  <a:pt x="82374" y="24205"/>
                  <a:pt x="82237" y="22737"/>
                  <a:pt x="82408" y="21270"/>
                </a:cubicBezTo>
                <a:cubicBezTo>
                  <a:pt x="82476" y="20280"/>
                  <a:pt x="82954" y="19427"/>
                  <a:pt x="83739" y="18847"/>
                </a:cubicBezTo>
                <a:cubicBezTo>
                  <a:pt x="84182" y="18574"/>
                  <a:pt x="84558" y="18233"/>
                  <a:pt x="84967" y="17960"/>
                </a:cubicBezTo>
                <a:cubicBezTo>
                  <a:pt x="85513" y="17585"/>
                  <a:pt x="86093" y="17209"/>
                  <a:pt x="86673" y="16834"/>
                </a:cubicBezTo>
                <a:cubicBezTo>
                  <a:pt x="87561" y="16254"/>
                  <a:pt x="88380" y="15605"/>
                  <a:pt x="89130" y="14889"/>
                </a:cubicBezTo>
                <a:cubicBezTo>
                  <a:pt x="89779" y="14309"/>
                  <a:pt x="90120" y="13422"/>
                  <a:pt x="89983" y="12569"/>
                </a:cubicBezTo>
                <a:cubicBezTo>
                  <a:pt x="89915" y="11715"/>
                  <a:pt x="89847" y="10862"/>
                  <a:pt x="89779" y="10009"/>
                </a:cubicBezTo>
                <a:cubicBezTo>
                  <a:pt x="89710" y="9395"/>
                  <a:pt x="89813" y="8781"/>
                  <a:pt x="90052" y="8235"/>
                </a:cubicBezTo>
                <a:cubicBezTo>
                  <a:pt x="90188" y="7962"/>
                  <a:pt x="90325" y="7689"/>
                  <a:pt x="90461" y="7416"/>
                </a:cubicBezTo>
                <a:cubicBezTo>
                  <a:pt x="91212" y="5915"/>
                  <a:pt x="91997" y="4447"/>
                  <a:pt x="92747" y="2980"/>
                </a:cubicBezTo>
                <a:cubicBezTo>
                  <a:pt x="92884" y="2707"/>
                  <a:pt x="92986" y="2400"/>
                  <a:pt x="93089" y="2127"/>
                </a:cubicBezTo>
                <a:cubicBezTo>
                  <a:pt x="93225" y="2161"/>
                  <a:pt x="93361" y="2229"/>
                  <a:pt x="93464" y="2297"/>
                </a:cubicBezTo>
                <a:cubicBezTo>
                  <a:pt x="93839" y="2502"/>
                  <a:pt x="94180" y="2741"/>
                  <a:pt x="94522" y="3014"/>
                </a:cubicBezTo>
                <a:cubicBezTo>
                  <a:pt x="95614" y="4072"/>
                  <a:pt x="96535" y="5266"/>
                  <a:pt x="97286" y="6563"/>
                </a:cubicBezTo>
                <a:cubicBezTo>
                  <a:pt x="98105" y="8098"/>
                  <a:pt x="98753" y="9702"/>
                  <a:pt x="99162" y="11408"/>
                </a:cubicBezTo>
                <a:cubicBezTo>
                  <a:pt x="99674" y="13353"/>
                  <a:pt x="100493" y="15196"/>
                  <a:pt x="101619" y="16868"/>
                </a:cubicBezTo>
                <a:cubicBezTo>
                  <a:pt x="101995" y="17414"/>
                  <a:pt x="102370" y="17960"/>
                  <a:pt x="102745" y="18506"/>
                </a:cubicBezTo>
                <a:cubicBezTo>
                  <a:pt x="103394" y="19461"/>
                  <a:pt x="104076" y="20383"/>
                  <a:pt x="104690" y="21338"/>
                </a:cubicBezTo>
                <a:cubicBezTo>
                  <a:pt x="105987" y="23351"/>
                  <a:pt x="107215" y="25399"/>
                  <a:pt x="108444" y="27446"/>
                </a:cubicBezTo>
                <a:lnTo>
                  <a:pt x="108444" y="27549"/>
                </a:lnTo>
                <a:cubicBezTo>
                  <a:pt x="108034" y="27344"/>
                  <a:pt x="107591" y="27105"/>
                  <a:pt x="107181" y="26934"/>
                </a:cubicBezTo>
                <a:cubicBezTo>
                  <a:pt x="106758" y="26723"/>
                  <a:pt x="106311" y="26621"/>
                  <a:pt x="105872" y="26621"/>
                </a:cubicBezTo>
                <a:cubicBezTo>
                  <a:pt x="105035" y="26621"/>
                  <a:pt x="104226" y="26991"/>
                  <a:pt x="103667" y="27685"/>
                </a:cubicBezTo>
                <a:cubicBezTo>
                  <a:pt x="103291" y="28060"/>
                  <a:pt x="102950" y="28504"/>
                  <a:pt x="102609" y="28914"/>
                </a:cubicBezTo>
                <a:cubicBezTo>
                  <a:pt x="101278" y="30688"/>
                  <a:pt x="100084" y="32565"/>
                  <a:pt x="99026" y="34510"/>
                </a:cubicBezTo>
                <a:cubicBezTo>
                  <a:pt x="96262" y="39321"/>
                  <a:pt x="93839" y="44235"/>
                  <a:pt x="91553" y="49251"/>
                </a:cubicBezTo>
                <a:cubicBezTo>
                  <a:pt x="90529" y="51503"/>
                  <a:pt x="89608" y="53857"/>
                  <a:pt x="88823" y="56246"/>
                </a:cubicBezTo>
                <a:cubicBezTo>
                  <a:pt x="88687" y="56587"/>
                  <a:pt x="88721" y="56792"/>
                  <a:pt x="88926" y="56826"/>
                </a:cubicBezTo>
                <a:cubicBezTo>
                  <a:pt x="89233" y="56826"/>
                  <a:pt x="89233" y="56553"/>
                  <a:pt x="89301" y="56383"/>
                </a:cubicBezTo>
                <a:cubicBezTo>
                  <a:pt x="89847" y="54949"/>
                  <a:pt x="90359" y="53482"/>
                  <a:pt x="90973" y="52049"/>
                </a:cubicBezTo>
                <a:cubicBezTo>
                  <a:pt x="93430" y="46282"/>
                  <a:pt x="96194" y="40652"/>
                  <a:pt x="99299" y="35192"/>
                </a:cubicBezTo>
                <a:cubicBezTo>
                  <a:pt x="100391" y="33077"/>
                  <a:pt x="101688" y="31097"/>
                  <a:pt x="103087" y="29221"/>
                </a:cubicBezTo>
                <a:cubicBezTo>
                  <a:pt x="103462" y="28743"/>
                  <a:pt x="103871" y="28265"/>
                  <a:pt x="104281" y="27822"/>
                </a:cubicBezTo>
                <a:cubicBezTo>
                  <a:pt x="104622" y="27480"/>
                  <a:pt x="105066" y="27241"/>
                  <a:pt x="105543" y="27207"/>
                </a:cubicBezTo>
                <a:cubicBezTo>
                  <a:pt x="105653" y="27196"/>
                  <a:pt x="105762" y="27190"/>
                  <a:pt x="105869" y="27190"/>
                </a:cubicBezTo>
                <a:cubicBezTo>
                  <a:pt x="106397" y="27190"/>
                  <a:pt x="106898" y="27328"/>
                  <a:pt x="107352" y="27583"/>
                </a:cubicBezTo>
                <a:cubicBezTo>
                  <a:pt x="108103" y="28060"/>
                  <a:pt x="108819" y="28572"/>
                  <a:pt x="109570" y="29050"/>
                </a:cubicBezTo>
                <a:cubicBezTo>
                  <a:pt x="109638" y="29118"/>
                  <a:pt x="109741" y="29221"/>
                  <a:pt x="109809" y="29323"/>
                </a:cubicBezTo>
                <a:cubicBezTo>
                  <a:pt x="109126" y="30074"/>
                  <a:pt x="108444" y="30790"/>
                  <a:pt x="107761" y="31507"/>
                </a:cubicBezTo>
                <a:cubicBezTo>
                  <a:pt x="107488" y="31814"/>
                  <a:pt x="107147" y="32087"/>
                  <a:pt x="106840" y="32360"/>
                </a:cubicBezTo>
                <a:cubicBezTo>
                  <a:pt x="106772" y="32394"/>
                  <a:pt x="106704" y="32428"/>
                  <a:pt x="106704" y="32462"/>
                </a:cubicBezTo>
                <a:cubicBezTo>
                  <a:pt x="106635" y="32565"/>
                  <a:pt x="106635" y="32701"/>
                  <a:pt x="106669" y="32804"/>
                </a:cubicBezTo>
                <a:cubicBezTo>
                  <a:pt x="106669" y="32838"/>
                  <a:pt x="106874" y="32872"/>
                  <a:pt x="106942" y="32872"/>
                </a:cubicBezTo>
                <a:cubicBezTo>
                  <a:pt x="107113" y="32838"/>
                  <a:pt x="107250" y="32735"/>
                  <a:pt x="107386" y="32633"/>
                </a:cubicBezTo>
                <a:cubicBezTo>
                  <a:pt x="107625" y="32428"/>
                  <a:pt x="107898" y="32189"/>
                  <a:pt x="108103" y="31950"/>
                </a:cubicBezTo>
                <a:cubicBezTo>
                  <a:pt x="108717" y="31302"/>
                  <a:pt x="109297" y="30654"/>
                  <a:pt x="109911" y="30005"/>
                </a:cubicBezTo>
                <a:cubicBezTo>
                  <a:pt x="110014" y="29869"/>
                  <a:pt x="110116" y="29767"/>
                  <a:pt x="110252" y="29664"/>
                </a:cubicBezTo>
                <a:cubicBezTo>
                  <a:pt x="110491" y="29869"/>
                  <a:pt x="110730" y="30074"/>
                  <a:pt x="110969" y="30244"/>
                </a:cubicBezTo>
                <a:cubicBezTo>
                  <a:pt x="111140" y="30398"/>
                  <a:pt x="111353" y="30475"/>
                  <a:pt x="111566" y="30475"/>
                </a:cubicBezTo>
                <a:cubicBezTo>
                  <a:pt x="111779" y="30475"/>
                  <a:pt x="111993" y="30398"/>
                  <a:pt x="112163" y="30244"/>
                </a:cubicBezTo>
                <a:cubicBezTo>
                  <a:pt x="112402" y="30074"/>
                  <a:pt x="112573" y="29903"/>
                  <a:pt x="112743" y="29664"/>
                </a:cubicBezTo>
                <a:cubicBezTo>
                  <a:pt x="113050" y="29255"/>
                  <a:pt x="113323" y="28777"/>
                  <a:pt x="113596" y="28333"/>
                </a:cubicBezTo>
                <a:cubicBezTo>
                  <a:pt x="113972" y="27480"/>
                  <a:pt x="114313" y="26627"/>
                  <a:pt x="114688" y="25774"/>
                </a:cubicBezTo>
                <a:lnTo>
                  <a:pt x="114859" y="25365"/>
                </a:lnTo>
                <a:cubicBezTo>
                  <a:pt x="114945" y="25426"/>
                  <a:pt x="115018" y="25452"/>
                  <a:pt x="115084" y="25452"/>
                </a:cubicBezTo>
                <a:cubicBezTo>
                  <a:pt x="115201" y="25452"/>
                  <a:pt x="115296" y="25371"/>
                  <a:pt x="115405" y="25262"/>
                </a:cubicBezTo>
                <a:cubicBezTo>
                  <a:pt x="115951" y="24785"/>
                  <a:pt x="116531" y="24273"/>
                  <a:pt x="117077" y="23795"/>
                </a:cubicBezTo>
                <a:cubicBezTo>
                  <a:pt x="117248" y="23659"/>
                  <a:pt x="117384" y="23522"/>
                  <a:pt x="117521" y="23351"/>
                </a:cubicBezTo>
                <a:cubicBezTo>
                  <a:pt x="117589" y="23283"/>
                  <a:pt x="117589" y="23147"/>
                  <a:pt x="117555" y="23044"/>
                </a:cubicBezTo>
                <a:cubicBezTo>
                  <a:pt x="117521" y="22976"/>
                  <a:pt x="117461" y="22950"/>
                  <a:pt x="117393" y="22950"/>
                </a:cubicBezTo>
                <a:cubicBezTo>
                  <a:pt x="117324" y="22950"/>
                  <a:pt x="117248" y="22976"/>
                  <a:pt x="117179" y="23010"/>
                </a:cubicBezTo>
                <a:cubicBezTo>
                  <a:pt x="117111" y="23044"/>
                  <a:pt x="117077" y="23078"/>
                  <a:pt x="117009" y="23113"/>
                </a:cubicBezTo>
                <a:cubicBezTo>
                  <a:pt x="116429" y="23659"/>
                  <a:pt x="115814" y="24170"/>
                  <a:pt x="115234" y="24716"/>
                </a:cubicBezTo>
                <a:cubicBezTo>
                  <a:pt x="115166" y="24750"/>
                  <a:pt x="115064" y="24819"/>
                  <a:pt x="114961" y="24921"/>
                </a:cubicBezTo>
                <a:cubicBezTo>
                  <a:pt x="115234" y="23795"/>
                  <a:pt x="115473" y="22737"/>
                  <a:pt x="115678" y="21782"/>
                </a:cubicBezTo>
                <a:cubicBezTo>
                  <a:pt x="115883" y="21645"/>
                  <a:pt x="116087" y="21509"/>
                  <a:pt x="116292" y="21338"/>
                </a:cubicBezTo>
                <a:cubicBezTo>
                  <a:pt x="117145" y="20587"/>
                  <a:pt x="117964" y="19803"/>
                  <a:pt x="118783" y="19018"/>
                </a:cubicBezTo>
                <a:cubicBezTo>
                  <a:pt x="119227" y="18608"/>
                  <a:pt x="119704" y="18165"/>
                  <a:pt x="120148" y="17755"/>
                </a:cubicBezTo>
                <a:cubicBezTo>
                  <a:pt x="120285" y="17619"/>
                  <a:pt x="120387" y="17482"/>
                  <a:pt x="120489" y="17312"/>
                </a:cubicBezTo>
                <a:cubicBezTo>
                  <a:pt x="120523" y="17243"/>
                  <a:pt x="120523" y="17141"/>
                  <a:pt x="120455" y="17073"/>
                </a:cubicBezTo>
                <a:cubicBezTo>
                  <a:pt x="120383" y="17049"/>
                  <a:pt x="120310" y="17025"/>
                  <a:pt x="120238" y="17025"/>
                </a:cubicBezTo>
                <a:cubicBezTo>
                  <a:pt x="120208" y="17025"/>
                  <a:pt x="120178" y="17029"/>
                  <a:pt x="120148" y="17039"/>
                </a:cubicBezTo>
                <a:cubicBezTo>
                  <a:pt x="120080" y="17039"/>
                  <a:pt x="120012" y="17107"/>
                  <a:pt x="119977" y="17175"/>
                </a:cubicBezTo>
                <a:lnTo>
                  <a:pt x="116360" y="20553"/>
                </a:lnTo>
                <a:cubicBezTo>
                  <a:pt x="116258" y="20656"/>
                  <a:pt x="116156" y="20724"/>
                  <a:pt x="116019" y="20860"/>
                </a:cubicBezTo>
                <a:cubicBezTo>
                  <a:pt x="116190" y="20041"/>
                  <a:pt x="118374" y="16527"/>
                  <a:pt x="119739" y="14855"/>
                </a:cubicBezTo>
                <a:cubicBezTo>
                  <a:pt x="119823" y="14886"/>
                  <a:pt x="119908" y="14902"/>
                  <a:pt x="119989" y="14902"/>
                </a:cubicBezTo>
                <a:cubicBezTo>
                  <a:pt x="120171" y="14902"/>
                  <a:pt x="120337" y="14826"/>
                  <a:pt x="120455" y="14684"/>
                </a:cubicBezTo>
                <a:cubicBezTo>
                  <a:pt x="121308" y="14104"/>
                  <a:pt x="122127" y="13490"/>
                  <a:pt x="122980" y="12910"/>
                </a:cubicBezTo>
                <a:cubicBezTo>
                  <a:pt x="123253" y="12671"/>
                  <a:pt x="123526" y="12432"/>
                  <a:pt x="123765" y="12193"/>
                </a:cubicBezTo>
                <a:cubicBezTo>
                  <a:pt x="123867" y="12125"/>
                  <a:pt x="123936" y="12023"/>
                  <a:pt x="123970" y="11886"/>
                </a:cubicBezTo>
                <a:cubicBezTo>
                  <a:pt x="124004" y="11818"/>
                  <a:pt x="124004" y="11715"/>
                  <a:pt x="123936" y="11647"/>
                </a:cubicBezTo>
                <a:cubicBezTo>
                  <a:pt x="123833" y="11613"/>
                  <a:pt x="123731" y="11613"/>
                  <a:pt x="123629" y="11613"/>
                </a:cubicBezTo>
                <a:cubicBezTo>
                  <a:pt x="123560" y="11613"/>
                  <a:pt x="123492" y="11715"/>
                  <a:pt x="123458" y="11750"/>
                </a:cubicBezTo>
                <a:cubicBezTo>
                  <a:pt x="122537" y="12603"/>
                  <a:pt x="121547" y="13353"/>
                  <a:pt x="120523" y="14036"/>
                </a:cubicBezTo>
                <a:cubicBezTo>
                  <a:pt x="120455" y="14070"/>
                  <a:pt x="120387" y="14104"/>
                  <a:pt x="120319" y="14172"/>
                </a:cubicBezTo>
                <a:cubicBezTo>
                  <a:pt x="120319" y="14070"/>
                  <a:pt x="120353" y="13968"/>
                  <a:pt x="120421" y="13899"/>
                </a:cubicBezTo>
                <a:cubicBezTo>
                  <a:pt x="121445" y="12500"/>
                  <a:pt x="122503" y="11101"/>
                  <a:pt x="123560" y="9736"/>
                </a:cubicBezTo>
                <a:cubicBezTo>
                  <a:pt x="123765" y="9497"/>
                  <a:pt x="123970" y="9259"/>
                  <a:pt x="124243" y="9088"/>
                </a:cubicBezTo>
                <a:cubicBezTo>
                  <a:pt x="125676" y="7962"/>
                  <a:pt x="127041" y="6768"/>
                  <a:pt x="128372" y="5539"/>
                </a:cubicBezTo>
                <a:cubicBezTo>
                  <a:pt x="128508" y="5437"/>
                  <a:pt x="128611" y="5334"/>
                  <a:pt x="128747" y="5232"/>
                </a:cubicBezTo>
                <a:lnTo>
                  <a:pt x="128747" y="5232"/>
                </a:lnTo>
                <a:cubicBezTo>
                  <a:pt x="128781" y="5403"/>
                  <a:pt x="128747" y="5573"/>
                  <a:pt x="128645" y="5710"/>
                </a:cubicBezTo>
                <a:cubicBezTo>
                  <a:pt x="128338" y="6495"/>
                  <a:pt x="127996" y="7245"/>
                  <a:pt x="127723" y="8030"/>
                </a:cubicBezTo>
                <a:cubicBezTo>
                  <a:pt x="127177" y="9566"/>
                  <a:pt x="126631" y="11101"/>
                  <a:pt x="127246" y="12637"/>
                </a:cubicBezTo>
                <a:cubicBezTo>
                  <a:pt x="127177" y="12876"/>
                  <a:pt x="127041" y="13080"/>
                  <a:pt x="127075" y="13149"/>
                </a:cubicBezTo>
                <a:cubicBezTo>
                  <a:pt x="127109" y="13251"/>
                  <a:pt x="127348" y="13285"/>
                  <a:pt x="127553" y="13387"/>
                </a:cubicBezTo>
                <a:cubicBezTo>
                  <a:pt x="128030" y="14377"/>
                  <a:pt x="128406" y="15401"/>
                  <a:pt x="128679" y="16424"/>
                </a:cubicBezTo>
                <a:cubicBezTo>
                  <a:pt x="128918" y="17209"/>
                  <a:pt x="128611" y="18062"/>
                  <a:pt x="127928" y="18472"/>
                </a:cubicBezTo>
                <a:cubicBezTo>
                  <a:pt x="127382" y="18881"/>
                  <a:pt x="126802" y="19291"/>
                  <a:pt x="126222" y="19700"/>
                </a:cubicBezTo>
                <a:cubicBezTo>
                  <a:pt x="125744" y="20041"/>
                  <a:pt x="125267" y="20417"/>
                  <a:pt x="124823" y="20792"/>
                </a:cubicBezTo>
                <a:cubicBezTo>
                  <a:pt x="124482" y="21065"/>
                  <a:pt x="124311" y="21543"/>
                  <a:pt x="124379" y="21987"/>
                </a:cubicBezTo>
                <a:cubicBezTo>
                  <a:pt x="124413" y="22191"/>
                  <a:pt x="124345" y="22430"/>
                  <a:pt x="124175" y="22601"/>
                </a:cubicBezTo>
                <a:cubicBezTo>
                  <a:pt x="123970" y="22840"/>
                  <a:pt x="123731" y="23078"/>
                  <a:pt x="123526" y="23351"/>
                </a:cubicBezTo>
                <a:cubicBezTo>
                  <a:pt x="123458" y="23454"/>
                  <a:pt x="123458" y="23590"/>
                  <a:pt x="123526" y="23659"/>
                </a:cubicBezTo>
                <a:cubicBezTo>
                  <a:pt x="123590" y="23701"/>
                  <a:pt x="123653" y="23730"/>
                  <a:pt x="123716" y="23730"/>
                </a:cubicBezTo>
                <a:cubicBezTo>
                  <a:pt x="123755" y="23730"/>
                  <a:pt x="123794" y="23719"/>
                  <a:pt x="123833" y="23693"/>
                </a:cubicBezTo>
                <a:cubicBezTo>
                  <a:pt x="124004" y="23590"/>
                  <a:pt x="124175" y="23420"/>
                  <a:pt x="124311" y="23283"/>
                </a:cubicBezTo>
                <a:cubicBezTo>
                  <a:pt x="124413" y="23147"/>
                  <a:pt x="124516" y="23044"/>
                  <a:pt x="124652" y="22908"/>
                </a:cubicBezTo>
                <a:cubicBezTo>
                  <a:pt x="125198" y="23761"/>
                  <a:pt x="125710" y="24512"/>
                  <a:pt x="126188" y="25331"/>
                </a:cubicBezTo>
                <a:cubicBezTo>
                  <a:pt x="126495" y="25842"/>
                  <a:pt x="126768" y="26423"/>
                  <a:pt x="127041" y="26968"/>
                </a:cubicBezTo>
                <a:cubicBezTo>
                  <a:pt x="127314" y="27514"/>
                  <a:pt x="127280" y="28129"/>
                  <a:pt x="126939" y="28606"/>
                </a:cubicBezTo>
                <a:cubicBezTo>
                  <a:pt x="126597" y="29084"/>
                  <a:pt x="126290" y="29528"/>
                  <a:pt x="125949" y="29971"/>
                </a:cubicBezTo>
                <a:cubicBezTo>
                  <a:pt x="124891" y="31166"/>
                  <a:pt x="124004" y="32531"/>
                  <a:pt x="123322" y="33998"/>
                </a:cubicBezTo>
                <a:cubicBezTo>
                  <a:pt x="123083" y="34100"/>
                  <a:pt x="122844" y="34237"/>
                  <a:pt x="122605" y="34373"/>
                </a:cubicBezTo>
                <a:cubicBezTo>
                  <a:pt x="122093" y="34817"/>
                  <a:pt x="121615" y="35260"/>
                  <a:pt x="121104" y="35738"/>
                </a:cubicBezTo>
                <a:cubicBezTo>
                  <a:pt x="121001" y="35840"/>
                  <a:pt x="120899" y="35977"/>
                  <a:pt x="121035" y="36113"/>
                </a:cubicBezTo>
                <a:cubicBezTo>
                  <a:pt x="121088" y="36180"/>
                  <a:pt x="121141" y="36205"/>
                  <a:pt x="121194" y="36205"/>
                </a:cubicBezTo>
                <a:cubicBezTo>
                  <a:pt x="121278" y="36205"/>
                  <a:pt x="121361" y="36142"/>
                  <a:pt x="121445" y="36079"/>
                </a:cubicBezTo>
                <a:cubicBezTo>
                  <a:pt x="121649" y="35909"/>
                  <a:pt x="121888" y="35704"/>
                  <a:pt x="122059" y="35533"/>
                </a:cubicBezTo>
                <a:cubicBezTo>
                  <a:pt x="122332" y="35226"/>
                  <a:pt x="122639" y="34987"/>
                  <a:pt x="122946" y="34749"/>
                </a:cubicBezTo>
                <a:cubicBezTo>
                  <a:pt x="122946" y="34817"/>
                  <a:pt x="122946" y="34851"/>
                  <a:pt x="122946" y="34919"/>
                </a:cubicBezTo>
                <a:cubicBezTo>
                  <a:pt x="122571" y="36045"/>
                  <a:pt x="122332" y="37205"/>
                  <a:pt x="122264" y="38400"/>
                </a:cubicBezTo>
                <a:cubicBezTo>
                  <a:pt x="122264" y="38570"/>
                  <a:pt x="122161" y="38741"/>
                  <a:pt x="122059" y="38877"/>
                </a:cubicBezTo>
                <a:cubicBezTo>
                  <a:pt x="121547" y="39458"/>
                  <a:pt x="121001" y="39935"/>
                  <a:pt x="120353" y="40345"/>
                </a:cubicBezTo>
                <a:cubicBezTo>
                  <a:pt x="120216" y="40447"/>
                  <a:pt x="120080" y="40549"/>
                  <a:pt x="120182" y="40720"/>
                </a:cubicBezTo>
                <a:cubicBezTo>
                  <a:pt x="120240" y="40797"/>
                  <a:pt x="120329" y="40841"/>
                  <a:pt x="120421" y="40841"/>
                </a:cubicBezTo>
                <a:cubicBezTo>
                  <a:pt x="120493" y="40841"/>
                  <a:pt x="120566" y="40814"/>
                  <a:pt x="120626" y="40754"/>
                </a:cubicBezTo>
                <a:cubicBezTo>
                  <a:pt x="121035" y="40481"/>
                  <a:pt x="121411" y="40174"/>
                  <a:pt x="121820" y="39867"/>
                </a:cubicBezTo>
                <a:lnTo>
                  <a:pt x="122230" y="39526"/>
                </a:lnTo>
                <a:lnTo>
                  <a:pt x="122230" y="39526"/>
                </a:lnTo>
                <a:cubicBezTo>
                  <a:pt x="122161" y="40038"/>
                  <a:pt x="122127" y="40447"/>
                  <a:pt x="122093" y="40857"/>
                </a:cubicBezTo>
                <a:cubicBezTo>
                  <a:pt x="122025" y="42051"/>
                  <a:pt x="121547" y="43177"/>
                  <a:pt x="120762" y="44064"/>
                </a:cubicBezTo>
                <a:cubicBezTo>
                  <a:pt x="120114" y="44747"/>
                  <a:pt x="119466" y="45395"/>
                  <a:pt x="118749" y="46009"/>
                </a:cubicBezTo>
                <a:cubicBezTo>
                  <a:pt x="117794" y="46862"/>
                  <a:pt x="116770" y="47647"/>
                  <a:pt x="115814" y="48466"/>
                </a:cubicBezTo>
                <a:cubicBezTo>
                  <a:pt x="114859" y="49285"/>
                  <a:pt x="114108" y="50275"/>
                  <a:pt x="113631" y="51401"/>
                </a:cubicBezTo>
                <a:cubicBezTo>
                  <a:pt x="113460" y="51810"/>
                  <a:pt x="113289" y="52185"/>
                  <a:pt x="113119" y="52595"/>
                </a:cubicBezTo>
                <a:lnTo>
                  <a:pt x="112197" y="54813"/>
                </a:lnTo>
                <a:cubicBezTo>
                  <a:pt x="112402" y="54847"/>
                  <a:pt x="112607" y="54915"/>
                  <a:pt x="112812" y="54984"/>
                </a:cubicBezTo>
                <a:cubicBezTo>
                  <a:pt x="113289" y="53789"/>
                  <a:pt x="113767" y="52561"/>
                  <a:pt x="114279" y="51367"/>
                </a:cubicBezTo>
                <a:cubicBezTo>
                  <a:pt x="114688" y="50445"/>
                  <a:pt x="115303" y="49626"/>
                  <a:pt x="116087" y="48978"/>
                </a:cubicBezTo>
                <a:cubicBezTo>
                  <a:pt x="116872" y="48295"/>
                  <a:pt x="117691" y="47613"/>
                  <a:pt x="118476" y="46931"/>
                </a:cubicBezTo>
                <a:cubicBezTo>
                  <a:pt x="119261" y="46248"/>
                  <a:pt x="120148" y="45497"/>
                  <a:pt x="120899" y="44747"/>
                </a:cubicBezTo>
                <a:cubicBezTo>
                  <a:pt x="121854" y="43791"/>
                  <a:pt x="122468" y="42563"/>
                  <a:pt x="122639" y="41232"/>
                </a:cubicBezTo>
                <a:cubicBezTo>
                  <a:pt x="122707" y="40652"/>
                  <a:pt x="122741" y="40106"/>
                  <a:pt x="122776" y="39526"/>
                </a:cubicBezTo>
                <a:cubicBezTo>
                  <a:pt x="122844" y="38604"/>
                  <a:pt x="122878" y="37683"/>
                  <a:pt x="123049" y="36796"/>
                </a:cubicBezTo>
                <a:cubicBezTo>
                  <a:pt x="123458" y="34612"/>
                  <a:pt x="124413" y="32599"/>
                  <a:pt x="125847" y="30927"/>
                </a:cubicBezTo>
                <a:cubicBezTo>
                  <a:pt x="126324" y="30347"/>
                  <a:pt x="126768" y="29767"/>
                  <a:pt x="127212" y="29152"/>
                </a:cubicBezTo>
                <a:cubicBezTo>
                  <a:pt x="127860" y="28436"/>
                  <a:pt x="127928" y="27378"/>
                  <a:pt x="127450" y="26525"/>
                </a:cubicBezTo>
                <a:cubicBezTo>
                  <a:pt x="127007" y="25740"/>
                  <a:pt x="126563" y="24955"/>
                  <a:pt x="126085" y="24170"/>
                </a:cubicBezTo>
                <a:cubicBezTo>
                  <a:pt x="125812" y="23727"/>
                  <a:pt x="125505" y="23283"/>
                  <a:pt x="125232" y="22805"/>
                </a:cubicBezTo>
                <a:cubicBezTo>
                  <a:pt x="125130" y="22601"/>
                  <a:pt x="124959" y="22396"/>
                  <a:pt x="125096" y="22089"/>
                </a:cubicBezTo>
                <a:cubicBezTo>
                  <a:pt x="125130" y="22021"/>
                  <a:pt x="125096" y="21918"/>
                  <a:pt x="125028" y="21850"/>
                </a:cubicBezTo>
                <a:cubicBezTo>
                  <a:pt x="124823" y="21679"/>
                  <a:pt x="124925" y="21509"/>
                  <a:pt x="125028" y="21372"/>
                </a:cubicBezTo>
                <a:cubicBezTo>
                  <a:pt x="125232" y="21168"/>
                  <a:pt x="125437" y="20963"/>
                  <a:pt x="125676" y="20758"/>
                </a:cubicBezTo>
                <a:cubicBezTo>
                  <a:pt x="126256" y="20349"/>
                  <a:pt x="126870" y="19939"/>
                  <a:pt x="127450" y="19530"/>
                </a:cubicBezTo>
                <a:cubicBezTo>
                  <a:pt x="127826" y="19223"/>
                  <a:pt x="128235" y="18950"/>
                  <a:pt x="128576" y="18608"/>
                </a:cubicBezTo>
                <a:cubicBezTo>
                  <a:pt x="129088" y="18199"/>
                  <a:pt x="129327" y="17585"/>
                  <a:pt x="129259" y="16936"/>
                </a:cubicBezTo>
                <a:cubicBezTo>
                  <a:pt x="129191" y="16527"/>
                  <a:pt x="129122" y="16117"/>
                  <a:pt x="128986" y="15708"/>
                </a:cubicBezTo>
                <a:cubicBezTo>
                  <a:pt x="128679" y="14821"/>
                  <a:pt x="128338" y="13899"/>
                  <a:pt x="127962" y="13046"/>
                </a:cubicBezTo>
                <a:cubicBezTo>
                  <a:pt x="127485" y="12057"/>
                  <a:pt x="127382" y="10931"/>
                  <a:pt x="127689" y="9907"/>
                </a:cubicBezTo>
                <a:cubicBezTo>
                  <a:pt x="127962" y="8951"/>
                  <a:pt x="128269" y="8030"/>
                  <a:pt x="128645" y="7109"/>
                </a:cubicBezTo>
                <a:cubicBezTo>
                  <a:pt x="129293" y="5642"/>
                  <a:pt x="129839" y="4106"/>
                  <a:pt x="130351" y="2570"/>
                </a:cubicBezTo>
                <a:cubicBezTo>
                  <a:pt x="130419" y="2297"/>
                  <a:pt x="130556" y="2059"/>
                  <a:pt x="130760" y="1888"/>
                </a:cubicBezTo>
                <a:cubicBezTo>
                  <a:pt x="131306" y="2707"/>
                  <a:pt x="131716" y="3594"/>
                  <a:pt x="132023" y="4550"/>
                </a:cubicBezTo>
                <a:cubicBezTo>
                  <a:pt x="132330" y="5607"/>
                  <a:pt x="132569" y="6665"/>
                  <a:pt x="132842" y="7757"/>
                </a:cubicBezTo>
                <a:cubicBezTo>
                  <a:pt x="133217" y="9259"/>
                  <a:pt x="133627" y="10760"/>
                  <a:pt x="133900" y="12296"/>
                </a:cubicBezTo>
                <a:cubicBezTo>
                  <a:pt x="134139" y="13524"/>
                  <a:pt x="134616" y="14684"/>
                  <a:pt x="135299" y="15708"/>
                </a:cubicBezTo>
                <a:cubicBezTo>
                  <a:pt x="135776" y="16424"/>
                  <a:pt x="136288" y="17107"/>
                  <a:pt x="136902" y="17755"/>
                </a:cubicBezTo>
                <a:cubicBezTo>
                  <a:pt x="137653" y="18506"/>
                  <a:pt x="138472" y="19223"/>
                  <a:pt x="139325" y="19939"/>
                </a:cubicBezTo>
                <a:cubicBezTo>
                  <a:pt x="140178" y="20622"/>
                  <a:pt x="140827" y="21543"/>
                  <a:pt x="141236" y="22567"/>
                </a:cubicBezTo>
                <a:cubicBezTo>
                  <a:pt x="141338" y="22840"/>
                  <a:pt x="141475" y="23147"/>
                  <a:pt x="141543" y="23454"/>
                </a:cubicBezTo>
                <a:cubicBezTo>
                  <a:pt x="142328" y="25774"/>
                  <a:pt x="143249" y="28026"/>
                  <a:pt x="144410" y="30210"/>
                </a:cubicBezTo>
                <a:cubicBezTo>
                  <a:pt x="144478" y="30347"/>
                  <a:pt x="144580" y="30517"/>
                  <a:pt x="144683" y="30654"/>
                </a:cubicBezTo>
                <a:lnTo>
                  <a:pt x="144683" y="29494"/>
                </a:lnTo>
                <a:cubicBezTo>
                  <a:pt x="144205" y="28197"/>
                  <a:pt x="143591" y="26934"/>
                  <a:pt x="143045" y="25638"/>
                </a:cubicBezTo>
                <a:cubicBezTo>
                  <a:pt x="142601" y="24580"/>
                  <a:pt x="142260" y="23488"/>
                  <a:pt x="141884" y="22430"/>
                </a:cubicBezTo>
                <a:cubicBezTo>
                  <a:pt x="141475" y="21304"/>
                  <a:pt x="140724" y="20280"/>
                  <a:pt x="139803" y="19564"/>
                </a:cubicBezTo>
                <a:cubicBezTo>
                  <a:pt x="139564" y="19359"/>
                  <a:pt x="139359" y="19188"/>
                  <a:pt x="139155" y="19018"/>
                </a:cubicBezTo>
                <a:cubicBezTo>
                  <a:pt x="138131" y="18233"/>
                  <a:pt x="137244" y="17346"/>
                  <a:pt x="136493" y="16322"/>
                </a:cubicBezTo>
                <a:cubicBezTo>
                  <a:pt x="135606" y="15264"/>
                  <a:pt x="134992" y="13968"/>
                  <a:pt x="134684" y="12637"/>
                </a:cubicBezTo>
                <a:cubicBezTo>
                  <a:pt x="134582" y="12159"/>
                  <a:pt x="134514" y="11681"/>
                  <a:pt x="134377" y="11204"/>
                </a:cubicBezTo>
                <a:cubicBezTo>
                  <a:pt x="133934" y="9293"/>
                  <a:pt x="133456" y="7382"/>
                  <a:pt x="133012" y="5471"/>
                </a:cubicBezTo>
                <a:cubicBezTo>
                  <a:pt x="132705" y="4208"/>
                  <a:pt x="132194" y="3014"/>
                  <a:pt x="131545" y="1888"/>
                </a:cubicBezTo>
                <a:cubicBezTo>
                  <a:pt x="131375" y="1649"/>
                  <a:pt x="131204" y="1410"/>
                  <a:pt x="131033" y="1206"/>
                </a:cubicBezTo>
                <a:cubicBezTo>
                  <a:pt x="130916" y="1064"/>
                  <a:pt x="130749" y="988"/>
                  <a:pt x="130578" y="988"/>
                </a:cubicBezTo>
                <a:cubicBezTo>
                  <a:pt x="130502" y="988"/>
                  <a:pt x="130425" y="1003"/>
                  <a:pt x="130351" y="1035"/>
                </a:cubicBezTo>
                <a:cubicBezTo>
                  <a:pt x="129839" y="1240"/>
                  <a:pt x="129395" y="1547"/>
                  <a:pt x="129054" y="1956"/>
                </a:cubicBezTo>
                <a:cubicBezTo>
                  <a:pt x="128508" y="2741"/>
                  <a:pt x="127894" y="3526"/>
                  <a:pt x="127246" y="4311"/>
                </a:cubicBezTo>
                <a:cubicBezTo>
                  <a:pt x="126529" y="5232"/>
                  <a:pt x="125744" y="6119"/>
                  <a:pt x="124994" y="7041"/>
                </a:cubicBezTo>
                <a:cubicBezTo>
                  <a:pt x="121922" y="10794"/>
                  <a:pt x="119056" y="14718"/>
                  <a:pt x="116429" y="18779"/>
                </a:cubicBezTo>
                <a:cubicBezTo>
                  <a:pt x="115814" y="19700"/>
                  <a:pt x="115371" y="20724"/>
                  <a:pt x="115132" y="21782"/>
                </a:cubicBezTo>
                <a:cubicBezTo>
                  <a:pt x="115030" y="22191"/>
                  <a:pt x="114927" y="22601"/>
                  <a:pt x="114859" y="23010"/>
                </a:cubicBezTo>
                <a:cubicBezTo>
                  <a:pt x="114484" y="24819"/>
                  <a:pt x="113869" y="26559"/>
                  <a:pt x="113016" y="28163"/>
                </a:cubicBezTo>
                <a:cubicBezTo>
                  <a:pt x="112743" y="28709"/>
                  <a:pt x="112402" y="29186"/>
                  <a:pt x="111993" y="29630"/>
                </a:cubicBezTo>
                <a:cubicBezTo>
                  <a:pt x="111853" y="29823"/>
                  <a:pt x="111739" y="29908"/>
                  <a:pt x="111616" y="29908"/>
                </a:cubicBezTo>
                <a:cubicBezTo>
                  <a:pt x="111500" y="29908"/>
                  <a:pt x="111374" y="29831"/>
                  <a:pt x="111208" y="29698"/>
                </a:cubicBezTo>
                <a:cubicBezTo>
                  <a:pt x="110764" y="29323"/>
                  <a:pt x="110355" y="28982"/>
                  <a:pt x="109911" y="28606"/>
                </a:cubicBezTo>
                <a:cubicBezTo>
                  <a:pt x="109843" y="28538"/>
                  <a:pt x="109809" y="28470"/>
                  <a:pt x="109741" y="28402"/>
                </a:cubicBezTo>
                <a:cubicBezTo>
                  <a:pt x="109638" y="28197"/>
                  <a:pt x="109536" y="27992"/>
                  <a:pt x="109433" y="27787"/>
                </a:cubicBezTo>
                <a:cubicBezTo>
                  <a:pt x="109024" y="27207"/>
                  <a:pt x="108580" y="26627"/>
                  <a:pt x="108239" y="26013"/>
                </a:cubicBezTo>
                <a:cubicBezTo>
                  <a:pt x="106567" y="23078"/>
                  <a:pt x="104724" y="20212"/>
                  <a:pt x="102745" y="17516"/>
                </a:cubicBezTo>
                <a:cubicBezTo>
                  <a:pt x="101483" y="15844"/>
                  <a:pt x="100527" y="13933"/>
                  <a:pt x="99947" y="11920"/>
                </a:cubicBezTo>
                <a:cubicBezTo>
                  <a:pt x="99708" y="11067"/>
                  <a:pt x="99435" y="10214"/>
                  <a:pt x="99162" y="9327"/>
                </a:cubicBezTo>
                <a:cubicBezTo>
                  <a:pt x="98343" y="6836"/>
                  <a:pt x="96910" y="4550"/>
                  <a:pt x="94999" y="2741"/>
                </a:cubicBezTo>
                <a:cubicBezTo>
                  <a:pt x="94590" y="2332"/>
                  <a:pt x="94078" y="1990"/>
                  <a:pt x="93532" y="1717"/>
                </a:cubicBezTo>
                <a:cubicBezTo>
                  <a:pt x="93213" y="1542"/>
                  <a:pt x="92857" y="1456"/>
                  <a:pt x="92502" y="1456"/>
                </a:cubicBezTo>
                <a:cubicBezTo>
                  <a:pt x="92097" y="1456"/>
                  <a:pt x="91694" y="1568"/>
                  <a:pt x="91348" y="1786"/>
                </a:cubicBezTo>
                <a:cubicBezTo>
                  <a:pt x="90768" y="2127"/>
                  <a:pt x="90256" y="2468"/>
                  <a:pt x="89744" y="2843"/>
                </a:cubicBezTo>
                <a:cubicBezTo>
                  <a:pt x="87390" y="4618"/>
                  <a:pt x="85274" y="6631"/>
                  <a:pt x="83432" y="8883"/>
                </a:cubicBezTo>
                <a:cubicBezTo>
                  <a:pt x="82340" y="10180"/>
                  <a:pt x="81282" y="11477"/>
                  <a:pt x="80224" y="12773"/>
                </a:cubicBezTo>
                <a:cubicBezTo>
                  <a:pt x="80088" y="12978"/>
                  <a:pt x="79883" y="13149"/>
                  <a:pt x="79712" y="13353"/>
                </a:cubicBezTo>
                <a:lnTo>
                  <a:pt x="79337" y="13115"/>
                </a:lnTo>
                <a:cubicBezTo>
                  <a:pt x="79077" y="12927"/>
                  <a:pt x="78775" y="12837"/>
                  <a:pt x="78476" y="12837"/>
                </a:cubicBezTo>
                <a:cubicBezTo>
                  <a:pt x="78068" y="12837"/>
                  <a:pt x="77668" y="13004"/>
                  <a:pt x="77392" y="13319"/>
                </a:cubicBezTo>
                <a:cubicBezTo>
                  <a:pt x="77119" y="13626"/>
                  <a:pt x="76846" y="13933"/>
                  <a:pt x="76641" y="14275"/>
                </a:cubicBezTo>
                <a:cubicBezTo>
                  <a:pt x="75686" y="15640"/>
                  <a:pt x="74730" y="17039"/>
                  <a:pt x="73877" y="18472"/>
                </a:cubicBezTo>
                <a:cubicBezTo>
                  <a:pt x="72444" y="20826"/>
                  <a:pt x="71079" y="23215"/>
                  <a:pt x="69714" y="25638"/>
                </a:cubicBezTo>
                <a:cubicBezTo>
                  <a:pt x="68793" y="27241"/>
                  <a:pt x="67940" y="28879"/>
                  <a:pt x="67053" y="30483"/>
                </a:cubicBezTo>
                <a:cubicBezTo>
                  <a:pt x="67019" y="30551"/>
                  <a:pt x="66984" y="30586"/>
                  <a:pt x="66916" y="30722"/>
                </a:cubicBezTo>
                <a:cubicBezTo>
                  <a:pt x="66814" y="30517"/>
                  <a:pt x="66711" y="30381"/>
                  <a:pt x="66643" y="30210"/>
                </a:cubicBezTo>
                <a:cubicBezTo>
                  <a:pt x="66200" y="29357"/>
                  <a:pt x="65790" y="28504"/>
                  <a:pt x="65346" y="27685"/>
                </a:cubicBezTo>
                <a:cubicBezTo>
                  <a:pt x="64084" y="25228"/>
                  <a:pt x="62992" y="22737"/>
                  <a:pt x="61934" y="20178"/>
                </a:cubicBezTo>
                <a:cubicBezTo>
                  <a:pt x="61525" y="19188"/>
                  <a:pt x="61286" y="18096"/>
                  <a:pt x="61218" y="17005"/>
                </a:cubicBezTo>
                <a:cubicBezTo>
                  <a:pt x="61149" y="16561"/>
                  <a:pt x="61115" y="16117"/>
                  <a:pt x="61013" y="15674"/>
                </a:cubicBezTo>
                <a:cubicBezTo>
                  <a:pt x="60842" y="14616"/>
                  <a:pt x="60126" y="13695"/>
                  <a:pt x="59170" y="13217"/>
                </a:cubicBezTo>
                <a:cubicBezTo>
                  <a:pt x="58795" y="13012"/>
                  <a:pt x="58385" y="12842"/>
                  <a:pt x="58010" y="12671"/>
                </a:cubicBezTo>
                <a:cubicBezTo>
                  <a:pt x="57293" y="12398"/>
                  <a:pt x="56543" y="12125"/>
                  <a:pt x="55826" y="11852"/>
                </a:cubicBezTo>
                <a:cubicBezTo>
                  <a:pt x="54973" y="11545"/>
                  <a:pt x="54120" y="11238"/>
                  <a:pt x="53335" y="10862"/>
                </a:cubicBezTo>
                <a:cubicBezTo>
                  <a:pt x="51902" y="10248"/>
                  <a:pt x="50742" y="9122"/>
                  <a:pt x="50128" y="7689"/>
                </a:cubicBezTo>
                <a:cubicBezTo>
                  <a:pt x="49957" y="7348"/>
                  <a:pt x="49786" y="7006"/>
                  <a:pt x="49650" y="6665"/>
                </a:cubicBezTo>
                <a:cubicBezTo>
                  <a:pt x="49002" y="5164"/>
                  <a:pt x="48285" y="3697"/>
                  <a:pt x="47432" y="2297"/>
                </a:cubicBezTo>
                <a:cubicBezTo>
                  <a:pt x="47057" y="1717"/>
                  <a:pt x="46647" y="1137"/>
                  <a:pt x="46203" y="625"/>
                </a:cubicBezTo>
                <a:cubicBezTo>
                  <a:pt x="45842" y="207"/>
                  <a:pt x="45427" y="0"/>
                  <a:pt x="4498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4" name="Google Shape;2584;p14"/>
          <p:cNvSpPr/>
          <p:nvPr/>
        </p:nvSpPr>
        <p:spPr>
          <a:xfrm>
            <a:off x="106200" y="4678560"/>
            <a:ext cx="97560" cy="137160"/>
          </a:xfrm>
          <a:custGeom>
            <a:avLst/>
            <a:gdLst>
              <a:gd name="textAreaLeft" fmla="*/ 0 w 97560"/>
              <a:gd name="textAreaRight" fmla="*/ 97920 w 97560"/>
              <a:gd name="textAreaTop" fmla="*/ 0 h 137160"/>
              <a:gd name="textAreaBottom" fmla="*/ 137520 h 137160"/>
            </a:gdLst>
            <a:ahLst/>
            <a:cxnLst/>
            <a:rect l="textAreaLeft" t="textAreaTop" r="textAreaRight" b="textAreaBottom"/>
            <a:pathLst>
              <a:path w="5256" h="7377">
                <a:moveTo>
                  <a:pt x="5017" y="1"/>
                </a:moveTo>
                <a:cubicBezTo>
                  <a:pt x="4959" y="1"/>
                  <a:pt x="4894" y="25"/>
                  <a:pt x="4846" y="49"/>
                </a:cubicBezTo>
                <a:cubicBezTo>
                  <a:pt x="4675" y="220"/>
                  <a:pt x="4539" y="390"/>
                  <a:pt x="4402" y="561"/>
                </a:cubicBezTo>
                <a:cubicBezTo>
                  <a:pt x="3515" y="1926"/>
                  <a:pt x="2628" y="3291"/>
                  <a:pt x="1740" y="4621"/>
                </a:cubicBezTo>
                <a:cubicBezTo>
                  <a:pt x="1229" y="5406"/>
                  <a:pt x="819" y="6293"/>
                  <a:pt x="68" y="6942"/>
                </a:cubicBezTo>
                <a:cubicBezTo>
                  <a:pt x="0" y="7044"/>
                  <a:pt x="0" y="7147"/>
                  <a:pt x="34" y="7283"/>
                </a:cubicBezTo>
                <a:cubicBezTo>
                  <a:pt x="68" y="7351"/>
                  <a:pt x="128" y="7377"/>
                  <a:pt x="196" y="7377"/>
                </a:cubicBezTo>
                <a:cubicBezTo>
                  <a:pt x="265" y="7377"/>
                  <a:pt x="341" y="7351"/>
                  <a:pt x="410" y="7317"/>
                </a:cubicBezTo>
                <a:cubicBezTo>
                  <a:pt x="614" y="7181"/>
                  <a:pt x="785" y="7010"/>
                  <a:pt x="956" y="6839"/>
                </a:cubicBezTo>
                <a:cubicBezTo>
                  <a:pt x="1160" y="6566"/>
                  <a:pt x="1365" y="6293"/>
                  <a:pt x="1570" y="5986"/>
                </a:cubicBezTo>
                <a:cubicBezTo>
                  <a:pt x="2764" y="4144"/>
                  <a:pt x="3924" y="2301"/>
                  <a:pt x="5119" y="458"/>
                </a:cubicBezTo>
                <a:cubicBezTo>
                  <a:pt x="5187" y="390"/>
                  <a:pt x="5221" y="322"/>
                  <a:pt x="5255" y="220"/>
                </a:cubicBezTo>
                <a:cubicBezTo>
                  <a:pt x="5221" y="151"/>
                  <a:pt x="5187" y="49"/>
                  <a:pt x="5085" y="15"/>
                </a:cubicBezTo>
                <a:cubicBezTo>
                  <a:pt x="5065" y="5"/>
                  <a:pt x="5042" y="1"/>
                  <a:pt x="501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760" bIns="68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5" name="Google Shape;2585;p14"/>
          <p:cNvSpPr/>
          <p:nvPr/>
        </p:nvSpPr>
        <p:spPr>
          <a:xfrm>
            <a:off x="83880" y="4583520"/>
            <a:ext cx="66240" cy="112320"/>
          </a:xfrm>
          <a:custGeom>
            <a:avLst/>
            <a:gdLst>
              <a:gd name="textAreaLeft" fmla="*/ 0 w 66240"/>
              <a:gd name="textAreaRight" fmla="*/ 66600 w 66240"/>
              <a:gd name="textAreaTop" fmla="*/ 0 h 112320"/>
              <a:gd name="textAreaBottom" fmla="*/ 112680 h 112320"/>
            </a:gdLst>
            <a:ahLst/>
            <a:cxnLst/>
            <a:rect l="textAreaLeft" t="textAreaTop" r="textAreaRight" b="textAreaBottom"/>
            <a:pathLst>
              <a:path w="3584" h="6058">
                <a:moveTo>
                  <a:pt x="3338" y="0"/>
                </a:moveTo>
                <a:cubicBezTo>
                  <a:pt x="3273" y="0"/>
                  <a:pt x="3190" y="56"/>
                  <a:pt x="3106" y="112"/>
                </a:cubicBezTo>
                <a:cubicBezTo>
                  <a:pt x="3038" y="180"/>
                  <a:pt x="3038" y="214"/>
                  <a:pt x="3038" y="282"/>
                </a:cubicBezTo>
                <a:cubicBezTo>
                  <a:pt x="2765" y="726"/>
                  <a:pt x="2526" y="1204"/>
                  <a:pt x="2253" y="1681"/>
                </a:cubicBezTo>
                <a:cubicBezTo>
                  <a:pt x="1571" y="2876"/>
                  <a:pt x="888" y="4070"/>
                  <a:pt x="240" y="5264"/>
                </a:cubicBezTo>
                <a:cubicBezTo>
                  <a:pt x="137" y="5401"/>
                  <a:pt x="103" y="5537"/>
                  <a:pt x="35" y="5708"/>
                </a:cubicBezTo>
                <a:cubicBezTo>
                  <a:pt x="1" y="5844"/>
                  <a:pt x="69" y="6015"/>
                  <a:pt x="206" y="6049"/>
                </a:cubicBezTo>
                <a:cubicBezTo>
                  <a:pt x="234" y="6055"/>
                  <a:pt x="262" y="6058"/>
                  <a:pt x="290" y="6058"/>
                </a:cubicBezTo>
                <a:cubicBezTo>
                  <a:pt x="430" y="6058"/>
                  <a:pt x="558" y="5987"/>
                  <a:pt x="615" y="5844"/>
                </a:cubicBezTo>
                <a:cubicBezTo>
                  <a:pt x="717" y="5606"/>
                  <a:pt x="820" y="5367"/>
                  <a:pt x="956" y="5128"/>
                </a:cubicBezTo>
                <a:cubicBezTo>
                  <a:pt x="1502" y="4138"/>
                  <a:pt x="2048" y="3149"/>
                  <a:pt x="2628" y="2159"/>
                </a:cubicBezTo>
                <a:cubicBezTo>
                  <a:pt x="2901" y="1647"/>
                  <a:pt x="3140" y="1170"/>
                  <a:pt x="3413" y="658"/>
                </a:cubicBezTo>
                <a:cubicBezTo>
                  <a:pt x="3481" y="521"/>
                  <a:pt x="3550" y="385"/>
                  <a:pt x="3584" y="248"/>
                </a:cubicBezTo>
                <a:cubicBezTo>
                  <a:pt x="3516" y="180"/>
                  <a:pt x="3481" y="43"/>
                  <a:pt x="3379" y="9"/>
                </a:cubicBezTo>
                <a:cubicBezTo>
                  <a:pt x="3367" y="3"/>
                  <a:pt x="3353" y="0"/>
                  <a:pt x="33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6" name="Google Shape;2586;p14"/>
          <p:cNvSpPr/>
          <p:nvPr/>
        </p:nvSpPr>
        <p:spPr>
          <a:xfrm>
            <a:off x="101520" y="4873320"/>
            <a:ext cx="76680" cy="86400"/>
          </a:xfrm>
          <a:custGeom>
            <a:avLst/>
            <a:gdLst>
              <a:gd name="textAreaLeft" fmla="*/ 0 w 76680"/>
              <a:gd name="textAreaRight" fmla="*/ 77040 w 76680"/>
              <a:gd name="textAreaTop" fmla="*/ 0 h 86400"/>
              <a:gd name="textAreaBottom" fmla="*/ 86760 h 86400"/>
            </a:gdLst>
            <a:ahLst/>
            <a:cxnLst/>
            <a:rect l="textAreaLeft" t="textAreaTop" r="textAreaRight" b="textAreaBottom"/>
            <a:pathLst>
              <a:path w="4130" h="4662">
                <a:moveTo>
                  <a:pt x="3885" y="1"/>
                </a:moveTo>
                <a:cubicBezTo>
                  <a:pt x="3865" y="1"/>
                  <a:pt x="3844" y="3"/>
                  <a:pt x="3822" y="7"/>
                </a:cubicBezTo>
                <a:cubicBezTo>
                  <a:pt x="3720" y="42"/>
                  <a:pt x="3651" y="110"/>
                  <a:pt x="3549" y="212"/>
                </a:cubicBezTo>
                <a:cubicBezTo>
                  <a:pt x="3379" y="417"/>
                  <a:pt x="3208" y="622"/>
                  <a:pt x="3003" y="826"/>
                </a:cubicBezTo>
                <a:cubicBezTo>
                  <a:pt x="2014" y="1952"/>
                  <a:pt x="1229" y="3249"/>
                  <a:pt x="69" y="4273"/>
                </a:cubicBezTo>
                <a:cubicBezTo>
                  <a:pt x="69" y="4273"/>
                  <a:pt x="69" y="4307"/>
                  <a:pt x="69" y="4307"/>
                </a:cubicBezTo>
                <a:cubicBezTo>
                  <a:pt x="69" y="4409"/>
                  <a:pt x="0" y="4512"/>
                  <a:pt x="69" y="4580"/>
                </a:cubicBezTo>
                <a:cubicBezTo>
                  <a:pt x="119" y="4630"/>
                  <a:pt x="187" y="4662"/>
                  <a:pt x="260" y="4662"/>
                </a:cubicBezTo>
                <a:cubicBezTo>
                  <a:pt x="287" y="4662"/>
                  <a:pt x="314" y="4657"/>
                  <a:pt x="342" y="4648"/>
                </a:cubicBezTo>
                <a:cubicBezTo>
                  <a:pt x="444" y="4614"/>
                  <a:pt x="580" y="4580"/>
                  <a:pt x="649" y="4478"/>
                </a:cubicBezTo>
                <a:cubicBezTo>
                  <a:pt x="888" y="4273"/>
                  <a:pt x="1126" y="4034"/>
                  <a:pt x="1331" y="3795"/>
                </a:cubicBezTo>
                <a:cubicBezTo>
                  <a:pt x="2252" y="2703"/>
                  <a:pt x="3106" y="1577"/>
                  <a:pt x="3993" y="485"/>
                </a:cubicBezTo>
                <a:cubicBezTo>
                  <a:pt x="4027" y="417"/>
                  <a:pt x="4095" y="349"/>
                  <a:pt x="4129" y="280"/>
                </a:cubicBezTo>
                <a:cubicBezTo>
                  <a:pt x="4129" y="102"/>
                  <a:pt x="4025" y="1"/>
                  <a:pt x="38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0" bIns="43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7" name="Google Shape;2587;p14"/>
          <p:cNvSpPr/>
          <p:nvPr/>
        </p:nvSpPr>
        <p:spPr>
          <a:xfrm>
            <a:off x="236520" y="4314600"/>
            <a:ext cx="56880" cy="91800"/>
          </a:xfrm>
          <a:custGeom>
            <a:avLst/>
            <a:gdLst>
              <a:gd name="textAreaLeft" fmla="*/ 0 w 56880"/>
              <a:gd name="textAreaRight" fmla="*/ 57240 w 56880"/>
              <a:gd name="textAreaTop" fmla="*/ 0 h 91800"/>
              <a:gd name="textAreaBottom" fmla="*/ 92160 h 91800"/>
            </a:gdLst>
            <a:ahLst/>
            <a:cxnLst/>
            <a:rect l="textAreaLeft" t="textAreaTop" r="textAreaRight" b="textAreaBottom"/>
            <a:pathLst>
              <a:path w="3072" h="4949">
                <a:moveTo>
                  <a:pt x="2907" y="0"/>
                </a:moveTo>
                <a:cubicBezTo>
                  <a:pt x="2829" y="0"/>
                  <a:pt x="2730" y="46"/>
                  <a:pt x="2662" y="137"/>
                </a:cubicBezTo>
                <a:cubicBezTo>
                  <a:pt x="2594" y="205"/>
                  <a:pt x="2526" y="273"/>
                  <a:pt x="2491" y="341"/>
                </a:cubicBezTo>
                <a:lnTo>
                  <a:pt x="615" y="3583"/>
                </a:lnTo>
                <a:cubicBezTo>
                  <a:pt x="410" y="3890"/>
                  <a:pt x="239" y="4232"/>
                  <a:pt x="69" y="4539"/>
                </a:cubicBezTo>
                <a:cubicBezTo>
                  <a:pt x="0" y="4641"/>
                  <a:pt x="0" y="4743"/>
                  <a:pt x="35" y="4812"/>
                </a:cubicBezTo>
                <a:cubicBezTo>
                  <a:pt x="35" y="4880"/>
                  <a:pt x="171" y="4914"/>
                  <a:pt x="239" y="4948"/>
                </a:cubicBezTo>
                <a:cubicBezTo>
                  <a:pt x="478" y="4880"/>
                  <a:pt x="683" y="4709"/>
                  <a:pt x="785" y="4470"/>
                </a:cubicBezTo>
                <a:lnTo>
                  <a:pt x="3003" y="512"/>
                </a:lnTo>
                <a:cubicBezTo>
                  <a:pt x="3037" y="444"/>
                  <a:pt x="3071" y="410"/>
                  <a:pt x="3071" y="376"/>
                </a:cubicBezTo>
                <a:cubicBezTo>
                  <a:pt x="3071" y="239"/>
                  <a:pt x="3071" y="103"/>
                  <a:pt x="3003" y="34"/>
                </a:cubicBezTo>
                <a:cubicBezTo>
                  <a:pt x="2980" y="12"/>
                  <a:pt x="2946" y="0"/>
                  <a:pt x="290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8" name="Google Shape;2588;p14"/>
          <p:cNvSpPr/>
          <p:nvPr/>
        </p:nvSpPr>
        <p:spPr>
          <a:xfrm>
            <a:off x="228240" y="4233600"/>
            <a:ext cx="65880" cy="88920"/>
          </a:xfrm>
          <a:custGeom>
            <a:avLst/>
            <a:gdLst>
              <a:gd name="textAreaLeft" fmla="*/ 0 w 65880"/>
              <a:gd name="textAreaRight" fmla="*/ 66240 w 65880"/>
              <a:gd name="textAreaTop" fmla="*/ 0 h 88920"/>
              <a:gd name="textAreaBottom" fmla="*/ 89280 h 88920"/>
            </a:gdLst>
            <a:ahLst/>
            <a:cxnLst/>
            <a:rect l="textAreaLeft" t="textAreaTop" r="textAreaRight" b="textAreaBottom"/>
            <a:pathLst>
              <a:path w="3550" h="4798">
                <a:moveTo>
                  <a:pt x="3323" y="0"/>
                </a:moveTo>
                <a:cubicBezTo>
                  <a:pt x="3251" y="0"/>
                  <a:pt x="3178" y="25"/>
                  <a:pt x="3106" y="49"/>
                </a:cubicBezTo>
                <a:cubicBezTo>
                  <a:pt x="3038" y="117"/>
                  <a:pt x="3004" y="219"/>
                  <a:pt x="2935" y="322"/>
                </a:cubicBezTo>
                <a:cubicBezTo>
                  <a:pt x="2082" y="1687"/>
                  <a:pt x="1332" y="3120"/>
                  <a:pt x="206" y="4314"/>
                </a:cubicBezTo>
                <a:cubicBezTo>
                  <a:pt x="103" y="4416"/>
                  <a:pt x="1" y="4553"/>
                  <a:pt x="137" y="4724"/>
                </a:cubicBezTo>
                <a:cubicBezTo>
                  <a:pt x="202" y="4776"/>
                  <a:pt x="268" y="4798"/>
                  <a:pt x="331" y="4798"/>
                </a:cubicBezTo>
                <a:cubicBezTo>
                  <a:pt x="433" y="4798"/>
                  <a:pt x="531" y="4740"/>
                  <a:pt x="615" y="4655"/>
                </a:cubicBezTo>
                <a:cubicBezTo>
                  <a:pt x="854" y="4451"/>
                  <a:pt x="1059" y="4212"/>
                  <a:pt x="1263" y="3939"/>
                </a:cubicBezTo>
                <a:cubicBezTo>
                  <a:pt x="1980" y="2813"/>
                  <a:pt x="2697" y="1687"/>
                  <a:pt x="3379" y="561"/>
                </a:cubicBezTo>
                <a:cubicBezTo>
                  <a:pt x="3447" y="458"/>
                  <a:pt x="3515" y="322"/>
                  <a:pt x="3550" y="219"/>
                </a:cubicBezTo>
                <a:cubicBezTo>
                  <a:pt x="3515" y="151"/>
                  <a:pt x="3481" y="15"/>
                  <a:pt x="3413" y="15"/>
                </a:cubicBezTo>
                <a:cubicBezTo>
                  <a:pt x="3383" y="5"/>
                  <a:pt x="3353" y="0"/>
                  <a:pt x="332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4640" bIns="44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09" name="Google Shape;2589;p14"/>
          <p:cNvSpPr/>
          <p:nvPr/>
        </p:nvSpPr>
        <p:spPr>
          <a:xfrm>
            <a:off x="103680" y="4509000"/>
            <a:ext cx="60840" cy="87480"/>
          </a:xfrm>
          <a:custGeom>
            <a:avLst/>
            <a:gdLst>
              <a:gd name="textAreaLeft" fmla="*/ 0 w 60840"/>
              <a:gd name="textAreaRight" fmla="*/ 61200 w 60840"/>
              <a:gd name="textAreaTop" fmla="*/ 0 h 87480"/>
              <a:gd name="textAreaBottom" fmla="*/ 87840 h 87480"/>
            </a:gdLst>
            <a:ahLst/>
            <a:cxnLst/>
            <a:rect l="textAreaLeft" t="textAreaTop" r="textAreaRight" b="textAreaBottom"/>
            <a:pathLst>
              <a:path w="3277" h="4715">
                <a:moveTo>
                  <a:pt x="2945" y="1"/>
                </a:moveTo>
                <a:cubicBezTo>
                  <a:pt x="2846" y="1"/>
                  <a:pt x="2720" y="102"/>
                  <a:pt x="2594" y="279"/>
                </a:cubicBezTo>
                <a:lnTo>
                  <a:pt x="2526" y="347"/>
                </a:lnTo>
                <a:lnTo>
                  <a:pt x="103" y="4101"/>
                </a:lnTo>
                <a:cubicBezTo>
                  <a:pt x="69" y="4169"/>
                  <a:pt x="1" y="4271"/>
                  <a:pt x="1" y="4340"/>
                </a:cubicBezTo>
                <a:cubicBezTo>
                  <a:pt x="69" y="4476"/>
                  <a:pt x="137" y="4613"/>
                  <a:pt x="240" y="4715"/>
                </a:cubicBezTo>
                <a:cubicBezTo>
                  <a:pt x="410" y="4578"/>
                  <a:pt x="581" y="4408"/>
                  <a:pt x="717" y="4237"/>
                </a:cubicBezTo>
                <a:cubicBezTo>
                  <a:pt x="1502" y="3043"/>
                  <a:pt x="2253" y="1780"/>
                  <a:pt x="3004" y="552"/>
                </a:cubicBezTo>
                <a:cubicBezTo>
                  <a:pt x="3106" y="381"/>
                  <a:pt x="3277" y="211"/>
                  <a:pt x="3038" y="40"/>
                </a:cubicBezTo>
                <a:cubicBezTo>
                  <a:pt x="3011" y="13"/>
                  <a:pt x="2979" y="1"/>
                  <a:pt x="294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920" bIns="43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0" name="Google Shape;2590;p14"/>
          <p:cNvSpPr/>
          <p:nvPr/>
        </p:nvSpPr>
        <p:spPr>
          <a:xfrm>
            <a:off x="222120" y="4406400"/>
            <a:ext cx="50400" cy="90000"/>
          </a:xfrm>
          <a:custGeom>
            <a:avLst/>
            <a:gdLst>
              <a:gd name="textAreaLeft" fmla="*/ 0 w 50400"/>
              <a:gd name="textAreaRight" fmla="*/ 50760 w 50400"/>
              <a:gd name="textAreaTop" fmla="*/ 0 h 90000"/>
              <a:gd name="textAreaBottom" fmla="*/ 90360 h 90000"/>
            </a:gdLst>
            <a:ahLst/>
            <a:cxnLst/>
            <a:rect l="textAreaLeft" t="textAreaTop" r="textAreaRight" b="textAreaBottom"/>
            <a:pathLst>
              <a:path w="2720" h="4842">
                <a:moveTo>
                  <a:pt x="2415" y="1"/>
                </a:moveTo>
                <a:cubicBezTo>
                  <a:pt x="2285" y="1"/>
                  <a:pt x="2229" y="112"/>
                  <a:pt x="2173" y="224"/>
                </a:cubicBezTo>
                <a:lnTo>
                  <a:pt x="1696" y="1179"/>
                </a:lnTo>
                <a:lnTo>
                  <a:pt x="92" y="4455"/>
                </a:lnTo>
                <a:cubicBezTo>
                  <a:pt x="1" y="4607"/>
                  <a:pt x="99" y="4841"/>
                  <a:pt x="292" y="4841"/>
                </a:cubicBezTo>
                <a:cubicBezTo>
                  <a:pt x="315" y="4841"/>
                  <a:pt x="339" y="4838"/>
                  <a:pt x="365" y="4830"/>
                </a:cubicBezTo>
                <a:cubicBezTo>
                  <a:pt x="433" y="4796"/>
                  <a:pt x="536" y="4762"/>
                  <a:pt x="604" y="4694"/>
                </a:cubicBezTo>
                <a:cubicBezTo>
                  <a:pt x="706" y="4523"/>
                  <a:pt x="843" y="4353"/>
                  <a:pt x="911" y="4182"/>
                </a:cubicBezTo>
                <a:cubicBezTo>
                  <a:pt x="1389" y="3158"/>
                  <a:pt x="1866" y="2135"/>
                  <a:pt x="2344" y="1111"/>
                </a:cubicBezTo>
                <a:cubicBezTo>
                  <a:pt x="2446" y="872"/>
                  <a:pt x="2549" y="633"/>
                  <a:pt x="2651" y="394"/>
                </a:cubicBezTo>
                <a:cubicBezTo>
                  <a:pt x="2719" y="258"/>
                  <a:pt x="2719" y="87"/>
                  <a:pt x="2515" y="19"/>
                </a:cubicBezTo>
                <a:cubicBezTo>
                  <a:pt x="2477" y="7"/>
                  <a:pt x="2444" y="1"/>
                  <a:pt x="24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1" name="Google Shape;2591;p14"/>
          <p:cNvSpPr/>
          <p:nvPr/>
        </p:nvSpPr>
        <p:spPr>
          <a:xfrm>
            <a:off x="54000" y="4735440"/>
            <a:ext cx="60120" cy="84240"/>
          </a:xfrm>
          <a:custGeom>
            <a:avLst/>
            <a:gdLst>
              <a:gd name="textAreaLeft" fmla="*/ 0 w 60120"/>
              <a:gd name="textAreaRight" fmla="*/ 60480 w 60120"/>
              <a:gd name="textAreaTop" fmla="*/ 0 h 84240"/>
              <a:gd name="textAreaBottom" fmla="*/ 84600 h 84240"/>
            </a:gdLst>
            <a:ahLst/>
            <a:cxnLst/>
            <a:rect l="textAreaLeft" t="textAreaTop" r="textAreaRight" b="textAreaBottom"/>
            <a:pathLst>
              <a:path w="3242" h="4544">
                <a:moveTo>
                  <a:pt x="2935" y="1"/>
                </a:moveTo>
                <a:cubicBezTo>
                  <a:pt x="2832" y="35"/>
                  <a:pt x="2764" y="137"/>
                  <a:pt x="2696" y="205"/>
                </a:cubicBezTo>
                <a:cubicBezTo>
                  <a:pt x="2013" y="1127"/>
                  <a:pt x="1365" y="2048"/>
                  <a:pt x="717" y="2969"/>
                </a:cubicBezTo>
                <a:cubicBezTo>
                  <a:pt x="512" y="3311"/>
                  <a:pt x="307" y="3686"/>
                  <a:pt x="171" y="4027"/>
                </a:cubicBezTo>
                <a:cubicBezTo>
                  <a:pt x="68" y="4198"/>
                  <a:pt x="0" y="4368"/>
                  <a:pt x="239" y="4505"/>
                </a:cubicBezTo>
                <a:cubicBezTo>
                  <a:pt x="274" y="4531"/>
                  <a:pt x="311" y="4544"/>
                  <a:pt x="349" y="4544"/>
                </a:cubicBezTo>
                <a:cubicBezTo>
                  <a:pt x="460" y="4544"/>
                  <a:pt x="581" y="4435"/>
                  <a:pt x="683" y="4232"/>
                </a:cubicBezTo>
                <a:cubicBezTo>
                  <a:pt x="683" y="4198"/>
                  <a:pt x="683" y="4164"/>
                  <a:pt x="717" y="4130"/>
                </a:cubicBezTo>
                <a:cubicBezTo>
                  <a:pt x="921" y="3754"/>
                  <a:pt x="1160" y="3345"/>
                  <a:pt x="1365" y="2969"/>
                </a:cubicBezTo>
                <a:cubicBezTo>
                  <a:pt x="1911" y="2185"/>
                  <a:pt x="2457" y="1434"/>
                  <a:pt x="3003" y="649"/>
                </a:cubicBezTo>
                <a:cubicBezTo>
                  <a:pt x="3105" y="513"/>
                  <a:pt x="3174" y="410"/>
                  <a:pt x="3208" y="240"/>
                </a:cubicBezTo>
                <a:cubicBezTo>
                  <a:pt x="3242" y="103"/>
                  <a:pt x="3139" y="1"/>
                  <a:pt x="293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120" bIns="42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2" name="Google Shape;2592;p14"/>
          <p:cNvSpPr/>
          <p:nvPr/>
        </p:nvSpPr>
        <p:spPr>
          <a:xfrm>
            <a:off x="168480" y="4563360"/>
            <a:ext cx="56880" cy="82800"/>
          </a:xfrm>
          <a:custGeom>
            <a:avLst/>
            <a:gdLst>
              <a:gd name="textAreaLeft" fmla="*/ 0 w 56880"/>
              <a:gd name="textAreaRight" fmla="*/ 57240 w 56880"/>
              <a:gd name="textAreaTop" fmla="*/ 0 h 82800"/>
              <a:gd name="textAreaBottom" fmla="*/ 83160 h 82800"/>
            </a:gdLst>
            <a:ahLst/>
            <a:cxnLst/>
            <a:rect l="textAreaLeft" t="textAreaTop" r="textAreaRight" b="textAreaBottom"/>
            <a:pathLst>
              <a:path w="3072" h="4459">
                <a:moveTo>
                  <a:pt x="2798" y="1"/>
                </a:moveTo>
                <a:cubicBezTo>
                  <a:pt x="2687" y="1"/>
                  <a:pt x="2613" y="87"/>
                  <a:pt x="2559" y="193"/>
                </a:cubicBezTo>
                <a:cubicBezTo>
                  <a:pt x="2355" y="500"/>
                  <a:pt x="2184" y="841"/>
                  <a:pt x="1979" y="1149"/>
                </a:cubicBezTo>
                <a:cubicBezTo>
                  <a:pt x="1433" y="1968"/>
                  <a:pt x="922" y="2752"/>
                  <a:pt x="410" y="3537"/>
                </a:cubicBezTo>
                <a:cubicBezTo>
                  <a:pt x="273" y="3742"/>
                  <a:pt x="171" y="3913"/>
                  <a:pt x="68" y="4151"/>
                </a:cubicBezTo>
                <a:cubicBezTo>
                  <a:pt x="0" y="4288"/>
                  <a:pt x="137" y="4459"/>
                  <a:pt x="376" y="4459"/>
                </a:cubicBezTo>
                <a:cubicBezTo>
                  <a:pt x="478" y="4356"/>
                  <a:pt x="546" y="4288"/>
                  <a:pt x="649" y="4186"/>
                </a:cubicBezTo>
                <a:cubicBezTo>
                  <a:pt x="1399" y="3025"/>
                  <a:pt x="2116" y="1865"/>
                  <a:pt x="2867" y="705"/>
                </a:cubicBezTo>
                <a:cubicBezTo>
                  <a:pt x="2935" y="603"/>
                  <a:pt x="2969" y="466"/>
                  <a:pt x="3037" y="364"/>
                </a:cubicBezTo>
                <a:cubicBezTo>
                  <a:pt x="3071" y="227"/>
                  <a:pt x="3071" y="91"/>
                  <a:pt x="2901" y="23"/>
                </a:cubicBezTo>
                <a:cubicBezTo>
                  <a:pt x="2863" y="8"/>
                  <a:pt x="2829" y="1"/>
                  <a:pt x="279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400" bIns="41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3" name="Google Shape;2593;p14"/>
          <p:cNvSpPr/>
          <p:nvPr/>
        </p:nvSpPr>
        <p:spPr>
          <a:xfrm>
            <a:off x="289800" y="4379040"/>
            <a:ext cx="50400" cy="82800"/>
          </a:xfrm>
          <a:custGeom>
            <a:avLst/>
            <a:gdLst>
              <a:gd name="textAreaLeft" fmla="*/ 0 w 50400"/>
              <a:gd name="textAreaRight" fmla="*/ 50760 w 50400"/>
              <a:gd name="textAreaTop" fmla="*/ 0 h 82800"/>
              <a:gd name="textAreaBottom" fmla="*/ 83160 h 82800"/>
            </a:gdLst>
            <a:ahLst/>
            <a:cxnLst/>
            <a:rect l="textAreaLeft" t="textAreaTop" r="textAreaRight" b="textAreaBottom"/>
            <a:pathLst>
              <a:path w="2731" h="4462">
                <a:moveTo>
                  <a:pt x="2475" y="0"/>
                </a:moveTo>
                <a:cubicBezTo>
                  <a:pt x="2423" y="0"/>
                  <a:pt x="2372" y="9"/>
                  <a:pt x="2321" y="26"/>
                </a:cubicBezTo>
                <a:cubicBezTo>
                  <a:pt x="2253" y="94"/>
                  <a:pt x="2150" y="196"/>
                  <a:pt x="2116" y="265"/>
                </a:cubicBezTo>
                <a:cubicBezTo>
                  <a:pt x="1434" y="1391"/>
                  <a:pt x="786" y="2483"/>
                  <a:pt x="137" y="3609"/>
                </a:cubicBezTo>
                <a:cubicBezTo>
                  <a:pt x="69" y="3745"/>
                  <a:pt x="1" y="3848"/>
                  <a:pt x="1" y="3984"/>
                </a:cubicBezTo>
                <a:cubicBezTo>
                  <a:pt x="1" y="4291"/>
                  <a:pt x="103" y="4462"/>
                  <a:pt x="274" y="4462"/>
                </a:cubicBezTo>
                <a:cubicBezTo>
                  <a:pt x="478" y="4462"/>
                  <a:pt x="547" y="4291"/>
                  <a:pt x="581" y="4121"/>
                </a:cubicBezTo>
                <a:cubicBezTo>
                  <a:pt x="615" y="3916"/>
                  <a:pt x="683" y="3745"/>
                  <a:pt x="786" y="3575"/>
                </a:cubicBezTo>
                <a:cubicBezTo>
                  <a:pt x="1366" y="2551"/>
                  <a:pt x="1980" y="1561"/>
                  <a:pt x="2560" y="538"/>
                </a:cubicBezTo>
                <a:cubicBezTo>
                  <a:pt x="2628" y="469"/>
                  <a:pt x="2696" y="401"/>
                  <a:pt x="2696" y="299"/>
                </a:cubicBezTo>
                <a:cubicBezTo>
                  <a:pt x="2731" y="196"/>
                  <a:pt x="2696" y="94"/>
                  <a:pt x="2628" y="26"/>
                </a:cubicBezTo>
                <a:cubicBezTo>
                  <a:pt x="2577" y="9"/>
                  <a:pt x="2526" y="0"/>
                  <a:pt x="247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400" bIns="41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4" name="Google Shape;2594;p14"/>
          <p:cNvSpPr/>
          <p:nvPr/>
        </p:nvSpPr>
        <p:spPr>
          <a:xfrm>
            <a:off x="177120" y="4263120"/>
            <a:ext cx="51120" cy="84240"/>
          </a:xfrm>
          <a:custGeom>
            <a:avLst/>
            <a:gdLst>
              <a:gd name="textAreaLeft" fmla="*/ 0 w 51120"/>
              <a:gd name="textAreaRight" fmla="*/ 51480 w 51120"/>
              <a:gd name="textAreaTop" fmla="*/ 0 h 84240"/>
              <a:gd name="textAreaBottom" fmla="*/ 84600 h 84240"/>
            </a:gdLst>
            <a:ahLst/>
            <a:cxnLst/>
            <a:rect l="textAreaLeft" t="textAreaTop" r="textAreaRight" b="textAreaBottom"/>
            <a:pathLst>
              <a:path w="2765" h="4541">
                <a:moveTo>
                  <a:pt x="2560" y="0"/>
                </a:moveTo>
                <a:cubicBezTo>
                  <a:pt x="2458" y="103"/>
                  <a:pt x="2355" y="205"/>
                  <a:pt x="2287" y="307"/>
                </a:cubicBezTo>
                <a:cubicBezTo>
                  <a:pt x="2117" y="580"/>
                  <a:pt x="2014" y="853"/>
                  <a:pt x="1844" y="1126"/>
                </a:cubicBezTo>
                <a:cubicBezTo>
                  <a:pt x="1298" y="2116"/>
                  <a:pt x="718" y="3105"/>
                  <a:pt x="137" y="4129"/>
                </a:cubicBezTo>
                <a:cubicBezTo>
                  <a:pt x="69" y="4266"/>
                  <a:pt x="1" y="4402"/>
                  <a:pt x="172" y="4505"/>
                </a:cubicBezTo>
                <a:cubicBezTo>
                  <a:pt x="220" y="4529"/>
                  <a:pt x="273" y="4540"/>
                  <a:pt x="323" y="4540"/>
                </a:cubicBezTo>
                <a:cubicBezTo>
                  <a:pt x="416" y="4540"/>
                  <a:pt x="503" y="4502"/>
                  <a:pt x="547" y="4436"/>
                </a:cubicBezTo>
                <a:cubicBezTo>
                  <a:pt x="683" y="4300"/>
                  <a:pt x="820" y="4163"/>
                  <a:pt x="888" y="3993"/>
                </a:cubicBezTo>
                <a:cubicBezTo>
                  <a:pt x="1502" y="2901"/>
                  <a:pt x="2082" y="1809"/>
                  <a:pt x="2663" y="683"/>
                </a:cubicBezTo>
                <a:cubicBezTo>
                  <a:pt x="2731" y="580"/>
                  <a:pt x="2765" y="478"/>
                  <a:pt x="2765" y="342"/>
                </a:cubicBezTo>
                <a:cubicBezTo>
                  <a:pt x="2765" y="273"/>
                  <a:pt x="2663" y="171"/>
                  <a:pt x="256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120" bIns="42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5" name="Google Shape;2595;p14"/>
          <p:cNvSpPr/>
          <p:nvPr/>
        </p:nvSpPr>
        <p:spPr>
          <a:xfrm>
            <a:off x="182880" y="4718160"/>
            <a:ext cx="46800" cy="69840"/>
          </a:xfrm>
          <a:custGeom>
            <a:avLst/>
            <a:gdLst>
              <a:gd name="textAreaLeft" fmla="*/ 0 w 46800"/>
              <a:gd name="textAreaRight" fmla="*/ 47160 w 46800"/>
              <a:gd name="textAreaTop" fmla="*/ 0 h 69840"/>
              <a:gd name="textAreaBottom" fmla="*/ 70200 h 69840"/>
            </a:gdLst>
            <a:ahLst/>
            <a:cxnLst/>
            <a:rect l="textAreaLeft" t="textAreaTop" r="textAreaRight" b="textAreaBottom"/>
            <a:pathLst>
              <a:path w="2526" h="3763">
                <a:moveTo>
                  <a:pt x="2345" y="0"/>
                </a:moveTo>
                <a:cubicBezTo>
                  <a:pt x="2273" y="0"/>
                  <a:pt x="2171" y="56"/>
                  <a:pt x="2116" y="112"/>
                </a:cubicBezTo>
                <a:cubicBezTo>
                  <a:pt x="2047" y="214"/>
                  <a:pt x="1979" y="282"/>
                  <a:pt x="1945" y="385"/>
                </a:cubicBezTo>
                <a:cubicBezTo>
                  <a:pt x="1467" y="1408"/>
                  <a:pt x="853" y="2364"/>
                  <a:pt x="102" y="3217"/>
                </a:cubicBezTo>
                <a:cubicBezTo>
                  <a:pt x="68" y="3285"/>
                  <a:pt x="0" y="3388"/>
                  <a:pt x="0" y="3456"/>
                </a:cubicBezTo>
                <a:cubicBezTo>
                  <a:pt x="34" y="3558"/>
                  <a:pt x="102" y="3661"/>
                  <a:pt x="171" y="3763"/>
                </a:cubicBezTo>
                <a:cubicBezTo>
                  <a:pt x="307" y="3695"/>
                  <a:pt x="410" y="3626"/>
                  <a:pt x="546" y="3558"/>
                </a:cubicBezTo>
                <a:cubicBezTo>
                  <a:pt x="683" y="3422"/>
                  <a:pt x="853" y="3285"/>
                  <a:pt x="956" y="3115"/>
                </a:cubicBezTo>
                <a:cubicBezTo>
                  <a:pt x="1467" y="2262"/>
                  <a:pt x="1979" y="1408"/>
                  <a:pt x="2457" y="555"/>
                </a:cubicBezTo>
                <a:cubicBezTo>
                  <a:pt x="2491" y="453"/>
                  <a:pt x="2525" y="385"/>
                  <a:pt x="2525" y="282"/>
                </a:cubicBezTo>
                <a:cubicBezTo>
                  <a:pt x="2525" y="180"/>
                  <a:pt x="2457" y="78"/>
                  <a:pt x="2389" y="9"/>
                </a:cubicBezTo>
                <a:cubicBezTo>
                  <a:pt x="2376" y="3"/>
                  <a:pt x="2361" y="0"/>
                  <a:pt x="234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6" name="Google Shape;2596;p14"/>
          <p:cNvSpPr/>
          <p:nvPr/>
        </p:nvSpPr>
        <p:spPr>
          <a:xfrm>
            <a:off x="345600" y="4243320"/>
            <a:ext cx="47880" cy="66960"/>
          </a:xfrm>
          <a:custGeom>
            <a:avLst/>
            <a:gdLst>
              <a:gd name="textAreaLeft" fmla="*/ 0 w 47880"/>
              <a:gd name="textAreaRight" fmla="*/ 48240 w 47880"/>
              <a:gd name="textAreaTop" fmla="*/ 0 h 66960"/>
              <a:gd name="textAreaBottom" fmla="*/ 67320 h 66960"/>
            </a:gdLst>
            <a:ahLst/>
            <a:cxnLst/>
            <a:rect l="textAreaLeft" t="textAreaTop" r="textAreaRight" b="textAreaBottom"/>
            <a:pathLst>
              <a:path w="2594" h="3611">
                <a:moveTo>
                  <a:pt x="2320" y="0"/>
                </a:moveTo>
                <a:cubicBezTo>
                  <a:pt x="2254" y="0"/>
                  <a:pt x="2190" y="17"/>
                  <a:pt x="2150" y="57"/>
                </a:cubicBezTo>
                <a:cubicBezTo>
                  <a:pt x="1980" y="193"/>
                  <a:pt x="1877" y="364"/>
                  <a:pt x="1775" y="534"/>
                </a:cubicBezTo>
                <a:cubicBezTo>
                  <a:pt x="1195" y="1422"/>
                  <a:pt x="615" y="2343"/>
                  <a:pt x="69" y="3298"/>
                </a:cubicBezTo>
                <a:cubicBezTo>
                  <a:pt x="1" y="3367"/>
                  <a:pt x="35" y="3537"/>
                  <a:pt x="69" y="3571"/>
                </a:cubicBezTo>
                <a:cubicBezTo>
                  <a:pt x="128" y="3591"/>
                  <a:pt x="198" y="3611"/>
                  <a:pt x="267" y="3611"/>
                </a:cubicBezTo>
                <a:cubicBezTo>
                  <a:pt x="317" y="3611"/>
                  <a:pt x="367" y="3600"/>
                  <a:pt x="410" y="3571"/>
                </a:cubicBezTo>
                <a:cubicBezTo>
                  <a:pt x="581" y="3469"/>
                  <a:pt x="751" y="3298"/>
                  <a:pt x="854" y="3128"/>
                </a:cubicBezTo>
                <a:cubicBezTo>
                  <a:pt x="1297" y="2172"/>
                  <a:pt x="1809" y="1319"/>
                  <a:pt x="2423" y="466"/>
                </a:cubicBezTo>
                <a:cubicBezTo>
                  <a:pt x="2492" y="398"/>
                  <a:pt x="2526" y="295"/>
                  <a:pt x="2594" y="193"/>
                </a:cubicBezTo>
                <a:cubicBezTo>
                  <a:pt x="2526" y="125"/>
                  <a:pt x="2492" y="22"/>
                  <a:pt x="2457" y="22"/>
                </a:cubicBezTo>
                <a:cubicBezTo>
                  <a:pt x="2415" y="8"/>
                  <a:pt x="2367" y="0"/>
                  <a:pt x="232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7" name="Google Shape;2597;p14"/>
          <p:cNvSpPr/>
          <p:nvPr/>
        </p:nvSpPr>
        <p:spPr>
          <a:xfrm>
            <a:off x="43200" y="4412160"/>
            <a:ext cx="57600" cy="61560"/>
          </a:xfrm>
          <a:custGeom>
            <a:avLst/>
            <a:gdLst>
              <a:gd name="textAreaLeft" fmla="*/ 0 w 57600"/>
              <a:gd name="textAreaRight" fmla="*/ 57960 w 57600"/>
              <a:gd name="textAreaTop" fmla="*/ 0 h 61560"/>
              <a:gd name="textAreaBottom" fmla="*/ 61920 h 61560"/>
            </a:gdLst>
            <a:ahLst/>
            <a:cxnLst/>
            <a:rect l="textAreaLeft" t="textAreaTop" r="textAreaRight" b="textAreaBottom"/>
            <a:pathLst>
              <a:path w="3106" h="3333">
                <a:moveTo>
                  <a:pt x="2886" y="0"/>
                </a:moveTo>
                <a:cubicBezTo>
                  <a:pt x="2857" y="0"/>
                  <a:pt x="2827" y="7"/>
                  <a:pt x="2798" y="21"/>
                </a:cubicBezTo>
                <a:cubicBezTo>
                  <a:pt x="2696" y="55"/>
                  <a:pt x="2627" y="124"/>
                  <a:pt x="2559" y="192"/>
                </a:cubicBezTo>
                <a:cubicBezTo>
                  <a:pt x="2354" y="431"/>
                  <a:pt x="2184" y="635"/>
                  <a:pt x="2013" y="840"/>
                </a:cubicBezTo>
                <a:lnTo>
                  <a:pt x="341" y="2751"/>
                </a:lnTo>
                <a:cubicBezTo>
                  <a:pt x="205" y="2888"/>
                  <a:pt x="0" y="3024"/>
                  <a:pt x="205" y="3263"/>
                </a:cubicBezTo>
                <a:cubicBezTo>
                  <a:pt x="252" y="3310"/>
                  <a:pt x="302" y="3332"/>
                  <a:pt x="359" y="3332"/>
                </a:cubicBezTo>
                <a:cubicBezTo>
                  <a:pt x="466" y="3332"/>
                  <a:pt x="594" y="3249"/>
                  <a:pt x="751" y="3092"/>
                </a:cubicBezTo>
                <a:lnTo>
                  <a:pt x="785" y="3058"/>
                </a:lnTo>
                <a:lnTo>
                  <a:pt x="3003" y="465"/>
                </a:lnTo>
                <a:cubicBezTo>
                  <a:pt x="3037" y="397"/>
                  <a:pt x="3071" y="328"/>
                  <a:pt x="3105" y="260"/>
                </a:cubicBezTo>
                <a:cubicBezTo>
                  <a:pt x="3105" y="98"/>
                  <a:pt x="2998" y="0"/>
                  <a:pt x="28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8" name="Google Shape;2598;p14"/>
          <p:cNvSpPr/>
          <p:nvPr/>
        </p:nvSpPr>
        <p:spPr>
          <a:xfrm>
            <a:off x="174240" y="4435920"/>
            <a:ext cx="42840" cy="64080"/>
          </a:xfrm>
          <a:custGeom>
            <a:avLst/>
            <a:gdLst>
              <a:gd name="textAreaLeft" fmla="*/ 0 w 42840"/>
              <a:gd name="textAreaRight" fmla="*/ 43200 w 42840"/>
              <a:gd name="textAreaTop" fmla="*/ 0 h 64080"/>
              <a:gd name="textAreaBottom" fmla="*/ 64440 h 64080"/>
            </a:gdLst>
            <a:ahLst/>
            <a:cxnLst/>
            <a:rect l="textAreaLeft" t="textAreaTop" r="textAreaRight" b="textAreaBottom"/>
            <a:pathLst>
              <a:path w="2321" h="3462">
                <a:moveTo>
                  <a:pt x="2128" y="1"/>
                </a:moveTo>
                <a:cubicBezTo>
                  <a:pt x="2056" y="1"/>
                  <a:pt x="1984" y="25"/>
                  <a:pt x="1911" y="49"/>
                </a:cubicBezTo>
                <a:cubicBezTo>
                  <a:pt x="1843" y="83"/>
                  <a:pt x="1809" y="151"/>
                  <a:pt x="1775" y="219"/>
                </a:cubicBezTo>
                <a:cubicBezTo>
                  <a:pt x="1263" y="1073"/>
                  <a:pt x="751" y="1926"/>
                  <a:pt x="239" y="2779"/>
                </a:cubicBezTo>
                <a:cubicBezTo>
                  <a:pt x="137" y="2881"/>
                  <a:pt x="103" y="2983"/>
                  <a:pt x="34" y="3120"/>
                </a:cubicBezTo>
                <a:cubicBezTo>
                  <a:pt x="0" y="3291"/>
                  <a:pt x="103" y="3461"/>
                  <a:pt x="342" y="3461"/>
                </a:cubicBezTo>
                <a:cubicBezTo>
                  <a:pt x="444" y="3393"/>
                  <a:pt x="546" y="3291"/>
                  <a:pt x="615" y="3188"/>
                </a:cubicBezTo>
                <a:cubicBezTo>
                  <a:pt x="1126" y="2301"/>
                  <a:pt x="1672" y="1448"/>
                  <a:pt x="2184" y="561"/>
                </a:cubicBezTo>
                <a:cubicBezTo>
                  <a:pt x="2252" y="458"/>
                  <a:pt x="2287" y="390"/>
                  <a:pt x="2321" y="288"/>
                </a:cubicBezTo>
                <a:cubicBezTo>
                  <a:pt x="2321" y="185"/>
                  <a:pt x="2287" y="83"/>
                  <a:pt x="2218" y="15"/>
                </a:cubicBezTo>
                <a:cubicBezTo>
                  <a:pt x="2188" y="5"/>
                  <a:pt x="2158" y="1"/>
                  <a:pt x="212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19" name="Google Shape;2599;p14"/>
          <p:cNvSpPr/>
          <p:nvPr/>
        </p:nvSpPr>
        <p:spPr>
          <a:xfrm>
            <a:off x="45000" y="4501080"/>
            <a:ext cx="42120" cy="63720"/>
          </a:xfrm>
          <a:custGeom>
            <a:avLst/>
            <a:gdLst>
              <a:gd name="textAreaLeft" fmla="*/ 0 w 42120"/>
              <a:gd name="textAreaRight" fmla="*/ 42480 w 42120"/>
              <a:gd name="textAreaTop" fmla="*/ 0 h 63720"/>
              <a:gd name="textAreaBottom" fmla="*/ 64080 h 63720"/>
            </a:gdLst>
            <a:ahLst/>
            <a:cxnLst/>
            <a:rect l="textAreaLeft" t="textAreaTop" r="textAreaRight" b="textAreaBottom"/>
            <a:pathLst>
              <a:path w="2287" h="3441">
                <a:moveTo>
                  <a:pt x="2063" y="1"/>
                </a:moveTo>
                <a:cubicBezTo>
                  <a:pt x="2025" y="1"/>
                  <a:pt x="1985" y="12"/>
                  <a:pt x="1945" y="35"/>
                </a:cubicBezTo>
                <a:cubicBezTo>
                  <a:pt x="1843" y="70"/>
                  <a:pt x="1741" y="172"/>
                  <a:pt x="1672" y="274"/>
                </a:cubicBezTo>
                <a:cubicBezTo>
                  <a:pt x="1229" y="957"/>
                  <a:pt x="785" y="1639"/>
                  <a:pt x="342" y="2356"/>
                </a:cubicBezTo>
                <a:cubicBezTo>
                  <a:pt x="205" y="2595"/>
                  <a:pt x="103" y="2834"/>
                  <a:pt x="34" y="3072"/>
                </a:cubicBezTo>
                <a:cubicBezTo>
                  <a:pt x="0" y="3209"/>
                  <a:pt x="0" y="3345"/>
                  <a:pt x="171" y="3414"/>
                </a:cubicBezTo>
                <a:cubicBezTo>
                  <a:pt x="208" y="3432"/>
                  <a:pt x="247" y="3440"/>
                  <a:pt x="285" y="3440"/>
                </a:cubicBezTo>
                <a:cubicBezTo>
                  <a:pt x="392" y="3440"/>
                  <a:pt x="496" y="3377"/>
                  <a:pt x="546" y="3277"/>
                </a:cubicBezTo>
                <a:cubicBezTo>
                  <a:pt x="615" y="3175"/>
                  <a:pt x="649" y="3072"/>
                  <a:pt x="683" y="2970"/>
                </a:cubicBezTo>
                <a:cubicBezTo>
                  <a:pt x="819" y="2663"/>
                  <a:pt x="956" y="2356"/>
                  <a:pt x="1126" y="2083"/>
                </a:cubicBezTo>
                <a:cubicBezTo>
                  <a:pt x="1434" y="1537"/>
                  <a:pt x="1775" y="1059"/>
                  <a:pt x="2116" y="547"/>
                </a:cubicBezTo>
                <a:cubicBezTo>
                  <a:pt x="2184" y="445"/>
                  <a:pt x="2252" y="308"/>
                  <a:pt x="2287" y="274"/>
                </a:cubicBezTo>
                <a:cubicBezTo>
                  <a:pt x="2287" y="117"/>
                  <a:pt x="2186" y="1"/>
                  <a:pt x="206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0" name="Google Shape;2600;p14"/>
          <p:cNvSpPr/>
          <p:nvPr/>
        </p:nvSpPr>
        <p:spPr>
          <a:xfrm>
            <a:off x="257400" y="4072680"/>
            <a:ext cx="42840" cy="55800"/>
          </a:xfrm>
          <a:custGeom>
            <a:avLst/>
            <a:gdLst>
              <a:gd name="textAreaLeft" fmla="*/ 0 w 42840"/>
              <a:gd name="textAreaRight" fmla="*/ 43200 w 4284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2321" h="3021">
                <a:moveTo>
                  <a:pt x="2150" y="0"/>
                </a:moveTo>
                <a:cubicBezTo>
                  <a:pt x="2082" y="0"/>
                  <a:pt x="1980" y="0"/>
                  <a:pt x="1911" y="34"/>
                </a:cubicBezTo>
                <a:cubicBezTo>
                  <a:pt x="1809" y="103"/>
                  <a:pt x="1741" y="205"/>
                  <a:pt x="1707" y="307"/>
                </a:cubicBezTo>
                <a:cubicBezTo>
                  <a:pt x="1263" y="1126"/>
                  <a:pt x="717" y="1877"/>
                  <a:pt x="69" y="2594"/>
                </a:cubicBezTo>
                <a:cubicBezTo>
                  <a:pt x="69" y="2594"/>
                  <a:pt x="35" y="2628"/>
                  <a:pt x="35" y="2662"/>
                </a:cubicBezTo>
                <a:cubicBezTo>
                  <a:pt x="35" y="2764"/>
                  <a:pt x="0" y="2901"/>
                  <a:pt x="35" y="2969"/>
                </a:cubicBezTo>
                <a:cubicBezTo>
                  <a:pt x="103" y="3003"/>
                  <a:pt x="163" y="3020"/>
                  <a:pt x="222" y="3020"/>
                </a:cubicBezTo>
                <a:cubicBezTo>
                  <a:pt x="282" y="3020"/>
                  <a:pt x="342" y="3003"/>
                  <a:pt x="410" y="2969"/>
                </a:cubicBezTo>
                <a:cubicBezTo>
                  <a:pt x="581" y="2867"/>
                  <a:pt x="717" y="2730"/>
                  <a:pt x="819" y="2560"/>
                </a:cubicBezTo>
                <a:cubicBezTo>
                  <a:pt x="1297" y="1843"/>
                  <a:pt x="1775" y="1126"/>
                  <a:pt x="2218" y="410"/>
                </a:cubicBezTo>
                <a:cubicBezTo>
                  <a:pt x="2253" y="342"/>
                  <a:pt x="2287" y="273"/>
                  <a:pt x="2321" y="205"/>
                </a:cubicBezTo>
                <a:cubicBezTo>
                  <a:pt x="2253" y="137"/>
                  <a:pt x="2218" y="34"/>
                  <a:pt x="215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1" name="Google Shape;2601;p14"/>
          <p:cNvSpPr/>
          <p:nvPr/>
        </p:nvSpPr>
        <p:spPr>
          <a:xfrm>
            <a:off x="131040" y="4384800"/>
            <a:ext cx="43560" cy="53280"/>
          </a:xfrm>
          <a:custGeom>
            <a:avLst/>
            <a:gdLst>
              <a:gd name="textAreaLeft" fmla="*/ 0 w 43560"/>
              <a:gd name="textAreaRight" fmla="*/ 43920 w 43560"/>
              <a:gd name="textAreaTop" fmla="*/ 0 h 53280"/>
              <a:gd name="textAreaBottom" fmla="*/ 53640 h 53280"/>
            </a:gdLst>
            <a:ahLst/>
            <a:cxnLst/>
            <a:rect l="textAreaLeft" t="textAreaTop" r="textAreaRight" b="textAreaBottom"/>
            <a:pathLst>
              <a:path w="2356" h="2885">
                <a:moveTo>
                  <a:pt x="2117" y="1"/>
                </a:moveTo>
                <a:cubicBezTo>
                  <a:pt x="2065" y="1"/>
                  <a:pt x="2014" y="18"/>
                  <a:pt x="1980" y="52"/>
                </a:cubicBezTo>
                <a:cubicBezTo>
                  <a:pt x="1878" y="52"/>
                  <a:pt x="1844" y="154"/>
                  <a:pt x="1775" y="223"/>
                </a:cubicBezTo>
                <a:cubicBezTo>
                  <a:pt x="1195" y="973"/>
                  <a:pt x="820" y="1826"/>
                  <a:pt x="69" y="2441"/>
                </a:cubicBezTo>
                <a:cubicBezTo>
                  <a:pt x="35" y="2475"/>
                  <a:pt x="1" y="2577"/>
                  <a:pt x="1" y="2577"/>
                </a:cubicBezTo>
                <a:cubicBezTo>
                  <a:pt x="35" y="2680"/>
                  <a:pt x="103" y="2782"/>
                  <a:pt x="137" y="2884"/>
                </a:cubicBezTo>
                <a:cubicBezTo>
                  <a:pt x="274" y="2850"/>
                  <a:pt x="376" y="2816"/>
                  <a:pt x="479" y="2748"/>
                </a:cubicBezTo>
                <a:cubicBezTo>
                  <a:pt x="683" y="2577"/>
                  <a:pt x="922" y="2372"/>
                  <a:pt x="1093" y="2134"/>
                </a:cubicBezTo>
                <a:cubicBezTo>
                  <a:pt x="1502" y="1588"/>
                  <a:pt x="1844" y="1042"/>
                  <a:pt x="2219" y="496"/>
                </a:cubicBezTo>
                <a:cubicBezTo>
                  <a:pt x="2287" y="427"/>
                  <a:pt x="2321" y="359"/>
                  <a:pt x="2355" y="257"/>
                </a:cubicBezTo>
                <a:cubicBezTo>
                  <a:pt x="2355" y="189"/>
                  <a:pt x="2321" y="52"/>
                  <a:pt x="2253" y="52"/>
                </a:cubicBezTo>
                <a:cubicBezTo>
                  <a:pt x="2219" y="18"/>
                  <a:pt x="2168" y="1"/>
                  <a:pt x="211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2" name="Google Shape;2602;p14"/>
          <p:cNvSpPr/>
          <p:nvPr/>
        </p:nvSpPr>
        <p:spPr>
          <a:xfrm>
            <a:off x="134640" y="4281480"/>
            <a:ext cx="38520" cy="55080"/>
          </a:xfrm>
          <a:custGeom>
            <a:avLst/>
            <a:gdLst>
              <a:gd name="textAreaLeft" fmla="*/ 0 w 38520"/>
              <a:gd name="textAreaRight" fmla="*/ 38880 w 38520"/>
              <a:gd name="textAreaTop" fmla="*/ 0 h 55080"/>
              <a:gd name="textAreaBottom" fmla="*/ 55440 h 55080"/>
            </a:gdLst>
            <a:ahLst/>
            <a:cxnLst/>
            <a:rect l="textAreaLeft" t="textAreaTop" r="textAreaRight" b="textAreaBottom"/>
            <a:pathLst>
              <a:path w="2083" h="2983">
                <a:moveTo>
                  <a:pt x="1864" y="0"/>
                </a:moveTo>
                <a:cubicBezTo>
                  <a:pt x="1791" y="0"/>
                  <a:pt x="1723" y="32"/>
                  <a:pt x="1673" y="82"/>
                </a:cubicBezTo>
                <a:cubicBezTo>
                  <a:pt x="1605" y="116"/>
                  <a:pt x="1536" y="219"/>
                  <a:pt x="1502" y="287"/>
                </a:cubicBezTo>
                <a:cubicBezTo>
                  <a:pt x="1059" y="1038"/>
                  <a:pt x="751" y="1891"/>
                  <a:pt x="69" y="2539"/>
                </a:cubicBezTo>
                <a:cubicBezTo>
                  <a:pt x="35" y="2573"/>
                  <a:pt x="1" y="2607"/>
                  <a:pt x="1" y="2675"/>
                </a:cubicBezTo>
                <a:cubicBezTo>
                  <a:pt x="35" y="2778"/>
                  <a:pt x="103" y="2880"/>
                  <a:pt x="171" y="2983"/>
                </a:cubicBezTo>
                <a:cubicBezTo>
                  <a:pt x="274" y="2948"/>
                  <a:pt x="376" y="2880"/>
                  <a:pt x="478" y="2846"/>
                </a:cubicBezTo>
                <a:cubicBezTo>
                  <a:pt x="683" y="2675"/>
                  <a:pt x="820" y="2505"/>
                  <a:pt x="990" y="2300"/>
                </a:cubicBezTo>
                <a:cubicBezTo>
                  <a:pt x="1332" y="1686"/>
                  <a:pt x="1673" y="1072"/>
                  <a:pt x="2014" y="457"/>
                </a:cubicBezTo>
                <a:cubicBezTo>
                  <a:pt x="2048" y="389"/>
                  <a:pt x="2082" y="321"/>
                  <a:pt x="2082" y="253"/>
                </a:cubicBezTo>
                <a:cubicBezTo>
                  <a:pt x="2082" y="150"/>
                  <a:pt x="2014" y="48"/>
                  <a:pt x="1946" y="14"/>
                </a:cubicBezTo>
                <a:cubicBezTo>
                  <a:pt x="1918" y="5"/>
                  <a:pt x="1891" y="0"/>
                  <a:pt x="186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3" name="Google Shape;2603;p14"/>
          <p:cNvSpPr/>
          <p:nvPr/>
        </p:nvSpPr>
        <p:spPr>
          <a:xfrm>
            <a:off x="42480" y="5006880"/>
            <a:ext cx="38520" cy="57240"/>
          </a:xfrm>
          <a:custGeom>
            <a:avLst/>
            <a:gdLst>
              <a:gd name="textAreaLeft" fmla="*/ 0 w 38520"/>
              <a:gd name="textAreaRight" fmla="*/ 38880 w 38520"/>
              <a:gd name="textAreaTop" fmla="*/ 0 h 57240"/>
              <a:gd name="textAreaBottom" fmla="*/ 57600 h 57240"/>
            </a:gdLst>
            <a:ahLst/>
            <a:cxnLst/>
            <a:rect l="textAreaLeft" t="textAreaTop" r="textAreaRight" b="textAreaBottom"/>
            <a:pathLst>
              <a:path w="2083" h="3100">
                <a:moveTo>
                  <a:pt x="1733" y="0"/>
                </a:moveTo>
                <a:cubicBezTo>
                  <a:pt x="1636" y="0"/>
                  <a:pt x="1551" y="93"/>
                  <a:pt x="1434" y="233"/>
                </a:cubicBezTo>
                <a:lnTo>
                  <a:pt x="1400" y="267"/>
                </a:lnTo>
                <a:cubicBezTo>
                  <a:pt x="956" y="950"/>
                  <a:pt x="547" y="1632"/>
                  <a:pt x="103" y="2349"/>
                </a:cubicBezTo>
                <a:cubicBezTo>
                  <a:pt x="1" y="2588"/>
                  <a:pt x="1" y="2861"/>
                  <a:pt x="69" y="3100"/>
                </a:cubicBezTo>
                <a:cubicBezTo>
                  <a:pt x="308" y="2997"/>
                  <a:pt x="513" y="2792"/>
                  <a:pt x="615" y="2554"/>
                </a:cubicBezTo>
                <a:cubicBezTo>
                  <a:pt x="786" y="2281"/>
                  <a:pt x="888" y="2008"/>
                  <a:pt x="1059" y="1769"/>
                </a:cubicBezTo>
                <a:cubicBezTo>
                  <a:pt x="1298" y="1325"/>
                  <a:pt x="1605" y="916"/>
                  <a:pt x="1878" y="472"/>
                </a:cubicBezTo>
                <a:cubicBezTo>
                  <a:pt x="1946" y="336"/>
                  <a:pt x="2082" y="199"/>
                  <a:pt x="1878" y="63"/>
                </a:cubicBezTo>
                <a:cubicBezTo>
                  <a:pt x="1824" y="20"/>
                  <a:pt x="1777" y="0"/>
                  <a:pt x="173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0" bIns="28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4" name="Google Shape;2604;p14"/>
          <p:cNvSpPr/>
          <p:nvPr/>
        </p:nvSpPr>
        <p:spPr>
          <a:xfrm>
            <a:off x="171000" y="4211640"/>
            <a:ext cx="41040" cy="55440"/>
          </a:xfrm>
          <a:custGeom>
            <a:avLst/>
            <a:gdLst>
              <a:gd name="textAreaLeft" fmla="*/ 0 w 41040"/>
              <a:gd name="textAreaRight" fmla="*/ 41400 w 41040"/>
              <a:gd name="textAreaTop" fmla="*/ 0 h 55440"/>
              <a:gd name="textAreaBottom" fmla="*/ 55800 h 55440"/>
            </a:gdLst>
            <a:ahLst/>
            <a:cxnLst/>
            <a:rect l="textAreaLeft" t="textAreaTop" r="textAreaRight" b="textAreaBottom"/>
            <a:pathLst>
              <a:path w="2219" h="3004">
                <a:moveTo>
                  <a:pt x="1877" y="0"/>
                </a:moveTo>
                <a:cubicBezTo>
                  <a:pt x="1775" y="34"/>
                  <a:pt x="1741" y="69"/>
                  <a:pt x="1673" y="137"/>
                </a:cubicBezTo>
                <a:cubicBezTo>
                  <a:pt x="1161" y="853"/>
                  <a:pt x="649" y="1536"/>
                  <a:pt x="137" y="2287"/>
                </a:cubicBezTo>
                <a:cubicBezTo>
                  <a:pt x="35" y="2389"/>
                  <a:pt x="1" y="2525"/>
                  <a:pt x="1" y="2662"/>
                </a:cubicBezTo>
                <a:cubicBezTo>
                  <a:pt x="1" y="2730"/>
                  <a:pt x="103" y="2833"/>
                  <a:pt x="205" y="3003"/>
                </a:cubicBezTo>
                <a:cubicBezTo>
                  <a:pt x="342" y="2901"/>
                  <a:pt x="444" y="2764"/>
                  <a:pt x="547" y="2628"/>
                </a:cubicBezTo>
                <a:cubicBezTo>
                  <a:pt x="956" y="1911"/>
                  <a:pt x="1434" y="1229"/>
                  <a:pt x="1980" y="580"/>
                </a:cubicBezTo>
                <a:cubicBezTo>
                  <a:pt x="2048" y="512"/>
                  <a:pt x="2150" y="410"/>
                  <a:pt x="2185" y="307"/>
                </a:cubicBezTo>
                <a:cubicBezTo>
                  <a:pt x="2219" y="205"/>
                  <a:pt x="2185" y="103"/>
                  <a:pt x="2116" y="69"/>
                </a:cubicBezTo>
                <a:cubicBezTo>
                  <a:pt x="2048" y="0"/>
                  <a:pt x="1946" y="0"/>
                  <a:pt x="187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5" name="Google Shape;2605;p14"/>
          <p:cNvSpPr/>
          <p:nvPr/>
        </p:nvSpPr>
        <p:spPr>
          <a:xfrm>
            <a:off x="133560" y="4810320"/>
            <a:ext cx="39600" cy="49680"/>
          </a:xfrm>
          <a:custGeom>
            <a:avLst/>
            <a:gdLst>
              <a:gd name="textAreaLeft" fmla="*/ 0 w 39600"/>
              <a:gd name="textAreaRight" fmla="*/ 39960 w 39600"/>
              <a:gd name="textAreaTop" fmla="*/ 0 h 49680"/>
              <a:gd name="textAreaBottom" fmla="*/ 50040 h 49680"/>
            </a:gdLst>
            <a:ahLst/>
            <a:cxnLst/>
            <a:rect l="textAreaLeft" t="textAreaTop" r="textAreaRight" b="textAreaBottom"/>
            <a:pathLst>
              <a:path w="2151" h="2682">
                <a:moveTo>
                  <a:pt x="1925" y="0"/>
                </a:moveTo>
                <a:cubicBezTo>
                  <a:pt x="1854" y="0"/>
                  <a:pt x="1789" y="24"/>
                  <a:pt x="1741" y="48"/>
                </a:cubicBezTo>
                <a:cubicBezTo>
                  <a:pt x="1638" y="117"/>
                  <a:pt x="1570" y="253"/>
                  <a:pt x="1502" y="355"/>
                </a:cubicBezTo>
                <a:cubicBezTo>
                  <a:pt x="1092" y="1038"/>
                  <a:pt x="649" y="1686"/>
                  <a:pt x="103" y="2232"/>
                </a:cubicBezTo>
                <a:cubicBezTo>
                  <a:pt x="69" y="2266"/>
                  <a:pt x="35" y="2301"/>
                  <a:pt x="35" y="2335"/>
                </a:cubicBezTo>
                <a:cubicBezTo>
                  <a:pt x="35" y="2403"/>
                  <a:pt x="0" y="2574"/>
                  <a:pt x="69" y="2642"/>
                </a:cubicBezTo>
                <a:cubicBezTo>
                  <a:pt x="108" y="2661"/>
                  <a:pt x="159" y="2681"/>
                  <a:pt x="214" y="2681"/>
                </a:cubicBezTo>
                <a:cubicBezTo>
                  <a:pt x="255" y="2681"/>
                  <a:pt x="298" y="2671"/>
                  <a:pt x="342" y="2642"/>
                </a:cubicBezTo>
                <a:cubicBezTo>
                  <a:pt x="546" y="2539"/>
                  <a:pt x="717" y="2403"/>
                  <a:pt x="854" y="2232"/>
                </a:cubicBezTo>
                <a:cubicBezTo>
                  <a:pt x="1263" y="1618"/>
                  <a:pt x="1638" y="1004"/>
                  <a:pt x="2048" y="424"/>
                </a:cubicBezTo>
                <a:cubicBezTo>
                  <a:pt x="2082" y="321"/>
                  <a:pt x="2116" y="253"/>
                  <a:pt x="2150" y="185"/>
                </a:cubicBezTo>
                <a:cubicBezTo>
                  <a:pt x="2082" y="117"/>
                  <a:pt x="2082" y="48"/>
                  <a:pt x="2014" y="14"/>
                </a:cubicBezTo>
                <a:cubicBezTo>
                  <a:pt x="1984" y="4"/>
                  <a:pt x="1954" y="0"/>
                  <a:pt x="19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6" name="Google Shape;2606;p14"/>
          <p:cNvSpPr/>
          <p:nvPr/>
        </p:nvSpPr>
        <p:spPr>
          <a:xfrm>
            <a:off x="56160" y="4910040"/>
            <a:ext cx="38880" cy="49320"/>
          </a:xfrm>
          <a:custGeom>
            <a:avLst/>
            <a:gdLst>
              <a:gd name="textAreaLeft" fmla="*/ 0 w 38880"/>
              <a:gd name="textAreaRight" fmla="*/ 39240 w 38880"/>
              <a:gd name="textAreaTop" fmla="*/ 0 h 49320"/>
              <a:gd name="textAreaBottom" fmla="*/ 49680 h 49320"/>
            </a:gdLst>
            <a:ahLst/>
            <a:cxnLst/>
            <a:rect l="textAreaLeft" t="textAreaTop" r="textAreaRight" b="textAreaBottom"/>
            <a:pathLst>
              <a:path w="2106" h="2670">
                <a:moveTo>
                  <a:pt x="1900" y="0"/>
                </a:moveTo>
                <a:cubicBezTo>
                  <a:pt x="1848" y="0"/>
                  <a:pt x="1789" y="20"/>
                  <a:pt x="1730" y="40"/>
                </a:cubicBezTo>
                <a:cubicBezTo>
                  <a:pt x="1627" y="108"/>
                  <a:pt x="1559" y="176"/>
                  <a:pt x="1525" y="279"/>
                </a:cubicBezTo>
                <a:cubicBezTo>
                  <a:pt x="1286" y="586"/>
                  <a:pt x="1047" y="893"/>
                  <a:pt x="843" y="1200"/>
                </a:cubicBezTo>
                <a:cubicBezTo>
                  <a:pt x="638" y="1507"/>
                  <a:pt x="433" y="1916"/>
                  <a:pt x="194" y="2258"/>
                </a:cubicBezTo>
                <a:cubicBezTo>
                  <a:pt x="0" y="2387"/>
                  <a:pt x="113" y="2670"/>
                  <a:pt x="328" y="2670"/>
                </a:cubicBezTo>
                <a:cubicBezTo>
                  <a:pt x="340" y="2670"/>
                  <a:pt x="352" y="2669"/>
                  <a:pt x="365" y="2667"/>
                </a:cubicBezTo>
                <a:cubicBezTo>
                  <a:pt x="467" y="2633"/>
                  <a:pt x="535" y="2565"/>
                  <a:pt x="604" y="2531"/>
                </a:cubicBezTo>
                <a:cubicBezTo>
                  <a:pt x="706" y="2394"/>
                  <a:pt x="808" y="2292"/>
                  <a:pt x="877" y="2155"/>
                </a:cubicBezTo>
                <a:cubicBezTo>
                  <a:pt x="1252" y="1575"/>
                  <a:pt x="1627" y="1029"/>
                  <a:pt x="2003" y="449"/>
                </a:cubicBezTo>
                <a:cubicBezTo>
                  <a:pt x="2037" y="415"/>
                  <a:pt x="2105" y="347"/>
                  <a:pt x="2105" y="313"/>
                </a:cubicBezTo>
                <a:cubicBezTo>
                  <a:pt x="2105" y="244"/>
                  <a:pt x="2105" y="74"/>
                  <a:pt x="2003" y="40"/>
                </a:cubicBezTo>
                <a:cubicBezTo>
                  <a:pt x="1974" y="11"/>
                  <a:pt x="1939" y="0"/>
                  <a:pt x="19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7" name="Google Shape;2607;p14"/>
          <p:cNvSpPr/>
          <p:nvPr/>
        </p:nvSpPr>
        <p:spPr>
          <a:xfrm>
            <a:off x="209880" y="4776840"/>
            <a:ext cx="34560" cy="50040"/>
          </a:xfrm>
          <a:custGeom>
            <a:avLst/>
            <a:gdLst>
              <a:gd name="textAreaLeft" fmla="*/ 0 w 34560"/>
              <a:gd name="textAreaRight" fmla="*/ 34920 w 34560"/>
              <a:gd name="textAreaTop" fmla="*/ 0 h 50040"/>
              <a:gd name="textAreaBottom" fmla="*/ 50400 h 50040"/>
            </a:gdLst>
            <a:ahLst/>
            <a:cxnLst/>
            <a:rect l="textAreaLeft" t="textAreaTop" r="textAreaRight" b="textAreaBottom"/>
            <a:pathLst>
              <a:path w="1877" h="2701">
                <a:moveTo>
                  <a:pt x="1615" y="1"/>
                </a:moveTo>
                <a:cubicBezTo>
                  <a:pt x="1394" y="1"/>
                  <a:pt x="1358" y="188"/>
                  <a:pt x="1263" y="346"/>
                </a:cubicBezTo>
                <a:cubicBezTo>
                  <a:pt x="887" y="994"/>
                  <a:pt x="751" y="1779"/>
                  <a:pt x="68" y="2291"/>
                </a:cubicBezTo>
                <a:cubicBezTo>
                  <a:pt x="0" y="2359"/>
                  <a:pt x="0" y="2462"/>
                  <a:pt x="34" y="2530"/>
                </a:cubicBezTo>
                <a:cubicBezTo>
                  <a:pt x="34" y="2598"/>
                  <a:pt x="171" y="2632"/>
                  <a:pt x="239" y="2700"/>
                </a:cubicBezTo>
                <a:cubicBezTo>
                  <a:pt x="341" y="2666"/>
                  <a:pt x="444" y="2598"/>
                  <a:pt x="546" y="2530"/>
                </a:cubicBezTo>
                <a:cubicBezTo>
                  <a:pt x="751" y="2359"/>
                  <a:pt x="922" y="2154"/>
                  <a:pt x="1058" y="1950"/>
                </a:cubicBezTo>
                <a:cubicBezTo>
                  <a:pt x="1297" y="1472"/>
                  <a:pt x="1536" y="994"/>
                  <a:pt x="1741" y="517"/>
                </a:cubicBezTo>
                <a:cubicBezTo>
                  <a:pt x="1877" y="244"/>
                  <a:pt x="1843" y="73"/>
                  <a:pt x="1672" y="5"/>
                </a:cubicBezTo>
                <a:cubicBezTo>
                  <a:pt x="1652" y="2"/>
                  <a:pt x="1633" y="1"/>
                  <a:pt x="1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8" name="Google Shape;2608;p14"/>
          <p:cNvSpPr/>
          <p:nvPr/>
        </p:nvSpPr>
        <p:spPr>
          <a:xfrm>
            <a:off x="171000" y="4515480"/>
            <a:ext cx="37080" cy="45360"/>
          </a:xfrm>
          <a:custGeom>
            <a:avLst/>
            <a:gdLst>
              <a:gd name="textAreaLeft" fmla="*/ 0 w 37080"/>
              <a:gd name="textAreaRight" fmla="*/ 37440 w 3708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2014" h="2449">
                <a:moveTo>
                  <a:pt x="1843" y="0"/>
                </a:moveTo>
                <a:cubicBezTo>
                  <a:pt x="1707" y="0"/>
                  <a:pt x="1605" y="68"/>
                  <a:pt x="1502" y="137"/>
                </a:cubicBezTo>
                <a:cubicBezTo>
                  <a:pt x="1024" y="785"/>
                  <a:pt x="513" y="1433"/>
                  <a:pt x="35" y="2082"/>
                </a:cubicBezTo>
                <a:cubicBezTo>
                  <a:pt x="1" y="2184"/>
                  <a:pt x="1" y="2321"/>
                  <a:pt x="35" y="2423"/>
                </a:cubicBezTo>
                <a:cubicBezTo>
                  <a:pt x="86" y="2440"/>
                  <a:pt x="146" y="2448"/>
                  <a:pt x="205" y="2448"/>
                </a:cubicBezTo>
                <a:cubicBezTo>
                  <a:pt x="265" y="2448"/>
                  <a:pt x="325" y="2440"/>
                  <a:pt x="376" y="2423"/>
                </a:cubicBezTo>
                <a:cubicBezTo>
                  <a:pt x="547" y="2286"/>
                  <a:pt x="683" y="2150"/>
                  <a:pt x="820" y="1979"/>
                </a:cubicBezTo>
                <a:cubicBezTo>
                  <a:pt x="1195" y="1467"/>
                  <a:pt x="1536" y="956"/>
                  <a:pt x="1877" y="444"/>
                </a:cubicBezTo>
                <a:cubicBezTo>
                  <a:pt x="1946" y="376"/>
                  <a:pt x="1980" y="273"/>
                  <a:pt x="2014" y="205"/>
                </a:cubicBezTo>
                <a:cubicBezTo>
                  <a:pt x="1946" y="103"/>
                  <a:pt x="1877" y="0"/>
                  <a:pt x="184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29" name="Google Shape;2609;p14"/>
          <p:cNvSpPr/>
          <p:nvPr/>
        </p:nvSpPr>
        <p:spPr>
          <a:xfrm>
            <a:off x="242280" y="4488480"/>
            <a:ext cx="31320" cy="46080"/>
          </a:xfrm>
          <a:custGeom>
            <a:avLst/>
            <a:gdLst>
              <a:gd name="textAreaLeft" fmla="*/ 0 w 31320"/>
              <a:gd name="textAreaRight" fmla="*/ 31680 w 31320"/>
              <a:gd name="textAreaTop" fmla="*/ 0 h 46080"/>
              <a:gd name="textAreaBottom" fmla="*/ 46440 h 46080"/>
            </a:gdLst>
            <a:ahLst/>
            <a:cxnLst/>
            <a:rect l="textAreaLeft" t="textAreaTop" r="textAreaRight" b="textAreaBottom"/>
            <a:pathLst>
              <a:path w="1707" h="2498">
                <a:moveTo>
                  <a:pt x="1447" y="1"/>
                </a:moveTo>
                <a:cubicBezTo>
                  <a:pt x="1377" y="1"/>
                  <a:pt x="1311" y="25"/>
                  <a:pt x="1263" y="49"/>
                </a:cubicBezTo>
                <a:cubicBezTo>
                  <a:pt x="1195" y="151"/>
                  <a:pt x="1127" y="220"/>
                  <a:pt x="1092" y="322"/>
                </a:cubicBezTo>
                <a:cubicBezTo>
                  <a:pt x="854" y="766"/>
                  <a:pt x="649" y="1175"/>
                  <a:pt x="410" y="1585"/>
                </a:cubicBezTo>
                <a:cubicBezTo>
                  <a:pt x="308" y="1755"/>
                  <a:pt x="171" y="1926"/>
                  <a:pt x="69" y="2096"/>
                </a:cubicBezTo>
                <a:cubicBezTo>
                  <a:pt x="1" y="2199"/>
                  <a:pt x="1" y="2335"/>
                  <a:pt x="69" y="2438"/>
                </a:cubicBezTo>
                <a:cubicBezTo>
                  <a:pt x="109" y="2478"/>
                  <a:pt x="165" y="2497"/>
                  <a:pt x="225" y="2497"/>
                </a:cubicBezTo>
                <a:cubicBezTo>
                  <a:pt x="317" y="2497"/>
                  <a:pt x="416" y="2452"/>
                  <a:pt x="478" y="2369"/>
                </a:cubicBezTo>
                <a:cubicBezTo>
                  <a:pt x="581" y="2301"/>
                  <a:pt x="649" y="2199"/>
                  <a:pt x="751" y="2062"/>
                </a:cubicBezTo>
                <a:cubicBezTo>
                  <a:pt x="1024" y="1516"/>
                  <a:pt x="1331" y="936"/>
                  <a:pt x="1638" y="390"/>
                </a:cubicBezTo>
                <a:cubicBezTo>
                  <a:pt x="1673" y="322"/>
                  <a:pt x="1673" y="254"/>
                  <a:pt x="1707" y="186"/>
                </a:cubicBezTo>
                <a:cubicBezTo>
                  <a:pt x="1638" y="117"/>
                  <a:pt x="1604" y="49"/>
                  <a:pt x="1536" y="15"/>
                </a:cubicBezTo>
                <a:cubicBezTo>
                  <a:pt x="1506" y="5"/>
                  <a:pt x="1476" y="1"/>
                  <a:pt x="144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0" name="Google Shape;2610;p14"/>
          <p:cNvSpPr/>
          <p:nvPr/>
        </p:nvSpPr>
        <p:spPr>
          <a:xfrm>
            <a:off x="136800" y="443772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2184" h="2127">
                <a:moveTo>
                  <a:pt x="1867" y="0"/>
                </a:moveTo>
                <a:cubicBezTo>
                  <a:pt x="1725" y="0"/>
                  <a:pt x="1640" y="145"/>
                  <a:pt x="1536" y="250"/>
                </a:cubicBezTo>
                <a:cubicBezTo>
                  <a:pt x="1160" y="796"/>
                  <a:pt x="717" y="1274"/>
                  <a:pt x="205" y="1683"/>
                </a:cubicBezTo>
                <a:cubicBezTo>
                  <a:pt x="171" y="1717"/>
                  <a:pt x="102" y="1751"/>
                  <a:pt x="68" y="1820"/>
                </a:cubicBezTo>
                <a:cubicBezTo>
                  <a:pt x="0" y="1956"/>
                  <a:pt x="68" y="2127"/>
                  <a:pt x="341" y="2127"/>
                </a:cubicBezTo>
                <a:cubicBezTo>
                  <a:pt x="478" y="2093"/>
                  <a:pt x="614" y="1990"/>
                  <a:pt x="717" y="1922"/>
                </a:cubicBezTo>
                <a:cubicBezTo>
                  <a:pt x="1160" y="1478"/>
                  <a:pt x="1570" y="1001"/>
                  <a:pt x="1945" y="523"/>
                </a:cubicBezTo>
                <a:cubicBezTo>
                  <a:pt x="2184" y="284"/>
                  <a:pt x="2184" y="113"/>
                  <a:pt x="2013" y="45"/>
                </a:cubicBezTo>
                <a:cubicBezTo>
                  <a:pt x="1958" y="14"/>
                  <a:pt x="1910" y="0"/>
                  <a:pt x="186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1" name="Google Shape;2611;p14"/>
          <p:cNvSpPr/>
          <p:nvPr/>
        </p:nvSpPr>
        <p:spPr>
          <a:xfrm>
            <a:off x="68040" y="4831920"/>
            <a:ext cx="32760" cy="41760"/>
          </a:xfrm>
          <a:custGeom>
            <a:avLst/>
            <a:gdLst>
              <a:gd name="textAreaLeft" fmla="*/ 0 w 32760"/>
              <a:gd name="textAreaRight" fmla="*/ 33120 w 32760"/>
              <a:gd name="textAreaTop" fmla="*/ 0 h 41760"/>
              <a:gd name="textAreaBottom" fmla="*/ 42120 h 41760"/>
            </a:gdLst>
            <a:ahLst/>
            <a:cxnLst/>
            <a:rect l="textAreaLeft" t="textAreaTop" r="textAreaRight" b="textAreaBottom"/>
            <a:pathLst>
              <a:path w="1776" h="2267">
                <a:moveTo>
                  <a:pt x="1551" y="0"/>
                </a:moveTo>
                <a:cubicBezTo>
                  <a:pt x="1468" y="0"/>
                  <a:pt x="1382" y="32"/>
                  <a:pt x="1332" y="82"/>
                </a:cubicBezTo>
                <a:cubicBezTo>
                  <a:pt x="1161" y="286"/>
                  <a:pt x="990" y="491"/>
                  <a:pt x="820" y="764"/>
                </a:cubicBezTo>
                <a:cubicBezTo>
                  <a:pt x="581" y="1105"/>
                  <a:pt x="342" y="1481"/>
                  <a:pt x="103" y="1856"/>
                </a:cubicBezTo>
                <a:cubicBezTo>
                  <a:pt x="35" y="1993"/>
                  <a:pt x="1" y="2129"/>
                  <a:pt x="137" y="2231"/>
                </a:cubicBezTo>
                <a:cubicBezTo>
                  <a:pt x="186" y="2256"/>
                  <a:pt x="238" y="2267"/>
                  <a:pt x="291" y="2267"/>
                </a:cubicBezTo>
                <a:cubicBezTo>
                  <a:pt x="386" y="2267"/>
                  <a:pt x="481" y="2229"/>
                  <a:pt x="547" y="2163"/>
                </a:cubicBezTo>
                <a:cubicBezTo>
                  <a:pt x="615" y="2095"/>
                  <a:pt x="649" y="2027"/>
                  <a:pt x="717" y="1924"/>
                </a:cubicBezTo>
                <a:cubicBezTo>
                  <a:pt x="1024" y="1447"/>
                  <a:pt x="1332" y="969"/>
                  <a:pt x="1639" y="457"/>
                </a:cubicBezTo>
                <a:cubicBezTo>
                  <a:pt x="1707" y="389"/>
                  <a:pt x="1741" y="286"/>
                  <a:pt x="1775" y="184"/>
                </a:cubicBezTo>
                <a:cubicBezTo>
                  <a:pt x="1741" y="116"/>
                  <a:pt x="1673" y="13"/>
                  <a:pt x="1639" y="13"/>
                </a:cubicBezTo>
                <a:cubicBezTo>
                  <a:pt x="1611" y="4"/>
                  <a:pt x="1581" y="0"/>
                  <a:pt x="155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2" name="Google Shape;2612;p14"/>
          <p:cNvSpPr/>
          <p:nvPr/>
        </p:nvSpPr>
        <p:spPr>
          <a:xfrm>
            <a:off x="307080" y="4324680"/>
            <a:ext cx="31320" cy="44640"/>
          </a:xfrm>
          <a:custGeom>
            <a:avLst/>
            <a:gdLst>
              <a:gd name="textAreaLeft" fmla="*/ 0 w 31320"/>
              <a:gd name="textAreaRight" fmla="*/ 31680 w 31320"/>
              <a:gd name="textAreaTop" fmla="*/ 0 h 44640"/>
              <a:gd name="textAreaBottom" fmla="*/ 45000 h 44640"/>
            </a:gdLst>
            <a:ahLst/>
            <a:cxnLst/>
            <a:rect l="textAreaLeft" t="textAreaTop" r="textAreaRight" b="textAreaBottom"/>
            <a:pathLst>
              <a:path w="1707" h="2407">
                <a:moveTo>
                  <a:pt x="1366" y="0"/>
                </a:moveTo>
                <a:cubicBezTo>
                  <a:pt x="1265" y="0"/>
                  <a:pt x="1169" y="90"/>
                  <a:pt x="1058" y="223"/>
                </a:cubicBezTo>
                <a:cubicBezTo>
                  <a:pt x="1024" y="257"/>
                  <a:pt x="990" y="291"/>
                  <a:pt x="956" y="325"/>
                </a:cubicBezTo>
                <a:cubicBezTo>
                  <a:pt x="683" y="803"/>
                  <a:pt x="375" y="1247"/>
                  <a:pt x="102" y="1724"/>
                </a:cubicBezTo>
                <a:cubicBezTo>
                  <a:pt x="34" y="1793"/>
                  <a:pt x="0" y="1895"/>
                  <a:pt x="0" y="2031"/>
                </a:cubicBezTo>
                <a:cubicBezTo>
                  <a:pt x="34" y="2168"/>
                  <a:pt x="102" y="2270"/>
                  <a:pt x="205" y="2407"/>
                </a:cubicBezTo>
                <a:cubicBezTo>
                  <a:pt x="341" y="2270"/>
                  <a:pt x="444" y="2168"/>
                  <a:pt x="546" y="2031"/>
                </a:cubicBezTo>
                <a:cubicBezTo>
                  <a:pt x="853" y="1520"/>
                  <a:pt x="1160" y="1008"/>
                  <a:pt x="1467" y="564"/>
                </a:cubicBezTo>
                <a:cubicBezTo>
                  <a:pt x="1604" y="394"/>
                  <a:pt x="1706" y="257"/>
                  <a:pt x="1536" y="86"/>
                </a:cubicBezTo>
                <a:cubicBezTo>
                  <a:pt x="1476" y="27"/>
                  <a:pt x="1420" y="0"/>
                  <a:pt x="136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3" name="Google Shape;2613;p14"/>
          <p:cNvSpPr/>
          <p:nvPr/>
        </p:nvSpPr>
        <p:spPr>
          <a:xfrm>
            <a:off x="236880" y="4149000"/>
            <a:ext cx="29520" cy="38880"/>
          </a:xfrm>
          <a:custGeom>
            <a:avLst/>
            <a:gdLst>
              <a:gd name="textAreaLeft" fmla="*/ 0 w 29520"/>
              <a:gd name="textAreaRight" fmla="*/ 29880 w 29520"/>
              <a:gd name="textAreaTop" fmla="*/ 0 h 38880"/>
              <a:gd name="textAreaBottom" fmla="*/ 39240 h 38880"/>
            </a:gdLst>
            <a:ahLst/>
            <a:cxnLst/>
            <a:rect l="textAreaLeft" t="textAreaTop" r="textAreaRight" b="textAreaBottom"/>
            <a:pathLst>
              <a:path w="1605" h="2104">
                <a:moveTo>
                  <a:pt x="1296" y="1"/>
                </a:moveTo>
                <a:cubicBezTo>
                  <a:pt x="1184" y="1"/>
                  <a:pt x="1104" y="86"/>
                  <a:pt x="1024" y="193"/>
                </a:cubicBezTo>
                <a:cubicBezTo>
                  <a:pt x="785" y="739"/>
                  <a:pt x="512" y="1251"/>
                  <a:pt x="137" y="1728"/>
                </a:cubicBezTo>
                <a:cubicBezTo>
                  <a:pt x="1" y="1865"/>
                  <a:pt x="103" y="2070"/>
                  <a:pt x="376" y="2104"/>
                </a:cubicBezTo>
                <a:cubicBezTo>
                  <a:pt x="546" y="2036"/>
                  <a:pt x="717" y="1899"/>
                  <a:pt x="819" y="1728"/>
                </a:cubicBezTo>
                <a:cubicBezTo>
                  <a:pt x="1058" y="1285"/>
                  <a:pt x="1297" y="841"/>
                  <a:pt x="1502" y="398"/>
                </a:cubicBezTo>
                <a:cubicBezTo>
                  <a:pt x="1570" y="227"/>
                  <a:pt x="1604" y="90"/>
                  <a:pt x="1400" y="22"/>
                </a:cubicBezTo>
                <a:cubicBezTo>
                  <a:pt x="1362" y="7"/>
                  <a:pt x="1328" y="1"/>
                  <a:pt x="129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4" name="Google Shape;2614;p14"/>
          <p:cNvSpPr/>
          <p:nvPr/>
        </p:nvSpPr>
        <p:spPr>
          <a:xfrm>
            <a:off x="84600" y="4356720"/>
            <a:ext cx="27000" cy="36000"/>
          </a:xfrm>
          <a:custGeom>
            <a:avLst/>
            <a:gdLst>
              <a:gd name="textAreaLeft" fmla="*/ 0 w 27000"/>
              <a:gd name="textAreaRight" fmla="*/ 27360 w 2700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469" h="1953">
                <a:moveTo>
                  <a:pt x="1226" y="1"/>
                </a:moveTo>
                <a:cubicBezTo>
                  <a:pt x="1215" y="1"/>
                  <a:pt x="1205" y="3"/>
                  <a:pt x="1195" y="7"/>
                </a:cubicBezTo>
                <a:cubicBezTo>
                  <a:pt x="1093" y="41"/>
                  <a:pt x="991" y="76"/>
                  <a:pt x="956" y="178"/>
                </a:cubicBezTo>
                <a:cubicBezTo>
                  <a:pt x="752" y="690"/>
                  <a:pt x="479" y="1168"/>
                  <a:pt x="137" y="1611"/>
                </a:cubicBezTo>
                <a:cubicBezTo>
                  <a:pt x="1" y="1714"/>
                  <a:pt x="69" y="1918"/>
                  <a:pt x="240" y="1952"/>
                </a:cubicBezTo>
                <a:cubicBezTo>
                  <a:pt x="376" y="1952"/>
                  <a:pt x="479" y="1918"/>
                  <a:pt x="547" y="1850"/>
                </a:cubicBezTo>
                <a:cubicBezTo>
                  <a:pt x="752" y="1645"/>
                  <a:pt x="888" y="1441"/>
                  <a:pt x="1059" y="1202"/>
                </a:cubicBezTo>
                <a:cubicBezTo>
                  <a:pt x="1195" y="895"/>
                  <a:pt x="1332" y="587"/>
                  <a:pt x="1468" y="314"/>
                </a:cubicBezTo>
                <a:cubicBezTo>
                  <a:pt x="1434" y="212"/>
                  <a:pt x="1434" y="144"/>
                  <a:pt x="1400" y="110"/>
                </a:cubicBezTo>
                <a:cubicBezTo>
                  <a:pt x="1371" y="80"/>
                  <a:pt x="1291" y="1"/>
                  <a:pt x="122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5" name="Google Shape;2615;p14"/>
          <p:cNvSpPr/>
          <p:nvPr/>
        </p:nvSpPr>
        <p:spPr>
          <a:xfrm>
            <a:off x="354600" y="4317840"/>
            <a:ext cx="28800" cy="32400"/>
          </a:xfrm>
          <a:custGeom>
            <a:avLst/>
            <a:gdLst>
              <a:gd name="textAreaLeft" fmla="*/ 0 w 28800"/>
              <a:gd name="textAreaRight" fmla="*/ 29160 w 2880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570" h="1768">
                <a:moveTo>
                  <a:pt x="1323" y="0"/>
                </a:moveTo>
                <a:cubicBezTo>
                  <a:pt x="1248" y="0"/>
                  <a:pt x="1178" y="38"/>
                  <a:pt x="1126" y="115"/>
                </a:cubicBezTo>
                <a:cubicBezTo>
                  <a:pt x="819" y="593"/>
                  <a:pt x="444" y="1037"/>
                  <a:pt x="34" y="1446"/>
                </a:cubicBezTo>
                <a:cubicBezTo>
                  <a:pt x="0" y="1514"/>
                  <a:pt x="0" y="1617"/>
                  <a:pt x="34" y="1719"/>
                </a:cubicBezTo>
                <a:cubicBezTo>
                  <a:pt x="107" y="1743"/>
                  <a:pt x="179" y="1767"/>
                  <a:pt x="252" y="1767"/>
                </a:cubicBezTo>
                <a:cubicBezTo>
                  <a:pt x="282" y="1767"/>
                  <a:pt x="312" y="1763"/>
                  <a:pt x="342" y="1753"/>
                </a:cubicBezTo>
                <a:cubicBezTo>
                  <a:pt x="444" y="1719"/>
                  <a:pt x="546" y="1651"/>
                  <a:pt x="615" y="1583"/>
                </a:cubicBezTo>
                <a:cubicBezTo>
                  <a:pt x="922" y="1173"/>
                  <a:pt x="1229" y="764"/>
                  <a:pt x="1536" y="388"/>
                </a:cubicBezTo>
                <a:cubicBezTo>
                  <a:pt x="1536" y="320"/>
                  <a:pt x="1570" y="252"/>
                  <a:pt x="1570" y="183"/>
                </a:cubicBezTo>
                <a:cubicBezTo>
                  <a:pt x="1536" y="115"/>
                  <a:pt x="1468" y="13"/>
                  <a:pt x="1399" y="13"/>
                </a:cubicBezTo>
                <a:cubicBezTo>
                  <a:pt x="1374" y="4"/>
                  <a:pt x="1348" y="0"/>
                  <a:pt x="132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6" name="Google Shape;2616;p14"/>
          <p:cNvSpPr/>
          <p:nvPr/>
        </p:nvSpPr>
        <p:spPr>
          <a:xfrm>
            <a:off x="53280" y="4637880"/>
            <a:ext cx="27000" cy="33480"/>
          </a:xfrm>
          <a:custGeom>
            <a:avLst/>
            <a:gdLst>
              <a:gd name="textAreaLeft" fmla="*/ 0 w 27000"/>
              <a:gd name="textAreaRight" fmla="*/ 27360 w 2700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463" h="1815">
                <a:moveTo>
                  <a:pt x="1217" y="0"/>
                </a:moveTo>
                <a:cubicBezTo>
                  <a:pt x="1187" y="0"/>
                  <a:pt x="1157" y="6"/>
                  <a:pt x="1127" y="18"/>
                </a:cubicBezTo>
                <a:cubicBezTo>
                  <a:pt x="991" y="120"/>
                  <a:pt x="888" y="223"/>
                  <a:pt x="786" y="325"/>
                </a:cubicBezTo>
                <a:cubicBezTo>
                  <a:pt x="513" y="700"/>
                  <a:pt x="274" y="1110"/>
                  <a:pt x="35" y="1485"/>
                </a:cubicBezTo>
                <a:cubicBezTo>
                  <a:pt x="1" y="1553"/>
                  <a:pt x="1" y="1724"/>
                  <a:pt x="35" y="1758"/>
                </a:cubicBezTo>
                <a:cubicBezTo>
                  <a:pt x="95" y="1798"/>
                  <a:pt x="167" y="1815"/>
                  <a:pt x="236" y="1815"/>
                </a:cubicBezTo>
                <a:cubicBezTo>
                  <a:pt x="286" y="1815"/>
                  <a:pt x="334" y="1806"/>
                  <a:pt x="376" y="1792"/>
                </a:cubicBezTo>
                <a:cubicBezTo>
                  <a:pt x="547" y="1656"/>
                  <a:pt x="683" y="1485"/>
                  <a:pt x="786" y="1315"/>
                </a:cubicBezTo>
                <a:cubicBezTo>
                  <a:pt x="991" y="1042"/>
                  <a:pt x="1161" y="734"/>
                  <a:pt x="1332" y="427"/>
                </a:cubicBezTo>
                <a:cubicBezTo>
                  <a:pt x="1400" y="393"/>
                  <a:pt x="1434" y="325"/>
                  <a:pt x="1434" y="291"/>
                </a:cubicBezTo>
                <a:cubicBezTo>
                  <a:pt x="1462" y="122"/>
                  <a:pt x="1352" y="0"/>
                  <a:pt x="121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7" name="Google Shape;2617;p14"/>
          <p:cNvSpPr/>
          <p:nvPr/>
        </p:nvSpPr>
        <p:spPr>
          <a:xfrm>
            <a:off x="315360" y="4239000"/>
            <a:ext cx="22680" cy="24120"/>
          </a:xfrm>
          <a:custGeom>
            <a:avLst/>
            <a:gdLst>
              <a:gd name="textAreaLeft" fmla="*/ 0 w 22680"/>
              <a:gd name="textAreaRight" fmla="*/ 23040 w 2268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1230" h="1323">
                <a:moveTo>
                  <a:pt x="1024" y="1"/>
                </a:moveTo>
                <a:cubicBezTo>
                  <a:pt x="922" y="1"/>
                  <a:pt x="820" y="35"/>
                  <a:pt x="751" y="103"/>
                </a:cubicBezTo>
                <a:cubicBezTo>
                  <a:pt x="547" y="342"/>
                  <a:pt x="342" y="649"/>
                  <a:pt x="137" y="888"/>
                </a:cubicBezTo>
                <a:cubicBezTo>
                  <a:pt x="69" y="1024"/>
                  <a:pt x="1" y="1161"/>
                  <a:pt x="137" y="1263"/>
                </a:cubicBezTo>
                <a:cubicBezTo>
                  <a:pt x="191" y="1304"/>
                  <a:pt x="255" y="1323"/>
                  <a:pt x="318" y="1323"/>
                </a:cubicBezTo>
                <a:cubicBezTo>
                  <a:pt x="414" y="1323"/>
                  <a:pt x="505" y="1278"/>
                  <a:pt x="547" y="1195"/>
                </a:cubicBezTo>
                <a:cubicBezTo>
                  <a:pt x="785" y="922"/>
                  <a:pt x="990" y="615"/>
                  <a:pt x="1161" y="342"/>
                </a:cubicBezTo>
                <a:cubicBezTo>
                  <a:pt x="1195" y="274"/>
                  <a:pt x="1195" y="239"/>
                  <a:pt x="1229" y="171"/>
                </a:cubicBezTo>
                <a:cubicBezTo>
                  <a:pt x="1161" y="137"/>
                  <a:pt x="1093" y="35"/>
                  <a:pt x="102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8" name="Google Shape;2618;p14"/>
          <p:cNvSpPr/>
          <p:nvPr/>
        </p:nvSpPr>
        <p:spPr>
          <a:xfrm>
            <a:off x="217800" y="4609080"/>
            <a:ext cx="23760" cy="22680"/>
          </a:xfrm>
          <a:custGeom>
            <a:avLst/>
            <a:gdLst>
              <a:gd name="textAreaLeft" fmla="*/ 0 w 23760"/>
              <a:gd name="textAreaRight" fmla="*/ 24120 w 2376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1298" h="1240">
                <a:moveTo>
                  <a:pt x="1093" y="0"/>
                </a:moveTo>
                <a:cubicBezTo>
                  <a:pt x="990" y="0"/>
                  <a:pt x="888" y="34"/>
                  <a:pt x="820" y="103"/>
                </a:cubicBezTo>
                <a:cubicBezTo>
                  <a:pt x="581" y="341"/>
                  <a:pt x="376" y="580"/>
                  <a:pt x="171" y="819"/>
                </a:cubicBezTo>
                <a:cubicBezTo>
                  <a:pt x="69" y="922"/>
                  <a:pt x="1" y="1058"/>
                  <a:pt x="137" y="1160"/>
                </a:cubicBezTo>
                <a:cubicBezTo>
                  <a:pt x="195" y="1218"/>
                  <a:pt x="253" y="1239"/>
                  <a:pt x="308" y="1239"/>
                </a:cubicBezTo>
                <a:cubicBezTo>
                  <a:pt x="383" y="1239"/>
                  <a:pt x="454" y="1200"/>
                  <a:pt x="513" y="1160"/>
                </a:cubicBezTo>
                <a:cubicBezTo>
                  <a:pt x="683" y="1024"/>
                  <a:pt x="854" y="887"/>
                  <a:pt x="990" y="717"/>
                </a:cubicBezTo>
                <a:cubicBezTo>
                  <a:pt x="1127" y="580"/>
                  <a:pt x="1229" y="410"/>
                  <a:pt x="1298" y="239"/>
                </a:cubicBezTo>
                <a:cubicBezTo>
                  <a:pt x="1229" y="137"/>
                  <a:pt x="1195" y="34"/>
                  <a:pt x="109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39" name="Google Shape;2619;p14"/>
          <p:cNvSpPr/>
          <p:nvPr/>
        </p:nvSpPr>
        <p:spPr>
          <a:xfrm>
            <a:off x="140400" y="4670640"/>
            <a:ext cx="19440" cy="21960"/>
          </a:xfrm>
          <a:custGeom>
            <a:avLst/>
            <a:gdLst>
              <a:gd name="textAreaLeft" fmla="*/ 0 w 19440"/>
              <a:gd name="textAreaRight" fmla="*/ 19800 w 1944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059" h="1192">
                <a:moveTo>
                  <a:pt x="734" y="1"/>
                </a:moveTo>
                <a:cubicBezTo>
                  <a:pt x="692" y="1"/>
                  <a:pt x="649" y="9"/>
                  <a:pt x="615" y="26"/>
                </a:cubicBezTo>
                <a:cubicBezTo>
                  <a:pt x="547" y="95"/>
                  <a:pt x="444" y="197"/>
                  <a:pt x="376" y="299"/>
                </a:cubicBezTo>
                <a:cubicBezTo>
                  <a:pt x="274" y="436"/>
                  <a:pt x="171" y="606"/>
                  <a:pt x="69" y="743"/>
                </a:cubicBezTo>
                <a:cubicBezTo>
                  <a:pt x="35" y="845"/>
                  <a:pt x="1" y="982"/>
                  <a:pt x="35" y="1084"/>
                </a:cubicBezTo>
                <a:cubicBezTo>
                  <a:pt x="90" y="1157"/>
                  <a:pt x="164" y="1191"/>
                  <a:pt x="237" y="1191"/>
                </a:cubicBezTo>
                <a:cubicBezTo>
                  <a:pt x="301" y="1191"/>
                  <a:pt x="363" y="1166"/>
                  <a:pt x="410" y="1118"/>
                </a:cubicBezTo>
                <a:cubicBezTo>
                  <a:pt x="649" y="845"/>
                  <a:pt x="854" y="572"/>
                  <a:pt x="1059" y="265"/>
                </a:cubicBezTo>
                <a:cubicBezTo>
                  <a:pt x="956" y="163"/>
                  <a:pt x="922" y="60"/>
                  <a:pt x="854" y="26"/>
                </a:cubicBezTo>
                <a:cubicBezTo>
                  <a:pt x="820" y="9"/>
                  <a:pt x="777" y="1"/>
                  <a:pt x="73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0" name="Google Shape;2620;p14"/>
          <p:cNvSpPr/>
          <p:nvPr/>
        </p:nvSpPr>
        <p:spPr>
          <a:xfrm>
            <a:off x="343080" y="4446720"/>
            <a:ext cx="9000" cy="13680"/>
          </a:xfrm>
          <a:custGeom>
            <a:avLst/>
            <a:gdLst>
              <a:gd name="textAreaLeft" fmla="*/ 0 w 9000"/>
              <a:gd name="textAreaRight" fmla="*/ 9360 w 900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512" h="756">
                <a:moveTo>
                  <a:pt x="231" y="1"/>
                </a:moveTo>
                <a:cubicBezTo>
                  <a:pt x="86" y="1"/>
                  <a:pt x="0" y="165"/>
                  <a:pt x="0" y="414"/>
                </a:cubicBezTo>
                <a:cubicBezTo>
                  <a:pt x="0" y="653"/>
                  <a:pt x="68" y="756"/>
                  <a:pt x="239" y="756"/>
                </a:cubicBezTo>
                <a:cubicBezTo>
                  <a:pt x="410" y="756"/>
                  <a:pt x="512" y="619"/>
                  <a:pt x="512" y="346"/>
                </a:cubicBezTo>
                <a:cubicBezTo>
                  <a:pt x="512" y="39"/>
                  <a:pt x="444" y="5"/>
                  <a:pt x="273" y="5"/>
                </a:cubicBezTo>
                <a:cubicBezTo>
                  <a:pt x="259" y="2"/>
                  <a:pt x="244" y="1"/>
                  <a:pt x="23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1" name="Google Shape;2621;p14"/>
          <p:cNvSpPr/>
          <p:nvPr/>
        </p:nvSpPr>
        <p:spPr>
          <a:xfrm>
            <a:off x="1914120" y="4636800"/>
            <a:ext cx="152280" cy="136800"/>
          </a:xfrm>
          <a:custGeom>
            <a:avLst/>
            <a:gdLst>
              <a:gd name="textAreaLeft" fmla="*/ 0 w 152280"/>
              <a:gd name="textAreaRight" fmla="*/ 152640 w 152280"/>
              <a:gd name="textAreaTop" fmla="*/ 0 h 136800"/>
              <a:gd name="textAreaBottom" fmla="*/ 137160 h 136800"/>
            </a:gdLst>
            <a:ahLst/>
            <a:cxnLst/>
            <a:rect l="textAreaLeft" t="textAreaTop" r="textAreaRight" b="textAreaBottom"/>
            <a:pathLst>
              <a:path w="8190" h="7373">
                <a:moveTo>
                  <a:pt x="7987" y="0"/>
                </a:moveTo>
                <a:cubicBezTo>
                  <a:pt x="7903" y="0"/>
                  <a:pt x="7808" y="47"/>
                  <a:pt x="7712" y="104"/>
                </a:cubicBezTo>
                <a:cubicBezTo>
                  <a:pt x="7610" y="172"/>
                  <a:pt x="7507" y="241"/>
                  <a:pt x="7439" y="343"/>
                </a:cubicBezTo>
                <a:lnTo>
                  <a:pt x="273" y="6724"/>
                </a:lnTo>
                <a:cubicBezTo>
                  <a:pt x="171" y="6792"/>
                  <a:pt x="103" y="6895"/>
                  <a:pt x="34" y="6997"/>
                </a:cubicBezTo>
                <a:cubicBezTo>
                  <a:pt x="0" y="7099"/>
                  <a:pt x="0" y="7168"/>
                  <a:pt x="34" y="7270"/>
                </a:cubicBezTo>
                <a:cubicBezTo>
                  <a:pt x="68" y="7304"/>
                  <a:pt x="137" y="7338"/>
                  <a:pt x="239" y="7372"/>
                </a:cubicBezTo>
                <a:cubicBezTo>
                  <a:pt x="376" y="7270"/>
                  <a:pt x="478" y="7202"/>
                  <a:pt x="614" y="7099"/>
                </a:cubicBezTo>
                <a:lnTo>
                  <a:pt x="7951" y="616"/>
                </a:lnTo>
                <a:cubicBezTo>
                  <a:pt x="8019" y="548"/>
                  <a:pt x="8087" y="514"/>
                  <a:pt x="8121" y="479"/>
                </a:cubicBezTo>
                <a:cubicBezTo>
                  <a:pt x="8156" y="343"/>
                  <a:pt x="8190" y="206"/>
                  <a:pt x="8156" y="104"/>
                </a:cubicBezTo>
                <a:cubicBezTo>
                  <a:pt x="8111" y="29"/>
                  <a:pt x="8052" y="0"/>
                  <a:pt x="798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0" bIns="68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2" name="Google Shape;2622;p14"/>
          <p:cNvSpPr/>
          <p:nvPr/>
        </p:nvSpPr>
        <p:spPr>
          <a:xfrm>
            <a:off x="2167560" y="4216320"/>
            <a:ext cx="137520" cy="147960"/>
          </a:xfrm>
          <a:custGeom>
            <a:avLst/>
            <a:gdLst>
              <a:gd name="textAreaLeft" fmla="*/ 0 w 137520"/>
              <a:gd name="textAreaRight" fmla="*/ 137880 w 137520"/>
              <a:gd name="textAreaTop" fmla="*/ 0 h 147960"/>
              <a:gd name="textAreaBottom" fmla="*/ 148320 h 147960"/>
            </a:gdLst>
            <a:ahLst/>
            <a:cxnLst/>
            <a:rect l="textAreaLeft" t="textAreaTop" r="textAreaRight" b="textAreaBottom"/>
            <a:pathLst>
              <a:path w="7405" h="7955">
                <a:moveTo>
                  <a:pt x="7169" y="0"/>
                </a:moveTo>
                <a:cubicBezTo>
                  <a:pt x="7135" y="0"/>
                  <a:pt x="7099" y="7"/>
                  <a:pt x="7064" y="21"/>
                </a:cubicBezTo>
                <a:cubicBezTo>
                  <a:pt x="6961" y="90"/>
                  <a:pt x="6859" y="192"/>
                  <a:pt x="6791" y="260"/>
                </a:cubicBezTo>
                <a:cubicBezTo>
                  <a:pt x="6177" y="943"/>
                  <a:pt x="5562" y="1625"/>
                  <a:pt x="4914" y="2273"/>
                </a:cubicBezTo>
                <a:cubicBezTo>
                  <a:pt x="3378" y="3911"/>
                  <a:pt x="1775" y="5515"/>
                  <a:pt x="342" y="7290"/>
                </a:cubicBezTo>
                <a:cubicBezTo>
                  <a:pt x="273" y="7358"/>
                  <a:pt x="205" y="7460"/>
                  <a:pt x="137" y="7528"/>
                </a:cubicBezTo>
                <a:cubicBezTo>
                  <a:pt x="69" y="7665"/>
                  <a:pt x="0" y="7801"/>
                  <a:pt x="137" y="7904"/>
                </a:cubicBezTo>
                <a:cubicBezTo>
                  <a:pt x="184" y="7939"/>
                  <a:pt x="236" y="7954"/>
                  <a:pt x="289" y="7954"/>
                </a:cubicBezTo>
                <a:cubicBezTo>
                  <a:pt x="388" y="7954"/>
                  <a:pt x="491" y="7902"/>
                  <a:pt x="580" y="7835"/>
                </a:cubicBezTo>
                <a:cubicBezTo>
                  <a:pt x="683" y="7733"/>
                  <a:pt x="751" y="7631"/>
                  <a:pt x="853" y="7528"/>
                </a:cubicBezTo>
                <a:lnTo>
                  <a:pt x="4846" y="3161"/>
                </a:lnTo>
                <a:cubicBezTo>
                  <a:pt x="5631" y="2308"/>
                  <a:pt x="6415" y="1454"/>
                  <a:pt x="7200" y="567"/>
                </a:cubicBezTo>
                <a:cubicBezTo>
                  <a:pt x="7269" y="465"/>
                  <a:pt x="7337" y="363"/>
                  <a:pt x="7405" y="260"/>
                </a:cubicBezTo>
                <a:cubicBezTo>
                  <a:pt x="7405" y="98"/>
                  <a:pt x="7298" y="0"/>
                  <a:pt x="71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4160" bIns="74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3" name="Google Shape;2623;p14"/>
          <p:cNvSpPr/>
          <p:nvPr/>
        </p:nvSpPr>
        <p:spPr>
          <a:xfrm>
            <a:off x="2266920" y="4208400"/>
            <a:ext cx="129240" cy="130680"/>
          </a:xfrm>
          <a:custGeom>
            <a:avLst/>
            <a:gdLst>
              <a:gd name="textAreaLeft" fmla="*/ 0 w 129240"/>
              <a:gd name="textAreaRight" fmla="*/ 129600 w 129240"/>
              <a:gd name="textAreaTop" fmla="*/ 0 h 130680"/>
              <a:gd name="textAreaBottom" fmla="*/ 131040 h 130680"/>
            </a:gdLst>
            <a:ahLst/>
            <a:cxnLst/>
            <a:rect l="textAreaLeft" t="textAreaTop" r="textAreaRight" b="textAreaBottom"/>
            <a:pathLst>
              <a:path w="6954" h="7033">
                <a:moveTo>
                  <a:pt x="6685" y="0"/>
                </a:moveTo>
                <a:cubicBezTo>
                  <a:pt x="6640" y="0"/>
                  <a:pt x="6594" y="15"/>
                  <a:pt x="6552" y="49"/>
                </a:cubicBezTo>
                <a:cubicBezTo>
                  <a:pt x="6416" y="151"/>
                  <a:pt x="6279" y="254"/>
                  <a:pt x="6177" y="390"/>
                </a:cubicBezTo>
                <a:lnTo>
                  <a:pt x="205" y="6600"/>
                </a:lnTo>
                <a:cubicBezTo>
                  <a:pt x="103" y="6737"/>
                  <a:pt x="0" y="6839"/>
                  <a:pt x="137" y="6976"/>
                </a:cubicBezTo>
                <a:cubicBezTo>
                  <a:pt x="197" y="7016"/>
                  <a:pt x="269" y="7032"/>
                  <a:pt x="345" y="7032"/>
                </a:cubicBezTo>
                <a:cubicBezTo>
                  <a:pt x="399" y="7032"/>
                  <a:pt x="456" y="7024"/>
                  <a:pt x="512" y="7010"/>
                </a:cubicBezTo>
                <a:cubicBezTo>
                  <a:pt x="717" y="6873"/>
                  <a:pt x="956" y="6703"/>
                  <a:pt x="1127" y="6498"/>
                </a:cubicBezTo>
                <a:cubicBezTo>
                  <a:pt x="3003" y="4519"/>
                  <a:pt x="4880" y="2540"/>
                  <a:pt x="6757" y="527"/>
                </a:cubicBezTo>
                <a:cubicBezTo>
                  <a:pt x="6825" y="458"/>
                  <a:pt x="6859" y="390"/>
                  <a:pt x="6927" y="322"/>
                </a:cubicBezTo>
                <a:cubicBezTo>
                  <a:pt x="6953" y="142"/>
                  <a:pt x="6824" y="0"/>
                  <a:pt x="668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5520" bIns="65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4" name="Google Shape;2624;p14"/>
          <p:cNvSpPr/>
          <p:nvPr/>
        </p:nvSpPr>
        <p:spPr>
          <a:xfrm>
            <a:off x="1751400" y="4588920"/>
            <a:ext cx="132480" cy="119160"/>
          </a:xfrm>
          <a:custGeom>
            <a:avLst/>
            <a:gdLst>
              <a:gd name="textAreaLeft" fmla="*/ 0 w 132480"/>
              <a:gd name="textAreaRight" fmla="*/ 132840 w 132480"/>
              <a:gd name="textAreaTop" fmla="*/ 0 h 119160"/>
              <a:gd name="textAreaBottom" fmla="*/ 119520 h 119160"/>
            </a:gdLst>
            <a:ahLst/>
            <a:cxnLst/>
            <a:rect l="textAreaLeft" t="textAreaTop" r="textAreaRight" b="textAreaBottom"/>
            <a:pathLst>
              <a:path w="7133" h="6408">
                <a:moveTo>
                  <a:pt x="6906" y="1"/>
                </a:moveTo>
                <a:cubicBezTo>
                  <a:pt x="6859" y="1"/>
                  <a:pt x="6808" y="9"/>
                  <a:pt x="6757" y="26"/>
                </a:cubicBezTo>
                <a:cubicBezTo>
                  <a:pt x="6689" y="26"/>
                  <a:pt x="6621" y="129"/>
                  <a:pt x="6586" y="163"/>
                </a:cubicBezTo>
                <a:lnTo>
                  <a:pt x="308" y="5827"/>
                </a:lnTo>
                <a:cubicBezTo>
                  <a:pt x="205" y="5896"/>
                  <a:pt x="103" y="5998"/>
                  <a:pt x="35" y="6100"/>
                </a:cubicBezTo>
                <a:cubicBezTo>
                  <a:pt x="1" y="6237"/>
                  <a:pt x="69" y="6407"/>
                  <a:pt x="308" y="6407"/>
                </a:cubicBezTo>
                <a:cubicBezTo>
                  <a:pt x="410" y="6339"/>
                  <a:pt x="513" y="6305"/>
                  <a:pt x="615" y="6237"/>
                </a:cubicBezTo>
                <a:cubicBezTo>
                  <a:pt x="1161" y="5759"/>
                  <a:pt x="1673" y="5316"/>
                  <a:pt x="2185" y="4838"/>
                </a:cubicBezTo>
                <a:lnTo>
                  <a:pt x="6791" y="641"/>
                </a:lnTo>
                <a:cubicBezTo>
                  <a:pt x="6894" y="538"/>
                  <a:pt x="6996" y="436"/>
                  <a:pt x="7098" y="299"/>
                </a:cubicBezTo>
                <a:cubicBezTo>
                  <a:pt x="7132" y="197"/>
                  <a:pt x="7098" y="95"/>
                  <a:pt x="7030" y="26"/>
                </a:cubicBezTo>
                <a:cubicBezTo>
                  <a:pt x="6996" y="9"/>
                  <a:pt x="6953" y="1"/>
                  <a:pt x="690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9760" bIns="59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5" name="Google Shape;2625;p14"/>
          <p:cNvSpPr/>
          <p:nvPr/>
        </p:nvSpPr>
        <p:spPr>
          <a:xfrm>
            <a:off x="1856160" y="4549680"/>
            <a:ext cx="120240" cy="122040"/>
          </a:xfrm>
          <a:custGeom>
            <a:avLst/>
            <a:gdLst>
              <a:gd name="textAreaLeft" fmla="*/ 0 w 120240"/>
              <a:gd name="textAreaRight" fmla="*/ 120600 w 120240"/>
              <a:gd name="textAreaTop" fmla="*/ 0 h 122040"/>
              <a:gd name="textAreaBottom" fmla="*/ 122400 h 122040"/>
            </a:gdLst>
            <a:ahLst/>
            <a:cxnLst/>
            <a:rect l="textAreaLeft" t="textAreaTop" r="textAreaRight" b="textAreaBottom"/>
            <a:pathLst>
              <a:path w="6484" h="6581">
                <a:moveTo>
                  <a:pt x="6233" y="1"/>
                </a:moveTo>
                <a:cubicBezTo>
                  <a:pt x="6191" y="1"/>
                  <a:pt x="6149" y="11"/>
                  <a:pt x="6108" y="36"/>
                </a:cubicBezTo>
                <a:cubicBezTo>
                  <a:pt x="6040" y="70"/>
                  <a:pt x="5972" y="138"/>
                  <a:pt x="5903" y="207"/>
                </a:cubicBezTo>
                <a:cubicBezTo>
                  <a:pt x="5016" y="1094"/>
                  <a:pt x="4129" y="1981"/>
                  <a:pt x="3242" y="2868"/>
                </a:cubicBezTo>
                <a:cubicBezTo>
                  <a:pt x="2286" y="3858"/>
                  <a:pt x="1331" y="4813"/>
                  <a:pt x="375" y="5803"/>
                </a:cubicBezTo>
                <a:cubicBezTo>
                  <a:pt x="273" y="5905"/>
                  <a:pt x="171" y="6042"/>
                  <a:pt x="102" y="6178"/>
                </a:cubicBezTo>
                <a:cubicBezTo>
                  <a:pt x="0" y="6315"/>
                  <a:pt x="68" y="6485"/>
                  <a:pt x="205" y="6553"/>
                </a:cubicBezTo>
                <a:cubicBezTo>
                  <a:pt x="250" y="6572"/>
                  <a:pt x="291" y="6580"/>
                  <a:pt x="329" y="6580"/>
                </a:cubicBezTo>
                <a:cubicBezTo>
                  <a:pt x="430" y="6580"/>
                  <a:pt x="505" y="6517"/>
                  <a:pt x="580" y="6417"/>
                </a:cubicBezTo>
                <a:cubicBezTo>
                  <a:pt x="785" y="6212"/>
                  <a:pt x="990" y="5973"/>
                  <a:pt x="1194" y="5734"/>
                </a:cubicBezTo>
                <a:lnTo>
                  <a:pt x="5801" y="1060"/>
                </a:lnTo>
                <a:cubicBezTo>
                  <a:pt x="5972" y="855"/>
                  <a:pt x="6142" y="684"/>
                  <a:pt x="6347" y="480"/>
                </a:cubicBezTo>
                <a:cubicBezTo>
                  <a:pt x="6381" y="411"/>
                  <a:pt x="6415" y="343"/>
                  <a:pt x="6483" y="241"/>
                </a:cubicBezTo>
                <a:cubicBezTo>
                  <a:pt x="6483" y="111"/>
                  <a:pt x="6365" y="1"/>
                  <a:pt x="623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0" bIns="61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6" name="Google Shape;2626;p14"/>
          <p:cNvSpPr/>
          <p:nvPr/>
        </p:nvSpPr>
        <p:spPr>
          <a:xfrm>
            <a:off x="2121480" y="4425120"/>
            <a:ext cx="131760" cy="113760"/>
          </a:xfrm>
          <a:custGeom>
            <a:avLst/>
            <a:gdLst>
              <a:gd name="textAreaLeft" fmla="*/ 0 w 131760"/>
              <a:gd name="textAreaRight" fmla="*/ 132120 w 131760"/>
              <a:gd name="textAreaTop" fmla="*/ 0 h 113760"/>
              <a:gd name="textAreaBottom" fmla="*/ 114120 h 113760"/>
            </a:gdLst>
            <a:ahLst/>
            <a:cxnLst/>
            <a:rect l="textAreaLeft" t="textAreaTop" r="textAreaRight" b="textAreaBottom"/>
            <a:pathLst>
              <a:path w="7098" h="6122">
                <a:moveTo>
                  <a:pt x="6839" y="0"/>
                </a:moveTo>
                <a:cubicBezTo>
                  <a:pt x="6812" y="0"/>
                  <a:pt x="6784" y="5"/>
                  <a:pt x="6757" y="14"/>
                </a:cubicBezTo>
                <a:cubicBezTo>
                  <a:pt x="6688" y="14"/>
                  <a:pt x="6620" y="116"/>
                  <a:pt x="6552" y="184"/>
                </a:cubicBezTo>
                <a:lnTo>
                  <a:pt x="5733" y="901"/>
                </a:lnTo>
                <a:lnTo>
                  <a:pt x="273" y="5610"/>
                </a:lnTo>
                <a:cubicBezTo>
                  <a:pt x="205" y="5644"/>
                  <a:pt x="137" y="5712"/>
                  <a:pt x="103" y="5815"/>
                </a:cubicBezTo>
                <a:cubicBezTo>
                  <a:pt x="0" y="5951"/>
                  <a:pt x="137" y="6122"/>
                  <a:pt x="342" y="6122"/>
                </a:cubicBezTo>
                <a:cubicBezTo>
                  <a:pt x="410" y="6122"/>
                  <a:pt x="478" y="6088"/>
                  <a:pt x="546" y="6053"/>
                </a:cubicBezTo>
                <a:cubicBezTo>
                  <a:pt x="751" y="5883"/>
                  <a:pt x="922" y="5746"/>
                  <a:pt x="1092" y="5610"/>
                </a:cubicBezTo>
                <a:cubicBezTo>
                  <a:pt x="1945" y="4859"/>
                  <a:pt x="2798" y="4074"/>
                  <a:pt x="3651" y="3358"/>
                </a:cubicBezTo>
                <a:cubicBezTo>
                  <a:pt x="4675" y="2436"/>
                  <a:pt x="5699" y="1583"/>
                  <a:pt x="6688" y="696"/>
                </a:cubicBezTo>
                <a:cubicBezTo>
                  <a:pt x="6825" y="594"/>
                  <a:pt x="6961" y="457"/>
                  <a:pt x="7064" y="321"/>
                </a:cubicBezTo>
                <a:cubicBezTo>
                  <a:pt x="7098" y="218"/>
                  <a:pt x="7098" y="150"/>
                  <a:pt x="7064" y="82"/>
                </a:cubicBezTo>
                <a:cubicBezTo>
                  <a:pt x="6989" y="32"/>
                  <a:pt x="6914" y="0"/>
                  <a:pt x="683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880" bIns="56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7" name="Google Shape;2627;p14"/>
          <p:cNvSpPr/>
          <p:nvPr/>
        </p:nvSpPr>
        <p:spPr>
          <a:xfrm>
            <a:off x="2213280" y="4314960"/>
            <a:ext cx="123480" cy="116280"/>
          </a:xfrm>
          <a:custGeom>
            <a:avLst/>
            <a:gdLst>
              <a:gd name="textAreaLeft" fmla="*/ 0 w 123480"/>
              <a:gd name="textAreaRight" fmla="*/ 123840 w 123480"/>
              <a:gd name="textAreaTop" fmla="*/ 0 h 116280"/>
              <a:gd name="textAreaBottom" fmla="*/ 116640 h 116280"/>
            </a:gdLst>
            <a:ahLst/>
            <a:cxnLst/>
            <a:rect l="textAreaLeft" t="textAreaTop" r="textAreaRight" b="textAreaBottom"/>
            <a:pathLst>
              <a:path w="6655" h="6267">
                <a:moveTo>
                  <a:pt x="6424" y="1"/>
                </a:moveTo>
                <a:cubicBezTo>
                  <a:pt x="6357" y="1"/>
                  <a:pt x="6284" y="36"/>
                  <a:pt x="6211" y="91"/>
                </a:cubicBezTo>
                <a:cubicBezTo>
                  <a:pt x="6108" y="159"/>
                  <a:pt x="6108" y="193"/>
                  <a:pt x="6074" y="261"/>
                </a:cubicBezTo>
                <a:cubicBezTo>
                  <a:pt x="5801" y="534"/>
                  <a:pt x="5528" y="807"/>
                  <a:pt x="5221" y="1080"/>
                </a:cubicBezTo>
                <a:cubicBezTo>
                  <a:pt x="4163" y="2036"/>
                  <a:pt x="3105" y="3025"/>
                  <a:pt x="2013" y="4015"/>
                </a:cubicBezTo>
                <a:cubicBezTo>
                  <a:pt x="1433" y="4527"/>
                  <a:pt x="887" y="5107"/>
                  <a:pt x="307" y="5653"/>
                </a:cubicBezTo>
                <a:cubicBezTo>
                  <a:pt x="205" y="5755"/>
                  <a:pt x="137" y="5857"/>
                  <a:pt x="68" y="5994"/>
                </a:cubicBezTo>
                <a:cubicBezTo>
                  <a:pt x="0" y="6130"/>
                  <a:pt x="137" y="6267"/>
                  <a:pt x="341" y="6267"/>
                </a:cubicBezTo>
                <a:cubicBezTo>
                  <a:pt x="478" y="6199"/>
                  <a:pt x="580" y="6130"/>
                  <a:pt x="683" y="6062"/>
                </a:cubicBezTo>
                <a:lnTo>
                  <a:pt x="2935" y="3947"/>
                </a:lnTo>
                <a:cubicBezTo>
                  <a:pt x="3993" y="2923"/>
                  <a:pt x="5050" y="1933"/>
                  <a:pt x="6108" y="944"/>
                </a:cubicBezTo>
                <a:cubicBezTo>
                  <a:pt x="6279" y="773"/>
                  <a:pt x="6449" y="602"/>
                  <a:pt x="6586" y="398"/>
                </a:cubicBezTo>
                <a:cubicBezTo>
                  <a:pt x="6654" y="295"/>
                  <a:pt x="6654" y="159"/>
                  <a:pt x="6586" y="91"/>
                </a:cubicBezTo>
                <a:cubicBezTo>
                  <a:pt x="6538" y="27"/>
                  <a:pt x="6483" y="1"/>
                  <a:pt x="642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8320" bIns="58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8" name="Google Shape;2628;p14"/>
          <p:cNvSpPr/>
          <p:nvPr/>
        </p:nvSpPr>
        <p:spPr>
          <a:xfrm>
            <a:off x="1915560" y="4250160"/>
            <a:ext cx="109440" cy="114480"/>
          </a:xfrm>
          <a:custGeom>
            <a:avLst/>
            <a:gdLst>
              <a:gd name="textAreaLeft" fmla="*/ 0 w 109440"/>
              <a:gd name="textAreaRight" fmla="*/ 109800 w 109440"/>
              <a:gd name="textAreaTop" fmla="*/ 0 h 114480"/>
              <a:gd name="textAreaBottom" fmla="*/ 114840 h 114480"/>
            </a:gdLst>
            <a:ahLst/>
            <a:cxnLst/>
            <a:rect l="textAreaLeft" t="textAreaTop" r="textAreaRight" b="textAreaBottom"/>
            <a:pathLst>
              <a:path w="5904" h="6168">
                <a:moveTo>
                  <a:pt x="5652" y="0"/>
                </a:moveTo>
                <a:cubicBezTo>
                  <a:pt x="5605" y="0"/>
                  <a:pt x="5563" y="9"/>
                  <a:pt x="5528" y="26"/>
                </a:cubicBezTo>
                <a:cubicBezTo>
                  <a:pt x="5460" y="60"/>
                  <a:pt x="5392" y="128"/>
                  <a:pt x="5324" y="196"/>
                </a:cubicBezTo>
                <a:cubicBezTo>
                  <a:pt x="4266" y="1391"/>
                  <a:pt x="3208" y="2619"/>
                  <a:pt x="2082" y="3779"/>
                </a:cubicBezTo>
                <a:cubicBezTo>
                  <a:pt x="1502" y="4428"/>
                  <a:pt x="819" y="5042"/>
                  <a:pt x="205" y="5656"/>
                </a:cubicBezTo>
                <a:cubicBezTo>
                  <a:pt x="171" y="5724"/>
                  <a:pt x="103" y="5724"/>
                  <a:pt x="69" y="5793"/>
                </a:cubicBezTo>
                <a:cubicBezTo>
                  <a:pt x="69" y="5827"/>
                  <a:pt x="0" y="6031"/>
                  <a:pt x="35" y="6100"/>
                </a:cubicBezTo>
                <a:cubicBezTo>
                  <a:pt x="103" y="6168"/>
                  <a:pt x="273" y="6168"/>
                  <a:pt x="376" y="6168"/>
                </a:cubicBezTo>
                <a:cubicBezTo>
                  <a:pt x="478" y="6134"/>
                  <a:pt x="546" y="6100"/>
                  <a:pt x="615" y="6031"/>
                </a:cubicBezTo>
                <a:cubicBezTo>
                  <a:pt x="888" y="5793"/>
                  <a:pt x="1161" y="5554"/>
                  <a:pt x="1434" y="5315"/>
                </a:cubicBezTo>
                <a:cubicBezTo>
                  <a:pt x="2116" y="4598"/>
                  <a:pt x="2764" y="3848"/>
                  <a:pt x="3447" y="3131"/>
                </a:cubicBezTo>
                <a:cubicBezTo>
                  <a:pt x="4163" y="2312"/>
                  <a:pt x="4880" y="1493"/>
                  <a:pt x="5631" y="640"/>
                </a:cubicBezTo>
                <a:cubicBezTo>
                  <a:pt x="5733" y="538"/>
                  <a:pt x="5801" y="367"/>
                  <a:pt x="5904" y="231"/>
                </a:cubicBezTo>
                <a:cubicBezTo>
                  <a:pt x="5870" y="128"/>
                  <a:pt x="5835" y="60"/>
                  <a:pt x="5801" y="26"/>
                </a:cubicBezTo>
                <a:cubicBezTo>
                  <a:pt x="5750" y="9"/>
                  <a:pt x="5699" y="0"/>
                  <a:pt x="565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240" bIns="57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49" name="Google Shape;2629;p14"/>
          <p:cNvSpPr/>
          <p:nvPr/>
        </p:nvSpPr>
        <p:spPr>
          <a:xfrm>
            <a:off x="851040" y="4397760"/>
            <a:ext cx="112680" cy="104400"/>
          </a:xfrm>
          <a:custGeom>
            <a:avLst/>
            <a:gdLst>
              <a:gd name="textAreaLeft" fmla="*/ 0 w 112680"/>
              <a:gd name="textAreaRight" fmla="*/ 113040 w 112680"/>
              <a:gd name="textAreaTop" fmla="*/ 0 h 104400"/>
              <a:gd name="textAreaBottom" fmla="*/ 104760 h 104400"/>
            </a:gdLst>
            <a:ahLst/>
            <a:cxnLst/>
            <a:rect l="textAreaLeft" t="textAreaTop" r="textAreaRight" b="textAreaBottom"/>
            <a:pathLst>
              <a:path w="6065" h="5627">
                <a:moveTo>
                  <a:pt x="5816" y="1"/>
                </a:moveTo>
                <a:cubicBezTo>
                  <a:pt x="5765" y="1"/>
                  <a:pt x="5712" y="17"/>
                  <a:pt x="5665" y="55"/>
                </a:cubicBezTo>
                <a:cubicBezTo>
                  <a:pt x="5460" y="192"/>
                  <a:pt x="5289" y="328"/>
                  <a:pt x="5119" y="499"/>
                </a:cubicBezTo>
                <a:cubicBezTo>
                  <a:pt x="3447" y="2069"/>
                  <a:pt x="1945" y="3809"/>
                  <a:pt x="103" y="5208"/>
                </a:cubicBezTo>
                <a:cubicBezTo>
                  <a:pt x="0" y="5276"/>
                  <a:pt x="0" y="5413"/>
                  <a:pt x="34" y="5515"/>
                </a:cubicBezTo>
                <a:cubicBezTo>
                  <a:pt x="90" y="5571"/>
                  <a:pt x="169" y="5627"/>
                  <a:pt x="270" y="5627"/>
                </a:cubicBezTo>
                <a:cubicBezTo>
                  <a:pt x="293" y="5627"/>
                  <a:pt x="317" y="5624"/>
                  <a:pt x="342" y="5618"/>
                </a:cubicBezTo>
                <a:cubicBezTo>
                  <a:pt x="512" y="5583"/>
                  <a:pt x="649" y="5515"/>
                  <a:pt x="785" y="5413"/>
                </a:cubicBezTo>
                <a:cubicBezTo>
                  <a:pt x="1058" y="5208"/>
                  <a:pt x="1297" y="5003"/>
                  <a:pt x="1502" y="4799"/>
                </a:cubicBezTo>
                <a:lnTo>
                  <a:pt x="5904" y="465"/>
                </a:lnTo>
                <a:cubicBezTo>
                  <a:pt x="5938" y="397"/>
                  <a:pt x="6006" y="328"/>
                  <a:pt x="6040" y="260"/>
                </a:cubicBezTo>
                <a:cubicBezTo>
                  <a:pt x="6065" y="113"/>
                  <a:pt x="5948" y="1"/>
                  <a:pt x="58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2200" bIns="52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0" name="Google Shape;2630;p14"/>
          <p:cNvSpPr/>
          <p:nvPr/>
        </p:nvSpPr>
        <p:spPr>
          <a:xfrm>
            <a:off x="1942560" y="4530960"/>
            <a:ext cx="102600" cy="107640"/>
          </a:xfrm>
          <a:custGeom>
            <a:avLst/>
            <a:gdLst>
              <a:gd name="textAreaLeft" fmla="*/ 0 w 102600"/>
              <a:gd name="textAreaRight" fmla="*/ 102960 w 102600"/>
              <a:gd name="textAreaTop" fmla="*/ 0 h 107640"/>
              <a:gd name="textAreaBottom" fmla="*/ 108000 h 107640"/>
            </a:gdLst>
            <a:ahLst/>
            <a:cxnLst/>
            <a:rect l="textAreaLeft" t="textAreaTop" r="textAreaRight" b="textAreaBottom"/>
            <a:pathLst>
              <a:path w="5529" h="5803">
                <a:moveTo>
                  <a:pt x="5305" y="0"/>
                </a:moveTo>
                <a:cubicBezTo>
                  <a:pt x="5267" y="0"/>
                  <a:pt x="5227" y="11"/>
                  <a:pt x="5187" y="35"/>
                </a:cubicBezTo>
                <a:cubicBezTo>
                  <a:pt x="5051" y="103"/>
                  <a:pt x="4983" y="172"/>
                  <a:pt x="4880" y="274"/>
                </a:cubicBezTo>
                <a:cubicBezTo>
                  <a:pt x="4300" y="922"/>
                  <a:pt x="3754" y="1537"/>
                  <a:pt x="3174" y="2219"/>
                </a:cubicBezTo>
                <a:cubicBezTo>
                  <a:pt x="2253" y="3311"/>
                  <a:pt x="1263" y="4335"/>
                  <a:pt x="240" y="5324"/>
                </a:cubicBezTo>
                <a:cubicBezTo>
                  <a:pt x="103" y="5427"/>
                  <a:pt x="1" y="5563"/>
                  <a:pt x="137" y="5700"/>
                </a:cubicBezTo>
                <a:cubicBezTo>
                  <a:pt x="188" y="5768"/>
                  <a:pt x="265" y="5802"/>
                  <a:pt x="346" y="5802"/>
                </a:cubicBezTo>
                <a:cubicBezTo>
                  <a:pt x="427" y="5802"/>
                  <a:pt x="513" y="5768"/>
                  <a:pt x="581" y="5700"/>
                </a:cubicBezTo>
                <a:cubicBezTo>
                  <a:pt x="820" y="5529"/>
                  <a:pt x="1024" y="5358"/>
                  <a:pt x="1263" y="5154"/>
                </a:cubicBezTo>
                <a:cubicBezTo>
                  <a:pt x="2628" y="3584"/>
                  <a:pt x="3993" y="2048"/>
                  <a:pt x="5358" y="479"/>
                </a:cubicBezTo>
                <a:cubicBezTo>
                  <a:pt x="5426" y="411"/>
                  <a:pt x="5460" y="342"/>
                  <a:pt x="5529" y="274"/>
                </a:cubicBezTo>
                <a:cubicBezTo>
                  <a:pt x="5529" y="117"/>
                  <a:pt x="5429" y="0"/>
                  <a:pt x="530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0" bIns="54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1" name="Google Shape;2631;p14"/>
          <p:cNvSpPr/>
          <p:nvPr/>
        </p:nvSpPr>
        <p:spPr>
          <a:xfrm>
            <a:off x="2320200" y="4014720"/>
            <a:ext cx="99360" cy="98280"/>
          </a:xfrm>
          <a:custGeom>
            <a:avLst/>
            <a:gdLst>
              <a:gd name="textAreaLeft" fmla="*/ 0 w 99360"/>
              <a:gd name="textAreaRight" fmla="*/ 99720 w 99360"/>
              <a:gd name="textAreaTop" fmla="*/ 0 h 98280"/>
              <a:gd name="textAreaBottom" fmla="*/ 98640 h 98280"/>
            </a:gdLst>
            <a:ahLst/>
            <a:cxnLst/>
            <a:rect l="textAreaLeft" t="textAreaTop" r="textAreaRight" b="textAreaBottom"/>
            <a:pathLst>
              <a:path w="5359" h="5296">
                <a:moveTo>
                  <a:pt x="5086" y="1"/>
                </a:moveTo>
                <a:cubicBezTo>
                  <a:pt x="5040" y="1"/>
                  <a:pt x="4993" y="14"/>
                  <a:pt x="4949" y="40"/>
                </a:cubicBezTo>
                <a:cubicBezTo>
                  <a:pt x="4812" y="143"/>
                  <a:pt x="4676" y="245"/>
                  <a:pt x="4573" y="381"/>
                </a:cubicBezTo>
                <a:cubicBezTo>
                  <a:pt x="3311" y="1678"/>
                  <a:pt x="2048" y="3009"/>
                  <a:pt x="820" y="4306"/>
                </a:cubicBezTo>
                <a:cubicBezTo>
                  <a:pt x="649" y="4476"/>
                  <a:pt x="444" y="4613"/>
                  <a:pt x="274" y="4715"/>
                </a:cubicBezTo>
                <a:cubicBezTo>
                  <a:pt x="69" y="4852"/>
                  <a:pt x="1" y="5056"/>
                  <a:pt x="103" y="5193"/>
                </a:cubicBezTo>
                <a:cubicBezTo>
                  <a:pt x="171" y="5261"/>
                  <a:pt x="257" y="5295"/>
                  <a:pt x="342" y="5295"/>
                </a:cubicBezTo>
                <a:cubicBezTo>
                  <a:pt x="427" y="5295"/>
                  <a:pt x="513" y="5261"/>
                  <a:pt x="581" y="5193"/>
                </a:cubicBezTo>
                <a:cubicBezTo>
                  <a:pt x="820" y="4988"/>
                  <a:pt x="1059" y="4783"/>
                  <a:pt x="1263" y="4579"/>
                </a:cubicBezTo>
                <a:cubicBezTo>
                  <a:pt x="2389" y="3418"/>
                  <a:pt x="3515" y="2292"/>
                  <a:pt x="4607" y="1132"/>
                </a:cubicBezTo>
                <a:cubicBezTo>
                  <a:pt x="4812" y="927"/>
                  <a:pt x="4983" y="757"/>
                  <a:pt x="5188" y="518"/>
                </a:cubicBezTo>
                <a:cubicBezTo>
                  <a:pt x="5256" y="450"/>
                  <a:pt x="5290" y="347"/>
                  <a:pt x="5358" y="279"/>
                </a:cubicBezTo>
                <a:cubicBezTo>
                  <a:pt x="5333" y="103"/>
                  <a:pt x="5215" y="1"/>
                  <a:pt x="50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9320" bIns="49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2" name="Google Shape;2632;p14"/>
          <p:cNvSpPr/>
          <p:nvPr/>
        </p:nvSpPr>
        <p:spPr>
          <a:xfrm>
            <a:off x="734040" y="4126320"/>
            <a:ext cx="83520" cy="107640"/>
          </a:xfrm>
          <a:custGeom>
            <a:avLst/>
            <a:gdLst>
              <a:gd name="textAreaLeft" fmla="*/ 0 w 83520"/>
              <a:gd name="textAreaRight" fmla="*/ 83880 w 83520"/>
              <a:gd name="textAreaTop" fmla="*/ 0 h 107640"/>
              <a:gd name="textAreaBottom" fmla="*/ 108000 h 107640"/>
            </a:gdLst>
            <a:ahLst/>
            <a:cxnLst/>
            <a:rect l="textAreaLeft" t="textAreaTop" r="textAreaRight" b="textAreaBottom"/>
            <a:pathLst>
              <a:path w="4505" h="5791">
                <a:moveTo>
                  <a:pt x="4231" y="0"/>
                </a:moveTo>
                <a:cubicBezTo>
                  <a:pt x="4136" y="0"/>
                  <a:pt x="4065" y="89"/>
                  <a:pt x="3993" y="160"/>
                </a:cubicBezTo>
                <a:cubicBezTo>
                  <a:pt x="3891" y="263"/>
                  <a:pt x="3788" y="365"/>
                  <a:pt x="3720" y="467"/>
                </a:cubicBezTo>
                <a:lnTo>
                  <a:pt x="581" y="4733"/>
                </a:lnTo>
                <a:cubicBezTo>
                  <a:pt x="410" y="4972"/>
                  <a:pt x="205" y="5176"/>
                  <a:pt x="35" y="5381"/>
                </a:cubicBezTo>
                <a:cubicBezTo>
                  <a:pt x="1" y="5484"/>
                  <a:pt x="1" y="5586"/>
                  <a:pt x="35" y="5688"/>
                </a:cubicBezTo>
                <a:cubicBezTo>
                  <a:pt x="35" y="5722"/>
                  <a:pt x="171" y="5756"/>
                  <a:pt x="240" y="5791"/>
                </a:cubicBezTo>
                <a:cubicBezTo>
                  <a:pt x="342" y="5756"/>
                  <a:pt x="444" y="5688"/>
                  <a:pt x="547" y="5620"/>
                </a:cubicBezTo>
                <a:cubicBezTo>
                  <a:pt x="717" y="5449"/>
                  <a:pt x="888" y="5245"/>
                  <a:pt x="1059" y="5040"/>
                </a:cubicBezTo>
                <a:cubicBezTo>
                  <a:pt x="2116" y="3573"/>
                  <a:pt x="3208" y="2105"/>
                  <a:pt x="4266" y="638"/>
                </a:cubicBezTo>
                <a:cubicBezTo>
                  <a:pt x="4300" y="570"/>
                  <a:pt x="4300" y="502"/>
                  <a:pt x="4368" y="433"/>
                </a:cubicBezTo>
                <a:cubicBezTo>
                  <a:pt x="4471" y="297"/>
                  <a:pt x="4505" y="160"/>
                  <a:pt x="4368" y="58"/>
                </a:cubicBezTo>
                <a:cubicBezTo>
                  <a:pt x="4317" y="17"/>
                  <a:pt x="4272" y="0"/>
                  <a:pt x="42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0" bIns="54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3" name="Google Shape;2633;p14"/>
          <p:cNvSpPr/>
          <p:nvPr/>
        </p:nvSpPr>
        <p:spPr>
          <a:xfrm>
            <a:off x="1923120" y="4324680"/>
            <a:ext cx="98640" cy="93240"/>
          </a:xfrm>
          <a:custGeom>
            <a:avLst/>
            <a:gdLst>
              <a:gd name="textAreaLeft" fmla="*/ 0 w 98640"/>
              <a:gd name="textAreaRight" fmla="*/ 99000 w 98640"/>
              <a:gd name="textAreaTop" fmla="*/ 0 h 93240"/>
              <a:gd name="textAreaBottom" fmla="*/ 93600 h 93240"/>
            </a:gdLst>
            <a:ahLst/>
            <a:cxnLst/>
            <a:rect l="textAreaLeft" t="textAreaTop" r="textAreaRight" b="textAreaBottom"/>
            <a:pathLst>
              <a:path w="5325" h="5024">
                <a:moveTo>
                  <a:pt x="5105" y="0"/>
                </a:moveTo>
                <a:cubicBezTo>
                  <a:pt x="5077" y="0"/>
                  <a:pt x="5048" y="6"/>
                  <a:pt x="5017" y="18"/>
                </a:cubicBezTo>
                <a:cubicBezTo>
                  <a:pt x="4881" y="86"/>
                  <a:pt x="4778" y="155"/>
                  <a:pt x="4676" y="257"/>
                </a:cubicBezTo>
                <a:lnTo>
                  <a:pt x="240" y="4522"/>
                </a:lnTo>
                <a:cubicBezTo>
                  <a:pt x="103" y="4659"/>
                  <a:pt x="1" y="4795"/>
                  <a:pt x="137" y="4932"/>
                </a:cubicBezTo>
                <a:cubicBezTo>
                  <a:pt x="204" y="4998"/>
                  <a:pt x="270" y="5023"/>
                  <a:pt x="334" y="5023"/>
                </a:cubicBezTo>
                <a:cubicBezTo>
                  <a:pt x="435" y="5023"/>
                  <a:pt x="532" y="4961"/>
                  <a:pt x="615" y="4898"/>
                </a:cubicBezTo>
                <a:cubicBezTo>
                  <a:pt x="922" y="4625"/>
                  <a:pt x="1263" y="4386"/>
                  <a:pt x="1536" y="4113"/>
                </a:cubicBezTo>
                <a:cubicBezTo>
                  <a:pt x="2765" y="2919"/>
                  <a:pt x="3959" y="1690"/>
                  <a:pt x="5154" y="462"/>
                </a:cubicBezTo>
                <a:cubicBezTo>
                  <a:pt x="5222" y="394"/>
                  <a:pt x="5256" y="325"/>
                  <a:pt x="5324" y="257"/>
                </a:cubicBezTo>
                <a:cubicBezTo>
                  <a:pt x="5324" y="117"/>
                  <a:pt x="5232" y="0"/>
                  <a:pt x="510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0" bIns="46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4" name="Google Shape;2634;p14"/>
          <p:cNvSpPr/>
          <p:nvPr/>
        </p:nvSpPr>
        <p:spPr>
          <a:xfrm>
            <a:off x="2184840" y="4504320"/>
            <a:ext cx="90000" cy="93600"/>
          </a:xfrm>
          <a:custGeom>
            <a:avLst/>
            <a:gdLst>
              <a:gd name="textAreaLeft" fmla="*/ 0 w 90000"/>
              <a:gd name="textAreaRight" fmla="*/ 90360 w 90000"/>
              <a:gd name="textAreaTop" fmla="*/ 0 h 93600"/>
              <a:gd name="textAreaBottom" fmla="*/ 93960 h 93600"/>
            </a:gdLst>
            <a:ahLst/>
            <a:cxnLst/>
            <a:rect l="textAreaLeft" t="textAreaTop" r="textAreaRight" b="textAreaBottom"/>
            <a:pathLst>
              <a:path w="4847" h="5043">
                <a:moveTo>
                  <a:pt x="4620" y="0"/>
                </a:moveTo>
                <a:cubicBezTo>
                  <a:pt x="4573" y="0"/>
                  <a:pt x="4522" y="9"/>
                  <a:pt x="4471" y="26"/>
                </a:cubicBezTo>
                <a:cubicBezTo>
                  <a:pt x="4402" y="94"/>
                  <a:pt x="4334" y="163"/>
                  <a:pt x="4266" y="265"/>
                </a:cubicBezTo>
                <a:cubicBezTo>
                  <a:pt x="4095" y="470"/>
                  <a:pt x="3925" y="743"/>
                  <a:pt x="3720" y="947"/>
                </a:cubicBezTo>
                <a:cubicBezTo>
                  <a:pt x="2628" y="2039"/>
                  <a:pt x="1536" y="3131"/>
                  <a:pt x="444" y="4257"/>
                </a:cubicBezTo>
                <a:cubicBezTo>
                  <a:pt x="308" y="4394"/>
                  <a:pt x="171" y="4530"/>
                  <a:pt x="69" y="4701"/>
                </a:cubicBezTo>
                <a:cubicBezTo>
                  <a:pt x="1" y="4872"/>
                  <a:pt x="137" y="5042"/>
                  <a:pt x="342" y="5042"/>
                </a:cubicBezTo>
                <a:cubicBezTo>
                  <a:pt x="410" y="5008"/>
                  <a:pt x="478" y="4940"/>
                  <a:pt x="512" y="4906"/>
                </a:cubicBezTo>
                <a:cubicBezTo>
                  <a:pt x="1639" y="3780"/>
                  <a:pt x="2799" y="2688"/>
                  <a:pt x="3891" y="1562"/>
                </a:cubicBezTo>
                <a:cubicBezTo>
                  <a:pt x="4198" y="1254"/>
                  <a:pt x="4437" y="947"/>
                  <a:pt x="4710" y="606"/>
                </a:cubicBezTo>
                <a:cubicBezTo>
                  <a:pt x="4778" y="504"/>
                  <a:pt x="4846" y="367"/>
                  <a:pt x="4846" y="231"/>
                </a:cubicBezTo>
                <a:cubicBezTo>
                  <a:pt x="4846" y="163"/>
                  <a:pt x="4812" y="60"/>
                  <a:pt x="4744" y="26"/>
                </a:cubicBezTo>
                <a:cubicBezTo>
                  <a:pt x="4710" y="9"/>
                  <a:pt x="4667" y="0"/>
                  <a:pt x="462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0" bIns="46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5" name="Google Shape;2635;p14"/>
          <p:cNvSpPr/>
          <p:nvPr/>
        </p:nvSpPr>
        <p:spPr>
          <a:xfrm>
            <a:off x="2167560" y="4466520"/>
            <a:ext cx="98640" cy="83880"/>
          </a:xfrm>
          <a:custGeom>
            <a:avLst/>
            <a:gdLst>
              <a:gd name="textAreaLeft" fmla="*/ 0 w 98640"/>
              <a:gd name="textAreaRight" fmla="*/ 99000 w 98640"/>
              <a:gd name="textAreaTop" fmla="*/ 0 h 83880"/>
              <a:gd name="textAreaBottom" fmla="*/ 84240 h 83880"/>
            </a:gdLst>
            <a:ahLst/>
            <a:cxnLst/>
            <a:rect l="textAreaLeft" t="textAreaTop" r="textAreaRight" b="textAreaBottom"/>
            <a:pathLst>
              <a:path w="5324" h="4528">
                <a:moveTo>
                  <a:pt x="5102" y="0"/>
                </a:moveTo>
                <a:cubicBezTo>
                  <a:pt x="5085" y="0"/>
                  <a:pt x="5068" y="2"/>
                  <a:pt x="5051" y="7"/>
                </a:cubicBezTo>
                <a:cubicBezTo>
                  <a:pt x="4948" y="41"/>
                  <a:pt x="4846" y="109"/>
                  <a:pt x="4778" y="177"/>
                </a:cubicBezTo>
                <a:cubicBezTo>
                  <a:pt x="4402" y="484"/>
                  <a:pt x="4061" y="757"/>
                  <a:pt x="3720" y="1030"/>
                </a:cubicBezTo>
                <a:lnTo>
                  <a:pt x="444" y="3828"/>
                </a:lnTo>
                <a:cubicBezTo>
                  <a:pt x="342" y="3931"/>
                  <a:pt x="239" y="3999"/>
                  <a:pt x="137" y="4136"/>
                </a:cubicBezTo>
                <a:cubicBezTo>
                  <a:pt x="34" y="4238"/>
                  <a:pt x="0" y="4374"/>
                  <a:pt x="137" y="4477"/>
                </a:cubicBezTo>
                <a:cubicBezTo>
                  <a:pt x="188" y="4511"/>
                  <a:pt x="248" y="4528"/>
                  <a:pt x="307" y="4528"/>
                </a:cubicBezTo>
                <a:cubicBezTo>
                  <a:pt x="367" y="4528"/>
                  <a:pt x="427" y="4511"/>
                  <a:pt x="478" y="4477"/>
                </a:cubicBezTo>
                <a:cubicBezTo>
                  <a:pt x="615" y="4443"/>
                  <a:pt x="717" y="4340"/>
                  <a:pt x="785" y="4272"/>
                </a:cubicBezTo>
                <a:lnTo>
                  <a:pt x="3515" y="1918"/>
                </a:lnTo>
                <a:cubicBezTo>
                  <a:pt x="4027" y="1440"/>
                  <a:pt x="4573" y="996"/>
                  <a:pt x="5119" y="553"/>
                </a:cubicBezTo>
                <a:cubicBezTo>
                  <a:pt x="5187" y="450"/>
                  <a:pt x="5255" y="382"/>
                  <a:pt x="5323" y="280"/>
                </a:cubicBezTo>
                <a:cubicBezTo>
                  <a:pt x="5323" y="101"/>
                  <a:pt x="5219" y="0"/>
                  <a:pt x="510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120" bIns="42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6" name="Google Shape;2636;p14"/>
          <p:cNvSpPr/>
          <p:nvPr/>
        </p:nvSpPr>
        <p:spPr>
          <a:xfrm>
            <a:off x="1755360" y="4580640"/>
            <a:ext cx="77040" cy="92160"/>
          </a:xfrm>
          <a:custGeom>
            <a:avLst/>
            <a:gdLst>
              <a:gd name="textAreaLeft" fmla="*/ 0 w 77040"/>
              <a:gd name="textAreaRight" fmla="*/ 77400 w 7704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4164" h="4959">
                <a:moveTo>
                  <a:pt x="3898" y="0"/>
                </a:moveTo>
                <a:cubicBezTo>
                  <a:pt x="3872" y="0"/>
                  <a:pt x="3846" y="6"/>
                  <a:pt x="3822" y="18"/>
                </a:cubicBezTo>
                <a:cubicBezTo>
                  <a:pt x="3583" y="188"/>
                  <a:pt x="3345" y="393"/>
                  <a:pt x="3174" y="598"/>
                </a:cubicBezTo>
                <a:cubicBezTo>
                  <a:pt x="3037" y="734"/>
                  <a:pt x="3003" y="939"/>
                  <a:pt x="2867" y="1076"/>
                </a:cubicBezTo>
                <a:cubicBezTo>
                  <a:pt x="2048" y="2065"/>
                  <a:pt x="1229" y="3021"/>
                  <a:pt x="410" y="4010"/>
                </a:cubicBezTo>
                <a:cubicBezTo>
                  <a:pt x="273" y="4181"/>
                  <a:pt x="171" y="4386"/>
                  <a:pt x="69" y="4590"/>
                </a:cubicBezTo>
                <a:cubicBezTo>
                  <a:pt x="0" y="4727"/>
                  <a:pt x="69" y="4863"/>
                  <a:pt x="205" y="4932"/>
                </a:cubicBezTo>
                <a:cubicBezTo>
                  <a:pt x="251" y="4950"/>
                  <a:pt x="292" y="4958"/>
                  <a:pt x="329" y="4958"/>
                </a:cubicBezTo>
                <a:cubicBezTo>
                  <a:pt x="431" y="4958"/>
                  <a:pt x="506" y="4895"/>
                  <a:pt x="581" y="4795"/>
                </a:cubicBezTo>
                <a:cubicBezTo>
                  <a:pt x="1127" y="4044"/>
                  <a:pt x="1707" y="3294"/>
                  <a:pt x="2287" y="2577"/>
                </a:cubicBezTo>
                <a:cubicBezTo>
                  <a:pt x="2833" y="1929"/>
                  <a:pt x="3379" y="1280"/>
                  <a:pt x="3925" y="666"/>
                </a:cubicBezTo>
                <a:cubicBezTo>
                  <a:pt x="4027" y="564"/>
                  <a:pt x="4095" y="427"/>
                  <a:pt x="4163" y="325"/>
                </a:cubicBezTo>
                <a:cubicBezTo>
                  <a:pt x="4163" y="128"/>
                  <a:pt x="4024" y="0"/>
                  <a:pt x="389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7" name="Google Shape;2637;p14"/>
          <p:cNvSpPr/>
          <p:nvPr/>
        </p:nvSpPr>
        <p:spPr>
          <a:xfrm>
            <a:off x="828720" y="4333320"/>
            <a:ext cx="84240" cy="93240"/>
          </a:xfrm>
          <a:custGeom>
            <a:avLst/>
            <a:gdLst>
              <a:gd name="textAreaLeft" fmla="*/ 0 w 84240"/>
              <a:gd name="textAreaRight" fmla="*/ 84600 w 84240"/>
              <a:gd name="textAreaTop" fmla="*/ 0 h 93240"/>
              <a:gd name="textAreaBottom" fmla="*/ 93600 h 93240"/>
            </a:gdLst>
            <a:ahLst/>
            <a:cxnLst/>
            <a:rect l="textAreaLeft" t="textAreaTop" r="textAreaRight" b="textAreaBottom"/>
            <a:pathLst>
              <a:path w="4539" h="5022">
                <a:moveTo>
                  <a:pt x="4231" y="1"/>
                </a:moveTo>
                <a:cubicBezTo>
                  <a:pt x="4163" y="1"/>
                  <a:pt x="4129" y="35"/>
                  <a:pt x="4061" y="69"/>
                </a:cubicBezTo>
                <a:cubicBezTo>
                  <a:pt x="3958" y="171"/>
                  <a:pt x="3890" y="274"/>
                  <a:pt x="3822" y="342"/>
                </a:cubicBezTo>
                <a:cubicBezTo>
                  <a:pt x="2593" y="1741"/>
                  <a:pt x="1536" y="3243"/>
                  <a:pt x="171" y="4539"/>
                </a:cubicBezTo>
                <a:cubicBezTo>
                  <a:pt x="34" y="4676"/>
                  <a:pt x="0" y="4812"/>
                  <a:pt x="137" y="4949"/>
                </a:cubicBezTo>
                <a:cubicBezTo>
                  <a:pt x="184" y="4996"/>
                  <a:pt x="254" y="5022"/>
                  <a:pt x="325" y="5022"/>
                </a:cubicBezTo>
                <a:cubicBezTo>
                  <a:pt x="407" y="5022"/>
                  <a:pt x="491" y="4988"/>
                  <a:pt x="546" y="4915"/>
                </a:cubicBezTo>
                <a:cubicBezTo>
                  <a:pt x="819" y="4710"/>
                  <a:pt x="1058" y="4471"/>
                  <a:pt x="1263" y="4232"/>
                </a:cubicBezTo>
                <a:cubicBezTo>
                  <a:pt x="2320" y="3004"/>
                  <a:pt x="3344" y="1741"/>
                  <a:pt x="4368" y="479"/>
                </a:cubicBezTo>
                <a:cubicBezTo>
                  <a:pt x="4402" y="410"/>
                  <a:pt x="4470" y="342"/>
                  <a:pt x="4504" y="274"/>
                </a:cubicBezTo>
                <a:cubicBezTo>
                  <a:pt x="4538" y="137"/>
                  <a:pt x="4436" y="1"/>
                  <a:pt x="423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0" bIns="46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8" name="Google Shape;2638;p14"/>
          <p:cNvSpPr/>
          <p:nvPr/>
        </p:nvSpPr>
        <p:spPr>
          <a:xfrm>
            <a:off x="1894320" y="4657320"/>
            <a:ext cx="96120" cy="78480"/>
          </a:xfrm>
          <a:custGeom>
            <a:avLst/>
            <a:gdLst>
              <a:gd name="textAreaLeft" fmla="*/ 0 w 96120"/>
              <a:gd name="textAreaRight" fmla="*/ 96480 w 96120"/>
              <a:gd name="textAreaTop" fmla="*/ 0 h 78480"/>
              <a:gd name="textAreaBottom" fmla="*/ 78840 h 78480"/>
            </a:gdLst>
            <a:ahLst/>
            <a:cxnLst/>
            <a:rect l="textAreaLeft" t="textAreaTop" r="textAreaRight" b="textAreaBottom"/>
            <a:pathLst>
              <a:path w="5188" h="4235">
                <a:moveTo>
                  <a:pt x="4832" y="1"/>
                </a:moveTo>
                <a:cubicBezTo>
                  <a:pt x="4780" y="1"/>
                  <a:pt x="4727" y="12"/>
                  <a:pt x="4675" y="38"/>
                </a:cubicBezTo>
                <a:cubicBezTo>
                  <a:pt x="4505" y="106"/>
                  <a:pt x="4334" y="242"/>
                  <a:pt x="4198" y="379"/>
                </a:cubicBezTo>
                <a:lnTo>
                  <a:pt x="308" y="3621"/>
                </a:lnTo>
                <a:cubicBezTo>
                  <a:pt x="239" y="3689"/>
                  <a:pt x="171" y="3791"/>
                  <a:pt x="103" y="3860"/>
                </a:cubicBezTo>
                <a:cubicBezTo>
                  <a:pt x="0" y="4030"/>
                  <a:pt x="103" y="4235"/>
                  <a:pt x="376" y="4235"/>
                </a:cubicBezTo>
                <a:cubicBezTo>
                  <a:pt x="512" y="4167"/>
                  <a:pt x="615" y="4098"/>
                  <a:pt x="717" y="4030"/>
                </a:cubicBezTo>
                <a:cubicBezTo>
                  <a:pt x="1434" y="3416"/>
                  <a:pt x="2150" y="2768"/>
                  <a:pt x="2901" y="2153"/>
                </a:cubicBezTo>
                <a:cubicBezTo>
                  <a:pt x="3617" y="1573"/>
                  <a:pt x="4163" y="891"/>
                  <a:pt x="4982" y="481"/>
                </a:cubicBezTo>
                <a:cubicBezTo>
                  <a:pt x="5153" y="413"/>
                  <a:pt x="5187" y="208"/>
                  <a:pt x="5085" y="72"/>
                </a:cubicBezTo>
                <a:cubicBezTo>
                  <a:pt x="5000" y="30"/>
                  <a:pt x="4916" y="1"/>
                  <a:pt x="483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240" bIns="39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9" name="Google Shape;2639;p14"/>
          <p:cNvSpPr/>
          <p:nvPr/>
        </p:nvSpPr>
        <p:spPr>
          <a:xfrm>
            <a:off x="787320" y="3885120"/>
            <a:ext cx="67680" cy="97560"/>
          </a:xfrm>
          <a:custGeom>
            <a:avLst/>
            <a:gdLst>
              <a:gd name="textAreaLeft" fmla="*/ 0 w 67680"/>
              <a:gd name="textAreaRight" fmla="*/ 68040 w 67680"/>
              <a:gd name="textAreaTop" fmla="*/ 0 h 97560"/>
              <a:gd name="textAreaBottom" fmla="*/ 97920 h 97560"/>
            </a:gdLst>
            <a:ahLst/>
            <a:cxnLst/>
            <a:rect l="textAreaLeft" t="textAreaTop" r="textAreaRight" b="textAreaBottom"/>
            <a:pathLst>
              <a:path w="3652" h="5252">
                <a:moveTo>
                  <a:pt x="3446" y="0"/>
                </a:moveTo>
                <a:cubicBezTo>
                  <a:pt x="3310" y="0"/>
                  <a:pt x="3208" y="34"/>
                  <a:pt x="3105" y="137"/>
                </a:cubicBezTo>
                <a:cubicBezTo>
                  <a:pt x="2389" y="1228"/>
                  <a:pt x="1672" y="2320"/>
                  <a:pt x="990" y="3446"/>
                </a:cubicBezTo>
                <a:cubicBezTo>
                  <a:pt x="717" y="3856"/>
                  <a:pt x="478" y="4300"/>
                  <a:pt x="205" y="4743"/>
                </a:cubicBezTo>
                <a:cubicBezTo>
                  <a:pt x="137" y="4880"/>
                  <a:pt x="0" y="5084"/>
                  <a:pt x="239" y="5221"/>
                </a:cubicBezTo>
                <a:cubicBezTo>
                  <a:pt x="289" y="5242"/>
                  <a:pt x="333" y="5252"/>
                  <a:pt x="372" y="5252"/>
                </a:cubicBezTo>
                <a:cubicBezTo>
                  <a:pt x="521" y="5252"/>
                  <a:pt x="602" y="5117"/>
                  <a:pt x="683" y="4982"/>
                </a:cubicBezTo>
                <a:cubicBezTo>
                  <a:pt x="751" y="4914"/>
                  <a:pt x="785" y="4846"/>
                  <a:pt x="853" y="4777"/>
                </a:cubicBezTo>
                <a:cubicBezTo>
                  <a:pt x="1229" y="4129"/>
                  <a:pt x="1604" y="3481"/>
                  <a:pt x="2013" y="2832"/>
                </a:cubicBezTo>
                <a:cubicBezTo>
                  <a:pt x="2457" y="2116"/>
                  <a:pt x="2935" y="1399"/>
                  <a:pt x="3412" y="682"/>
                </a:cubicBezTo>
                <a:cubicBezTo>
                  <a:pt x="3481" y="546"/>
                  <a:pt x="3549" y="410"/>
                  <a:pt x="3651" y="239"/>
                </a:cubicBezTo>
                <a:cubicBezTo>
                  <a:pt x="3549" y="137"/>
                  <a:pt x="3515" y="0"/>
                  <a:pt x="344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0" name="Google Shape;2640;p14"/>
          <p:cNvSpPr/>
          <p:nvPr/>
        </p:nvSpPr>
        <p:spPr>
          <a:xfrm>
            <a:off x="941760" y="4451760"/>
            <a:ext cx="81720" cy="84960"/>
          </a:xfrm>
          <a:custGeom>
            <a:avLst/>
            <a:gdLst>
              <a:gd name="textAreaLeft" fmla="*/ 0 w 81720"/>
              <a:gd name="textAreaRight" fmla="*/ 82080 w 81720"/>
              <a:gd name="textAreaTop" fmla="*/ 0 h 84960"/>
              <a:gd name="textAreaBottom" fmla="*/ 85320 h 84960"/>
            </a:gdLst>
            <a:ahLst/>
            <a:cxnLst/>
            <a:rect l="textAreaLeft" t="textAreaTop" r="textAreaRight" b="textAreaBottom"/>
            <a:pathLst>
              <a:path w="4403" h="4575">
                <a:moveTo>
                  <a:pt x="4126" y="1"/>
                </a:moveTo>
                <a:cubicBezTo>
                  <a:pt x="4015" y="1"/>
                  <a:pt x="3936" y="80"/>
                  <a:pt x="3857" y="159"/>
                </a:cubicBezTo>
                <a:lnTo>
                  <a:pt x="137" y="4083"/>
                </a:lnTo>
                <a:cubicBezTo>
                  <a:pt x="103" y="4118"/>
                  <a:pt x="35" y="4152"/>
                  <a:pt x="35" y="4220"/>
                </a:cubicBezTo>
                <a:cubicBezTo>
                  <a:pt x="35" y="4254"/>
                  <a:pt x="1" y="4425"/>
                  <a:pt x="35" y="4493"/>
                </a:cubicBezTo>
                <a:cubicBezTo>
                  <a:pt x="85" y="4543"/>
                  <a:pt x="172" y="4575"/>
                  <a:pt x="255" y="4575"/>
                </a:cubicBezTo>
                <a:cubicBezTo>
                  <a:pt x="285" y="4575"/>
                  <a:pt x="315" y="4570"/>
                  <a:pt x="342" y="4561"/>
                </a:cubicBezTo>
                <a:cubicBezTo>
                  <a:pt x="513" y="4459"/>
                  <a:pt x="649" y="4356"/>
                  <a:pt x="786" y="4220"/>
                </a:cubicBezTo>
                <a:cubicBezTo>
                  <a:pt x="1161" y="3845"/>
                  <a:pt x="1537" y="3469"/>
                  <a:pt x="1912" y="3094"/>
                </a:cubicBezTo>
                <a:cubicBezTo>
                  <a:pt x="2628" y="2275"/>
                  <a:pt x="3379" y="1490"/>
                  <a:pt x="4130" y="671"/>
                </a:cubicBezTo>
                <a:cubicBezTo>
                  <a:pt x="4232" y="535"/>
                  <a:pt x="4335" y="398"/>
                  <a:pt x="4403" y="228"/>
                </a:cubicBezTo>
                <a:cubicBezTo>
                  <a:pt x="4335" y="159"/>
                  <a:pt x="4300" y="57"/>
                  <a:pt x="4232" y="23"/>
                </a:cubicBezTo>
                <a:cubicBezTo>
                  <a:pt x="4194" y="7"/>
                  <a:pt x="4159" y="1"/>
                  <a:pt x="412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480" bIns="42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1" name="Google Shape;2641;p14"/>
          <p:cNvSpPr/>
          <p:nvPr/>
        </p:nvSpPr>
        <p:spPr>
          <a:xfrm>
            <a:off x="654480" y="4110120"/>
            <a:ext cx="61920" cy="95040"/>
          </a:xfrm>
          <a:custGeom>
            <a:avLst/>
            <a:gdLst>
              <a:gd name="textAreaLeft" fmla="*/ 0 w 61920"/>
              <a:gd name="textAreaRight" fmla="*/ 62280 w 6192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3345" h="5117">
                <a:moveTo>
                  <a:pt x="3094" y="0"/>
                </a:moveTo>
                <a:cubicBezTo>
                  <a:pt x="3021" y="0"/>
                  <a:pt x="2915" y="50"/>
                  <a:pt x="2833" y="78"/>
                </a:cubicBezTo>
                <a:cubicBezTo>
                  <a:pt x="2764" y="112"/>
                  <a:pt x="2798" y="146"/>
                  <a:pt x="2764" y="214"/>
                </a:cubicBezTo>
                <a:cubicBezTo>
                  <a:pt x="1843" y="1716"/>
                  <a:pt x="1058" y="3320"/>
                  <a:pt x="34" y="4787"/>
                </a:cubicBezTo>
                <a:cubicBezTo>
                  <a:pt x="0" y="4889"/>
                  <a:pt x="0" y="4992"/>
                  <a:pt x="34" y="5060"/>
                </a:cubicBezTo>
                <a:cubicBezTo>
                  <a:pt x="94" y="5100"/>
                  <a:pt x="166" y="5116"/>
                  <a:pt x="236" y="5116"/>
                </a:cubicBezTo>
                <a:cubicBezTo>
                  <a:pt x="285" y="5116"/>
                  <a:pt x="333" y="5108"/>
                  <a:pt x="376" y="5094"/>
                </a:cubicBezTo>
                <a:cubicBezTo>
                  <a:pt x="615" y="4923"/>
                  <a:pt x="785" y="4719"/>
                  <a:pt x="956" y="4480"/>
                </a:cubicBezTo>
                <a:cubicBezTo>
                  <a:pt x="1195" y="4104"/>
                  <a:pt x="1365" y="3729"/>
                  <a:pt x="1570" y="3354"/>
                </a:cubicBezTo>
                <a:cubicBezTo>
                  <a:pt x="2082" y="2432"/>
                  <a:pt x="2594" y="1545"/>
                  <a:pt x="3106" y="658"/>
                </a:cubicBezTo>
                <a:cubicBezTo>
                  <a:pt x="3174" y="521"/>
                  <a:pt x="3242" y="385"/>
                  <a:pt x="3344" y="214"/>
                </a:cubicBezTo>
                <a:cubicBezTo>
                  <a:pt x="3276" y="146"/>
                  <a:pt x="3208" y="10"/>
                  <a:pt x="3140" y="10"/>
                </a:cubicBezTo>
                <a:cubicBezTo>
                  <a:pt x="3127" y="3"/>
                  <a:pt x="3111" y="0"/>
                  <a:pt x="30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520" bIns="47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2" name="Google Shape;2642;p14"/>
          <p:cNvSpPr/>
          <p:nvPr/>
        </p:nvSpPr>
        <p:spPr>
          <a:xfrm>
            <a:off x="2055960" y="4628520"/>
            <a:ext cx="89280" cy="69840"/>
          </a:xfrm>
          <a:custGeom>
            <a:avLst/>
            <a:gdLst>
              <a:gd name="textAreaLeft" fmla="*/ 0 w 89280"/>
              <a:gd name="textAreaRight" fmla="*/ 89640 w 89280"/>
              <a:gd name="textAreaTop" fmla="*/ 0 h 69840"/>
              <a:gd name="textAreaBottom" fmla="*/ 70200 h 69840"/>
            </a:gdLst>
            <a:ahLst/>
            <a:cxnLst/>
            <a:rect l="textAreaLeft" t="textAreaTop" r="textAreaRight" b="textAreaBottom"/>
            <a:pathLst>
              <a:path w="4812" h="3770">
                <a:moveTo>
                  <a:pt x="4614" y="1"/>
                </a:moveTo>
                <a:cubicBezTo>
                  <a:pt x="4535" y="1"/>
                  <a:pt x="4437" y="16"/>
                  <a:pt x="4368" y="16"/>
                </a:cubicBezTo>
                <a:cubicBezTo>
                  <a:pt x="4266" y="16"/>
                  <a:pt x="4266" y="118"/>
                  <a:pt x="4198" y="187"/>
                </a:cubicBezTo>
                <a:cubicBezTo>
                  <a:pt x="3925" y="426"/>
                  <a:pt x="3686" y="699"/>
                  <a:pt x="3345" y="937"/>
                </a:cubicBezTo>
                <a:cubicBezTo>
                  <a:pt x="2355" y="1688"/>
                  <a:pt x="1331" y="2439"/>
                  <a:pt x="308" y="3190"/>
                </a:cubicBezTo>
                <a:cubicBezTo>
                  <a:pt x="205" y="3224"/>
                  <a:pt x="137" y="3292"/>
                  <a:pt x="69" y="3360"/>
                </a:cubicBezTo>
                <a:cubicBezTo>
                  <a:pt x="35" y="3428"/>
                  <a:pt x="1" y="3531"/>
                  <a:pt x="35" y="3599"/>
                </a:cubicBezTo>
                <a:cubicBezTo>
                  <a:pt x="69" y="3667"/>
                  <a:pt x="171" y="3701"/>
                  <a:pt x="240" y="3770"/>
                </a:cubicBezTo>
                <a:cubicBezTo>
                  <a:pt x="342" y="3701"/>
                  <a:pt x="444" y="3667"/>
                  <a:pt x="547" y="3599"/>
                </a:cubicBezTo>
                <a:cubicBezTo>
                  <a:pt x="751" y="3531"/>
                  <a:pt x="922" y="3394"/>
                  <a:pt x="1093" y="3292"/>
                </a:cubicBezTo>
                <a:cubicBezTo>
                  <a:pt x="2082" y="2541"/>
                  <a:pt x="3072" y="1859"/>
                  <a:pt x="4027" y="1108"/>
                </a:cubicBezTo>
                <a:cubicBezTo>
                  <a:pt x="4300" y="869"/>
                  <a:pt x="4539" y="596"/>
                  <a:pt x="4744" y="323"/>
                </a:cubicBezTo>
                <a:cubicBezTo>
                  <a:pt x="4812" y="221"/>
                  <a:pt x="4778" y="84"/>
                  <a:pt x="4710" y="16"/>
                </a:cubicBezTo>
                <a:cubicBezTo>
                  <a:pt x="4687" y="5"/>
                  <a:pt x="4653" y="1"/>
                  <a:pt x="461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3" name="Google Shape;2643;p14"/>
          <p:cNvSpPr/>
          <p:nvPr/>
        </p:nvSpPr>
        <p:spPr>
          <a:xfrm>
            <a:off x="2223720" y="4126680"/>
            <a:ext cx="82440" cy="81000"/>
          </a:xfrm>
          <a:custGeom>
            <a:avLst/>
            <a:gdLst>
              <a:gd name="textAreaLeft" fmla="*/ 0 w 82440"/>
              <a:gd name="textAreaRight" fmla="*/ 82800 w 8244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4437" h="4363">
                <a:moveTo>
                  <a:pt x="4197" y="0"/>
                </a:moveTo>
                <a:cubicBezTo>
                  <a:pt x="4152" y="0"/>
                  <a:pt x="4105" y="13"/>
                  <a:pt x="4061" y="40"/>
                </a:cubicBezTo>
                <a:cubicBezTo>
                  <a:pt x="3890" y="142"/>
                  <a:pt x="3754" y="245"/>
                  <a:pt x="3651" y="347"/>
                </a:cubicBezTo>
                <a:cubicBezTo>
                  <a:pt x="2593" y="1439"/>
                  <a:pt x="1502" y="2497"/>
                  <a:pt x="478" y="3589"/>
                </a:cubicBezTo>
                <a:cubicBezTo>
                  <a:pt x="375" y="3691"/>
                  <a:pt x="273" y="3793"/>
                  <a:pt x="205" y="3896"/>
                </a:cubicBezTo>
                <a:cubicBezTo>
                  <a:pt x="102" y="4032"/>
                  <a:pt x="0" y="4203"/>
                  <a:pt x="205" y="4305"/>
                </a:cubicBezTo>
                <a:cubicBezTo>
                  <a:pt x="256" y="4346"/>
                  <a:pt x="301" y="4363"/>
                  <a:pt x="342" y="4363"/>
                </a:cubicBezTo>
                <a:cubicBezTo>
                  <a:pt x="437" y="4363"/>
                  <a:pt x="509" y="4275"/>
                  <a:pt x="580" y="4203"/>
                </a:cubicBezTo>
                <a:cubicBezTo>
                  <a:pt x="921" y="3862"/>
                  <a:pt x="1229" y="3555"/>
                  <a:pt x="1536" y="3248"/>
                </a:cubicBezTo>
                <a:cubicBezTo>
                  <a:pt x="2423" y="2360"/>
                  <a:pt x="3310" y="1473"/>
                  <a:pt x="4163" y="586"/>
                </a:cubicBezTo>
                <a:cubicBezTo>
                  <a:pt x="4266" y="518"/>
                  <a:pt x="4334" y="415"/>
                  <a:pt x="4436" y="279"/>
                </a:cubicBezTo>
                <a:cubicBezTo>
                  <a:pt x="4436" y="102"/>
                  <a:pt x="4324" y="0"/>
                  <a:pt x="419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4" name="Google Shape;2644;p14"/>
          <p:cNvSpPr/>
          <p:nvPr/>
        </p:nvSpPr>
        <p:spPr>
          <a:xfrm>
            <a:off x="2035440" y="4495680"/>
            <a:ext cx="81000" cy="81360"/>
          </a:xfrm>
          <a:custGeom>
            <a:avLst/>
            <a:gdLst>
              <a:gd name="textAreaLeft" fmla="*/ 0 w 81000"/>
              <a:gd name="textAreaRight" fmla="*/ 81360 w 81000"/>
              <a:gd name="textAreaTop" fmla="*/ 0 h 81360"/>
              <a:gd name="textAreaBottom" fmla="*/ 81720 h 81360"/>
            </a:gdLst>
            <a:ahLst/>
            <a:cxnLst/>
            <a:rect l="textAreaLeft" t="textAreaTop" r="textAreaRight" b="textAreaBottom"/>
            <a:pathLst>
              <a:path w="4369" h="4386">
                <a:moveTo>
                  <a:pt x="4126" y="1"/>
                </a:moveTo>
                <a:cubicBezTo>
                  <a:pt x="4105" y="1"/>
                  <a:pt x="4083" y="3"/>
                  <a:pt x="4061" y="7"/>
                </a:cubicBezTo>
                <a:cubicBezTo>
                  <a:pt x="3959" y="76"/>
                  <a:pt x="3891" y="144"/>
                  <a:pt x="3822" y="212"/>
                </a:cubicBezTo>
                <a:cubicBezTo>
                  <a:pt x="2696" y="1509"/>
                  <a:pt x="1502" y="2771"/>
                  <a:pt x="240" y="3931"/>
                </a:cubicBezTo>
                <a:cubicBezTo>
                  <a:pt x="103" y="4034"/>
                  <a:pt x="1" y="4170"/>
                  <a:pt x="137" y="4307"/>
                </a:cubicBezTo>
                <a:cubicBezTo>
                  <a:pt x="195" y="4365"/>
                  <a:pt x="259" y="4386"/>
                  <a:pt x="323" y="4386"/>
                </a:cubicBezTo>
                <a:cubicBezTo>
                  <a:pt x="412" y="4386"/>
                  <a:pt x="502" y="4346"/>
                  <a:pt x="581" y="4307"/>
                </a:cubicBezTo>
                <a:cubicBezTo>
                  <a:pt x="683" y="4204"/>
                  <a:pt x="820" y="4136"/>
                  <a:pt x="922" y="4034"/>
                </a:cubicBezTo>
                <a:cubicBezTo>
                  <a:pt x="2116" y="2908"/>
                  <a:pt x="3208" y="1713"/>
                  <a:pt x="4266" y="451"/>
                </a:cubicBezTo>
                <a:cubicBezTo>
                  <a:pt x="4300" y="383"/>
                  <a:pt x="4334" y="314"/>
                  <a:pt x="4368" y="246"/>
                </a:cubicBezTo>
                <a:cubicBezTo>
                  <a:pt x="4368" y="98"/>
                  <a:pt x="4265" y="1"/>
                  <a:pt x="412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5" name="Google Shape;2645;p14"/>
          <p:cNvSpPr/>
          <p:nvPr/>
        </p:nvSpPr>
        <p:spPr>
          <a:xfrm>
            <a:off x="1868040" y="4481640"/>
            <a:ext cx="77760" cy="78120"/>
          </a:xfrm>
          <a:custGeom>
            <a:avLst/>
            <a:gdLst>
              <a:gd name="textAreaLeft" fmla="*/ 0 w 77760"/>
              <a:gd name="textAreaRight" fmla="*/ 78120 w 77760"/>
              <a:gd name="textAreaTop" fmla="*/ 0 h 78120"/>
              <a:gd name="textAreaBottom" fmla="*/ 78480 h 78120"/>
            </a:gdLst>
            <a:ahLst/>
            <a:cxnLst/>
            <a:rect l="textAreaLeft" t="textAreaTop" r="textAreaRight" b="textAreaBottom"/>
            <a:pathLst>
              <a:path w="4191" h="4207">
                <a:moveTo>
                  <a:pt x="3996" y="0"/>
                </a:moveTo>
                <a:cubicBezTo>
                  <a:pt x="3928" y="0"/>
                  <a:pt x="3854" y="20"/>
                  <a:pt x="3815" y="40"/>
                </a:cubicBezTo>
                <a:cubicBezTo>
                  <a:pt x="3713" y="74"/>
                  <a:pt x="3644" y="176"/>
                  <a:pt x="3576" y="244"/>
                </a:cubicBezTo>
                <a:lnTo>
                  <a:pt x="334" y="3589"/>
                </a:lnTo>
                <a:cubicBezTo>
                  <a:pt x="232" y="3691"/>
                  <a:pt x="130" y="3759"/>
                  <a:pt x="96" y="3862"/>
                </a:cubicBezTo>
                <a:cubicBezTo>
                  <a:pt x="1" y="4019"/>
                  <a:pt x="111" y="4207"/>
                  <a:pt x="317" y="4207"/>
                </a:cubicBezTo>
                <a:cubicBezTo>
                  <a:pt x="334" y="4207"/>
                  <a:pt x="351" y="4205"/>
                  <a:pt x="369" y="4203"/>
                </a:cubicBezTo>
                <a:cubicBezTo>
                  <a:pt x="505" y="4135"/>
                  <a:pt x="642" y="4032"/>
                  <a:pt x="778" y="3930"/>
                </a:cubicBezTo>
                <a:cubicBezTo>
                  <a:pt x="1870" y="2770"/>
                  <a:pt x="2962" y="1644"/>
                  <a:pt x="4054" y="483"/>
                </a:cubicBezTo>
                <a:cubicBezTo>
                  <a:pt x="4088" y="449"/>
                  <a:pt x="4156" y="415"/>
                  <a:pt x="4156" y="347"/>
                </a:cubicBezTo>
                <a:cubicBezTo>
                  <a:pt x="4156" y="244"/>
                  <a:pt x="4190" y="74"/>
                  <a:pt x="4122" y="40"/>
                </a:cubicBezTo>
                <a:cubicBezTo>
                  <a:pt x="4093" y="11"/>
                  <a:pt x="4046" y="0"/>
                  <a:pt x="399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240" bIns="39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6" name="Google Shape;2646;p14"/>
          <p:cNvSpPr/>
          <p:nvPr/>
        </p:nvSpPr>
        <p:spPr>
          <a:xfrm>
            <a:off x="707400" y="4230360"/>
            <a:ext cx="66960" cy="81000"/>
          </a:xfrm>
          <a:custGeom>
            <a:avLst/>
            <a:gdLst>
              <a:gd name="textAreaLeft" fmla="*/ 0 w 66960"/>
              <a:gd name="textAreaRight" fmla="*/ 67320 w 6696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3618" h="4360">
                <a:moveTo>
                  <a:pt x="3345" y="0"/>
                </a:moveTo>
                <a:cubicBezTo>
                  <a:pt x="3302" y="0"/>
                  <a:pt x="3259" y="9"/>
                  <a:pt x="3208" y="26"/>
                </a:cubicBezTo>
                <a:cubicBezTo>
                  <a:pt x="3106" y="128"/>
                  <a:pt x="2969" y="231"/>
                  <a:pt x="2901" y="367"/>
                </a:cubicBezTo>
                <a:lnTo>
                  <a:pt x="69" y="3950"/>
                </a:lnTo>
                <a:cubicBezTo>
                  <a:pt x="69" y="3984"/>
                  <a:pt x="1" y="3984"/>
                  <a:pt x="1" y="4018"/>
                </a:cubicBezTo>
                <a:cubicBezTo>
                  <a:pt x="1" y="4053"/>
                  <a:pt x="1" y="4223"/>
                  <a:pt x="35" y="4257"/>
                </a:cubicBezTo>
                <a:cubicBezTo>
                  <a:pt x="103" y="4326"/>
                  <a:pt x="205" y="4360"/>
                  <a:pt x="308" y="4360"/>
                </a:cubicBezTo>
                <a:cubicBezTo>
                  <a:pt x="410" y="4326"/>
                  <a:pt x="512" y="4257"/>
                  <a:pt x="581" y="4189"/>
                </a:cubicBezTo>
                <a:cubicBezTo>
                  <a:pt x="751" y="4018"/>
                  <a:pt x="922" y="3848"/>
                  <a:pt x="1093" y="3643"/>
                </a:cubicBezTo>
                <a:cubicBezTo>
                  <a:pt x="1877" y="2585"/>
                  <a:pt x="2696" y="1562"/>
                  <a:pt x="3481" y="504"/>
                </a:cubicBezTo>
                <a:cubicBezTo>
                  <a:pt x="3549" y="401"/>
                  <a:pt x="3583" y="333"/>
                  <a:pt x="3618" y="231"/>
                </a:cubicBezTo>
                <a:cubicBezTo>
                  <a:pt x="3583" y="162"/>
                  <a:pt x="3549" y="60"/>
                  <a:pt x="3481" y="26"/>
                </a:cubicBezTo>
                <a:cubicBezTo>
                  <a:pt x="3430" y="9"/>
                  <a:pt x="3387" y="0"/>
                  <a:pt x="334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7" name="Google Shape;2647;p14"/>
          <p:cNvSpPr/>
          <p:nvPr/>
        </p:nvSpPr>
        <p:spPr>
          <a:xfrm>
            <a:off x="752400" y="3838320"/>
            <a:ext cx="55080" cy="88560"/>
          </a:xfrm>
          <a:custGeom>
            <a:avLst/>
            <a:gdLst>
              <a:gd name="textAreaLeft" fmla="*/ 0 w 55080"/>
              <a:gd name="textAreaRight" fmla="*/ 55440 w 55080"/>
              <a:gd name="textAreaTop" fmla="*/ 0 h 88560"/>
              <a:gd name="textAreaBottom" fmla="*/ 88920 h 88560"/>
            </a:gdLst>
            <a:ahLst/>
            <a:cxnLst/>
            <a:rect l="textAreaLeft" t="textAreaTop" r="textAreaRight" b="textAreaBottom"/>
            <a:pathLst>
              <a:path w="2970" h="4770">
                <a:moveTo>
                  <a:pt x="2696" y="0"/>
                </a:moveTo>
                <a:cubicBezTo>
                  <a:pt x="2585" y="0"/>
                  <a:pt x="2510" y="86"/>
                  <a:pt x="2457" y="193"/>
                </a:cubicBezTo>
                <a:cubicBezTo>
                  <a:pt x="2423" y="261"/>
                  <a:pt x="2423" y="295"/>
                  <a:pt x="2389" y="363"/>
                </a:cubicBezTo>
                <a:cubicBezTo>
                  <a:pt x="1706" y="1762"/>
                  <a:pt x="956" y="3059"/>
                  <a:pt x="69" y="4322"/>
                </a:cubicBezTo>
                <a:cubicBezTo>
                  <a:pt x="0" y="4424"/>
                  <a:pt x="0" y="4560"/>
                  <a:pt x="34" y="4663"/>
                </a:cubicBezTo>
                <a:cubicBezTo>
                  <a:pt x="71" y="4736"/>
                  <a:pt x="147" y="4770"/>
                  <a:pt x="225" y="4770"/>
                </a:cubicBezTo>
                <a:cubicBezTo>
                  <a:pt x="293" y="4770"/>
                  <a:pt x="362" y="4744"/>
                  <a:pt x="410" y="4697"/>
                </a:cubicBezTo>
                <a:cubicBezTo>
                  <a:pt x="615" y="4526"/>
                  <a:pt x="751" y="4356"/>
                  <a:pt x="922" y="4151"/>
                </a:cubicBezTo>
                <a:cubicBezTo>
                  <a:pt x="1536" y="3025"/>
                  <a:pt x="2150" y="1899"/>
                  <a:pt x="2764" y="739"/>
                </a:cubicBezTo>
                <a:cubicBezTo>
                  <a:pt x="2833" y="602"/>
                  <a:pt x="2901" y="466"/>
                  <a:pt x="2969" y="261"/>
                </a:cubicBezTo>
                <a:cubicBezTo>
                  <a:pt x="2935" y="227"/>
                  <a:pt x="2901" y="90"/>
                  <a:pt x="2798" y="22"/>
                </a:cubicBezTo>
                <a:cubicBezTo>
                  <a:pt x="2761" y="7"/>
                  <a:pt x="2727" y="0"/>
                  <a:pt x="269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4280" bIns="44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8" name="Google Shape;2648;p14"/>
          <p:cNvSpPr/>
          <p:nvPr/>
        </p:nvSpPr>
        <p:spPr>
          <a:xfrm>
            <a:off x="2337480" y="3982320"/>
            <a:ext cx="68760" cy="78840"/>
          </a:xfrm>
          <a:custGeom>
            <a:avLst/>
            <a:gdLst>
              <a:gd name="textAreaLeft" fmla="*/ 0 w 68760"/>
              <a:gd name="textAreaRight" fmla="*/ 69120 w 68760"/>
              <a:gd name="textAreaTop" fmla="*/ 0 h 78840"/>
              <a:gd name="textAreaBottom" fmla="*/ 79200 h 78840"/>
            </a:gdLst>
            <a:ahLst/>
            <a:cxnLst/>
            <a:rect l="textAreaLeft" t="textAreaTop" r="textAreaRight" b="textAreaBottom"/>
            <a:pathLst>
              <a:path w="3712" h="4258">
                <a:moveTo>
                  <a:pt x="3466" y="0"/>
                </a:moveTo>
                <a:cubicBezTo>
                  <a:pt x="3426" y="0"/>
                  <a:pt x="3384" y="11"/>
                  <a:pt x="3344" y="35"/>
                </a:cubicBezTo>
                <a:cubicBezTo>
                  <a:pt x="3139" y="103"/>
                  <a:pt x="2969" y="240"/>
                  <a:pt x="2832" y="410"/>
                </a:cubicBezTo>
                <a:cubicBezTo>
                  <a:pt x="2491" y="786"/>
                  <a:pt x="2184" y="1195"/>
                  <a:pt x="1877" y="1605"/>
                </a:cubicBezTo>
                <a:lnTo>
                  <a:pt x="137" y="3754"/>
                </a:lnTo>
                <a:cubicBezTo>
                  <a:pt x="103" y="3823"/>
                  <a:pt x="0" y="3891"/>
                  <a:pt x="0" y="3959"/>
                </a:cubicBezTo>
                <a:cubicBezTo>
                  <a:pt x="0" y="4062"/>
                  <a:pt x="0" y="4198"/>
                  <a:pt x="68" y="4232"/>
                </a:cubicBezTo>
                <a:cubicBezTo>
                  <a:pt x="103" y="4249"/>
                  <a:pt x="154" y="4258"/>
                  <a:pt x="205" y="4258"/>
                </a:cubicBezTo>
                <a:cubicBezTo>
                  <a:pt x="256" y="4258"/>
                  <a:pt x="307" y="4249"/>
                  <a:pt x="341" y="4232"/>
                </a:cubicBezTo>
                <a:cubicBezTo>
                  <a:pt x="444" y="4198"/>
                  <a:pt x="478" y="4130"/>
                  <a:pt x="546" y="4062"/>
                </a:cubicBezTo>
                <a:lnTo>
                  <a:pt x="1945" y="2389"/>
                </a:lnTo>
                <a:lnTo>
                  <a:pt x="3549" y="479"/>
                </a:lnTo>
                <a:cubicBezTo>
                  <a:pt x="3617" y="410"/>
                  <a:pt x="3651" y="342"/>
                  <a:pt x="3685" y="274"/>
                </a:cubicBezTo>
                <a:cubicBezTo>
                  <a:pt x="3712" y="117"/>
                  <a:pt x="3598" y="0"/>
                  <a:pt x="346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0" bIns="39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69" name="Google Shape;2649;p14"/>
          <p:cNvSpPr/>
          <p:nvPr/>
        </p:nvSpPr>
        <p:spPr>
          <a:xfrm>
            <a:off x="2023560" y="4393440"/>
            <a:ext cx="74160" cy="73080"/>
          </a:xfrm>
          <a:custGeom>
            <a:avLst/>
            <a:gdLst>
              <a:gd name="textAreaLeft" fmla="*/ 0 w 74160"/>
              <a:gd name="textAreaRight" fmla="*/ 74520 w 74160"/>
              <a:gd name="textAreaTop" fmla="*/ 0 h 73080"/>
              <a:gd name="textAreaBottom" fmla="*/ 73440 h 73080"/>
            </a:gdLst>
            <a:ahLst/>
            <a:cxnLst/>
            <a:rect l="textAreaLeft" t="textAreaTop" r="textAreaRight" b="textAreaBottom"/>
            <a:pathLst>
              <a:path w="3993" h="3939">
                <a:moveTo>
                  <a:pt x="3758" y="1"/>
                </a:moveTo>
                <a:cubicBezTo>
                  <a:pt x="3714" y="1"/>
                  <a:pt x="3667" y="16"/>
                  <a:pt x="3617" y="49"/>
                </a:cubicBezTo>
                <a:cubicBezTo>
                  <a:pt x="3447" y="151"/>
                  <a:pt x="3276" y="287"/>
                  <a:pt x="3140" y="424"/>
                </a:cubicBezTo>
                <a:cubicBezTo>
                  <a:pt x="2150" y="1414"/>
                  <a:pt x="1195" y="2403"/>
                  <a:pt x="205" y="3359"/>
                </a:cubicBezTo>
                <a:cubicBezTo>
                  <a:pt x="137" y="3427"/>
                  <a:pt x="69" y="3461"/>
                  <a:pt x="69" y="3529"/>
                </a:cubicBezTo>
                <a:cubicBezTo>
                  <a:pt x="34" y="3632"/>
                  <a:pt x="0" y="3768"/>
                  <a:pt x="69" y="3836"/>
                </a:cubicBezTo>
                <a:cubicBezTo>
                  <a:pt x="120" y="3905"/>
                  <a:pt x="188" y="3939"/>
                  <a:pt x="256" y="3939"/>
                </a:cubicBezTo>
                <a:cubicBezTo>
                  <a:pt x="325" y="3939"/>
                  <a:pt x="393" y="3905"/>
                  <a:pt x="444" y="3836"/>
                </a:cubicBezTo>
                <a:cubicBezTo>
                  <a:pt x="717" y="3632"/>
                  <a:pt x="956" y="3393"/>
                  <a:pt x="1195" y="3154"/>
                </a:cubicBezTo>
                <a:cubicBezTo>
                  <a:pt x="1911" y="2437"/>
                  <a:pt x="2594" y="1721"/>
                  <a:pt x="3310" y="970"/>
                </a:cubicBezTo>
                <a:cubicBezTo>
                  <a:pt x="3447" y="833"/>
                  <a:pt x="3617" y="731"/>
                  <a:pt x="3754" y="595"/>
                </a:cubicBezTo>
                <a:cubicBezTo>
                  <a:pt x="3856" y="526"/>
                  <a:pt x="3925" y="424"/>
                  <a:pt x="3993" y="356"/>
                </a:cubicBezTo>
                <a:cubicBezTo>
                  <a:pt x="3993" y="149"/>
                  <a:pt x="3895" y="1"/>
                  <a:pt x="37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720" bIns="36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0" name="Google Shape;2650;p14"/>
          <p:cNvSpPr/>
          <p:nvPr/>
        </p:nvSpPr>
        <p:spPr>
          <a:xfrm>
            <a:off x="2118240" y="4294440"/>
            <a:ext cx="77760" cy="71280"/>
          </a:xfrm>
          <a:custGeom>
            <a:avLst/>
            <a:gdLst>
              <a:gd name="textAreaLeft" fmla="*/ 0 w 77760"/>
              <a:gd name="textAreaRight" fmla="*/ 78120 w 77760"/>
              <a:gd name="textAreaTop" fmla="*/ 0 h 71280"/>
              <a:gd name="textAreaBottom" fmla="*/ 71640 h 71280"/>
            </a:gdLst>
            <a:ahLst/>
            <a:cxnLst/>
            <a:rect l="textAreaLeft" t="textAreaTop" r="textAreaRight" b="textAreaBottom"/>
            <a:pathLst>
              <a:path w="4198" h="3856">
                <a:moveTo>
                  <a:pt x="3904" y="0"/>
                </a:moveTo>
                <a:cubicBezTo>
                  <a:pt x="3807" y="0"/>
                  <a:pt x="3705" y="58"/>
                  <a:pt x="3618" y="102"/>
                </a:cubicBezTo>
                <a:cubicBezTo>
                  <a:pt x="3481" y="204"/>
                  <a:pt x="3345" y="341"/>
                  <a:pt x="3242" y="443"/>
                </a:cubicBezTo>
                <a:lnTo>
                  <a:pt x="205" y="3343"/>
                </a:lnTo>
                <a:cubicBezTo>
                  <a:pt x="137" y="3412"/>
                  <a:pt x="103" y="3480"/>
                  <a:pt x="69" y="3548"/>
                </a:cubicBezTo>
                <a:cubicBezTo>
                  <a:pt x="1" y="3685"/>
                  <a:pt x="103" y="3821"/>
                  <a:pt x="342" y="3855"/>
                </a:cubicBezTo>
                <a:cubicBezTo>
                  <a:pt x="478" y="3753"/>
                  <a:pt x="615" y="3650"/>
                  <a:pt x="751" y="3548"/>
                </a:cubicBezTo>
                <a:cubicBezTo>
                  <a:pt x="1809" y="2559"/>
                  <a:pt x="2867" y="1569"/>
                  <a:pt x="3891" y="579"/>
                </a:cubicBezTo>
                <a:lnTo>
                  <a:pt x="3993" y="477"/>
                </a:lnTo>
                <a:cubicBezTo>
                  <a:pt x="4130" y="341"/>
                  <a:pt x="4198" y="204"/>
                  <a:pt x="4061" y="68"/>
                </a:cubicBezTo>
                <a:cubicBezTo>
                  <a:pt x="4012" y="18"/>
                  <a:pt x="3959" y="0"/>
                  <a:pt x="390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640" bIns="35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1" name="Google Shape;2651;p14"/>
          <p:cNvSpPr/>
          <p:nvPr/>
        </p:nvSpPr>
        <p:spPr>
          <a:xfrm>
            <a:off x="837720" y="3918600"/>
            <a:ext cx="48600" cy="84600"/>
          </a:xfrm>
          <a:custGeom>
            <a:avLst/>
            <a:gdLst>
              <a:gd name="textAreaLeft" fmla="*/ 0 w 48600"/>
              <a:gd name="textAreaRight" fmla="*/ 48960 w 48600"/>
              <a:gd name="textAreaTop" fmla="*/ 0 h 84600"/>
              <a:gd name="textAreaBottom" fmla="*/ 84960 h 84600"/>
            </a:gdLst>
            <a:ahLst/>
            <a:cxnLst/>
            <a:rect l="textAreaLeft" t="textAreaTop" r="textAreaRight" b="textAreaBottom"/>
            <a:pathLst>
              <a:path w="2629" h="4552">
                <a:moveTo>
                  <a:pt x="2444" y="0"/>
                </a:moveTo>
                <a:cubicBezTo>
                  <a:pt x="2369" y="0"/>
                  <a:pt x="2294" y="32"/>
                  <a:pt x="2219" y="82"/>
                </a:cubicBezTo>
                <a:cubicBezTo>
                  <a:pt x="2116" y="184"/>
                  <a:pt x="2048" y="287"/>
                  <a:pt x="2014" y="423"/>
                </a:cubicBezTo>
                <a:lnTo>
                  <a:pt x="308" y="3767"/>
                </a:lnTo>
                <a:cubicBezTo>
                  <a:pt x="206" y="3904"/>
                  <a:pt x="137" y="4040"/>
                  <a:pt x="69" y="4211"/>
                </a:cubicBezTo>
                <a:cubicBezTo>
                  <a:pt x="1" y="4381"/>
                  <a:pt x="103" y="4552"/>
                  <a:pt x="376" y="4552"/>
                </a:cubicBezTo>
                <a:cubicBezTo>
                  <a:pt x="444" y="4484"/>
                  <a:pt x="513" y="4450"/>
                  <a:pt x="581" y="4381"/>
                </a:cubicBezTo>
                <a:cubicBezTo>
                  <a:pt x="649" y="4313"/>
                  <a:pt x="717" y="4211"/>
                  <a:pt x="751" y="4108"/>
                </a:cubicBezTo>
                <a:lnTo>
                  <a:pt x="2526" y="525"/>
                </a:lnTo>
                <a:cubicBezTo>
                  <a:pt x="2594" y="457"/>
                  <a:pt x="2628" y="355"/>
                  <a:pt x="2628" y="287"/>
                </a:cubicBezTo>
                <a:cubicBezTo>
                  <a:pt x="2628" y="184"/>
                  <a:pt x="2594" y="82"/>
                  <a:pt x="2526" y="14"/>
                </a:cubicBezTo>
                <a:cubicBezTo>
                  <a:pt x="2498" y="4"/>
                  <a:pt x="2471" y="0"/>
                  <a:pt x="24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480" bIns="42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2" name="Google Shape;2652;p14"/>
          <p:cNvSpPr/>
          <p:nvPr/>
        </p:nvSpPr>
        <p:spPr>
          <a:xfrm>
            <a:off x="805680" y="3820680"/>
            <a:ext cx="51840" cy="82440"/>
          </a:xfrm>
          <a:custGeom>
            <a:avLst/>
            <a:gdLst>
              <a:gd name="textAreaLeft" fmla="*/ 0 w 51840"/>
              <a:gd name="textAreaRight" fmla="*/ 52200 w 51840"/>
              <a:gd name="textAreaTop" fmla="*/ 0 h 82440"/>
              <a:gd name="textAreaBottom" fmla="*/ 82800 h 82440"/>
            </a:gdLst>
            <a:ahLst/>
            <a:cxnLst/>
            <a:rect l="textAreaLeft" t="textAreaTop" r="textAreaRight" b="textAreaBottom"/>
            <a:pathLst>
              <a:path w="2799" h="4438">
                <a:moveTo>
                  <a:pt x="2563" y="1"/>
                </a:moveTo>
                <a:cubicBezTo>
                  <a:pt x="2529" y="1"/>
                  <a:pt x="2493" y="7"/>
                  <a:pt x="2457" y="22"/>
                </a:cubicBezTo>
                <a:cubicBezTo>
                  <a:pt x="2355" y="90"/>
                  <a:pt x="2253" y="158"/>
                  <a:pt x="2185" y="295"/>
                </a:cubicBezTo>
                <a:cubicBezTo>
                  <a:pt x="1366" y="1421"/>
                  <a:pt x="683" y="2649"/>
                  <a:pt x="69" y="3912"/>
                </a:cubicBezTo>
                <a:cubicBezTo>
                  <a:pt x="35" y="3980"/>
                  <a:pt x="1" y="4082"/>
                  <a:pt x="1" y="4185"/>
                </a:cubicBezTo>
                <a:cubicBezTo>
                  <a:pt x="1" y="4287"/>
                  <a:pt x="35" y="4355"/>
                  <a:pt x="137" y="4423"/>
                </a:cubicBezTo>
                <a:cubicBezTo>
                  <a:pt x="167" y="4433"/>
                  <a:pt x="197" y="4438"/>
                  <a:pt x="226" y="4438"/>
                </a:cubicBezTo>
                <a:cubicBezTo>
                  <a:pt x="297" y="4438"/>
                  <a:pt x="362" y="4413"/>
                  <a:pt x="410" y="4389"/>
                </a:cubicBezTo>
                <a:cubicBezTo>
                  <a:pt x="512" y="4287"/>
                  <a:pt x="581" y="4185"/>
                  <a:pt x="615" y="4082"/>
                </a:cubicBezTo>
                <a:cubicBezTo>
                  <a:pt x="1195" y="2820"/>
                  <a:pt x="1877" y="1625"/>
                  <a:pt x="2662" y="499"/>
                </a:cubicBezTo>
                <a:cubicBezTo>
                  <a:pt x="2696" y="431"/>
                  <a:pt x="2765" y="329"/>
                  <a:pt x="2799" y="260"/>
                </a:cubicBezTo>
                <a:cubicBezTo>
                  <a:pt x="2799" y="98"/>
                  <a:pt x="2692" y="1"/>
                  <a:pt x="256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400" bIns="41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3" name="Google Shape;2653;p14"/>
          <p:cNvSpPr/>
          <p:nvPr/>
        </p:nvSpPr>
        <p:spPr>
          <a:xfrm>
            <a:off x="906840" y="4343400"/>
            <a:ext cx="56160" cy="72720"/>
          </a:xfrm>
          <a:custGeom>
            <a:avLst/>
            <a:gdLst>
              <a:gd name="textAreaLeft" fmla="*/ 0 w 56160"/>
              <a:gd name="textAreaRight" fmla="*/ 56520 w 56160"/>
              <a:gd name="textAreaTop" fmla="*/ 0 h 72720"/>
              <a:gd name="textAreaBottom" fmla="*/ 73080 h 72720"/>
            </a:gdLst>
            <a:ahLst/>
            <a:cxnLst/>
            <a:rect l="textAreaLeft" t="textAreaTop" r="textAreaRight" b="textAreaBottom"/>
            <a:pathLst>
              <a:path w="3038" h="3923">
                <a:moveTo>
                  <a:pt x="2756" y="0"/>
                </a:moveTo>
                <a:cubicBezTo>
                  <a:pt x="2669" y="0"/>
                  <a:pt x="2584" y="84"/>
                  <a:pt x="2525" y="143"/>
                </a:cubicBezTo>
                <a:cubicBezTo>
                  <a:pt x="2389" y="280"/>
                  <a:pt x="2321" y="450"/>
                  <a:pt x="2184" y="621"/>
                </a:cubicBezTo>
                <a:lnTo>
                  <a:pt x="103" y="3419"/>
                </a:lnTo>
                <a:cubicBezTo>
                  <a:pt x="68" y="3453"/>
                  <a:pt x="0" y="3521"/>
                  <a:pt x="0" y="3556"/>
                </a:cubicBezTo>
                <a:cubicBezTo>
                  <a:pt x="0" y="3658"/>
                  <a:pt x="0" y="3829"/>
                  <a:pt x="34" y="3897"/>
                </a:cubicBezTo>
                <a:cubicBezTo>
                  <a:pt x="86" y="3914"/>
                  <a:pt x="145" y="3922"/>
                  <a:pt x="205" y="3922"/>
                </a:cubicBezTo>
                <a:cubicBezTo>
                  <a:pt x="265" y="3922"/>
                  <a:pt x="324" y="3914"/>
                  <a:pt x="376" y="3897"/>
                </a:cubicBezTo>
                <a:cubicBezTo>
                  <a:pt x="512" y="3794"/>
                  <a:pt x="614" y="3692"/>
                  <a:pt x="717" y="3556"/>
                </a:cubicBezTo>
                <a:cubicBezTo>
                  <a:pt x="1433" y="2566"/>
                  <a:pt x="2116" y="1576"/>
                  <a:pt x="2832" y="621"/>
                </a:cubicBezTo>
                <a:cubicBezTo>
                  <a:pt x="2901" y="485"/>
                  <a:pt x="2969" y="382"/>
                  <a:pt x="3037" y="246"/>
                </a:cubicBezTo>
                <a:cubicBezTo>
                  <a:pt x="2969" y="177"/>
                  <a:pt x="2901" y="41"/>
                  <a:pt x="2798" y="7"/>
                </a:cubicBezTo>
                <a:cubicBezTo>
                  <a:pt x="2784" y="2"/>
                  <a:pt x="2770" y="0"/>
                  <a:pt x="275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4" name="Google Shape;2654;p14"/>
          <p:cNvSpPr/>
          <p:nvPr/>
        </p:nvSpPr>
        <p:spPr>
          <a:xfrm>
            <a:off x="2050920" y="4320720"/>
            <a:ext cx="62640" cy="67320"/>
          </a:xfrm>
          <a:custGeom>
            <a:avLst/>
            <a:gdLst>
              <a:gd name="textAreaLeft" fmla="*/ 0 w 62640"/>
              <a:gd name="textAreaRight" fmla="*/ 63000 w 62640"/>
              <a:gd name="textAreaTop" fmla="*/ 0 h 67320"/>
              <a:gd name="textAreaBottom" fmla="*/ 67680 h 67320"/>
            </a:gdLst>
            <a:ahLst/>
            <a:cxnLst/>
            <a:rect l="textAreaLeft" t="textAreaTop" r="textAreaRight" b="textAreaBottom"/>
            <a:pathLst>
              <a:path w="3379" h="3637">
                <a:moveTo>
                  <a:pt x="3134" y="0"/>
                </a:moveTo>
                <a:cubicBezTo>
                  <a:pt x="3080" y="0"/>
                  <a:pt x="3023" y="20"/>
                  <a:pt x="2969" y="63"/>
                </a:cubicBezTo>
                <a:cubicBezTo>
                  <a:pt x="2867" y="131"/>
                  <a:pt x="2765" y="267"/>
                  <a:pt x="2662" y="370"/>
                </a:cubicBezTo>
                <a:cubicBezTo>
                  <a:pt x="1741" y="1257"/>
                  <a:pt x="1093" y="2383"/>
                  <a:pt x="103" y="3202"/>
                </a:cubicBezTo>
                <a:cubicBezTo>
                  <a:pt x="35" y="3304"/>
                  <a:pt x="1" y="3407"/>
                  <a:pt x="35" y="3509"/>
                </a:cubicBezTo>
                <a:cubicBezTo>
                  <a:pt x="76" y="3592"/>
                  <a:pt x="155" y="3637"/>
                  <a:pt x="241" y="3637"/>
                </a:cubicBezTo>
                <a:cubicBezTo>
                  <a:pt x="297" y="3637"/>
                  <a:pt x="356" y="3618"/>
                  <a:pt x="410" y="3577"/>
                </a:cubicBezTo>
                <a:cubicBezTo>
                  <a:pt x="649" y="3441"/>
                  <a:pt x="854" y="3270"/>
                  <a:pt x="1058" y="3065"/>
                </a:cubicBezTo>
                <a:cubicBezTo>
                  <a:pt x="1775" y="2212"/>
                  <a:pt x="2492" y="1359"/>
                  <a:pt x="3242" y="472"/>
                </a:cubicBezTo>
                <a:cubicBezTo>
                  <a:pt x="3276" y="404"/>
                  <a:pt x="3311" y="336"/>
                  <a:pt x="3379" y="233"/>
                </a:cubicBezTo>
                <a:cubicBezTo>
                  <a:pt x="3355" y="93"/>
                  <a:pt x="3252" y="0"/>
                  <a:pt x="313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840" bIns="33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5" name="Google Shape;2655;p14"/>
          <p:cNvSpPr/>
          <p:nvPr/>
        </p:nvSpPr>
        <p:spPr>
          <a:xfrm>
            <a:off x="675000" y="4177800"/>
            <a:ext cx="56880" cy="72000"/>
          </a:xfrm>
          <a:custGeom>
            <a:avLst/>
            <a:gdLst>
              <a:gd name="textAreaLeft" fmla="*/ 0 w 56880"/>
              <a:gd name="textAreaRight" fmla="*/ 57240 w 56880"/>
              <a:gd name="textAreaTop" fmla="*/ 0 h 72000"/>
              <a:gd name="textAreaBottom" fmla="*/ 72360 h 72000"/>
            </a:gdLst>
            <a:ahLst/>
            <a:cxnLst/>
            <a:rect l="textAreaLeft" t="textAreaTop" r="textAreaRight" b="textAreaBottom"/>
            <a:pathLst>
              <a:path w="3072" h="3889">
                <a:moveTo>
                  <a:pt x="2866" y="1"/>
                </a:moveTo>
                <a:cubicBezTo>
                  <a:pt x="2834" y="1"/>
                  <a:pt x="2800" y="8"/>
                  <a:pt x="2764" y="22"/>
                </a:cubicBezTo>
                <a:cubicBezTo>
                  <a:pt x="2662" y="56"/>
                  <a:pt x="2560" y="124"/>
                  <a:pt x="2525" y="227"/>
                </a:cubicBezTo>
                <a:cubicBezTo>
                  <a:pt x="1741" y="1250"/>
                  <a:pt x="956" y="2274"/>
                  <a:pt x="205" y="3298"/>
                </a:cubicBezTo>
                <a:cubicBezTo>
                  <a:pt x="0" y="3605"/>
                  <a:pt x="0" y="3775"/>
                  <a:pt x="171" y="3844"/>
                </a:cubicBezTo>
                <a:cubicBezTo>
                  <a:pt x="226" y="3875"/>
                  <a:pt x="275" y="3888"/>
                  <a:pt x="320" y="3888"/>
                </a:cubicBezTo>
                <a:cubicBezTo>
                  <a:pt x="470" y="3888"/>
                  <a:pt x="570" y="3736"/>
                  <a:pt x="649" y="3605"/>
                </a:cubicBezTo>
                <a:cubicBezTo>
                  <a:pt x="1433" y="2581"/>
                  <a:pt x="2184" y="1557"/>
                  <a:pt x="2969" y="500"/>
                </a:cubicBezTo>
                <a:cubicBezTo>
                  <a:pt x="3003" y="431"/>
                  <a:pt x="3037" y="363"/>
                  <a:pt x="3071" y="261"/>
                </a:cubicBezTo>
                <a:cubicBezTo>
                  <a:pt x="3071" y="99"/>
                  <a:pt x="2986" y="1"/>
                  <a:pt x="286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0" bIns="36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6" name="Google Shape;2656;p14"/>
          <p:cNvSpPr/>
          <p:nvPr/>
        </p:nvSpPr>
        <p:spPr>
          <a:xfrm>
            <a:off x="2343960" y="4249800"/>
            <a:ext cx="63000" cy="67320"/>
          </a:xfrm>
          <a:custGeom>
            <a:avLst/>
            <a:gdLst>
              <a:gd name="textAreaLeft" fmla="*/ 0 w 63000"/>
              <a:gd name="textAreaRight" fmla="*/ 63360 w 63000"/>
              <a:gd name="textAreaTop" fmla="*/ 0 h 67320"/>
              <a:gd name="textAreaBottom" fmla="*/ 67680 h 67320"/>
            </a:gdLst>
            <a:ahLst/>
            <a:cxnLst/>
            <a:rect l="textAreaLeft" t="textAreaTop" r="textAreaRight" b="textAreaBottom"/>
            <a:pathLst>
              <a:path w="3407" h="3638">
                <a:moveTo>
                  <a:pt x="3106" y="0"/>
                </a:moveTo>
                <a:cubicBezTo>
                  <a:pt x="2962" y="0"/>
                  <a:pt x="2860" y="127"/>
                  <a:pt x="2758" y="255"/>
                </a:cubicBezTo>
                <a:cubicBezTo>
                  <a:pt x="1905" y="1176"/>
                  <a:pt x="1086" y="2063"/>
                  <a:pt x="267" y="2984"/>
                </a:cubicBezTo>
                <a:cubicBezTo>
                  <a:pt x="165" y="3087"/>
                  <a:pt x="97" y="3223"/>
                  <a:pt x="63" y="3360"/>
                </a:cubicBezTo>
                <a:cubicBezTo>
                  <a:pt x="0" y="3484"/>
                  <a:pt x="108" y="3637"/>
                  <a:pt x="309" y="3637"/>
                </a:cubicBezTo>
                <a:cubicBezTo>
                  <a:pt x="329" y="3637"/>
                  <a:pt x="349" y="3636"/>
                  <a:pt x="370" y="3633"/>
                </a:cubicBezTo>
                <a:cubicBezTo>
                  <a:pt x="438" y="3564"/>
                  <a:pt x="574" y="3462"/>
                  <a:pt x="677" y="3360"/>
                </a:cubicBezTo>
                <a:cubicBezTo>
                  <a:pt x="1496" y="2404"/>
                  <a:pt x="2315" y="1483"/>
                  <a:pt x="3134" y="562"/>
                </a:cubicBezTo>
                <a:cubicBezTo>
                  <a:pt x="3373" y="323"/>
                  <a:pt x="3407" y="152"/>
                  <a:pt x="3270" y="50"/>
                </a:cubicBezTo>
                <a:cubicBezTo>
                  <a:pt x="3209" y="15"/>
                  <a:pt x="3155" y="0"/>
                  <a:pt x="310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840" bIns="33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7" name="Google Shape;2657;p14"/>
          <p:cNvSpPr/>
          <p:nvPr/>
        </p:nvSpPr>
        <p:spPr>
          <a:xfrm>
            <a:off x="2036160" y="4573080"/>
            <a:ext cx="68400" cy="57240"/>
          </a:xfrm>
          <a:custGeom>
            <a:avLst/>
            <a:gdLst>
              <a:gd name="textAreaLeft" fmla="*/ 0 w 68400"/>
              <a:gd name="textAreaRight" fmla="*/ 68760 w 68400"/>
              <a:gd name="textAreaTop" fmla="*/ 0 h 57240"/>
              <a:gd name="textAreaBottom" fmla="*/ 57600 h 57240"/>
            </a:gdLst>
            <a:ahLst/>
            <a:cxnLst/>
            <a:rect l="textAreaLeft" t="textAreaTop" r="textAreaRight" b="textAreaBottom"/>
            <a:pathLst>
              <a:path w="3687" h="3100">
                <a:moveTo>
                  <a:pt x="3400" y="0"/>
                </a:moveTo>
                <a:cubicBezTo>
                  <a:pt x="3371" y="0"/>
                  <a:pt x="3341" y="5"/>
                  <a:pt x="3311" y="15"/>
                </a:cubicBezTo>
                <a:cubicBezTo>
                  <a:pt x="3174" y="49"/>
                  <a:pt x="3004" y="118"/>
                  <a:pt x="2901" y="254"/>
                </a:cubicBezTo>
                <a:cubicBezTo>
                  <a:pt x="2014" y="1005"/>
                  <a:pt x="1127" y="1756"/>
                  <a:pt x="240" y="2540"/>
                </a:cubicBezTo>
                <a:cubicBezTo>
                  <a:pt x="171" y="2609"/>
                  <a:pt x="103" y="2677"/>
                  <a:pt x="69" y="2779"/>
                </a:cubicBezTo>
                <a:cubicBezTo>
                  <a:pt x="1" y="2848"/>
                  <a:pt x="1" y="2950"/>
                  <a:pt x="69" y="3018"/>
                </a:cubicBezTo>
                <a:cubicBezTo>
                  <a:pt x="119" y="3068"/>
                  <a:pt x="206" y="3100"/>
                  <a:pt x="302" y="3100"/>
                </a:cubicBezTo>
                <a:cubicBezTo>
                  <a:pt x="337" y="3100"/>
                  <a:pt x="374" y="3096"/>
                  <a:pt x="410" y="3086"/>
                </a:cubicBezTo>
                <a:cubicBezTo>
                  <a:pt x="547" y="3018"/>
                  <a:pt x="683" y="2916"/>
                  <a:pt x="786" y="2813"/>
                </a:cubicBezTo>
                <a:cubicBezTo>
                  <a:pt x="1536" y="2131"/>
                  <a:pt x="2287" y="1449"/>
                  <a:pt x="3038" y="800"/>
                </a:cubicBezTo>
                <a:cubicBezTo>
                  <a:pt x="3174" y="698"/>
                  <a:pt x="3311" y="630"/>
                  <a:pt x="3447" y="561"/>
                </a:cubicBezTo>
                <a:cubicBezTo>
                  <a:pt x="3550" y="493"/>
                  <a:pt x="3618" y="425"/>
                  <a:pt x="3686" y="391"/>
                </a:cubicBezTo>
                <a:cubicBezTo>
                  <a:pt x="3686" y="158"/>
                  <a:pt x="3563" y="0"/>
                  <a:pt x="34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800" bIns="28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8" name="Google Shape;2658;p14"/>
          <p:cNvSpPr/>
          <p:nvPr/>
        </p:nvSpPr>
        <p:spPr>
          <a:xfrm>
            <a:off x="1900080" y="4419000"/>
            <a:ext cx="64440" cy="61560"/>
          </a:xfrm>
          <a:custGeom>
            <a:avLst/>
            <a:gdLst>
              <a:gd name="textAreaLeft" fmla="*/ 0 w 64440"/>
              <a:gd name="textAreaRight" fmla="*/ 64800 w 64440"/>
              <a:gd name="textAreaTop" fmla="*/ 0 h 61560"/>
              <a:gd name="textAreaBottom" fmla="*/ 61920 h 61560"/>
            </a:gdLst>
            <a:ahLst/>
            <a:cxnLst/>
            <a:rect l="textAreaLeft" t="textAreaTop" r="textAreaRight" b="textAreaBottom"/>
            <a:pathLst>
              <a:path w="3482" h="3317">
                <a:moveTo>
                  <a:pt x="3259" y="0"/>
                </a:moveTo>
                <a:cubicBezTo>
                  <a:pt x="3218" y="0"/>
                  <a:pt x="3176" y="13"/>
                  <a:pt x="3140" y="41"/>
                </a:cubicBezTo>
                <a:cubicBezTo>
                  <a:pt x="2935" y="143"/>
                  <a:pt x="2764" y="314"/>
                  <a:pt x="2628" y="450"/>
                </a:cubicBezTo>
                <a:cubicBezTo>
                  <a:pt x="1809" y="1235"/>
                  <a:pt x="1127" y="2190"/>
                  <a:pt x="137" y="2839"/>
                </a:cubicBezTo>
                <a:cubicBezTo>
                  <a:pt x="103" y="2873"/>
                  <a:pt x="35" y="2907"/>
                  <a:pt x="35" y="2941"/>
                </a:cubicBezTo>
                <a:cubicBezTo>
                  <a:pt x="35" y="2975"/>
                  <a:pt x="1" y="3146"/>
                  <a:pt x="35" y="3180"/>
                </a:cubicBezTo>
                <a:cubicBezTo>
                  <a:pt x="103" y="3248"/>
                  <a:pt x="171" y="3282"/>
                  <a:pt x="273" y="3316"/>
                </a:cubicBezTo>
                <a:cubicBezTo>
                  <a:pt x="376" y="3282"/>
                  <a:pt x="478" y="3248"/>
                  <a:pt x="581" y="3180"/>
                </a:cubicBezTo>
                <a:cubicBezTo>
                  <a:pt x="854" y="2975"/>
                  <a:pt x="1092" y="2770"/>
                  <a:pt x="1331" y="2566"/>
                </a:cubicBezTo>
                <a:cubicBezTo>
                  <a:pt x="2014" y="1883"/>
                  <a:pt x="2662" y="1167"/>
                  <a:pt x="3345" y="484"/>
                </a:cubicBezTo>
                <a:cubicBezTo>
                  <a:pt x="3379" y="416"/>
                  <a:pt x="3447" y="314"/>
                  <a:pt x="3481" y="245"/>
                </a:cubicBezTo>
                <a:cubicBezTo>
                  <a:pt x="3481" y="95"/>
                  <a:pt x="3371" y="0"/>
                  <a:pt x="325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79" name="Google Shape;2659;p14"/>
          <p:cNvSpPr/>
          <p:nvPr/>
        </p:nvSpPr>
        <p:spPr>
          <a:xfrm>
            <a:off x="799920" y="4132440"/>
            <a:ext cx="48600" cy="73080"/>
          </a:xfrm>
          <a:custGeom>
            <a:avLst/>
            <a:gdLst>
              <a:gd name="textAreaLeft" fmla="*/ 0 w 48600"/>
              <a:gd name="textAreaRight" fmla="*/ 48960 w 48600"/>
              <a:gd name="textAreaTop" fmla="*/ 0 h 73080"/>
              <a:gd name="textAreaBottom" fmla="*/ 73440 h 73080"/>
            </a:gdLst>
            <a:ahLst/>
            <a:cxnLst/>
            <a:rect l="textAreaLeft" t="textAreaTop" r="textAreaRight" b="textAreaBottom"/>
            <a:pathLst>
              <a:path w="2628" h="3947">
                <a:moveTo>
                  <a:pt x="2341" y="0"/>
                </a:moveTo>
                <a:cubicBezTo>
                  <a:pt x="2221" y="0"/>
                  <a:pt x="2162" y="86"/>
                  <a:pt x="2082" y="193"/>
                </a:cubicBezTo>
                <a:cubicBezTo>
                  <a:pt x="1434" y="1216"/>
                  <a:pt x="785" y="2274"/>
                  <a:pt x="103" y="3332"/>
                </a:cubicBezTo>
                <a:cubicBezTo>
                  <a:pt x="69" y="3400"/>
                  <a:pt x="1" y="3503"/>
                  <a:pt x="35" y="3571"/>
                </a:cubicBezTo>
                <a:cubicBezTo>
                  <a:pt x="69" y="3707"/>
                  <a:pt x="137" y="3810"/>
                  <a:pt x="239" y="3946"/>
                </a:cubicBezTo>
                <a:cubicBezTo>
                  <a:pt x="376" y="3810"/>
                  <a:pt x="512" y="3673"/>
                  <a:pt x="649" y="3537"/>
                </a:cubicBezTo>
                <a:cubicBezTo>
                  <a:pt x="1229" y="2581"/>
                  <a:pt x="1809" y="1592"/>
                  <a:pt x="2423" y="636"/>
                </a:cubicBezTo>
                <a:cubicBezTo>
                  <a:pt x="2457" y="568"/>
                  <a:pt x="2492" y="500"/>
                  <a:pt x="2560" y="397"/>
                </a:cubicBezTo>
                <a:cubicBezTo>
                  <a:pt x="2628" y="261"/>
                  <a:pt x="2628" y="90"/>
                  <a:pt x="2457" y="22"/>
                </a:cubicBezTo>
                <a:cubicBezTo>
                  <a:pt x="2413" y="7"/>
                  <a:pt x="2374" y="0"/>
                  <a:pt x="23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720" bIns="36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0" name="Google Shape;2660;p14"/>
          <p:cNvSpPr/>
          <p:nvPr/>
        </p:nvSpPr>
        <p:spPr>
          <a:xfrm>
            <a:off x="2138400" y="4406760"/>
            <a:ext cx="63720" cy="59400"/>
          </a:xfrm>
          <a:custGeom>
            <a:avLst/>
            <a:gdLst>
              <a:gd name="textAreaLeft" fmla="*/ 0 w 63720"/>
              <a:gd name="textAreaRight" fmla="*/ 64080 w 63720"/>
              <a:gd name="textAreaTop" fmla="*/ 0 h 59400"/>
              <a:gd name="textAreaBottom" fmla="*/ 59760 h 59400"/>
            </a:gdLst>
            <a:ahLst/>
            <a:cxnLst/>
            <a:rect l="textAreaLeft" t="textAreaTop" r="textAreaRight" b="textAreaBottom"/>
            <a:pathLst>
              <a:path w="3448" h="3203">
                <a:moveTo>
                  <a:pt x="3237" y="0"/>
                </a:moveTo>
                <a:cubicBezTo>
                  <a:pt x="3227" y="0"/>
                  <a:pt x="3218" y="2"/>
                  <a:pt x="3208" y="7"/>
                </a:cubicBezTo>
                <a:cubicBezTo>
                  <a:pt x="3072" y="7"/>
                  <a:pt x="2969" y="41"/>
                  <a:pt x="2867" y="109"/>
                </a:cubicBezTo>
                <a:cubicBezTo>
                  <a:pt x="2014" y="928"/>
                  <a:pt x="1161" y="1747"/>
                  <a:pt x="274" y="2600"/>
                </a:cubicBezTo>
                <a:cubicBezTo>
                  <a:pt x="171" y="2669"/>
                  <a:pt x="103" y="2771"/>
                  <a:pt x="35" y="2873"/>
                </a:cubicBezTo>
                <a:cubicBezTo>
                  <a:pt x="1" y="2976"/>
                  <a:pt x="35" y="3078"/>
                  <a:pt x="103" y="3146"/>
                </a:cubicBezTo>
                <a:cubicBezTo>
                  <a:pt x="143" y="3186"/>
                  <a:pt x="195" y="3203"/>
                  <a:pt x="251" y="3203"/>
                </a:cubicBezTo>
                <a:cubicBezTo>
                  <a:pt x="291" y="3203"/>
                  <a:pt x="334" y="3195"/>
                  <a:pt x="376" y="3181"/>
                </a:cubicBezTo>
                <a:cubicBezTo>
                  <a:pt x="478" y="3146"/>
                  <a:pt x="581" y="3078"/>
                  <a:pt x="649" y="2976"/>
                </a:cubicBezTo>
                <a:cubicBezTo>
                  <a:pt x="1058" y="2566"/>
                  <a:pt x="1536" y="2157"/>
                  <a:pt x="1980" y="1747"/>
                </a:cubicBezTo>
                <a:cubicBezTo>
                  <a:pt x="2389" y="1304"/>
                  <a:pt x="2765" y="963"/>
                  <a:pt x="3140" y="553"/>
                </a:cubicBezTo>
                <a:cubicBezTo>
                  <a:pt x="3242" y="417"/>
                  <a:pt x="3345" y="280"/>
                  <a:pt x="3447" y="109"/>
                </a:cubicBezTo>
                <a:cubicBezTo>
                  <a:pt x="3359" y="80"/>
                  <a:pt x="3296" y="0"/>
                  <a:pt x="323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880" bIns="29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1" name="Google Shape;2661;p14"/>
          <p:cNvSpPr/>
          <p:nvPr/>
        </p:nvSpPr>
        <p:spPr>
          <a:xfrm>
            <a:off x="1961640" y="4407120"/>
            <a:ext cx="61920" cy="61560"/>
          </a:xfrm>
          <a:custGeom>
            <a:avLst/>
            <a:gdLst>
              <a:gd name="textAreaLeft" fmla="*/ 0 w 61920"/>
              <a:gd name="textAreaRight" fmla="*/ 62280 w 61920"/>
              <a:gd name="textAreaTop" fmla="*/ 0 h 61560"/>
              <a:gd name="textAreaBottom" fmla="*/ 61920 h 61560"/>
            </a:gdLst>
            <a:ahLst/>
            <a:cxnLst/>
            <a:rect l="textAreaLeft" t="textAreaTop" r="textAreaRight" b="textAreaBottom"/>
            <a:pathLst>
              <a:path w="3345" h="3325">
                <a:moveTo>
                  <a:pt x="3155" y="0"/>
                </a:moveTo>
                <a:cubicBezTo>
                  <a:pt x="3097" y="0"/>
                  <a:pt x="3007" y="24"/>
                  <a:pt x="2935" y="48"/>
                </a:cubicBezTo>
                <a:cubicBezTo>
                  <a:pt x="2833" y="82"/>
                  <a:pt x="2833" y="151"/>
                  <a:pt x="2799" y="185"/>
                </a:cubicBezTo>
                <a:lnTo>
                  <a:pt x="308" y="2744"/>
                </a:lnTo>
                <a:cubicBezTo>
                  <a:pt x="205" y="2812"/>
                  <a:pt x="137" y="2915"/>
                  <a:pt x="69" y="2983"/>
                </a:cubicBezTo>
                <a:cubicBezTo>
                  <a:pt x="0" y="3154"/>
                  <a:pt x="103" y="3290"/>
                  <a:pt x="376" y="3324"/>
                </a:cubicBezTo>
                <a:cubicBezTo>
                  <a:pt x="512" y="3256"/>
                  <a:pt x="615" y="3188"/>
                  <a:pt x="751" y="3085"/>
                </a:cubicBezTo>
                <a:cubicBezTo>
                  <a:pt x="1570" y="2232"/>
                  <a:pt x="2355" y="1413"/>
                  <a:pt x="3140" y="560"/>
                </a:cubicBezTo>
                <a:cubicBezTo>
                  <a:pt x="3242" y="492"/>
                  <a:pt x="3276" y="390"/>
                  <a:pt x="3310" y="287"/>
                </a:cubicBezTo>
                <a:cubicBezTo>
                  <a:pt x="3344" y="185"/>
                  <a:pt x="3310" y="82"/>
                  <a:pt x="3208" y="14"/>
                </a:cubicBezTo>
                <a:cubicBezTo>
                  <a:pt x="3198" y="4"/>
                  <a:pt x="3179" y="0"/>
                  <a:pt x="315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2" name="Google Shape;2662;p14"/>
          <p:cNvSpPr/>
          <p:nvPr/>
        </p:nvSpPr>
        <p:spPr>
          <a:xfrm>
            <a:off x="2297880" y="4205520"/>
            <a:ext cx="56880" cy="61560"/>
          </a:xfrm>
          <a:custGeom>
            <a:avLst/>
            <a:gdLst>
              <a:gd name="textAreaLeft" fmla="*/ 0 w 56880"/>
              <a:gd name="textAreaRight" fmla="*/ 57240 w 56880"/>
              <a:gd name="textAreaTop" fmla="*/ 0 h 61560"/>
              <a:gd name="textAreaBottom" fmla="*/ 61920 h 61560"/>
            </a:gdLst>
            <a:ahLst/>
            <a:cxnLst/>
            <a:rect l="textAreaLeft" t="textAreaTop" r="textAreaRight" b="textAreaBottom"/>
            <a:pathLst>
              <a:path w="3072" h="3323">
                <a:moveTo>
                  <a:pt x="2822" y="0"/>
                </a:moveTo>
                <a:cubicBezTo>
                  <a:pt x="2790" y="0"/>
                  <a:pt x="2759" y="7"/>
                  <a:pt x="2730" y="21"/>
                </a:cubicBezTo>
                <a:cubicBezTo>
                  <a:pt x="2594" y="89"/>
                  <a:pt x="2457" y="192"/>
                  <a:pt x="2355" y="294"/>
                </a:cubicBezTo>
                <a:cubicBezTo>
                  <a:pt x="1502" y="1079"/>
                  <a:pt x="751" y="1932"/>
                  <a:pt x="69" y="2853"/>
                </a:cubicBezTo>
                <a:cubicBezTo>
                  <a:pt x="35" y="2888"/>
                  <a:pt x="1" y="2956"/>
                  <a:pt x="1" y="2990"/>
                </a:cubicBezTo>
                <a:cubicBezTo>
                  <a:pt x="1" y="3092"/>
                  <a:pt x="1" y="3229"/>
                  <a:pt x="35" y="3297"/>
                </a:cubicBezTo>
                <a:cubicBezTo>
                  <a:pt x="86" y="3314"/>
                  <a:pt x="146" y="3323"/>
                  <a:pt x="205" y="3323"/>
                </a:cubicBezTo>
                <a:cubicBezTo>
                  <a:pt x="265" y="3323"/>
                  <a:pt x="325" y="3314"/>
                  <a:pt x="376" y="3297"/>
                </a:cubicBezTo>
                <a:cubicBezTo>
                  <a:pt x="478" y="3195"/>
                  <a:pt x="615" y="3092"/>
                  <a:pt x="683" y="2956"/>
                </a:cubicBezTo>
                <a:cubicBezTo>
                  <a:pt x="1365" y="2034"/>
                  <a:pt x="2116" y="1216"/>
                  <a:pt x="2935" y="431"/>
                </a:cubicBezTo>
                <a:cubicBezTo>
                  <a:pt x="3003" y="397"/>
                  <a:pt x="3037" y="328"/>
                  <a:pt x="3072" y="260"/>
                </a:cubicBezTo>
                <a:cubicBezTo>
                  <a:pt x="3072" y="98"/>
                  <a:pt x="2943" y="0"/>
                  <a:pt x="282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3" name="Google Shape;2663;p14"/>
          <p:cNvSpPr/>
          <p:nvPr/>
        </p:nvSpPr>
        <p:spPr>
          <a:xfrm>
            <a:off x="740880" y="3926520"/>
            <a:ext cx="47160" cy="69120"/>
          </a:xfrm>
          <a:custGeom>
            <a:avLst/>
            <a:gdLst>
              <a:gd name="textAreaLeft" fmla="*/ 0 w 47160"/>
              <a:gd name="textAreaRight" fmla="*/ 47520 w 47160"/>
              <a:gd name="textAreaTop" fmla="*/ 0 h 69120"/>
              <a:gd name="textAreaBottom" fmla="*/ 69480 h 69120"/>
            </a:gdLst>
            <a:ahLst/>
            <a:cxnLst/>
            <a:rect l="textAreaLeft" t="textAreaTop" r="textAreaRight" b="textAreaBottom"/>
            <a:pathLst>
              <a:path w="2560" h="3729">
                <a:moveTo>
                  <a:pt x="2286" y="1"/>
                </a:moveTo>
                <a:cubicBezTo>
                  <a:pt x="2244" y="1"/>
                  <a:pt x="2201" y="9"/>
                  <a:pt x="2150" y="26"/>
                </a:cubicBezTo>
                <a:cubicBezTo>
                  <a:pt x="2082" y="94"/>
                  <a:pt x="2013" y="163"/>
                  <a:pt x="1945" y="265"/>
                </a:cubicBezTo>
                <a:cubicBezTo>
                  <a:pt x="1740" y="606"/>
                  <a:pt x="1536" y="947"/>
                  <a:pt x="1331" y="1289"/>
                </a:cubicBezTo>
                <a:cubicBezTo>
                  <a:pt x="921" y="1971"/>
                  <a:pt x="512" y="2654"/>
                  <a:pt x="102" y="3336"/>
                </a:cubicBezTo>
                <a:cubicBezTo>
                  <a:pt x="34" y="3473"/>
                  <a:pt x="0" y="3609"/>
                  <a:pt x="137" y="3677"/>
                </a:cubicBezTo>
                <a:cubicBezTo>
                  <a:pt x="188" y="3711"/>
                  <a:pt x="247" y="3729"/>
                  <a:pt x="307" y="3729"/>
                </a:cubicBezTo>
                <a:cubicBezTo>
                  <a:pt x="367" y="3729"/>
                  <a:pt x="427" y="3711"/>
                  <a:pt x="478" y="3677"/>
                </a:cubicBezTo>
                <a:cubicBezTo>
                  <a:pt x="648" y="3507"/>
                  <a:pt x="819" y="3336"/>
                  <a:pt x="956" y="3131"/>
                </a:cubicBezTo>
                <a:cubicBezTo>
                  <a:pt x="1467" y="2278"/>
                  <a:pt x="1945" y="1357"/>
                  <a:pt x="2423" y="504"/>
                </a:cubicBezTo>
                <a:cubicBezTo>
                  <a:pt x="2491" y="402"/>
                  <a:pt x="2525" y="299"/>
                  <a:pt x="2559" y="197"/>
                </a:cubicBezTo>
                <a:cubicBezTo>
                  <a:pt x="2525" y="129"/>
                  <a:pt x="2491" y="26"/>
                  <a:pt x="2423" y="26"/>
                </a:cubicBezTo>
                <a:cubicBezTo>
                  <a:pt x="2372" y="9"/>
                  <a:pt x="2329" y="1"/>
                  <a:pt x="22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560" bIns="34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4" name="Google Shape;2664;p14"/>
          <p:cNvSpPr/>
          <p:nvPr/>
        </p:nvSpPr>
        <p:spPr>
          <a:xfrm>
            <a:off x="824760" y="4176720"/>
            <a:ext cx="51840" cy="66960"/>
          </a:xfrm>
          <a:custGeom>
            <a:avLst/>
            <a:gdLst>
              <a:gd name="textAreaLeft" fmla="*/ 0 w 51840"/>
              <a:gd name="textAreaRight" fmla="*/ 52200 w 51840"/>
              <a:gd name="textAreaTop" fmla="*/ 0 h 66960"/>
              <a:gd name="textAreaBottom" fmla="*/ 67320 h 66960"/>
            </a:gdLst>
            <a:ahLst/>
            <a:cxnLst/>
            <a:rect l="textAreaLeft" t="textAreaTop" r="textAreaRight" b="textAreaBottom"/>
            <a:pathLst>
              <a:path w="2799" h="3620">
                <a:moveTo>
                  <a:pt x="2461" y="1"/>
                </a:moveTo>
                <a:cubicBezTo>
                  <a:pt x="2339" y="1"/>
                  <a:pt x="2262" y="104"/>
                  <a:pt x="2184" y="207"/>
                </a:cubicBezTo>
                <a:cubicBezTo>
                  <a:pt x="2014" y="446"/>
                  <a:pt x="1877" y="719"/>
                  <a:pt x="1672" y="958"/>
                </a:cubicBezTo>
                <a:cubicBezTo>
                  <a:pt x="1126" y="1675"/>
                  <a:pt x="751" y="2528"/>
                  <a:pt x="69" y="3176"/>
                </a:cubicBezTo>
                <a:cubicBezTo>
                  <a:pt x="34" y="3244"/>
                  <a:pt x="0" y="3381"/>
                  <a:pt x="34" y="3449"/>
                </a:cubicBezTo>
                <a:cubicBezTo>
                  <a:pt x="69" y="3517"/>
                  <a:pt x="171" y="3551"/>
                  <a:pt x="273" y="3620"/>
                </a:cubicBezTo>
                <a:cubicBezTo>
                  <a:pt x="376" y="3551"/>
                  <a:pt x="478" y="3517"/>
                  <a:pt x="546" y="3449"/>
                </a:cubicBezTo>
                <a:cubicBezTo>
                  <a:pt x="717" y="3278"/>
                  <a:pt x="888" y="3108"/>
                  <a:pt x="1024" y="2937"/>
                </a:cubicBezTo>
                <a:cubicBezTo>
                  <a:pt x="1570" y="2152"/>
                  <a:pt x="2082" y="1367"/>
                  <a:pt x="2594" y="549"/>
                </a:cubicBezTo>
                <a:cubicBezTo>
                  <a:pt x="2628" y="514"/>
                  <a:pt x="2628" y="480"/>
                  <a:pt x="2662" y="446"/>
                </a:cubicBezTo>
                <a:cubicBezTo>
                  <a:pt x="2730" y="276"/>
                  <a:pt x="2798" y="105"/>
                  <a:pt x="2594" y="37"/>
                </a:cubicBezTo>
                <a:cubicBezTo>
                  <a:pt x="2544" y="12"/>
                  <a:pt x="2500" y="1"/>
                  <a:pt x="24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5" name="Google Shape;2665;p14"/>
          <p:cNvSpPr/>
          <p:nvPr/>
        </p:nvSpPr>
        <p:spPr>
          <a:xfrm>
            <a:off x="951840" y="4404960"/>
            <a:ext cx="64440" cy="54360"/>
          </a:xfrm>
          <a:custGeom>
            <a:avLst/>
            <a:gdLst>
              <a:gd name="textAreaLeft" fmla="*/ 0 w 64440"/>
              <a:gd name="textAreaRight" fmla="*/ 64800 w 64440"/>
              <a:gd name="textAreaTop" fmla="*/ 0 h 54360"/>
              <a:gd name="textAreaBottom" fmla="*/ 54720 h 54360"/>
            </a:gdLst>
            <a:ahLst/>
            <a:cxnLst/>
            <a:rect l="textAreaLeft" t="textAreaTop" r="textAreaRight" b="textAreaBottom"/>
            <a:pathLst>
              <a:path w="3482" h="2929">
                <a:moveTo>
                  <a:pt x="3124" y="0"/>
                </a:moveTo>
                <a:cubicBezTo>
                  <a:pt x="3067" y="0"/>
                  <a:pt x="3013" y="19"/>
                  <a:pt x="2970" y="62"/>
                </a:cubicBezTo>
                <a:cubicBezTo>
                  <a:pt x="2867" y="130"/>
                  <a:pt x="2765" y="198"/>
                  <a:pt x="2663" y="301"/>
                </a:cubicBezTo>
                <a:lnTo>
                  <a:pt x="274" y="2382"/>
                </a:lnTo>
                <a:cubicBezTo>
                  <a:pt x="206" y="2451"/>
                  <a:pt x="137" y="2519"/>
                  <a:pt x="103" y="2587"/>
                </a:cubicBezTo>
                <a:cubicBezTo>
                  <a:pt x="1" y="2758"/>
                  <a:pt x="103" y="2928"/>
                  <a:pt x="376" y="2928"/>
                </a:cubicBezTo>
                <a:cubicBezTo>
                  <a:pt x="513" y="2860"/>
                  <a:pt x="615" y="2792"/>
                  <a:pt x="718" y="2689"/>
                </a:cubicBezTo>
                <a:cubicBezTo>
                  <a:pt x="1229" y="2246"/>
                  <a:pt x="1741" y="1768"/>
                  <a:pt x="2253" y="1325"/>
                </a:cubicBezTo>
                <a:cubicBezTo>
                  <a:pt x="2594" y="1017"/>
                  <a:pt x="2936" y="744"/>
                  <a:pt x="3277" y="437"/>
                </a:cubicBezTo>
                <a:cubicBezTo>
                  <a:pt x="3379" y="335"/>
                  <a:pt x="3481" y="233"/>
                  <a:pt x="3345" y="96"/>
                </a:cubicBezTo>
                <a:cubicBezTo>
                  <a:pt x="3286" y="37"/>
                  <a:pt x="3203" y="0"/>
                  <a:pt x="31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6" name="Google Shape;2666;p14"/>
          <p:cNvSpPr/>
          <p:nvPr/>
        </p:nvSpPr>
        <p:spPr>
          <a:xfrm>
            <a:off x="2248560" y="4082040"/>
            <a:ext cx="61200" cy="56880"/>
          </a:xfrm>
          <a:custGeom>
            <a:avLst/>
            <a:gdLst>
              <a:gd name="textAreaLeft" fmla="*/ 0 w 61200"/>
              <a:gd name="textAreaRight" fmla="*/ 61560 w 61200"/>
              <a:gd name="textAreaTop" fmla="*/ 0 h 56880"/>
              <a:gd name="textAreaBottom" fmla="*/ 57240 h 56880"/>
            </a:gdLst>
            <a:ahLst/>
            <a:cxnLst/>
            <a:rect l="textAreaLeft" t="textAreaTop" r="textAreaRight" b="textAreaBottom"/>
            <a:pathLst>
              <a:path w="3311" h="3069">
                <a:moveTo>
                  <a:pt x="2986" y="1"/>
                </a:moveTo>
                <a:cubicBezTo>
                  <a:pt x="2843" y="1"/>
                  <a:pt x="2762" y="136"/>
                  <a:pt x="2663" y="236"/>
                </a:cubicBezTo>
                <a:lnTo>
                  <a:pt x="308" y="2488"/>
                </a:lnTo>
                <a:cubicBezTo>
                  <a:pt x="206" y="2556"/>
                  <a:pt x="137" y="2625"/>
                  <a:pt x="69" y="2727"/>
                </a:cubicBezTo>
                <a:cubicBezTo>
                  <a:pt x="1" y="2898"/>
                  <a:pt x="103" y="3068"/>
                  <a:pt x="342" y="3068"/>
                </a:cubicBezTo>
                <a:cubicBezTo>
                  <a:pt x="410" y="3000"/>
                  <a:pt x="513" y="2966"/>
                  <a:pt x="581" y="2898"/>
                </a:cubicBezTo>
                <a:cubicBezTo>
                  <a:pt x="1400" y="2147"/>
                  <a:pt x="2253" y="1362"/>
                  <a:pt x="3072" y="577"/>
                </a:cubicBezTo>
                <a:cubicBezTo>
                  <a:pt x="3311" y="338"/>
                  <a:pt x="3311" y="168"/>
                  <a:pt x="3174" y="65"/>
                </a:cubicBezTo>
                <a:cubicBezTo>
                  <a:pt x="3101" y="19"/>
                  <a:pt x="3039" y="1"/>
                  <a:pt x="29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7" name="Google Shape;2667;p14"/>
          <p:cNvSpPr/>
          <p:nvPr/>
        </p:nvSpPr>
        <p:spPr>
          <a:xfrm>
            <a:off x="741600" y="4070880"/>
            <a:ext cx="47880" cy="60480"/>
          </a:xfrm>
          <a:custGeom>
            <a:avLst/>
            <a:gdLst>
              <a:gd name="textAreaLeft" fmla="*/ 0 w 47880"/>
              <a:gd name="textAreaRight" fmla="*/ 48240 w 47880"/>
              <a:gd name="textAreaTop" fmla="*/ 0 h 60480"/>
              <a:gd name="textAreaBottom" fmla="*/ 60840 h 60480"/>
            </a:gdLst>
            <a:ahLst/>
            <a:cxnLst/>
            <a:rect l="textAreaLeft" t="textAreaTop" r="textAreaRight" b="textAreaBottom"/>
            <a:pathLst>
              <a:path w="2594" h="3274">
                <a:moveTo>
                  <a:pt x="2304" y="1"/>
                </a:moveTo>
                <a:cubicBezTo>
                  <a:pt x="2252" y="1"/>
                  <a:pt x="2201" y="9"/>
                  <a:pt x="2150" y="26"/>
                </a:cubicBezTo>
                <a:cubicBezTo>
                  <a:pt x="2082" y="60"/>
                  <a:pt x="2048" y="163"/>
                  <a:pt x="2013" y="197"/>
                </a:cubicBezTo>
                <a:cubicBezTo>
                  <a:pt x="1365" y="1118"/>
                  <a:pt x="717" y="2005"/>
                  <a:pt x="68" y="2892"/>
                </a:cubicBezTo>
                <a:cubicBezTo>
                  <a:pt x="0" y="2995"/>
                  <a:pt x="34" y="3131"/>
                  <a:pt x="103" y="3234"/>
                </a:cubicBezTo>
                <a:cubicBezTo>
                  <a:pt x="142" y="3253"/>
                  <a:pt x="204" y="3273"/>
                  <a:pt x="269" y="3273"/>
                </a:cubicBezTo>
                <a:cubicBezTo>
                  <a:pt x="317" y="3273"/>
                  <a:pt x="366" y="3263"/>
                  <a:pt x="410" y="3234"/>
                </a:cubicBezTo>
                <a:cubicBezTo>
                  <a:pt x="580" y="3131"/>
                  <a:pt x="717" y="3029"/>
                  <a:pt x="819" y="2858"/>
                </a:cubicBezTo>
                <a:cubicBezTo>
                  <a:pt x="1365" y="2108"/>
                  <a:pt x="1911" y="1357"/>
                  <a:pt x="2423" y="572"/>
                </a:cubicBezTo>
                <a:cubicBezTo>
                  <a:pt x="2491" y="470"/>
                  <a:pt x="2559" y="333"/>
                  <a:pt x="2594" y="231"/>
                </a:cubicBezTo>
                <a:cubicBezTo>
                  <a:pt x="2559" y="163"/>
                  <a:pt x="2525" y="26"/>
                  <a:pt x="2457" y="26"/>
                </a:cubicBezTo>
                <a:cubicBezTo>
                  <a:pt x="2406" y="9"/>
                  <a:pt x="2355" y="1"/>
                  <a:pt x="23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8" name="Google Shape;2668;p14"/>
          <p:cNvSpPr/>
          <p:nvPr/>
        </p:nvSpPr>
        <p:spPr>
          <a:xfrm>
            <a:off x="763920" y="4338000"/>
            <a:ext cx="49320" cy="60480"/>
          </a:xfrm>
          <a:custGeom>
            <a:avLst/>
            <a:gdLst>
              <a:gd name="textAreaLeft" fmla="*/ 0 w 49320"/>
              <a:gd name="textAreaRight" fmla="*/ 49680 w 49320"/>
              <a:gd name="textAreaTop" fmla="*/ 0 h 60480"/>
              <a:gd name="textAreaBottom" fmla="*/ 60840 h 60480"/>
            </a:gdLst>
            <a:ahLst/>
            <a:cxnLst/>
            <a:rect l="textAreaLeft" t="textAreaTop" r="textAreaRight" b="textAreaBottom"/>
            <a:pathLst>
              <a:path w="2663" h="3265">
                <a:moveTo>
                  <a:pt x="2467" y="0"/>
                </a:moveTo>
                <a:cubicBezTo>
                  <a:pt x="2407" y="0"/>
                  <a:pt x="2347" y="17"/>
                  <a:pt x="2287" y="57"/>
                </a:cubicBezTo>
                <a:cubicBezTo>
                  <a:pt x="2184" y="91"/>
                  <a:pt x="2116" y="193"/>
                  <a:pt x="2082" y="296"/>
                </a:cubicBezTo>
                <a:cubicBezTo>
                  <a:pt x="1707" y="705"/>
                  <a:pt x="1365" y="1183"/>
                  <a:pt x="1024" y="1627"/>
                </a:cubicBezTo>
                <a:cubicBezTo>
                  <a:pt x="649" y="2070"/>
                  <a:pt x="376" y="2411"/>
                  <a:pt x="69" y="2821"/>
                </a:cubicBezTo>
                <a:cubicBezTo>
                  <a:pt x="1" y="2889"/>
                  <a:pt x="1" y="3026"/>
                  <a:pt x="1" y="3128"/>
                </a:cubicBezTo>
                <a:cubicBezTo>
                  <a:pt x="1" y="3196"/>
                  <a:pt x="137" y="3230"/>
                  <a:pt x="205" y="3264"/>
                </a:cubicBezTo>
                <a:cubicBezTo>
                  <a:pt x="308" y="3230"/>
                  <a:pt x="410" y="3196"/>
                  <a:pt x="478" y="3128"/>
                </a:cubicBezTo>
                <a:cubicBezTo>
                  <a:pt x="615" y="3026"/>
                  <a:pt x="717" y="2923"/>
                  <a:pt x="819" y="2821"/>
                </a:cubicBezTo>
                <a:cubicBezTo>
                  <a:pt x="1365" y="2070"/>
                  <a:pt x="1946" y="1285"/>
                  <a:pt x="2526" y="535"/>
                </a:cubicBezTo>
                <a:cubicBezTo>
                  <a:pt x="2594" y="466"/>
                  <a:pt x="2628" y="398"/>
                  <a:pt x="2662" y="296"/>
                </a:cubicBezTo>
                <a:cubicBezTo>
                  <a:pt x="2662" y="193"/>
                  <a:pt x="2628" y="91"/>
                  <a:pt x="2594" y="23"/>
                </a:cubicBezTo>
                <a:cubicBezTo>
                  <a:pt x="2551" y="9"/>
                  <a:pt x="2509" y="0"/>
                  <a:pt x="246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89" name="Google Shape;2669;p14"/>
          <p:cNvSpPr/>
          <p:nvPr/>
        </p:nvSpPr>
        <p:spPr>
          <a:xfrm>
            <a:off x="1818720" y="4504320"/>
            <a:ext cx="53640" cy="52920"/>
          </a:xfrm>
          <a:custGeom>
            <a:avLst/>
            <a:gdLst>
              <a:gd name="textAreaLeft" fmla="*/ 0 w 53640"/>
              <a:gd name="textAreaRight" fmla="*/ 54000 w 53640"/>
              <a:gd name="textAreaTop" fmla="*/ 0 h 52920"/>
              <a:gd name="textAreaBottom" fmla="*/ 53280 h 52920"/>
            </a:gdLst>
            <a:ahLst/>
            <a:cxnLst/>
            <a:rect l="textAreaLeft" t="textAreaTop" r="textAreaRight" b="textAreaBottom"/>
            <a:pathLst>
              <a:path w="2902" h="2857">
                <a:moveTo>
                  <a:pt x="2618" y="1"/>
                </a:moveTo>
                <a:cubicBezTo>
                  <a:pt x="2588" y="1"/>
                  <a:pt x="2558" y="5"/>
                  <a:pt x="2526" y="16"/>
                </a:cubicBezTo>
                <a:cubicBezTo>
                  <a:pt x="2423" y="84"/>
                  <a:pt x="2287" y="153"/>
                  <a:pt x="2185" y="289"/>
                </a:cubicBezTo>
                <a:cubicBezTo>
                  <a:pt x="1502" y="937"/>
                  <a:pt x="854" y="1654"/>
                  <a:pt x="205" y="2336"/>
                </a:cubicBezTo>
                <a:lnTo>
                  <a:pt x="137" y="2405"/>
                </a:lnTo>
                <a:cubicBezTo>
                  <a:pt x="69" y="2541"/>
                  <a:pt x="1" y="2678"/>
                  <a:pt x="137" y="2780"/>
                </a:cubicBezTo>
                <a:cubicBezTo>
                  <a:pt x="188" y="2831"/>
                  <a:pt x="257" y="2857"/>
                  <a:pt x="325" y="2857"/>
                </a:cubicBezTo>
                <a:cubicBezTo>
                  <a:pt x="393" y="2857"/>
                  <a:pt x="461" y="2831"/>
                  <a:pt x="513" y="2780"/>
                </a:cubicBezTo>
                <a:cubicBezTo>
                  <a:pt x="649" y="2678"/>
                  <a:pt x="786" y="2575"/>
                  <a:pt x="888" y="2439"/>
                </a:cubicBezTo>
                <a:cubicBezTo>
                  <a:pt x="1263" y="1995"/>
                  <a:pt x="1605" y="1620"/>
                  <a:pt x="1980" y="1210"/>
                </a:cubicBezTo>
                <a:cubicBezTo>
                  <a:pt x="2082" y="1108"/>
                  <a:pt x="2219" y="1040"/>
                  <a:pt x="2355" y="972"/>
                </a:cubicBezTo>
                <a:cubicBezTo>
                  <a:pt x="2731" y="835"/>
                  <a:pt x="2731" y="494"/>
                  <a:pt x="2901" y="289"/>
                </a:cubicBezTo>
                <a:cubicBezTo>
                  <a:pt x="2901" y="145"/>
                  <a:pt x="2779" y="1"/>
                  <a:pt x="261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0" name="Google Shape;2670;p14"/>
          <p:cNvSpPr/>
          <p:nvPr/>
        </p:nvSpPr>
        <p:spPr>
          <a:xfrm>
            <a:off x="1030320" y="4452120"/>
            <a:ext cx="50400" cy="59400"/>
          </a:xfrm>
          <a:custGeom>
            <a:avLst/>
            <a:gdLst>
              <a:gd name="textAreaLeft" fmla="*/ 0 w 50400"/>
              <a:gd name="textAreaRight" fmla="*/ 50760 w 50400"/>
              <a:gd name="textAreaTop" fmla="*/ 0 h 59400"/>
              <a:gd name="textAreaBottom" fmla="*/ 59760 h 59400"/>
            </a:gdLst>
            <a:ahLst/>
            <a:cxnLst/>
            <a:rect l="textAreaLeft" t="textAreaTop" r="textAreaRight" b="textAreaBottom"/>
            <a:pathLst>
              <a:path w="2730" h="3214">
                <a:moveTo>
                  <a:pt x="2438" y="1"/>
                </a:moveTo>
                <a:cubicBezTo>
                  <a:pt x="2343" y="1"/>
                  <a:pt x="2263" y="80"/>
                  <a:pt x="2184" y="159"/>
                </a:cubicBezTo>
                <a:cubicBezTo>
                  <a:pt x="1501" y="1013"/>
                  <a:pt x="819" y="1831"/>
                  <a:pt x="137" y="2685"/>
                </a:cubicBezTo>
                <a:cubicBezTo>
                  <a:pt x="102" y="2719"/>
                  <a:pt x="0" y="2787"/>
                  <a:pt x="0" y="2855"/>
                </a:cubicBezTo>
                <a:cubicBezTo>
                  <a:pt x="0" y="2958"/>
                  <a:pt x="34" y="3094"/>
                  <a:pt x="102" y="3162"/>
                </a:cubicBezTo>
                <a:cubicBezTo>
                  <a:pt x="120" y="3196"/>
                  <a:pt x="171" y="3213"/>
                  <a:pt x="230" y="3213"/>
                </a:cubicBezTo>
                <a:cubicBezTo>
                  <a:pt x="290" y="3213"/>
                  <a:pt x="358" y="3196"/>
                  <a:pt x="410" y="3162"/>
                </a:cubicBezTo>
                <a:cubicBezTo>
                  <a:pt x="478" y="3128"/>
                  <a:pt x="512" y="3094"/>
                  <a:pt x="580" y="3026"/>
                </a:cubicBezTo>
                <a:cubicBezTo>
                  <a:pt x="1228" y="2173"/>
                  <a:pt x="1911" y="1354"/>
                  <a:pt x="2559" y="535"/>
                </a:cubicBezTo>
                <a:cubicBezTo>
                  <a:pt x="2628" y="432"/>
                  <a:pt x="2662" y="330"/>
                  <a:pt x="2730" y="228"/>
                </a:cubicBezTo>
                <a:cubicBezTo>
                  <a:pt x="2662" y="159"/>
                  <a:pt x="2593" y="57"/>
                  <a:pt x="2525" y="23"/>
                </a:cubicBezTo>
                <a:cubicBezTo>
                  <a:pt x="2494" y="8"/>
                  <a:pt x="2465" y="1"/>
                  <a:pt x="243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880" bIns="29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1" name="Google Shape;2671;p14"/>
          <p:cNvSpPr/>
          <p:nvPr/>
        </p:nvSpPr>
        <p:spPr>
          <a:xfrm>
            <a:off x="996480" y="4543920"/>
            <a:ext cx="53640" cy="53280"/>
          </a:xfrm>
          <a:custGeom>
            <a:avLst/>
            <a:gdLst>
              <a:gd name="textAreaLeft" fmla="*/ 0 w 53640"/>
              <a:gd name="textAreaRight" fmla="*/ 54000 w 53640"/>
              <a:gd name="textAreaTop" fmla="*/ 0 h 53280"/>
              <a:gd name="textAreaBottom" fmla="*/ 53640 h 53280"/>
            </a:gdLst>
            <a:ahLst/>
            <a:cxnLst/>
            <a:rect l="textAreaLeft" t="textAreaTop" r="textAreaRight" b="textAreaBottom"/>
            <a:pathLst>
              <a:path w="2901" h="2877">
                <a:moveTo>
                  <a:pt x="2682" y="1"/>
                </a:moveTo>
                <a:cubicBezTo>
                  <a:pt x="2654" y="1"/>
                  <a:pt x="2625" y="6"/>
                  <a:pt x="2594" y="19"/>
                </a:cubicBezTo>
                <a:cubicBezTo>
                  <a:pt x="2492" y="53"/>
                  <a:pt x="2389" y="121"/>
                  <a:pt x="2287" y="223"/>
                </a:cubicBezTo>
                <a:cubicBezTo>
                  <a:pt x="1707" y="769"/>
                  <a:pt x="1127" y="1349"/>
                  <a:pt x="547" y="1930"/>
                </a:cubicBezTo>
                <a:cubicBezTo>
                  <a:pt x="376" y="2100"/>
                  <a:pt x="205" y="2271"/>
                  <a:pt x="69" y="2476"/>
                </a:cubicBezTo>
                <a:cubicBezTo>
                  <a:pt x="35" y="2544"/>
                  <a:pt x="1" y="2680"/>
                  <a:pt x="69" y="2783"/>
                </a:cubicBezTo>
                <a:cubicBezTo>
                  <a:pt x="103" y="2851"/>
                  <a:pt x="163" y="2876"/>
                  <a:pt x="231" y="2876"/>
                </a:cubicBezTo>
                <a:cubicBezTo>
                  <a:pt x="299" y="2876"/>
                  <a:pt x="376" y="2851"/>
                  <a:pt x="444" y="2817"/>
                </a:cubicBezTo>
                <a:cubicBezTo>
                  <a:pt x="547" y="2714"/>
                  <a:pt x="615" y="2646"/>
                  <a:pt x="717" y="2544"/>
                </a:cubicBezTo>
                <a:cubicBezTo>
                  <a:pt x="1400" y="1861"/>
                  <a:pt x="2082" y="1179"/>
                  <a:pt x="2765" y="462"/>
                </a:cubicBezTo>
                <a:cubicBezTo>
                  <a:pt x="2799" y="394"/>
                  <a:pt x="2867" y="326"/>
                  <a:pt x="2901" y="258"/>
                </a:cubicBezTo>
                <a:cubicBezTo>
                  <a:pt x="2901" y="118"/>
                  <a:pt x="2809" y="1"/>
                  <a:pt x="268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2" name="Google Shape;2672;p14"/>
          <p:cNvSpPr/>
          <p:nvPr/>
        </p:nvSpPr>
        <p:spPr>
          <a:xfrm>
            <a:off x="2160720" y="4223880"/>
            <a:ext cx="59400" cy="51120"/>
          </a:xfrm>
          <a:custGeom>
            <a:avLst/>
            <a:gdLst>
              <a:gd name="textAreaLeft" fmla="*/ 0 w 59400"/>
              <a:gd name="textAreaRight" fmla="*/ 59760 w 59400"/>
              <a:gd name="textAreaTop" fmla="*/ 0 h 51120"/>
              <a:gd name="textAreaBottom" fmla="*/ 51480 h 51120"/>
            </a:gdLst>
            <a:ahLst/>
            <a:cxnLst/>
            <a:rect l="textAreaLeft" t="textAreaTop" r="textAreaRight" b="textAreaBottom"/>
            <a:pathLst>
              <a:path w="3209" h="2761">
                <a:moveTo>
                  <a:pt x="2892" y="0"/>
                </a:moveTo>
                <a:cubicBezTo>
                  <a:pt x="2743" y="0"/>
                  <a:pt x="2626" y="136"/>
                  <a:pt x="2526" y="236"/>
                </a:cubicBezTo>
                <a:cubicBezTo>
                  <a:pt x="1775" y="884"/>
                  <a:pt x="1059" y="1532"/>
                  <a:pt x="308" y="2215"/>
                </a:cubicBezTo>
                <a:cubicBezTo>
                  <a:pt x="240" y="2283"/>
                  <a:pt x="137" y="2351"/>
                  <a:pt x="103" y="2454"/>
                </a:cubicBezTo>
                <a:cubicBezTo>
                  <a:pt x="1" y="2590"/>
                  <a:pt x="172" y="2761"/>
                  <a:pt x="376" y="2761"/>
                </a:cubicBezTo>
                <a:cubicBezTo>
                  <a:pt x="445" y="2726"/>
                  <a:pt x="513" y="2658"/>
                  <a:pt x="581" y="2624"/>
                </a:cubicBezTo>
                <a:cubicBezTo>
                  <a:pt x="1366" y="1942"/>
                  <a:pt x="2151" y="1259"/>
                  <a:pt x="2936" y="577"/>
                </a:cubicBezTo>
                <a:cubicBezTo>
                  <a:pt x="3174" y="338"/>
                  <a:pt x="3209" y="167"/>
                  <a:pt x="3072" y="65"/>
                </a:cubicBezTo>
                <a:cubicBezTo>
                  <a:pt x="3007" y="19"/>
                  <a:pt x="2948" y="0"/>
                  <a:pt x="289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3" name="Google Shape;2673;p14"/>
          <p:cNvSpPr/>
          <p:nvPr/>
        </p:nvSpPr>
        <p:spPr>
          <a:xfrm>
            <a:off x="2099160" y="4565160"/>
            <a:ext cx="56880" cy="54360"/>
          </a:xfrm>
          <a:custGeom>
            <a:avLst/>
            <a:gdLst>
              <a:gd name="textAreaLeft" fmla="*/ 0 w 56880"/>
              <a:gd name="textAreaRight" fmla="*/ 57240 w 56880"/>
              <a:gd name="textAreaTop" fmla="*/ 0 h 54360"/>
              <a:gd name="textAreaBottom" fmla="*/ 54720 h 54360"/>
            </a:gdLst>
            <a:ahLst/>
            <a:cxnLst/>
            <a:rect l="textAreaLeft" t="textAreaTop" r="textAreaRight" b="textAreaBottom"/>
            <a:pathLst>
              <a:path w="3072" h="2932">
                <a:moveTo>
                  <a:pt x="2749" y="1"/>
                </a:moveTo>
                <a:cubicBezTo>
                  <a:pt x="2658" y="1"/>
                  <a:pt x="2582" y="76"/>
                  <a:pt x="2491" y="167"/>
                </a:cubicBezTo>
                <a:lnTo>
                  <a:pt x="307" y="2317"/>
                </a:lnTo>
                <a:cubicBezTo>
                  <a:pt x="205" y="2385"/>
                  <a:pt x="137" y="2488"/>
                  <a:pt x="68" y="2590"/>
                </a:cubicBezTo>
                <a:cubicBezTo>
                  <a:pt x="0" y="2761"/>
                  <a:pt x="137" y="2931"/>
                  <a:pt x="375" y="2931"/>
                </a:cubicBezTo>
                <a:cubicBezTo>
                  <a:pt x="478" y="2897"/>
                  <a:pt x="546" y="2829"/>
                  <a:pt x="648" y="2727"/>
                </a:cubicBezTo>
                <a:cubicBezTo>
                  <a:pt x="1365" y="2044"/>
                  <a:pt x="2082" y="1328"/>
                  <a:pt x="2798" y="611"/>
                </a:cubicBezTo>
                <a:cubicBezTo>
                  <a:pt x="2832" y="577"/>
                  <a:pt x="2866" y="509"/>
                  <a:pt x="2900" y="474"/>
                </a:cubicBezTo>
                <a:cubicBezTo>
                  <a:pt x="3003" y="338"/>
                  <a:pt x="3071" y="201"/>
                  <a:pt x="2900" y="65"/>
                </a:cubicBezTo>
                <a:cubicBezTo>
                  <a:pt x="2844" y="19"/>
                  <a:pt x="2794" y="1"/>
                  <a:pt x="2749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4" name="Google Shape;2674;p14"/>
          <p:cNvSpPr/>
          <p:nvPr/>
        </p:nvSpPr>
        <p:spPr>
          <a:xfrm>
            <a:off x="667800" y="3966120"/>
            <a:ext cx="38520" cy="63000"/>
          </a:xfrm>
          <a:custGeom>
            <a:avLst/>
            <a:gdLst>
              <a:gd name="textAreaLeft" fmla="*/ 0 w 38520"/>
              <a:gd name="textAreaRight" fmla="*/ 38880 w 38520"/>
              <a:gd name="textAreaTop" fmla="*/ 0 h 63000"/>
              <a:gd name="textAreaBottom" fmla="*/ 63360 h 63000"/>
            </a:gdLst>
            <a:ahLst/>
            <a:cxnLst/>
            <a:rect l="textAreaLeft" t="textAreaTop" r="textAreaRight" b="textAreaBottom"/>
            <a:pathLst>
              <a:path w="2083" h="3394">
                <a:moveTo>
                  <a:pt x="1791" y="0"/>
                </a:moveTo>
                <a:cubicBezTo>
                  <a:pt x="1652" y="0"/>
                  <a:pt x="1594" y="140"/>
                  <a:pt x="1536" y="255"/>
                </a:cubicBezTo>
                <a:cubicBezTo>
                  <a:pt x="1127" y="1074"/>
                  <a:pt x="683" y="1893"/>
                  <a:pt x="274" y="2677"/>
                </a:cubicBezTo>
                <a:cubicBezTo>
                  <a:pt x="206" y="2814"/>
                  <a:pt x="103" y="2950"/>
                  <a:pt x="35" y="3087"/>
                </a:cubicBezTo>
                <a:cubicBezTo>
                  <a:pt x="1" y="3223"/>
                  <a:pt x="103" y="3394"/>
                  <a:pt x="308" y="3394"/>
                </a:cubicBezTo>
                <a:cubicBezTo>
                  <a:pt x="376" y="3394"/>
                  <a:pt x="445" y="3326"/>
                  <a:pt x="513" y="3292"/>
                </a:cubicBezTo>
                <a:cubicBezTo>
                  <a:pt x="615" y="3189"/>
                  <a:pt x="683" y="3053"/>
                  <a:pt x="752" y="2950"/>
                </a:cubicBezTo>
                <a:cubicBezTo>
                  <a:pt x="1127" y="2234"/>
                  <a:pt x="1468" y="1551"/>
                  <a:pt x="1844" y="835"/>
                </a:cubicBezTo>
                <a:cubicBezTo>
                  <a:pt x="1912" y="698"/>
                  <a:pt x="1946" y="562"/>
                  <a:pt x="2014" y="425"/>
                </a:cubicBezTo>
                <a:cubicBezTo>
                  <a:pt x="2082" y="255"/>
                  <a:pt x="2082" y="84"/>
                  <a:pt x="1878" y="16"/>
                </a:cubicBezTo>
                <a:cubicBezTo>
                  <a:pt x="1846" y="5"/>
                  <a:pt x="1817" y="0"/>
                  <a:pt x="179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680" bIns="31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5" name="Google Shape;2675;p14"/>
          <p:cNvSpPr/>
          <p:nvPr/>
        </p:nvSpPr>
        <p:spPr>
          <a:xfrm>
            <a:off x="1855800" y="4671000"/>
            <a:ext cx="53640" cy="52560"/>
          </a:xfrm>
          <a:custGeom>
            <a:avLst/>
            <a:gdLst>
              <a:gd name="textAreaLeft" fmla="*/ 0 w 53640"/>
              <a:gd name="textAreaRight" fmla="*/ 54000 w 53640"/>
              <a:gd name="textAreaTop" fmla="*/ 0 h 52560"/>
              <a:gd name="textAreaBottom" fmla="*/ 52920 h 52560"/>
            </a:gdLst>
            <a:ahLst/>
            <a:cxnLst/>
            <a:rect l="textAreaLeft" t="textAreaTop" r="textAreaRight" b="textAreaBottom"/>
            <a:pathLst>
              <a:path w="2902" h="2848">
                <a:moveTo>
                  <a:pt x="2606" y="0"/>
                </a:moveTo>
                <a:cubicBezTo>
                  <a:pt x="2507" y="0"/>
                  <a:pt x="2424" y="61"/>
                  <a:pt x="2355" y="152"/>
                </a:cubicBezTo>
                <a:cubicBezTo>
                  <a:pt x="2151" y="357"/>
                  <a:pt x="1946" y="561"/>
                  <a:pt x="1741" y="766"/>
                </a:cubicBezTo>
                <a:lnTo>
                  <a:pt x="308" y="2233"/>
                </a:lnTo>
                <a:cubicBezTo>
                  <a:pt x="240" y="2302"/>
                  <a:pt x="137" y="2404"/>
                  <a:pt x="103" y="2506"/>
                </a:cubicBezTo>
                <a:cubicBezTo>
                  <a:pt x="1" y="2677"/>
                  <a:pt x="137" y="2848"/>
                  <a:pt x="410" y="2848"/>
                </a:cubicBezTo>
                <a:cubicBezTo>
                  <a:pt x="513" y="2779"/>
                  <a:pt x="615" y="2677"/>
                  <a:pt x="717" y="2575"/>
                </a:cubicBezTo>
                <a:cubicBezTo>
                  <a:pt x="1332" y="1960"/>
                  <a:pt x="1946" y="1312"/>
                  <a:pt x="2560" y="698"/>
                </a:cubicBezTo>
                <a:cubicBezTo>
                  <a:pt x="2662" y="595"/>
                  <a:pt x="2731" y="493"/>
                  <a:pt x="2799" y="425"/>
                </a:cubicBezTo>
                <a:cubicBezTo>
                  <a:pt x="2901" y="288"/>
                  <a:pt x="2867" y="118"/>
                  <a:pt x="2765" y="49"/>
                </a:cubicBezTo>
                <a:cubicBezTo>
                  <a:pt x="2708" y="15"/>
                  <a:pt x="2655" y="0"/>
                  <a:pt x="260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280" bIns="26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6" name="Google Shape;2676;p14"/>
          <p:cNvSpPr/>
          <p:nvPr/>
        </p:nvSpPr>
        <p:spPr>
          <a:xfrm>
            <a:off x="2306520" y="3999240"/>
            <a:ext cx="54360" cy="50040"/>
          </a:xfrm>
          <a:custGeom>
            <a:avLst/>
            <a:gdLst>
              <a:gd name="textAreaLeft" fmla="*/ 0 w 54360"/>
              <a:gd name="textAreaRight" fmla="*/ 54720 w 54360"/>
              <a:gd name="textAreaTop" fmla="*/ 0 h 50040"/>
              <a:gd name="textAreaBottom" fmla="*/ 50400 h 50040"/>
            </a:gdLst>
            <a:ahLst/>
            <a:cxnLst/>
            <a:rect l="textAreaLeft" t="textAreaTop" r="textAreaRight" b="textAreaBottom"/>
            <a:pathLst>
              <a:path w="2929" h="2715">
                <a:moveTo>
                  <a:pt x="2643" y="0"/>
                </a:moveTo>
                <a:cubicBezTo>
                  <a:pt x="2613" y="0"/>
                  <a:pt x="2583" y="4"/>
                  <a:pt x="2553" y="14"/>
                </a:cubicBezTo>
                <a:cubicBezTo>
                  <a:pt x="2451" y="82"/>
                  <a:pt x="2383" y="151"/>
                  <a:pt x="2314" y="219"/>
                </a:cubicBezTo>
                <a:lnTo>
                  <a:pt x="301" y="2130"/>
                </a:lnTo>
                <a:cubicBezTo>
                  <a:pt x="233" y="2198"/>
                  <a:pt x="131" y="2300"/>
                  <a:pt x="62" y="2403"/>
                </a:cubicBezTo>
                <a:cubicBezTo>
                  <a:pt x="0" y="2559"/>
                  <a:pt x="108" y="2714"/>
                  <a:pt x="283" y="2714"/>
                </a:cubicBezTo>
                <a:cubicBezTo>
                  <a:pt x="300" y="2714"/>
                  <a:pt x="318" y="2713"/>
                  <a:pt x="335" y="2710"/>
                </a:cubicBezTo>
                <a:cubicBezTo>
                  <a:pt x="438" y="2676"/>
                  <a:pt x="506" y="2608"/>
                  <a:pt x="574" y="2573"/>
                </a:cubicBezTo>
                <a:lnTo>
                  <a:pt x="2690" y="594"/>
                </a:lnTo>
                <a:cubicBezTo>
                  <a:pt x="2758" y="526"/>
                  <a:pt x="2826" y="424"/>
                  <a:pt x="2895" y="321"/>
                </a:cubicBezTo>
                <a:cubicBezTo>
                  <a:pt x="2929" y="253"/>
                  <a:pt x="2895" y="151"/>
                  <a:pt x="2860" y="48"/>
                </a:cubicBezTo>
                <a:cubicBezTo>
                  <a:pt x="2788" y="24"/>
                  <a:pt x="2716" y="0"/>
                  <a:pt x="264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7" name="Google Shape;2677;p14"/>
          <p:cNvSpPr/>
          <p:nvPr/>
        </p:nvSpPr>
        <p:spPr>
          <a:xfrm>
            <a:off x="2081880" y="4412160"/>
            <a:ext cx="47880" cy="50400"/>
          </a:xfrm>
          <a:custGeom>
            <a:avLst/>
            <a:gdLst>
              <a:gd name="textAreaLeft" fmla="*/ 0 w 47880"/>
              <a:gd name="textAreaRight" fmla="*/ 48240 w 478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588" h="2729">
                <a:moveTo>
                  <a:pt x="2342" y="0"/>
                </a:moveTo>
                <a:cubicBezTo>
                  <a:pt x="2313" y="0"/>
                  <a:pt x="2283" y="6"/>
                  <a:pt x="2253" y="18"/>
                </a:cubicBezTo>
                <a:cubicBezTo>
                  <a:pt x="2150" y="86"/>
                  <a:pt x="2048" y="155"/>
                  <a:pt x="1980" y="257"/>
                </a:cubicBezTo>
                <a:cubicBezTo>
                  <a:pt x="1366" y="905"/>
                  <a:pt x="786" y="1554"/>
                  <a:pt x="171" y="2168"/>
                </a:cubicBezTo>
                <a:cubicBezTo>
                  <a:pt x="103" y="2236"/>
                  <a:pt x="35" y="2304"/>
                  <a:pt x="1" y="2407"/>
                </a:cubicBezTo>
                <a:cubicBezTo>
                  <a:pt x="1" y="2509"/>
                  <a:pt x="1" y="2577"/>
                  <a:pt x="69" y="2680"/>
                </a:cubicBezTo>
                <a:cubicBezTo>
                  <a:pt x="117" y="2704"/>
                  <a:pt x="200" y="2728"/>
                  <a:pt x="268" y="2728"/>
                </a:cubicBezTo>
                <a:cubicBezTo>
                  <a:pt x="296" y="2728"/>
                  <a:pt x="322" y="2724"/>
                  <a:pt x="342" y="2714"/>
                </a:cubicBezTo>
                <a:cubicBezTo>
                  <a:pt x="478" y="2646"/>
                  <a:pt x="547" y="2577"/>
                  <a:pt x="649" y="2475"/>
                </a:cubicBezTo>
                <a:cubicBezTo>
                  <a:pt x="1229" y="1827"/>
                  <a:pt x="1843" y="1178"/>
                  <a:pt x="2423" y="530"/>
                </a:cubicBezTo>
                <a:cubicBezTo>
                  <a:pt x="2458" y="462"/>
                  <a:pt x="2526" y="359"/>
                  <a:pt x="2560" y="291"/>
                </a:cubicBezTo>
                <a:cubicBezTo>
                  <a:pt x="2588" y="123"/>
                  <a:pt x="2477" y="0"/>
                  <a:pt x="23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8" name="Google Shape;2678;p14"/>
          <p:cNvSpPr/>
          <p:nvPr/>
        </p:nvSpPr>
        <p:spPr>
          <a:xfrm>
            <a:off x="1862640" y="4403880"/>
            <a:ext cx="45360" cy="52920"/>
          </a:xfrm>
          <a:custGeom>
            <a:avLst/>
            <a:gdLst>
              <a:gd name="textAreaLeft" fmla="*/ 0 w 45360"/>
              <a:gd name="textAreaRight" fmla="*/ 45720 w 45360"/>
              <a:gd name="textAreaTop" fmla="*/ 0 h 52920"/>
              <a:gd name="textAreaBottom" fmla="*/ 53280 h 52920"/>
            </a:gdLst>
            <a:ahLst/>
            <a:cxnLst/>
            <a:rect l="textAreaLeft" t="textAreaTop" r="textAreaRight" b="textAreaBottom"/>
            <a:pathLst>
              <a:path w="2458" h="2855">
                <a:moveTo>
                  <a:pt x="2205" y="0"/>
                </a:moveTo>
                <a:cubicBezTo>
                  <a:pt x="2159" y="0"/>
                  <a:pt x="2116" y="9"/>
                  <a:pt x="2082" y="26"/>
                </a:cubicBezTo>
                <a:cubicBezTo>
                  <a:pt x="2014" y="60"/>
                  <a:pt x="1945" y="94"/>
                  <a:pt x="1911" y="162"/>
                </a:cubicBezTo>
                <a:cubicBezTo>
                  <a:pt x="1331" y="879"/>
                  <a:pt x="785" y="1595"/>
                  <a:pt x="205" y="2312"/>
                </a:cubicBezTo>
                <a:cubicBezTo>
                  <a:pt x="0" y="2585"/>
                  <a:pt x="0" y="2721"/>
                  <a:pt x="137" y="2824"/>
                </a:cubicBezTo>
                <a:cubicBezTo>
                  <a:pt x="176" y="2844"/>
                  <a:pt x="219" y="2855"/>
                  <a:pt x="265" y="2855"/>
                </a:cubicBezTo>
                <a:cubicBezTo>
                  <a:pt x="375" y="2855"/>
                  <a:pt x="503" y="2788"/>
                  <a:pt x="649" y="2619"/>
                </a:cubicBezTo>
                <a:cubicBezTo>
                  <a:pt x="1195" y="1902"/>
                  <a:pt x="1775" y="1186"/>
                  <a:pt x="2321" y="469"/>
                </a:cubicBezTo>
                <a:cubicBezTo>
                  <a:pt x="2355" y="367"/>
                  <a:pt x="2423" y="299"/>
                  <a:pt x="2457" y="196"/>
                </a:cubicBezTo>
                <a:cubicBezTo>
                  <a:pt x="2423" y="128"/>
                  <a:pt x="2389" y="26"/>
                  <a:pt x="2355" y="26"/>
                </a:cubicBezTo>
                <a:cubicBezTo>
                  <a:pt x="2304" y="9"/>
                  <a:pt x="2252" y="0"/>
                  <a:pt x="220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99" name="Google Shape;2679;p14"/>
          <p:cNvSpPr/>
          <p:nvPr/>
        </p:nvSpPr>
        <p:spPr>
          <a:xfrm>
            <a:off x="2364840" y="3888720"/>
            <a:ext cx="47880" cy="49680"/>
          </a:xfrm>
          <a:custGeom>
            <a:avLst/>
            <a:gdLst>
              <a:gd name="textAreaLeft" fmla="*/ 0 w 47880"/>
              <a:gd name="textAreaRight" fmla="*/ 48240 w 47880"/>
              <a:gd name="textAreaTop" fmla="*/ 0 h 49680"/>
              <a:gd name="textAreaBottom" fmla="*/ 50040 h 49680"/>
            </a:gdLst>
            <a:ahLst/>
            <a:cxnLst/>
            <a:rect l="textAreaLeft" t="textAreaTop" r="textAreaRight" b="textAreaBottom"/>
            <a:pathLst>
              <a:path w="2594" h="2685">
                <a:moveTo>
                  <a:pt x="2324" y="0"/>
                </a:moveTo>
                <a:cubicBezTo>
                  <a:pt x="2275" y="0"/>
                  <a:pt x="2227" y="9"/>
                  <a:pt x="2184" y="23"/>
                </a:cubicBezTo>
                <a:cubicBezTo>
                  <a:pt x="2048" y="125"/>
                  <a:pt x="1911" y="228"/>
                  <a:pt x="1809" y="364"/>
                </a:cubicBezTo>
                <a:cubicBezTo>
                  <a:pt x="1263" y="944"/>
                  <a:pt x="717" y="1558"/>
                  <a:pt x="171" y="2138"/>
                </a:cubicBezTo>
                <a:cubicBezTo>
                  <a:pt x="137" y="2207"/>
                  <a:pt x="35" y="2241"/>
                  <a:pt x="0" y="2309"/>
                </a:cubicBezTo>
                <a:cubicBezTo>
                  <a:pt x="0" y="2377"/>
                  <a:pt x="0" y="2480"/>
                  <a:pt x="0" y="2548"/>
                </a:cubicBezTo>
                <a:cubicBezTo>
                  <a:pt x="0" y="2616"/>
                  <a:pt x="103" y="2616"/>
                  <a:pt x="205" y="2684"/>
                </a:cubicBezTo>
                <a:cubicBezTo>
                  <a:pt x="308" y="2650"/>
                  <a:pt x="410" y="2582"/>
                  <a:pt x="478" y="2514"/>
                </a:cubicBezTo>
                <a:cubicBezTo>
                  <a:pt x="1161" y="1797"/>
                  <a:pt x="1843" y="1081"/>
                  <a:pt x="2526" y="364"/>
                </a:cubicBezTo>
                <a:cubicBezTo>
                  <a:pt x="2594" y="262"/>
                  <a:pt x="2594" y="125"/>
                  <a:pt x="2526" y="57"/>
                </a:cubicBezTo>
                <a:cubicBezTo>
                  <a:pt x="2466" y="17"/>
                  <a:pt x="2394" y="0"/>
                  <a:pt x="23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0" name="Google Shape;2680;p14"/>
          <p:cNvSpPr/>
          <p:nvPr/>
        </p:nvSpPr>
        <p:spPr>
          <a:xfrm>
            <a:off x="2222280" y="4208040"/>
            <a:ext cx="47880" cy="47160"/>
          </a:xfrm>
          <a:custGeom>
            <a:avLst/>
            <a:gdLst>
              <a:gd name="textAreaLeft" fmla="*/ 0 w 47880"/>
              <a:gd name="textAreaRight" fmla="*/ 48240 w 47880"/>
              <a:gd name="textAreaTop" fmla="*/ 0 h 47160"/>
              <a:gd name="textAreaBottom" fmla="*/ 47520 h 47160"/>
            </a:gdLst>
            <a:ahLst/>
            <a:cxnLst/>
            <a:rect l="textAreaLeft" t="textAreaTop" r="textAreaRight" b="textAreaBottom"/>
            <a:pathLst>
              <a:path w="2595" h="2556">
                <a:moveTo>
                  <a:pt x="2238" y="1"/>
                </a:moveTo>
                <a:cubicBezTo>
                  <a:pt x="2094" y="1"/>
                  <a:pt x="2012" y="144"/>
                  <a:pt x="1912" y="270"/>
                </a:cubicBezTo>
                <a:cubicBezTo>
                  <a:pt x="1366" y="850"/>
                  <a:pt x="820" y="1430"/>
                  <a:pt x="240" y="2010"/>
                </a:cubicBezTo>
                <a:cubicBezTo>
                  <a:pt x="171" y="2078"/>
                  <a:pt x="103" y="2146"/>
                  <a:pt x="69" y="2249"/>
                </a:cubicBezTo>
                <a:cubicBezTo>
                  <a:pt x="1" y="2419"/>
                  <a:pt x="137" y="2556"/>
                  <a:pt x="342" y="2556"/>
                </a:cubicBezTo>
                <a:cubicBezTo>
                  <a:pt x="444" y="2522"/>
                  <a:pt x="513" y="2488"/>
                  <a:pt x="581" y="2419"/>
                </a:cubicBezTo>
                <a:cubicBezTo>
                  <a:pt x="1195" y="1805"/>
                  <a:pt x="1775" y="1191"/>
                  <a:pt x="2355" y="577"/>
                </a:cubicBezTo>
                <a:cubicBezTo>
                  <a:pt x="2560" y="338"/>
                  <a:pt x="2594" y="133"/>
                  <a:pt x="2424" y="65"/>
                </a:cubicBezTo>
                <a:cubicBezTo>
                  <a:pt x="2351" y="19"/>
                  <a:pt x="2291" y="1"/>
                  <a:pt x="223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760" bIns="23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1" name="Google Shape;2681;p14"/>
          <p:cNvSpPr/>
          <p:nvPr/>
        </p:nvSpPr>
        <p:spPr>
          <a:xfrm>
            <a:off x="1996920" y="4493880"/>
            <a:ext cx="46080" cy="49320"/>
          </a:xfrm>
          <a:custGeom>
            <a:avLst/>
            <a:gdLst>
              <a:gd name="textAreaLeft" fmla="*/ 0 w 46080"/>
              <a:gd name="textAreaRight" fmla="*/ 46440 w 46080"/>
              <a:gd name="textAreaTop" fmla="*/ 0 h 49320"/>
              <a:gd name="textAreaBottom" fmla="*/ 49680 h 49320"/>
            </a:gdLst>
            <a:ahLst/>
            <a:cxnLst/>
            <a:rect l="textAreaLeft" t="textAreaTop" r="textAreaRight" b="textAreaBottom"/>
            <a:pathLst>
              <a:path w="2492" h="2674">
                <a:moveTo>
                  <a:pt x="2267" y="0"/>
                </a:moveTo>
                <a:cubicBezTo>
                  <a:pt x="2230" y="0"/>
                  <a:pt x="2190" y="11"/>
                  <a:pt x="2150" y="35"/>
                </a:cubicBezTo>
                <a:cubicBezTo>
                  <a:pt x="2048" y="69"/>
                  <a:pt x="1979" y="137"/>
                  <a:pt x="1945" y="206"/>
                </a:cubicBezTo>
                <a:lnTo>
                  <a:pt x="273" y="2082"/>
                </a:lnTo>
                <a:cubicBezTo>
                  <a:pt x="205" y="2151"/>
                  <a:pt x="171" y="2219"/>
                  <a:pt x="103" y="2287"/>
                </a:cubicBezTo>
                <a:cubicBezTo>
                  <a:pt x="34" y="2424"/>
                  <a:pt x="0" y="2560"/>
                  <a:pt x="137" y="2628"/>
                </a:cubicBezTo>
                <a:cubicBezTo>
                  <a:pt x="194" y="2663"/>
                  <a:pt x="239" y="2674"/>
                  <a:pt x="278" y="2674"/>
                </a:cubicBezTo>
                <a:cubicBezTo>
                  <a:pt x="357" y="2674"/>
                  <a:pt x="410" y="2628"/>
                  <a:pt x="478" y="2628"/>
                </a:cubicBezTo>
                <a:cubicBezTo>
                  <a:pt x="614" y="2594"/>
                  <a:pt x="580" y="2526"/>
                  <a:pt x="649" y="2492"/>
                </a:cubicBezTo>
                <a:cubicBezTo>
                  <a:pt x="1195" y="1844"/>
                  <a:pt x="1775" y="1161"/>
                  <a:pt x="2355" y="513"/>
                </a:cubicBezTo>
                <a:cubicBezTo>
                  <a:pt x="2389" y="410"/>
                  <a:pt x="2423" y="342"/>
                  <a:pt x="2491" y="274"/>
                </a:cubicBezTo>
                <a:cubicBezTo>
                  <a:pt x="2491" y="117"/>
                  <a:pt x="2391" y="0"/>
                  <a:pt x="226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2" name="Google Shape;2682;p14"/>
          <p:cNvSpPr/>
          <p:nvPr/>
        </p:nvSpPr>
        <p:spPr>
          <a:xfrm>
            <a:off x="756720" y="4260960"/>
            <a:ext cx="37800" cy="50760"/>
          </a:xfrm>
          <a:custGeom>
            <a:avLst/>
            <a:gdLst>
              <a:gd name="textAreaLeft" fmla="*/ 0 w 37800"/>
              <a:gd name="textAreaRight" fmla="*/ 38160 w 37800"/>
              <a:gd name="textAreaTop" fmla="*/ 0 h 50760"/>
              <a:gd name="textAreaBottom" fmla="*/ 51120 h 50760"/>
            </a:gdLst>
            <a:ahLst/>
            <a:cxnLst/>
            <a:rect l="textAreaLeft" t="textAreaTop" r="textAreaRight" b="textAreaBottom"/>
            <a:pathLst>
              <a:path w="2048" h="2745">
                <a:moveTo>
                  <a:pt x="1796" y="0"/>
                </a:moveTo>
                <a:cubicBezTo>
                  <a:pt x="1749" y="0"/>
                  <a:pt x="1706" y="9"/>
                  <a:pt x="1672" y="26"/>
                </a:cubicBezTo>
                <a:cubicBezTo>
                  <a:pt x="1570" y="94"/>
                  <a:pt x="1502" y="162"/>
                  <a:pt x="1433" y="299"/>
                </a:cubicBezTo>
                <a:cubicBezTo>
                  <a:pt x="1092" y="777"/>
                  <a:pt x="751" y="1288"/>
                  <a:pt x="410" y="1800"/>
                </a:cubicBezTo>
                <a:cubicBezTo>
                  <a:pt x="273" y="2005"/>
                  <a:pt x="137" y="2176"/>
                  <a:pt x="34" y="2380"/>
                </a:cubicBezTo>
                <a:cubicBezTo>
                  <a:pt x="0" y="2483"/>
                  <a:pt x="34" y="2619"/>
                  <a:pt x="103" y="2722"/>
                </a:cubicBezTo>
                <a:cubicBezTo>
                  <a:pt x="145" y="2736"/>
                  <a:pt x="193" y="2744"/>
                  <a:pt x="242" y="2744"/>
                </a:cubicBezTo>
                <a:cubicBezTo>
                  <a:pt x="312" y="2744"/>
                  <a:pt x="384" y="2727"/>
                  <a:pt x="444" y="2688"/>
                </a:cubicBezTo>
                <a:cubicBezTo>
                  <a:pt x="546" y="2619"/>
                  <a:pt x="649" y="2483"/>
                  <a:pt x="717" y="2380"/>
                </a:cubicBezTo>
                <a:cubicBezTo>
                  <a:pt x="1126" y="1732"/>
                  <a:pt x="1536" y="1084"/>
                  <a:pt x="1945" y="435"/>
                </a:cubicBezTo>
                <a:cubicBezTo>
                  <a:pt x="1979" y="367"/>
                  <a:pt x="2013" y="265"/>
                  <a:pt x="2048" y="197"/>
                </a:cubicBezTo>
                <a:cubicBezTo>
                  <a:pt x="2013" y="128"/>
                  <a:pt x="1979" y="26"/>
                  <a:pt x="1945" y="26"/>
                </a:cubicBezTo>
                <a:cubicBezTo>
                  <a:pt x="1894" y="9"/>
                  <a:pt x="1843" y="0"/>
                  <a:pt x="179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3" name="Google Shape;2683;p14"/>
          <p:cNvSpPr/>
          <p:nvPr/>
        </p:nvSpPr>
        <p:spPr>
          <a:xfrm>
            <a:off x="2191320" y="4345920"/>
            <a:ext cx="43560" cy="38880"/>
          </a:xfrm>
          <a:custGeom>
            <a:avLst/>
            <a:gdLst>
              <a:gd name="textAreaLeft" fmla="*/ 0 w 43560"/>
              <a:gd name="textAreaRight" fmla="*/ 43920 w 43560"/>
              <a:gd name="textAreaTop" fmla="*/ 0 h 38880"/>
              <a:gd name="textAreaBottom" fmla="*/ 39240 h 38880"/>
            </a:gdLst>
            <a:ahLst/>
            <a:cxnLst/>
            <a:rect l="textAreaLeft" t="textAreaTop" r="textAreaRight" b="textAreaBottom"/>
            <a:pathLst>
              <a:path w="2356" h="2116">
                <a:moveTo>
                  <a:pt x="1980" y="0"/>
                </a:moveTo>
                <a:cubicBezTo>
                  <a:pt x="1912" y="34"/>
                  <a:pt x="1843" y="69"/>
                  <a:pt x="1809" y="137"/>
                </a:cubicBezTo>
                <a:cubicBezTo>
                  <a:pt x="1298" y="580"/>
                  <a:pt x="786" y="1058"/>
                  <a:pt x="308" y="1502"/>
                </a:cubicBezTo>
                <a:cubicBezTo>
                  <a:pt x="206" y="1604"/>
                  <a:pt x="137" y="1706"/>
                  <a:pt x="69" y="1809"/>
                </a:cubicBezTo>
                <a:cubicBezTo>
                  <a:pt x="1" y="1979"/>
                  <a:pt x="103" y="2116"/>
                  <a:pt x="342" y="2116"/>
                </a:cubicBezTo>
                <a:cubicBezTo>
                  <a:pt x="444" y="2082"/>
                  <a:pt x="513" y="2014"/>
                  <a:pt x="615" y="1945"/>
                </a:cubicBezTo>
                <a:cubicBezTo>
                  <a:pt x="820" y="1741"/>
                  <a:pt x="1025" y="1536"/>
                  <a:pt x="1229" y="1331"/>
                </a:cubicBezTo>
                <a:cubicBezTo>
                  <a:pt x="1298" y="1229"/>
                  <a:pt x="1400" y="1160"/>
                  <a:pt x="1536" y="1092"/>
                </a:cubicBezTo>
                <a:cubicBezTo>
                  <a:pt x="1980" y="990"/>
                  <a:pt x="2082" y="580"/>
                  <a:pt x="2321" y="307"/>
                </a:cubicBezTo>
                <a:cubicBezTo>
                  <a:pt x="2355" y="239"/>
                  <a:pt x="2321" y="137"/>
                  <a:pt x="2287" y="69"/>
                </a:cubicBezTo>
                <a:cubicBezTo>
                  <a:pt x="2185" y="0"/>
                  <a:pt x="2082" y="0"/>
                  <a:pt x="19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4" name="Google Shape;2684;p14"/>
          <p:cNvSpPr/>
          <p:nvPr/>
        </p:nvSpPr>
        <p:spPr>
          <a:xfrm>
            <a:off x="943200" y="4627800"/>
            <a:ext cx="43920" cy="41040"/>
          </a:xfrm>
          <a:custGeom>
            <a:avLst/>
            <a:gdLst>
              <a:gd name="textAreaLeft" fmla="*/ 0 w 43920"/>
              <a:gd name="textAreaRight" fmla="*/ 44280 w 4392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2383" h="2216">
                <a:moveTo>
                  <a:pt x="2107" y="1"/>
                </a:moveTo>
                <a:cubicBezTo>
                  <a:pt x="2076" y="1"/>
                  <a:pt x="2044" y="7"/>
                  <a:pt x="2013" y="19"/>
                </a:cubicBezTo>
                <a:cubicBezTo>
                  <a:pt x="1877" y="87"/>
                  <a:pt x="1775" y="155"/>
                  <a:pt x="1672" y="258"/>
                </a:cubicBezTo>
                <a:cubicBezTo>
                  <a:pt x="1229" y="736"/>
                  <a:pt x="785" y="1179"/>
                  <a:pt x="341" y="1657"/>
                </a:cubicBezTo>
                <a:cubicBezTo>
                  <a:pt x="205" y="1827"/>
                  <a:pt x="0" y="1964"/>
                  <a:pt x="239" y="2169"/>
                </a:cubicBezTo>
                <a:cubicBezTo>
                  <a:pt x="271" y="2200"/>
                  <a:pt x="312" y="2216"/>
                  <a:pt x="361" y="2216"/>
                </a:cubicBezTo>
                <a:cubicBezTo>
                  <a:pt x="468" y="2216"/>
                  <a:pt x="610" y="2139"/>
                  <a:pt x="751" y="1998"/>
                </a:cubicBezTo>
                <a:cubicBezTo>
                  <a:pt x="751" y="1964"/>
                  <a:pt x="785" y="1964"/>
                  <a:pt x="785" y="1964"/>
                </a:cubicBezTo>
                <a:lnTo>
                  <a:pt x="2184" y="497"/>
                </a:lnTo>
                <a:cubicBezTo>
                  <a:pt x="2252" y="394"/>
                  <a:pt x="2286" y="326"/>
                  <a:pt x="2355" y="258"/>
                </a:cubicBezTo>
                <a:cubicBezTo>
                  <a:pt x="2383" y="118"/>
                  <a:pt x="2250" y="1"/>
                  <a:pt x="210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5" name="Google Shape;2685;p14"/>
          <p:cNvSpPr/>
          <p:nvPr/>
        </p:nvSpPr>
        <p:spPr>
          <a:xfrm>
            <a:off x="632160" y="4118400"/>
            <a:ext cx="33840" cy="39240"/>
          </a:xfrm>
          <a:custGeom>
            <a:avLst/>
            <a:gdLst>
              <a:gd name="textAreaLeft" fmla="*/ 0 w 33840"/>
              <a:gd name="textAreaRight" fmla="*/ 34200 w 3384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843" h="2124">
                <a:moveTo>
                  <a:pt x="1550" y="1"/>
                </a:moveTo>
                <a:cubicBezTo>
                  <a:pt x="1444" y="1"/>
                  <a:pt x="1336" y="81"/>
                  <a:pt x="1263" y="179"/>
                </a:cubicBezTo>
                <a:cubicBezTo>
                  <a:pt x="1194" y="213"/>
                  <a:pt x="1126" y="315"/>
                  <a:pt x="1092" y="384"/>
                </a:cubicBezTo>
                <a:cubicBezTo>
                  <a:pt x="751" y="827"/>
                  <a:pt x="444" y="1271"/>
                  <a:pt x="137" y="1714"/>
                </a:cubicBezTo>
                <a:cubicBezTo>
                  <a:pt x="0" y="1919"/>
                  <a:pt x="102" y="2124"/>
                  <a:pt x="375" y="2124"/>
                </a:cubicBezTo>
                <a:cubicBezTo>
                  <a:pt x="478" y="2056"/>
                  <a:pt x="580" y="1953"/>
                  <a:pt x="683" y="1851"/>
                </a:cubicBezTo>
                <a:cubicBezTo>
                  <a:pt x="1024" y="1407"/>
                  <a:pt x="1365" y="930"/>
                  <a:pt x="1672" y="452"/>
                </a:cubicBezTo>
                <a:cubicBezTo>
                  <a:pt x="1774" y="315"/>
                  <a:pt x="1843" y="145"/>
                  <a:pt x="1672" y="42"/>
                </a:cubicBezTo>
                <a:cubicBezTo>
                  <a:pt x="1633" y="13"/>
                  <a:pt x="1592" y="1"/>
                  <a:pt x="155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6" name="Google Shape;2686;p14"/>
          <p:cNvSpPr/>
          <p:nvPr/>
        </p:nvSpPr>
        <p:spPr>
          <a:xfrm>
            <a:off x="2291760" y="4139640"/>
            <a:ext cx="36360" cy="31680"/>
          </a:xfrm>
          <a:custGeom>
            <a:avLst/>
            <a:gdLst>
              <a:gd name="textAreaLeft" fmla="*/ 0 w 36360"/>
              <a:gd name="textAreaRight" fmla="*/ 36720 w 3636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980" h="1722">
                <a:moveTo>
                  <a:pt x="1815" y="0"/>
                </a:moveTo>
                <a:cubicBezTo>
                  <a:pt x="1737" y="0"/>
                  <a:pt x="1638" y="15"/>
                  <a:pt x="1570" y="15"/>
                </a:cubicBezTo>
                <a:cubicBezTo>
                  <a:pt x="1468" y="15"/>
                  <a:pt x="1468" y="118"/>
                  <a:pt x="1399" y="186"/>
                </a:cubicBezTo>
                <a:lnTo>
                  <a:pt x="205" y="1210"/>
                </a:lnTo>
                <a:cubicBezTo>
                  <a:pt x="137" y="1278"/>
                  <a:pt x="69" y="1346"/>
                  <a:pt x="34" y="1414"/>
                </a:cubicBezTo>
                <a:cubicBezTo>
                  <a:pt x="0" y="1585"/>
                  <a:pt x="103" y="1722"/>
                  <a:pt x="342" y="1722"/>
                </a:cubicBezTo>
                <a:cubicBezTo>
                  <a:pt x="478" y="1653"/>
                  <a:pt x="580" y="1619"/>
                  <a:pt x="649" y="1551"/>
                </a:cubicBezTo>
                <a:cubicBezTo>
                  <a:pt x="990" y="1244"/>
                  <a:pt x="1331" y="937"/>
                  <a:pt x="1672" y="630"/>
                </a:cubicBezTo>
                <a:cubicBezTo>
                  <a:pt x="1775" y="561"/>
                  <a:pt x="1877" y="459"/>
                  <a:pt x="1945" y="322"/>
                </a:cubicBezTo>
                <a:cubicBezTo>
                  <a:pt x="1979" y="254"/>
                  <a:pt x="1979" y="84"/>
                  <a:pt x="1911" y="15"/>
                </a:cubicBezTo>
                <a:cubicBezTo>
                  <a:pt x="1888" y="4"/>
                  <a:pt x="1854" y="0"/>
                  <a:pt x="181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7" name="Google Shape;2687;p14"/>
          <p:cNvSpPr/>
          <p:nvPr/>
        </p:nvSpPr>
        <p:spPr>
          <a:xfrm>
            <a:off x="819360" y="4075560"/>
            <a:ext cx="28800" cy="37440"/>
          </a:xfrm>
          <a:custGeom>
            <a:avLst/>
            <a:gdLst>
              <a:gd name="textAreaLeft" fmla="*/ 0 w 28800"/>
              <a:gd name="textAreaRight" fmla="*/ 29160 w 2880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566" h="2032">
                <a:moveTo>
                  <a:pt x="1374" y="1"/>
                </a:moveTo>
                <a:cubicBezTo>
                  <a:pt x="1301" y="1"/>
                  <a:pt x="1229" y="25"/>
                  <a:pt x="1156" y="49"/>
                </a:cubicBezTo>
                <a:cubicBezTo>
                  <a:pt x="1088" y="117"/>
                  <a:pt x="1054" y="220"/>
                  <a:pt x="986" y="322"/>
                </a:cubicBezTo>
                <a:cubicBezTo>
                  <a:pt x="781" y="663"/>
                  <a:pt x="576" y="1039"/>
                  <a:pt x="337" y="1380"/>
                </a:cubicBezTo>
                <a:cubicBezTo>
                  <a:pt x="269" y="1482"/>
                  <a:pt x="167" y="1585"/>
                  <a:pt x="64" y="1687"/>
                </a:cubicBezTo>
                <a:cubicBezTo>
                  <a:pt x="1" y="1815"/>
                  <a:pt x="86" y="2032"/>
                  <a:pt x="264" y="2032"/>
                </a:cubicBezTo>
                <a:cubicBezTo>
                  <a:pt x="277" y="2032"/>
                  <a:pt x="290" y="2030"/>
                  <a:pt x="303" y="2028"/>
                </a:cubicBezTo>
                <a:cubicBezTo>
                  <a:pt x="372" y="2028"/>
                  <a:pt x="440" y="1994"/>
                  <a:pt x="508" y="1960"/>
                </a:cubicBezTo>
                <a:cubicBezTo>
                  <a:pt x="986" y="1482"/>
                  <a:pt x="1361" y="902"/>
                  <a:pt x="1566" y="254"/>
                </a:cubicBezTo>
                <a:cubicBezTo>
                  <a:pt x="1566" y="254"/>
                  <a:pt x="1566" y="254"/>
                  <a:pt x="1566" y="220"/>
                </a:cubicBezTo>
                <a:cubicBezTo>
                  <a:pt x="1532" y="151"/>
                  <a:pt x="1498" y="15"/>
                  <a:pt x="1464" y="15"/>
                </a:cubicBezTo>
                <a:cubicBezTo>
                  <a:pt x="1434" y="5"/>
                  <a:pt x="1404" y="1"/>
                  <a:pt x="137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8" name="Google Shape;2688;p14"/>
          <p:cNvSpPr/>
          <p:nvPr/>
        </p:nvSpPr>
        <p:spPr>
          <a:xfrm>
            <a:off x="686520" y="4044960"/>
            <a:ext cx="23040" cy="33120"/>
          </a:xfrm>
          <a:custGeom>
            <a:avLst/>
            <a:gdLst>
              <a:gd name="textAreaLeft" fmla="*/ 0 w 23040"/>
              <a:gd name="textAreaRight" fmla="*/ 23400 w 2304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790">
                <a:moveTo>
                  <a:pt x="984" y="0"/>
                </a:moveTo>
                <a:cubicBezTo>
                  <a:pt x="888" y="0"/>
                  <a:pt x="801" y="64"/>
                  <a:pt x="751" y="164"/>
                </a:cubicBezTo>
                <a:cubicBezTo>
                  <a:pt x="512" y="607"/>
                  <a:pt x="273" y="1017"/>
                  <a:pt x="35" y="1460"/>
                </a:cubicBezTo>
                <a:cubicBezTo>
                  <a:pt x="1" y="1563"/>
                  <a:pt x="1" y="1665"/>
                  <a:pt x="69" y="1767"/>
                </a:cubicBezTo>
                <a:cubicBezTo>
                  <a:pt x="125" y="1781"/>
                  <a:pt x="176" y="1790"/>
                  <a:pt x="223" y="1790"/>
                </a:cubicBezTo>
                <a:cubicBezTo>
                  <a:pt x="290" y="1790"/>
                  <a:pt x="350" y="1773"/>
                  <a:pt x="410" y="1733"/>
                </a:cubicBezTo>
                <a:cubicBezTo>
                  <a:pt x="888" y="1358"/>
                  <a:pt x="1024" y="778"/>
                  <a:pt x="1263" y="266"/>
                </a:cubicBezTo>
                <a:cubicBezTo>
                  <a:pt x="1195" y="198"/>
                  <a:pt x="1161" y="61"/>
                  <a:pt x="1092" y="27"/>
                </a:cubicBezTo>
                <a:cubicBezTo>
                  <a:pt x="1056" y="9"/>
                  <a:pt x="1019" y="0"/>
                  <a:pt x="98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09" name="Google Shape;2689;p14"/>
          <p:cNvSpPr/>
          <p:nvPr/>
        </p:nvSpPr>
        <p:spPr>
          <a:xfrm>
            <a:off x="617040" y="4075920"/>
            <a:ext cx="23040" cy="33120"/>
          </a:xfrm>
          <a:custGeom>
            <a:avLst/>
            <a:gdLst>
              <a:gd name="textAreaLeft" fmla="*/ 0 w 23040"/>
              <a:gd name="textAreaRight" fmla="*/ 23400 w 2304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3" h="1798">
                <a:moveTo>
                  <a:pt x="1092" y="1"/>
                </a:moveTo>
                <a:cubicBezTo>
                  <a:pt x="990" y="1"/>
                  <a:pt x="887" y="35"/>
                  <a:pt x="819" y="103"/>
                </a:cubicBezTo>
                <a:cubicBezTo>
                  <a:pt x="546" y="547"/>
                  <a:pt x="307" y="956"/>
                  <a:pt x="102" y="1400"/>
                </a:cubicBezTo>
                <a:cubicBezTo>
                  <a:pt x="0" y="1536"/>
                  <a:pt x="0" y="1707"/>
                  <a:pt x="205" y="1775"/>
                </a:cubicBezTo>
                <a:cubicBezTo>
                  <a:pt x="242" y="1790"/>
                  <a:pt x="276" y="1797"/>
                  <a:pt x="308" y="1797"/>
                </a:cubicBezTo>
                <a:cubicBezTo>
                  <a:pt x="420" y="1797"/>
                  <a:pt x="500" y="1711"/>
                  <a:pt x="580" y="1605"/>
                </a:cubicBezTo>
                <a:lnTo>
                  <a:pt x="1194" y="479"/>
                </a:lnTo>
                <a:cubicBezTo>
                  <a:pt x="1229" y="376"/>
                  <a:pt x="1263" y="308"/>
                  <a:pt x="1263" y="206"/>
                </a:cubicBezTo>
                <a:cubicBezTo>
                  <a:pt x="1229" y="172"/>
                  <a:pt x="1160" y="35"/>
                  <a:pt x="109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0" name="Google Shape;2690;p14"/>
          <p:cNvSpPr/>
          <p:nvPr/>
        </p:nvSpPr>
        <p:spPr>
          <a:xfrm>
            <a:off x="965160" y="4372920"/>
            <a:ext cx="30960" cy="25920"/>
          </a:xfrm>
          <a:custGeom>
            <a:avLst/>
            <a:gdLst>
              <a:gd name="textAreaLeft" fmla="*/ 0 w 30960"/>
              <a:gd name="textAreaRight" fmla="*/ 31320 w 30960"/>
              <a:gd name="textAreaTop" fmla="*/ 0 h 25920"/>
              <a:gd name="textAreaBottom" fmla="*/ 26280 h 25920"/>
            </a:gdLst>
            <a:ahLst/>
            <a:cxnLst/>
            <a:rect l="textAreaLeft" t="textAreaTop" r="textAreaRight" b="textAreaBottom"/>
            <a:pathLst>
              <a:path w="1673" h="1410">
                <a:moveTo>
                  <a:pt x="1456" y="0"/>
                </a:moveTo>
                <a:cubicBezTo>
                  <a:pt x="1425" y="0"/>
                  <a:pt x="1395" y="7"/>
                  <a:pt x="1365" y="22"/>
                </a:cubicBezTo>
                <a:cubicBezTo>
                  <a:pt x="1263" y="56"/>
                  <a:pt x="1161" y="124"/>
                  <a:pt x="1092" y="192"/>
                </a:cubicBezTo>
                <a:cubicBezTo>
                  <a:pt x="819" y="431"/>
                  <a:pt x="581" y="670"/>
                  <a:pt x="308" y="909"/>
                </a:cubicBezTo>
                <a:cubicBezTo>
                  <a:pt x="171" y="1011"/>
                  <a:pt x="1" y="1114"/>
                  <a:pt x="137" y="1318"/>
                </a:cubicBezTo>
                <a:cubicBezTo>
                  <a:pt x="190" y="1384"/>
                  <a:pt x="248" y="1410"/>
                  <a:pt x="307" y="1410"/>
                </a:cubicBezTo>
                <a:cubicBezTo>
                  <a:pt x="401" y="1410"/>
                  <a:pt x="497" y="1347"/>
                  <a:pt x="581" y="1284"/>
                </a:cubicBezTo>
                <a:cubicBezTo>
                  <a:pt x="649" y="1284"/>
                  <a:pt x="683" y="1250"/>
                  <a:pt x="717" y="1216"/>
                </a:cubicBezTo>
                <a:cubicBezTo>
                  <a:pt x="1024" y="943"/>
                  <a:pt x="1297" y="670"/>
                  <a:pt x="1570" y="363"/>
                </a:cubicBezTo>
                <a:cubicBezTo>
                  <a:pt x="1604" y="329"/>
                  <a:pt x="1638" y="260"/>
                  <a:pt x="1673" y="226"/>
                </a:cubicBezTo>
                <a:cubicBezTo>
                  <a:pt x="1673" y="92"/>
                  <a:pt x="1567" y="0"/>
                  <a:pt x="145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1" name="Google Shape;2691;p14"/>
          <p:cNvSpPr/>
          <p:nvPr/>
        </p:nvSpPr>
        <p:spPr>
          <a:xfrm>
            <a:off x="801360" y="4025880"/>
            <a:ext cx="21960" cy="28800"/>
          </a:xfrm>
          <a:custGeom>
            <a:avLst/>
            <a:gdLst>
              <a:gd name="textAreaLeft" fmla="*/ 0 w 21960"/>
              <a:gd name="textAreaRight" fmla="*/ 22320 w 2196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196" h="1568">
                <a:moveTo>
                  <a:pt x="917" y="1"/>
                </a:moveTo>
                <a:cubicBezTo>
                  <a:pt x="821" y="1"/>
                  <a:pt x="710" y="93"/>
                  <a:pt x="683" y="227"/>
                </a:cubicBezTo>
                <a:cubicBezTo>
                  <a:pt x="683" y="261"/>
                  <a:pt x="683" y="261"/>
                  <a:pt x="683" y="295"/>
                </a:cubicBezTo>
                <a:cubicBezTo>
                  <a:pt x="615" y="671"/>
                  <a:pt x="410" y="1012"/>
                  <a:pt x="103" y="1217"/>
                </a:cubicBezTo>
                <a:cubicBezTo>
                  <a:pt x="35" y="1251"/>
                  <a:pt x="35" y="1387"/>
                  <a:pt x="1" y="1490"/>
                </a:cubicBezTo>
                <a:cubicBezTo>
                  <a:pt x="84" y="1517"/>
                  <a:pt x="189" y="1567"/>
                  <a:pt x="280" y="1567"/>
                </a:cubicBezTo>
                <a:cubicBezTo>
                  <a:pt x="302" y="1567"/>
                  <a:pt x="322" y="1564"/>
                  <a:pt x="342" y="1558"/>
                </a:cubicBezTo>
                <a:cubicBezTo>
                  <a:pt x="479" y="1524"/>
                  <a:pt x="615" y="1421"/>
                  <a:pt x="717" y="1319"/>
                </a:cubicBezTo>
                <a:cubicBezTo>
                  <a:pt x="990" y="1012"/>
                  <a:pt x="1161" y="637"/>
                  <a:pt x="1195" y="261"/>
                </a:cubicBezTo>
                <a:cubicBezTo>
                  <a:pt x="1161" y="193"/>
                  <a:pt x="1093" y="56"/>
                  <a:pt x="990" y="22"/>
                </a:cubicBezTo>
                <a:cubicBezTo>
                  <a:pt x="968" y="8"/>
                  <a:pt x="943" y="1"/>
                  <a:pt x="91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2" name="Google Shape;2692;p14"/>
          <p:cNvSpPr/>
          <p:nvPr/>
        </p:nvSpPr>
        <p:spPr>
          <a:xfrm>
            <a:off x="1912680" y="4553280"/>
            <a:ext cx="26280" cy="25560"/>
          </a:xfrm>
          <a:custGeom>
            <a:avLst/>
            <a:gdLst>
              <a:gd name="textAreaLeft" fmla="*/ 0 w 26280"/>
              <a:gd name="textAreaRight" fmla="*/ 26640 w 2628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1435" h="1398">
                <a:moveTo>
                  <a:pt x="1215" y="1"/>
                </a:moveTo>
                <a:cubicBezTo>
                  <a:pt x="1187" y="1"/>
                  <a:pt x="1158" y="6"/>
                  <a:pt x="1127" y="19"/>
                </a:cubicBezTo>
                <a:cubicBezTo>
                  <a:pt x="1059" y="19"/>
                  <a:pt x="1025" y="53"/>
                  <a:pt x="991" y="87"/>
                </a:cubicBezTo>
                <a:cubicBezTo>
                  <a:pt x="683" y="394"/>
                  <a:pt x="342" y="735"/>
                  <a:pt x="69" y="1110"/>
                </a:cubicBezTo>
                <a:cubicBezTo>
                  <a:pt x="1" y="1179"/>
                  <a:pt x="1" y="1247"/>
                  <a:pt x="69" y="1349"/>
                </a:cubicBezTo>
                <a:cubicBezTo>
                  <a:pt x="117" y="1373"/>
                  <a:pt x="200" y="1398"/>
                  <a:pt x="280" y="1398"/>
                </a:cubicBezTo>
                <a:cubicBezTo>
                  <a:pt x="313" y="1398"/>
                  <a:pt x="346" y="1393"/>
                  <a:pt x="376" y="1383"/>
                </a:cubicBezTo>
                <a:cubicBezTo>
                  <a:pt x="410" y="1383"/>
                  <a:pt x="479" y="1383"/>
                  <a:pt x="513" y="1349"/>
                </a:cubicBezTo>
                <a:lnTo>
                  <a:pt x="1400" y="326"/>
                </a:lnTo>
                <a:cubicBezTo>
                  <a:pt x="1434" y="326"/>
                  <a:pt x="1434" y="292"/>
                  <a:pt x="1434" y="257"/>
                </a:cubicBezTo>
                <a:cubicBezTo>
                  <a:pt x="1434" y="118"/>
                  <a:pt x="1342" y="1"/>
                  <a:pt x="12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3" name="Google Shape;2693;p14"/>
          <p:cNvSpPr/>
          <p:nvPr/>
        </p:nvSpPr>
        <p:spPr>
          <a:xfrm>
            <a:off x="735120" y="4044960"/>
            <a:ext cx="19440" cy="26280"/>
          </a:xfrm>
          <a:custGeom>
            <a:avLst/>
            <a:gdLst>
              <a:gd name="textAreaLeft" fmla="*/ 0 w 19440"/>
              <a:gd name="textAreaRight" fmla="*/ 19800 w 19440"/>
              <a:gd name="textAreaTop" fmla="*/ 0 h 26280"/>
              <a:gd name="textAreaBottom" fmla="*/ 26640 h 26280"/>
            </a:gdLst>
            <a:ahLst/>
            <a:cxnLst/>
            <a:rect l="textAreaLeft" t="textAreaTop" r="textAreaRight" b="textAreaBottom"/>
            <a:pathLst>
              <a:path w="1059" h="1436">
                <a:moveTo>
                  <a:pt x="779" y="0"/>
                </a:moveTo>
                <a:cubicBezTo>
                  <a:pt x="682" y="0"/>
                  <a:pt x="566" y="86"/>
                  <a:pt x="513" y="193"/>
                </a:cubicBezTo>
                <a:cubicBezTo>
                  <a:pt x="479" y="568"/>
                  <a:pt x="308" y="875"/>
                  <a:pt x="35" y="1148"/>
                </a:cubicBezTo>
                <a:cubicBezTo>
                  <a:pt x="1" y="1182"/>
                  <a:pt x="35" y="1319"/>
                  <a:pt x="69" y="1387"/>
                </a:cubicBezTo>
                <a:cubicBezTo>
                  <a:pt x="117" y="1411"/>
                  <a:pt x="183" y="1435"/>
                  <a:pt x="241" y="1435"/>
                </a:cubicBezTo>
                <a:cubicBezTo>
                  <a:pt x="265" y="1435"/>
                  <a:pt x="288" y="1431"/>
                  <a:pt x="308" y="1421"/>
                </a:cubicBezTo>
                <a:cubicBezTo>
                  <a:pt x="513" y="1353"/>
                  <a:pt x="649" y="1216"/>
                  <a:pt x="786" y="1046"/>
                </a:cubicBezTo>
                <a:cubicBezTo>
                  <a:pt x="922" y="773"/>
                  <a:pt x="991" y="534"/>
                  <a:pt x="1059" y="261"/>
                </a:cubicBezTo>
                <a:cubicBezTo>
                  <a:pt x="991" y="193"/>
                  <a:pt x="956" y="56"/>
                  <a:pt x="854" y="22"/>
                </a:cubicBezTo>
                <a:cubicBezTo>
                  <a:pt x="832" y="7"/>
                  <a:pt x="806" y="0"/>
                  <a:pt x="77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4" name="Google Shape;2694;p14"/>
          <p:cNvSpPr/>
          <p:nvPr/>
        </p:nvSpPr>
        <p:spPr>
          <a:xfrm>
            <a:off x="919080" y="4478040"/>
            <a:ext cx="25200" cy="15480"/>
          </a:xfrm>
          <a:custGeom>
            <a:avLst/>
            <a:gdLst>
              <a:gd name="textAreaLeft" fmla="*/ 0 w 25200"/>
              <a:gd name="textAreaRight" fmla="*/ 25560 w 2520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366" h="856">
                <a:moveTo>
                  <a:pt x="1052" y="1"/>
                </a:moveTo>
                <a:cubicBezTo>
                  <a:pt x="1032" y="1"/>
                  <a:pt x="1011" y="2"/>
                  <a:pt x="990" y="6"/>
                </a:cubicBezTo>
                <a:cubicBezTo>
                  <a:pt x="683" y="6"/>
                  <a:pt x="376" y="176"/>
                  <a:pt x="137" y="449"/>
                </a:cubicBezTo>
                <a:cubicBezTo>
                  <a:pt x="69" y="552"/>
                  <a:pt x="1" y="688"/>
                  <a:pt x="137" y="791"/>
                </a:cubicBezTo>
                <a:cubicBezTo>
                  <a:pt x="214" y="837"/>
                  <a:pt x="277" y="855"/>
                  <a:pt x="333" y="855"/>
                </a:cubicBezTo>
                <a:cubicBezTo>
                  <a:pt x="400" y="855"/>
                  <a:pt x="456" y="828"/>
                  <a:pt x="512" y="791"/>
                </a:cubicBezTo>
                <a:cubicBezTo>
                  <a:pt x="717" y="654"/>
                  <a:pt x="956" y="586"/>
                  <a:pt x="1127" y="484"/>
                </a:cubicBezTo>
                <a:cubicBezTo>
                  <a:pt x="1229" y="415"/>
                  <a:pt x="1297" y="347"/>
                  <a:pt x="1365" y="313"/>
                </a:cubicBezTo>
                <a:cubicBezTo>
                  <a:pt x="1365" y="129"/>
                  <a:pt x="1228" y="1"/>
                  <a:pt x="105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5" name="Google Shape;2695;p14"/>
          <p:cNvSpPr/>
          <p:nvPr/>
        </p:nvSpPr>
        <p:spPr>
          <a:xfrm>
            <a:off x="686880" y="4280040"/>
            <a:ext cx="12960" cy="16560"/>
          </a:xfrm>
          <a:custGeom>
            <a:avLst/>
            <a:gdLst>
              <a:gd name="textAreaLeft" fmla="*/ 0 w 12960"/>
              <a:gd name="textAreaRight" fmla="*/ 13320 w 1296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718" h="910">
                <a:moveTo>
                  <a:pt x="407" y="1"/>
                </a:moveTo>
                <a:cubicBezTo>
                  <a:pt x="319" y="1"/>
                  <a:pt x="225" y="87"/>
                  <a:pt x="171" y="193"/>
                </a:cubicBezTo>
                <a:cubicBezTo>
                  <a:pt x="103" y="330"/>
                  <a:pt x="35" y="466"/>
                  <a:pt x="1" y="603"/>
                </a:cubicBezTo>
                <a:cubicBezTo>
                  <a:pt x="35" y="705"/>
                  <a:pt x="69" y="807"/>
                  <a:pt x="103" y="910"/>
                </a:cubicBezTo>
                <a:cubicBezTo>
                  <a:pt x="239" y="876"/>
                  <a:pt x="376" y="876"/>
                  <a:pt x="444" y="807"/>
                </a:cubicBezTo>
                <a:cubicBezTo>
                  <a:pt x="547" y="637"/>
                  <a:pt x="649" y="466"/>
                  <a:pt x="717" y="296"/>
                </a:cubicBezTo>
                <a:cubicBezTo>
                  <a:pt x="649" y="193"/>
                  <a:pt x="581" y="57"/>
                  <a:pt x="478" y="23"/>
                </a:cubicBezTo>
                <a:cubicBezTo>
                  <a:pt x="456" y="8"/>
                  <a:pt x="432" y="1"/>
                  <a:pt x="40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6" name="Google Shape;2696;p14"/>
          <p:cNvSpPr/>
          <p:nvPr/>
        </p:nvSpPr>
        <p:spPr>
          <a:xfrm>
            <a:off x="1979640" y="4501080"/>
            <a:ext cx="12960" cy="9360"/>
          </a:xfrm>
          <a:custGeom>
            <a:avLst/>
            <a:gdLst>
              <a:gd name="textAreaLeft" fmla="*/ 0 w 12960"/>
              <a:gd name="textAreaRight" fmla="*/ 13320 w 12960"/>
              <a:gd name="textAreaTop" fmla="*/ 0 h 9360"/>
              <a:gd name="textAreaBottom" fmla="*/ 9720 h 9360"/>
            </a:gdLst>
            <a:ahLst/>
            <a:cxnLst/>
            <a:rect l="textAreaLeft" t="textAreaTop" r="textAreaRight" b="textAreaBottom"/>
            <a:pathLst>
              <a:path w="718" h="518">
                <a:moveTo>
                  <a:pt x="382" y="1"/>
                </a:moveTo>
                <a:cubicBezTo>
                  <a:pt x="346" y="1"/>
                  <a:pt x="310" y="6"/>
                  <a:pt x="274" y="18"/>
                </a:cubicBezTo>
                <a:cubicBezTo>
                  <a:pt x="103" y="18"/>
                  <a:pt x="1" y="155"/>
                  <a:pt x="35" y="291"/>
                </a:cubicBezTo>
                <a:cubicBezTo>
                  <a:pt x="62" y="426"/>
                  <a:pt x="173" y="518"/>
                  <a:pt x="286" y="518"/>
                </a:cubicBezTo>
                <a:cubicBezTo>
                  <a:pt x="316" y="518"/>
                  <a:pt x="347" y="511"/>
                  <a:pt x="376" y="496"/>
                </a:cubicBezTo>
                <a:cubicBezTo>
                  <a:pt x="513" y="462"/>
                  <a:pt x="615" y="394"/>
                  <a:pt x="717" y="291"/>
                </a:cubicBezTo>
                <a:cubicBezTo>
                  <a:pt x="689" y="123"/>
                  <a:pt x="546" y="1"/>
                  <a:pt x="38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7" name="Google Shape;2697;p14"/>
          <p:cNvSpPr/>
          <p:nvPr/>
        </p:nvSpPr>
        <p:spPr>
          <a:xfrm>
            <a:off x="767160" y="4011480"/>
            <a:ext cx="9000" cy="11160"/>
          </a:xfrm>
          <a:custGeom>
            <a:avLst/>
            <a:gdLst>
              <a:gd name="textAreaLeft" fmla="*/ 0 w 9000"/>
              <a:gd name="textAreaRight" fmla="*/ 9360 w 900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509" h="619">
                <a:moveTo>
                  <a:pt x="260" y="0"/>
                </a:moveTo>
                <a:cubicBezTo>
                  <a:pt x="111" y="0"/>
                  <a:pt x="0" y="153"/>
                  <a:pt x="31" y="278"/>
                </a:cubicBezTo>
                <a:cubicBezTo>
                  <a:pt x="65" y="380"/>
                  <a:pt x="168" y="448"/>
                  <a:pt x="270" y="619"/>
                </a:cubicBezTo>
                <a:cubicBezTo>
                  <a:pt x="372" y="482"/>
                  <a:pt x="441" y="346"/>
                  <a:pt x="509" y="209"/>
                </a:cubicBezTo>
                <a:cubicBezTo>
                  <a:pt x="509" y="107"/>
                  <a:pt x="372" y="5"/>
                  <a:pt x="304" y="5"/>
                </a:cubicBezTo>
                <a:cubicBezTo>
                  <a:pt x="289" y="2"/>
                  <a:pt x="275" y="0"/>
                  <a:pt x="26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8" name="Google Shape;2698;p14"/>
          <p:cNvSpPr/>
          <p:nvPr/>
        </p:nvSpPr>
        <p:spPr>
          <a:xfrm>
            <a:off x="1298880" y="4118040"/>
            <a:ext cx="190440" cy="197640"/>
          </a:xfrm>
          <a:custGeom>
            <a:avLst/>
            <a:gdLst>
              <a:gd name="textAreaLeft" fmla="*/ 0 w 190440"/>
              <a:gd name="textAreaRight" fmla="*/ 190800 w 190440"/>
              <a:gd name="textAreaTop" fmla="*/ 0 h 197640"/>
              <a:gd name="textAreaBottom" fmla="*/ 198000 h 197640"/>
            </a:gdLst>
            <a:ahLst/>
            <a:cxnLst/>
            <a:rect l="textAreaLeft" t="textAreaTop" r="textAreaRight" b="textAreaBottom"/>
            <a:pathLst>
              <a:path w="10238" h="10622">
                <a:moveTo>
                  <a:pt x="9828" y="1"/>
                </a:moveTo>
                <a:cubicBezTo>
                  <a:pt x="9741" y="1"/>
                  <a:pt x="9673" y="32"/>
                  <a:pt x="9623" y="82"/>
                </a:cubicBezTo>
                <a:cubicBezTo>
                  <a:pt x="9555" y="117"/>
                  <a:pt x="9452" y="219"/>
                  <a:pt x="9486" y="287"/>
                </a:cubicBezTo>
                <a:cubicBezTo>
                  <a:pt x="9520" y="424"/>
                  <a:pt x="9555" y="560"/>
                  <a:pt x="9623" y="697"/>
                </a:cubicBezTo>
                <a:lnTo>
                  <a:pt x="3071" y="7590"/>
                </a:lnTo>
                <a:cubicBezTo>
                  <a:pt x="2896" y="7414"/>
                  <a:pt x="2802" y="7329"/>
                  <a:pt x="2705" y="7329"/>
                </a:cubicBezTo>
                <a:cubicBezTo>
                  <a:pt x="2614" y="7329"/>
                  <a:pt x="2521" y="7406"/>
                  <a:pt x="2355" y="7555"/>
                </a:cubicBezTo>
                <a:cubicBezTo>
                  <a:pt x="1570" y="8272"/>
                  <a:pt x="853" y="9091"/>
                  <a:pt x="239" y="9944"/>
                </a:cubicBezTo>
                <a:cubicBezTo>
                  <a:pt x="137" y="10046"/>
                  <a:pt x="68" y="10183"/>
                  <a:pt x="34" y="10285"/>
                </a:cubicBezTo>
                <a:cubicBezTo>
                  <a:pt x="0" y="10422"/>
                  <a:pt x="34" y="10524"/>
                  <a:pt x="102" y="10592"/>
                </a:cubicBezTo>
                <a:cubicBezTo>
                  <a:pt x="124" y="10614"/>
                  <a:pt x="155" y="10622"/>
                  <a:pt x="189" y="10622"/>
                </a:cubicBezTo>
                <a:cubicBezTo>
                  <a:pt x="267" y="10622"/>
                  <a:pt x="363" y="10582"/>
                  <a:pt x="410" y="10558"/>
                </a:cubicBezTo>
                <a:cubicBezTo>
                  <a:pt x="512" y="10490"/>
                  <a:pt x="546" y="10422"/>
                  <a:pt x="580" y="10319"/>
                </a:cubicBezTo>
                <a:cubicBezTo>
                  <a:pt x="1263" y="9398"/>
                  <a:pt x="2013" y="8579"/>
                  <a:pt x="2832" y="7828"/>
                </a:cubicBezTo>
                <a:cubicBezTo>
                  <a:pt x="3016" y="8012"/>
                  <a:pt x="3131" y="8107"/>
                  <a:pt x="3240" y="8107"/>
                </a:cubicBezTo>
                <a:cubicBezTo>
                  <a:pt x="3334" y="8107"/>
                  <a:pt x="3423" y="8038"/>
                  <a:pt x="3549" y="7897"/>
                </a:cubicBezTo>
                <a:lnTo>
                  <a:pt x="3617" y="7828"/>
                </a:lnTo>
                <a:lnTo>
                  <a:pt x="9964" y="1106"/>
                </a:lnTo>
                <a:cubicBezTo>
                  <a:pt x="10032" y="1038"/>
                  <a:pt x="10101" y="970"/>
                  <a:pt x="10169" y="867"/>
                </a:cubicBezTo>
                <a:cubicBezTo>
                  <a:pt x="10203" y="765"/>
                  <a:pt x="10237" y="628"/>
                  <a:pt x="10169" y="594"/>
                </a:cubicBezTo>
                <a:cubicBezTo>
                  <a:pt x="10066" y="492"/>
                  <a:pt x="10032" y="355"/>
                  <a:pt x="10032" y="219"/>
                </a:cubicBezTo>
                <a:cubicBezTo>
                  <a:pt x="10032" y="151"/>
                  <a:pt x="9964" y="14"/>
                  <a:pt x="9930" y="14"/>
                </a:cubicBezTo>
                <a:cubicBezTo>
                  <a:pt x="9893" y="5"/>
                  <a:pt x="9859" y="1"/>
                  <a:pt x="982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19" name="Google Shape;2699;p14"/>
          <p:cNvSpPr/>
          <p:nvPr/>
        </p:nvSpPr>
        <p:spPr>
          <a:xfrm>
            <a:off x="1485720" y="4272120"/>
            <a:ext cx="70920" cy="87120"/>
          </a:xfrm>
          <a:custGeom>
            <a:avLst/>
            <a:gdLst>
              <a:gd name="textAreaLeft" fmla="*/ 0 w 70920"/>
              <a:gd name="textAreaRight" fmla="*/ 71280 w 70920"/>
              <a:gd name="textAreaTop" fmla="*/ 0 h 87120"/>
              <a:gd name="textAreaBottom" fmla="*/ 87480 h 87120"/>
            </a:gdLst>
            <a:ahLst/>
            <a:cxnLst/>
            <a:rect l="textAreaLeft" t="textAreaTop" r="textAreaRight" b="textAreaBottom"/>
            <a:pathLst>
              <a:path w="3823" h="4702">
                <a:moveTo>
                  <a:pt x="3515" y="1"/>
                </a:moveTo>
                <a:cubicBezTo>
                  <a:pt x="3413" y="69"/>
                  <a:pt x="3344" y="103"/>
                  <a:pt x="3310" y="172"/>
                </a:cubicBezTo>
                <a:cubicBezTo>
                  <a:pt x="3071" y="479"/>
                  <a:pt x="2867" y="752"/>
                  <a:pt x="2628" y="1059"/>
                </a:cubicBezTo>
                <a:cubicBezTo>
                  <a:pt x="1843" y="2014"/>
                  <a:pt x="1058" y="3004"/>
                  <a:pt x="273" y="3959"/>
                </a:cubicBezTo>
                <a:cubicBezTo>
                  <a:pt x="171" y="4096"/>
                  <a:pt x="69" y="4266"/>
                  <a:pt x="34" y="4437"/>
                </a:cubicBezTo>
                <a:cubicBezTo>
                  <a:pt x="0" y="4505"/>
                  <a:pt x="34" y="4608"/>
                  <a:pt x="103" y="4676"/>
                </a:cubicBezTo>
                <a:cubicBezTo>
                  <a:pt x="154" y="4693"/>
                  <a:pt x="205" y="4701"/>
                  <a:pt x="256" y="4701"/>
                </a:cubicBezTo>
                <a:cubicBezTo>
                  <a:pt x="307" y="4701"/>
                  <a:pt x="359" y="4693"/>
                  <a:pt x="410" y="4676"/>
                </a:cubicBezTo>
                <a:cubicBezTo>
                  <a:pt x="512" y="4608"/>
                  <a:pt x="546" y="4505"/>
                  <a:pt x="614" y="4437"/>
                </a:cubicBezTo>
                <a:cubicBezTo>
                  <a:pt x="819" y="4164"/>
                  <a:pt x="1024" y="3891"/>
                  <a:pt x="1229" y="3618"/>
                </a:cubicBezTo>
                <a:cubicBezTo>
                  <a:pt x="1979" y="2663"/>
                  <a:pt x="2730" y="1741"/>
                  <a:pt x="3481" y="820"/>
                </a:cubicBezTo>
                <a:cubicBezTo>
                  <a:pt x="3617" y="683"/>
                  <a:pt x="3686" y="513"/>
                  <a:pt x="3788" y="342"/>
                </a:cubicBezTo>
                <a:cubicBezTo>
                  <a:pt x="3822" y="206"/>
                  <a:pt x="3720" y="35"/>
                  <a:pt x="35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560" bIns="43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0" name="Google Shape;2700;p14"/>
          <p:cNvSpPr/>
          <p:nvPr/>
        </p:nvSpPr>
        <p:spPr>
          <a:xfrm>
            <a:off x="1464840" y="4134240"/>
            <a:ext cx="75960" cy="77400"/>
          </a:xfrm>
          <a:custGeom>
            <a:avLst/>
            <a:gdLst>
              <a:gd name="textAreaLeft" fmla="*/ 0 w 75960"/>
              <a:gd name="textAreaRight" fmla="*/ 76320 w 75960"/>
              <a:gd name="textAreaTop" fmla="*/ 0 h 77400"/>
              <a:gd name="textAreaBottom" fmla="*/ 77760 h 77400"/>
            </a:gdLst>
            <a:ahLst/>
            <a:cxnLst/>
            <a:rect l="textAreaLeft" t="textAreaTop" r="textAreaRight" b="textAreaBottom"/>
            <a:pathLst>
              <a:path w="4095" h="4166">
                <a:moveTo>
                  <a:pt x="3716" y="0"/>
                </a:moveTo>
                <a:cubicBezTo>
                  <a:pt x="3622" y="0"/>
                  <a:pt x="3507" y="78"/>
                  <a:pt x="3344" y="241"/>
                </a:cubicBezTo>
                <a:cubicBezTo>
                  <a:pt x="2491" y="1060"/>
                  <a:pt x="1672" y="1845"/>
                  <a:pt x="887" y="2664"/>
                </a:cubicBezTo>
                <a:cubicBezTo>
                  <a:pt x="614" y="2937"/>
                  <a:pt x="376" y="3210"/>
                  <a:pt x="137" y="3517"/>
                </a:cubicBezTo>
                <a:cubicBezTo>
                  <a:pt x="68" y="3619"/>
                  <a:pt x="0" y="3722"/>
                  <a:pt x="0" y="3858"/>
                </a:cubicBezTo>
                <a:cubicBezTo>
                  <a:pt x="0" y="3926"/>
                  <a:pt x="103" y="4029"/>
                  <a:pt x="171" y="4165"/>
                </a:cubicBezTo>
                <a:cubicBezTo>
                  <a:pt x="341" y="4063"/>
                  <a:pt x="478" y="3961"/>
                  <a:pt x="614" y="3824"/>
                </a:cubicBezTo>
                <a:cubicBezTo>
                  <a:pt x="1638" y="2766"/>
                  <a:pt x="2696" y="1674"/>
                  <a:pt x="3720" y="582"/>
                </a:cubicBezTo>
                <a:cubicBezTo>
                  <a:pt x="3856" y="446"/>
                  <a:pt x="4095" y="309"/>
                  <a:pt x="3890" y="105"/>
                </a:cubicBezTo>
                <a:cubicBezTo>
                  <a:pt x="3835" y="36"/>
                  <a:pt x="3780" y="0"/>
                  <a:pt x="371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880" bIns="38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1" name="Google Shape;2701;p14"/>
          <p:cNvSpPr/>
          <p:nvPr/>
        </p:nvSpPr>
        <p:spPr>
          <a:xfrm>
            <a:off x="1340280" y="4333320"/>
            <a:ext cx="74160" cy="63000"/>
          </a:xfrm>
          <a:custGeom>
            <a:avLst/>
            <a:gdLst>
              <a:gd name="textAreaLeft" fmla="*/ 0 w 74160"/>
              <a:gd name="textAreaRight" fmla="*/ 74520 w 74160"/>
              <a:gd name="textAreaTop" fmla="*/ 0 h 63000"/>
              <a:gd name="textAreaBottom" fmla="*/ 63360 h 63000"/>
            </a:gdLst>
            <a:ahLst/>
            <a:cxnLst/>
            <a:rect l="textAreaLeft" t="textAreaTop" r="textAreaRight" b="textAreaBottom"/>
            <a:pathLst>
              <a:path w="3993" h="3411">
                <a:moveTo>
                  <a:pt x="3641" y="0"/>
                </a:moveTo>
                <a:cubicBezTo>
                  <a:pt x="3542" y="0"/>
                  <a:pt x="3468" y="67"/>
                  <a:pt x="3378" y="134"/>
                </a:cubicBezTo>
                <a:cubicBezTo>
                  <a:pt x="2355" y="1022"/>
                  <a:pt x="1331" y="1909"/>
                  <a:pt x="341" y="2796"/>
                </a:cubicBezTo>
                <a:cubicBezTo>
                  <a:pt x="239" y="2898"/>
                  <a:pt x="137" y="2967"/>
                  <a:pt x="102" y="3103"/>
                </a:cubicBezTo>
                <a:cubicBezTo>
                  <a:pt x="0" y="3240"/>
                  <a:pt x="137" y="3410"/>
                  <a:pt x="375" y="3410"/>
                </a:cubicBezTo>
                <a:cubicBezTo>
                  <a:pt x="478" y="3342"/>
                  <a:pt x="580" y="3274"/>
                  <a:pt x="648" y="3205"/>
                </a:cubicBezTo>
                <a:cubicBezTo>
                  <a:pt x="1502" y="2489"/>
                  <a:pt x="2355" y="1772"/>
                  <a:pt x="3208" y="1056"/>
                </a:cubicBezTo>
                <a:cubicBezTo>
                  <a:pt x="3447" y="885"/>
                  <a:pt x="3651" y="680"/>
                  <a:pt x="3822" y="476"/>
                </a:cubicBezTo>
                <a:cubicBezTo>
                  <a:pt x="3958" y="339"/>
                  <a:pt x="3993" y="168"/>
                  <a:pt x="3822" y="66"/>
                </a:cubicBezTo>
                <a:cubicBezTo>
                  <a:pt x="3751" y="19"/>
                  <a:pt x="3693" y="0"/>
                  <a:pt x="36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680" bIns="31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2" name="Google Shape;2702;p14"/>
          <p:cNvSpPr/>
          <p:nvPr/>
        </p:nvSpPr>
        <p:spPr>
          <a:xfrm>
            <a:off x="1433160" y="4436640"/>
            <a:ext cx="65880" cy="65880"/>
          </a:xfrm>
          <a:custGeom>
            <a:avLst/>
            <a:gdLst>
              <a:gd name="textAreaLeft" fmla="*/ 0 w 65880"/>
              <a:gd name="textAreaRight" fmla="*/ 66240 w 65880"/>
              <a:gd name="textAreaTop" fmla="*/ 0 h 65880"/>
              <a:gd name="textAreaBottom" fmla="*/ 66240 h 65880"/>
            </a:gdLst>
            <a:ahLst/>
            <a:cxnLst/>
            <a:rect l="textAreaLeft" t="textAreaTop" r="textAreaRight" b="textAreaBottom"/>
            <a:pathLst>
              <a:path w="3549" h="3550">
                <a:moveTo>
                  <a:pt x="3208" y="1"/>
                </a:moveTo>
                <a:cubicBezTo>
                  <a:pt x="3071" y="69"/>
                  <a:pt x="2935" y="171"/>
                  <a:pt x="2832" y="308"/>
                </a:cubicBezTo>
                <a:cubicBezTo>
                  <a:pt x="2013" y="1161"/>
                  <a:pt x="1194" y="2014"/>
                  <a:pt x="375" y="2901"/>
                </a:cubicBezTo>
                <a:cubicBezTo>
                  <a:pt x="273" y="2970"/>
                  <a:pt x="205" y="3072"/>
                  <a:pt x="102" y="3208"/>
                </a:cubicBezTo>
                <a:cubicBezTo>
                  <a:pt x="0" y="3379"/>
                  <a:pt x="102" y="3550"/>
                  <a:pt x="410" y="3550"/>
                </a:cubicBezTo>
                <a:cubicBezTo>
                  <a:pt x="546" y="3447"/>
                  <a:pt x="683" y="3345"/>
                  <a:pt x="819" y="3243"/>
                </a:cubicBezTo>
                <a:cubicBezTo>
                  <a:pt x="1672" y="2321"/>
                  <a:pt x="2525" y="1400"/>
                  <a:pt x="3378" y="479"/>
                </a:cubicBezTo>
                <a:cubicBezTo>
                  <a:pt x="3412" y="444"/>
                  <a:pt x="3481" y="376"/>
                  <a:pt x="3515" y="308"/>
                </a:cubicBezTo>
                <a:cubicBezTo>
                  <a:pt x="3515" y="240"/>
                  <a:pt x="3549" y="103"/>
                  <a:pt x="3515" y="69"/>
                </a:cubicBezTo>
                <a:cubicBezTo>
                  <a:pt x="3412" y="1"/>
                  <a:pt x="3310" y="1"/>
                  <a:pt x="320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120" bIns="33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3" name="Google Shape;2703;p14"/>
          <p:cNvSpPr/>
          <p:nvPr/>
        </p:nvSpPr>
        <p:spPr>
          <a:xfrm>
            <a:off x="1506600" y="4058640"/>
            <a:ext cx="60840" cy="70920"/>
          </a:xfrm>
          <a:custGeom>
            <a:avLst/>
            <a:gdLst>
              <a:gd name="textAreaLeft" fmla="*/ 0 w 60840"/>
              <a:gd name="textAreaRight" fmla="*/ 61200 w 60840"/>
              <a:gd name="textAreaTop" fmla="*/ 0 h 70920"/>
              <a:gd name="textAreaBottom" fmla="*/ 71280 h 70920"/>
            </a:gdLst>
            <a:ahLst/>
            <a:cxnLst/>
            <a:rect l="textAreaLeft" t="textAreaTop" r="textAreaRight" b="textAreaBottom"/>
            <a:pathLst>
              <a:path w="3277" h="3830">
                <a:moveTo>
                  <a:pt x="2975" y="0"/>
                </a:moveTo>
                <a:cubicBezTo>
                  <a:pt x="2874" y="0"/>
                  <a:pt x="2794" y="80"/>
                  <a:pt x="2696" y="178"/>
                </a:cubicBezTo>
                <a:cubicBezTo>
                  <a:pt x="1843" y="1202"/>
                  <a:pt x="990" y="2260"/>
                  <a:pt x="137" y="3283"/>
                </a:cubicBezTo>
                <a:cubicBezTo>
                  <a:pt x="103" y="3352"/>
                  <a:pt x="0" y="3420"/>
                  <a:pt x="0" y="3488"/>
                </a:cubicBezTo>
                <a:cubicBezTo>
                  <a:pt x="34" y="3625"/>
                  <a:pt x="103" y="3727"/>
                  <a:pt x="171" y="3829"/>
                </a:cubicBezTo>
                <a:cubicBezTo>
                  <a:pt x="410" y="3761"/>
                  <a:pt x="615" y="3625"/>
                  <a:pt x="751" y="3420"/>
                </a:cubicBezTo>
                <a:cubicBezTo>
                  <a:pt x="1468" y="2533"/>
                  <a:pt x="2184" y="1646"/>
                  <a:pt x="2867" y="758"/>
                </a:cubicBezTo>
                <a:cubicBezTo>
                  <a:pt x="2969" y="656"/>
                  <a:pt x="3037" y="554"/>
                  <a:pt x="3106" y="417"/>
                </a:cubicBezTo>
                <a:cubicBezTo>
                  <a:pt x="3242" y="281"/>
                  <a:pt x="3276" y="110"/>
                  <a:pt x="3106" y="42"/>
                </a:cubicBezTo>
                <a:cubicBezTo>
                  <a:pt x="3057" y="13"/>
                  <a:pt x="3014" y="0"/>
                  <a:pt x="297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640" bIns="35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4" name="Google Shape;2704;p14"/>
          <p:cNvSpPr/>
          <p:nvPr/>
        </p:nvSpPr>
        <p:spPr>
          <a:xfrm>
            <a:off x="1397520" y="4108320"/>
            <a:ext cx="57960" cy="70200"/>
          </a:xfrm>
          <a:custGeom>
            <a:avLst/>
            <a:gdLst>
              <a:gd name="textAreaLeft" fmla="*/ 0 w 57960"/>
              <a:gd name="textAreaRight" fmla="*/ 58320 w 57960"/>
              <a:gd name="textAreaTop" fmla="*/ 0 h 70200"/>
              <a:gd name="textAreaBottom" fmla="*/ 70560 h 70200"/>
            </a:gdLst>
            <a:ahLst/>
            <a:cxnLst/>
            <a:rect l="textAreaLeft" t="textAreaTop" r="textAreaRight" b="textAreaBottom"/>
            <a:pathLst>
              <a:path w="3140" h="3794">
                <a:moveTo>
                  <a:pt x="2969" y="0"/>
                </a:moveTo>
                <a:cubicBezTo>
                  <a:pt x="2832" y="103"/>
                  <a:pt x="2730" y="171"/>
                  <a:pt x="2628" y="273"/>
                </a:cubicBezTo>
                <a:cubicBezTo>
                  <a:pt x="2457" y="444"/>
                  <a:pt x="2321" y="649"/>
                  <a:pt x="2150" y="819"/>
                </a:cubicBezTo>
                <a:cubicBezTo>
                  <a:pt x="1536" y="1570"/>
                  <a:pt x="922" y="2286"/>
                  <a:pt x="307" y="3037"/>
                </a:cubicBezTo>
                <a:cubicBezTo>
                  <a:pt x="171" y="3174"/>
                  <a:pt x="103" y="3310"/>
                  <a:pt x="34" y="3481"/>
                </a:cubicBezTo>
                <a:cubicBezTo>
                  <a:pt x="0" y="3549"/>
                  <a:pt x="68" y="3686"/>
                  <a:pt x="137" y="3754"/>
                </a:cubicBezTo>
                <a:cubicBezTo>
                  <a:pt x="180" y="3783"/>
                  <a:pt x="223" y="3793"/>
                  <a:pt x="264" y="3793"/>
                </a:cubicBezTo>
                <a:cubicBezTo>
                  <a:pt x="319" y="3793"/>
                  <a:pt x="370" y="3773"/>
                  <a:pt x="410" y="3754"/>
                </a:cubicBezTo>
                <a:cubicBezTo>
                  <a:pt x="478" y="3720"/>
                  <a:pt x="546" y="3651"/>
                  <a:pt x="580" y="3583"/>
                </a:cubicBezTo>
                <a:cubicBezTo>
                  <a:pt x="1365" y="2628"/>
                  <a:pt x="2150" y="1672"/>
                  <a:pt x="2969" y="683"/>
                </a:cubicBezTo>
                <a:cubicBezTo>
                  <a:pt x="3037" y="580"/>
                  <a:pt x="3105" y="478"/>
                  <a:pt x="3140" y="341"/>
                </a:cubicBezTo>
                <a:cubicBezTo>
                  <a:pt x="3140" y="239"/>
                  <a:pt x="3037" y="171"/>
                  <a:pt x="29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280" bIns="35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5" name="Google Shape;2705;p14"/>
          <p:cNvSpPr/>
          <p:nvPr/>
        </p:nvSpPr>
        <p:spPr>
          <a:xfrm>
            <a:off x="1557720" y="3921120"/>
            <a:ext cx="59400" cy="66240"/>
          </a:xfrm>
          <a:custGeom>
            <a:avLst/>
            <a:gdLst>
              <a:gd name="textAreaLeft" fmla="*/ 0 w 59400"/>
              <a:gd name="textAreaRight" fmla="*/ 59760 w 59400"/>
              <a:gd name="textAreaTop" fmla="*/ 0 h 66240"/>
              <a:gd name="textAreaBottom" fmla="*/ 66600 h 66240"/>
            </a:gdLst>
            <a:ahLst/>
            <a:cxnLst/>
            <a:rect l="textAreaLeft" t="textAreaTop" r="textAreaRight" b="textAreaBottom"/>
            <a:pathLst>
              <a:path w="3199" h="3576">
                <a:moveTo>
                  <a:pt x="2956" y="1"/>
                </a:moveTo>
                <a:cubicBezTo>
                  <a:pt x="2902" y="1"/>
                  <a:pt x="2846" y="9"/>
                  <a:pt x="2789" y="23"/>
                </a:cubicBezTo>
                <a:cubicBezTo>
                  <a:pt x="2687" y="57"/>
                  <a:pt x="2619" y="125"/>
                  <a:pt x="2550" y="228"/>
                </a:cubicBezTo>
                <a:cubicBezTo>
                  <a:pt x="1902" y="1013"/>
                  <a:pt x="1220" y="1763"/>
                  <a:pt x="571" y="2548"/>
                </a:cubicBezTo>
                <a:cubicBezTo>
                  <a:pt x="401" y="2753"/>
                  <a:pt x="264" y="2958"/>
                  <a:pt x="128" y="3196"/>
                </a:cubicBezTo>
                <a:cubicBezTo>
                  <a:pt x="0" y="3356"/>
                  <a:pt x="141" y="3575"/>
                  <a:pt x="327" y="3575"/>
                </a:cubicBezTo>
                <a:cubicBezTo>
                  <a:pt x="340" y="3575"/>
                  <a:pt x="353" y="3574"/>
                  <a:pt x="367" y="3572"/>
                </a:cubicBezTo>
                <a:cubicBezTo>
                  <a:pt x="605" y="3538"/>
                  <a:pt x="708" y="3333"/>
                  <a:pt x="810" y="3196"/>
                </a:cubicBezTo>
                <a:cubicBezTo>
                  <a:pt x="1493" y="2343"/>
                  <a:pt x="2175" y="1490"/>
                  <a:pt x="2858" y="671"/>
                </a:cubicBezTo>
                <a:cubicBezTo>
                  <a:pt x="2926" y="569"/>
                  <a:pt x="3096" y="501"/>
                  <a:pt x="3165" y="364"/>
                </a:cubicBezTo>
                <a:cubicBezTo>
                  <a:pt x="3199" y="296"/>
                  <a:pt x="3199" y="160"/>
                  <a:pt x="3165" y="57"/>
                </a:cubicBezTo>
                <a:cubicBezTo>
                  <a:pt x="3105" y="17"/>
                  <a:pt x="3033" y="1"/>
                  <a:pt x="295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120" bIns="33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6" name="Google Shape;2706;p14"/>
          <p:cNvSpPr/>
          <p:nvPr/>
        </p:nvSpPr>
        <p:spPr>
          <a:xfrm>
            <a:off x="1618560" y="3958200"/>
            <a:ext cx="60480" cy="62280"/>
          </a:xfrm>
          <a:custGeom>
            <a:avLst/>
            <a:gdLst>
              <a:gd name="textAreaLeft" fmla="*/ 0 w 60480"/>
              <a:gd name="textAreaRight" fmla="*/ 60840 w 60480"/>
              <a:gd name="textAreaTop" fmla="*/ 0 h 62280"/>
              <a:gd name="textAreaBottom" fmla="*/ 62640 h 62280"/>
            </a:gdLst>
            <a:ahLst/>
            <a:cxnLst/>
            <a:rect l="textAreaLeft" t="textAreaTop" r="textAreaRight" b="textAreaBottom"/>
            <a:pathLst>
              <a:path w="3271" h="3372">
                <a:moveTo>
                  <a:pt x="2962" y="1"/>
                </a:moveTo>
                <a:cubicBezTo>
                  <a:pt x="2943" y="1"/>
                  <a:pt x="2922" y="2"/>
                  <a:pt x="2901" y="5"/>
                </a:cubicBezTo>
                <a:cubicBezTo>
                  <a:pt x="2799" y="73"/>
                  <a:pt x="2697" y="142"/>
                  <a:pt x="2628" y="244"/>
                </a:cubicBezTo>
                <a:lnTo>
                  <a:pt x="308" y="2667"/>
                </a:lnTo>
                <a:cubicBezTo>
                  <a:pt x="206" y="2769"/>
                  <a:pt x="103" y="2837"/>
                  <a:pt x="69" y="2974"/>
                </a:cubicBezTo>
                <a:cubicBezTo>
                  <a:pt x="1" y="3042"/>
                  <a:pt x="1" y="3179"/>
                  <a:pt x="69" y="3281"/>
                </a:cubicBezTo>
                <a:cubicBezTo>
                  <a:pt x="101" y="3344"/>
                  <a:pt x="155" y="3371"/>
                  <a:pt x="217" y="3371"/>
                </a:cubicBezTo>
                <a:cubicBezTo>
                  <a:pt x="289" y="3371"/>
                  <a:pt x="372" y="3336"/>
                  <a:pt x="445" y="3281"/>
                </a:cubicBezTo>
                <a:cubicBezTo>
                  <a:pt x="513" y="3213"/>
                  <a:pt x="615" y="3110"/>
                  <a:pt x="718" y="3042"/>
                </a:cubicBezTo>
                <a:cubicBezTo>
                  <a:pt x="1468" y="2189"/>
                  <a:pt x="2253" y="1370"/>
                  <a:pt x="3004" y="551"/>
                </a:cubicBezTo>
                <a:cubicBezTo>
                  <a:pt x="3106" y="483"/>
                  <a:pt x="3140" y="381"/>
                  <a:pt x="3209" y="278"/>
                </a:cubicBezTo>
                <a:cubicBezTo>
                  <a:pt x="3271" y="154"/>
                  <a:pt x="3163" y="1"/>
                  <a:pt x="296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7" name="Google Shape;2707;p14"/>
          <p:cNvSpPr/>
          <p:nvPr/>
        </p:nvSpPr>
        <p:spPr>
          <a:xfrm>
            <a:off x="1452240" y="4015800"/>
            <a:ext cx="57600" cy="61560"/>
          </a:xfrm>
          <a:custGeom>
            <a:avLst/>
            <a:gdLst>
              <a:gd name="textAreaLeft" fmla="*/ 0 w 57600"/>
              <a:gd name="textAreaRight" fmla="*/ 57960 w 57600"/>
              <a:gd name="textAreaTop" fmla="*/ 0 h 61560"/>
              <a:gd name="textAreaBottom" fmla="*/ 61920 h 61560"/>
            </a:gdLst>
            <a:ahLst/>
            <a:cxnLst/>
            <a:rect l="textAreaLeft" t="textAreaTop" r="textAreaRight" b="textAreaBottom"/>
            <a:pathLst>
              <a:path w="3106" h="3328">
                <a:moveTo>
                  <a:pt x="2884" y="0"/>
                </a:moveTo>
                <a:cubicBezTo>
                  <a:pt x="2842" y="0"/>
                  <a:pt x="2799" y="17"/>
                  <a:pt x="2765" y="52"/>
                </a:cubicBezTo>
                <a:cubicBezTo>
                  <a:pt x="2662" y="86"/>
                  <a:pt x="2594" y="154"/>
                  <a:pt x="2560" y="222"/>
                </a:cubicBezTo>
                <a:lnTo>
                  <a:pt x="206" y="2781"/>
                </a:lnTo>
                <a:cubicBezTo>
                  <a:pt x="137" y="2850"/>
                  <a:pt x="103" y="2918"/>
                  <a:pt x="69" y="3020"/>
                </a:cubicBezTo>
                <a:cubicBezTo>
                  <a:pt x="1" y="3191"/>
                  <a:pt x="137" y="3327"/>
                  <a:pt x="376" y="3327"/>
                </a:cubicBezTo>
                <a:cubicBezTo>
                  <a:pt x="547" y="3225"/>
                  <a:pt x="649" y="3123"/>
                  <a:pt x="786" y="2986"/>
                </a:cubicBezTo>
                <a:cubicBezTo>
                  <a:pt x="1502" y="2201"/>
                  <a:pt x="2219" y="1382"/>
                  <a:pt x="2935" y="563"/>
                </a:cubicBezTo>
                <a:cubicBezTo>
                  <a:pt x="3004" y="461"/>
                  <a:pt x="3072" y="359"/>
                  <a:pt x="3106" y="256"/>
                </a:cubicBezTo>
                <a:cubicBezTo>
                  <a:pt x="3106" y="188"/>
                  <a:pt x="3072" y="86"/>
                  <a:pt x="3004" y="52"/>
                </a:cubicBezTo>
                <a:cubicBezTo>
                  <a:pt x="2969" y="17"/>
                  <a:pt x="2927" y="0"/>
                  <a:pt x="288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8" name="Google Shape;2708;p14"/>
          <p:cNvSpPr/>
          <p:nvPr/>
        </p:nvSpPr>
        <p:spPr>
          <a:xfrm>
            <a:off x="1513800" y="4369320"/>
            <a:ext cx="59400" cy="61920"/>
          </a:xfrm>
          <a:custGeom>
            <a:avLst/>
            <a:gdLst>
              <a:gd name="textAreaLeft" fmla="*/ 0 w 59400"/>
              <a:gd name="textAreaRight" fmla="*/ 59760 w 59400"/>
              <a:gd name="textAreaTop" fmla="*/ 0 h 61920"/>
              <a:gd name="textAreaBottom" fmla="*/ 62280 h 61920"/>
            </a:gdLst>
            <a:ahLst/>
            <a:cxnLst/>
            <a:rect l="textAreaLeft" t="textAreaTop" r="textAreaRight" b="textAreaBottom"/>
            <a:pathLst>
              <a:path w="3209" h="3350">
                <a:moveTo>
                  <a:pt x="3004" y="1"/>
                </a:moveTo>
                <a:cubicBezTo>
                  <a:pt x="2867" y="1"/>
                  <a:pt x="2765" y="69"/>
                  <a:pt x="2662" y="137"/>
                </a:cubicBezTo>
                <a:cubicBezTo>
                  <a:pt x="1877" y="990"/>
                  <a:pt x="1059" y="1843"/>
                  <a:pt x="274" y="2731"/>
                </a:cubicBezTo>
                <a:cubicBezTo>
                  <a:pt x="1" y="3038"/>
                  <a:pt x="1" y="3174"/>
                  <a:pt x="205" y="3311"/>
                </a:cubicBezTo>
                <a:cubicBezTo>
                  <a:pt x="249" y="3337"/>
                  <a:pt x="288" y="3350"/>
                  <a:pt x="327" y="3350"/>
                </a:cubicBezTo>
                <a:cubicBezTo>
                  <a:pt x="439" y="3350"/>
                  <a:pt x="548" y="3241"/>
                  <a:pt x="751" y="3038"/>
                </a:cubicBezTo>
                <a:cubicBezTo>
                  <a:pt x="1161" y="2526"/>
                  <a:pt x="1639" y="2014"/>
                  <a:pt x="2082" y="1502"/>
                </a:cubicBezTo>
                <a:cubicBezTo>
                  <a:pt x="2355" y="1195"/>
                  <a:pt x="2662" y="888"/>
                  <a:pt x="2969" y="547"/>
                </a:cubicBezTo>
                <a:cubicBezTo>
                  <a:pt x="3038" y="444"/>
                  <a:pt x="3140" y="342"/>
                  <a:pt x="3208" y="206"/>
                </a:cubicBezTo>
                <a:cubicBezTo>
                  <a:pt x="3106" y="137"/>
                  <a:pt x="3072" y="1"/>
                  <a:pt x="30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960" bIns="30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29" name="Google Shape;2709;p14"/>
          <p:cNvSpPr/>
          <p:nvPr/>
        </p:nvSpPr>
        <p:spPr>
          <a:xfrm>
            <a:off x="1501560" y="4019400"/>
            <a:ext cx="46080" cy="67320"/>
          </a:xfrm>
          <a:custGeom>
            <a:avLst/>
            <a:gdLst>
              <a:gd name="textAreaLeft" fmla="*/ 0 w 46080"/>
              <a:gd name="textAreaRight" fmla="*/ 46440 w 46080"/>
              <a:gd name="textAreaTop" fmla="*/ 0 h 67320"/>
              <a:gd name="textAreaBottom" fmla="*/ 67680 h 67320"/>
            </a:gdLst>
            <a:ahLst/>
            <a:cxnLst/>
            <a:rect l="textAreaLeft" t="textAreaTop" r="textAreaRight" b="textAreaBottom"/>
            <a:pathLst>
              <a:path w="2492" h="3628">
                <a:moveTo>
                  <a:pt x="2216" y="1"/>
                </a:moveTo>
                <a:cubicBezTo>
                  <a:pt x="2118" y="1"/>
                  <a:pt x="2030" y="71"/>
                  <a:pt x="1979" y="198"/>
                </a:cubicBezTo>
                <a:lnTo>
                  <a:pt x="137" y="3064"/>
                </a:lnTo>
                <a:cubicBezTo>
                  <a:pt x="69" y="3132"/>
                  <a:pt x="34" y="3235"/>
                  <a:pt x="0" y="3337"/>
                </a:cubicBezTo>
                <a:cubicBezTo>
                  <a:pt x="0" y="3405"/>
                  <a:pt x="34" y="3508"/>
                  <a:pt x="103" y="3576"/>
                </a:cubicBezTo>
                <a:cubicBezTo>
                  <a:pt x="154" y="3610"/>
                  <a:pt x="205" y="3627"/>
                  <a:pt x="256" y="3627"/>
                </a:cubicBezTo>
                <a:cubicBezTo>
                  <a:pt x="307" y="3627"/>
                  <a:pt x="359" y="3610"/>
                  <a:pt x="410" y="3576"/>
                </a:cubicBezTo>
                <a:cubicBezTo>
                  <a:pt x="478" y="3508"/>
                  <a:pt x="580" y="3405"/>
                  <a:pt x="615" y="3303"/>
                </a:cubicBezTo>
                <a:cubicBezTo>
                  <a:pt x="922" y="2825"/>
                  <a:pt x="1229" y="2313"/>
                  <a:pt x="1536" y="1836"/>
                </a:cubicBezTo>
                <a:cubicBezTo>
                  <a:pt x="1809" y="1426"/>
                  <a:pt x="2082" y="1017"/>
                  <a:pt x="2321" y="607"/>
                </a:cubicBezTo>
                <a:cubicBezTo>
                  <a:pt x="2389" y="505"/>
                  <a:pt x="2423" y="368"/>
                  <a:pt x="2491" y="232"/>
                </a:cubicBezTo>
                <a:cubicBezTo>
                  <a:pt x="2457" y="164"/>
                  <a:pt x="2389" y="61"/>
                  <a:pt x="2321" y="27"/>
                </a:cubicBezTo>
                <a:cubicBezTo>
                  <a:pt x="2285" y="9"/>
                  <a:pt x="2250" y="1"/>
                  <a:pt x="22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840" bIns="33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0" name="Google Shape;2710;p14"/>
          <p:cNvSpPr/>
          <p:nvPr/>
        </p:nvSpPr>
        <p:spPr>
          <a:xfrm>
            <a:off x="1647720" y="3827520"/>
            <a:ext cx="51840" cy="64080"/>
          </a:xfrm>
          <a:custGeom>
            <a:avLst/>
            <a:gdLst>
              <a:gd name="textAreaLeft" fmla="*/ 0 w 51840"/>
              <a:gd name="textAreaRight" fmla="*/ 52200 w 51840"/>
              <a:gd name="textAreaTop" fmla="*/ 0 h 64080"/>
              <a:gd name="textAreaBottom" fmla="*/ 64440 h 64080"/>
            </a:gdLst>
            <a:ahLst/>
            <a:cxnLst/>
            <a:rect l="textAreaLeft" t="textAreaTop" r="textAreaRight" b="textAreaBottom"/>
            <a:pathLst>
              <a:path w="2799" h="3462">
                <a:moveTo>
                  <a:pt x="2607" y="1"/>
                </a:moveTo>
                <a:cubicBezTo>
                  <a:pt x="2537" y="1"/>
                  <a:pt x="2472" y="25"/>
                  <a:pt x="2423" y="49"/>
                </a:cubicBezTo>
                <a:cubicBezTo>
                  <a:pt x="2355" y="49"/>
                  <a:pt x="2355" y="117"/>
                  <a:pt x="2287" y="186"/>
                </a:cubicBezTo>
                <a:lnTo>
                  <a:pt x="410" y="2711"/>
                </a:lnTo>
                <a:cubicBezTo>
                  <a:pt x="274" y="2847"/>
                  <a:pt x="171" y="2984"/>
                  <a:pt x="103" y="3120"/>
                </a:cubicBezTo>
                <a:cubicBezTo>
                  <a:pt x="1" y="3291"/>
                  <a:pt x="103" y="3461"/>
                  <a:pt x="410" y="3461"/>
                </a:cubicBezTo>
                <a:cubicBezTo>
                  <a:pt x="547" y="3359"/>
                  <a:pt x="683" y="3223"/>
                  <a:pt x="785" y="3120"/>
                </a:cubicBezTo>
                <a:cubicBezTo>
                  <a:pt x="1400" y="2267"/>
                  <a:pt x="2048" y="1414"/>
                  <a:pt x="2662" y="561"/>
                </a:cubicBezTo>
                <a:cubicBezTo>
                  <a:pt x="2731" y="459"/>
                  <a:pt x="2765" y="356"/>
                  <a:pt x="2799" y="220"/>
                </a:cubicBezTo>
                <a:cubicBezTo>
                  <a:pt x="2799" y="151"/>
                  <a:pt x="2765" y="49"/>
                  <a:pt x="2696" y="15"/>
                </a:cubicBezTo>
                <a:cubicBezTo>
                  <a:pt x="2666" y="5"/>
                  <a:pt x="2636" y="1"/>
                  <a:pt x="260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1" name="Google Shape;2711;p14"/>
          <p:cNvSpPr/>
          <p:nvPr/>
        </p:nvSpPr>
        <p:spPr>
          <a:xfrm>
            <a:off x="1332720" y="4281120"/>
            <a:ext cx="55440" cy="61200"/>
          </a:xfrm>
          <a:custGeom>
            <a:avLst/>
            <a:gdLst>
              <a:gd name="textAreaLeft" fmla="*/ 0 w 55440"/>
              <a:gd name="textAreaRight" fmla="*/ 55800 w 55440"/>
              <a:gd name="textAreaTop" fmla="*/ 0 h 61200"/>
              <a:gd name="textAreaBottom" fmla="*/ 61560 h 61200"/>
            </a:gdLst>
            <a:ahLst/>
            <a:cxnLst/>
            <a:rect l="textAreaLeft" t="textAreaTop" r="textAreaRight" b="textAreaBottom"/>
            <a:pathLst>
              <a:path w="3004" h="3302">
                <a:moveTo>
                  <a:pt x="2679" y="0"/>
                </a:moveTo>
                <a:cubicBezTo>
                  <a:pt x="2589" y="0"/>
                  <a:pt x="2506" y="46"/>
                  <a:pt x="2423" y="128"/>
                </a:cubicBezTo>
                <a:cubicBezTo>
                  <a:pt x="2219" y="333"/>
                  <a:pt x="2014" y="504"/>
                  <a:pt x="1843" y="708"/>
                </a:cubicBezTo>
                <a:cubicBezTo>
                  <a:pt x="1263" y="1357"/>
                  <a:pt x="717" y="2005"/>
                  <a:pt x="137" y="2687"/>
                </a:cubicBezTo>
                <a:cubicBezTo>
                  <a:pt x="69" y="2756"/>
                  <a:pt x="1" y="2824"/>
                  <a:pt x="1" y="2892"/>
                </a:cubicBezTo>
                <a:cubicBezTo>
                  <a:pt x="35" y="3063"/>
                  <a:pt x="103" y="3165"/>
                  <a:pt x="171" y="3302"/>
                </a:cubicBezTo>
                <a:cubicBezTo>
                  <a:pt x="376" y="3131"/>
                  <a:pt x="478" y="3029"/>
                  <a:pt x="615" y="2892"/>
                </a:cubicBezTo>
                <a:lnTo>
                  <a:pt x="2423" y="913"/>
                </a:lnTo>
                <a:cubicBezTo>
                  <a:pt x="2560" y="742"/>
                  <a:pt x="2730" y="606"/>
                  <a:pt x="2867" y="435"/>
                </a:cubicBezTo>
                <a:cubicBezTo>
                  <a:pt x="2969" y="265"/>
                  <a:pt x="3003" y="196"/>
                  <a:pt x="2867" y="60"/>
                </a:cubicBezTo>
                <a:cubicBezTo>
                  <a:pt x="2800" y="20"/>
                  <a:pt x="2738" y="0"/>
                  <a:pt x="267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600" bIns="30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2" name="Google Shape;2712;p14"/>
          <p:cNvSpPr/>
          <p:nvPr/>
        </p:nvSpPr>
        <p:spPr>
          <a:xfrm>
            <a:off x="1503720" y="4225680"/>
            <a:ext cx="60840" cy="52560"/>
          </a:xfrm>
          <a:custGeom>
            <a:avLst/>
            <a:gdLst>
              <a:gd name="textAreaLeft" fmla="*/ 0 w 60840"/>
              <a:gd name="textAreaRight" fmla="*/ 61200 w 60840"/>
              <a:gd name="textAreaTop" fmla="*/ 0 h 52560"/>
              <a:gd name="textAreaBottom" fmla="*/ 52920 h 52560"/>
            </a:gdLst>
            <a:ahLst/>
            <a:cxnLst/>
            <a:rect l="textAreaLeft" t="textAreaTop" r="textAreaRight" b="textAreaBottom"/>
            <a:pathLst>
              <a:path w="3277" h="2844">
                <a:moveTo>
                  <a:pt x="3084" y="0"/>
                </a:moveTo>
                <a:cubicBezTo>
                  <a:pt x="3002" y="0"/>
                  <a:pt x="2912" y="40"/>
                  <a:pt x="2833" y="79"/>
                </a:cubicBezTo>
                <a:cubicBezTo>
                  <a:pt x="2731" y="182"/>
                  <a:pt x="2696" y="216"/>
                  <a:pt x="2628" y="284"/>
                </a:cubicBezTo>
                <a:lnTo>
                  <a:pt x="342" y="2297"/>
                </a:lnTo>
                <a:cubicBezTo>
                  <a:pt x="274" y="2366"/>
                  <a:pt x="171" y="2434"/>
                  <a:pt x="103" y="2536"/>
                </a:cubicBezTo>
                <a:cubicBezTo>
                  <a:pt x="1" y="2673"/>
                  <a:pt x="137" y="2843"/>
                  <a:pt x="342" y="2843"/>
                </a:cubicBezTo>
                <a:cubicBezTo>
                  <a:pt x="444" y="2809"/>
                  <a:pt x="513" y="2775"/>
                  <a:pt x="615" y="2707"/>
                </a:cubicBezTo>
                <a:cubicBezTo>
                  <a:pt x="1400" y="2024"/>
                  <a:pt x="2219" y="1342"/>
                  <a:pt x="3004" y="659"/>
                </a:cubicBezTo>
                <a:cubicBezTo>
                  <a:pt x="3106" y="591"/>
                  <a:pt x="3174" y="523"/>
                  <a:pt x="3242" y="420"/>
                </a:cubicBezTo>
                <a:cubicBezTo>
                  <a:pt x="3277" y="318"/>
                  <a:pt x="3277" y="182"/>
                  <a:pt x="3242" y="79"/>
                </a:cubicBezTo>
                <a:cubicBezTo>
                  <a:pt x="3199" y="22"/>
                  <a:pt x="3144" y="0"/>
                  <a:pt x="308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280" bIns="26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3" name="Google Shape;2713;p14"/>
          <p:cNvSpPr/>
          <p:nvPr/>
        </p:nvSpPr>
        <p:spPr>
          <a:xfrm>
            <a:off x="1625040" y="3904560"/>
            <a:ext cx="51120" cy="57960"/>
          </a:xfrm>
          <a:custGeom>
            <a:avLst/>
            <a:gdLst>
              <a:gd name="textAreaLeft" fmla="*/ 0 w 51120"/>
              <a:gd name="textAreaRight" fmla="*/ 51480 w 51120"/>
              <a:gd name="textAreaTop" fmla="*/ 0 h 57960"/>
              <a:gd name="textAreaBottom" fmla="*/ 58320 h 57960"/>
            </a:gdLst>
            <a:ahLst/>
            <a:cxnLst/>
            <a:rect l="textAreaLeft" t="textAreaTop" r="textAreaRight" b="textAreaBottom"/>
            <a:pathLst>
              <a:path w="2759" h="3125">
                <a:moveTo>
                  <a:pt x="2483" y="1"/>
                </a:moveTo>
                <a:cubicBezTo>
                  <a:pt x="2451" y="1"/>
                  <a:pt x="2420" y="7"/>
                  <a:pt x="2389" y="19"/>
                </a:cubicBezTo>
                <a:cubicBezTo>
                  <a:pt x="2286" y="87"/>
                  <a:pt x="2184" y="155"/>
                  <a:pt x="2116" y="258"/>
                </a:cubicBezTo>
                <a:cubicBezTo>
                  <a:pt x="1468" y="1043"/>
                  <a:pt x="853" y="1827"/>
                  <a:pt x="205" y="2612"/>
                </a:cubicBezTo>
                <a:cubicBezTo>
                  <a:pt x="171" y="2646"/>
                  <a:pt x="137" y="2715"/>
                  <a:pt x="103" y="2783"/>
                </a:cubicBezTo>
                <a:cubicBezTo>
                  <a:pt x="34" y="2885"/>
                  <a:pt x="0" y="3056"/>
                  <a:pt x="171" y="3124"/>
                </a:cubicBezTo>
                <a:cubicBezTo>
                  <a:pt x="273" y="3124"/>
                  <a:pt x="376" y="3124"/>
                  <a:pt x="478" y="3056"/>
                </a:cubicBezTo>
                <a:cubicBezTo>
                  <a:pt x="580" y="2988"/>
                  <a:pt x="649" y="2919"/>
                  <a:pt x="717" y="2817"/>
                </a:cubicBezTo>
                <a:cubicBezTo>
                  <a:pt x="1331" y="2066"/>
                  <a:pt x="1979" y="1281"/>
                  <a:pt x="2594" y="497"/>
                </a:cubicBezTo>
                <a:cubicBezTo>
                  <a:pt x="2662" y="428"/>
                  <a:pt x="2696" y="326"/>
                  <a:pt x="2730" y="258"/>
                </a:cubicBezTo>
                <a:cubicBezTo>
                  <a:pt x="2758" y="118"/>
                  <a:pt x="2625" y="1"/>
                  <a:pt x="248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160" bIns="29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4" name="Google Shape;2714;p14"/>
          <p:cNvSpPr/>
          <p:nvPr/>
        </p:nvSpPr>
        <p:spPr>
          <a:xfrm>
            <a:off x="1459080" y="4370760"/>
            <a:ext cx="53640" cy="52920"/>
          </a:xfrm>
          <a:custGeom>
            <a:avLst/>
            <a:gdLst>
              <a:gd name="textAreaLeft" fmla="*/ 0 w 53640"/>
              <a:gd name="textAreaRight" fmla="*/ 54000 w 53640"/>
              <a:gd name="textAreaTop" fmla="*/ 0 h 52920"/>
              <a:gd name="textAreaBottom" fmla="*/ 53280 h 52920"/>
            </a:gdLst>
            <a:ahLst/>
            <a:cxnLst/>
            <a:rect l="textAreaLeft" t="textAreaTop" r="textAreaRight" b="textAreaBottom"/>
            <a:pathLst>
              <a:path w="2901" h="2856">
                <a:moveTo>
                  <a:pt x="2646" y="1"/>
                </a:moveTo>
                <a:cubicBezTo>
                  <a:pt x="2598" y="1"/>
                  <a:pt x="2548" y="9"/>
                  <a:pt x="2491" y="23"/>
                </a:cubicBezTo>
                <a:cubicBezTo>
                  <a:pt x="2389" y="57"/>
                  <a:pt x="2320" y="126"/>
                  <a:pt x="2252" y="228"/>
                </a:cubicBezTo>
                <a:cubicBezTo>
                  <a:pt x="2116" y="364"/>
                  <a:pt x="1979" y="501"/>
                  <a:pt x="1809" y="637"/>
                </a:cubicBezTo>
                <a:cubicBezTo>
                  <a:pt x="1297" y="1183"/>
                  <a:pt x="785" y="1729"/>
                  <a:pt x="273" y="2275"/>
                </a:cubicBezTo>
                <a:cubicBezTo>
                  <a:pt x="205" y="2344"/>
                  <a:pt x="102" y="2446"/>
                  <a:pt x="68" y="2548"/>
                </a:cubicBezTo>
                <a:cubicBezTo>
                  <a:pt x="0" y="2719"/>
                  <a:pt x="137" y="2855"/>
                  <a:pt x="375" y="2855"/>
                </a:cubicBezTo>
                <a:cubicBezTo>
                  <a:pt x="478" y="2787"/>
                  <a:pt x="580" y="2719"/>
                  <a:pt x="683" y="2617"/>
                </a:cubicBezTo>
                <a:cubicBezTo>
                  <a:pt x="1365" y="1900"/>
                  <a:pt x="2047" y="1183"/>
                  <a:pt x="2764" y="501"/>
                </a:cubicBezTo>
                <a:cubicBezTo>
                  <a:pt x="2764" y="467"/>
                  <a:pt x="2832" y="433"/>
                  <a:pt x="2832" y="399"/>
                </a:cubicBezTo>
                <a:cubicBezTo>
                  <a:pt x="2832" y="262"/>
                  <a:pt x="2901" y="126"/>
                  <a:pt x="2832" y="57"/>
                </a:cubicBezTo>
                <a:cubicBezTo>
                  <a:pt x="2772" y="17"/>
                  <a:pt x="2712" y="1"/>
                  <a:pt x="264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5" name="Google Shape;2715;p14"/>
          <p:cNvSpPr/>
          <p:nvPr/>
        </p:nvSpPr>
        <p:spPr>
          <a:xfrm>
            <a:off x="1396800" y="4263480"/>
            <a:ext cx="44640" cy="51840"/>
          </a:xfrm>
          <a:custGeom>
            <a:avLst/>
            <a:gdLst>
              <a:gd name="textAreaLeft" fmla="*/ 0 w 44640"/>
              <a:gd name="textAreaRight" fmla="*/ 45000 w 44640"/>
              <a:gd name="textAreaTop" fmla="*/ 0 h 51840"/>
              <a:gd name="textAreaBottom" fmla="*/ 52200 h 51840"/>
            </a:gdLst>
            <a:ahLst/>
            <a:cxnLst/>
            <a:rect l="textAreaLeft" t="textAreaTop" r="textAreaRight" b="textAreaBottom"/>
            <a:pathLst>
              <a:path w="2423" h="2807">
                <a:moveTo>
                  <a:pt x="2184" y="1"/>
                </a:moveTo>
                <a:cubicBezTo>
                  <a:pt x="2141" y="1"/>
                  <a:pt x="2099" y="9"/>
                  <a:pt x="2047" y="26"/>
                </a:cubicBezTo>
                <a:cubicBezTo>
                  <a:pt x="1979" y="61"/>
                  <a:pt x="1945" y="129"/>
                  <a:pt x="1911" y="197"/>
                </a:cubicBezTo>
                <a:cubicBezTo>
                  <a:pt x="1331" y="879"/>
                  <a:pt x="785" y="1562"/>
                  <a:pt x="239" y="2244"/>
                </a:cubicBezTo>
                <a:cubicBezTo>
                  <a:pt x="34" y="2517"/>
                  <a:pt x="0" y="2654"/>
                  <a:pt x="137" y="2756"/>
                </a:cubicBezTo>
                <a:cubicBezTo>
                  <a:pt x="199" y="2792"/>
                  <a:pt x="256" y="2806"/>
                  <a:pt x="309" y="2806"/>
                </a:cubicBezTo>
                <a:cubicBezTo>
                  <a:pt x="459" y="2806"/>
                  <a:pt x="573" y="2687"/>
                  <a:pt x="648" y="2586"/>
                </a:cubicBezTo>
                <a:cubicBezTo>
                  <a:pt x="1194" y="1903"/>
                  <a:pt x="1740" y="1221"/>
                  <a:pt x="2286" y="504"/>
                </a:cubicBezTo>
                <a:cubicBezTo>
                  <a:pt x="2355" y="436"/>
                  <a:pt x="2389" y="334"/>
                  <a:pt x="2423" y="231"/>
                </a:cubicBezTo>
                <a:cubicBezTo>
                  <a:pt x="2389" y="129"/>
                  <a:pt x="2389" y="61"/>
                  <a:pt x="2320" y="26"/>
                </a:cubicBezTo>
                <a:cubicBezTo>
                  <a:pt x="2269" y="9"/>
                  <a:pt x="2227" y="1"/>
                  <a:pt x="218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6" name="Google Shape;2716;p14"/>
          <p:cNvSpPr/>
          <p:nvPr/>
        </p:nvSpPr>
        <p:spPr>
          <a:xfrm>
            <a:off x="1478160" y="4471560"/>
            <a:ext cx="45360" cy="51120"/>
          </a:xfrm>
          <a:custGeom>
            <a:avLst/>
            <a:gdLst>
              <a:gd name="textAreaLeft" fmla="*/ 0 w 45360"/>
              <a:gd name="textAreaRight" fmla="*/ 45720 w 45360"/>
              <a:gd name="textAreaTop" fmla="*/ 0 h 51120"/>
              <a:gd name="textAreaBottom" fmla="*/ 51480 h 51120"/>
            </a:gdLst>
            <a:ahLst/>
            <a:cxnLst/>
            <a:rect l="textAreaLeft" t="textAreaTop" r="textAreaRight" b="textAreaBottom"/>
            <a:pathLst>
              <a:path w="2458" h="2767">
                <a:moveTo>
                  <a:pt x="2171" y="1"/>
                </a:moveTo>
                <a:cubicBezTo>
                  <a:pt x="2065" y="1"/>
                  <a:pt x="1988" y="96"/>
                  <a:pt x="1912" y="173"/>
                </a:cubicBezTo>
                <a:cubicBezTo>
                  <a:pt x="1366" y="856"/>
                  <a:pt x="820" y="1538"/>
                  <a:pt x="274" y="2187"/>
                </a:cubicBezTo>
                <a:cubicBezTo>
                  <a:pt x="206" y="2289"/>
                  <a:pt x="137" y="2357"/>
                  <a:pt x="69" y="2460"/>
                </a:cubicBezTo>
                <a:cubicBezTo>
                  <a:pt x="1" y="2630"/>
                  <a:pt x="137" y="2767"/>
                  <a:pt x="376" y="2767"/>
                </a:cubicBezTo>
                <a:cubicBezTo>
                  <a:pt x="513" y="2664"/>
                  <a:pt x="649" y="2528"/>
                  <a:pt x="752" y="2425"/>
                </a:cubicBezTo>
                <a:cubicBezTo>
                  <a:pt x="1263" y="1811"/>
                  <a:pt x="1741" y="1197"/>
                  <a:pt x="2253" y="583"/>
                </a:cubicBezTo>
                <a:cubicBezTo>
                  <a:pt x="2287" y="549"/>
                  <a:pt x="2321" y="480"/>
                  <a:pt x="2355" y="446"/>
                </a:cubicBezTo>
                <a:cubicBezTo>
                  <a:pt x="2389" y="276"/>
                  <a:pt x="2458" y="139"/>
                  <a:pt x="2287" y="37"/>
                </a:cubicBezTo>
                <a:cubicBezTo>
                  <a:pt x="2244" y="11"/>
                  <a:pt x="2206" y="1"/>
                  <a:pt x="217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7" name="Google Shape;2717;p14"/>
          <p:cNvSpPr/>
          <p:nvPr/>
        </p:nvSpPr>
        <p:spPr>
          <a:xfrm>
            <a:off x="1411560" y="4378320"/>
            <a:ext cx="39240" cy="45360"/>
          </a:xfrm>
          <a:custGeom>
            <a:avLst/>
            <a:gdLst>
              <a:gd name="textAreaLeft" fmla="*/ 0 w 39240"/>
              <a:gd name="textAreaRight" fmla="*/ 39600 w 3924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2117" h="2448">
                <a:moveTo>
                  <a:pt x="1865" y="0"/>
                </a:moveTo>
                <a:cubicBezTo>
                  <a:pt x="1818" y="0"/>
                  <a:pt x="1775" y="9"/>
                  <a:pt x="1741" y="26"/>
                </a:cubicBezTo>
                <a:cubicBezTo>
                  <a:pt x="1639" y="94"/>
                  <a:pt x="1571" y="162"/>
                  <a:pt x="1536" y="265"/>
                </a:cubicBezTo>
                <a:lnTo>
                  <a:pt x="342" y="1834"/>
                </a:lnTo>
                <a:cubicBezTo>
                  <a:pt x="240" y="2005"/>
                  <a:pt x="1" y="2141"/>
                  <a:pt x="172" y="2380"/>
                </a:cubicBezTo>
                <a:cubicBezTo>
                  <a:pt x="216" y="2424"/>
                  <a:pt x="271" y="2447"/>
                  <a:pt x="332" y="2447"/>
                </a:cubicBezTo>
                <a:cubicBezTo>
                  <a:pt x="459" y="2447"/>
                  <a:pt x="613" y="2349"/>
                  <a:pt x="752" y="2141"/>
                </a:cubicBezTo>
                <a:cubicBezTo>
                  <a:pt x="1195" y="1595"/>
                  <a:pt x="1605" y="1015"/>
                  <a:pt x="2014" y="435"/>
                </a:cubicBezTo>
                <a:cubicBezTo>
                  <a:pt x="2048" y="367"/>
                  <a:pt x="2082" y="265"/>
                  <a:pt x="2117" y="196"/>
                </a:cubicBezTo>
                <a:cubicBezTo>
                  <a:pt x="2082" y="128"/>
                  <a:pt x="2048" y="26"/>
                  <a:pt x="2014" y="26"/>
                </a:cubicBezTo>
                <a:cubicBezTo>
                  <a:pt x="1963" y="9"/>
                  <a:pt x="1912" y="0"/>
                  <a:pt x="186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8" name="Google Shape;2718;p14"/>
          <p:cNvSpPr/>
          <p:nvPr/>
        </p:nvSpPr>
        <p:spPr>
          <a:xfrm>
            <a:off x="1583640" y="4334400"/>
            <a:ext cx="36360" cy="38160"/>
          </a:xfrm>
          <a:custGeom>
            <a:avLst/>
            <a:gdLst>
              <a:gd name="textAreaLeft" fmla="*/ 0 w 36360"/>
              <a:gd name="textAreaRight" fmla="*/ 36720 w 36360"/>
              <a:gd name="textAreaTop" fmla="*/ 0 h 38160"/>
              <a:gd name="textAreaBottom" fmla="*/ 38520 h 38160"/>
            </a:gdLst>
            <a:ahLst/>
            <a:cxnLst/>
            <a:rect l="textAreaLeft" t="textAreaTop" r="textAreaRight" b="textAreaBottom"/>
            <a:pathLst>
              <a:path w="1980" h="2062">
                <a:moveTo>
                  <a:pt x="1706" y="0"/>
                </a:moveTo>
                <a:cubicBezTo>
                  <a:pt x="1570" y="68"/>
                  <a:pt x="1399" y="171"/>
                  <a:pt x="1297" y="273"/>
                </a:cubicBezTo>
                <a:cubicBezTo>
                  <a:pt x="853" y="751"/>
                  <a:pt x="478" y="1228"/>
                  <a:pt x="68" y="1672"/>
                </a:cubicBezTo>
                <a:cubicBezTo>
                  <a:pt x="34" y="1706"/>
                  <a:pt x="0" y="1740"/>
                  <a:pt x="0" y="1774"/>
                </a:cubicBezTo>
                <a:cubicBezTo>
                  <a:pt x="0" y="1774"/>
                  <a:pt x="0" y="1979"/>
                  <a:pt x="34" y="2013"/>
                </a:cubicBezTo>
                <a:cubicBezTo>
                  <a:pt x="107" y="2037"/>
                  <a:pt x="179" y="2062"/>
                  <a:pt x="252" y="2062"/>
                </a:cubicBezTo>
                <a:cubicBezTo>
                  <a:pt x="281" y="2062"/>
                  <a:pt x="311" y="2057"/>
                  <a:pt x="341" y="2047"/>
                </a:cubicBezTo>
                <a:cubicBezTo>
                  <a:pt x="410" y="2013"/>
                  <a:pt x="512" y="1945"/>
                  <a:pt x="546" y="1877"/>
                </a:cubicBezTo>
                <a:cubicBezTo>
                  <a:pt x="1024" y="1467"/>
                  <a:pt x="1263" y="819"/>
                  <a:pt x="1911" y="512"/>
                </a:cubicBezTo>
                <a:cubicBezTo>
                  <a:pt x="1979" y="478"/>
                  <a:pt x="1979" y="273"/>
                  <a:pt x="1979" y="171"/>
                </a:cubicBezTo>
                <a:cubicBezTo>
                  <a:pt x="1945" y="68"/>
                  <a:pt x="1809" y="68"/>
                  <a:pt x="170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39" name="Google Shape;2719;p14"/>
          <p:cNvSpPr/>
          <p:nvPr/>
        </p:nvSpPr>
        <p:spPr>
          <a:xfrm>
            <a:off x="1413360" y="4231440"/>
            <a:ext cx="28080" cy="31320"/>
          </a:xfrm>
          <a:custGeom>
            <a:avLst/>
            <a:gdLst>
              <a:gd name="textAreaLeft" fmla="*/ 0 w 28080"/>
              <a:gd name="textAreaRight" fmla="*/ 28440 w 2808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536" h="1707">
                <a:moveTo>
                  <a:pt x="1365" y="0"/>
                </a:moveTo>
                <a:cubicBezTo>
                  <a:pt x="1229" y="0"/>
                  <a:pt x="1126" y="68"/>
                  <a:pt x="1024" y="137"/>
                </a:cubicBezTo>
                <a:cubicBezTo>
                  <a:pt x="785" y="580"/>
                  <a:pt x="444" y="990"/>
                  <a:pt x="69" y="1331"/>
                </a:cubicBezTo>
                <a:cubicBezTo>
                  <a:pt x="0" y="1399"/>
                  <a:pt x="0" y="1502"/>
                  <a:pt x="34" y="1570"/>
                </a:cubicBezTo>
                <a:cubicBezTo>
                  <a:pt x="103" y="1638"/>
                  <a:pt x="239" y="1706"/>
                  <a:pt x="307" y="1706"/>
                </a:cubicBezTo>
                <a:cubicBezTo>
                  <a:pt x="478" y="1638"/>
                  <a:pt x="614" y="1570"/>
                  <a:pt x="717" y="1433"/>
                </a:cubicBezTo>
                <a:cubicBezTo>
                  <a:pt x="990" y="1092"/>
                  <a:pt x="1229" y="751"/>
                  <a:pt x="1468" y="375"/>
                </a:cubicBezTo>
                <a:cubicBezTo>
                  <a:pt x="1502" y="307"/>
                  <a:pt x="1502" y="239"/>
                  <a:pt x="1536" y="171"/>
                </a:cubicBezTo>
                <a:cubicBezTo>
                  <a:pt x="1468" y="137"/>
                  <a:pt x="1399" y="0"/>
                  <a:pt x="136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0" name="Google Shape;2720;p14"/>
          <p:cNvSpPr/>
          <p:nvPr/>
        </p:nvSpPr>
        <p:spPr>
          <a:xfrm>
            <a:off x="1528200" y="4339080"/>
            <a:ext cx="30240" cy="28080"/>
          </a:xfrm>
          <a:custGeom>
            <a:avLst/>
            <a:gdLst>
              <a:gd name="textAreaLeft" fmla="*/ 0 w 30240"/>
              <a:gd name="textAreaRight" fmla="*/ 30600 w 3024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1639" h="1519">
                <a:moveTo>
                  <a:pt x="1388" y="0"/>
                </a:moveTo>
                <a:cubicBezTo>
                  <a:pt x="1359" y="0"/>
                  <a:pt x="1328" y="6"/>
                  <a:pt x="1297" y="18"/>
                </a:cubicBezTo>
                <a:cubicBezTo>
                  <a:pt x="1195" y="86"/>
                  <a:pt x="1092" y="189"/>
                  <a:pt x="1024" y="257"/>
                </a:cubicBezTo>
                <a:cubicBezTo>
                  <a:pt x="785" y="496"/>
                  <a:pt x="546" y="769"/>
                  <a:pt x="308" y="1008"/>
                </a:cubicBezTo>
                <a:cubicBezTo>
                  <a:pt x="171" y="1110"/>
                  <a:pt x="1" y="1212"/>
                  <a:pt x="137" y="1417"/>
                </a:cubicBezTo>
                <a:cubicBezTo>
                  <a:pt x="194" y="1489"/>
                  <a:pt x="258" y="1518"/>
                  <a:pt x="327" y="1518"/>
                </a:cubicBezTo>
                <a:cubicBezTo>
                  <a:pt x="423" y="1518"/>
                  <a:pt x="530" y="1462"/>
                  <a:pt x="649" y="1383"/>
                </a:cubicBezTo>
                <a:cubicBezTo>
                  <a:pt x="717" y="1315"/>
                  <a:pt x="785" y="1281"/>
                  <a:pt x="819" y="1212"/>
                </a:cubicBezTo>
                <a:cubicBezTo>
                  <a:pt x="1058" y="973"/>
                  <a:pt x="1297" y="735"/>
                  <a:pt x="1536" y="462"/>
                </a:cubicBezTo>
                <a:cubicBezTo>
                  <a:pt x="1570" y="428"/>
                  <a:pt x="1604" y="359"/>
                  <a:pt x="1638" y="257"/>
                </a:cubicBezTo>
                <a:cubicBezTo>
                  <a:pt x="1638" y="117"/>
                  <a:pt x="1524" y="0"/>
                  <a:pt x="138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1" name="Google Shape;2721;p14"/>
          <p:cNvSpPr/>
          <p:nvPr/>
        </p:nvSpPr>
        <p:spPr>
          <a:xfrm>
            <a:off x="1577880" y="4001400"/>
            <a:ext cx="21240" cy="18000"/>
          </a:xfrm>
          <a:custGeom>
            <a:avLst/>
            <a:gdLst>
              <a:gd name="textAreaLeft" fmla="*/ 0 w 21240"/>
              <a:gd name="textAreaRight" fmla="*/ 21600 w 2124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154" h="984">
                <a:moveTo>
                  <a:pt x="882" y="0"/>
                </a:moveTo>
                <a:cubicBezTo>
                  <a:pt x="850" y="0"/>
                  <a:pt x="817" y="9"/>
                  <a:pt x="785" y="28"/>
                </a:cubicBezTo>
                <a:cubicBezTo>
                  <a:pt x="546" y="232"/>
                  <a:pt x="307" y="437"/>
                  <a:pt x="102" y="676"/>
                </a:cubicBezTo>
                <a:cubicBezTo>
                  <a:pt x="0" y="813"/>
                  <a:pt x="137" y="983"/>
                  <a:pt x="307" y="983"/>
                </a:cubicBezTo>
                <a:cubicBezTo>
                  <a:pt x="648" y="813"/>
                  <a:pt x="921" y="574"/>
                  <a:pt x="1126" y="301"/>
                </a:cubicBezTo>
                <a:cubicBezTo>
                  <a:pt x="1154" y="162"/>
                  <a:pt x="1023" y="0"/>
                  <a:pt x="88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2" name="Google Shape;2722;p14"/>
          <p:cNvSpPr/>
          <p:nvPr/>
        </p:nvSpPr>
        <p:spPr>
          <a:xfrm>
            <a:off x="2478960" y="3703680"/>
            <a:ext cx="1536480" cy="1410840"/>
          </a:xfrm>
          <a:custGeom>
            <a:avLst/>
            <a:gdLst>
              <a:gd name="textAreaLeft" fmla="*/ 0 w 1536480"/>
              <a:gd name="textAreaRight" fmla="*/ 1536840 w 1536480"/>
              <a:gd name="textAreaTop" fmla="*/ 0 h 1410840"/>
              <a:gd name="textAreaBottom" fmla="*/ 1411200 h 1410840"/>
            </a:gdLst>
            <a:ahLst/>
            <a:cxnLst/>
            <a:rect l="textAreaLeft" t="textAreaTop" r="textAreaRight" b="textAreaBottom"/>
            <a:pathLst>
              <a:path w="82511" h="75765">
                <a:moveTo>
                  <a:pt x="37522" y="0"/>
                </a:moveTo>
                <a:cubicBezTo>
                  <a:pt x="37084" y="0"/>
                  <a:pt x="36669" y="206"/>
                  <a:pt x="36307" y="625"/>
                </a:cubicBezTo>
                <a:cubicBezTo>
                  <a:pt x="35830" y="1137"/>
                  <a:pt x="35420" y="1717"/>
                  <a:pt x="35079" y="2297"/>
                </a:cubicBezTo>
                <a:cubicBezTo>
                  <a:pt x="34226" y="3696"/>
                  <a:pt x="33475" y="5129"/>
                  <a:pt x="32861" y="6665"/>
                </a:cubicBezTo>
                <a:cubicBezTo>
                  <a:pt x="32725" y="7006"/>
                  <a:pt x="32554" y="7347"/>
                  <a:pt x="32383" y="7689"/>
                </a:cubicBezTo>
                <a:cubicBezTo>
                  <a:pt x="31735" y="9122"/>
                  <a:pt x="30609" y="10248"/>
                  <a:pt x="29176" y="10862"/>
                </a:cubicBezTo>
                <a:cubicBezTo>
                  <a:pt x="28357" y="11237"/>
                  <a:pt x="27538" y="11545"/>
                  <a:pt x="26685" y="11852"/>
                </a:cubicBezTo>
                <a:cubicBezTo>
                  <a:pt x="25968" y="12125"/>
                  <a:pt x="25218" y="12364"/>
                  <a:pt x="24501" y="12671"/>
                </a:cubicBezTo>
                <a:cubicBezTo>
                  <a:pt x="24091" y="12807"/>
                  <a:pt x="23716" y="13012"/>
                  <a:pt x="23341" y="13217"/>
                </a:cubicBezTo>
                <a:cubicBezTo>
                  <a:pt x="22351" y="13694"/>
                  <a:pt x="21669" y="14616"/>
                  <a:pt x="21498" y="15673"/>
                </a:cubicBezTo>
                <a:cubicBezTo>
                  <a:pt x="21396" y="16117"/>
                  <a:pt x="21327" y="16561"/>
                  <a:pt x="21293" y="17004"/>
                </a:cubicBezTo>
                <a:cubicBezTo>
                  <a:pt x="21225" y="18096"/>
                  <a:pt x="20952" y="19154"/>
                  <a:pt x="20543" y="20178"/>
                </a:cubicBezTo>
                <a:cubicBezTo>
                  <a:pt x="19519" y="22737"/>
                  <a:pt x="18427" y="25228"/>
                  <a:pt x="17130" y="27685"/>
                </a:cubicBezTo>
                <a:cubicBezTo>
                  <a:pt x="16721" y="28538"/>
                  <a:pt x="15595" y="30688"/>
                  <a:pt x="15595" y="30722"/>
                </a:cubicBezTo>
                <a:cubicBezTo>
                  <a:pt x="15492" y="30858"/>
                  <a:pt x="15151" y="31541"/>
                  <a:pt x="15117" y="31643"/>
                </a:cubicBezTo>
                <a:cubicBezTo>
                  <a:pt x="14162" y="33417"/>
                  <a:pt x="13172" y="35226"/>
                  <a:pt x="12046" y="37035"/>
                </a:cubicBezTo>
                <a:cubicBezTo>
                  <a:pt x="12046" y="37034"/>
                  <a:pt x="12045" y="37034"/>
                  <a:pt x="12045" y="37034"/>
                </a:cubicBezTo>
                <a:cubicBezTo>
                  <a:pt x="11875" y="37034"/>
                  <a:pt x="2010" y="51679"/>
                  <a:pt x="956" y="53175"/>
                </a:cubicBezTo>
                <a:cubicBezTo>
                  <a:pt x="820" y="53311"/>
                  <a:pt x="683" y="53448"/>
                  <a:pt x="512" y="53550"/>
                </a:cubicBezTo>
                <a:cubicBezTo>
                  <a:pt x="239" y="53687"/>
                  <a:pt x="69" y="53960"/>
                  <a:pt x="1" y="54267"/>
                </a:cubicBezTo>
                <a:cubicBezTo>
                  <a:pt x="1" y="54437"/>
                  <a:pt x="1" y="54608"/>
                  <a:pt x="205" y="54642"/>
                </a:cubicBezTo>
                <a:cubicBezTo>
                  <a:pt x="342" y="54642"/>
                  <a:pt x="478" y="54608"/>
                  <a:pt x="581" y="54506"/>
                </a:cubicBezTo>
                <a:cubicBezTo>
                  <a:pt x="888" y="54198"/>
                  <a:pt x="1161" y="53823"/>
                  <a:pt x="1434" y="53482"/>
                </a:cubicBezTo>
                <a:cubicBezTo>
                  <a:pt x="2457" y="52015"/>
                  <a:pt x="3481" y="50547"/>
                  <a:pt x="4505" y="49080"/>
                </a:cubicBezTo>
                <a:cubicBezTo>
                  <a:pt x="4846" y="48602"/>
                  <a:pt x="5187" y="48125"/>
                  <a:pt x="5563" y="47647"/>
                </a:cubicBezTo>
                <a:cubicBezTo>
                  <a:pt x="9862" y="41914"/>
                  <a:pt x="13684" y="35772"/>
                  <a:pt x="16926" y="29391"/>
                </a:cubicBezTo>
                <a:cubicBezTo>
                  <a:pt x="18393" y="26456"/>
                  <a:pt x="19826" y="23522"/>
                  <a:pt x="21020" y="20485"/>
                </a:cubicBezTo>
                <a:cubicBezTo>
                  <a:pt x="21532" y="19359"/>
                  <a:pt x="21805" y="18164"/>
                  <a:pt x="21908" y="16970"/>
                </a:cubicBezTo>
                <a:cubicBezTo>
                  <a:pt x="21942" y="16458"/>
                  <a:pt x="22044" y="15981"/>
                  <a:pt x="22146" y="15537"/>
                </a:cubicBezTo>
                <a:cubicBezTo>
                  <a:pt x="22317" y="14752"/>
                  <a:pt x="22829" y="14104"/>
                  <a:pt x="23511" y="13763"/>
                </a:cubicBezTo>
                <a:cubicBezTo>
                  <a:pt x="24057" y="13455"/>
                  <a:pt x="24637" y="13182"/>
                  <a:pt x="25218" y="12944"/>
                </a:cubicBezTo>
                <a:cubicBezTo>
                  <a:pt x="26139" y="12602"/>
                  <a:pt x="27060" y="12329"/>
                  <a:pt x="27947" y="11954"/>
                </a:cubicBezTo>
                <a:cubicBezTo>
                  <a:pt x="28732" y="11647"/>
                  <a:pt x="29483" y="11306"/>
                  <a:pt x="30234" y="10896"/>
                </a:cubicBezTo>
                <a:cubicBezTo>
                  <a:pt x="31360" y="10282"/>
                  <a:pt x="32247" y="9327"/>
                  <a:pt x="32793" y="8166"/>
                </a:cubicBezTo>
                <a:cubicBezTo>
                  <a:pt x="33271" y="7177"/>
                  <a:pt x="33714" y="6187"/>
                  <a:pt x="34158" y="5198"/>
                </a:cubicBezTo>
                <a:cubicBezTo>
                  <a:pt x="34772" y="3833"/>
                  <a:pt x="35523" y="2536"/>
                  <a:pt x="36444" y="1308"/>
                </a:cubicBezTo>
                <a:cubicBezTo>
                  <a:pt x="36615" y="1035"/>
                  <a:pt x="36888" y="796"/>
                  <a:pt x="37195" y="625"/>
                </a:cubicBezTo>
                <a:lnTo>
                  <a:pt x="37195" y="625"/>
                </a:lnTo>
                <a:cubicBezTo>
                  <a:pt x="37195" y="830"/>
                  <a:pt x="37161" y="1001"/>
                  <a:pt x="37126" y="1171"/>
                </a:cubicBezTo>
                <a:cubicBezTo>
                  <a:pt x="37024" y="3799"/>
                  <a:pt x="36444" y="6324"/>
                  <a:pt x="35932" y="8883"/>
                </a:cubicBezTo>
                <a:cubicBezTo>
                  <a:pt x="35830" y="9327"/>
                  <a:pt x="35762" y="9736"/>
                  <a:pt x="35693" y="10180"/>
                </a:cubicBezTo>
                <a:cubicBezTo>
                  <a:pt x="35591" y="10828"/>
                  <a:pt x="35693" y="11476"/>
                  <a:pt x="35932" y="12091"/>
                </a:cubicBezTo>
                <a:cubicBezTo>
                  <a:pt x="36205" y="12636"/>
                  <a:pt x="36478" y="13217"/>
                  <a:pt x="36785" y="13763"/>
                </a:cubicBezTo>
                <a:cubicBezTo>
                  <a:pt x="37399" y="14752"/>
                  <a:pt x="37945" y="15810"/>
                  <a:pt x="38389" y="16868"/>
                </a:cubicBezTo>
                <a:cubicBezTo>
                  <a:pt x="38628" y="17380"/>
                  <a:pt x="38662" y="17960"/>
                  <a:pt x="38457" y="18472"/>
                </a:cubicBezTo>
                <a:cubicBezTo>
                  <a:pt x="38184" y="19188"/>
                  <a:pt x="37775" y="19905"/>
                  <a:pt x="37263" y="20519"/>
                </a:cubicBezTo>
                <a:cubicBezTo>
                  <a:pt x="36853" y="21031"/>
                  <a:pt x="36376" y="21543"/>
                  <a:pt x="36000" y="22089"/>
                </a:cubicBezTo>
                <a:cubicBezTo>
                  <a:pt x="35454" y="22805"/>
                  <a:pt x="34977" y="23556"/>
                  <a:pt x="34533" y="24307"/>
                </a:cubicBezTo>
                <a:cubicBezTo>
                  <a:pt x="34021" y="25126"/>
                  <a:pt x="33919" y="26081"/>
                  <a:pt x="34226" y="26968"/>
                </a:cubicBezTo>
                <a:cubicBezTo>
                  <a:pt x="34397" y="27480"/>
                  <a:pt x="34533" y="28026"/>
                  <a:pt x="34704" y="28538"/>
                </a:cubicBezTo>
                <a:cubicBezTo>
                  <a:pt x="34840" y="28981"/>
                  <a:pt x="34806" y="29493"/>
                  <a:pt x="34533" y="29903"/>
                </a:cubicBezTo>
                <a:cubicBezTo>
                  <a:pt x="34124" y="30653"/>
                  <a:pt x="33612" y="31336"/>
                  <a:pt x="32998" y="31950"/>
                </a:cubicBezTo>
                <a:cubicBezTo>
                  <a:pt x="31871" y="33042"/>
                  <a:pt x="30643" y="34066"/>
                  <a:pt x="29346" y="34953"/>
                </a:cubicBezTo>
                <a:cubicBezTo>
                  <a:pt x="28493" y="35499"/>
                  <a:pt x="27708" y="36147"/>
                  <a:pt x="27026" y="36864"/>
                </a:cubicBezTo>
                <a:cubicBezTo>
                  <a:pt x="26207" y="37615"/>
                  <a:pt x="25900" y="38741"/>
                  <a:pt x="26207" y="39764"/>
                </a:cubicBezTo>
                <a:cubicBezTo>
                  <a:pt x="26309" y="40276"/>
                  <a:pt x="26378" y="40788"/>
                  <a:pt x="26514" y="41300"/>
                </a:cubicBezTo>
                <a:cubicBezTo>
                  <a:pt x="26617" y="41778"/>
                  <a:pt x="26514" y="42255"/>
                  <a:pt x="26207" y="42665"/>
                </a:cubicBezTo>
                <a:cubicBezTo>
                  <a:pt x="25320" y="43893"/>
                  <a:pt x="24364" y="45088"/>
                  <a:pt x="23341" y="46248"/>
                </a:cubicBezTo>
                <a:cubicBezTo>
                  <a:pt x="22658" y="47033"/>
                  <a:pt x="21976" y="47852"/>
                  <a:pt x="21259" y="48670"/>
                </a:cubicBezTo>
                <a:cubicBezTo>
                  <a:pt x="20406" y="49728"/>
                  <a:pt x="19997" y="51093"/>
                  <a:pt x="20201" y="52458"/>
                </a:cubicBezTo>
                <a:cubicBezTo>
                  <a:pt x="20372" y="53584"/>
                  <a:pt x="20645" y="54676"/>
                  <a:pt x="20986" y="55768"/>
                </a:cubicBezTo>
                <a:cubicBezTo>
                  <a:pt x="21396" y="56997"/>
                  <a:pt x="21737" y="58259"/>
                  <a:pt x="21942" y="59556"/>
                </a:cubicBezTo>
                <a:cubicBezTo>
                  <a:pt x="22044" y="60102"/>
                  <a:pt x="22146" y="60648"/>
                  <a:pt x="22181" y="61194"/>
                </a:cubicBezTo>
                <a:cubicBezTo>
                  <a:pt x="22181" y="61569"/>
                  <a:pt x="22146" y="61944"/>
                  <a:pt x="22078" y="62320"/>
                </a:cubicBezTo>
                <a:cubicBezTo>
                  <a:pt x="22010" y="62490"/>
                  <a:pt x="21839" y="62661"/>
                  <a:pt x="21703" y="62797"/>
                </a:cubicBezTo>
                <a:cubicBezTo>
                  <a:pt x="21669" y="62832"/>
                  <a:pt x="21635" y="62832"/>
                  <a:pt x="21600" y="62866"/>
                </a:cubicBezTo>
                <a:cubicBezTo>
                  <a:pt x="21464" y="62968"/>
                  <a:pt x="21396" y="63070"/>
                  <a:pt x="21464" y="63207"/>
                </a:cubicBezTo>
                <a:cubicBezTo>
                  <a:pt x="21509" y="63298"/>
                  <a:pt x="21600" y="63343"/>
                  <a:pt x="21697" y="63343"/>
                </a:cubicBezTo>
                <a:cubicBezTo>
                  <a:pt x="21745" y="63343"/>
                  <a:pt x="21794" y="63332"/>
                  <a:pt x="21839" y="63309"/>
                </a:cubicBezTo>
                <a:cubicBezTo>
                  <a:pt x="22181" y="63207"/>
                  <a:pt x="22454" y="62968"/>
                  <a:pt x="22556" y="62627"/>
                </a:cubicBezTo>
                <a:cubicBezTo>
                  <a:pt x="22761" y="62149"/>
                  <a:pt x="22829" y="61603"/>
                  <a:pt x="22761" y="61091"/>
                </a:cubicBezTo>
                <a:cubicBezTo>
                  <a:pt x="22692" y="60614"/>
                  <a:pt x="22590" y="60136"/>
                  <a:pt x="22556" y="59658"/>
                </a:cubicBezTo>
                <a:cubicBezTo>
                  <a:pt x="22317" y="58293"/>
                  <a:pt x="21976" y="56962"/>
                  <a:pt x="21566" y="55666"/>
                </a:cubicBezTo>
                <a:cubicBezTo>
                  <a:pt x="21293" y="54642"/>
                  <a:pt x="21020" y="53652"/>
                  <a:pt x="20816" y="52629"/>
                </a:cubicBezTo>
                <a:cubicBezTo>
                  <a:pt x="20645" y="51707"/>
                  <a:pt x="20747" y="50752"/>
                  <a:pt x="21157" y="49865"/>
                </a:cubicBezTo>
                <a:cubicBezTo>
                  <a:pt x="21293" y="49592"/>
                  <a:pt x="21464" y="49319"/>
                  <a:pt x="21669" y="49080"/>
                </a:cubicBezTo>
                <a:cubicBezTo>
                  <a:pt x="22556" y="48022"/>
                  <a:pt x="23443" y="46998"/>
                  <a:pt x="24330" y="45975"/>
                </a:cubicBezTo>
                <a:cubicBezTo>
                  <a:pt x="25115" y="44985"/>
                  <a:pt x="25866" y="43962"/>
                  <a:pt x="26651" y="42972"/>
                </a:cubicBezTo>
                <a:cubicBezTo>
                  <a:pt x="27060" y="42494"/>
                  <a:pt x="27231" y="41812"/>
                  <a:pt x="27060" y="41198"/>
                </a:cubicBezTo>
                <a:cubicBezTo>
                  <a:pt x="26924" y="40583"/>
                  <a:pt x="26821" y="39935"/>
                  <a:pt x="26719" y="39321"/>
                </a:cubicBezTo>
                <a:cubicBezTo>
                  <a:pt x="26582" y="38672"/>
                  <a:pt x="26753" y="37956"/>
                  <a:pt x="27231" y="37478"/>
                </a:cubicBezTo>
                <a:cubicBezTo>
                  <a:pt x="27811" y="36796"/>
                  <a:pt x="28493" y="36181"/>
                  <a:pt x="29244" y="35670"/>
                </a:cubicBezTo>
                <a:cubicBezTo>
                  <a:pt x="30507" y="34817"/>
                  <a:pt x="31701" y="33895"/>
                  <a:pt x="32827" y="32871"/>
                </a:cubicBezTo>
                <a:cubicBezTo>
                  <a:pt x="33578" y="32223"/>
                  <a:pt x="34226" y="31438"/>
                  <a:pt x="34772" y="30619"/>
                </a:cubicBezTo>
                <a:cubicBezTo>
                  <a:pt x="34977" y="30278"/>
                  <a:pt x="35147" y="29903"/>
                  <a:pt x="35386" y="29493"/>
                </a:cubicBezTo>
                <a:cubicBezTo>
                  <a:pt x="35454" y="29562"/>
                  <a:pt x="35523" y="29664"/>
                  <a:pt x="35625" y="29732"/>
                </a:cubicBezTo>
                <a:cubicBezTo>
                  <a:pt x="36307" y="30653"/>
                  <a:pt x="37024" y="31609"/>
                  <a:pt x="37707" y="32564"/>
                </a:cubicBezTo>
                <a:cubicBezTo>
                  <a:pt x="37859" y="32768"/>
                  <a:pt x="37974" y="32876"/>
                  <a:pt x="38093" y="32876"/>
                </a:cubicBezTo>
                <a:cubicBezTo>
                  <a:pt x="38133" y="32876"/>
                  <a:pt x="38175" y="32864"/>
                  <a:pt x="38218" y="32837"/>
                </a:cubicBezTo>
                <a:cubicBezTo>
                  <a:pt x="38423" y="32667"/>
                  <a:pt x="38321" y="32462"/>
                  <a:pt x="38218" y="32291"/>
                </a:cubicBezTo>
                <a:cubicBezTo>
                  <a:pt x="38082" y="32053"/>
                  <a:pt x="37911" y="31814"/>
                  <a:pt x="37775" y="31609"/>
                </a:cubicBezTo>
                <a:cubicBezTo>
                  <a:pt x="37161" y="30858"/>
                  <a:pt x="36580" y="30108"/>
                  <a:pt x="35966" y="29357"/>
                </a:cubicBezTo>
                <a:cubicBezTo>
                  <a:pt x="35898" y="29254"/>
                  <a:pt x="35830" y="29152"/>
                  <a:pt x="35727" y="29084"/>
                </a:cubicBezTo>
                <a:cubicBezTo>
                  <a:pt x="35352" y="28947"/>
                  <a:pt x="35352" y="28674"/>
                  <a:pt x="35250" y="28367"/>
                </a:cubicBezTo>
                <a:cubicBezTo>
                  <a:pt x="35113" y="27821"/>
                  <a:pt x="34943" y="27309"/>
                  <a:pt x="34772" y="26763"/>
                </a:cubicBezTo>
                <a:cubicBezTo>
                  <a:pt x="34567" y="26115"/>
                  <a:pt x="34601" y="25433"/>
                  <a:pt x="34943" y="24853"/>
                </a:cubicBezTo>
                <a:cubicBezTo>
                  <a:pt x="35011" y="24955"/>
                  <a:pt x="35079" y="25023"/>
                  <a:pt x="35113" y="25091"/>
                </a:cubicBezTo>
                <a:cubicBezTo>
                  <a:pt x="36069" y="26388"/>
                  <a:pt x="37024" y="27685"/>
                  <a:pt x="38014" y="28981"/>
                </a:cubicBezTo>
                <a:cubicBezTo>
                  <a:pt x="38082" y="29118"/>
                  <a:pt x="38218" y="29220"/>
                  <a:pt x="38355" y="29289"/>
                </a:cubicBezTo>
                <a:cubicBezTo>
                  <a:pt x="38406" y="29323"/>
                  <a:pt x="38457" y="29340"/>
                  <a:pt x="38508" y="29340"/>
                </a:cubicBezTo>
                <a:cubicBezTo>
                  <a:pt x="38560" y="29340"/>
                  <a:pt x="38611" y="29323"/>
                  <a:pt x="38662" y="29289"/>
                </a:cubicBezTo>
                <a:cubicBezTo>
                  <a:pt x="38730" y="29254"/>
                  <a:pt x="38730" y="29118"/>
                  <a:pt x="38730" y="29016"/>
                </a:cubicBezTo>
                <a:cubicBezTo>
                  <a:pt x="38730" y="28913"/>
                  <a:pt x="38662" y="28913"/>
                  <a:pt x="38628" y="28879"/>
                </a:cubicBezTo>
                <a:cubicBezTo>
                  <a:pt x="37775" y="27787"/>
                  <a:pt x="36922" y="26695"/>
                  <a:pt x="36103" y="25603"/>
                </a:cubicBezTo>
                <a:cubicBezTo>
                  <a:pt x="35864" y="25296"/>
                  <a:pt x="35693" y="24955"/>
                  <a:pt x="35454" y="24648"/>
                </a:cubicBezTo>
                <a:cubicBezTo>
                  <a:pt x="35386" y="24545"/>
                  <a:pt x="35284" y="24443"/>
                  <a:pt x="35181" y="24341"/>
                </a:cubicBezTo>
                <a:cubicBezTo>
                  <a:pt x="35625" y="23522"/>
                  <a:pt x="36171" y="22737"/>
                  <a:pt x="36751" y="22020"/>
                </a:cubicBezTo>
                <a:cubicBezTo>
                  <a:pt x="37195" y="21474"/>
                  <a:pt x="37672" y="20963"/>
                  <a:pt x="38082" y="20417"/>
                </a:cubicBezTo>
                <a:cubicBezTo>
                  <a:pt x="38560" y="19802"/>
                  <a:pt x="38901" y="19120"/>
                  <a:pt x="39106" y="18369"/>
                </a:cubicBezTo>
                <a:cubicBezTo>
                  <a:pt x="39276" y="17891"/>
                  <a:pt x="39242" y="17345"/>
                  <a:pt x="39037" y="16868"/>
                </a:cubicBezTo>
                <a:cubicBezTo>
                  <a:pt x="38560" y="15878"/>
                  <a:pt x="38048" y="14889"/>
                  <a:pt x="37536" y="13899"/>
                </a:cubicBezTo>
                <a:cubicBezTo>
                  <a:pt x="37399" y="13592"/>
                  <a:pt x="37195" y="13285"/>
                  <a:pt x="37024" y="12978"/>
                </a:cubicBezTo>
                <a:cubicBezTo>
                  <a:pt x="36342" y="11920"/>
                  <a:pt x="36137" y="10657"/>
                  <a:pt x="36410" y="9463"/>
                </a:cubicBezTo>
                <a:cubicBezTo>
                  <a:pt x="36751" y="8030"/>
                  <a:pt x="37024" y="6563"/>
                  <a:pt x="37263" y="5095"/>
                </a:cubicBezTo>
                <a:cubicBezTo>
                  <a:pt x="37468" y="3969"/>
                  <a:pt x="37536" y="2843"/>
                  <a:pt x="37672" y="1683"/>
                </a:cubicBezTo>
                <a:cubicBezTo>
                  <a:pt x="37707" y="1342"/>
                  <a:pt x="37775" y="1001"/>
                  <a:pt x="37809" y="625"/>
                </a:cubicBezTo>
                <a:cubicBezTo>
                  <a:pt x="38116" y="659"/>
                  <a:pt x="38389" y="796"/>
                  <a:pt x="38560" y="1035"/>
                </a:cubicBezTo>
                <a:cubicBezTo>
                  <a:pt x="39720" y="1956"/>
                  <a:pt x="40709" y="3048"/>
                  <a:pt x="41631" y="4208"/>
                </a:cubicBezTo>
                <a:cubicBezTo>
                  <a:pt x="43064" y="6187"/>
                  <a:pt x="44531" y="8132"/>
                  <a:pt x="45896" y="10111"/>
                </a:cubicBezTo>
                <a:cubicBezTo>
                  <a:pt x="48114" y="13353"/>
                  <a:pt x="50332" y="16629"/>
                  <a:pt x="52516" y="19871"/>
                </a:cubicBezTo>
                <a:cubicBezTo>
                  <a:pt x="52687" y="20109"/>
                  <a:pt x="52857" y="20382"/>
                  <a:pt x="53028" y="20655"/>
                </a:cubicBezTo>
                <a:cubicBezTo>
                  <a:pt x="52925" y="20826"/>
                  <a:pt x="52789" y="20997"/>
                  <a:pt x="52652" y="21167"/>
                </a:cubicBezTo>
                <a:cubicBezTo>
                  <a:pt x="52038" y="22089"/>
                  <a:pt x="51526" y="23044"/>
                  <a:pt x="51151" y="24102"/>
                </a:cubicBezTo>
                <a:cubicBezTo>
                  <a:pt x="50571" y="25569"/>
                  <a:pt x="50059" y="27036"/>
                  <a:pt x="49650" y="28572"/>
                </a:cubicBezTo>
                <a:cubicBezTo>
                  <a:pt x="49104" y="30381"/>
                  <a:pt x="48353" y="32087"/>
                  <a:pt x="47329" y="33656"/>
                </a:cubicBezTo>
                <a:cubicBezTo>
                  <a:pt x="47261" y="33725"/>
                  <a:pt x="47227" y="33793"/>
                  <a:pt x="47124" y="33929"/>
                </a:cubicBezTo>
                <a:cubicBezTo>
                  <a:pt x="46954" y="33656"/>
                  <a:pt x="46817" y="33452"/>
                  <a:pt x="46647" y="33213"/>
                </a:cubicBezTo>
                <a:cubicBezTo>
                  <a:pt x="46340" y="32803"/>
                  <a:pt x="46033" y="32360"/>
                  <a:pt x="45725" y="31950"/>
                </a:cubicBezTo>
                <a:cubicBezTo>
                  <a:pt x="45691" y="31848"/>
                  <a:pt x="45623" y="31780"/>
                  <a:pt x="45555" y="31745"/>
                </a:cubicBezTo>
                <a:cubicBezTo>
                  <a:pt x="45506" y="31696"/>
                  <a:pt x="45451" y="31676"/>
                  <a:pt x="45399" y="31676"/>
                </a:cubicBezTo>
                <a:cubicBezTo>
                  <a:pt x="45270" y="31676"/>
                  <a:pt x="45155" y="31804"/>
                  <a:pt x="45179" y="31950"/>
                </a:cubicBezTo>
                <a:cubicBezTo>
                  <a:pt x="45179" y="32053"/>
                  <a:pt x="45248" y="32155"/>
                  <a:pt x="45316" y="32223"/>
                </a:cubicBezTo>
                <a:lnTo>
                  <a:pt x="46544" y="34032"/>
                </a:lnTo>
                <a:cubicBezTo>
                  <a:pt x="46613" y="34134"/>
                  <a:pt x="46715" y="34271"/>
                  <a:pt x="46852" y="34407"/>
                </a:cubicBezTo>
                <a:lnTo>
                  <a:pt x="46067" y="35397"/>
                </a:lnTo>
                <a:cubicBezTo>
                  <a:pt x="45794" y="35089"/>
                  <a:pt x="45521" y="34851"/>
                  <a:pt x="45282" y="34578"/>
                </a:cubicBezTo>
                <a:cubicBezTo>
                  <a:pt x="44019" y="33144"/>
                  <a:pt x="42723" y="31711"/>
                  <a:pt x="41460" y="30278"/>
                </a:cubicBezTo>
                <a:cubicBezTo>
                  <a:pt x="41187" y="30005"/>
                  <a:pt x="40948" y="29732"/>
                  <a:pt x="40675" y="29493"/>
                </a:cubicBezTo>
                <a:cubicBezTo>
                  <a:pt x="40607" y="29391"/>
                  <a:pt x="40505" y="29323"/>
                  <a:pt x="40402" y="29289"/>
                </a:cubicBezTo>
                <a:cubicBezTo>
                  <a:pt x="40300" y="29289"/>
                  <a:pt x="40198" y="29323"/>
                  <a:pt x="40129" y="29391"/>
                </a:cubicBezTo>
                <a:cubicBezTo>
                  <a:pt x="40061" y="29425"/>
                  <a:pt x="40095" y="29562"/>
                  <a:pt x="40095" y="29664"/>
                </a:cubicBezTo>
                <a:cubicBezTo>
                  <a:pt x="40095" y="29766"/>
                  <a:pt x="40129" y="29732"/>
                  <a:pt x="40163" y="29766"/>
                </a:cubicBezTo>
                <a:cubicBezTo>
                  <a:pt x="41528" y="31268"/>
                  <a:pt x="42859" y="32735"/>
                  <a:pt x="44224" y="34236"/>
                </a:cubicBezTo>
                <a:cubicBezTo>
                  <a:pt x="44702" y="34748"/>
                  <a:pt x="45179" y="35260"/>
                  <a:pt x="45691" y="35772"/>
                </a:cubicBezTo>
                <a:cubicBezTo>
                  <a:pt x="44975" y="36591"/>
                  <a:pt x="44224" y="37410"/>
                  <a:pt x="43473" y="38229"/>
                </a:cubicBezTo>
                <a:lnTo>
                  <a:pt x="41392" y="35738"/>
                </a:lnTo>
                <a:cubicBezTo>
                  <a:pt x="41085" y="35397"/>
                  <a:pt x="40778" y="35021"/>
                  <a:pt x="40505" y="34646"/>
                </a:cubicBezTo>
                <a:cubicBezTo>
                  <a:pt x="40436" y="34578"/>
                  <a:pt x="40436" y="34544"/>
                  <a:pt x="40368" y="34475"/>
                </a:cubicBezTo>
                <a:cubicBezTo>
                  <a:pt x="40343" y="34451"/>
                  <a:pt x="40230" y="34355"/>
                  <a:pt x="40130" y="34355"/>
                </a:cubicBezTo>
                <a:cubicBezTo>
                  <a:pt x="40092" y="34355"/>
                  <a:pt x="40055" y="34369"/>
                  <a:pt x="40027" y="34407"/>
                </a:cubicBezTo>
                <a:cubicBezTo>
                  <a:pt x="39925" y="34509"/>
                  <a:pt x="39925" y="34612"/>
                  <a:pt x="39959" y="34748"/>
                </a:cubicBezTo>
                <a:cubicBezTo>
                  <a:pt x="40027" y="34953"/>
                  <a:pt x="40163" y="35158"/>
                  <a:pt x="40334" y="35328"/>
                </a:cubicBezTo>
                <a:cubicBezTo>
                  <a:pt x="40709" y="35806"/>
                  <a:pt x="41153" y="36284"/>
                  <a:pt x="41562" y="36762"/>
                </a:cubicBezTo>
                <a:cubicBezTo>
                  <a:pt x="41972" y="37239"/>
                  <a:pt x="42347" y="37717"/>
                  <a:pt x="42757" y="38161"/>
                </a:cubicBezTo>
                <a:cubicBezTo>
                  <a:pt x="42893" y="38297"/>
                  <a:pt x="43030" y="38434"/>
                  <a:pt x="43166" y="38570"/>
                </a:cubicBezTo>
                <a:cubicBezTo>
                  <a:pt x="42552" y="39355"/>
                  <a:pt x="41938" y="40140"/>
                  <a:pt x="41289" y="40993"/>
                </a:cubicBezTo>
                <a:cubicBezTo>
                  <a:pt x="41051" y="40686"/>
                  <a:pt x="40846" y="40413"/>
                  <a:pt x="40607" y="40140"/>
                </a:cubicBezTo>
                <a:cubicBezTo>
                  <a:pt x="39959" y="39423"/>
                  <a:pt x="39310" y="38672"/>
                  <a:pt x="38628" y="37956"/>
                </a:cubicBezTo>
                <a:cubicBezTo>
                  <a:pt x="38560" y="37853"/>
                  <a:pt x="38457" y="37751"/>
                  <a:pt x="38321" y="37683"/>
                </a:cubicBezTo>
                <a:cubicBezTo>
                  <a:pt x="38258" y="37651"/>
                  <a:pt x="38187" y="37627"/>
                  <a:pt x="38123" y="37627"/>
                </a:cubicBezTo>
                <a:cubicBezTo>
                  <a:pt x="38048" y="37627"/>
                  <a:pt x="37982" y="37660"/>
                  <a:pt x="37945" y="37751"/>
                </a:cubicBezTo>
                <a:cubicBezTo>
                  <a:pt x="37911" y="37853"/>
                  <a:pt x="37945" y="37956"/>
                  <a:pt x="38014" y="38058"/>
                </a:cubicBezTo>
                <a:cubicBezTo>
                  <a:pt x="38116" y="38195"/>
                  <a:pt x="38321" y="38331"/>
                  <a:pt x="38423" y="38468"/>
                </a:cubicBezTo>
                <a:cubicBezTo>
                  <a:pt x="39276" y="39457"/>
                  <a:pt x="40129" y="40447"/>
                  <a:pt x="40982" y="41471"/>
                </a:cubicBezTo>
                <a:cubicBezTo>
                  <a:pt x="40334" y="42426"/>
                  <a:pt x="39720" y="43347"/>
                  <a:pt x="39071" y="44269"/>
                </a:cubicBezTo>
                <a:cubicBezTo>
                  <a:pt x="38525" y="43689"/>
                  <a:pt x="38014" y="43143"/>
                  <a:pt x="37468" y="42631"/>
                </a:cubicBezTo>
                <a:cubicBezTo>
                  <a:pt x="37229" y="42358"/>
                  <a:pt x="36990" y="42153"/>
                  <a:pt x="36751" y="41914"/>
                </a:cubicBezTo>
                <a:cubicBezTo>
                  <a:pt x="36683" y="41846"/>
                  <a:pt x="36615" y="41778"/>
                  <a:pt x="36512" y="41743"/>
                </a:cubicBezTo>
                <a:cubicBezTo>
                  <a:pt x="36452" y="41704"/>
                  <a:pt x="36381" y="41687"/>
                  <a:pt x="36304" y="41687"/>
                </a:cubicBezTo>
                <a:cubicBezTo>
                  <a:pt x="36250" y="41687"/>
                  <a:pt x="36193" y="41695"/>
                  <a:pt x="36137" y="41709"/>
                </a:cubicBezTo>
                <a:cubicBezTo>
                  <a:pt x="36035" y="41709"/>
                  <a:pt x="35966" y="41880"/>
                  <a:pt x="35966" y="41982"/>
                </a:cubicBezTo>
                <a:cubicBezTo>
                  <a:pt x="35966" y="42085"/>
                  <a:pt x="36069" y="42221"/>
                  <a:pt x="36239" y="42289"/>
                </a:cubicBezTo>
                <a:cubicBezTo>
                  <a:pt x="36376" y="42324"/>
                  <a:pt x="36546" y="42426"/>
                  <a:pt x="36649" y="42528"/>
                </a:cubicBezTo>
                <a:cubicBezTo>
                  <a:pt x="37263" y="43143"/>
                  <a:pt x="37843" y="43757"/>
                  <a:pt x="38423" y="44371"/>
                </a:cubicBezTo>
                <a:cubicBezTo>
                  <a:pt x="38525" y="44507"/>
                  <a:pt x="38662" y="44610"/>
                  <a:pt x="38764" y="44712"/>
                </a:cubicBezTo>
                <a:lnTo>
                  <a:pt x="37945" y="46009"/>
                </a:lnTo>
                <a:lnTo>
                  <a:pt x="37092" y="45326"/>
                </a:lnTo>
                <a:cubicBezTo>
                  <a:pt x="36990" y="45224"/>
                  <a:pt x="36853" y="45156"/>
                  <a:pt x="36717" y="45088"/>
                </a:cubicBezTo>
                <a:cubicBezTo>
                  <a:pt x="36674" y="45059"/>
                  <a:pt x="36624" y="45048"/>
                  <a:pt x="36574" y="45048"/>
                </a:cubicBezTo>
                <a:cubicBezTo>
                  <a:pt x="36505" y="45048"/>
                  <a:pt x="36435" y="45068"/>
                  <a:pt x="36376" y="45088"/>
                </a:cubicBezTo>
                <a:cubicBezTo>
                  <a:pt x="36239" y="45190"/>
                  <a:pt x="36273" y="45361"/>
                  <a:pt x="36410" y="45463"/>
                </a:cubicBezTo>
                <a:cubicBezTo>
                  <a:pt x="36512" y="45565"/>
                  <a:pt x="36751" y="45736"/>
                  <a:pt x="36922" y="45872"/>
                </a:cubicBezTo>
                <a:cubicBezTo>
                  <a:pt x="37161" y="46043"/>
                  <a:pt x="37399" y="46248"/>
                  <a:pt x="37707" y="46452"/>
                </a:cubicBezTo>
                <a:lnTo>
                  <a:pt x="36615" y="48261"/>
                </a:lnTo>
                <a:cubicBezTo>
                  <a:pt x="35830" y="47579"/>
                  <a:pt x="35113" y="46930"/>
                  <a:pt x="34362" y="46282"/>
                </a:cubicBezTo>
                <a:cubicBezTo>
                  <a:pt x="33748" y="45736"/>
                  <a:pt x="33066" y="45224"/>
                  <a:pt x="32452" y="44712"/>
                </a:cubicBezTo>
                <a:cubicBezTo>
                  <a:pt x="32383" y="44644"/>
                  <a:pt x="32315" y="44610"/>
                  <a:pt x="32247" y="44542"/>
                </a:cubicBezTo>
                <a:cubicBezTo>
                  <a:pt x="32134" y="44429"/>
                  <a:pt x="32021" y="44378"/>
                  <a:pt x="31926" y="44378"/>
                </a:cubicBezTo>
                <a:cubicBezTo>
                  <a:pt x="31848" y="44378"/>
                  <a:pt x="31781" y="44412"/>
                  <a:pt x="31735" y="44473"/>
                </a:cubicBezTo>
                <a:cubicBezTo>
                  <a:pt x="31564" y="44712"/>
                  <a:pt x="31735" y="44849"/>
                  <a:pt x="31906" y="44985"/>
                </a:cubicBezTo>
                <a:cubicBezTo>
                  <a:pt x="32622" y="45565"/>
                  <a:pt x="33373" y="46145"/>
                  <a:pt x="34089" y="46760"/>
                </a:cubicBezTo>
                <a:cubicBezTo>
                  <a:pt x="34704" y="47271"/>
                  <a:pt x="35318" y="47817"/>
                  <a:pt x="35932" y="48363"/>
                </a:cubicBezTo>
                <a:cubicBezTo>
                  <a:pt x="36035" y="48466"/>
                  <a:pt x="36171" y="48602"/>
                  <a:pt x="36307" y="48739"/>
                </a:cubicBezTo>
                <a:lnTo>
                  <a:pt x="35386" y="50070"/>
                </a:lnTo>
                <a:cubicBezTo>
                  <a:pt x="35216" y="50308"/>
                  <a:pt x="35045" y="50547"/>
                  <a:pt x="34874" y="50820"/>
                </a:cubicBezTo>
                <a:cubicBezTo>
                  <a:pt x="34806" y="50888"/>
                  <a:pt x="34772" y="51025"/>
                  <a:pt x="34772" y="51127"/>
                </a:cubicBezTo>
                <a:cubicBezTo>
                  <a:pt x="34772" y="51230"/>
                  <a:pt x="34874" y="51332"/>
                  <a:pt x="34977" y="51400"/>
                </a:cubicBezTo>
                <a:cubicBezTo>
                  <a:pt x="34983" y="51407"/>
                  <a:pt x="34994" y="51409"/>
                  <a:pt x="35008" y="51409"/>
                </a:cubicBezTo>
                <a:cubicBezTo>
                  <a:pt x="35070" y="51409"/>
                  <a:pt x="35194" y="51354"/>
                  <a:pt x="35250" y="51298"/>
                </a:cubicBezTo>
                <a:cubicBezTo>
                  <a:pt x="35318" y="51161"/>
                  <a:pt x="35386" y="51059"/>
                  <a:pt x="35454" y="50957"/>
                </a:cubicBezTo>
                <a:cubicBezTo>
                  <a:pt x="36649" y="49285"/>
                  <a:pt x="37672" y="47544"/>
                  <a:pt x="38764" y="45838"/>
                </a:cubicBezTo>
                <a:cubicBezTo>
                  <a:pt x="39549" y="44576"/>
                  <a:pt x="40436" y="43313"/>
                  <a:pt x="41221" y="42119"/>
                </a:cubicBezTo>
                <a:cubicBezTo>
                  <a:pt x="41380" y="42119"/>
                  <a:pt x="41525" y="42134"/>
                  <a:pt x="41633" y="42134"/>
                </a:cubicBezTo>
                <a:cubicBezTo>
                  <a:pt x="41688" y="42134"/>
                  <a:pt x="41733" y="42130"/>
                  <a:pt x="41767" y="42119"/>
                </a:cubicBezTo>
                <a:cubicBezTo>
                  <a:pt x="42006" y="41914"/>
                  <a:pt x="41767" y="41675"/>
                  <a:pt x="41699" y="41436"/>
                </a:cubicBezTo>
                <a:cubicBezTo>
                  <a:pt x="42143" y="40822"/>
                  <a:pt x="42586" y="40140"/>
                  <a:pt x="43098" y="39560"/>
                </a:cubicBezTo>
                <a:cubicBezTo>
                  <a:pt x="44122" y="38365"/>
                  <a:pt x="45179" y="37205"/>
                  <a:pt x="46237" y="36045"/>
                </a:cubicBezTo>
                <a:cubicBezTo>
                  <a:pt x="46579" y="35670"/>
                  <a:pt x="46920" y="35260"/>
                  <a:pt x="47193" y="34817"/>
                </a:cubicBezTo>
                <a:cubicBezTo>
                  <a:pt x="48660" y="32769"/>
                  <a:pt x="49718" y="30483"/>
                  <a:pt x="50366" y="28060"/>
                </a:cubicBezTo>
                <a:cubicBezTo>
                  <a:pt x="50844" y="26286"/>
                  <a:pt x="51492" y="24580"/>
                  <a:pt x="52277" y="22942"/>
                </a:cubicBezTo>
                <a:cubicBezTo>
                  <a:pt x="52550" y="22362"/>
                  <a:pt x="52891" y="21816"/>
                  <a:pt x="53198" y="21338"/>
                </a:cubicBezTo>
                <a:cubicBezTo>
                  <a:pt x="53308" y="21338"/>
                  <a:pt x="53406" y="21343"/>
                  <a:pt x="53491" y="21343"/>
                </a:cubicBezTo>
                <a:cubicBezTo>
                  <a:pt x="53619" y="21343"/>
                  <a:pt x="53717" y="21331"/>
                  <a:pt x="53778" y="21270"/>
                </a:cubicBezTo>
                <a:cubicBezTo>
                  <a:pt x="53881" y="21201"/>
                  <a:pt x="53778" y="20997"/>
                  <a:pt x="53778" y="20758"/>
                </a:cubicBezTo>
                <a:cubicBezTo>
                  <a:pt x="53993" y="20624"/>
                  <a:pt x="54250" y="20532"/>
                  <a:pt x="54499" y="20532"/>
                </a:cubicBezTo>
                <a:cubicBezTo>
                  <a:pt x="54567" y="20532"/>
                  <a:pt x="54634" y="20538"/>
                  <a:pt x="54700" y="20553"/>
                </a:cubicBezTo>
                <a:cubicBezTo>
                  <a:pt x="55246" y="20587"/>
                  <a:pt x="55792" y="20655"/>
                  <a:pt x="56338" y="20792"/>
                </a:cubicBezTo>
                <a:cubicBezTo>
                  <a:pt x="57498" y="21031"/>
                  <a:pt x="58658" y="21304"/>
                  <a:pt x="59818" y="21577"/>
                </a:cubicBezTo>
                <a:cubicBezTo>
                  <a:pt x="60159" y="21645"/>
                  <a:pt x="60467" y="21679"/>
                  <a:pt x="60774" y="21713"/>
                </a:cubicBezTo>
                <a:cubicBezTo>
                  <a:pt x="60848" y="21722"/>
                  <a:pt x="60921" y="21727"/>
                  <a:pt x="60994" y="21727"/>
                </a:cubicBezTo>
                <a:cubicBezTo>
                  <a:pt x="61730" y="21727"/>
                  <a:pt x="62402" y="21267"/>
                  <a:pt x="62650" y="20553"/>
                </a:cubicBezTo>
                <a:cubicBezTo>
                  <a:pt x="62889" y="19939"/>
                  <a:pt x="63060" y="19325"/>
                  <a:pt x="63231" y="18676"/>
                </a:cubicBezTo>
                <a:cubicBezTo>
                  <a:pt x="63538" y="17687"/>
                  <a:pt x="63811" y="16663"/>
                  <a:pt x="64118" y="15708"/>
                </a:cubicBezTo>
                <a:cubicBezTo>
                  <a:pt x="64357" y="15093"/>
                  <a:pt x="64630" y="14479"/>
                  <a:pt x="64971" y="13899"/>
                </a:cubicBezTo>
                <a:cubicBezTo>
                  <a:pt x="65028" y="13644"/>
                  <a:pt x="65249" y="13506"/>
                  <a:pt x="65479" y="13506"/>
                </a:cubicBezTo>
                <a:cubicBezTo>
                  <a:pt x="65526" y="13506"/>
                  <a:pt x="65573" y="13512"/>
                  <a:pt x="65619" y="13524"/>
                </a:cubicBezTo>
                <a:cubicBezTo>
                  <a:pt x="65995" y="14684"/>
                  <a:pt x="66336" y="15810"/>
                  <a:pt x="66677" y="16936"/>
                </a:cubicBezTo>
                <a:cubicBezTo>
                  <a:pt x="67052" y="18369"/>
                  <a:pt x="67291" y="19836"/>
                  <a:pt x="67428" y="21304"/>
                </a:cubicBezTo>
                <a:cubicBezTo>
                  <a:pt x="67496" y="22020"/>
                  <a:pt x="67291" y="22703"/>
                  <a:pt x="66813" y="23249"/>
                </a:cubicBezTo>
                <a:cubicBezTo>
                  <a:pt x="66165" y="24068"/>
                  <a:pt x="65380" y="24784"/>
                  <a:pt x="64493" y="25330"/>
                </a:cubicBezTo>
                <a:cubicBezTo>
                  <a:pt x="63777" y="25808"/>
                  <a:pt x="63026" y="26183"/>
                  <a:pt x="62275" y="26627"/>
                </a:cubicBezTo>
                <a:cubicBezTo>
                  <a:pt x="61866" y="26866"/>
                  <a:pt x="61388" y="27036"/>
                  <a:pt x="60978" y="27275"/>
                </a:cubicBezTo>
                <a:cubicBezTo>
                  <a:pt x="60467" y="27548"/>
                  <a:pt x="60364" y="27924"/>
                  <a:pt x="60671" y="28401"/>
                </a:cubicBezTo>
                <a:cubicBezTo>
                  <a:pt x="60910" y="28708"/>
                  <a:pt x="61183" y="29016"/>
                  <a:pt x="61456" y="29289"/>
                </a:cubicBezTo>
                <a:cubicBezTo>
                  <a:pt x="62309" y="30142"/>
                  <a:pt x="62923" y="31234"/>
                  <a:pt x="63265" y="32394"/>
                </a:cubicBezTo>
                <a:cubicBezTo>
                  <a:pt x="63504" y="33486"/>
                  <a:pt x="63708" y="34578"/>
                  <a:pt x="63811" y="35704"/>
                </a:cubicBezTo>
                <a:cubicBezTo>
                  <a:pt x="63845" y="36625"/>
                  <a:pt x="63606" y="37512"/>
                  <a:pt x="63162" y="38297"/>
                </a:cubicBezTo>
                <a:cubicBezTo>
                  <a:pt x="62958" y="38741"/>
                  <a:pt x="62753" y="39150"/>
                  <a:pt x="62548" y="39594"/>
                </a:cubicBezTo>
                <a:cubicBezTo>
                  <a:pt x="62207" y="40208"/>
                  <a:pt x="62377" y="40959"/>
                  <a:pt x="62958" y="41368"/>
                </a:cubicBezTo>
                <a:cubicBezTo>
                  <a:pt x="63504" y="41846"/>
                  <a:pt x="64186" y="42119"/>
                  <a:pt x="64937" y="42153"/>
                </a:cubicBezTo>
                <a:cubicBezTo>
                  <a:pt x="65619" y="42255"/>
                  <a:pt x="66268" y="42358"/>
                  <a:pt x="66916" y="42528"/>
                </a:cubicBezTo>
                <a:cubicBezTo>
                  <a:pt x="67940" y="42767"/>
                  <a:pt x="68793" y="43552"/>
                  <a:pt x="69134" y="44542"/>
                </a:cubicBezTo>
                <a:cubicBezTo>
                  <a:pt x="69407" y="45292"/>
                  <a:pt x="69782" y="45975"/>
                  <a:pt x="69782" y="46760"/>
                </a:cubicBezTo>
                <a:cubicBezTo>
                  <a:pt x="69748" y="47783"/>
                  <a:pt x="69782" y="48807"/>
                  <a:pt x="69646" y="49831"/>
                </a:cubicBezTo>
                <a:cubicBezTo>
                  <a:pt x="69441" y="51605"/>
                  <a:pt x="69134" y="53414"/>
                  <a:pt x="68895" y="55188"/>
                </a:cubicBezTo>
                <a:cubicBezTo>
                  <a:pt x="68656" y="56280"/>
                  <a:pt x="68929" y="57440"/>
                  <a:pt x="69612" y="58327"/>
                </a:cubicBezTo>
                <a:cubicBezTo>
                  <a:pt x="70669" y="59726"/>
                  <a:pt x="71727" y="61091"/>
                  <a:pt x="72819" y="62456"/>
                </a:cubicBezTo>
                <a:cubicBezTo>
                  <a:pt x="75856" y="66346"/>
                  <a:pt x="78722" y="70373"/>
                  <a:pt x="81350" y="74536"/>
                </a:cubicBezTo>
                <a:cubicBezTo>
                  <a:pt x="81452" y="74672"/>
                  <a:pt x="81486" y="74809"/>
                  <a:pt x="81555" y="74945"/>
                </a:cubicBezTo>
                <a:cubicBezTo>
                  <a:pt x="81623" y="75218"/>
                  <a:pt x="81691" y="75491"/>
                  <a:pt x="81759" y="75764"/>
                </a:cubicBezTo>
                <a:lnTo>
                  <a:pt x="82476" y="75764"/>
                </a:lnTo>
                <a:cubicBezTo>
                  <a:pt x="82510" y="75423"/>
                  <a:pt x="82408" y="75048"/>
                  <a:pt x="82203" y="74741"/>
                </a:cubicBezTo>
                <a:cubicBezTo>
                  <a:pt x="79098" y="69793"/>
                  <a:pt x="75685" y="65050"/>
                  <a:pt x="72000" y="60511"/>
                </a:cubicBezTo>
                <a:cubicBezTo>
                  <a:pt x="71352" y="59726"/>
                  <a:pt x="70772" y="58907"/>
                  <a:pt x="70158" y="58088"/>
                </a:cubicBezTo>
                <a:cubicBezTo>
                  <a:pt x="69509" y="57270"/>
                  <a:pt x="69270" y="56212"/>
                  <a:pt x="69475" y="55188"/>
                </a:cubicBezTo>
                <a:cubicBezTo>
                  <a:pt x="69680" y="53891"/>
                  <a:pt x="69885" y="52629"/>
                  <a:pt x="70055" y="51332"/>
                </a:cubicBezTo>
                <a:cubicBezTo>
                  <a:pt x="70328" y="49694"/>
                  <a:pt x="70431" y="48022"/>
                  <a:pt x="70328" y="46384"/>
                </a:cubicBezTo>
                <a:cubicBezTo>
                  <a:pt x="70294" y="46077"/>
                  <a:pt x="70260" y="45804"/>
                  <a:pt x="70158" y="45531"/>
                </a:cubicBezTo>
                <a:cubicBezTo>
                  <a:pt x="69953" y="44917"/>
                  <a:pt x="69714" y="44337"/>
                  <a:pt x="69441" y="43757"/>
                </a:cubicBezTo>
                <a:cubicBezTo>
                  <a:pt x="69100" y="43108"/>
                  <a:pt x="68554" y="42562"/>
                  <a:pt x="67871" y="42255"/>
                </a:cubicBezTo>
                <a:cubicBezTo>
                  <a:pt x="67155" y="41914"/>
                  <a:pt x="66404" y="41709"/>
                  <a:pt x="65619" y="41641"/>
                </a:cubicBezTo>
                <a:cubicBezTo>
                  <a:pt x="65210" y="41607"/>
                  <a:pt x="64834" y="41573"/>
                  <a:pt x="64459" y="41471"/>
                </a:cubicBezTo>
                <a:cubicBezTo>
                  <a:pt x="64050" y="41334"/>
                  <a:pt x="63708" y="41163"/>
                  <a:pt x="63401" y="40925"/>
                </a:cubicBezTo>
                <a:cubicBezTo>
                  <a:pt x="62992" y="40686"/>
                  <a:pt x="62855" y="40140"/>
                  <a:pt x="63094" y="39730"/>
                </a:cubicBezTo>
                <a:cubicBezTo>
                  <a:pt x="63231" y="39389"/>
                  <a:pt x="63435" y="39082"/>
                  <a:pt x="63572" y="38741"/>
                </a:cubicBezTo>
                <a:cubicBezTo>
                  <a:pt x="63777" y="38263"/>
                  <a:pt x="64015" y="37785"/>
                  <a:pt x="64152" y="37307"/>
                </a:cubicBezTo>
                <a:cubicBezTo>
                  <a:pt x="64391" y="36591"/>
                  <a:pt x="64459" y="35840"/>
                  <a:pt x="64357" y="35089"/>
                </a:cubicBezTo>
                <a:cubicBezTo>
                  <a:pt x="64220" y="34271"/>
                  <a:pt x="64118" y="33486"/>
                  <a:pt x="63947" y="32667"/>
                </a:cubicBezTo>
                <a:cubicBezTo>
                  <a:pt x="63640" y="31268"/>
                  <a:pt x="62923" y="29937"/>
                  <a:pt x="61900" y="28879"/>
                </a:cubicBezTo>
                <a:cubicBezTo>
                  <a:pt x="61695" y="28674"/>
                  <a:pt x="61490" y="28470"/>
                  <a:pt x="61286" y="28197"/>
                </a:cubicBezTo>
                <a:cubicBezTo>
                  <a:pt x="61013" y="27890"/>
                  <a:pt x="61047" y="27821"/>
                  <a:pt x="61422" y="27617"/>
                </a:cubicBezTo>
                <a:cubicBezTo>
                  <a:pt x="61763" y="27412"/>
                  <a:pt x="62207" y="27207"/>
                  <a:pt x="62616" y="27036"/>
                </a:cubicBezTo>
                <a:cubicBezTo>
                  <a:pt x="64425" y="26217"/>
                  <a:pt x="66029" y="25023"/>
                  <a:pt x="67325" y="23522"/>
                </a:cubicBezTo>
                <a:cubicBezTo>
                  <a:pt x="67940" y="22703"/>
                  <a:pt x="68178" y="21645"/>
                  <a:pt x="67974" y="20621"/>
                </a:cubicBezTo>
                <a:cubicBezTo>
                  <a:pt x="67701" y="18540"/>
                  <a:pt x="67223" y="16492"/>
                  <a:pt x="66506" y="14513"/>
                </a:cubicBezTo>
                <a:cubicBezTo>
                  <a:pt x="66438" y="14377"/>
                  <a:pt x="66404" y="14240"/>
                  <a:pt x="66336" y="14001"/>
                </a:cubicBezTo>
                <a:lnTo>
                  <a:pt x="66336" y="14001"/>
                </a:lnTo>
                <a:cubicBezTo>
                  <a:pt x="66472" y="14036"/>
                  <a:pt x="66575" y="14104"/>
                  <a:pt x="66677" y="14172"/>
                </a:cubicBezTo>
                <a:cubicBezTo>
                  <a:pt x="67086" y="14616"/>
                  <a:pt x="67530" y="15025"/>
                  <a:pt x="67905" y="15503"/>
                </a:cubicBezTo>
                <a:cubicBezTo>
                  <a:pt x="70533" y="18745"/>
                  <a:pt x="73126" y="21986"/>
                  <a:pt x="75344" y="25501"/>
                </a:cubicBezTo>
                <a:cubicBezTo>
                  <a:pt x="77460" y="28811"/>
                  <a:pt x="79507" y="32155"/>
                  <a:pt x="81384" y="35567"/>
                </a:cubicBezTo>
                <a:cubicBezTo>
                  <a:pt x="81657" y="36045"/>
                  <a:pt x="81896" y="36489"/>
                  <a:pt x="82169" y="36966"/>
                </a:cubicBezTo>
                <a:cubicBezTo>
                  <a:pt x="82237" y="37069"/>
                  <a:pt x="82305" y="37137"/>
                  <a:pt x="82442" y="37307"/>
                </a:cubicBezTo>
                <a:cubicBezTo>
                  <a:pt x="82510" y="36932"/>
                  <a:pt x="82476" y="36523"/>
                  <a:pt x="82339" y="36147"/>
                </a:cubicBezTo>
                <a:cubicBezTo>
                  <a:pt x="79917" y="31745"/>
                  <a:pt x="77357" y="27412"/>
                  <a:pt x="74525" y="23215"/>
                </a:cubicBezTo>
                <a:cubicBezTo>
                  <a:pt x="72376" y="20144"/>
                  <a:pt x="70089" y="17209"/>
                  <a:pt x="67667" y="14411"/>
                </a:cubicBezTo>
                <a:cubicBezTo>
                  <a:pt x="67359" y="14070"/>
                  <a:pt x="67052" y="13763"/>
                  <a:pt x="66711" y="13490"/>
                </a:cubicBezTo>
                <a:cubicBezTo>
                  <a:pt x="66472" y="13285"/>
                  <a:pt x="66199" y="13148"/>
                  <a:pt x="65892" y="13046"/>
                </a:cubicBezTo>
                <a:cubicBezTo>
                  <a:pt x="65753" y="12976"/>
                  <a:pt x="65602" y="12942"/>
                  <a:pt x="65453" y="12942"/>
                </a:cubicBezTo>
                <a:cubicBezTo>
                  <a:pt x="65162" y="12942"/>
                  <a:pt x="64878" y="13071"/>
                  <a:pt x="64698" y="13319"/>
                </a:cubicBezTo>
                <a:cubicBezTo>
                  <a:pt x="64459" y="13592"/>
                  <a:pt x="64288" y="13899"/>
                  <a:pt x="64118" y="14206"/>
                </a:cubicBezTo>
                <a:cubicBezTo>
                  <a:pt x="63674" y="15196"/>
                  <a:pt x="63333" y="16219"/>
                  <a:pt x="63060" y="17243"/>
                </a:cubicBezTo>
                <a:cubicBezTo>
                  <a:pt x="62821" y="18096"/>
                  <a:pt x="62548" y="18983"/>
                  <a:pt x="62309" y="19871"/>
                </a:cubicBezTo>
                <a:cubicBezTo>
                  <a:pt x="62275" y="19973"/>
                  <a:pt x="62241" y="20075"/>
                  <a:pt x="62207" y="20178"/>
                </a:cubicBezTo>
                <a:cubicBezTo>
                  <a:pt x="61950" y="20864"/>
                  <a:pt x="61573" y="21167"/>
                  <a:pt x="60915" y="21167"/>
                </a:cubicBezTo>
                <a:cubicBezTo>
                  <a:pt x="60788" y="21167"/>
                  <a:pt x="60650" y="21155"/>
                  <a:pt x="60501" y="21133"/>
                </a:cubicBezTo>
                <a:cubicBezTo>
                  <a:pt x="59579" y="20997"/>
                  <a:pt x="58760" y="20758"/>
                  <a:pt x="57873" y="20587"/>
                </a:cubicBezTo>
                <a:cubicBezTo>
                  <a:pt x="57123" y="20417"/>
                  <a:pt x="56372" y="20246"/>
                  <a:pt x="55621" y="20075"/>
                </a:cubicBezTo>
                <a:cubicBezTo>
                  <a:pt x="55373" y="20004"/>
                  <a:pt x="55116" y="19970"/>
                  <a:pt x="54858" y="19970"/>
                </a:cubicBezTo>
                <a:cubicBezTo>
                  <a:pt x="54373" y="19970"/>
                  <a:pt x="53883" y="20091"/>
                  <a:pt x="53437" y="20314"/>
                </a:cubicBezTo>
                <a:cubicBezTo>
                  <a:pt x="53335" y="20212"/>
                  <a:pt x="53267" y="20109"/>
                  <a:pt x="53198" y="19973"/>
                </a:cubicBezTo>
                <a:cubicBezTo>
                  <a:pt x="50093" y="15162"/>
                  <a:pt x="46783" y="10453"/>
                  <a:pt x="43439" y="5778"/>
                </a:cubicBezTo>
                <a:cubicBezTo>
                  <a:pt x="42279" y="4072"/>
                  <a:pt x="40948" y="2502"/>
                  <a:pt x="39447" y="1103"/>
                </a:cubicBezTo>
                <a:cubicBezTo>
                  <a:pt x="39174" y="864"/>
                  <a:pt x="38867" y="625"/>
                  <a:pt x="38594" y="386"/>
                </a:cubicBezTo>
                <a:cubicBezTo>
                  <a:pt x="38232" y="130"/>
                  <a:pt x="37869" y="0"/>
                  <a:pt x="3752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3" name="Google Shape;2723;p14"/>
          <p:cNvSpPr/>
          <p:nvPr/>
        </p:nvSpPr>
        <p:spPr>
          <a:xfrm>
            <a:off x="3853800" y="4650840"/>
            <a:ext cx="98280" cy="136800"/>
          </a:xfrm>
          <a:custGeom>
            <a:avLst/>
            <a:gdLst>
              <a:gd name="textAreaLeft" fmla="*/ 0 w 98280"/>
              <a:gd name="textAreaRight" fmla="*/ 98640 w 98280"/>
              <a:gd name="textAreaTop" fmla="*/ 0 h 136800"/>
              <a:gd name="textAreaBottom" fmla="*/ 137160 h 136800"/>
            </a:gdLst>
            <a:ahLst/>
            <a:cxnLst/>
            <a:rect l="textAreaLeft" t="textAreaTop" r="textAreaRight" b="textAreaBottom"/>
            <a:pathLst>
              <a:path w="5290" h="7359">
                <a:moveTo>
                  <a:pt x="171" y="0"/>
                </a:moveTo>
                <a:cubicBezTo>
                  <a:pt x="103" y="34"/>
                  <a:pt x="69" y="137"/>
                  <a:pt x="1" y="205"/>
                </a:cubicBezTo>
                <a:cubicBezTo>
                  <a:pt x="69" y="307"/>
                  <a:pt x="103" y="376"/>
                  <a:pt x="137" y="444"/>
                </a:cubicBezTo>
                <a:cubicBezTo>
                  <a:pt x="1331" y="2287"/>
                  <a:pt x="2526" y="4129"/>
                  <a:pt x="3720" y="5972"/>
                </a:cubicBezTo>
                <a:cubicBezTo>
                  <a:pt x="3891" y="6279"/>
                  <a:pt x="4095" y="6586"/>
                  <a:pt x="4334" y="6859"/>
                </a:cubicBezTo>
                <a:cubicBezTo>
                  <a:pt x="4505" y="7030"/>
                  <a:pt x="4676" y="7166"/>
                  <a:pt x="4880" y="7303"/>
                </a:cubicBezTo>
                <a:cubicBezTo>
                  <a:pt x="4928" y="7334"/>
                  <a:pt x="4997" y="7359"/>
                  <a:pt x="5065" y="7359"/>
                </a:cubicBezTo>
                <a:cubicBezTo>
                  <a:pt x="5143" y="7359"/>
                  <a:pt x="5219" y="7326"/>
                  <a:pt x="5256" y="7234"/>
                </a:cubicBezTo>
                <a:cubicBezTo>
                  <a:pt x="5290" y="7132"/>
                  <a:pt x="5256" y="7030"/>
                  <a:pt x="5187" y="6927"/>
                </a:cubicBezTo>
                <a:cubicBezTo>
                  <a:pt x="4437" y="6279"/>
                  <a:pt x="4061" y="5426"/>
                  <a:pt x="3549" y="4607"/>
                </a:cubicBezTo>
                <a:cubicBezTo>
                  <a:pt x="2628" y="3276"/>
                  <a:pt x="1741" y="1911"/>
                  <a:pt x="854" y="546"/>
                </a:cubicBezTo>
                <a:cubicBezTo>
                  <a:pt x="751" y="376"/>
                  <a:pt x="581" y="205"/>
                  <a:pt x="444" y="69"/>
                </a:cubicBezTo>
                <a:cubicBezTo>
                  <a:pt x="376" y="0"/>
                  <a:pt x="274" y="0"/>
                  <a:pt x="17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0" bIns="68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4" name="Google Shape;2724;p14"/>
          <p:cNvSpPr/>
          <p:nvPr/>
        </p:nvSpPr>
        <p:spPr>
          <a:xfrm>
            <a:off x="3907800" y="4556160"/>
            <a:ext cx="66240" cy="112320"/>
          </a:xfrm>
          <a:custGeom>
            <a:avLst/>
            <a:gdLst>
              <a:gd name="textAreaLeft" fmla="*/ 0 w 66240"/>
              <a:gd name="textAreaRight" fmla="*/ 66600 w 66240"/>
              <a:gd name="textAreaTop" fmla="*/ 0 h 112320"/>
              <a:gd name="textAreaBottom" fmla="*/ 112680 h 112320"/>
            </a:gdLst>
            <a:ahLst/>
            <a:cxnLst/>
            <a:rect l="textAreaLeft" t="textAreaTop" r="textAreaRight" b="textAreaBottom"/>
            <a:pathLst>
              <a:path w="3584" h="6056">
                <a:moveTo>
                  <a:pt x="239" y="0"/>
                </a:moveTo>
                <a:cubicBezTo>
                  <a:pt x="226" y="0"/>
                  <a:pt x="214" y="2"/>
                  <a:pt x="205" y="7"/>
                </a:cubicBezTo>
                <a:cubicBezTo>
                  <a:pt x="103" y="41"/>
                  <a:pt x="68" y="144"/>
                  <a:pt x="0" y="212"/>
                </a:cubicBezTo>
                <a:cubicBezTo>
                  <a:pt x="34" y="348"/>
                  <a:pt x="103" y="519"/>
                  <a:pt x="171" y="655"/>
                </a:cubicBezTo>
                <a:cubicBezTo>
                  <a:pt x="444" y="1133"/>
                  <a:pt x="683" y="1645"/>
                  <a:pt x="990" y="2123"/>
                </a:cubicBezTo>
                <a:cubicBezTo>
                  <a:pt x="1536" y="3112"/>
                  <a:pt x="2082" y="4102"/>
                  <a:pt x="2662" y="5125"/>
                </a:cubicBezTo>
                <a:cubicBezTo>
                  <a:pt x="2764" y="5364"/>
                  <a:pt x="2866" y="5603"/>
                  <a:pt x="2969" y="5842"/>
                </a:cubicBezTo>
                <a:cubicBezTo>
                  <a:pt x="3026" y="5984"/>
                  <a:pt x="3154" y="6055"/>
                  <a:pt x="3294" y="6055"/>
                </a:cubicBezTo>
                <a:cubicBezTo>
                  <a:pt x="3321" y="6055"/>
                  <a:pt x="3350" y="6053"/>
                  <a:pt x="3378" y="6047"/>
                </a:cubicBezTo>
                <a:cubicBezTo>
                  <a:pt x="3515" y="6013"/>
                  <a:pt x="3583" y="5842"/>
                  <a:pt x="3549" y="5706"/>
                </a:cubicBezTo>
                <a:cubicBezTo>
                  <a:pt x="3481" y="5535"/>
                  <a:pt x="3447" y="5398"/>
                  <a:pt x="3344" y="5262"/>
                </a:cubicBezTo>
                <a:cubicBezTo>
                  <a:pt x="2696" y="4068"/>
                  <a:pt x="2013" y="2873"/>
                  <a:pt x="1331" y="1679"/>
                </a:cubicBezTo>
                <a:cubicBezTo>
                  <a:pt x="1058" y="1201"/>
                  <a:pt x="819" y="724"/>
                  <a:pt x="580" y="246"/>
                </a:cubicBezTo>
                <a:cubicBezTo>
                  <a:pt x="546" y="212"/>
                  <a:pt x="512" y="144"/>
                  <a:pt x="478" y="109"/>
                </a:cubicBezTo>
                <a:cubicBezTo>
                  <a:pt x="449" y="80"/>
                  <a:pt x="318" y="0"/>
                  <a:pt x="23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5" name="Google Shape;2725;p14"/>
          <p:cNvSpPr/>
          <p:nvPr/>
        </p:nvSpPr>
        <p:spPr>
          <a:xfrm>
            <a:off x="3880440" y="4845600"/>
            <a:ext cx="75960" cy="86400"/>
          </a:xfrm>
          <a:custGeom>
            <a:avLst/>
            <a:gdLst>
              <a:gd name="textAreaLeft" fmla="*/ 0 w 75960"/>
              <a:gd name="textAreaRight" fmla="*/ 76320 w 75960"/>
              <a:gd name="textAreaTop" fmla="*/ 0 h 86400"/>
              <a:gd name="textAreaBottom" fmla="*/ 86760 h 86400"/>
            </a:gdLst>
            <a:ahLst/>
            <a:cxnLst/>
            <a:rect l="textAreaLeft" t="textAreaTop" r="textAreaRight" b="textAreaBottom"/>
            <a:pathLst>
              <a:path w="4096" h="4659">
                <a:moveTo>
                  <a:pt x="201" y="0"/>
                </a:moveTo>
                <a:cubicBezTo>
                  <a:pt x="93" y="0"/>
                  <a:pt x="1" y="117"/>
                  <a:pt x="1" y="257"/>
                </a:cubicBezTo>
                <a:cubicBezTo>
                  <a:pt x="35" y="325"/>
                  <a:pt x="69" y="394"/>
                  <a:pt x="103" y="462"/>
                </a:cubicBezTo>
                <a:cubicBezTo>
                  <a:pt x="990" y="1588"/>
                  <a:pt x="1878" y="2680"/>
                  <a:pt x="2765" y="3772"/>
                </a:cubicBezTo>
                <a:cubicBezTo>
                  <a:pt x="2970" y="4011"/>
                  <a:pt x="3208" y="4249"/>
                  <a:pt x="3447" y="4454"/>
                </a:cubicBezTo>
                <a:cubicBezTo>
                  <a:pt x="3516" y="4557"/>
                  <a:pt x="3652" y="4625"/>
                  <a:pt x="3754" y="4659"/>
                </a:cubicBezTo>
                <a:cubicBezTo>
                  <a:pt x="3857" y="4659"/>
                  <a:pt x="3959" y="4625"/>
                  <a:pt x="4062" y="4557"/>
                </a:cubicBezTo>
                <a:cubicBezTo>
                  <a:pt x="4096" y="4522"/>
                  <a:pt x="4062" y="4386"/>
                  <a:pt x="4062" y="4284"/>
                </a:cubicBezTo>
                <a:cubicBezTo>
                  <a:pt x="4062" y="4284"/>
                  <a:pt x="4062" y="4284"/>
                  <a:pt x="4027" y="4249"/>
                </a:cubicBezTo>
                <a:cubicBezTo>
                  <a:pt x="2867" y="3260"/>
                  <a:pt x="2116" y="1929"/>
                  <a:pt x="1093" y="803"/>
                </a:cubicBezTo>
                <a:cubicBezTo>
                  <a:pt x="888" y="598"/>
                  <a:pt x="717" y="394"/>
                  <a:pt x="547" y="189"/>
                </a:cubicBezTo>
                <a:cubicBezTo>
                  <a:pt x="479" y="121"/>
                  <a:pt x="376" y="52"/>
                  <a:pt x="274" y="18"/>
                </a:cubicBezTo>
                <a:cubicBezTo>
                  <a:pt x="249" y="6"/>
                  <a:pt x="225" y="0"/>
                  <a:pt x="20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0" bIns="43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6" name="Google Shape;2726;p14"/>
          <p:cNvSpPr/>
          <p:nvPr/>
        </p:nvSpPr>
        <p:spPr>
          <a:xfrm>
            <a:off x="3763440" y="4286520"/>
            <a:ext cx="57960" cy="92160"/>
          </a:xfrm>
          <a:custGeom>
            <a:avLst/>
            <a:gdLst>
              <a:gd name="textAreaLeft" fmla="*/ 0 w 57960"/>
              <a:gd name="textAreaRight" fmla="*/ 58320 w 57960"/>
              <a:gd name="textAreaTop" fmla="*/ 0 h 92160"/>
              <a:gd name="textAreaBottom" fmla="*/ 92520 h 92160"/>
            </a:gdLst>
            <a:ahLst/>
            <a:cxnLst/>
            <a:rect l="textAreaLeft" t="textAreaTop" r="textAreaRight" b="textAreaBottom"/>
            <a:pathLst>
              <a:path w="3140" h="4964">
                <a:moveTo>
                  <a:pt x="271" y="1"/>
                </a:moveTo>
                <a:cubicBezTo>
                  <a:pt x="228" y="1"/>
                  <a:pt x="182" y="16"/>
                  <a:pt x="137" y="50"/>
                </a:cubicBezTo>
                <a:cubicBezTo>
                  <a:pt x="0" y="186"/>
                  <a:pt x="68" y="255"/>
                  <a:pt x="68" y="357"/>
                </a:cubicBezTo>
                <a:cubicBezTo>
                  <a:pt x="68" y="494"/>
                  <a:pt x="137" y="494"/>
                  <a:pt x="137" y="528"/>
                </a:cubicBezTo>
                <a:lnTo>
                  <a:pt x="2355" y="4486"/>
                </a:lnTo>
                <a:cubicBezTo>
                  <a:pt x="2457" y="4725"/>
                  <a:pt x="2662" y="4895"/>
                  <a:pt x="2935" y="4964"/>
                </a:cubicBezTo>
                <a:cubicBezTo>
                  <a:pt x="2969" y="4930"/>
                  <a:pt x="3105" y="4895"/>
                  <a:pt x="3105" y="4827"/>
                </a:cubicBezTo>
                <a:cubicBezTo>
                  <a:pt x="3140" y="4725"/>
                  <a:pt x="3140" y="4622"/>
                  <a:pt x="3071" y="4554"/>
                </a:cubicBezTo>
                <a:cubicBezTo>
                  <a:pt x="2901" y="4213"/>
                  <a:pt x="2730" y="3906"/>
                  <a:pt x="2525" y="3599"/>
                </a:cubicBezTo>
                <a:lnTo>
                  <a:pt x="649" y="357"/>
                </a:lnTo>
                <a:cubicBezTo>
                  <a:pt x="614" y="289"/>
                  <a:pt x="546" y="221"/>
                  <a:pt x="478" y="152"/>
                </a:cubicBezTo>
                <a:cubicBezTo>
                  <a:pt x="432" y="61"/>
                  <a:pt x="357" y="1"/>
                  <a:pt x="27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080" bIns="46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7" name="Google Shape;2727;p14"/>
          <p:cNvSpPr/>
          <p:nvPr/>
        </p:nvSpPr>
        <p:spPr>
          <a:xfrm>
            <a:off x="3764160" y="4205880"/>
            <a:ext cx="66240" cy="88920"/>
          </a:xfrm>
          <a:custGeom>
            <a:avLst/>
            <a:gdLst>
              <a:gd name="textAreaLeft" fmla="*/ 0 w 66240"/>
              <a:gd name="textAreaRight" fmla="*/ 66600 w 66240"/>
              <a:gd name="textAreaTop" fmla="*/ 0 h 88920"/>
              <a:gd name="textAreaBottom" fmla="*/ 89280 h 88920"/>
            </a:gdLst>
            <a:ahLst/>
            <a:cxnLst/>
            <a:rect l="textAreaLeft" t="textAreaTop" r="textAreaRight" b="textAreaBottom"/>
            <a:pathLst>
              <a:path w="3584" h="4791">
                <a:moveTo>
                  <a:pt x="227" y="0"/>
                </a:moveTo>
                <a:cubicBezTo>
                  <a:pt x="197" y="0"/>
                  <a:pt x="167" y="4"/>
                  <a:pt x="137" y="14"/>
                </a:cubicBezTo>
                <a:cubicBezTo>
                  <a:pt x="103" y="14"/>
                  <a:pt x="69" y="151"/>
                  <a:pt x="0" y="219"/>
                </a:cubicBezTo>
                <a:cubicBezTo>
                  <a:pt x="34" y="321"/>
                  <a:pt x="103" y="458"/>
                  <a:pt x="171" y="560"/>
                </a:cubicBezTo>
                <a:cubicBezTo>
                  <a:pt x="853" y="1686"/>
                  <a:pt x="1570" y="2812"/>
                  <a:pt x="2287" y="3938"/>
                </a:cubicBezTo>
                <a:cubicBezTo>
                  <a:pt x="2491" y="4211"/>
                  <a:pt x="2696" y="4450"/>
                  <a:pt x="2969" y="4655"/>
                </a:cubicBezTo>
                <a:cubicBezTo>
                  <a:pt x="3028" y="4734"/>
                  <a:pt x="3111" y="4790"/>
                  <a:pt x="3203" y="4790"/>
                </a:cubicBezTo>
                <a:cubicBezTo>
                  <a:pt x="3269" y="4790"/>
                  <a:pt x="3341" y="4761"/>
                  <a:pt x="3413" y="4689"/>
                </a:cubicBezTo>
                <a:cubicBezTo>
                  <a:pt x="3583" y="4553"/>
                  <a:pt x="3481" y="4416"/>
                  <a:pt x="3344" y="4314"/>
                </a:cubicBezTo>
                <a:cubicBezTo>
                  <a:pt x="2218" y="3119"/>
                  <a:pt x="1502" y="1686"/>
                  <a:pt x="615" y="321"/>
                </a:cubicBezTo>
                <a:cubicBezTo>
                  <a:pt x="580" y="219"/>
                  <a:pt x="512" y="151"/>
                  <a:pt x="444" y="48"/>
                </a:cubicBezTo>
                <a:cubicBezTo>
                  <a:pt x="372" y="24"/>
                  <a:pt x="299" y="0"/>
                  <a:pt x="22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4640" bIns="44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8" name="Google Shape;2728;p14"/>
          <p:cNvSpPr/>
          <p:nvPr/>
        </p:nvSpPr>
        <p:spPr>
          <a:xfrm>
            <a:off x="3893760" y="4481280"/>
            <a:ext cx="60840" cy="88200"/>
          </a:xfrm>
          <a:custGeom>
            <a:avLst/>
            <a:gdLst>
              <a:gd name="textAreaLeft" fmla="*/ 0 w 60840"/>
              <a:gd name="textAreaRight" fmla="*/ 61200 w 60840"/>
              <a:gd name="textAreaTop" fmla="*/ 0 h 88200"/>
              <a:gd name="textAreaBottom" fmla="*/ 88560 h 88200"/>
            </a:gdLst>
            <a:ahLst/>
            <a:cxnLst/>
            <a:rect l="textAreaLeft" t="textAreaTop" r="textAreaRight" b="textAreaBottom"/>
            <a:pathLst>
              <a:path w="3277" h="4749">
                <a:moveTo>
                  <a:pt x="344" y="1"/>
                </a:moveTo>
                <a:cubicBezTo>
                  <a:pt x="309" y="1"/>
                  <a:pt x="274" y="13"/>
                  <a:pt x="239" y="40"/>
                </a:cubicBezTo>
                <a:cubicBezTo>
                  <a:pt x="0" y="244"/>
                  <a:pt x="171" y="415"/>
                  <a:pt x="273" y="586"/>
                </a:cubicBezTo>
                <a:cubicBezTo>
                  <a:pt x="1024" y="1814"/>
                  <a:pt x="1775" y="3042"/>
                  <a:pt x="2560" y="4271"/>
                </a:cubicBezTo>
                <a:cubicBezTo>
                  <a:pt x="2696" y="4442"/>
                  <a:pt x="2867" y="4578"/>
                  <a:pt x="3037" y="4749"/>
                </a:cubicBezTo>
                <a:cubicBezTo>
                  <a:pt x="3140" y="4612"/>
                  <a:pt x="3208" y="4510"/>
                  <a:pt x="3276" y="4373"/>
                </a:cubicBezTo>
                <a:cubicBezTo>
                  <a:pt x="3276" y="4305"/>
                  <a:pt x="3208" y="4203"/>
                  <a:pt x="3174" y="4100"/>
                </a:cubicBezTo>
                <a:lnTo>
                  <a:pt x="751" y="381"/>
                </a:lnTo>
                <a:lnTo>
                  <a:pt x="683" y="313"/>
                </a:lnTo>
                <a:cubicBezTo>
                  <a:pt x="556" y="109"/>
                  <a:pt x="448" y="1"/>
                  <a:pt x="3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4280" bIns="44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49" name="Google Shape;2729;p14"/>
          <p:cNvSpPr/>
          <p:nvPr/>
        </p:nvSpPr>
        <p:spPr>
          <a:xfrm>
            <a:off x="3785760" y="4378680"/>
            <a:ext cx="50400" cy="90000"/>
          </a:xfrm>
          <a:custGeom>
            <a:avLst/>
            <a:gdLst>
              <a:gd name="textAreaLeft" fmla="*/ 0 w 50400"/>
              <a:gd name="textAreaRight" fmla="*/ 50760 w 50400"/>
              <a:gd name="textAreaTop" fmla="*/ 0 h 90000"/>
              <a:gd name="textAreaBottom" fmla="*/ 90360 h 90000"/>
            </a:gdLst>
            <a:ahLst/>
            <a:cxnLst/>
            <a:rect l="textAreaLeft" t="textAreaTop" r="textAreaRight" b="textAreaBottom"/>
            <a:pathLst>
              <a:path w="2724" h="4856">
                <a:moveTo>
                  <a:pt x="269" y="0"/>
                </a:moveTo>
                <a:cubicBezTo>
                  <a:pt x="249" y="0"/>
                  <a:pt x="228" y="2"/>
                  <a:pt x="205" y="7"/>
                </a:cubicBezTo>
                <a:cubicBezTo>
                  <a:pt x="35" y="75"/>
                  <a:pt x="1" y="246"/>
                  <a:pt x="69" y="382"/>
                </a:cubicBezTo>
                <a:cubicBezTo>
                  <a:pt x="171" y="621"/>
                  <a:pt x="274" y="860"/>
                  <a:pt x="376" y="1099"/>
                </a:cubicBezTo>
                <a:cubicBezTo>
                  <a:pt x="854" y="2122"/>
                  <a:pt x="1331" y="3180"/>
                  <a:pt x="1809" y="4204"/>
                </a:cubicBezTo>
                <a:cubicBezTo>
                  <a:pt x="1877" y="4374"/>
                  <a:pt x="2014" y="4545"/>
                  <a:pt x="2116" y="4682"/>
                </a:cubicBezTo>
                <a:cubicBezTo>
                  <a:pt x="2184" y="4750"/>
                  <a:pt x="2287" y="4818"/>
                  <a:pt x="2355" y="4852"/>
                </a:cubicBezTo>
                <a:cubicBezTo>
                  <a:pt x="2371" y="4854"/>
                  <a:pt x="2386" y="4855"/>
                  <a:pt x="2400" y="4855"/>
                </a:cubicBezTo>
                <a:cubicBezTo>
                  <a:pt x="2611" y="4855"/>
                  <a:pt x="2724" y="4634"/>
                  <a:pt x="2628" y="4443"/>
                </a:cubicBezTo>
                <a:lnTo>
                  <a:pt x="1024" y="1201"/>
                </a:lnTo>
                <a:lnTo>
                  <a:pt x="547" y="211"/>
                </a:lnTo>
                <a:cubicBezTo>
                  <a:pt x="487" y="93"/>
                  <a:pt x="402" y="0"/>
                  <a:pt x="2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0" name="Google Shape;2730;p14"/>
          <p:cNvSpPr/>
          <p:nvPr/>
        </p:nvSpPr>
        <p:spPr>
          <a:xfrm>
            <a:off x="3943800" y="4707360"/>
            <a:ext cx="60120" cy="84600"/>
          </a:xfrm>
          <a:custGeom>
            <a:avLst/>
            <a:gdLst>
              <a:gd name="textAreaLeft" fmla="*/ 0 w 60120"/>
              <a:gd name="textAreaRight" fmla="*/ 60480 w 60120"/>
              <a:gd name="textAreaTop" fmla="*/ 0 h 84600"/>
              <a:gd name="textAreaBottom" fmla="*/ 84960 h 84600"/>
            </a:gdLst>
            <a:ahLst/>
            <a:cxnLst/>
            <a:rect l="textAreaLeft" t="textAreaTop" r="textAreaRight" b="textAreaBottom"/>
            <a:pathLst>
              <a:path w="3242" h="4560">
                <a:moveTo>
                  <a:pt x="341" y="0"/>
                </a:moveTo>
                <a:cubicBezTo>
                  <a:pt x="103" y="0"/>
                  <a:pt x="0" y="103"/>
                  <a:pt x="34" y="273"/>
                </a:cubicBezTo>
                <a:cubicBezTo>
                  <a:pt x="103" y="410"/>
                  <a:pt x="171" y="546"/>
                  <a:pt x="239" y="649"/>
                </a:cubicBezTo>
                <a:cubicBezTo>
                  <a:pt x="785" y="1433"/>
                  <a:pt x="1365" y="2218"/>
                  <a:pt x="1877" y="3003"/>
                </a:cubicBezTo>
                <a:cubicBezTo>
                  <a:pt x="2116" y="3379"/>
                  <a:pt x="2321" y="3754"/>
                  <a:pt x="2559" y="4163"/>
                </a:cubicBezTo>
                <a:cubicBezTo>
                  <a:pt x="2559" y="4163"/>
                  <a:pt x="2559" y="4197"/>
                  <a:pt x="2594" y="4232"/>
                </a:cubicBezTo>
                <a:cubicBezTo>
                  <a:pt x="2703" y="4450"/>
                  <a:pt x="2812" y="4559"/>
                  <a:pt x="2939" y="4559"/>
                </a:cubicBezTo>
                <a:cubicBezTo>
                  <a:pt x="2970" y="4559"/>
                  <a:pt x="3003" y="4552"/>
                  <a:pt x="3037" y="4539"/>
                </a:cubicBezTo>
                <a:cubicBezTo>
                  <a:pt x="3242" y="4402"/>
                  <a:pt x="3208" y="4197"/>
                  <a:pt x="3105" y="4061"/>
                </a:cubicBezTo>
                <a:cubicBezTo>
                  <a:pt x="2935" y="3686"/>
                  <a:pt x="2764" y="3344"/>
                  <a:pt x="2559" y="3003"/>
                </a:cubicBezTo>
                <a:cubicBezTo>
                  <a:pt x="1911" y="2082"/>
                  <a:pt x="1229" y="1161"/>
                  <a:pt x="580" y="239"/>
                </a:cubicBezTo>
                <a:cubicBezTo>
                  <a:pt x="512" y="137"/>
                  <a:pt x="444" y="69"/>
                  <a:pt x="3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480" bIns="42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1" name="Google Shape;2731;p14"/>
          <p:cNvSpPr/>
          <p:nvPr/>
        </p:nvSpPr>
        <p:spPr>
          <a:xfrm>
            <a:off x="3832560" y="4535640"/>
            <a:ext cx="56880" cy="82800"/>
          </a:xfrm>
          <a:custGeom>
            <a:avLst/>
            <a:gdLst>
              <a:gd name="textAreaLeft" fmla="*/ 0 w 56880"/>
              <a:gd name="textAreaRight" fmla="*/ 57240 w 56880"/>
              <a:gd name="textAreaTop" fmla="*/ 0 h 82800"/>
              <a:gd name="textAreaBottom" fmla="*/ 83160 h 82800"/>
            </a:gdLst>
            <a:ahLst/>
            <a:cxnLst/>
            <a:rect l="textAreaLeft" t="textAreaTop" r="textAreaRight" b="textAreaBottom"/>
            <a:pathLst>
              <a:path w="3072" h="4459">
                <a:moveTo>
                  <a:pt x="274" y="0"/>
                </a:moveTo>
                <a:cubicBezTo>
                  <a:pt x="243" y="0"/>
                  <a:pt x="209" y="7"/>
                  <a:pt x="171" y="22"/>
                </a:cubicBezTo>
                <a:cubicBezTo>
                  <a:pt x="1" y="90"/>
                  <a:pt x="1" y="227"/>
                  <a:pt x="69" y="363"/>
                </a:cubicBezTo>
                <a:cubicBezTo>
                  <a:pt x="103" y="500"/>
                  <a:pt x="137" y="602"/>
                  <a:pt x="205" y="705"/>
                </a:cubicBezTo>
                <a:cubicBezTo>
                  <a:pt x="956" y="1865"/>
                  <a:pt x="1673" y="3025"/>
                  <a:pt x="2423" y="4185"/>
                </a:cubicBezTo>
                <a:cubicBezTo>
                  <a:pt x="2526" y="4287"/>
                  <a:pt x="2594" y="4390"/>
                  <a:pt x="2696" y="4458"/>
                </a:cubicBezTo>
                <a:cubicBezTo>
                  <a:pt x="2935" y="4458"/>
                  <a:pt x="3072" y="4322"/>
                  <a:pt x="3003" y="4151"/>
                </a:cubicBezTo>
                <a:cubicBezTo>
                  <a:pt x="2901" y="3946"/>
                  <a:pt x="2799" y="3742"/>
                  <a:pt x="2662" y="3537"/>
                </a:cubicBezTo>
                <a:cubicBezTo>
                  <a:pt x="2150" y="2752"/>
                  <a:pt x="1639" y="1967"/>
                  <a:pt x="1127" y="1182"/>
                </a:cubicBezTo>
                <a:cubicBezTo>
                  <a:pt x="888" y="841"/>
                  <a:pt x="717" y="534"/>
                  <a:pt x="512" y="193"/>
                </a:cubicBezTo>
                <a:cubicBezTo>
                  <a:pt x="459" y="86"/>
                  <a:pt x="385" y="0"/>
                  <a:pt x="27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400" bIns="41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2" name="Google Shape;2732;p14"/>
          <p:cNvSpPr/>
          <p:nvPr/>
        </p:nvSpPr>
        <p:spPr>
          <a:xfrm>
            <a:off x="3718440" y="4351680"/>
            <a:ext cx="50400" cy="82080"/>
          </a:xfrm>
          <a:custGeom>
            <a:avLst/>
            <a:gdLst>
              <a:gd name="textAreaLeft" fmla="*/ 0 w 50400"/>
              <a:gd name="textAreaRight" fmla="*/ 50760 w 50400"/>
              <a:gd name="textAreaTop" fmla="*/ 0 h 82080"/>
              <a:gd name="textAreaBottom" fmla="*/ 82440 h 82080"/>
            </a:gdLst>
            <a:ahLst/>
            <a:cxnLst/>
            <a:rect l="textAreaLeft" t="textAreaTop" r="textAreaRight" b="textAreaBottom"/>
            <a:pathLst>
              <a:path w="2731" h="4425">
                <a:moveTo>
                  <a:pt x="213" y="0"/>
                </a:moveTo>
                <a:cubicBezTo>
                  <a:pt x="171" y="0"/>
                  <a:pt x="131" y="8"/>
                  <a:pt x="103" y="23"/>
                </a:cubicBezTo>
                <a:cubicBezTo>
                  <a:pt x="35" y="91"/>
                  <a:pt x="0" y="193"/>
                  <a:pt x="0" y="295"/>
                </a:cubicBezTo>
                <a:cubicBezTo>
                  <a:pt x="0" y="364"/>
                  <a:pt x="103" y="432"/>
                  <a:pt x="137" y="500"/>
                </a:cubicBezTo>
                <a:cubicBezTo>
                  <a:pt x="751" y="1524"/>
                  <a:pt x="1331" y="2548"/>
                  <a:pt x="1946" y="3537"/>
                </a:cubicBezTo>
                <a:cubicBezTo>
                  <a:pt x="2048" y="3708"/>
                  <a:pt x="2116" y="3913"/>
                  <a:pt x="2150" y="4083"/>
                </a:cubicBezTo>
                <a:cubicBezTo>
                  <a:pt x="2184" y="4254"/>
                  <a:pt x="2184" y="4424"/>
                  <a:pt x="2423" y="4424"/>
                </a:cubicBezTo>
                <a:cubicBezTo>
                  <a:pt x="2662" y="4424"/>
                  <a:pt x="2730" y="4254"/>
                  <a:pt x="2730" y="3981"/>
                </a:cubicBezTo>
                <a:cubicBezTo>
                  <a:pt x="2696" y="3844"/>
                  <a:pt x="2662" y="3742"/>
                  <a:pt x="2594" y="3605"/>
                </a:cubicBezTo>
                <a:cubicBezTo>
                  <a:pt x="1946" y="2479"/>
                  <a:pt x="1263" y="1387"/>
                  <a:pt x="615" y="261"/>
                </a:cubicBezTo>
                <a:cubicBezTo>
                  <a:pt x="546" y="193"/>
                  <a:pt x="478" y="91"/>
                  <a:pt x="376" y="57"/>
                </a:cubicBezTo>
                <a:cubicBezTo>
                  <a:pt x="336" y="17"/>
                  <a:pt x="272" y="0"/>
                  <a:pt x="21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040" bIns="41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3" name="Google Shape;2733;p14"/>
          <p:cNvSpPr/>
          <p:nvPr/>
        </p:nvSpPr>
        <p:spPr>
          <a:xfrm>
            <a:off x="3829680" y="4235760"/>
            <a:ext cx="51120" cy="83520"/>
          </a:xfrm>
          <a:custGeom>
            <a:avLst/>
            <a:gdLst>
              <a:gd name="textAreaLeft" fmla="*/ 0 w 51120"/>
              <a:gd name="textAreaRight" fmla="*/ 51480 w 51120"/>
              <a:gd name="textAreaTop" fmla="*/ 0 h 83520"/>
              <a:gd name="textAreaBottom" fmla="*/ 83880 h 83520"/>
            </a:gdLst>
            <a:ahLst/>
            <a:cxnLst/>
            <a:rect l="textAreaLeft" t="textAreaTop" r="textAreaRight" b="textAreaBottom"/>
            <a:pathLst>
              <a:path w="2764" h="4507">
                <a:moveTo>
                  <a:pt x="205" y="1"/>
                </a:moveTo>
                <a:cubicBezTo>
                  <a:pt x="102" y="137"/>
                  <a:pt x="0" y="240"/>
                  <a:pt x="0" y="308"/>
                </a:cubicBezTo>
                <a:cubicBezTo>
                  <a:pt x="0" y="445"/>
                  <a:pt x="34" y="547"/>
                  <a:pt x="102" y="649"/>
                </a:cubicBezTo>
                <a:cubicBezTo>
                  <a:pt x="682" y="1775"/>
                  <a:pt x="1263" y="2867"/>
                  <a:pt x="1843" y="3959"/>
                </a:cubicBezTo>
                <a:cubicBezTo>
                  <a:pt x="1945" y="4130"/>
                  <a:pt x="2047" y="4266"/>
                  <a:pt x="2184" y="4403"/>
                </a:cubicBezTo>
                <a:cubicBezTo>
                  <a:pt x="2250" y="4469"/>
                  <a:pt x="2345" y="4507"/>
                  <a:pt x="2431" y="4507"/>
                </a:cubicBezTo>
                <a:cubicBezTo>
                  <a:pt x="2478" y="4507"/>
                  <a:pt x="2523" y="4495"/>
                  <a:pt x="2559" y="4471"/>
                </a:cubicBezTo>
                <a:cubicBezTo>
                  <a:pt x="2764" y="4369"/>
                  <a:pt x="2696" y="4232"/>
                  <a:pt x="2593" y="4062"/>
                </a:cubicBezTo>
                <a:cubicBezTo>
                  <a:pt x="2047" y="3072"/>
                  <a:pt x="1467" y="2082"/>
                  <a:pt x="887" y="1093"/>
                </a:cubicBezTo>
                <a:cubicBezTo>
                  <a:pt x="751" y="820"/>
                  <a:pt x="614" y="547"/>
                  <a:pt x="478" y="274"/>
                </a:cubicBezTo>
                <a:cubicBezTo>
                  <a:pt x="375" y="172"/>
                  <a:pt x="307" y="69"/>
                  <a:pt x="20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760" bIns="41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4" name="Google Shape;2734;p14"/>
          <p:cNvSpPr/>
          <p:nvPr/>
        </p:nvSpPr>
        <p:spPr>
          <a:xfrm>
            <a:off x="3827520" y="4690440"/>
            <a:ext cx="47160" cy="69480"/>
          </a:xfrm>
          <a:custGeom>
            <a:avLst/>
            <a:gdLst>
              <a:gd name="textAreaLeft" fmla="*/ 0 w 47160"/>
              <a:gd name="textAreaRight" fmla="*/ 47520 w 47160"/>
              <a:gd name="textAreaTop" fmla="*/ 0 h 69480"/>
              <a:gd name="textAreaBottom" fmla="*/ 69840 h 69480"/>
            </a:gdLst>
            <a:ahLst/>
            <a:cxnLst/>
            <a:rect l="textAreaLeft" t="textAreaTop" r="textAreaRight" b="textAreaBottom"/>
            <a:pathLst>
              <a:path w="2560" h="3754">
                <a:moveTo>
                  <a:pt x="171" y="0"/>
                </a:moveTo>
                <a:cubicBezTo>
                  <a:pt x="69" y="68"/>
                  <a:pt x="35" y="171"/>
                  <a:pt x="1" y="307"/>
                </a:cubicBezTo>
                <a:cubicBezTo>
                  <a:pt x="1" y="375"/>
                  <a:pt x="35" y="478"/>
                  <a:pt x="103" y="546"/>
                </a:cubicBezTo>
                <a:cubicBezTo>
                  <a:pt x="581" y="1399"/>
                  <a:pt x="1058" y="2252"/>
                  <a:pt x="1570" y="3105"/>
                </a:cubicBezTo>
                <a:cubicBezTo>
                  <a:pt x="1707" y="3276"/>
                  <a:pt x="1843" y="3446"/>
                  <a:pt x="2014" y="3583"/>
                </a:cubicBezTo>
                <a:cubicBezTo>
                  <a:pt x="2116" y="3651"/>
                  <a:pt x="2253" y="3719"/>
                  <a:pt x="2355" y="3754"/>
                </a:cubicBezTo>
                <a:cubicBezTo>
                  <a:pt x="2423" y="3651"/>
                  <a:pt x="2526" y="3583"/>
                  <a:pt x="2560" y="3481"/>
                </a:cubicBezTo>
                <a:cubicBezTo>
                  <a:pt x="2560" y="3378"/>
                  <a:pt x="2492" y="3310"/>
                  <a:pt x="2423" y="3242"/>
                </a:cubicBezTo>
                <a:cubicBezTo>
                  <a:pt x="1707" y="2354"/>
                  <a:pt x="1093" y="1433"/>
                  <a:pt x="581" y="409"/>
                </a:cubicBezTo>
                <a:cubicBezTo>
                  <a:pt x="547" y="307"/>
                  <a:pt x="512" y="205"/>
                  <a:pt x="444" y="136"/>
                </a:cubicBezTo>
                <a:cubicBezTo>
                  <a:pt x="376" y="68"/>
                  <a:pt x="205" y="0"/>
                  <a:pt x="17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920" bIns="34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5" name="Google Shape;2735;p14"/>
          <p:cNvSpPr/>
          <p:nvPr/>
        </p:nvSpPr>
        <p:spPr>
          <a:xfrm>
            <a:off x="3664440" y="4215600"/>
            <a:ext cx="47880" cy="66960"/>
          </a:xfrm>
          <a:custGeom>
            <a:avLst/>
            <a:gdLst>
              <a:gd name="textAreaLeft" fmla="*/ 0 w 47880"/>
              <a:gd name="textAreaRight" fmla="*/ 48240 w 47880"/>
              <a:gd name="textAreaTop" fmla="*/ 0 h 66960"/>
              <a:gd name="textAreaBottom" fmla="*/ 67320 h 66960"/>
            </a:gdLst>
            <a:ahLst/>
            <a:cxnLst/>
            <a:rect l="textAreaLeft" t="textAreaTop" r="textAreaRight" b="textAreaBottom"/>
            <a:pathLst>
              <a:path w="2594" h="3606">
                <a:moveTo>
                  <a:pt x="137" y="0"/>
                </a:moveTo>
                <a:cubicBezTo>
                  <a:pt x="68" y="0"/>
                  <a:pt x="34" y="137"/>
                  <a:pt x="0" y="205"/>
                </a:cubicBezTo>
                <a:cubicBezTo>
                  <a:pt x="34" y="307"/>
                  <a:pt x="102" y="375"/>
                  <a:pt x="137" y="478"/>
                </a:cubicBezTo>
                <a:cubicBezTo>
                  <a:pt x="751" y="1297"/>
                  <a:pt x="1297" y="2184"/>
                  <a:pt x="1740" y="3105"/>
                </a:cubicBezTo>
                <a:cubicBezTo>
                  <a:pt x="1843" y="3310"/>
                  <a:pt x="1979" y="3446"/>
                  <a:pt x="2150" y="3583"/>
                </a:cubicBezTo>
                <a:cubicBezTo>
                  <a:pt x="2192" y="3597"/>
                  <a:pt x="2240" y="3605"/>
                  <a:pt x="2292" y="3605"/>
                </a:cubicBezTo>
                <a:cubicBezTo>
                  <a:pt x="2365" y="3605"/>
                  <a:pt x="2445" y="3589"/>
                  <a:pt x="2525" y="3549"/>
                </a:cubicBezTo>
                <a:cubicBezTo>
                  <a:pt x="2559" y="3515"/>
                  <a:pt x="2593" y="3344"/>
                  <a:pt x="2525" y="3276"/>
                </a:cubicBezTo>
                <a:cubicBezTo>
                  <a:pt x="1945" y="2355"/>
                  <a:pt x="1365" y="1433"/>
                  <a:pt x="819" y="512"/>
                </a:cubicBezTo>
                <a:cubicBezTo>
                  <a:pt x="717" y="341"/>
                  <a:pt x="580" y="171"/>
                  <a:pt x="444" y="34"/>
                </a:cubicBezTo>
                <a:cubicBezTo>
                  <a:pt x="341" y="0"/>
                  <a:pt x="239" y="0"/>
                  <a:pt x="13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6" name="Google Shape;2736;p14"/>
          <p:cNvSpPr/>
          <p:nvPr/>
        </p:nvSpPr>
        <p:spPr>
          <a:xfrm>
            <a:off x="3840840" y="4408200"/>
            <a:ext cx="42840" cy="64440"/>
          </a:xfrm>
          <a:custGeom>
            <a:avLst/>
            <a:gdLst>
              <a:gd name="textAreaLeft" fmla="*/ 0 w 42840"/>
              <a:gd name="textAreaRight" fmla="*/ 43200 w 42840"/>
              <a:gd name="textAreaTop" fmla="*/ 0 h 64440"/>
              <a:gd name="textAreaBottom" fmla="*/ 64800 h 64440"/>
            </a:gdLst>
            <a:ahLst/>
            <a:cxnLst/>
            <a:rect l="textAreaLeft" t="textAreaTop" r="textAreaRight" b="textAreaBottom"/>
            <a:pathLst>
              <a:path w="2321" h="3481">
                <a:moveTo>
                  <a:pt x="103" y="0"/>
                </a:moveTo>
                <a:cubicBezTo>
                  <a:pt x="34" y="69"/>
                  <a:pt x="0" y="171"/>
                  <a:pt x="0" y="273"/>
                </a:cubicBezTo>
                <a:cubicBezTo>
                  <a:pt x="34" y="376"/>
                  <a:pt x="68" y="478"/>
                  <a:pt x="137" y="546"/>
                </a:cubicBezTo>
                <a:cubicBezTo>
                  <a:pt x="683" y="1434"/>
                  <a:pt x="1195" y="2321"/>
                  <a:pt x="1706" y="3174"/>
                </a:cubicBezTo>
                <a:cubicBezTo>
                  <a:pt x="1775" y="3276"/>
                  <a:pt x="1877" y="3379"/>
                  <a:pt x="1979" y="3481"/>
                </a:cubicBezTo>
                <a:cubicBezTo>
                  <a:pt x="2218" y="3447"/>
                  <a:pt x="2321" y="3276"/>
                  <a:pt x="2286" y="3140"/>
                </a:cubicBezTo>
                <a:cubicBezTo>
                  <a:pt x="2218" y="3003"/>
                  <a:pt x="2184" y="2867"/>
                  <a:pt x="2116" y="2764"/>
                </a:cubicBezTo>
                <a:cubicBezTo>
                  <a:pt x="1604" y="1911"/>
                  <a:pt x="1058" y="1058"/>
                  <a:pt x="546" y="239"/>
                </a:cubicBezTo>
                <a:cubicBezTo>
                  <a:pt x="512" y="171"/>
                  <a:pt x="478" y="69"/>
                  <a:pt x="410" y="69"/>
                </a:cubicBezTo>
                <a:cubicBezTo>
                  <a:pt x="307" y="0"/>
                  <a:pt x="205" y="0"/>
                  <a:pt x="10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0" bIns="32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7" name="Google Shape;2737;p14"/>
          <p:cNvSpPr/>
          <p:nvPr/>
        </p:nvSpPr>
        <p:spPr>
          <a:xfrm>
            <a:off x="3757680" y="4044960"/>
            <a:ext cx="42840" cy="55800"/>
          </a:xfrm>
          <a:custGeom>
            <a:avLst/>
            <a:gdLst>
              <a:gd name="textAreaLeft" fmla="*/ 0 w 42840"/>
              <a:gd name="textAreaRight" fmla="*/ 43200 w 4284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2321" h="3010">
                <a:moveTo>
                  <a:pt x="238" y="1"/>
                </a:moveTo>
                <a:cubicBezTo>
                  <a:pt x="214" y="1"/>
                  <a:pt x="191" y="5"/>
                  <a:pt x="171" y="15"/>
                </a:cubicBezTo>
                <a:cubicBezTo>
                  <a:pt x="68" y="49"/>
                  <a:pt x="34" y="152"/>
                  <a:pt x="0" y="220"/>
                </a:cubicBezTo>
                <a:cubicBezTo>
                  <a:pt x="34" y="288"/>
                  <a:pt x="34" y="356"/>
                  <a:pt x="68" y="425"/>
                </a:cubicBezTo>
                <a:cubicBezTo>
                  <a:pt x="546" y="1141"/>
                  <a:pt x="1024" y="1858"/>
                  <a:pt x="1502" y="2540"/>
                </a:cubicBezTo>
                <a:cubicBezTo>
                  <a:pt x="1604" y="2711"/>
                  <a:pt x="1740" y="2847"/>
                  <a:pt x="1911" y="2984"/>
                </a:cubicBezTo>
                <a:cubicBezTo>
                  <a:pt x="1962" y="3001"/>
                  <a:pt x="2022" y="3009"/>
                  <a:pt x="2082" y="3009"/>
                </a:cubicBezTo>
                <a:cubicBezTo>
                  <a:pt x="2141" y="3009"/>
                  <a:pt x="2201" y="3001"/>
                  <a:pt x="2252" y="2984"/>
                </a:cubicBezTo>
                <a:cubicBezTo>
                  <a:pt x="2320" y="2916"/>
                  <a:pt x="2286" y="2745"/>
                  <a:pt x="2286" y="2643"/>
                </a:cubicBezTo>
                <a:cubicBezTo>
                  <a:pt x="2320" y="2643"/>
                  <a:pt x="2252" y="2608"/>
                  <a:pt x="2218" y="2574"/>
                </a:cubicBezTo>
                <a:cubicBezTo>
                  <a:pt x="1604" y="1892"/>
                  <a:pt x="1058" y="1107"/>
                  <a:pt x="614" y="288"/>
                </a:cubicBezTo>
                <a:cubicBezTo>
                  <a:pt x="546" y="220"/>
                  <a:pt x="478" y="117"/>
                  <a:pt x="410" y="49"/>
                </a:cubicBezTo>
                <a:cubicBezTo>
                  <a:pt x="361" y="25"/>
                  <a:pt x="296" y="1"/>
                  <a:pt x="23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8" name="Google Shape;2738;p14"/>
          <p:cNvSpPr/>
          <p:nvPr/>
        </p:nvSpPr>
        <p:spPr>
          <a:xfrm>
            <a:off x="3883680" y="4357440"/>
            <a:ext cx="43560" cy="53640"/>
          </a:xfrm>
          <a:custGeom>
            <a:avLst/>
            <a:gdLst>
              <a:gd name="textAreaLeft" fmla="*/ 0 w 43560"/>
              <a:gd name="textAreaRight" fmla="*/ 43920 w 43560"/>
              <a:gd name="textAreaTop" fmla="*/ 0 h 53640"/>
              <a:gd name="textAreaBottom" fmla="*/ 54000 h 53640"/>
            </a:gdLst>
            <a:ahLst/>
            <a:cxnLst/>
            <a:rect l="textAreaLeft" t="textAreaTop" r="textAreaRight" b="textAreaBottom"/>
            <a:pathLst>
              <a:path w="2355" h="2892">
                <a:moveTo>
                  <a:pt x="239" y="0"/>
                </a:moveTo>
                <a:cubicBezTo>
                  <a:pt x="188" y="0"/>
                  <a:pt x="137" y="9"/>
                  <a:pt x="103" y="26"/>
                </a:cubicBezTo>
                <a:cubicBezTo>
                  <a:pt x="35" y="60"/>
                  <a:pt x="0" y="196"/>
                  <a:pt x="0" y="264"/>
                </a:cubicBezTo>
                <a:cubicBezTo>
                  <a:pt x="35" y="367"/>
                  <a:pt x="69" y="435"/>
                  <a:pt x="137" y="503"/>
                </a:cubicBezTo>
                <a:cubicBezTo>
                  <a:pt x="512" y="1049"/>
                  <a:pt x="854" y="1595"/>
                  <a:pt x="1263" y="2141"/>
                </a:cubicBezTo>
                <a:cubicBezTo>
                  <a:pt x="1434" y="2346"/>
                  <a:pt x="1638" y="2551"/>
                  <a:pt x="1877" y="2755"/>
                </a:cubicBezTo>
                <a:cubicBezTo>
                  <a:pt x="1980" y="2824"/>
                  <a:pt x="2082" y="2858"/>
                  <a:pt x="2184" y="2892"/>
                </a:cubicBezTo>
                <a:cubicBezTo>
                  <a:pt x="2253" y="2755"/>
                  <a:pt x="2321" y="2653"/>
                  <a:pt x="2355" y="2551"/>
                </a:cubicBezTo>
                <a:cubicBezTo>
                  <a:pt x="2355" y="2517"/>
                  <a:pt x="2321" y="2482"/>
                  <a:pt x="2287" y="2448"/>
                </a:cubicBezTo>
                <a:cubicBezTo>
                  <a:pt x="1536" y="1834"/>
                  <a:pt x="1161" y="947"/>
                  <a:pt x="581" y="230"/>
                </a:cubicBezTo>
                <a:cubicBezTo>
                  <a:pt x="512" y="162"/>
                  <a:pt x="478" y="60"/>
                  <a:pt x="376" y="26"/>
                </a:cubicBezTo>
                <a:cubicBezTo>
                  <a:pt x="342" y="9"/>
                  <a:pt x="291" y="0"/>
                  <a:pt x="23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59" name="Google Shape;2739;p14"/>
          <p:cNvSpPr/>
          <p:nvPr/>
        </p:nvSpPr>
        <p:spPr>
          <a:xfrm>
            <a:off x="3884760" y="4253400"/>
            <a:ext cx="38520" cy="55080"/>
          </a:xfrm>
          <a:custGeom>
            <a:avLst/>
            <a:gdLst>
              <a:gd name="textAreaLeft" fmla="*/ 0 w 38520"/>
              <a:gd name="textAreaRight" fmla="*/ 38880 w 38520"/>
              <a:gd name="textAreaTop" fmla="*/ 0 h 55080"/>
              <a:gd name="textAreaBottom" fmla="*/ 55440 h 55080"/>
            </a:gdLst>
            <a:ahLst/>
            <a:cxnLst/>
            <a:rect l="textAreaLeft" t="textAreaTop" r="textAreaRight" b="textAreaBottom"/>
            <a:pathLst>
              <a:path w="2083" h="2983">
                <a:moveTo>
                  <a:pt x="219" y="0"/>
                </a:moveTo>
                <a:cubicBezTo>
                  <a:pt x="192" y="0"/>
                  <a:pt x="165" y="4"/>
                  <a:pt x="137" y="13"/>
                </a:cubicBezTo>
                <a:cubicBezTo>
                  <a:pt x="69" y="48"/>
                  <a:pt x="1" y="184"/>
                  <a:pt x="1" y="252"/>
                </a:cubicBezTo>
                <a:cubicBezTo>
                  <a:pt x="1" y="355"/>
                  <a:pt x="35" y="423"/>
                  <a:pt x="69" y="491"/>
                </a:cubicBezTo>
                <a:cubicBezTo>
                  <a:pt x="410" y="1105"/>
                  <a:pt x="751" y="1720"/>
                  <a:pt x="1093" y="2300"/>
                </a:cubicBezTo>
                <a:cubicBezTo>
                  <a:pt x="1263" y="2504"/>
                  <a:pt x="1400" y="2675"/>
                  <a:pt x="1605" y="2846"/>
                </a:cubicBezTo>
                <a:cubicBezTo>
                  <a:pt x="1707" y="2914"/>
                  <a:pt x="1809" y="2948"/>
                  <a:pt x="1912" y="2982"/>
                </a:cubicBezTo>
                <a:cubicBezTo>
                  <a:pt x="1980" y="2880"/>
                  <a:pt x="2014" y="2777"/>
                  <a:pt x="2082" y="2709"/>
                </a:cubicBezTo>
                <a:cubicBezTo>
                  <a:pt x="2082" y="2641"/>
                  <a:pt x="2048" y="2573"/>
                  <a:pt x="2014" y="2539"/>
                </a:cubicBezTo>
                <a:cubicBezTo>
                  <a:pt x="1332" y="1890"/>
                  <a:pt x="1024" y="1071"/>
                  <a:pt x="581" y="321"/>
                </a:cubicBezTo>
                <a:cubicBezTo>
                  <a:pt x="547" y="218"/>
                  <a:pt x="478" y="150"/>
                  <a:pt x="410" y="82"/>
                </a:cubicBezTo>
                <a:cubicBezTo>
                  <a:pt x="360" y="32"/>
                  <a:pt x="292" y="0"/>
                  <a:pt x="2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0" name="Google Shape;2740;p14"/>
          <p:cNvSpPr/>
          <p:nvPr/>
        </p:nvSpPr>
        <p:spPr>
          <a:xfrm>
            <a:off x="3846600" y="4183560"/>
            <a:ext cx="41040" cy="55080"/>
          </a:xfrm>
          <a:custGeom>
            <a:avLst/>
            <a:gdLst>
              <a:gd name="textAreaLeft" fmla="*/ 0 w 41040"/>
              <a:gd name="textAreaRight" fmla="*/ 41400 w 41040"/>
              <a:gd name="textAreaTop" fmla="*/ 0 h 55080"/>
              <a:gd name="textAreaBottom" fmla="*/ 55440 h 55080"/>
            </a:gdLst>
            <a:ahLst/>
            <a:cxnLst/>
            <a:rect l="textAreaLeft" t="textAreaTop" r="textAreaRight" b="textAreaBottom"/>
            <a:pathLst>
              <a:path w="2219" h="2984">
                <a:moveTo>
                  <a:pt x="252" y="1"/>
                </a:moveTo>
                <a:cubicBezTo>
                  <a:pt x="182" y="1"/>
                  <a:pt x="117" y="25"/>
                  <a:pt x="69" y="49"/>
                </a:cubicBezTo>
                <a:cubicBezTo>
                  <a:pt x="0" y="117"/>
                  <a:pt x="0" y="186"/>
                  <a:pt x="0" y="288"/>
                </a:cubicBezTo>
                <a:cubicBezTo>
                  <a:pt x="69" y="390"/>
                  <a:pt x="137" y="493"/>
                  <a:pt x="205" y="595"/>
                </a:cubicBezTo>
                <a:cubicBezTo>
                  <a:pt x="751" y="1209"/>
                  <a:pt x="1229" y="1892"/>
                  <a:pt x="1638" y="2608"/>
                </a:cubicBezTo>
                <a:cubicBezTo>
                  <a:pt x="1741" y="2745"/>
                  <a:pt x="1877" y="2881"/>
                  <a:pt x="2014" y="2984"/>
                </a:cubicBezTo>
                <a:cubicBezTo>
                  <a:pt x="2116" y="2813"/>
                  <a:pt x="2218" y="2745"/>
                  <a:pt x="2218" y="2642"/>
                </a:cubicBezTo>
                <a:cubicBezTo>
                  <a:pt x="2184" y="2506"/>
                  <a:pt x="2150" y="2369"/>
                  <a:pt x="2082" y="2267"/>
                </a:cubicBezTo>
                <a:cubicBezTo>
                  <a:pt x="1536" y="1585"/>
                  <a:pt x="1024" y="868"/>
                  <a:pt x="512" y="151"/>
                </a:cubicBezTo>
                <a:cubicBezTo>
                  <a:pt x="478" y="83"/>
                  <a:pt x="410" y="49"/>
                  <a:pt x="342" y="15"/>
                </a:cubicBezTo>
                <a:cubicBezTo>
                  <a:pt x="312" y="5"/>
                  <a:pt x="282" y="1"/>
                  <a:pt x="25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1" name="Google Shape;2741;p14"/>
          <p:cNvSpPr/>
          <p:nvPr/>
        </p:nvSpPr>
        <p:spPr>
          <a:xfrm>
            <a:off x="3884760" y="4782600"/>
            <a:ext cx="39600" cy="49320"/>
          </a:xfrm>
          <a:custGeom>
            <a:avLst/>
            <a:gdLst>
              <a:gd name="textAreaLeft" fmla="*/ 0 w 39600"/>
              <a:gd name="textAreaRight" fmla="*/ 39960 w 39600"/>
              <a:gd name="textAreaTop" fmla="*/ 0 h 49320"/>
              <a:gd name="textAreaBottom" fmla="*/ 49680 h 49320"/>
            </a:gdLst>
            <a:ahLst/>
            <a:cxnLst/>
            <a:rect l="textAreaLeft" t="textAreaTop" r="textAreaRight" b="textAreaBottom"/>
            <a:pathLst>
              <a:path w="2151" h="2676">
                <a:moveTo>
                  <a:pt x="287" y="0"/>
                </a:moveTo>
                <a:cubicBezTo>
                  <a:pt x="240" y="0"/>
                  <a:pt x="188" y="9"/>
                  <a:pt x="137" y="26"/>
                </a:cubicBezTo>
                <a:cubicBezTo>
                  <a:pt x="69" y="26"/>
                  <a:pt x="35" y="128"/>
                  <a:pt x="1" y="162"/>
                </a:cubicBezTo>
                <a:cubicBezTo>
                  <a:pt x="35" y="231"/>
                  <a:pt x="69" y="333"/>
                  <a:pt x="103" y="401"/>
                </a:cubicBezTo>
                <a:cubicBezTo>
                  <a:pt x="513" y="1016"/>
                  <a:pt x="888" y="1630"/>
                  <a:pt x="1297" y="2210"/>
                </a:cubicBezTo>
                <a:cubicBezTo>
                  <a:pt x="1434" y="2380"/>
                  <a:pt x="1605" y="2517"/>
                  <a:pt x="1809" y="2653"/>
                </a:cubicBezTo>
                <a:cubicBezTo>
                  <a:pt x="1852" y="2668"/>
                  <a:pt x="1894" y="2676"/>
                  <a:pt x="1934" y="2676"/>
                </a:cubicBezTo>
                <a:cubicBezTo>
                  <a:pt x="1991" y="2676"/>
                  <a:pt x="2042" y="2659"/>
                  <a:pt x="2082" y="2619"/>
                </a:cubicBezTo>
                <a:cubicBezTo>
                  <a:pt x="2150" y="2551"/>
                  <a:pt x="2116" y="2449"/>
                  <a:pt x="2116" y="2346"/>
                </a:cubicBezTo>
                <a:cubicBezTo>
                  <a:pt x="2116" y="2244"/>
                  <a:pt x="2082" y="2244"/>
                  <a:pt x="2048" y="2244"/>
                </a:cubicBezTo>
                <a:cubicBezTo>
                  <a:pt x="1502" y="1664"/>
                  <a:pt x="1059" y="1016"/>
                  <a:pt x="649" y="367"/>
                </a:cubicBezTo>
                <a:cubicBezTo>
                  <a:pt x="581" y="231"/>
                  <a:pt x="513" y="128"/>
                  <a:pt x="410" y="26"/>
                </a:cubicBezTo>
                <a:cubicBezTo>
                  <a:pt x="376" y="9"/>
                  <a:pt x="333" y="0"/>
                  <a:pt x="28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2" name="Google Shape;2742;p14"/>
          <p:cNvSpPr/>
          <p:nvPr/>
        </p:nvSpPr>
        <p:spPr>
          <a:xfrm>
            <a:off x="3813480" y="4749120"/>
            <a:ext cx="34560" cy="49320"/>
          </a:xfrm>
          <a:custGeom>
            <a:avLst/>
            <a:gdLst>
              <a:gd name="textAreaLeft" fmla="*/ 0 w 34560"/>
              <a:gd name="textAreaRight" fmla="*/ 34920 w 34560"/>
              <a:gd name="textAreaTop" fmla="*/ 0 h 49320"/>
              <a:gd name="textAreaBottom" fmla="*/ 49680 h 49320"/>
            </a:gdLst>
            <a:ahLst/>
            <a:cxnLst/>
            <a:rect l="textAreaLeft" t="textAreaTop" r="textAreaRight" b="textAreaBottom"/>
            <a:pathLst>
              <a:path w="1878" h="2675">
                <a:moveTo>
                  <a:pt x="318" y="0"/>
                </a:moveTo>
                <a:cubicBezTo>
                  <a:pt x="295" y="0"/>
                  <a:pt x="269" y="4"/>
                  <a:pt x="240" y="12"/>
                </a:cubicBezTo>
                <a:cubicBezTo>
                  <a:pt x="35" y="47"/>
                  <a:pt x="1" y="217"/>
                  <a:pt x="137" y="524"/>
                </a:cubicBezTo>
                <a:cubicBezTo>
                  <a:pt x="342" y="1002"/>
                  <a:pt x="581" y="1480"/>
                  <a:pt x="820" y="1923"/>
                </a:cubicBezTo>
                <a:cubicBezTo>
                  <a:pt x="956" y="2162"/>
                  <a:pt x="1127" y="2333"/>
                  <a:pt x="1332" y="2503"/>
                </a:cubicBezTo>
                <a:cubicBezTo>
                  <a:pt x="1434" y="2572"/>
                  <a:pt x="1536" y="2640"/>
                  <a:pt x="1639" y="2674"/>
                </a:cubicBezTo>
                <a:cubicBezTo>
                  <a:pt x="1741" y="2606"/>
                  <a:pt x="1844" y="2572"/>
                  <a:pt x="1878" y="2503"/>
                </a:cubicBezTo>
                <a:cubicBezTo>
                  <a:pt x="1878" y="2435"/>
                  <a:pt x="1878" y="2333"/>
                  <a:pt x="1809" y="2265"/>
                </a:cubicBezTo>
                <a:cubicBezTo>
                  <a:pt x="1161" y="1787"/>
                  <a:pt x="956" y="1002"/>
                  <a:pt x="615" y="320"/>
                </a:cubicBezTo>
                <a:cubicBezTo>
                  <a:pt x="525" y="200"/>
                  <a:pt x="488" y="0"/>
                  <a:pt x="31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3" name="Google Shape;2743;p14"/>
          <p:cNvSpPr/>
          <p:nvPr/>
        </p:nvSpPr>
        <p:spPr>
          <a:xfrm>
            <a:off x="3849120" y="4488120"/>
            <a:ext cx="37800" cy="45000"/>
          </a:xfrm>
          <a:custGeom>
            <a:avLst/>
            <a:gdLst>
              <a:gd name="textAreaLeft" fmla="*/ 0 w 37800"/>
              <a:gd name="textAreaRight" fmla="*/ 38160 w 3780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2049" h="2441">
                <a:moveTo>
                  <a:pt x="206" y="1"/>
                </a:moveTo>
                <a:cubicBezTo>
                  <a:pt x="137" y="1"/>
                  <a:pt x="69" y="103"/>
                  <a:pt x="1" y="171"/>
                </a:cubicBezTo>
                <a:cubicBezTo>
                  <a:pt x="69" y="274"/>
                  <a:pt x="103" y="376"/>
                  <a:pt x="137" y="444"/>
                </a:cubicBezTo>
                <a:cubicBezTo>
                  <a:pt x="513" y="956"/>
                  <a:pt x="854" y="1468"/>
                  <a:pt x="1229" y="1980"/>
                </a:cubicBezTo>
                <a:cubicBezTo>
                  <a:pt x="1332" y="2151"/>
                  <a:pt x="1468" y="2287"/>
                  <a:pt x="1639" y="2389"/>
                </a:cubicBezTo>
                <a:cubicBezTo>
                  <a:pt x="1690" y="2424"/>
                  <a:pt x="1750" y="2441"/>
                  <a:pt x="1809" y="2441"/>
                </a:cubicBezTo>
                <a:cubicBezTo>
                  <a:pt x="1869" y="2441"/>
                  <a:pt x="1929" y="2424"/>
                  <a:pt x="1980" y="2389"/>
                </a:cubicBezTo>
                <a:cubicBezTo>
                  <a:pt x="2048" y="2321"/>
                  <a:pt x="2048" y="2185"/>
                  <a:pt x="2014" y="2082"/>
                </a:cubicBezTo>
                <a:cubicBezTo>
                  <a:pt x="1536" y="1434"/>
                  <a:pt x="1025" y="786"/>
                  <a:pt x="547" y="137"/>
                </a:cubicBezTo>
                <a:cubicBezTo>
                  <a:pt x="444" y="69"/>
                  <a:pt x="308" y="1"/>
                  <a:pt x="20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4" name="Google Shape;2744;p14"/>
          <p:cNvSpPr/>
          <p:nvPr/>
        </p:nvSpPr>
        <p:spPr>
          <a:xfrm>
            <a:off x="3784320" y="4460760"/>
            <a:ext cx="30960" cy="46080"/>
          </a:xfrm>
          <a:custGeom>
            <a:avLst/>
            <a:gdLst>
              <a:gd name="textAreaLeft" fmla="*/ 0 w 30960"/>
              <a:gd name="textAreaRight" fmla="*/ 31320 w 30960"/>
              <a:gd name="textAreaTop" fmla="*/ 0 h 46080"/>
              <a:gd name="textAreaBottom" fmla="*/ 46440 h 46080"/>
            </a:gdLst>
            <a:ahLst/>
            <a:cxnLst/>
            <a:rect l="textAreaLeft" t="textAreaTop" r="textAreaRight" b="textAreaBottom"/>
            <a:pathLst>
              <a:path w="1673" h="2486">
                <a:moveTo>
                  <a:pt x="171" y="1"/>
                </a:moveTo>
                <a:cubicBezTo>
                  <a:pt x="103" y="35"/>
                  <a:pt x="34" y="137"/>
                  <a:pt x="0" y="205"/>
                </a:cubicBezTo>
                <a:cubicBezTo>
                  <a:pt x="0" y="239"/>
                  <a:pt x="34" y="308"/>
                  <a:pt x="69" y="376"/>
                </a:cubicBezTo>
                <a:cubicBezTo>
                  <a:pt x="376" y="956"/>
                  <a:pt x="683" y="1502"/>
                  <a:pt x="990" y="2082"/>
                </a:cubicBezTo>
                <a:cubicBezTo>
                  <a:pt x="1058" y="2184"/>
                  <a:pt x="1126" y="2287"/>
                  <a:pt x="1229" y="2389"/>
                </a:cubicBezTo>
                <a:cubicBezTo>
                  <a:pt x="1288" y="2449"/>
                  <a:pt x="1371" y="2485"/>
                  <a:pt x="1456" y="2485"/>
                </a:cubicBezTo>
                <a:cubicBezTo>
                  <a:pt x="1518" y="2485"/>
                  <a:pt x="1581" y="2466"/>
                  <a:pt x="1638" y="2423"/>
                </a:cubicBezTo>
                <a:cubicBezTo>
                  <a:pt x="1672" y="2321"/>
                  <a:pt x="1672" y="2184"/>
                  <a:pt x="1638" y="2116"/>
                </a:cubicBezTo>
                <a:cubicBezTo>
                  <a:pt x="1536" y="1911"/>
                  <a:pt x="1365" y="1741"/>
                  <a:pt x="1263" y="1570"/>
                </a:cubicBezTo>
                <a:cubicBezTo>
                  <a:pt x="1024" y="1161"/>
                  <a:pt x="853" y="751"/>
                  <a:pt x="615" y="342"/>
                </a:cubicBezTo>
                <a:cubicBezTo>
                  <a:pt x="546" y="239"/>
                  <a:pt x="512" y="137"/>
                  <a:pt x="410" y="69"/>
                </a:cubicBezTo>
                <a:cubicBezTo>
                  <a:pt x="342" y="1"/>
                  <a:pt x="239" y="1"/>
                  <a:pt x="17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3040" bIns="23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5" name="Google Shape;2745;p14"/>
          <p:cNvSpPr/>
          <p:nvPr/>
        </p:nvSpPr>
        <p:spPr>
          <a:xfrm>
            <a:off x="3732840" y="4141800"/>
            <a:ext cx="28800" cy="45000"/>
          </a:xfrm>
          <a:custGeom>
            <a:avLst/>
            <a:gdLst>
              <a:gd name="textAreaLeft" fmla="*/ 0 w 28800"/>
              <a:gd name="textAreaRight" fmla="*/ 29160 w 2880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1570" h="2444">
                <a:moveTo>
                  <a:pt x="190" y="1"/>
                </a:moveTo>
                <a:cubicBezTo>
                  <a:pt x="128" y="1"/>
                  <a:pt x="64" y="13"/>
                  <a:pt x="0" y="41"/>
                </a:cubicBezTo>
                <a:cubicBezTo>
                  <a:pt x="0" y="143"/>
                  <a:pt x="34" y="246"/>
                  <a:pt x="69" y="348"/>
                </a:cubicBezTo>
                <a:cubicBezTo>
                  <a:pt x="342" y="928"/>
                  <a:pt x="649" y="1508"/>
                  <a:pt x="956" y="2088"/>
                </a:cubicBezTo>
                <a:cubicBezTo>
                  <a:pt x="990" y="2191"/>
                  <a:pt x="1058" y="2293"/>
                  <a:pt x="1161" y="2395"/>
                </a:cubicBezTo>
                <a:cubicBezTo>
                  <a:pt x="1233" y="2420"/>
                  <a:pt x="1305" y="2444"/>
                  <a:pt x="1378" y="2444"/>
                </a:cubicBezTo>
                <a:cubicBezTo>
                  <a:pt x="1408" y="2444"/>
                  <a:pt x="1438" y="2439"/>
                  <a:pt x="1468" y="2430"/>
                </a:cubicBezTo>
                <a:cubicBezTo>
                  <a:pt x="1536" y="2361"/>
                  <a:pt x="1570" y="2259"/>
                  <a:pt x="1570" y="2157"/>
                </a:cubicBezTo>
                <a:cubicBezTo>
                  <a:pt x="1536" y="2054"/>
                  <a:pt x="1502" y="1952"/>
                  <a:pt x="1433" y="1884"/>
                </a:cubicBezTo>
                <a:lnTo>
                  <a:pt x="580" y="246"/>
                </a:lnTo>
                <a:cubicBezTo>
                  <a:pt x="505" y="96"/>
                  <a:pt x="357" y="1"/>
                  <a:pt x="19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6" name="Google Shape;2746;p14"/>
          <p:cNvSpPr/>
          <p:nvPr/>
        </p:nvSpPr>
        <p:spPr>
          <a:xfrm>
            <a:off x="3881160" y="4410000"/>
            <a:ext cx="40320" cy="39960"/>
          </a:xfrm>
          <a:custGeom>
            <a:avLst/>
            <a:gdLst>
              <a:gd name="textAreaLeft" fmla="*/ 0 w 40320"/>
              <a:gd name="textAreaRight" fmla="*/ 40680 w 40320"/>
              <a:gd name="textAreaTop" fmla="*/ 0 h 39960"/>
              <a:gd name="textAreaBottom" fmla="*/ 40320 h 39960"/>
            </a:gdLst>
            <a:ahLst/>
            <a:cxnLst/>
            <a:rect l="textAreaLeft" t="textAreaTop" r="textAreaRight" b="textAreaBottom"/>
            <a:pathLst>
              <a:path w="2185" h="2161">
                <a:moveTo>
                  <a:pt x="330" y="0"/>
                </a:moveTo>
                <a:cubicBezTo>
                  <a:pt x="286" y="0"/>
                  <a:pt x="234" y="14"/>
                  <a:pt x="172" y="45"/>
                </a:cubicBezTo>
                <a:cubicBezTo>
                  <a:pt x="1" y="113"/>
                  <a:pt x="1" y="284"/>
                  <a:pt x="240" y="557"/>
                </a:cubicBezTo>
                <a:cubicBezTo>
                  <a:pt x="615" y="1034"/>
                  <a:pt x="1025" y="1478"/>
                  <a:pt x="1468" y="1922"/>
                </a:cubicBezTo>
                <a:cubicBezTo>
                  <a:pt x="1571" y="2024"/>
                  <a:pt x="1707" y="2092"/>
                  <a:pt x="1844" y="2160"/>
                </a:cubicBezTo>
                <a:cubicBezTo>
                  <a:pt x="2117" y="2160"/>
                  <a:pt x="2185" y="1956"/>
                  <a:pt x="2117" y="1819"/>
                </a:cubicBezTo>
                <a:cubicBezTo>
                  <a:pt x="2082" y="1785"/>
                  <a:pt x="2014" y="1717"/>
                  <a:pt x="1980" y="1683"/>
                </a:cubicBezTo>
                <a:cubicBezTo>
                  <a:pt x="1468" y="1273"/>
                  <a:pt x="1025" y="796"/>
                  <a:pt x="649" y="284"/>
                </a:cubicBezTo>
                <a:cubicBezTo>
                  <a:pt x="544" y="152"/>
                  <a:pt x="479" y="0"/>
                  <a:pt x="33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7" name="Google Shape;2747;p14"/>
          <p:cNvSpPr/>
          <p:nvPr/>
        </p:nvSpPr>
        <p:spPr>
          <a:xfrm>
            <a:off x="3720240" y="4297320"/>
            <a:ext cx="30960" cy="43920"/>
          </a:xfrm>
          <a:custGeom>
            <a:avLst/>
            <a:gdLst>
              <a:gd name="textAreaLeft" fmla="*/ 0 w 30960"/>
              <a:gd name="textAreaRight" fmla="*/ 31320 w 30960"/>
              <a:gd name="textAreaTop" fmla="*/ 0 h 43920"/>
              <a:gd name="textAreaBottom" fmla="*/ 44280 h 43920"/>
            </a:gdLst>
            <a:ahLst/>
            <a:cxnLst/>
            <a:rect l="textAreaLeft" t="textAreaTop" r="textAreaRight" b="textAreaBottom"/>
            <a:pathLst>
              <a:path w="1673" h="2370">
                <a:moveTo>
                  <a:pt x="263" y="1"/>
                </a:moveTo>
                <a:cubicBezTo>
                  <a:pt x="214" y="1"/>
                  <a:pt x="170" y="16"/>
                  <a:pt x="137" y="49"/>
                </a:cubicBezTo>
                <a:cubicBezTo>
                  <a:pt x="1" y="186"/>
                  <a:pt x="103" y="356"/>
                  <a:pt x="206" y="527"/>
                </a:cubicBezTo>
                <a:cubicBezTo>
                  <a:pt x="547" y="1004"/>
                  <a:pt x="820" y="1516"/>
                  <a:pt x="1127" y="1994"/>
                </a:cubicBezTo>
                <a:cubicBezTo>
                  <a:pt x="1229" y="2131"/>
                  <a:pt x="1332" y="2267"/>
                  <a:pt x="1468" y="2369"/>
                </a:cubicBezTo>
                <a:cubicBezTo>
                  <a:pt x="1571" y="2267"/>
                  <a:pt x="1639" y="2131"/>
                  <a:pt x="1673" y="1994"/>
                </a:cubicBezTo>
                <a:cubicBezTo>
                  <a:pt x="1673" y="1892"/>
                  <a:pt x="1639" y="1789"/>
                  <a:pt x="1571" y="1687"/>
                </a:cubicBezTo>
                <a:cubicBezTo>
                  <a:pt x="1298" y="1243"/>
                  <a:pt x="990" y="766"/>
                  <a:pt x="717" y="322"/>
                </a:cubicBezTo>
                <a:cubicBezTo>
                  <a:pt x="683" y="254"/>
                  <a:pt x="649" y="220"/>
                  <a:pt x="615" y="186"/>
                </a:cubicBezTo>
                <a:cubicBezTo>
                  <a:pt x="499" y="70"/>
                  <a:pt x="367" y="1"/>
                  <a:pt x="26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8" name="Google Shape;2748;p14"/>
          <p:cNvSpPr/>
          <p:nvPr/>
        </p:nvSpPr>
        <p:spPr>
          <a:xfrm>
            <a:off x="3791520" y="4121280"/>
            <a:ext cx="30240" cy="38880"/>
          </a:xfrm>
          <a:custGeom>
            <a:avLst/>
            <a:gdLst>
              <a:gd name="textAreaLeft" fmla="*/ 0 w 30240"/>
              <a:gd name="textAreaRight" fmla="*/ 30600 w 30240"/>
              <a:gd name="textAreaTop" fmla="*/ 0 h 38880"/>
              <a:gd name="textAreaBottom" fmla="*/ 39240 h 38880"/>
            </a:gdLst>
            <a:ahLst/>
            <a:cxnLst/>
            <a:rect l="textAreaLeft" t="textAreaTop" r="textAreaRight" b="textAreaBottom"/>
            <a:pathLst>
              <a:path w="1639" h="2101">
                <a:moveTo>
                  <a:pt x="305" y="1"/>
                </a:moveTo>
                <a:cubicBezTo>
                  <a:pt x="276" y="1"/>
                  <a:pt x="243" y="6"/>
                  <a:pt x="205" y="19"/>
                </a:cubicBezTo>
                <a:cubicBezTo>
                  <a:pt x="1" y="87"/>
                  <a:pt x="35" y="258"/>
                  <a:pt x="103" y="394"/>
                </a:cubicBezTo>
                <a:cubicBezTo>
                  <a:pt x="308" y="838"/>
                  <a:pt x="512" y="1315"/>
                  <a:pt x="785" y="1725"/>
                </a:cubicBezTo>
                <a:cubicBezTo>
                  <a:pt x="888" y="1930"/>
                  <a:pt x="1058" y="2066"/>
                  <a:pt x="1229" y="2100"/>
                </a:cubicBezTo>
                <a:cubicBezTo>
                  <a:pt x="1502" y="2100"/>
                  <a:pt x="1639" y="1896"/>
                  <a:pt x="1468" y="1759"/>
                </a:cubicBezTo>
                <a:cubicBezTo>
                  <a:pt x="1093" y="1281"/>
                  <a:pt x="820" y="770"/>
                  <a:pt x="581" y="224"/>
                </a:cubicBezTo>
                <a:cubicBezTo>
                  <a:pt x="497" y="112"/>
                  <a:pt x="436" y="1"/>
                  <a:pt x="30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69" name="Google Shape;2749;p14"/>
          <p:cNvSpPr/>
          <p:nvPr/>
        </p:nvSpPr>
        <p:spPr>
          <a:xfrm>
            <a:off x="3946320" y="4328640"/>
            <a:ext cx="27000" cy="36000"/>
          </a:xfrm>
          <a:custGeom>
            <a:avLst/>
            <a:gdLst>
              <a:gd name="textAreaLeft" fmla="*/ 0 w 27000"/>
              <a:gd name="textAreaRight" fmla="*/ 27360 w 2700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468" h="1960">
                <a:moveTo>
                  <a:pt x="274" y="1"/>
                </a:moveTo>
                <a:cubicBezTo>
                  <a:pt x="205" y="1"/>
                  <a:pt x="137" y="69"/>
                  <a:pt x="69" y="103"/>
                </a:cubicBezTo>
                <a:cubicBezTo>
                  <a:pt x="35" y="172"/>
                  <a:pt x="35" y="206"/>
                  <a:pt x="1" y="308"/>
                </a:cubicBezTo>
                <a:cubicBezTo>
                  <a:pt x="137" y="615"/>
                  <a:pt x="240" y="922"/>
                  <a:pt x="444" y="1195"/>
                </a:cubicBezTo>
                <a:cubicBezTo>
                  <a:pt x="581" y="1434"/>
                  <a:pt x="717" y="1673"/>
                  <a:pt x="922" y="1878"/>
                </a:cubicBezTo>
                <a:cubicBezTo>
                  <a:pt x="972" y="1928"/>
                  <a:pt x="1040" y="1959"/>
                  <a:pt x="1127" y="1959"/>
                </a:cubicBezTo>
                <a:cubicBezTo>
                  <a:pt x="1158" y="1959"/>
                  <a:pt x="1193" y="1955"/>
                  <a:pt x="1229" y="1946"/>
                </a:cubicBezTo>
                <a:cubicBezTo>
                  <a:pt x="1400" y="1946"/>
                  <a:pt x="1468" y="1707"/>
                  <a:pt x="1331" y="1605"/>
                </a:cubicBezTo>
                <a:cubicBezTo>
                  <a:pt x="990" y="1195"/>
                  <a:pt x="683" y="683"/>
                  <a:pt x="513" y="172"/>
                </a:cubicBezTo>
                <a:cubicBezTo>
                  <a:pt x="444" y="103"/>
                  <a:pt x="342" y="35"/>
                  <a:pt x="27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0" name="Google Shape;2750;p14"/>
          <p:cNvSpPr/>
          <p:nvPr/>
        </p:nvSpPr>
        <p:spPr>
          <a:xfrm>
            <a:off x="3674520" y="4290120"/>
            <a:ext cx="28800" cy="32400"/>
          </a:xfrm>
          <a:custGeom>
            <a:avLst/>
            <a:gdLst>
              <a:gd name="textAreaLeft" fmla="*/ 0 w 28800"/>
              <a:gd name="textAreaRight" fmla="*/ 29160 w 2880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570" h="1764">
                <a:moveTo>
                  <a:pt x="171" y="0"/>
                </a:moveTo>
                <a:cubicBezTo>
                  <a:pt x="102" y="0"/>
                  <a:pt x="68" y="103"/>
                  <a:pt x="0" y="171"/>
                </a:cubicBezTo>
                <a:cubicBezTo>
                  <a:pt x="0" y="239"/>
                  <a:pt x="34" y="308"/>
                  <a:pt x="68" y="376"/>
                </a:cubicBezTo>
                <a:cubicBezTo>
                  <a:pt x="341" y="785"/>
                  <a:pt x="648" y="1195"/>
                  <a:pt x="955" y="1570"/>
                </a:cubicBezTo>
                <a:cubicBezTo>
                  <a:pt x="1024" y="1672"/>
                  <a:pt x="1126" y="1741"/>
                  <a:pt x="1228" y="1741"/>
                </a:cubicBezTo>
                <a:cubicBezTo>
                  <a:pt x="1271" y="1755"/>
                  <a:pt x="1313" y="1763"/>
                  <a:pt x="1356" y="1763"/>
                </a:cubicBezTo>
                <a:cubicBezTo>
                  <a:pt x="1416" y="1763"/>
                  <a:pt x="1476" y="1747"/>
                  <a:pt x="1536" y="1707"/>
                </a:cubicBezTo>
                <a:cubicBezTo>
                  <a:pt x="1570" y="1604"/>
                  <a:pt x="1570" y="1502"/>
                  <a:pt x="1536" y="1434"/>
                </a:cubicBezTo>
                <a:cubicBezTo>
                  <a:pt x="1126" y="1024"/>
                  <a:pt x="751" y="581"/>
                  <a:pt x="444" y="103"/>
                </a:cubicBezTo>
                <a:cubicBezTo>
                  <a:pt x="375" y="35"/>
                  <a:pt x="273" y="0"/>
                  <a:pt x="17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1" name="Google Shape;2751;p14"/>
          <p:cNvSpPr/>
          <p:nvPr/>
        </p:nvSpPr>
        <p:spPr>
          <a:xfrm>
            <a:off x="3720240" y="4211640"/>
            <a:ext cx="22680" cy="24480"/>
          </a:xfrm>
          <a:custGeom>
            <a:avLst/>
            <a:gdLst>
              <a:gd name="textAreaLeft" fmla="*/ 0 w 22680"/>
              <a:gd name="textAreaRight" fmla="*/ 23040 w 22680"/>
              <a:gd name="textAreaTop" fmla="*/ 0 h 24480"/>
              <a:gd name="textAreaBottom" fmla="*/ 24840 h 24480"/>
            </a:gdLst>
            <a:ahLst/>
            <a:cxnLst/>
            <a:rect l="textAreaLeft" t="textAreaTop" r="textAreaRight" b="textAreaBottom"/>
            <a:pathLst>
              <a:path w="1230" h="1335">
                <a:moveTo>
                  <a:pt x="288" y="1"/>
                </a:moveTo>
                <a:cubicBezTo>
                  <a:pt x="260" y="1"/>
                  <a:pt x="233" y="5"/>
                  <a:pt x="206" y="14"/>
                </a:cubicBezTo>
                <a:cubicBezTo>
                  <a:pt x="137" y="14"/>
                  <a:pt x="69" y="117"/>
                  <a:pt x="1" y="185"/>
                </a:cubicBezTo>
                <a:cubicBezTo>
                  <a:pt x="35" y="219"/>
                  <a:pt x="35" y="287"/>
                  <a:pt x="69" y="321"/>
                </a:cubicBezTo>
                <a:cubicBezTo>
                  <a:pt x="274" y="629"/>
                  <a:pt x="444" y="902"/>
                  <a:pt x="683" y="1174"/>
                </a:cubicBezTo>
                <a:cubicBezTo>
                  <a:pt x="726" y="1281"/>
                  <a:pt x="822" y="1334"/>
                  <a:pt x="921" y="1334"/>
                </a:cubicBezTo>
                <a:cubicBezTo>
                  <a:pt x="981" y="1334"/>
                  <a:pt x="1042" y="1315"/>
                  <a:pt x="1093" y="1277"/>
                </a:cubicBezTo>
                <a:cubicBezTo>
                  <a:pt x="1229" y="1140"/>
                  <a:pt x="1195" y="1004"/>
                  <a:pt x="1093" y="902"/>
                </a:cubicBezTo>
                <a:cubicBezTo>
                  <a:pt x="888" y="629"/>
                  <a:pt x="717" y="356"/>
                  <a:pt x="513" y="83"/>
                </a:cubicBezTo>
                <a:cubicBezTo>
                  <a:pt x="438" y="33"/>
                  <a:pt x="363" y="1"/>
                  <a:pt x="28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2" name="Google Shape;2752;p14"/>
          <p:cNvSpPr/>
          <p:nvPr/>
        </p:nvSpPr>
        <p:spPr>
          <a:xfrm>
            <a:off x="3816000" y="4581000"/>
            <a:ext cx="23760" cy="22680"/>
          </a:xfrm>
          <a:custGeom>
            <a:avLst/>
            <a:gdLst>
              <a:gd name="textAreaLeft" fmla="*/ 0 w 23760"/>
              <a:gd name="textAreaRight" fmla="*/ 24120 w 2376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1298" h="1238">
                <a:moveTo>
                  <a:pt x="205" y="1"/>
                </a:moveTo>
                <a:cubicBezTo>
                  <a:pt x="137" y="35"/>
                  <a:pt x="69" y="171"/>
                  <a:pt x="0" y="240"/>
                </a:cubicBezTo>
                <a:cubicBezTo>
                  <a:pt x="69" y="410"/>
                  <a:pt x="171" y="581"/>
                  <a:pt x="308" y="717"/>
                </a:cubicBezTo>
                <a:cubicBezTo>
                  <a:pt x="444" y="888"/>
                  <a:pt x="615" y="1025"/>
                  <a:pt x="785" y="1161"/>
                </a:cubicBezTo>
                <a:cubicBezTo>
                  <a:pt x="836" y="1212"/>
                  <a:pt x="905" y="1238"/>
                  <a:pt x="973" y="1238"/>
                </a:cubicBezTo>
                <a:cubicBezTo>
                  <a:pt x="1041" y="1238"/>
                  <a:pt x="1109" y="1212"/>
                  <a:pt x="1161" y="1161"/>
                </a:cubicBezTo>
                <a:cubicBezTo>
                  <a:pt x="1297" y="1025"/>
                  <a:pt x="1229" y="922"/>
                  <a:pt x="1126" y="820"/>
                </a:cubicBezTo>
                <a:cubicBezTo>
                  <a:pt x="888" y="581"/>
                  <a:pt x="683" y="308"/>
                  <a:pt x="478" y="69"/>
                </a:cubicBezTo>
                <a:cubicBezTo>
                  <a:pt x="410" y="35"/>
                  <a:pt x="308" y="1"/>
                  <a:pt x="20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3" name="Google Shape;2753;p14"/>
          <p:cNvSpPr/>
          <p:nvPr/>
        </p:nvSpPr>
        <p:spPr>
          <a:xfrm>
            <a:off x="3898800" y="4643280"/>
            <a:ext cx="18720" cy="21600"/>
          </a:xfrm>
          <a:custGeom>
            <a:avLst/>
            <a:gdLst>
              <a:gd name="textAreaLeft" fmla="*/ 0 w 18720"/>
              <a:gd name="textAreaRight" fmla="*/ 19080 w 1872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1025" h="1187">
                <a:moveTo>
                  <a:pt x="290" y="0"/>
                </a:moveTo>
                <a:cubicBezTo>
                  <a:pt x="248" y="0"/>
                  <a:pt x="205" y="9"/>
                  <a:pt x="171" y="26"/>
                </a:cubicBezTo>
                <a:cubicBezTo>
                  <a:pt x="103" y="60"/>
                  <a:pt x="69" y="163"/>
                  <a:pt x="0" y="265"/>
                </a:cubicBezTo>
                <a:cubicBezTo>
                  <a:pt x="205" y="538"/>
                  <a:pt x="376" y="845"/>
                  <a:pt x="615" y="1084"/>
                </a:cubicBezTo>
                <a:cubicBezTo>
                  <a:pt x="666" y="1152"/>
                  <a:pt x="734" y="1186"/>
                  <a:pt x="802" y="1186"/>
                </a:cubicBezTo>
                <a:cubicBezTo>
                  <a:pt x="871" y="1186"/>
                  <a:pt x="939" y="1152"/>
                  <a:pt x="990" y="1084"/>
                </a:cubicBezTo>
                <a:cubicBezTo>
                  <a:pt x="1024" y="981"/>
                  <a:pt x="990" y="879"/>
                  <a:pt x="956" y="777"/>
                </a:cubicBezTo>
                <a:cubicBezTo>
                  <a:pt x="854" y="606"/>
                  <a:pt x="751" y="470"/>
                  <a:pt x="649" y="333"/>
                </a:cubicBezTo>
                <a:cubicBezTo>
                  <a:pt x="581" y="231"/>
                  <a:pt x="478" y="128"/>
                  <a:pt x="410" y="26"/>
                </a:cubicBezTo>
                <a:cubicBezTo>
                  <a:pt x="376" y="9"/>
                  <a:pt x="333" y="0"/>
                  <a:pt x="2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4" name="Google Shape;2754;p14"/>
          <p:cNvSpPr/>
          <p:nvPr/>
        </p:nvSpPr>
        <p:spPr>
          <a:xfrm>
            <a:off x="3705480" y="4419000"/>
            <a:ext cx="9720" cy="14400"/>
          </a:xfrm>
          <a:custGeom>
            <a:avLst/>
            <a:gdLst>
              <a:gd name="textAreaLeft" fmla="*/ 0 w 9720"/>
              <a:gd name="textAreaRight" fmla="*/ 10080 w 9720"/>
              <a:gd name="textAreaTop" fmla="*/ 0 h 14400"/>
              <a:gd name="textAreaBottom" fmla="*/ 14760 h 14400"/>
            </a:gdLst>
            <a:ahLst/>
            <a:cxnLst/>
            <a:rect l="textAreaLeft" t="textAreaTop" r="textAreaRight" b="textAreaBottom"/>
            <a:pathLst>
              <a:path w="546" h="786">
                <a:moveTo>
                  <a:pt x="239" y="0"/>
                </a:moveTo>
                <a:cubicBezTo>
                  <a:pt x="68" y="35"/>
                  <a:pt x="0" y="137"/>
                  <a:pt x="0" y="342"/>
                </a:cubicBezTo>
                <a:cubicBezTo>
                  <a:pt x="0" y="581"/>
                  <a:pt x="102" y="751"/>
                  <a:pt x="273" y="785"/>
                </a:cubicBezTo>
                <a:cubicBezTo>
                  <a:pt x="444" y="785"/>
                  <a:pt x="546" y="649"/>
                  <a:pt x="512" y="410"/>
                </a:cubicBezTo>
                <a:cubicBezTo>
                  <a:pt x="512" y="171"/>
                  <a:pt x="410" y="0"/>
                  <a:pt x="23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5" name="Google Shape;2755;p14"/>
          <p:cNvSpPr/>
          <p:nvPr/>
        </p:nvSpPr>
        <p:spPr>
          <a:xfrm>
            <a:off x="3094560" y="4369680"/>
            <a:ext cx="112680" cy="104760"/>
          </a:xfrm>
          <a:custGeom>
            <a:avLst/>
            <a:gdLst>
              <a:gd name="textAreaLeft" fmla="*/ 0 w 112680"/>
              <a:gd name="textAreaRight" fmla="*/ 113040 w 112680"/>
              <a:gd name="textAreaTop" fmla="*/ 0 h 104760"/>
              <a:gd name="textAreaBottom" fmla="*/ 105120 h 104760"/>
            </a:gdLst>
            <a:ahLst/>
            <a:cxnLst/>
            <a:rect l="textAreaLeft" t="textAreaTop" r="textAreaRight" b="textAreaBottom"/>
            <a:pathLst>
              <a:path w="6065" h="5652">
                <a:moveTo>
                  <a:pt x="249" y="0"/>
                </a:moveTo>
                <a:cubicBezTo>
                  <a:pt x="117" y="0"/>
                  <a:pt x="0" y="112"/>
                  <a:pt x="25" y="260"/>
                </a:cubicBezTo>
                <a:cubicBezTo>
                  <a:pt x="59" y="362"/>
                  <a:pt x="127" y="430"/>
                  <a:pt x="161" y="499"/>
                </a:cubicBezTo>
                <a:lnTo>
                  <a:pt x="4563" y="4798"/>
                </a:lnTo>
                <a:cubicBezTo>
                  <a:pt x="4768" y="5003"/>
                  <a:pt x="5007" y="5208"/>
                  <a:pt x="5280" y="5412"/>
                </a:cubicBezTo>
                <a:cubicBezTo>
                  <a:pt x="5416" y="5515"/>
                  <a:pt x="5553" y="5583"/>
                  <a:pt x="5723" y="5651"/>
                </a:cubicBezTo>
                <a:cubicBezTo>
                  <a:pt x="5860" y="5651"/>
                  <a:pt x="5962" y="5617"/>
                  <a:pt x="6065" y="5515"/>
                </a:cubicBezTo>
                <a:cubicBezTo>
                  <a:pt x="6065" y="5412"/>
                  <a:pt x="6065" y="5310"/>
                  <a:pt x="5962" y="5242"/>
                </a:cubicBezTo>
                <a:cubicBezTo>
                  <a:pt x="4120" y="3843"/>
                  <a:pt x="2618" y="2068"/>
                  <a:pt x="946" y="499"/>
                </a:cubicBezTo>
                <a:cubicBezTo>
                  <a:pt x="776" y="362"/>
                  <a:pt x="605" y="192"/>
                  <a:pt x="400" y="55"/>
                </a:cubicBezTo>
                <a:cubicBezTo>
                  <a:pt x="353" y="17"/>
                  <a:pt x="300" y="0"/>
                  <a:pt x="24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2560" bIns="52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6" name="Google Shape;2756;p14"/>
          <p:cNvSpPr/>
          <p:nvPr/>
        </p:nvSpPr>
        <p:spPr>
          <a:xfrm>
            <a:off x="3241080" y="4098600"/>
            <a:ext cx="83520" cy="107280"/>
          </a:xfrm>
          <a:custGeom>
            <a:avLst/>
            <a:gdLst>
              <a:gd name="textAreaLeft" fmla="*/ 0 w 83520"/>
              <a:gd name="textAreaRight" fmla="*/ 83880 w 83520"/>
              <a:gd name="textAreaTop" fmla="*/ 0 h 107280"/>
              <a:gd name="textAreaBottom" fmla="*/ 107640 h 107280"/>
            </a:gdLst>
            <a:ahLst/>
            <a:cxnLst/>
            <a:rect l="textAreaLeft" t="textAreaTop" r="textAreaRight" b="textAreaBottom"/>
            <a:pathLst>
              <a:path w="4505" h="5776">
                <a:moveTo>
                  <a:pt x="271" y="0"/>
                </a:moveTo>
                <a:cubicBezTo>
                  <a:pt x="231" y="0"/>
                  <a:pt x="187" y="13"/>
                  <a:pt x="137" y="43"/>
                </a:cubicBezTo>
                <a:cubicBezTo>
                  <a:pt x="0" y="145"/>
                  <a:pt x="34" y="281"/>
                  <a:pt x="102" y="418"/>
                </a:cubicBezTo>
                <a:cubicBezTo>
                  <a:pt x="171" y="486"/>
                  <a:pt x="205" y="554"/>
                  <a:pt x="273" y="623"/>
                </a:cubicBezTo>
                <a:cubicBezTo>
                  <a:pt x="1331" y="2090"/>
                  <a:pt x="2389" y="3557"/>
                  <a:pt x="3447" y="5024"/>
                </a:cubicBezTo>
                <a:cubicBezTo>
                  <a:pt x="3617" y="5229"/>
                  <a:pt x="3788" y="5434"/>
                  <a:pt x="3958" y="5605"/>
                </a:cubicBezTo>
                <a:cubicBezTo>
                  <a:pt x="4061" y="5673"/>
                  <a:pt x="4163" y="5741"/>
                  <a:pt x="4265" y="5775"/>
                </a:cubicBezTo>
                <a:cubicBezTo>
                  <a:pt x="4334" y="5741"/>
                  <a:pt x="4436" y="5707"/>
                  <a:pt x="4470" y="5673"/>
                </a:cubicBezTo>
                <a:cubicBezTo>
                  <a:pt x="4504" y="5570"/>
                  <a:pt x="4504" y="5468"/>
                  <a:pt x="4470" y="5366"/>
                </a:cubicBezTo>
                <a:cubicBezTo>
                  <a:pt x="4300" y="5161"/>
                  <a:pt x="4095" y="4956"/>
                  <a:pt x="3924" y="4717"/>
                </a:cubicBezTo>
                <a:lnTo>
                  <a:pt x="785" y="452"/>
                </a:lnTo>
                <a:cubicBezTo>
                  <a:pt x="683" y="350"/>
                  <a:pt x="614" y="247"/>
                  <a:pt x="512" y="145"/>
                </a:cubicBezTo>
                <a:cubicBezTo>
                  <a:pt x="440" y="72"/>
                  <a:pt x="367" y="0"/>
                  <a:pt x="27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640" bIns="53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7" name="Google Shape;2757;p14"/>
          <p:cNvSpPr/>
          <p:nvPr/>
        </p:nvSpPr>
        <p:spPr>
          <a:xfrm>
            <a:off x="3144960" y="4305240"/>
            <a:ext cx="84240" cy="93600"/>
          </a:xfrm>
          <a:custGeom>
            <a:avLst/>
            <a:gdLst>
              <a:gd name="textAreaLeft" fmla="*/ 0 w 84240"/>
              <a:gd name="textAreaRight" fmla="*/ 84600 w 84240"/>
              <a:gd name="textAreaTop" fmla="*/ 0 h 93600"/>
              <a:gd name="textAreaBottom" fmla="*/ 93960 h 93600"/>
            </a:gdLst>
            <a:ahLst/>
            <a:cxnLst/>
            <a:rect l="textAreaLeft" t="textAreaTop" r="textAreaRight" b="textAreaBottom"/>
            <a:pathLst>
              <a:path w="4539" h="5036">
                <a:moveTo>
                  <a:pt x="308" y="0"/>
                </a:moveTo>
                <a:cubicBezTo>
                  <a:pt x="137" y="0"/>
                  <a:pt x="1" y="137"/>
                  <a:pt x="35" y="273"/>
                </a:cubicBezTo>
                <a:cubicBezTo>
                  <a:pt x="69" y="376"/>
                  <a:pt x="137" y="444"/>
                  <a:pt x="171" y="512"/>
                </a:cubicBezTo>
                <a:cubicBezTo>
                  <a:pt x="1229" y="1775"/>
                  <a:pt x="2253" y="3003"/>
                  <a:pt x="3276" y="4266"/>
                </a:cubicBezTo>
                <a:cubicBezTo>
                  <a:pt x="3481" y="4505"/>
                  <a:pt x="3720" y="4709"/>
                  <a:pt x="3993" y="4914"/>
                </a:cubicBezTo>
                <a:cubicBezTo>
                  <a:pt x="4050" y="4991"/>
                  <a:pt x="4140" y="5035"/>
                  <a:pt x="4226" y="5035"/>
                </a:cubicBezTo>
                <a:cubicBezTo>
                  <a:pt x="4293" y="5035"/>
                  <a:pt x="4358" y="5008"/>
                  <a:pt x="4402" y="4948"/>
                </a:cubicBezTo>
                <a:cubicBezTo>
                  <a:pt x="4539" y="4812"/>
                  <a:pt x="4505" y="4675"/>
                  <a:pt x="4368" y="4573"/>
                </a:cubicBezTo>
                <a:cubicBezTo>
                  <a:pt x="3037" y="3276"/>
                  <a:pt x="1980" y="1741"/>
                  <a:pt x="717" y="376"/>
                </a:cubicBezTo>
                <a:cubicBezTo>
                  <a:pt x="649" y="273"/>
                  <a:pt x="581" y="171"/>
                  <a:pt x="478" y="103"/>
                </a:cubicBezTo>
                <a:cubicBezTo>
                  <a:pt x="410" y="69"/>
                  <a:pt x="376" y="35"/>
                  <a:pt x="3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0" bIns="46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8" name="Google Shape;2758;p14"/>
          <p:cNvSpPr/>
          <p:nvPr/>
        </p:nvSpPr>
        <p:spPr>
          <a:xfrm>
            <a:off x="3202920" y="3857040"/>
            <a:ext cx="66960" cy="97560"/>
          </a:xfrm>
          <a:custGeom>
            <a:avLst/>
            <a:gdLst>
              <a:gd name="textAreaLeft" fmla="*/ 0 w 66960"/>
              <a:gd name="textAreaRight" fmla="*/ 67320 w 66960"/>
              <a:gd name="textAreaTop" fmla="*/ 0 h 97560"/>
              <a:gd name="textAreaBottom" fmla="*/ 97920 h 97560"/>
            </a:gdLst>
            <a:ahLst/>
            <a:cxnLst/>
            <a:rect l="textAreaLeft" t="textAreaTop" r="textAreaRight" b="textAreaBottom"/>
            <a:pathLst>
              <a:path w="3618" h="5267">
                <a:moveTo>
                  <a:pt x="205" y="1"/>
                </a:moveTo>
                <a:cubicBezTo>
                  <a:pt x="137" y="1"/>
                  <a:pt x="69" y="137"/>
                  <a:pt x="1" y="239"/>
                </a:cubicBezTo>
                <a:cubicBezTo>
                  <a:pt x="103" y="410"/>
                  <a:pt x="137" y="581"/>
                  <a:pt x="240" y="717"/>
                </a:cubicBezTo>
                <a:cubicBezTo>
                  <a:pt x="717" y="1434"/>
                  <a:pt x="1161" y="2150"/>
                  <a:pt x="1639" y="2867"/>
                </a:cubicBezTo>
                <a:cubicBezTo>
                  <a:pt x="2048" y="3481"/>
                  <a:pt x="2423" y="4130"/>
                  <a:pt x="2799" y="4778"/>
                </a:cubicBezTo>
                <a:cubicBezTo>
                  <a:pt x="2833" y="4846"/>
                  <a:pt x="2901" y="4948"/>
                  <a:pt x="2935" y="5017"/>
                </a:cubicBezTo>
                <a:cubicBezTo>
                  <a:pt x="3014" y="5121"/>
                  <a:pt x="3113" y="5266"/>
                  <a:pt x="3262" y="5266"/>
                </a:cubicBezTo>
                <a:cubicBezTo>
                  <a:pt x="3308" y="5266"/>
                  <a:pt x="3358" y="5253"/>
                  <a:pt x="3413" y="5221"/>
                </a:cubicBezTo>
                <a:cubicBezTo>
                  <a:pt x="3618" y="5119"/>
                  <a:pt x="3515" y="4914"/>
                  <a:pt x="3413" y="4744"/>
                </a:cubicBezTo>
                <a:cubicBezTo>
                  <a:pt x="3208" y="4300"/>
                  <a:pt x="2935" y="3891"/>
                  <a:pt x="2662" y="3447"/>
                </a:cubicBezTo>
                <a:cubicBezTo>
                  <a:pt x="1946" y="2355"/>
                  <a:pt x="1263" y="1229"/>
                  <a:pt x="547" y="137"/>
                </a:cubicBezTo>
                <a:cubicBezTo>
                  <a:pt x="444" y="35"/>
                  <a:pt x="342" y="1"/>
                  <a:pt x="20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9" name="Google Shape;2759;p14"/>
          <p:cNvSpPr/>
          <p:nvPr/>
        </p:nvSpPr>
        <p:spPr>
          <a:xfrm>
            <a:off x="3034440" y="4424400"/>
            <a:ext cx="81720" cy="84600"/>
          </a:xfrm>
          <a:custGeom>
            <a:avLst/>
            <a:gdLst>
              <a:gd name="textAreaLeft" fmla="*/ 0 w 81720"/>
              <a:gd name="textAreaRight" fmla="*/ 82080 w 81720"/>
              <a:gd name="textAreaTop" fmla="*/ 0 h 84600"/>
              <a:gd name="textAreaBottom" fmla="*/ 84960 h 84600"/>
            </a:gdLst>
            <a:ahLst/>
            <a:cxnLst/>
            <a:rect l="textAreaLeft" t="textAreaTop" r="textAreaRight" b="textAreaBottom"/>
            <a:pathLst>
              <a:path w="4402" h="4561">
                <a:moveTo>
                  <a:pt x="292" y="0"/>
                </a:moveTo>
                <a:cubicBezTo>
                  <a:pt x="265" y="0"/>
                  <a:pt x="236" y="7"/>
                  <a:pt x="205" y="23"/>
                </a:cubicBezTo>
                <a:cubicBezTo>
                  <a:pt x="102" y="57"/>
                  <a:pt x="68" y="159"/>
                  <a:pt x="0" y="227"/>
                </a:cubicBezTo>
                <a:cubicBezTo>
                  <a:pt x="102" y="364"/>
                  <a:pt x="171" y="534"/>
                  <a:pt x="307" y="671"/>
                </a:cubicBezTo>
                <a:cubicBezTo>
                  <a:pt x="1024" y="1456"/>
                  <a:pt x="1775" y="2275"/>
                  <a:pt x="2525" y="3094"/>
                </a:cubicBezTo>
                <a:cubicBezTo>
                  <a:pt x="2866" y="3469"/>
                  <a:pt x="3242" y="3844"/>
                  <a:pt x="3617" y="4220"/>
                </a:cubicBezTo>
                <a:cubicBezTo>
                  <a:pt x="3754" y="4356"/>
                  <a:pt x="3890" y="4459"/>
                  <a:pt x="4061" y="4561"/>
                </a:cubicBezTo>
                <a:cubicBezTo>
                  <a:pt x="4163" y="4561"/>
                  <a:pt x="4265" y="4561"/>
                  <a:pt x="4368" y="4493"/>
                </a:cubicBezTo>
                <a:cubicBezTo>
                  <a:pt x="4402" y="4424"/>
                  <a:pt x="4402" y="4288"/>
                  <a:pt x="4368" y="4220"/>
                </a:cubicBezTo>
                <a:cubicBezTo>
                  <a:pt x="4334" y="4117"/>
                  <a:pt x="4300" y="4117"/>
                  <a:pt x="4231" y="4083"/>
                </a:cubicBezTo>
                <a:cubicBezTo>
                  <a:pt x="3003" y="2787"/>
                  <a:pt x="1775" y="1490"/>
                  <a:pt x="546" y="159"/>
                </a:cubicBezTo>
                <a:cubicBezTo>
                  <a:pt x="467" y="80"/>
                  <a:pt x="387" y="0"/>
                  <a:pt x="29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480" bIns="42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0" name="Google Shape;2760;p14"/>
          <p:cNvSpPr/>
          <p:nvPr/>
        </p:nvSpPr>
        <p:spPr>
          <a:xfrm>
            <a:off x="3342240" y="4082040"/>
            <a:ext cx="61920" cy="95400"/>
          </a:xfrm>
          <a:custGeom>
            <a:avLst/>
            <a:gdLst>
              <a:gd name="textAreaLeft" fmla="*/ 0 w 61920"/>
              <a:gd name="textAreaRight" fmla="*/ 62280 w 61920"/>
              <a:gd name="textAreaTop" fmla="*/ 0 h 95400"/>
              <a:gd name="textAreaBottom" fmla="*/ 95760 h 95400"/>
            </a:gdLst>
            <a:ahLst/>
            <a:cxnLst/>
            <a:rect l="textAreaLeft" t="textAreaTop" r="textAreaRight" b="textAreaBottom"/>
            <a:pathLst>
              <a:path w="3345" h="5140">
                <a:moveTo>
                  <a:pt x="219" y="0"/>
                </a:moveTo>
                <a:cubicBezTo>
                  <a:pt x="202" y="0"/>
                  <a:pt x="186" y="2"/>
                  <a:pt x="171" y="7"/>
                </a:cubicBezTo>
                <a:cubicBezTo>
                  <a:pt x="103" y="7"/>
                  <a:pt x="69" y="144"/>
                  <a:pt x="1" y="212"/>
                </a:cubicBezTo>
                <a:cubicBezTo>
                  <a:pt x="69" y="383"/>
                  <a:pt x="137" y="519"/>
                  <a:pt x="205" y="656"/>
                </a:cubicBezTo>
                <a:cubicBezTo>
                  <a:pt x="717" y="1543"/>
                  <a:pt x="1229" y="2464"/>
                  <a:pt x="1741" y="3351"/>
                </a:cubicBezTo>
                <a:cubicBezTo>
                  <a:pt x="1946" y="3727"/>
                  <a:pt x="2116" y="4102"/>
                  <a:pt x="2355" y="4477"/>
                </a:cubicBezTo>
                <a:cubicBezTo>
                  <a:pt x="2526" y="4716"/>
                  <a:pt x="2696" y="4921"/>
                  <a:pt x="2935" y="5126"/>
                </a:cubicBezTo>
                <a:cubicBezTo>
                  <a:pt x="2954" y="5135"/>
                  <a:pt x="2979" y="5139"/>
                  <a:pt x="3009" y="5139"/>
                </a:cubicBezTo>
                <a:cubicBezTo>
                  <a:pt x="3090" y="5139"/>
                  <a:pt x="3202" y="5107"/>
                  <a:pt x="3276" y="5057"/>
                </a:cubicBezTo>
                <a:cubicBezTo>
                  <a:pt x="3345" y="5023"/>
                  <a:pt x="3311" y="4853"/>
                  <a:pt x="3276" y="4784"/>
                </a:cubicBezTo>
                <a:cubicBezTo>
                  <a:pt x="2253" y="3317"/>
                  <a:pt x="1468" y="1713"/>
                  <a:pt x="547" y="212"/>
                </a:cubicBezTo>
                <a:cubicBezTo>
                  <a:pt x="513" y="144"/>
                  <a:pt x="513" y="110"/>
                  <a:pt x="478" y="75"/>
                </a:cubicBezTo>
                <a:cubicBezTo>
                  <a:pt x="449" y="75"/>
                  <a:pt x="320" y="0"/>
                  <a:pt x="2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880" bIns="47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1" name="Google Shape;2761;p14"/>
          <p:cNvSpPr/>
          <p:nvPr/>
        </p:nvSpPr>
        <p:spPr>
          <a:xfrm>
            <a:off x="3283560" y="4202640"/>
            <a:ext cx="66960" cy="80640"/>
          </a:xfrm>
          <a:custGeom>
            <a:avLst/>
            <a:gdLst>
              <a:gd name="textAreaLeft" fmla="*/ 0 w 66960"/>
              <a:gd name="textAreaRight" fmla="*/ 67320 w 66960"/>
              <a:gd name="textAreaTop" fmla="*/ 0 h 80640"/>
              <a:gd name="textAreaBottom" fmla="*/ 81000 h 80640"/>
            </a:gdLst>
            <a:ahLst/>
            <a:cxnLst/>
            <a:rect l="textAreaLeft" t="textAreaTop" r="textAreaRight" b="textAreaBottom"/>
            <a:pathLst>
              <a:path w="3618" h="4352">
                <a:moveTo>
                  <a:pt x="273" y="1"/>
                </a:moveTo>
                <a:cubicBezTo>
                  <a:pt x="231" y="1"/>
                  <a:pt x="188" y="18"/>
                  <a:pt x="137" y="52"/>
                </a:cubicBezTo>
                <a:cubicBezTo>
                  <a:pt x="69" y="86"/>
                  <a:pt x="34" y="188"/>
                  <a:pt x="0" y="256"/>
                </a:cubicBezTo>
                <a:cubicBezTo>
                  <a:pt x="34" y="325"/>
                  <a:pt x="69" y="427"/>
                  <a:pt x="137" y="495"/>
                </a:cubicBezTo>
                <a:cubicBezTo>
                  <a:pt x="922" y="1553"/>
                  <a:pt x="1741" y="2611"/>
                  <a:pt x="2525" y="3669"/>
                </a:cubicBezTo>
                <a:cubicBezTo>
                  <a:pt x="2696" y="3839"/>
                  <a:pt x="2867" y="4044"/>
                  <a:pt x="3037" y="4215"/>
                </a:cubicBezTo>
                <a:cubicBezTo>
                  <a:pt x="3106" y="4283"/>
                  <a:pt x="3208" y="4317"/>
                  <a:pt x="3310" y="4351"/>
                </a:cubicBezTo>
                <a:cubicBezTo>
                  <a:pt x="3413" y="4351"/>
                  <a:pt x="3515" y="4351"/>
                  <a:pt x="3583" y="4283"/>
                </a:cubicBezTo>
                <a:cubicBezTo>
                  <a:pt x="3617" y="4215"/>
                  <a:pt x="3583" y="4112"/>
                  <a:pt x="3583" y="4044"/>
                </a:cubicBezTo>
                <a:cubicBezTo>
                  <a:pt x="3604" y="3983"/>
                  <a:pt x="3600" y="3970"/>
                  <a:pt x="3586" y="3970"/>
                </a:cubicBezTo>
                <a:cubicBezTo>
                  <a:pt x="3576" y="3970"/>
                  <a:pt x="3563" y="3976"/>
                  <a:pt x="3549" y="3976"/>
                </a:cubicBezTo>
                <a:cubicBezTo>
                  <a:pt x="2628" y="2747"/>
                  <a:pt x="1672" y="1553"/>
                  <a:pt x="717" y="359"/>
                </a:cubicBezTo>
                <a:cubicBezTo>
                  <a:pt x="649" y="256"/>
                  <a:pt x="512" y="120"/>
                  <a:pt x="410" y="52"/>
                </a:cubicBezTo>
                <a:cubicBezTo>
                  <a:pt x="359" y="18"/>
                  <a:pt x="316" y="1"/>
                  <a:pt x="27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2" name="Google Shape;2762;p14"/>
          <p:cNvSpPr/>
          <p:nvPr/>
        </p:nvSpPr>
        <p:spPr>
          <a:xfrm>
            <a:off x="3250440" y="3810600"/>
            <a:ext cx="55080" cy="88560"/>
          </a:xfrm>
          <a:custGeom>
            <a:avLst/>
            <a:gdLst>
              <a:gd name="textAreaLeft" fmla="*/ 0 w 55080"/>
              <a:gd name="textAreaRight" fmla="*/ 55440 w 55080"/>
              <a:gd name="textAreaTop" fmla="*/ 0 h 88560"/>
              <a:gd name="textAreaBottom" fmla="*/ 88920 h 88560"/>
            </a:gdLst>
            <a:ahLst/>
            <a:cxnLst/>
            <a:rect l="textAreaLeft" t="textAreaTop" r="textAreaRight" b="textAreaBottom"/>
            <a:pathLst>
              <a:path w="2970" h="4772">
                <a:moveTo>
                  <a:pt x="287" y="0"/>
                </a:moveTo>
                <a:cubicBezTo>
                  <a:pt x="253" y="0"/>
                  <a:pt x="214" y="11"/>
                  <a:pt x="172" y="37"/>
                </a:cubicBezTo>
                <a:cubicBezTo>
                  <a:pt x="69" y="71"/>
                  <a:pt x="35" y="207"/>
                  <a:pt x="1" y="276"/>
                </a:cubicBezTo>
                <a:cubicBezTo>
                  <a:pt x="69" y="480"/>
                  <a:pt x="137" y="617"/>
                  <a:pt x="206" y="753"/>
                </a:cubicBezTo>
                <a:cubicBezTo>
                  <a:pt x="820" y="1879"/>
                  <a:pt x="1434" y="3005"/>
                  <a:pt x="2082" y="4166"/>
                </a:cubicBezTo>
                <a:cubicBezTo>
                  <a:pt x="2185" y="4370"/>
                  <a:pt x="2355" y="4541"/>
                  <a:pt x="2560" y="4712"/>
                </a:cubicBezTo>
                <a:cubicBezTo>
                  <a:pt x="2601" y="4752"/>
                  <a:pt x="2657" y="4771"/>
                  <a:pt x="2714" y="4771"/>
                </a:cubicBezTo>
                <a:cubicBezTo>
                  <a:pt x="2803" y="4771"/>
                  <a:pt x="2894" y="4726"/>
                  <a:pt x="2936" y="4643"/>
                </a:cubicBezTo>
                <a:cubicBezTo>
                  <a:pt x="2970" y="4541"/>
                  <a:pt x="2970" y="4439"/>
                  <a:pt x="2901" y="4336"/>
                </a:cubicBezTo>
                <a:cubicBezTo>
                  <a:pt x="2014" y="3074"/>
                  <a:pt x="1229" y="1743"/>
                  <a:pt x="581" y="344"/>
                </a:cubicBezTo>
                <a:cubicBezTo>
                  <a:pt x="547" y="310"/>
                  <a:pt x="547" y="241"/>
                  <a:pt x="513" y="173"/>
                </a:cubicBezTo>
                <a:cubicBezTo>
                  <a:pt x="462" y="96"/>
                  <a:pt x="391" y="0"/>
                  <a:pt x="28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4280" bIns="44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3" name="Google Shape;2763;p14"/>
          <p:cNvSpPr/>
          <p:nvPr/>
        </p:nvSpPr>
        <p:spPr>
          <a:xfrm>
            <a:off x="3171600" y="3891240"/>
            <a:ext cx="49320" cy="83880"/>
          </a:xfrm>
          <a:custGeom>
            <a:avLst/>
            <a:gdLst>
              <a:gd name="textAreaLeft" fmla="*/ 0 w 49320"/>
              <a:gd name="textAreaRight" fmla="*/ 49680 w 49320"/>
              <a:gd name="textAreaTop" fmla="*/ 0 h 83880"/>
              <a:gd name="textAreaBottom" fmla="*/ 84240 h 83880"/>
            </a:gdLst>
            <a:ahLst/>
            <a:cxnLst/>
            <a:rect l="textAreaLeft" t="textAreaTop" r="textAreaRight" b="textAreaBottom"/>
            <a:pathLst>
              <a:path w="2663" h="4519">
                <a:moveTo>
                  <a:pt x="185" y="1"/>
                </a:moveTo>
                <a:cubicBezTo>
                  <a:pt x="158" y="1"/>
                  <a:pt x="130" y="5"/>
                  <a:pt x="103" y="14"/>
                </a:cubicBezTo>
                <a:cubicBezTo>
                  <a:pt x="35" y="48"/>
                  <a:pt x="1" y="151"/>
                  <a:pt x="1" y="253"/>
                </a:cubicBezTo>
                <a:cubicBezTo>
                  <a:pt x="1" y="355"/>
                  <a:pt x="35" y="424"/>
                  <a:pt x="103" y="526"/>
                </a:cubicBezTo>
                <a:lnTo>
                  <a:pt x="1877" y="4109"/>
                </a:lnTo>
                <a:cubicBezTo>
                  <a:pt x="1946" y="4211"/>
                  <a:pt x="1980" y="4280"/>
                  <a:pt x="2048" y="4382"/>
                </a:cubicBezTo>
                <a:cubicBezTo>
                  <a:pt x="2116" y="4450"/>
                  <a:pt x="2185" y="4484"/>
                  <a:pt x="2287" y="4519"/>
                </a:cubicBezTo>
                <a:cubicBezTo>
                  <a:pt x="2526" y="4519"/>
                  <a:pt x="2662" y="4382"/>
                  <a:pt x="2560" y="4177"/>
                </a:cubicBezTo>
                <a:cubicBezTo>
                  <a:pt x="2492" y="4041"/>
                  <a:pt x="2423" y="3870"/>
                  <a:pt x="2355" y="3734"/>
                </a:cubicBezTo>
                <a:lnTo>
                  <a:pt x="649" y="424"/>
                </a:lnTo>
                <a:cubicBezTo>
                  <a:pt x="581" y="287"/>
                  <a:pt x="513" y="151"/>
                  <a:pt x="410" y="83"/>
                </a:cubicBezTo>
                <a:cubicBezTo>
                  <a:pt x="335" y="33"/>
                  <a:pt x="260" y="1"/>
                  <a:pt x="1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120" bIns="42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4" name="Google Shape;2764;p14"/>
          <p:cNvSpPr/>
          <p:nvPr/>
        </p:nvSpPr>
        <p:spPr>
          <a:xfrm>
            <a:off x="3200400" y="3792960"/>
            <a:ext cx="51840" cy="82800"/>
          </a:xfrm>
          <a:custGeom>
            <a:avLst/>
            <a:gdLst>
              <a:gd name="textAreaLeft" fmla="*/ 0 w 51840"/>
              <a:gd name="textAreaRight" fmla="*/ 52200 w 51840"/>
              <a:gd name="textAreaTop" fmla="*/ 0 h 82800"/>
              <a:gd name="textAreaBottom" fmla="*/ 83160 h 82800"/>
            </a:gdLst>
            <a:ahLst/>
            <a:cxnLst/>
            <a:rect l="textAreaLeft" t="textAreaTop" r="textAreaRight" b="textAreaBottom"/>
            <a:pathLst>
              <a:path w="2799" h="4456">
                <a:moveTo>
                  <a:pt x="225" y="1"/>
                </a:moveTo>
                <a:cubicBezTo>
                  <a:pt x="112" y="1"/>
                  <a:pt x="0" y="103"/>
                  <a:pt x="0" y="279"/>
                </a:cubicBezTo>
                <a:cubicBezTo>
                  <a:pt x="34" y="347"/>
                  <a:pt x="103" y="416"/>
                  <a:pt x="137" y="518"/>
                </a:cubicBezTo>
                <a:cubicBezTo>
                  <a:pt x="922" y="1644"/>
                  <a:pt x="1604" y="2838"/>
                  <a:pt x="2184" y="4101"/>
                </a:cubicBezTo>
                <a:cubicBezTo>
                  <a:pt x="2218" y="4203"/>
                  <a:pt x="2286" y="4306"/>
                  <a:pt x="2355" y="4374"/>
                </a:cubicBezTo>
                <a:cubicBezTo>
                  <a:pt x="2430" y="4424"/>
                  <a:pt x="2505" y="4456"/>
                  <a:pt x="2580" y="4456"/>
                </a:cubicBezTo>
                <a:cubicBezTo>
                  <a:pt x="2607" y="4456"/>
                  <a:pt x="2634" y="4451"/>
                  <a:pt x="2662" y="4442"/>
                </a:cubicBezTo>
                <a:cubicBezTo>
                  <a:pt x="2764" y="4374"/>
                  <a:pt x="2798" y="4306"/>
                  <a:pt x="2798" y="4203"/>
                </a:cubicBezTo>
                <a:cubicBezTo>
                  <a:pt x="2798" y="4101"/>
                  <a:pt x="2764" y="3999"/>
                  <a:pt x="2730" y="3930"/>
                </a:cubicBezTo>
                <a:cubicBezTo>
                  <a:pt x="2116" y="2668"/>
                  <a:pt x="1433" y="1439"/>
                  <a:pt x="614" y="279"/>
                </a:cubicBezTo>
                <a:cubicBezTo>
                  <a:pt x="546" y="177"/>
                  <a:pt x="444" y="109"/>
                  <a:pt x="341" y="40"/>
                </a:cubicBezTo>
                <a:cubicBezTo>
                  <a:pt x="306" y="14"/>
                  <a:pt x="265" y="1"/>
                  <a:pt x="2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1400" bIns="41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5" name="Google Shape;2765;p14"/>
          <p:cNvSpPr/>
          <p:nvPr/>
        </p:nvSpPr>
        <p:spPr>
          <a:xfrm>
            <a:off x="3094920" y="4315320"/>
            <a:ext cx="56160" cy="72360"/>
          </a:xfrm>
          <a:custGeom>
            <a:avLst/>
            <a:gdLst>
              <a:gd name="textAreaLeft" fmla="*/ 0 w 56160"/>
              <a:gd name="textAreaRight" fmla="*/ 56520 w 56160"/>
              <a:gd name="textAreaTop" fmla="*/ 0 h 72360"/>
              <a:gd name="textAreaBottom" fmla="*/ 72720 h 72360"/>
            </a:gdLst>
            <a:ahLst/>
            <a:cxnLst/>
            <a:rect l="textAreaLeft" t="textAreaTop" r="textAreaRight" b="textAreaBottom"/>
            <a:pathLst>
              <a:path w="3038" h="3908">
                <a:moveTo>
                  <a:pt x="240" y="0"/>
                </a:moveTo>
                <a:cubicBezTo>
                  <a:pt x="137" y="34"/>
                  <a:pt x="69" y="171"/>
                  <a:pt x="1" y="239"/>
                </a:cubicBezTo>
                <a:cubicBezTo>
                  <a:pt x="69" y="376"/>
                  <a:pt x="137" y="478"/>
                  <a:pt x="206" y="615"/>
                </a:cubicBezTo>
                <a:cubicBezTo>
                  <a:pt x="922" y="1570"/>
                  <a:pt x="1605" y="2560"/>
                  <a:pt x="2321" y="3549"/>
                </a:cubicBezTo>
                <a:cubicBezTo>
                  <a:pt x="2424" y="3686"/>
                  <a:pt x="2526" y="3788"/>
                  <a:pt x="2662" y="3856"/>
                </a:cubicBezTo>
                <a:cubicBezTo>
                  <a:pt x="2714" y="3890"/>
                  <a:pt x="2765" y="3907"/>
                  <a:pt x="2820" y="3907"/>
                </a:cubicBezTo>
                <a:cubicBezTo>
                  <a:pt x="2876" y="3907"/>
                  <a:pt x="2935" y="3890"/>
                  <a:pt x="3004" y="3856"/>
                </a:cubicBezTo>
                <a:cubicBezTo>
                  <a:pt x="3038" y="3822"/>
                  <a:pt x="3038" y="3652"/>
                  <a:pt x="3038" y="3549"/>
                </a:cubicBezTo>
                <a:cubicBezTo>
                  <a:pt x="3038" y="3447"/>
                  <a:pt x="2970" y="3447"/>
                  <a:pt x="2935" y="3413"/>
                </a:cubicBezTo>
                <a:lnTo>
                  <a:pt x="854" y="580"/>
                </a:lnTo>
                <a:cubicBezTo>
                  <a:pt x="717" y="444"/>
                  <a:pt x="649" y="273"/>
                  <a:pt x="513" y="137"/>
                </a:cubicBezTo>
                <a:cubicBezTo>
                  <a:pt x="444" y="34"/>
                  <a:pt x="342" y="0"/>
                  <a:pt x="24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6" name="Google Shape;2766;p14"/>
          <p:cNvSpPr/>
          <p:nvPr/>
        </p:nvSpPr>
        <p:spPr>
          <a:xfrm>
            <a:off x="3325680" y="4149720"/>
            <a:ext cx="57960" cy="72360"/>
          </a:xfrm>
          <a:custGeom>
            <a:avLst/>
            <a:gdLst>
              <a:gd name="textAreaLeft" fmla="*/ 0 w 57960"/>
              <a:gd name="textAreaRight" fmla="*/ 58320 w 57960"/>
              <a:gd name="textAreaTop" fmla="*/ 0 h 72360"/>
              <a:gd name="textAreaBottom" fmla="*/ 72720 h 72360"/>
            </a:gdLst>
            <a:ahLst/>
            <a:cxnLst/>
            <a:rect l="textAreaLeft" t="textAreaTop" r="textAreaRight" b="textAreaBottom"/>
            <a:pathLst>
              <a:path w="3133" h="3905">
                <a:moveTo>
                  <a:pt x="232" y="1"/>
                </a:moveTo>
                <a:cubicBezTo>
                  <a:pt x="103" y="1"/>
                  <a:pt x="0" y="104"/>
                  <a:pt x="28" y="294"/>
                </a:cubicBezTo>
                <a:cubicBezTo>
                  <a:pt x="62" y="363"/>
                  <a:pt x="96" y="431"/>
                  <a:pt x="164" y="533"/>
                </a:cubicBezTo>
                <a:cubicBezTo>
                  <a:pt x="915" y="1557"/>
                  <a:pt x="1700" y="2581"/>
                  <a:pt x="2450" y="3638"/>
                </a:cubicBezTo>
                <a:cubicBezTo>
                  <a:pt x="2533" y="3749"/>
                  <a:pt x="2639" y="3905"/>
                  <a:pt x="2822" y="3905"/>
                </a:cubicBezTo>
                <a:cubicBezTo>
                  <a:pt x="2864" y="3905"/>
                  <a:pt x="2911" y="3897"/>
                  <a:pt x="2962" y="3877"/>
                </a:cubicBezTo>
                <a:cubicBezTo>
                  <a:pt x="3133" y="3775"/>
                  <a:pt x="3133" y="3604"/>
                  <a:pt x="2894" y="3331"/>
                </a:cubicBezTo>
                <a:cubicBezTo>
                  <a:pt x="2143" y="2273"/>
                  <a:pt x="1358" y="1250"/>
                  <a:pt x="574" y="226"/>
                </a:cubicBezTo>
                <a:cubicBezTo>
                  <a:pt x="505" y="158"/>
                  <a:pt x="437" y="90"/>
                  <a:pt x="335" y="21"/>
                </a:cubicBezTo>
                <a:cubicBezTo>
                  <a:pt x="300" y="7"/>
                  <a:pt x="265" y="1"/>
                  <a:pt x="23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7" name="Google Shape;2767;p14"/>
          <p:cNvSpPr/>
          <p:nvPr/>
        </p:nvSpPr>
        <p:spPr>
          <a:xfrm>
            <a:off x="3209400" y="4105080"/>
            <a:ext cx="47880" cy="73440"/>
          </a:xfrm>
          <a:custGeom>
            <a:avLst/>
            <a:gdLst>
              <a:gd name="textAreaLeft" fmla="*/ 0 w 47880"/>
              <a:gd name="textAreaRight" fmla="*/ 48240 w 47880"/>
              <a:gd name="textAreaTop" fmla="*/ 0 h 73440"/>
              <a:gd name="textAreaBottom" fmla="*/ 73800 h 73440"/>
            </a:gdLst>
            <a:ahLst/>
            <a:cxnLst/>
            <a:rect l="textAreaLeft" t="textAreaTop" r="textAreaRight" b="textAreaBottom"/>
            <a:pathLst>
              <a:path w="2595" h="3960">
                <a:moveTo>
                  <a:pt x="300" y="0"/>
                </a:moveTo>
                <a:cubicBezTo>
                  <a:pt x="270" y="0"/>
                  <a:pt x="239" y="11"/>
                  <a:pt x="206" y="36"/>
                </a:cubicBezTo>
                <a:cubicBezTo>
                  <a:pt x="1" y="104"/>
                  <a:pt x="1" y="240"/>
                  <a:pt x="69" y="411"/>
                </a:cubicBezTo>
                <a:cubicBezTo>
                  <a:pt x="137" y="479"/>
                  <a:pt x="172" y="548"/>
                  <a:pt x="240" y="650"/>
                </a:cubicBezTo>
                <a:cubicBezTo>
                  <a:pt x="820" y="1605"/>
                  <a:pt x="1400" y="2561"/>
                  <a:pt x="1980" y="3516"/>
                </a:cubicBezTo>
                <a:cubicBezTo>
                  <a:pt x="2117" y="3653"/>
                  <a:pt x="2253" y="3823"/>
                  <a:pt x="2390" y="3960"/>
                </a:cubicBezTo>
                <a:cubicBezTo>
                  <a:pt x="2492" y="3823"/>
                  <a:pt x="2560" y="3721"/>
                  <a:pt x="2594" y="3585"/>
                </a:cubicBezTo>
                <a:cubicBezTo>
                  <a:pt x="2594" y="3516"/>
                  <a:pt x="2560" y="3414"/>
                  <a:pt x="2526" y="3312"/>
                </a:cubicBezTo>
                <a:cubicBezTo>
                  <a:pt x="1844" y="2288"/>
                  <a:pt x="1195" y="1230"/>
                  <a:pt x="547" y="206"/>
                </a:cubicBezTo>
                <a:cubicBezTo>
                  <a:pt x="470" y="103"/>
                  <a:pt x="392" y="0"/>
                  <a:pt x="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720" bIns="36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8" name="Google Shape;2768;p14"/>
          <p:cNvSpPr/>
          <p:nvPr/>
        </p:nvSpPr>
        <p:spPr>
          <a:xfrm>
            <a:off x="3269520" y="3898800"/>
            <a:ext cx="47160" cy="69120"/>
          </a:xfrm>
          <a:custGeom>
            <a:avLst/>
            <a:gdLst>
              <a:gd name="textAreaLeft" fmla="*/ 0 w 47160"/>
              <a:gd name="textAreaRight" fmla="*/ 47520 w 47160"/>
              <a:gd name="textAreaTop" fmla="*/ 0 h 69120"/>
              <a:gd name="textAreaBottom" fmla="*/ 69480 h 69120"/>
            </a:gdLst>
            <a:ahLst/>
            <a:cxnLst/>
            <a:rect l="textAreaLeft" t="textAreaTop" r="textAreaRight" b="textAreaBottom"/>
            <a:pathLst>
              <a:path w="2560" h="3737">
                <a:moveTo>
                  <a:pt x="261" y="0"/>
                </a:moveTo>
                <a:cubicBezTo>
                  <a:pt x="214" y="0"/>
                  <a:pt x="171" y="9"/>
                  <a:pt x="137" y="26"/>
                </a:cubicBezTo>
                <a:cubicBezTo>
                  <a:pt x="69" y="26"/>
                  <a:pt x="35" y="128"/>
                  <a:pt x="1" y="196"/>
                </a:cubicBezTo>
                <a:cubicBezTo>
                  <a:pt x="35" y="299"/>
                  <a:pt x="69" y="401"/>
                  <a:pt x="137" y="503"/>
                </a:cubicBezTo>
                <a:cubicBezTo>
                  <a:pt x="615" y="1391"/>
                  <a:pt x="1093" y="2278"/>
                  <a:pt x="1604" y="3131"/>
                </a:cubicBezTo>
                <a:cubicBezTo>
                  <a:pt x="1741" y="3336"/>
                  <a:pt x="1912" y="3540"/>
                  <a:pt x="2082" y="3711"/>
                </a:cubicBezTo>
                <a:cubicBezTo>
                  <a:pt x="2133" y="3728"/>
                  <a:pt x="2193" y="3737"/>
                  <a:pt x="2253" y="3737"/>
                </a:cubicBezTo>
                <a:cubicBezTo>
                  <a:pt x="2312" y="3737"/>
                  <a:pt x="2372" y="3728"/>
                  <a:pt x="2423" y="3711"/>
                </a:cubicBezTo>
                <a:cubicBezTo>
                  <a:pt x="2560" y="3609"/>
                  <a:pt x="2526" y="3472"/>
                  <a:pt x="2457" y="3336"/>
                </a:cubicBezTo>
                <a:cubicBezTo>
                  <a:pt x="2048" y="2653"/>
                  <a:pt x="1639" y="1971"/>
                  <a:pt x="1229" y="1322"/>
                </a:cubicBezTo>
                <a:cubicBezTo>
                  <a:pt x="990" y="981"/>
                  <a:pt x="820" y="606"/>
                  <a:pt x="615" y="299"/>
                </a:cubicBezTo>
                <a:cubicBezTo>
                  <a:pt x="547" y="196"/>
                  <a:pt x="478" y="94"/>
                  <a:pt x="410" y="26"/>
                </a:cubicBezTo>
                <a:cubicBezTo>
                  <a:pt x="359" y="9"/>
                  <a:pt x="308" y="0"/>
                  <a:pt x="26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560" bIns="34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89" name="Google Shape;2769;p14"/>
          <p:cNvSpPr/>
          <p:nvPr/>
        </p:nvSpPr>
        <p:spPr>
          <a:xfrm>
            <a:off x="3182040" y="4149000"/>
            <a:ext cx="51120" cy="66960"/>
          </a:xfrm>
          <a:custGeom>
            <a:avLst/>
            <a:gdLst>
              <a:gd name="textAreaLeft" fmla="*/ 0 w 51120"/>
              <a:gd name="textAreaRight" fmla="*/ 51480 w 51120"/>
              <a:gd name="textAreaTop" fmla="*/ 0 h 66960"/>
              <a:gd name="textAreaBottom" fmla="*/ 67320 h 66960"/>
            </a:gdLst>
            <a:ahLst/>
            <a:cxnLst/>
            <a:rect l="textAreaLeft" t="textAreaTop" r="textAreaRight" b="textAreaBottom"/>
            <a:pathLst>
              <a:path w="2765" h="3620">
                <a:moveTo>
                  <a:pt x="304" y="0"/>
                </a:moveTo>
                <a:cubicBezTo>
                  <a:pt x="265" y="0"/>
                  <a:pt x="221" y="11"/>
                  <a:pt x="171" y="36"/>
                </a:cubicBezTo>
                <a:cubicBezTo>
                  <a:pt x="1" y="139"/>
                  <a:pt x="35" y="309"/>
                  <a:pt x="103" y="446"/>
                </a:cubicBezTo>
                <a:cubicBezTo>
                  <a:pt x="137" y="514"/>
                  <a:pt x="137" y="548"/>
                  <a:pt x="171" y="582"/>
                </a:cubicBezTo>
                <a:cubicBezTo>
                  <a:pt x="683" y="1367"/>
                  <a:pt x="1195" y="2152"/>
                  <a:pt x="1741" y="2937"/>
                </a:cubicBezTo>
                <a:cubicBezTo>
                  <a:pt x="1877" y="3141"/>
                  <a:pt x="2014" y="3312"/>
                  <a:pt x="2219" y="3449"/>
                </a:cubicBezTo>
                <a:cubicBezTo>
                  <a:pt x="2287" y="3517"/>
                  <a:pt x="2389" y="3585"/>
                  <a:pt x="2492" y="3619"/>
                </a:cubicBezTo>
                <a:cubicBezTo>
                  <a:pt x="2594" y="3585"/>
                  <a:pt x="2696" y="3517"/>
                  <a:pt x="2730" y="3483"/>
                </a:cubicBezTo>
                <a:cubicBezTo>
                  <a:pt x="2765" y="3380"/>
                  <a:pt x="2730" y="3278"/>
                  <a:pt x="2696" y="3176"/>
                </a:cubicBezTo>
                <a:cubicBezTo>
                  <a:pt x="1980" y="2527"/>
                  <a:pt x="1639" y="1674"/>
                  <a:pt x="1093" y="958"/>
                </a:cubicBezTo>
                <a:cubicBezTo>
                  <a:pt x="888" y="753"/>
                  <a:pt x="717" y="446"/>
                  <a:pt x="547" y="207"/>
                </a:cubicBezTo>
                <a:cubicBezTo>
                  <a:pt x="495" y="104"/>
                  <a:pt x="424" y="0"/>
                  <a:pt x="30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0" name="Google Shape;2770;p14"/>
          <p:cNvSpPr/>
          <p:nvPr/>
        </p:nvSpPr>
        <p:spPr>
          <a:xfrm>
            <a:off x="3042000" y="4377600"/>
            <a:ext cx="63720" cy="54000"/>
          </a:xfrm>
          <a:custGeom>
            <a:avLst/>
            <a:gdLst>
              <a:gd name="textAreaLeft" fmla="*/ 0 w 63720"/>
              <a:gd name="textAreaRight" fmla="*/ 64080 w 6372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3447" h="2910">
                <a:moveTo>
                  <a:pt x="291" y="1"/>
                </a:moveTo>
                <a:cubicBezTo>
                  <a:pt x="222" y="1"/>
                  <a:pt x="154" y="26"/>
                  <a:pt x="103" y="78"/>
                </a:cubicBezTo>
                <a:cubicBezTo>
                  <a:pt x="1" y="214"/>
                  <a:pt x="69" y="351"/>
                  <a:pt x="171" y="453"/>
                </a:cubicBezTo>
                <a:cubicBezTo>
                  <a:pt x="512" y="726"/>
                  <a:pt x="854" y="1033"/>
                  <a:pt x="1195" y="1306"/>
                </a:cubicBezTo>
                <a:cubicBezTo>
                  <a:pt x="1707" y="1784"/>
                  <a:pt x="2219" y="2227"/>
                  <a:pt x="2730" y="2671"/>
                </a:cubicBezTo>
                <a:cubicBezTo>
                  <a:pt x="2833" y="2773"/>
                  <a:pt x="2935" y="2842"/>
                  <a:pt x="3072" y="2910"/>
                </a:cubicBezTo>
                <a:cubicBezTo>
                  <a:pt x="3345" y="2910"/>
                  <a:pt x="3447" y="2739"/>
                  <a:pt x="3379" y="2569"/>
                </a:cubicBezTo>
                <a:cubicBezTo>
                  <a:pt x="3311" y="2500"/>
                  <a:pt x="3242" y="2432"/>
                  <a:pt x="3174" y="2364"/>
                </a:cubicBezTo>
                <a:lnTo>
                  <a:pt x="785" y="282"/>
                </a:lnTo>
                <a:cubicBezTo>
                  <a:pt x="683" y="214"/>
                  <a:pt x="581" y="112"/>
                  <a:pt x="478" y="78"/>
                </a:cubicBezTo>
                <a:cubicBezTo>
                  <a:pt x="427" y="26"/>
                  <a:pt x="359" y="1"/>
                  <a:pt x="2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1" name="Google Shape;2771;p14"/>
          <p:cNvSpPr/>
          <p:nvPr/>
        </p:nvSpPr>
        <p:spPr>
          <a:xfrm>
            <a:off x="3268440" y="4042800"/>
            <a:ext cx="47160" cy="60840"/>
          </a:xfrm>
          <a:custGeom>
            <a:avLst/>
            <a:gdLst>
              <a:gd name="textAreaLeft" fmla="*/ 0 w 47160"/>
              <a:gd name="textAreaRight" fmla="*/ 47520 w 47160"/>
              <a:gd name="textAreaTop" fmla="*/ 0 h 60840"/>
              <a:gd name="textAreaBottom" fmla="*/ 61200 h 60840"/>
            </a:gdLst>
            <a:ahLst/>
            <a:cxnLst/>
            <a:rect l="textAreaLeft" t="textAreaTop" r="textAreaRight" b="textAreaBottom"/>
            <a:pathLst>
              <a:path w="2560" h="3287">
                <a:moveTo>
                  <a:pt x="264" y="0"/>
                </a:moveTo>
                <a:cubicBezTo>
                  <a:pt x="222" y="0"/>
                  <a:pt x="179" y="9"/>
                  <a:pt x="137" y="23"/>
                </a:cubicBezTo>
                <a:cubicBezTo>
                  <a:pt x="69" y="57"/>
                  <a:pt x="35" y="159"/>
                  <a:pt x="0" y="227"/>
                </a:cubicBezTo>
                <a:cubicBezTo>
                  <a:pt x="35" y="364"/>
                  <a:pt x="103" y="466"/>
                  <a:pt x="171" y="569"/>
                </a:cubicBezTo>
                <a:cubicBezTo>
                  <a:pt x="683" y="1353"/>
                  <a:pt x="1229" y="2104"/>
                  <a:pt x="1775" y="2855"/>
                </a:cubicBezTo>
                <a:cubicBezTo>
                  <a:pt x="1877" y="3026"/>
                  <a:pt x="2014" y="3162"/>
                  <a:pt x="2150" y="3264"/>
                </a:cubicBezTo>
                <a:cubicBezTo>
                  <a:pt x="2207" y="3279"/>
                  <a:pt x="2257" y="3287"/>
                  <a:pt x="2305" y="3287"/>
                </a:cubicBezTo>
                <a:cubicBezTo>
                  <a:pt x="2371" y="3287"/>
                  <a:pt x="2431" y="3270"/>
                  <a:pt x="2491" y="3230"/>
                </a:cubicBezTo>
                <a:cubicBezTo>
                  <a:pt x="2560" y="3128"/>
                  <a:pt x="2560" y="2991"/>
                  <a:pt x="2491" y="2889"/>
                </a:cubicBezTo>
                <a:cubicBezTo>
                  <a:pt x="1843" y="2002"/>
                  <a:pt x="1229" y="1115"/>
                  <a:pt x="546" y="227"/>
                </a:cubicBezTo>
                <a:cubicBezTo>
                  <a:pt x="546" y="159"/>
                  <a:pt x="512" y="57"/>
                  <a:pt x="444" y="57"/>
                </a:cubicBezTo>
                <a:cubicBezTo>
                  <a:pt x="384" y="17"/>
                  <a:pt x="324" y="0"/>
                  <a:pt x="26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600" bIns="30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2" name="Google Shape;2772;p14"/>
          <p:cNvSpPr/>
          <p:nvPr/>
        </p:nvSpPr>
        <p:spPr>
          <a:xfrm>
            <a:off x="3244680" y="4310280"/>
            <a:ext cx="49320" cy="60480"/>
          </a:xfrm>
          <a:custGeom>
            <a:avLst/>
            <a:gdLst>
              <a:gd name="textAreaLeft" fmla="*/ 0 w 49320"/>
              <a:gd name="textAreaRight" fmla="*/ 49680 w 49320"/>
              <a:gd name="textAreaTop" fmla="*/ 0 h 60480"/>
              <a:gd name="textAreaBottom" fmla="*/ 60840 h 60480"/>
            </a:gdLst>
            <a:ahLst/>
            <a:cxnLst/>
            <a:rect l="textAreaLeft" t="textAreaTop" r="textAreaRight" b="textAreaBottom"/>
            <a:pathLst>
              <a:path w="2663" h="3269">
                <a:moveTo>
                  <a:pt x="223" y="1"/>
                </a:moveTo>
                <a:cubicBezTo>
                  <a:pt x="171" y="1"/>
                  <a:pt x="120" y="9"/>
                  <a:pt x="69" y="27"/>
                </a:cubicBezTo>
                <a:cubicBezTo>
                  <a:pt x="1" y="95"/>
                  <a:pt x="1" y="197"/>
                  <a:pt x="1" y="299"/>
                </a:cubicBezTo>
                <a:cubicBezTo>
                  <a:pt x="35" y="368"/>
                  <a:pt x="69" y="470"/>
                  <a:pt x="137" y="538"/>
                </a:cubicBezTo>
                <a:lnTo>
                  <a:pt x="1843" y="2790"/>
                </a:lnTo>
                <a:cubicBezTo>
                  <a:pt x="1946" y="2927"/>
                  <a:pt x="2048" y="3029"/>
                  <a:pt x="2185" y="3132"/>
                </a:cubicBezTo>
                <a:cubicBezTo>
                  <a:pt x="2253" y="3166"/>
                  <a:pt x="2355" y="3234"/>
                  <a:pt x="2458" y="3268"/>
                </a:cubicBezTo>
                <a:cubicBezTo>
                  <a:pt x="2526" y="3200"/>
                  <a:pt x="2662" y="3166"/>
                  <a:pt x="2662" y="3098"/>
                </a:cubicBezTo>
                <a:cubicBezTo>
                  <a:pt x="2662" y="2995"/>
                  <a:pt x="2662" y="2893"/>
                  <a:pt x="2594" y="2790"/>
                </a:cubicBezTo>
                <a:cubicBezTo>
                  <a:pt x="2287" y="2381"/>
                  <a:pt x="1946" y="2006"/>
                  <a:pt x="1639" y="1596"/>
                </a:cubicBezTo>
                <a:cubicBezTo>
                  <a:pt x="1332" y="1221"/>
                  <a:pt x="956" y="709"/>
                  <a:pt x="581" y="265"/>
                </a:cubicBezTo>
                <a:cubicBezTo>
                  <a:pt x="547" y="163"/>
                  <a:pt x="479" y="95"/>
                  <a:pt x="376" y="27"/>
                </a:cubicBezTo>
                <a:cubicBezTo>
                  <a:pt x="325" y="9"/>
                  <a:pt x="274" y="1"/>
                  <a:pt x="22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3" name="Google Shape;2773;p14"/>
          <p:cNvSpPr/>
          <p:nvPr/>
        </p:nvSpPr>
        <p:spPr>
          <a:xfrm>
            <a:off x="2977920" y="4424400"/>
            <a:ext cx="49680" cy="59400"/>
          </a:xfrm>
          <a:custGeom>
            <a:avLst/>
            <a:gdLst>
              <a:gd name="textAreaLeft" fmla="*/ 0 w 49680"/>
              <a:gd name="textAreaRight" fmla="*/ 50040 w 49680"/>
              <a:gd name="textAreaTop" fmla="*/ 0 h 59400"/>
              <a:gd name="textAreaBottom" fmla="*/ 59760 h 59400"/>
            </a:gdLst>
            <a:ahLst/>
            <a:cxnLst/>
            <a:rect l="textAreaLeft" t="textAreaTop" r="textAreaRight" b="textAreaBottom"/>
            <a:pathLst>
              <a:path w="2696" h="3212">
                <a:moveTo>
                  <a:pt x="242" y="0"/>
                </a:moveTo>
                <a:cubicBezTo>
                  <a:pt x="210" y="0"/>
                  <a:pt x="175" y="7"/>
                  <a:pt x="137" y="23"/>
                </a:cubicBezTo>
                <a:cubicBezTo>
                  <a:pt x="68" y="57"/>
                  <a:pt x="34" y="159"/>
                  <a:pt x="0" y="227"/>
                </a:cubicBezTo>
                <a:cubicBezTo>
                  <a:pt x="34" y="330"/>
                  <a:pt x="68" y="432"/>
                  <a:pt x="137" y="534"/>
                </a:cubicBezTo>
                <a:cubicBezTo>
                  <a:pt x="819" y="1387"/>
                  <a:pt x="1467" y="2206"/>
                  <a:pt x="2116" y="3025"/>
                </a:cubicBezTo>
                <a:cubicBezTo>
                  <a:pt x="2184" y="3094"/>
                  <a:pt x="2218" y="3128"/>
                  <a:pt x="2321" y="3196"/>
                </a:cubicBezTo>
                <a:cubicBezTo>
                  <a:pt x="2366" y="3196"/>
                  <a:pt x="2457" y="3211"/>
                  <a:pt x="2523" y="3211"/>
                </a:cubicBezTo>
                <a:cubicBezTo>
                  <a:pt x="2556" y="3211"/>
                  <a:pt x="2582" y="3207"/>
                  <a:pt x="2594" y="3196"/>
                </a:cubicBezTo>
                <a:cubicBezTo>
                  <a:pt x="2662" y="3094"/>
                  <a:pt x="2696" y="2991"/>
                  <a:pt x="2696" y="2855"/>
                </a:cubicBezTo>
                <a:cubicBezTo>
                  <a:pt x="2696" y="2821"/>
                  <a:pt x="2594" y="2752"/>
                  <a:pt x="2559" y="2684"/>
                </a:cubicBezTo>
                <a:cubicBezTo>
                  <a:pt x="1877" y="1831"/>
                  <a:pt x="1194" y="1012"/>
                  <a:pt x="512" y="159"/>
                </a:cubicBezTo>
                <a:cubicBezTo>
                  <a:pt x="433" y="80"/>
                  <a:pt x="353" y="0"/>
                  <a:pt x="2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880" bIns="29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4" name="Google Shape;2774;p14"/>
          <p:cNvSpPr/>
          <p:nvPr/>
        </p:nvSpPr>
        <p:spPr>
          <a:xfrm>
            <a:off x="3007800" y="4515120"/>
            <a:ext cx="53640" cy="53640"/>
          </a:xfrm>
          <a:custGeom>
            <a:avLst/>
            <a:gdLst>
              <a:gd name="textAreaLeft" fmla="*/ 0 w 53640"/>
              <a:gd name="textAreaRight" fmla="*/ 54000 w 53640"/>
              <a:gd name="textAreaTop" fmla="*/ 0 h 53640"/>
              <a:gd name="textAreaBottom" fmla="*/ 54000 h 53640"/>
            </a:gdLst>
            <a:ahLst/>
            <a:cxnLst/>
            <a:rect l="textAreaLeft" t="textAreaTop" r="textAreaRight" b="textAreaBottom"/>
            <a:pathLst>
              <a:path w="2902" h="2890">
                <a:moveTo>
                  <a:pt x="232" y="0"/>
                </a:moveTo>
                <a:cubicBezTo>
                  <a:pt x="116" y="0"/>
                  <a:pt x="1" y="117"/>
                  <a:pt x="1" y="257"/>
                </a:cubicBezTo>
                <a:cubicBezTo>
                  <a:pt x="35" y="359"/>
                  <a:pt x="103" y="428"/>
                  <a:pt x="137" y="496"/>
                </a:cubicBezTo>
                <a:cubicBezTo>
                  <a:pt x="820" y="1178"/>
                  <a:pt x="1502" y="1895"/>
                  <a:pt x="2185" y="2577"/>
                </a:cubicBezTo>
                <a:cubicBezTo>
                  <a:pt x="2287" y="2680"/>
                  <a:pt x="2355" y="2748"/>
                  <a:pt x="2458" y="2816"/>
                </a:cubicBezTo>
                <a:cubicBezTo>
                  <a:pt x="2521" y="2864"/>
                  <a:pt x="2592" y="2889"/>
                  <a:pt x="2656" y="2889"/>
                </a:cubicBezTo>
                <a:cubicBezTo>
                  <a:pt x="2731" y="2889"/>
                  <a:pt x="2797" y="2855"/>
                  <a:pt x="2833" y="2782"/>
                </a:cubicBezTo>
                <a:cubicBezTo>
                  <a:pt x="2901" y="2680"/>
                  <a:pt x="2867" y="2577"/>
                  <a:pt x="2833" y="2475"/>
                </a:cubicBezTo>
                <a:cubicBezTo>
                  <a:pt x="2663" y="2304"/>
                  <a:pt x="2526" y="2134"/>
                  <a:pt x="2355" y="1963"/>
                </a:cubicBezTo>
                <a:cubicBezTo>
                  <a:pt x="1775" y="1383"/>
                  <a:pt x="1195" y="803"/>
                  <a:pt x="615" y="223"/>
                </a:cubicBezTo>
                <a:cubicBezTo>
                  <a:pt x="513" y="155"/>
                  <a:pt x="410" y="86"/>
                  <a:pt x="308" y="18"/>
                </a:cubicBezTo>
                <a:cubicBezTo>
                  <a:pt x="283" y="6"/>
                  <a:pt x="258" y="0"/>
                  <a:pt x="23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5" name="Google Shape;2775;p14"/>
          <p:cNvSpPr/>
          <p:nvPr/>
        </p:nvSpPr>
        <p:spPr>
          <a:xfrm>
            <a:off x="3351600" y="3938400"/>
            <a:ext cx="38520" cy="63360"/>
          </a:xfrm>
          <a:custGeom>
            <a:avLst/>
            <a:gdLst>
              <a:gd name="textAreaLeft" fmla="*/ 0 w 38520"/>
              <a:gd name="textAreaRight" fmla="*/ 38880 w 38520"/>
              <a:gd name="textAreaTop" fmla="*/ 0 h 63360"/>
              <a:gd name="textAreaBottom" fmla="*/ 63720 h 63360"/>
            </a:gdLst>
            <a:ahLst/>
            <a:cxnLst/>
            <a:rect l="textAreaLeft" t="textAreaTop" r="textAreaRight" b="textAreaBottom"/>
            <a:pathLst>
              <a:path w="2082" h="3418">
                <a:moveTo>
                  <a:pt x="256" y="1"/>
                </a:moveTo>
                <a:cubicBezTo>
                  <a:pt x="240" y="1"/>
                  <a:pt x="223" y="2"/>
                  <a:pt x="205" y="5"/>
                </a:cubicBezTo>
                <a:cubicBezTo>
                  <a:pt x="1" y="74"/>
                  <a:pt x="1" y="244"/>
                  <a:pt x="69" y="449"/>
                </a:cubicBezTo>
                <a:cubicBezTo>
                  <a:pt x="137" y="654"/>
                  <a:pt x="171" y="722"/>
                  <a:pt x="239" y="858"/>
                </a:cubicBezTo>
                <a:cubicBezTo>
                  <a:pt x="581" y="1541"/>
                  <a:pt x="956" y="2257"/>
                  <a:pt x="1331" y="2940"/>
                </a:cubicBezTo>
                <a:cubicBezTo>
                  <a:pt x="1365" y="3076"/>
                  <a:pt x="1468" y="3179"/>
                  <a:pt x="1570" y="3281"/>
                </a:cubicBezTo>
                <a:cubicBezTo>
                  <a:pt x="1604" y="3349"/>
                  <a:pt x="1673" y="3384"/>
                  <a:pt x="1775" y="3418"/>
                </a:cubicBezTo>
                <a:cubicBezTo>
                  <a:pt x="1980" y="3418"/>
                  <a:pt x="2082" y="3247"/>
                  <a:pt x="2014" y="3076"/>
                </a:cubicBezTo>
                <a:cubicBezTo>
                  <a:pt x="1946" y="2940"/>
                  <a:pt x="1877" y="2803"/>
                  <a:pt x="1809" y="2701"/>
                </a:cubicBezTo>
                <a:cubicBezTo>
                  <a:pt x="1400" y="1882"/>
                  <a:pt x="956" y="1063"/>
                  <a:pt x="546" y="278"/>
                </a:cubicBezTo>
                <a:cubicBezTo>
                  <a:pt x="484" y="154"/>
                  <a:pt x="422" y="1"/>
                  <a:pt x="25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680" bIns="31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6" name="Google Shape;2776;p14"/>
          <p:cNvSpPr/>
          <p:nvPr/>
        </p:nvSpPr>
        <p:spPr>
          <a:xfrm>
            <a:off x="3263400" y="4232880"/>
            <a:ext cx="37800" cy="51120"/>
          </a:xfrm>
          <a:custGeom>
            <a:avLst/>
            <a:gdLst>
              <a:gd name="textAreaLeft" fmla="*/ 0 w 37800"/>
              <a:gd name="textAreaRight" fmla="*/ 38160 w 37800"/>
              <a:gd name="textAreaTop" fmla="*/ 0 h 51120"/>
              <a:gd name="textAreaBottom" fmla="*/ 51480 h 51120"/>
            </a:gdLst>
            <a:ahLst/>
            <a:cxnLst/>
            <a:rect l="textAreaLeft" t="textAreaTop" r="textAreaRight" b="textAreaBottom"/>
            <a:pathLst>
              <a:path w="2048" h="2762">
                <a:moveTo>
                  <a:pt x="252" y="1"/>
                </a:moveTo>
                <a:cubicBezTo>
                  <a:pt x="205" y="1"/>
                  <a:pt x="154" y="9"/>
                  <a:pt x="103" y="26"/>
                </a:cubicBezTo>
                <a:cubicBezTo>
                  <a:pt x="69" y="61"/>
                  <a:pt x="35" y="129"/>
                  <a:pt x="0" y="197"/>
                </a:cubicBezTo>
                <a:cubicBezTo>
                  <a:pt x="35" y="299"/>
                  <a:pt x="69" y="402"/>
                  <a:pt x="103" y="470"/>
                </a:cubicBezTo>
                <a:cubicBezTo>
                  <a:pt x="546" y="1118"/>
                  <a:pt x="922" y="1733"/>
                  <a:pt x="1331" y="2381"/>
                </a:cubicBezTo>
                <a:cubicBezTo>
                  <a:pt x="1399" y="2517"/>
                  <a:pt x="1502" y="2620"/>
                  <a:pt x="1604" y="2722"/>
                </a:cubicBezTo>
                <a:cubicBezTo>
                  <a:pt x="1663" y="2742"/>
                  <a:pt x="1734" y="2762"/>
                  <a:pt x="1802" y="2762"/>
                </a:cubicBezTo>
                <a:cubicBezTo>
                  <a:pt x="1853" y="2762"/>
                  <a:pt x="1902" y="2751"/>
                  <a:pt x="1945" y="2722"/>
                </a:cubicBezTo>
                <a:cubicBezTo>
                  <a:pt x="2014" y="2654"/>
                  <a:pt x="2048" y="2517"/>
                  <a:pt x="2014" y="2415"/>
                </a:cubicBezTo>
                <a:cubicBezTo>
                  <a:pt x="1911" y="2210"/>
                  <a:pt x="1775" y="2040"/>
                  <a:pt x="1638" y="1835"/>
                </a:cubicBezTo>
                <a:cubicBezTo>
                  <a:pt x="1297" y="1357"/>
                  <a:pt x="956" y="811"/>
                  <a:pt x="615" y="299"/>
                </a:cubicBezTo>
                <a:cubicBezTo>
                  <a:pt x="546" y="197"/>
                  <a:pt x="478" y="95"/>
                  <a:pt x="376" y="26"/>
                </a:cubicBezTo>
                <a:cubicBezTo>
                  <a:pt x="342" y="9"/>
                  <a:pt x="299" y="1"/>
                  <a:pt x="25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7" name="Google Shape;2777;p14"/>
          <p:cNvSpPr/>
          <p:nvPr/>
        </p:nvSpPr>
        <p:spPr>
          <a:xfrm>
            <a:off x="3071520" y="4600080"/>
            <a:ext cx="43560" cy="41040"/>
          </a:xfrm>
          <a:custGeom>
            <a:avLst/>
            <a:gdLst>
              <a:gd name="textAreaLeft" fmla="*/ 0 w 43560"/>
              <a:gd name="textAreaRight" fmla="*/ 43920 w 43560"/>
              <a:gd name="textAreaTop" fmla="*/ 0 h 41040"/>
              <a:gd name="textAreaBottom" fmla="*/ 41400 h 41040"/>
            </a:gdLst>
            <a:ahLst/>
            <a:cxnLst/>
            <a:rect l="textAreaLeft" t="textAreaTop" r="textAreaRight" b="textAreaBottom"/>
            <a:pathLst>
              <a:path w="2355" h="2232">
                <a:moveTo>
                  <a:pt x="253" y="1"/>
                </a:moveTo>
                <a:cubicBezTo>
                  <a:pt x="120" y="1"/>
                  <a:pt x="0" y="118"/>
                  <a:pt x="0" y="275"/>
                </a:cubicBezTo>
                <a:cubicBezTo>
                  <a:pt x="68" y="343"/>
                  <a:pt x="137" y="411"/>
                  <a:pt x="171" y="479"/>
                </a:cubicBezTo>
                <a:cubicBezTo>
                  <a:pt x="649" y="957"/>
                  <a:pt x="1126" y="1469"/>
                  <a:pt x="1604" y="1947"/>
                </a:cubicBezTo>
                <a:cubicBezTo>
                  <a:pt x="1604" y="1947"/>
                  <a:pt x="1604" y="1981"/>
                  <a:pt x="1604" y="1981"/>
                </a:cubicBezTo>
                <a:cubicBezTo>
                  <a:pt x="1771" y="2148"/>
                  <a:pt x="1905" y="2231"/>
                  <a:pt x="2017" y="2231"/>
                </a:cubicBezTo>
                <a:cubicBezTo>
                  <a:pt x="2065" y="2231"/>
                  <a:pt x="2109" y="2216"/>
                  <a:pt x="2150" y="2185"/>
                </a:cubicBezTo>
                <a:cubicBezTo>
                  <a:pt x="2355" y="1947"/>
                  <a:pt x="2184" y="1810"/>
                  <a:pt x="2048" y="1674"/>
                </a:cubicBezTo>
                <a:cubicBezTo>
                  <a:pt x="1604" y="1196"/>
                  <a:pt x="1160" y="718"/>
                  <a:pt x="717" y="275"/>
                </a:cubicBezTo>
                <a:cubicBezTo>
                  <a:pt x="614" y="172"/>
                  <a:pt x="478" y="70"/>
                  <a:pt x="376" y="36"/>
                </a:cubicBezTo>
                <a:cubicBezTo>
                  <a:pt x="336" y="12"/>
                  <a:pt x="294" y="1"/>
                  <a:pt x="25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8" name="Google Shape;2778;p14"/>
          <p:cNvSpPr/>
          <p:nvPr/>
        </p:nvSpPr>
        <p:spPr>
          <a:xfrm>
            <a:off x="3391200" y="4090320"/>
            <a:ext cx="34560" cy="39600"/>
          </a:xfrm>
          <a:custGeom>
            <a:avLst/>
            <a:gdLst>
              <a:gd name="textAreaLeft" fmla="*/ 0 w 34560"/>
              <a:gd name="textAreaRight" fmla="*/ 34920 w 34560"/>
              <a:gd name="textAreaTop" fmla="*/ 0 h 39600"/>
              <a:gd name="textAreaBottom" fmla="*/ 39960 h 39600"/>
            </a:gdLst>
            <a:ahLst/>
            <a:cxnLst/>
            <a:rect l="textAreaLeft" t="textAreaTop" r="textAreaRight" b="textAreaBottom"/>
            <a:pathLst>
              <a:path w="1877" h="2147">
                <a:moveTo>
                  <a:pt x="331" y="1"/>
                </a:moveTo>
                <a:cubicBezTo>
                  <a:pt x="281" y="1"/>
                  <a:pt x="228" y="20"/>
                  <a:pt x="171" y="65"/>
                </a:cubicBezTo>
                <a:cubicBezTo>
                  <a:pt x="0" y="167"/>
                  <a:pt x="68" y="304"/>
                  <a:pt x="171" y="440"/>
                </a:cubicBezTo>
                <a:cubicBezTo>
                  <a:pt x="512" y="918"/>
                  <a:pt x="819" y="1396"/>
                  <a:pt x="1160" y="1874"/>
                </a:cubicBezTo>
                <a:cubicBezTo>
                  <a:pt x="1263" y="1976"/>
                  <a:pt x="1365" y="2044"/>
                  <a:pt x="1502" y="2147"/>
                </a:cubicBezTo>
                <a:cubicBezTo>
                  <a:pt x="1775" y="2112"/>
                  <a:pt x="1877" y="1942"/>
                  <a:pt x="1706" y="1703"/>
                </a:cubicBezTo>
                <a:cubicBezTo>
                  <a:pt x="1399" y="1259"/>
                  <a:pt x="1092" y="816"/>
                  <a:pt x="751" y="372"/>
                </a:cubicBezTo>
                <a:cubicBezTo>
                  <a:pt x="717" y="304"/>
                  <a:pt x="648" y="236"/>
                  <a:pt x="614" y="167"/>
                </a:cubicBezTo>
                <a:cubicBezTo>
                  <a:pt x="523" y="76"/>
                  <a:pt x="432" y="1"/>
                  <a:pt x="33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99" name="Google Shape;2779;p14"/>
          <p:cNvSpPr/>
          <p:nvPr/>
        </p:nvSpPr>
        <p:spPr>
          <a:xfrm>
            <a:off x="3209760" y="4047840"/>
            <a:ext cx="29520" cy="37800"/>
          </a:xfrm>
          <a:custGeom>
            <a:avLst/>
            <a:gdLst>
              <a:gd name="textAreaLeft" fmla="*/ 0 w 29520"/>
              <a:gd name="textAreaRight" fmla="*/ 29880 w 2952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604" h="2048">
                <a:moveTo>
                  <a:pt x="102" y="1"/>
                </a:moveTo>
                <a:cubicBezTo>
                  <a:pt x="68" y="35"/>
                  <a:pt x="34" y="137"/>
                  <a:pt x="0" y="239"/>
                </a:cubicBezTo>
                <a:cubicBezTo>
                  <a:pt x="0" y="239"/>
                  <a:pt x="0" y="274"/>
                  <a:pt x="0" y="274"/>
                </a:cubicBezTo>
                <a:cubicBezTo>
                  <a:pt x="205" y="922"/>
                  <a:pt x="580" y="1502"/>
                  <a:pt x="1092" y="1946"/>
                </a:cubicBezTo>
                <a:cubicBezTo>
                  <a:pt x="1126" y="1980"/>
                  <a:pt x="1194" y="2014"/>
                  <a:pt x="1263" y="2048"/>
                </a:cubicBezTo>
                <a:cubicBezTo>
                  <a:pt x="1467" y="2048"/>
                  <a:pt x="1604" y="1843"/>
                  <a:pt x="1501" y="1707"/>
                </a:cubicBezTo>
                <a:cubicBezTo>
                  <a:pt x="1365" y="1536"/>
                  <a:pt x="1297" y="1502"/>
                  <a:pt x="1228" y="1365"/>
                </a:cubicBezTo>
                <a:cubicBezTo>
                  <a:pt x="990" y="1024"/>
                  <a:pt x="785" y="683"/>
                  <a:pt x="580" y="342"/>
                </a:cubicBezTo>
                <a:cubicBezTo>
                  <a:pt x="512" y="239"/>
                  <a:pt x="512" y="103"/>
                  <a:pt x="410" y="69"/>
                </a:cubicBezTo>
                <a:cubicBezTo>
                  <a:pt x="307" y="1"/>
                  <a:pt x="205" y="1"/>
                  <a:pt x="10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0" name="Google Shape;2780;p14"/>
          <p:cNvSpPr/>
          <p:nvPr/>
        </p:nvSpPr>
        <p:spPr>
          <a:xfrm>
            <a:off x="3347640" y="4016880"/>
            <a:ext cx="23040" cy="32760"/>
          </a:xfrm>
          <a:custGeom>
            <a:avLst/>
            <a:gdLst>
              <a:gd name="textAreaLeft" fmla="*/ 0 w 23040"/>
              <a:gd name="textAreaRight" fmla="*/ 23400 w 2304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64" h="1778">
                <a:moveTo>
                  <a:pt x="274" y="1"/>
                </a:moveTo>
                <a:cubicBezTo>
                  <a:pt x="243" y="1"/>
                  <a:pt x="209" y="8"/>
                  <a:pt x="171" y="23"/>
                </a:cubicBezTo>
                <a:cubicBezTo>
                  <a:pt x="137" y="57"/>
                  <a:pt x="69" y="159"/>
                  <a:pt x="1" y="261"/>
                </a:cubicBezTo>
                <a:cubicBezTo>
                  <a:pt x="240" y="773"/>
                  <a:pt x="410" y="1319"/>
                  <a:pt x="854" y="1729"/>
                </a:cubicBezTo>
                <a:cubicBezTo>
                  <a:pt x="926" y="1753"/>
                  <a:pt x="1016" y="1777"/>
                  <a:pt x="1098" y="1777"/>
                </a:cubicBezTo>
                <a:cubicBezTo>
                  <a:pt x="1132" y="1777"/>
                  <a:pt x="1165" y="1773"/>
                  <a:pt x="1195" y="1763"/>
                </a:cubicBezTo>
                <a:cubicBezTo>
                  <a:pt x="1263" y="1661"/>
                  <a:pt x="1263" y="1558"/>
                  <a:pt x="1229" y="1456"/>
                </a:cubicBezTo>
                <a:cubicBezTo>
                  <a:pt x="1024" y="1012"/>
                  <a:pt x="751" y="603"/>
                  <a:pt x="513" y="193"/>
                </a:cubicBezTo>
                <a:cubicBezTo>
                  <a:pt x="459" y="87"/>
                  <a:pt x="385" y="1"/>
                  <a:pt x="27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1" name="Google Shape;2781;p14"/>
          <p:cNvSpPr/>
          <p:nvPr/>
        </p:nvSpPr>
        <p:spPr>
          <a:xfrm>
            <a:off x="3417840" y="4047840"/>
            <a:ext cx="23040" cy="33120"/>
          </a:xfrm>
          <a:custGeom>
            <a:avLst/>
            <a:gdLst>
              <a:gd name="textAreaLeft" fmla="*/ 0 w 23040"/>
              <a:gd name="textAreaRight" fmla="*/ 23400 w 2304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3" h="1797">
                <a:moveTo>
                  <a:pt x="171" y="1"/>
                </a:moveTo>
                <a:cubicBezTo>
                  <a:pt x="103" y="35"/>
                  <a:pt x="34" y="171"/>
                  <a:pt x="0" y="205"/>
                </a:cubicBezTo>
                <a:cubicBezTo>
                  <a:pt x="0" y="308"/>
                  <a:pt x="34" y="376"/>
                  <a:pt x="69" y="478"/>
                </a:cubicBezTo>
                <a:lnTo>
                  <a:pt x="683" y="1604"/>
                </a:lnTo>
                <a:cubicBezTo>
                  <a:pt x="763" y="1711"/>
                  <a:pt x="843" y="1797"/>
                  <a:pt x="955" y="1797"/>
                </a:cubicBezTo>
                <a:cubicBezTo>
                  <a:pt x="987" y="1797"/>
                  <a:pt x="1021" y="1790"/>
                  <a:pt x="1058" y="1775"/>
                </a:cubicBezTo>
                <a:cubicBezTo>
                  <a:pt x="1263" y="1707"/>
                  <a:pt x="1263" y="1536"/>
                  <a:pt x="1160" y="1400"/>
                </a:cubicBezTo>
                <a:cubicBezTo>
                  <a:pt x="956" y="956"/>
                  <a:pt x="717" y="547"/>
                  <a:pt x="444" y="103"/>
                </a:cubicBezTo>
                <a:cubicBezTo>
                  <a:pt x="376" y="35"/>
                  <a:pt x="273" y="1"/>
                  <a:pt x="17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2" name="Google Shape;2782;p14"/>
          <p:cNvSpPr/>
          <p:nvPr/>
        </p:nvSpPr>
        <p:spPr>
          <a:xfrm>
            <a:off x="3061800" y="4344840"/>
            <a:ext cx="30960" cy="25560"/>
          </a:xfrm>
          <a:custGeom>
            <a:avLst/>
            <a:gdLst>
              <a:gd name="textAreaLeft" fmla="*/ 0 w 30960"/>
              <a:gd name="textAreaRight" fmla="*/ 31320 w 3096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1673" h="1398">
                <a:moveTo>
                  <a:pt x="217" y="1"/>
                </a:moveTo>
                <a:cubicBezTo>
                  <a:pt x="106" y="1"/>
                  <a:pt x="0" y="93"/>
                  <a:pt x="0" y="227"/>
                </a:cubicBezTo>
                <a:cubicBezTo>
                  <a:pt x="35" y="295"/>
                  <a:pt x="35" y="329"/>
                  <a:pt x="103" y="398"/>
                </a:cubicBezTo>
                <a:cubicBezTo>
                  <a:pt x="376" y="670"/>
                  <a:pt x="683" y="943"/>
                  <a:pt x="956" y="1251"/>
                </a:cubicBezTo>
                <a:cubicBezTo>
                  <a:pt x="990" y="1285"/>
                  <a:pt x="1024" y="1285"/>
                  <a:pt x="1092" y="1319"/>
                </a:cubicBezTo>
                <a:cubicBezTo>
                  <a:pt x="1171" y="1358"/>
                  <a:pt x="1273" y="1398"/>
                  <a:pt x="1371" y="1398"/>
                </a:cubicBezTo>
                <a:cubicBezTo>
                  <a:pt x="1442" y="1398"/>
                  <a:pt x="1512" y="1377"/>
                  <a:pt x="1570" y="1319"/>
                </a:cubicBezTo>
                <a:cubicBezTo>
                  <a:pt x="1672" y="1148"/>
                  <a:pt x="1536" y="1012"/>
                  <a:pt x="1399" y="909"/>
                </a:cubicBezTo>
                <a:cubicBezTo>
                  <a:pt x="1092" y="670"/>
                  <a:pt x="853" y="432"/>
                  <a:pt x="580" y="193"/>
                </a:cubicBezTo>
                <a:cubicBezTo>
                  <a:pt x="512" y="125"/>
                  <a:pt x="410" y="56"/>
                  <a:pt x="308" y="22"/>
                </a:cubicBezTo>
                <a:cubicBezTo>
                  <a:pt x="278" y="8"/>
                  <a:pt x="248" y="1"/>
                  <a:pt x="21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3" name="Google Shape;2783;p14"/>
          <p:cNvSpPr/>
          <p:nvPr/>
        </p:nvSpPr>
        <p:spPr>
          <a:xfrm>
            <a:off x="3234600" y="3997800"/>
            <a:ext cx="21960" cy="29520"/>
          </a:xfrm>
          <a:custGeom>
            <a:avLst/>
            <a:gdLst>
              <a:gd name="textAreaLeft" fmla="*/ 0 w 21960"/>
              <a:gd name="textAreaRight" fmla="*/ 22320 w 21960"/>
              <a:gd name="textAreaTop" fmla="*/ 0 h 29520"/>
              <a:gd name="textAreaBottom" fmla="*/ 29880 h 29520"/>
            </a:gdLst>
            <a:ahLst/>
            <a:cxnLst/>
            <a:rect l="textAreaLeft" t="textAreaTop" r="textAreaRight" b="textAreaBottom"/>
            <a:pathLst>
              <a:path w="1196" h="1598">
                <a:moveTo>
                  <a:pt x="324" y="1"/>
                </a:moveTo>
                <a:cubicBezTo>
                  <a:pt x="299" y="1"/>
                  <a:pt x="271" y="6"/>
                  <a:pt x="240" y="19"/>
                </a:cubicBezTo>
                <a:cubicBezTo>
                  <a:pt x="69" y="53"/>
                  <a:pt x="69" y="190"/>
                  <a:pt x="1" y="258"/>
                </a:cubicBezTo>
                <a:cubicBezTo>
                  <a:pt x="69" y="633"/>
                  <a:pt x="206" y="1009"/>
                  <a:pt x="479" y="1316"/>
                </a:cubicBezTo>
                <a:cubicBezTo>
                  <a:pt x="581" y="1452"/>
                  <a:pt x="717" y="1520"/>
                  <a:pt x="854" y="1589"/>
                </a:cubicBezTo>
                <a:cubicBezTo>
                  <a:pt x="873" y="1595"/>
                  <a:pt x="894" y="1598"/>
                  <a:pt x="916" y="1598"/>
                </a:cubicBezTo>
                <a:cubicBezTo>
                  <a:pt x="1007" y="1598"/>
                  <a:pt x="1112" y="1548"/>
                  <a:pt x="1195" y="1520"/>
                </a:cubicBezTo>
                <a:cubicBezTo>
                  <a:pt x="1195" y="1418"/>
                  <a:pt x="1195" y="1281"/>
                  <a:pt x="1127" y="1213"/>
                </a:cubicBezTo>
                <a:cubicBezTo>
                  <a:pt x="786" y="1009"/>
                  <a:pt x="581" y="667"/>
                  <a:pt x="547" y="326"/>
                </a:cubicBezTo>
                <a:cubicBezTo>
                  <a:pt x="513" y="292"/>
                  <a:pt x="513" y="258"/>
                  <a:pt x="547" y="224"/>
                </a:cubicBezTo>
                <a:cubicBezTo>
                  <a:pt x="491" y="112"/>
                  <a:pt x="435" y="1"/>
                  <a:pt x="32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4" name="Google Shape;2784;p14"/>
          <p:cNvSpPr/>
          <p:nvPr/>
        </p:nvSpPr>
        <p:spPr>
          <a:xfrm>
            <a:off x="3303360" y="4016880"/>
            <a:ext cx="19440" cy="26640"/>
          </a:xfrm>
          <a:custGeom>
            <a:avLst/>
            <a:gdLst>
              <a:gd name="textAreaLeft" fmla="*/ 0 w 19440"/>
              <a:gd name="textAreaRight" fmla="*/ 19800 w 19440"/>
              <a:gd name="textAreaTop" fmla="*/ 0 h 26640"/>
              <a:gd name="textAreaBottom" fmla="*/ 27000 h 26640"/>
            </a:gdLst>
            <a:ahLst/>
            <a:cxnLst/>
            <a:rect l="textAreaLeft" t="textAreaTop" r="textAreaRight" b="textAreaBottom"/>
            <a:pathLst>
              <a:path w="1058" h="1452">
                <a:moveTo>
                  <a:pt x="292" y="0"/>
                </a:moveTo>
                <a:cubicBezTo>
                  <a:pt x="265" y="0"/>
                  <a:pt x="236" y="6"/>
                  <a:pt x="205" y="19"/>
                </a:cubicBezTo>
                <a:cubicBezTo>
                  <a:pt x="68" y="87"/>
                  <a:pt x="68" y="189"/>
                  <a:pt x="0" y="257"/>
                </a:cubicBezTo>
                <a:cubicBezTo>
                  <a:pt x="68" y="530"/>
                  <a:pt x="137" y="803"/>
                  <a:pt x="273" y="1042"/>
                </a:cubicBezTo>
                <a:cubicBezTo>
                  <a:pt x="410" y="1213"/>
                  <a:pt x="546" y="1349"/>
                  <a:pt x="751" y="1452"/>
                </a:cubicBezTo>
                <a:cubicBezTo>
                  <a:pt x="819" y="1452"/>
                  <a:pt x="921" y="1452"/>
                  <a:pt x="990" y="1384"/>
                </a:cubicBezTo>
                <a:cubicBezTo>
                  <a:pt x="1058" y="1349"/>
                  <a:pt x="1058" y="1179"/>
                  <a:pt x="1024" y="1145"/>
                </a:cubicBezTo>
                <a:cubicBezTo>
                  <a:pt x="751" y="906"/>
                  <a:pt x="580" y="565"/>
                  <a:pt x="546" y="223"/>
                </a:cubicBezTo>
                <a:cubicBezTo>
                  <a:pt x="490" y="112"/>
                  <a:pt x="412" y="0"/>
                  <a:pt x="29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320" bIns="13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5" name="Google Shape;2785;p14"/>
          <p:cNvSpPr/>
          <p:nvPr/>
        </p:nvSpPr>
        <p:spPr>
          <a:xfrm>
            <a:off x="3114000" y="4449960"/>
            <a:ext cx="24840" cy="16560"/>
          </a:xfrm>
          <a:custGeom>
            <a:avLst/>
            <a:gdLst>
              <a:gd name="textAreaLeft" fmla="*/ 0 w 24840"/>
              <a:gd name="textAreaRight" fmla="*/ 25200 w 2484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1362" h="912">
                <a:moveTo>
                  <a:pt x="310" y="0"/>
                </a:moveTo>
                <a:cubicBezTo>
                  <a:pt x="134" y="0"/>
                  <a:pt x="0" y="129"/>
                  <a:pt x="31" y="313"/>
                </a:cubicBezTo>
                <a:cubicBezTo>
                  <a:pt x="65" y="381"/>
                  <a:pt x="133" y="449"/>
                  <a:pt x="235" y="483"/>
                </a:cubicBezTo>
                <a:cubicBezTo>
                  <a:pt x="440" y="586"/>
                  <a:pt x="645" y="688"/>
                  <a:pt x="850" y="790"/>
                </a:cubicBezTo>
                <a:cubicBezTo>
                  <a:pt x="945" y="867"/>
                  <a:pt x="1009" y="911"/>
                  <a:pt x="1070" y="911"/>
                </a:cubicBezTo>
                <a:cubicBezTo>
                  <a:pt x="1118" y="911"/>
                  <a:pt x="1165" y="884"/>
                  <a:pt x="1225" y="824"/>
                </a:cubicBezTo>
                <a:cubicBezTo>
                  <a:pt x="1361" y="722"/>
                  <a:pt x="1293" y="586"/>
                  <a:pt x="1225" y="483"/>
                </a:cubicBezTo>
                <a:cubicBezTo>
                  <a:pt x="1020" y="210"/>
                  <a:pt x="713" y="40"/>
                  <a:pt x="372" y="5"/>
                </a:cubicBezTo>
                <a:cubicBezTo>
                  <a:pt x="351" y="2"/>
                  <a:pt x="330" y="0"/>
                  <a:pt x="3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6" name="Google Shape;2786;p14"/>
          <p:cNvSpPr/>
          <p:nvPr/>
        </p:nvSpPr>
        <p:spPr>
          <a:xfrm>
            <a:off x="3358080" y="4251960"/>
            <a:ext cx="12960" cy="16560"/>
          </a:xfrm>
          <a:custGeom>
            <a:avLst/>
            <a:gdLst>
              <a:gd name="textAreaLeft" fmla="*/ 0 w 12960"/>
              <a:gd name="textAreaRight" fmla="*/ 13320 w 12960"/>
              <a:gd name="textAreaTop" fmla="*/ 0 h 16560"/>
              <a:gd name="textAreaBottom" fmla="*/ 16920 h 16560"/>
            </a:gdLst>
            <a:ahLst/>
            <a:cxnLst/>
            <a:rect l="textAreaLeft" t="textAreaTop" r="textAreaRight" b="textAreaBottom"/>
            <a:pathLst>
              <a:path w="718" h="910">
                <a:moveTo>
                  <a:pt x="324" y="0"/>
                </a:moveTo>
                <a:cubicBezTo>
                  <a:pt x="298" y="0"/>
                  <a:pt x="270" y="7"/>
                  <a:pt x="240" y="22"/>
                </a:cubicBezTo>
                <a:cubicBezTo>
                  <a:pt x="137" y="56"/>
                  <a:pt x="69" y="193"/>
                  <a:pt x="1" y="295"/>
                </a:cubicBezTo>
                <a:cubicBezTo>
                  <a:pt x="69" y="466"/>
                  <a:pt x="171" y="636"/>
                  <a:pt x="274" y="807"/>
                </a:cubicBezTo>
                <a:cubicBezTo>
                  <a:pt x="342" y="875"/>
                  <a:pt x="513" y="875"/>
                  <a:pt x="615" y="909"/>
                </a:cubicBezTo>
                <a:cubicBezTo>
                  <a:pt x="649" y="841"/>
                  <a:pt x="683" y="739"/>
                  <a:pt x="717" y="602"/>
                </a:cubicBezTo>
                <a:cubicBezTo>
                  <a:pt x="683" y="466"/>
                  <a:pt x="615" y="329"/>
                  <a:pt x="547" y="193"/>
                </a:cubicBezTo>
                <a:cubicBezTo>
                  <a:pt x="493" y="86"/>
                  <a:pt x="419" y="0"/>
                  <a:pt x="3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7" name="Google Shape;2787;p14"/>
          <p:cNvSpPr/>
          <p:nvPr/>
        </p:nvSpPr>
        <p:spPr>
          <a:xfrm>
            <a:off x="3281760" y="3983400"/>
            <a:ext cx="9000" cy="11160"/>
          </a:xfrm>
          <a:custGeom>
            <a:avLst/>
            <a:gdLst>
              <a:gd name="textAreaLeft" fmla="*/ 0 w 9000"/>
              <a:gd name="textAreaRight" fmla="*/ 9360 w 9000"/>
              <a:gd name="textAreaTop" fmla="*/ 0 h 11160"/>
              <a:gd name="textAreaBottom" fmla="*/ 11520 h 11160"/>
            </a:gdLst>
            <a:ahLst/>
            <a:cxnLst/>
            <a:rect l="textAreaLeft" t="textAreaTop" r="textAreaRight" b="textAreaBottom"/>
            <a:pathLst>
              <a:path w="510" h="621">
                <a:moveTo>
                  <a:pt x="258" y="1"/>
                </a:moveTo>
                <a:cubicBezTo>
                  <a:pt x="241" y="1"/>
                  <a:pt x="224" y="3"/>
                  <a:pt x="206" y="6"/>
                </a:cubicBezTo>
                <a:cubicBezTo>
                  <a:pt x="137" y="6"/>
                  <a:pt x="1" y="143"/>
                  <a:pt x="1" y="177"/>
                </a:cubicBezTo>
                <a:cubicBezTo>
                  <a:pt x="69" y="347"/>
                  <a:pt x="137" y="484"/>
                  <a:pt x="240" y="620"/>
                </a:cubicBezTo>
                <a:cubicBezTo>
                  <a:pt x="342" y="450"/>
                  <a:pt x="445" y="347"/>
                  <a:pt x="479" y="279"/>
                </a:cubicBezTo>
                <a:cubicBezTo>
                  <a:pt x="509" y="126"/>
                  <a:pt x="403" y="1"/>
                  <a:pt x="2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760" bIns="5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8" name="Google Shape;2788;p14"/>
          <p:cNvSpPr/>
          <p:nvPr/>
        </p:nvSpPr>
        <p:spPr>
          <a:xfrm>
            <a:off x="2836800" y="2096640"/>
            <a:ext cx="154080" cy="305640"/>
          </a:xfrm>
          <a:custGeom>
            <a:avLst/>
            <a:gdLst>
              <a:gd name="textAreaLeft" fmla="*/ 0 w 154080"/>
              <a:gd name="textAreaRight" fmla="*/ 154440 w 154080"/>
              <a:gd name="textAreaTop" fmla="*/ 0 h 305640"/>
              <a:gd name="textAreaBottom" fmla="*/ 306000 h 30564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09" name="Google Shape;2789;p14"/>
          <p:cNvSpPr/>
          <p:nvPr/>
        </p:nvSpPr>
        <p:spPr>
          <a:xfrm>
            <a:off x="415080" y="2191680"/>
            <a:ext cx="154080" cy="305280"/>
          </a:xfrm>
          <a:custGeom>
            <a:avLst/>
            <a:gdLst>
              <a:gd name="textAreaLeft" fmla="*/ 0 w 154080"/>
              <a:gd name="textAreaRight" fmla="*/ 154440 w 154080"/>
              <a:gd name="textAreaTop" fmla="*/ 0 h 305280"/>
              <a:gd name="textAreaBottom" fmla="*/ 305640 h 30528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0" name="Google Shape;2790;p14"/>
          <p:cNvSpPr/>
          <p:nvPr/>
        </p:nvSpPr>
        <p:spPr>
          <a:xfrm>
            <a:off x="2566800" y="707040"/>
            <a:ext cx="89280" cy="147600"/>
          </a:xfrm>
          <a:custGeom>
            <a:avLst/>
            <a:gdLst>
              <a:gd name="textAreaLeft" fmla="*/ 0 w 89280"/>
              <a:gd name="textAreaRight" fmla="*/ 89640 w 89280"/>
              <a:gd name="textAreaTop" fmla="*/ 0 h 147600"/>
              <a:gd name="textAreaBottom" fmla="*/ 147960 h 14760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3800" bIns="73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1" name="Google Shape;2791;p14"/>
          <p:cNvSpPr/>
          <p:nvPr/>
        </p:nvSpPr>
        <p:spPr>
          <a:xfrm>
            <a:off x="1145160" y="2293920"/>
            <a:ext cx="89280" cy="147600"/>
          </a:xfrm>
          <a:custGeom>
            <a:avLst/>
            <a:gdLst>
              <a:gd name="textAreaLeft" fmla="*/ 0 w 89280"/>
              <a:gd name="textAreaRight" fmla="*/ 89640 w 89280"/>
              <a:gd name="textAreaTop" fmla="*/ 0 h 147600"/>
              <a:gd name="textAreaBottom" fmla="*/ 147960 h 14760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3800" bIns="73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2" name="Google Shape;2792;p14"/>
          <p:cNvSpPr/>
          <p:nvPr/>
        </p:nvSpPr>
        <p:spPr>
          <a:xfrm>
            <a:off x="2624760" y="4722840"/>
            <a:ext cx="369000" cy="417960"/>
          </a:xfrm>
          <a:custGeom>
            <a:avLst/>
            <a:gdLst>
              <a:gd name="textAreaLeft" fmla="*/ 0 w 369000"/>
              <a:gd name="textAreaRight" fmla="*/ 369360 w 369000"/>
              <a:gd name="textAreaTop" fmla="*/ 0 h 417960"/>
              <a:gd name="textAreaBottom" fmla="*/ 418320 h 417960"/>
            </a:gdLst>
            <a:ahLst/>
            <a:cxnLst/>
            <a:rect l="textAreaLeft" t="textAreaTop" r="textAreaRight" b="textAreaBottom"/>
            <a:pathLst>
              <a:path w="19827" h="22459">
                <a:moveTo>
                  <a:pt x="9453" y="2279"/>
                </a:moveTo>
                <a:cubicBezTo>
                  <a:pt x="9112" y="2927"/>
                  <a:pt x="8702" y="3541"/>
                  <a:pt x="8190" y="4087"/>
                </a:cubicBezTo>
                <a:lnTo>
                  <a:pt x="8020" y="3916"/>
                </a:lnTo>
                <a:cubicBezTo>
                  <a:pt x="8429" y="3302"/>
                  <a:pt x="8907" y="2756"/>
                  <a:pt x="9453" y="2279"/>
                </a:cubicBezTo>
                <a:close/>
                <a:moveTo>
                  <a:pt x="12183" y="5827"/>
                </a:moveTo>
                <a:lnTo>
                  <a:pt x="12899" y="6817"/>
                </a:lnTo>
                <a:cubicBezTo>
                  <a:pt x="12831" y="6953"/>
                  <a:pt x="12797" y="7056"/>
                  <a:pt x="12763" y="7158"/>
                </a:cubicBezTo>
                <a:cubicBezTo>
                  <a:pt x="12524" y="7158"/>
                  <a:pt x="12387" y="7022"/>
                  <a:pt x="12353" y="6749"/>
                </a:cubicBezTo>
                <a:cubicBezTo>
                  <a:pt x="12285" y="6442"/>
                  <a:pt x="12217" y="6134"/>
                  <a:pt x="12183" y="5827"/>
                </a:cubicBezTo>
                <a:close/>
                <a:moveTo>
                  <a:pt x="6416" y="7533"/>
                </a:moveTo>
                <a:lnTo>
                  <a:pt x="6416" y="7602"/>
                </a:lnTo>
                <a:lnTo>
                  <a:pt x="6143" y="7704"/>
                </a:lnTo>
                <a:lnTo>
                  <a:pt x="6416" y="7533"/>
                </a:lnTo>
                <a:close/>
                <a:moveTo>
                  <a:pt x="10920" y="6783"/>
                </a:moveTo>
                <a:cubicBezTo>
                  <a:pt x="11057" y="7226"/>
                  <a:pt x="11193" y="7670"/>
                  <a:pt x="11330" y="8148"/>
                </a:cubicBezTo>
                <a:cubicBezTo>
                  <a:pt x="11022" y="7875"/>
                  <a:pt x="10886" y="7499"/>
                  <a:pt x="10886" y="6817"/>
                </a:cubicBezTo>
                <a:lnTo>
                  <a:pt x="10920" y="6783"/>
                </a:lnTo>
                <a:close/>
                <a:moveTo>
                  <a:pt x="14878" y="8079"/>
                </a:moveTo>
                <a:lnTo>
                  <a:pt x="15220" y="8284"/>
                </a:lnTo>
                <a:cubicBezTo>
                  <a:pt x="15168" y="8310"/>
                  <a:pt x="15126" y="8320"/>
                  <a:pt x="15089" y="8320"/>
                </a:cubicBezTo>
                <a:cubicBezTo>
                  <a:pt x="14979" y="8320"/>
                  <a:pt x="14921" y="8224"/>
                  <a:pt x="14844" y="8148"/>
                </a:cubicBezTo>
                <a:lnTo>
                  <a:pt x="14878" y="8079"/>
                </a:lnTo>
                <a:close/>
                <a:moveTo>
                  <a:pt x="6143" y="7704"/>
                </a:moveTo>
                <a:lnTo>
                  <a:pt x="6143" y="7704"/>
                </a:lnTo>
                <a:cubicBezTo>
                  <a:pt x="6109" y="7738"/>
                  <a:pt x="6075" y="7806"/>
                  <a:pt x="6075" y="7806"/>
                </a:cubicBezTo>
                <a:cubicBezTo>
                  <a:pt x="5699" y="7977"/>
                  <a:pt x="5324" y="8182"/>
                  <a:pt x="4949" y="8352"/>
                </a:cubicBezTo>
                <a:cubicBezTo>
                  <a:pt x="4901" y="8384"/>
                  <a:pt x="4846" y="8408"/>
                  <a:pt x="4791" y="8408"/>
                </a:cubicBezTo>
                <a:cubicBezTo>
                  <a:pt x="4727" y="8408"/>
                  <a:pt x="4662" y="8376"/>
                  <a:pt x="4607" y="8284"/>
                </a:cubicBezTo>
                <a:lnTo>
                  <a:pt x="6143" y="7704"/>
                </a:lnTo>
                <a:close/>
                <a:moveTo>
                  <a:pt x="7269" y="8318"/>
                </a:moveTo>
                <a:lnTo>
                  <a:pt x="7337" y="8387"/>
                </a:lnTo>
                <a:cubicBezTo>
                  <a:pt x="7201" y="8625"/>
                  <a:pt x="7098" y="8830"/>
                  <a:pt x="6962" y="9137"/>
                </a:cubicBezTo>
                <a:lnTo>
                  <a:pt x="6859" y="8591"/>
                </a:lnTo>
                <a:lnTo>
                  <a:pt x="7269" y="8318"/>
                </a:lnTo>
                <a:close/>
                <a:moveTo>
                  <a:pt x="11910" y="3507"/>
                </a:moveTo>
                <a:cubicBezTo>
                  <a:pt x="12729" y="4804"/>
                  <a:pt x="13684" y="5964"/>
                  <a:pt x="14503" y="7295"/>
                </a:cubicBezTo>
                <a:cubicBezTo>
                  <a:pt x="14481" y="7297"/>
                  <a:pt x="14458" y="7298"/>
                  <a:pt x="14436" y="7298"/>
                </a:cubicBezTo>
                <a:cubicBezTo>
                  <a:pt x="14152" y="7298"/>
                  <a:pt x="13884" y="7102"/>
                  <a:pt x="13821" y="6817"/>
                </a:cubicBezTo>
                <a:cubicBezTo>
                  <a:pt x="13752" y="6612"/>
                  <a:pt x="13684" y="6407"/>
                  <a:pt x="13582" y="6203"/>
                </a:cubicBezTo>
                <a:cubicBezTo>
                  <a:pt x="13552" y="6144"/>
                  <a:pt x="13497" y="6059"/>
                  <a:pt x="13439" y="6059"/>
                </a:cubicBezTo>
                <a:cubicBezTo>
                  <a:pt x="13430" y="6059"/>
                  <a:pt x="13420" y="6062"/>
                  <a:pt x="13411" y="6066"/>
                </a:cubicBezTo>
                <a:cubicBezTo>
                  <a:pt x="13343" y="6066"/>
                  <a:pt x="13275" y="6203"/>
                  <a:pt x="13240" y="6271"/>
                </a:cubicBezTo>
                <a:cubicBezTo>
                  <a:pt x="13240" y="6407"/>
                  <a:pt x="13240" y="6510"/>
                  <a:pt x="13275" y="6612"/>
                </a:cubicBezTo>
                <a:cubicBezTo>
                  <a:pt x="13548" y="7431"/>
                  <a:pt x="14059" y="8182"/>
                  <a:pt x="14776" y="8728"/>
                </a:cubicBezTo>
                <a:lnTo>
                  <a:pt x="14844" y="8796"/>
                </a:lnTo>
                <a:cubicBezTo>
                  <a:pt x="14968" y="8865"/>
                  <a:pt x="15047" y="8906"/>
                  <a:pt x="15109" y="8906"/>
                </a:cubicBezTo>
                <a:cubicBezTo>
                  <a:pt x="15201" y="8906"/>
                  <a:pt x="15254" y="8816"/>
                  <a:pt x="15356" y="8591"/>
                </a:cubicBezTo>
                <a:lnTo>
                  <a:pt x="15493" y="8796"/>
                </a:lnTo>
                <a:cubicBezTo>
                  <a:pt x="15254" y="8898"/>
                  <a:pt x="15186" y="9069"/>
                  <a:pt x="15288" y="9376"/>
                </a:cubicBezTo>
                <a:cubicBezTo>
                  <a:pt x="15261" y="9381"/>
                  <a:pt x="15235" y="9383"/>
                  <a:pt x="15209" y="9383"/>
                </a:cubicBezTo>
                <a:cubicBezTo>
                  <a:pt x="15031" y="9383"/>
                  <a:pt x="14861" y="9286"/>
                  <a:pt x="14742" y="9137"/>
                </a:cubicBezTo>
                <a:cubicBezTo>
                  <a:pt x="14196" y="8625"/>
                  <a:pt x="13718" y="8011"/>
                  <a:pt x="13309" y="7363"/>
                </a:cubicBezTo>
                <a:cubicBezTo>
                  <a:pt x="13138" y="7192"/>
                  <a:pt x="13104" y="6953"/>
                  <a:pt x="13206" y="6749"/>
                </a:cubicBezTo>
                <a:cubicBezTo>
                  <a:pt x="13240" y="6680"/>
                  <a:pt x="13206" y="6510"/>
                  <a:pt x="13138" y="6407"/>
                </a:cubicBezTo>
                <a:cubicBezTo>
                  <a:pt x="13036" y="6237"/>
                  <a:pt x="12899" y="6032"/>
                  <a:pt x="12763" y="5861"/>
                </a:cubicBezTo>
                <a:cubicBezTo>
                  <a:pt x="12353" y="5247"/>
                  <a:pt x="12080" y="4599"/>
                  <a:pt x="11876" y="3882"/>
                </a:cubicBezTo>
                <a:cubicBezTo>
                  <a:pt x="11876" y="3780"/>
                  <a:pt x="11841" y="3678"/>
                  <a:pt x="11841" y="3575"/>
                </a:cubicBezTo>
                <a:lnTo>
                  <a:pt x="11910" y="3507"/>
                </a:lnTo>
                <a:close/>
                <a:moveTo>
                  <a:pt x="15731" y="9103"/>
                </a:moveTo>
                <a:lnTo>
                  <a:pt x="16039" y="9581"/>
                </a:lnTo>
                <a:cubicBezTo>
                  <a:pt x="15800" y="9479"/>
                  <a:pt x="15800" y="9479"/>
                  <a:pt x="15731" y="9103"/>
                </a:cubicBezTo>
                <a:close/>
                <a:moveTo>
                  <a:pt x="10647" y="3575"/>
                </a:moveTo>
                <a:cubicBezTo>
                  <a:pt x="10681" y="4019"/>
                  <a:pt x="10681" y="4394"/>
                  <a:pt x="10715" y="4872"/>
                </a:cubicBezTo>
                <a:cubicBezTo>
                  <a:pt x="10442" y="4906"/>
                  <a:pt x="10442" y="5179"/>
                  <a:pt x="10442" y="5452"/>
                </a:cubicBezTo>
                <a:cubicBezTo>
                  <a:pt x="10408" y="6134"/>
                  <a:pt x="10442" y="6817"/>
                  <a:pt x="10545" y="7499"/>
                </a:cubicBezTo>
                <a:cubicBezTo>
                  <a:pt x="10579" y="7602"/>
                  <a:pt x="10579" y="7670"/>
                  <a:pt x="10545" y="7772"/>
                </a:cubicBezTo>
                <a:cubicBezTo>
                  <a:pt x="10408" y="8352"/>
                  <a:pt x="10442" y="9001"/>
                  <a:pt x="10613" y="9581"/>
                </a:cubicBezTo>
                <a:cubicBezTo>
                  <a:pt x="10681" y="10059"/>
                  <a:pt x="10647" y="10536"/>
                  <a:pt x="10545" y="11014"/>
                </a:cubicBezTo>
                <a:cubicBezTo>
                  <a:pt x="10545" y="11082"/>
                  <a:pt x="10477" y="11151"/>
                  <a:pt x="10442" y="11219"/>
                </a:cubicBezTo>
                <a:cubicBezTo>
                  <a:pt x="10283" y="11095"/>
                  <a:pt x="10206" y="11035"/>
                  <a:pt x="10141" y="11035"/>
                </a:cubicBezTo>
                <a:cubicBezTo>
                  <a:pt x="10080" y="11035"/>
                  <a:pt x="10029" y="11086"/>
                  <a:pt x="9931" y="11185"/>
                </a:cubicBezTo>
                <a:cubicBezTo>
                  <a:pt x="9828" y="10878"/>
                  <a:pt x="9760" y="10570"/>
                  <a:pt x="9794" y="10263"/>
                </a:cubicBezTo>
                <a:cubicBezTo>
                  <a:pt x="9862" y="9376"/>
                  <a:pt x="9931" y="8489"/>
                  <a:pt x="10033" y="7636"/>
                </a:cubicBezTo>
                <a:cubicBezTo>
                  <a:pt x="10101" y="7056"/>
                  <a:pt x="10204" y="6510"/>
                  <a:pt x="10272" y="5930"/>
                </a:cubicBezTo>
                <a:cubicBezTo>
                  <a:pt x="10306" y="5657"/>
                  <a:pt x="10306" y="5452"/>
                  <a:pt x="10101" y="5350"/>
                </a:cubicBezTo>
                <a:cubicBezTo>
                  <a:pt x="10272" y="4735"/>
                  <a:pt x="10408" y="4155"/>
                  <a:pt x="10579" y="3575"/>
                </a:cubicBezTo>
                <a:close/>
                <a:moveTo>
                  <a:pt x="9248" y="10673"/>
                </a:moveTo>
                <a:lnTo>
                  <a:pt x="9316" y="10707"/>
                </a:lnTo>
                <a:cubicBezTo>
                  <a:pt x="9316" y="11014"/>
                  <a:pt x="9316" y="11287"/>
                  <a:pt x="9248" y="11628"/>
                </a:cubicBezTo>
                <a:lnTo>
                  <a:pt x="9248" y="10673"/>
                </a:lnTo>
                <a:close/>
                <a:moveTo>
                  <a:pt x="12592" y="7738"/>
                </a:moveTo>
                <a:lnTo>
                  <a:pt x="12592" y="7738"/>
                </a:lnTo>
                <a:cubicBezTo>
                  <a:pt x="13070" y="7841"/>
                  <a:pt x="13070" y="7806"/>
                  <a:pt x="13582" y="8625"/>
                </a:cubicBezTo>
                <a:cubicBezTo>
                  <a:pt x="13548" y="8660"/>
                  <a:pt x="13513" y="8660"/>
                  <a:pt x="13479" y="8694"/>
                </a:cubicBezTo>
                <a:cubicBezTo>
                  <a:pt x="13309" y="8830"/>
                  <a:pt x="13309" y="9001"/>
                  <a:pt x="13479" y="9103"/>
                </a:cubicBezTo>
                <a:cubicBezTo>
                  <a:pt x="13616" y="9240"/>
                  <a:pt x="13786" y="9342"/>
                  <a:pt x="13957" y="9444"/>
                </a:cubicBezTo>
                <a:cubicBezTo>
                  <a:pt x="14128" y="9547"/>
                  <a:pt x="14332" y="9615"/>
                  <a:pt x="14537" y="9717"/>
                </a:cubicBezTo>
                <a:cubicBezTo>
                  <a:pt x="14981" y="9922"/>
                  <a:pt x="15356" y="10297"/>
                  <a:pt x="15493" y="10775"/>
                </a:cubicBezTo>
                <a:cubicBezTo>
                  <a:pt x="15595" y="11048"/>
                  <a:pt x="15697" y="11287"/>
                  <a:pt x="15834" y="11560"/>
                </a:cubicBezTo>
                <a:cubicBezTo>
                  <a:pt x="15643" y="11442"/>
                  <a:pt x="15534" y="11376"/>
                  <a:pt x="15464" y="11376"/>
                </a:cubicBezTo>
                <a:cubicBezTo>
                  <a:pt x="15371" y="11376"/>
                  <a:pt x="15346" y="11493"/>
                  <a:pt x="15288" y="11765"/>
                </a:cubicBezTo>
                <a:lnTo>
                  <a:pt x="14947" y="11935"/>
                </a:lnTo>
                <a:cubicBezTo>
                  <a:pt x="14810" y="11458"/>
                  <a:pt x="14708" y="10980"/>
                  <a:pt x="14571" y="10536"/>
                </a:cubicBezTo>
                <a:cubicBezTo>
                  <a:pt x="14537" y="10434"/>
                  <a:pt x="14503" y="10332"/>
                  <a:pt x="14469" y="10229"/>
                </a:cubicBezTo>
                <a:cubicBezTo>
                  <a:pt x="14435" y="10127"/>
                  <a:pt x="14332" y="10093"/>
                  <a:pt x="14264" y="10093"/>
                </a:cubicBezTo>
                <a:cubicBezTo>
                  <a:pt x="14196" y="10093"/>
                  <a:pt x="14128" y="10263"/>
                  <a:pt x="14128" y="10332"/>
                </a:cubicBezTo>
                <a:cubicBezTo>
                  <a:pt x="14162" y="10536"/>
                  <a:pt x="14196" y="10741"/>
                  <a:pt x="14230" y="10912"/>
                </a:cubicBezTo>
                <a:cubicBezTo>
                  <a:pt x="14264" y="10980"/>
                  <a:pt x="14264" y="11014"/>
                  <a:pt x="14264" y="11151"/>
                </a:cubicBezTo>
                <a:cubicBezTo>
                  <a:pt x="14025" y="10946"/>
                  <a:pt x="13855" y="10639"/>
                  <a:pt x="13786" y="10297"/>
                </a:cubicBezTo>
                <a:cubicBezTo>
                  <a:pt x="13724" y="10088"/>
                  <a:pt x="13699" y="10007"/>
                  <a:pt x="13619" y="10007"/>
                </a:cubicBezTo>
                <a:cubicBezTo>
                  <a:pt x="13569" y="10007"/>
                  <a:pt x="13496" y="10040"/>
                  <a:pt x="13377" y="10093"/>
                </a:cubicBezTo>
                <a:cubicBezTo>
                  <a:pt x="13036" y="9308"/>
                  <a:pt x="12797" y="8523"/>
                  <a:pt x="12592" y="7738"/>
                </a:cubicBezTo>
                <a:close/>
                <a:moveTo>
                  <a:pt x="9896" y="11492"/>
                </a:moveTo>
                <a:cubicBezTo>
                  <a:pt x="9828" y="11731"/>
                  <a:pt x="9794" y="11935"/>
                  <a:pt x="9726" y="12208"/>
                </a:cubicBezTo>
                <a:cubicBezTo>
                  <a:pt x="9658" y="11662"/>
                  <a:pt x="9658" y="11662"/>
                  <a:pt x="9862" y="11492"/>
                </a:cubicBezTo>
                <a:close/>
                <a:moveTo>
                  <a:pt x="5426" y="12072"/>
                </a:moveTo>
                <a:lnTo>
                  <a:pt x="5460" y="12140"/>
                </a:lnTo>
                <a:lnTo>
                  <a:pt x="5256" y="12515"/>
                </a:lnTo>
                <a:lnTo>
                  <a:pt x="5085" y="12379"/>
                </a:lnTo>
                <a:lnTo>
                  <a:pt x="5426" y="12072"/>
                </a:lnTo>
                <a:close/>
                <a:moveTo>
                  <a:pt x="8668" y="9240"/>
                </a:moveTo>
                <a:cubicBezTo>
                  <a:pt x="8600" y="9649"/>
                  <a:pt x="8497" y="10059"/>
                  <a:pt x="8395" y="10468"/>
                </a:cubicBezTo>
                <a:cubicBezTo>
                  <a:pt x="8327" y="10878"/>
                  <a:pt x="8224" y="11253"/>
                  <a:pt x="8020" y="11628"/>
                </a:cubicBezTo>
                <a:cubicBezTo>
                  <a:pt x="7781" y="11901"/>
                  <a:pt x="7815" y="12447"/>
                  <a:pt x="7405" y="12618"/>
                </a:cubicBezTo>
                <a:cubicBezTo>
                  <a:pt x="7376" y="12500"/>
                  <a:pt x="7372" y="12256"/>
                  <a:pt x="7241" y="12256"/>
                </a:cubicBezTo>
                <a:cubicBezTo>
                  <a:pt x="7219" y="12256"/>
                  <a:pt x="7195" y="12262"/>
                  <a:pt x="7167" y="12277"/>
                </a:cubicBezTo>
                <a:cubicBezTo>
                  <a:pt x="7064" y="12345"/>
                  <a:pt x="6962" y="12481"/>
                  <a:pt x="6859" y="12618"/>
                </a:cubicBezTo>
                <a:lnTo>
                  <a:pt x="6791" y="12584"/>
                </a:lnTo>
                <a:lnTo>
                  <a:pt x="7576" y="11048"/>
                </a:lnTo>
                <a:cubicBezTo>
                  <a:pt x="7576" y="11014"/>
                  <a:pt x="7610" y="10946"/>
                  <a:pt x="7644" y="10946"/>
                </a:cubicBezTo>
                <a:cubicBezTo>
                  <a:pt x="8054" y="10741"/>
                  <a:pt x="8190" y="10195"/>
                  <a:pt x="8395" y="9751"/>
                </a:cubicBezTo>
                <a:cubicBezTo>
                  <a:pt x="8463" y="9581"/>
                  <a:pt x="8566" y="9410"/>
                  <a:pt x="8668" y="9240"/>
                </a:cubicBezTo>
                <a:close/>
                <a:moveTo>
                  <a:pt x="7030" y="10980"/>
                </a:moveTo>
                <a:lnTo>
                  <a:pt x="7064" y="11048"/>
                </a:lnTo>
                <a:lnTo>
                  <a:pt x="6211" y="12686"/>
                </a:lnTo>
                <a:lnTo>
                  <a:pt x="5904" y="12311"/>
                </a:lnTo>
                <a:cubicBezTo>
                  <a:pt x="6006" y="12038"/>
                  <a:pt x="6109" y="11731"/>
                  <a:pt x="6416" y="11628"/>
                </a:cubicBezTo>
                <a:cubicBezTo>
                  <a:pt x="6552" y="11594"/>
                  <a:pt x="6621" y="11424"/>
                  <a:pt x="6723" y="11321"/>
                </a:cubicBezTo>
                <a:cubicBezTo>
                  <a:pt x="6825" y="11219"/>
                  <a:pt x="6928" y="11116"/>
                  <a:pt x="7030" y="10980"/>
                </a:cubicBezTo>
                <a:close/>
                <a:moveTo>
                  <a:pt x="15731" y="13027"/>
                </a:moveTo>
                <a:cubicBezTo>
                  <a:pt x="15834" y="13300"/>
                  <a:pt x="15936" y="13573"/>
                  <a:pt x="16039" y="13846"/>
                </a:cubicBezTo>
                <a:lnTo>
                  <a:pt x="15970" y="13880"/>
                </a:lnTo>
                <a:cubicBezTo>
                  <a:pt x="15868" y="13607"/>
                  <a:pt x="15766" y="13369"/>
                  <a:pt x="15663" y="13096"/>
                </a:cubicBezTo>
                <a:lnTo>
                  <a:pt x="15731" y="13027"/>
                </a:lnTo>
                <a:close/>
                <a:moveTo>
                  <a:pt x="4676" y="13471"/>
                </a:moveTo>
                <a:lnTo>
                  <a:pt x="4676" y="13471"/>
                </a:lnTo>
                <a:cubicBezTo>
                  <a:pt x="4573" y="13846"/>
                  <a:pt x="4403" y="14187"/>
                  <a:pt x="4061" y="14187"/>
                </a:cubicBezTo>
                <a:lnTo>
                  <a:pt x="4676" y="13471"/>
                </a:lnTo>
                <a:close/>
                <a:moveTo>
                  <a:pt x="5972" y="13198"/>
                </a:moveTo>
                <a:cubicBezTo>
                  <a:pt x="5631" y="14426"/>
                  <a:pt x="4846" y="14836"/>
                  <a:pt x="4198" y="15382"/>
                </a:cubicBezTo>
                <a:lnTo>
                  <a:pt x="4130" y="15279"/>
                </a:lnTo>
                <a:lnTo>
                  <a:pt x="5938" y="13198"/>
                </a:lnTo>
                <a:close/>
                <a:moveTo>
                  <a:pt x="11398" y="12379"/>
                </a:moveTo>
                <a:cubicBezTo>
                  <a:pt x="11603" y="12618"/>
                  <a:pt x="11773" y="12959"/>
                  <a:pt x="11773" y="13300"/>
                </a:cubicBezTo>
                <a:cubicBezTo>
                  <a:pt x="11841" y="14051"/>
                  <a:pt x="11944" y="14802"/>
                  <a:pt x="12046" y="15552"/>
                </a:cubicBezTo>
                <a:cubicBezTo>
                  <a:pt x="12080" y="15723"/>
                  <a:pt x="12114" y="15860"/>
                  <a:pt x="12149" y="15996"/>
                </a:cubicBezTo>
                <a:cubicBezTo>
                  <a:pt x="11705" y="15552"/>
                  <a:pt x="11432" y="14938"/>
                  <a:pt x="11398" y="14324"/>
                </a:cubicBezTo>
                <a:cubicBezTo>
                  <a:pt x="11330" y="13676"/>
                  <a:pt x="11159" y="13061"/>
                  <a:pt x="11398" y="12379"/>
                </a:cubicBezTo>
                <a:close/>
                <a:moveTo>
                  <a:pt x="4778" y="15928"/>
                </a:moveTo>
                <a:lnTo>
                  <a:pt x="4812" y="15996"/>
                </a:lnTo>
                <a:lnTo>
                  <a:pt x="4846" y="15996"/>
                </a:lnTo>
                <a:cubicBezTo>
                  <a:pt x="4710" y="16269"/>
                  <a:pt x="4607" y="16508"/>
                  <a:pt x="4471" y="16849"/>
                </a:cubicBezTo>
                <a:cubicBezTo>
                  <a:pt x="4403" y="16644"/>
                  <a:pt x="4369" y="16508"/>
                  <a:pt x="4334" y="16303"/>
                </a:cubicBezTo>
                <a:lnTo>
                  <a:pt x="4778" y="15928"/>
                </a:lnTo>
                <a:close/>
                <a:moveTo>
                  <a:pt x="7064" y="13027"/>
                </a:moveTo>
                <a:lnTo>
                  <a:pt x="7542" y="13266"/>
                </a:lnTo>
                <a:cubicBezTo>
                  <a:pt x="7371" y="13676"/>
                  <a:pt x="7235" y="14051"/>
                  <a:pt x="7098" y="14426"/>
                </a:cubicBezTo>
                <a:cubicBezTo>
                  <a:pt x="7063" y="14419"/>
                  <a:pt x="7028" y="14415"/>
                  <a:pt x="6992" y="14415"/>
                </a:cubicBezTo>
                <a:cubicBezTo>
                  <a:pt x="6716" y="14415"/>
                  <a:pt x="6434" y="14644"/>
                  <a:pt x="6314" y="15006"/>
                </a:cubicBezTo>
                <a:cubicBezTo>
                  <a:pt x="6041" y="15689"/>
                  <a:pt x="5631" y="16269"/>
                  <a:pt x="5153" y="16781"/>
                </a:cubicBezTo>
                <a:cubicBezTo>
                  <a:pt x="5085" y="16815"/>
                  <a:pt x="5051" y="16849"/>
                  <a:pt x="4983" y="16917"/>
                </a:cubicBezTo>
                <a:cubicBezTo>
                  <a:pt x="5187" y="16201"/>
                  <a:pt x="5495" y="15484"/>
                  <a:pt x="5836" y="14802"/>
                </a:cubicBezTo>
                <a:cubicBezTo>
                  <a:pt x="6245" y="14187"/>
                  <a:pt x="6655" y="13607"/>
                  <a:pt x="7064" y="13027"/>
                </a:cubicBezTo>
                <a:close/>
                <a:moveTo>
                  <a:pt x="15970" y="16474"/>
                </a:moveTo>
                <a:cubicBezTo>
                  <a:pt x="16175" y="16474"/>
                  <a:pt x="16346" y="16644"/>
                  <a:pt x="16414" y="16849"/>
                </a:cubicBezTo>
                <a:cubicBezTo>
                  <a:pt x="16585" y="17190"/>
                  <a:pt x="16789" y="17532"/>
                  <a:pt x="16926" y="17839"/>
                </a:cubicBezTo>
                <a:cubicBezTo>
                  <a:pt x="16482" y="17497"/>
                  <a:pt x="16107" y="17020"/>
                  <a:pt x="15970" y="16474"/>
                </a:cubicBezTo>
                <a:close/>
                <a:moveTo>
                  <a:pt x="10818" y="8455"/>
                </a:moveTo>
                <a:lnTo>
                  <a:pt x="11057" y="8694"/>
                </a:lnTo>
                <a:cubicBezTo>
                  <a:pt x="11159" y="8796"/>
                  <a:pt x="11227" y="8933"/>
                  <a:pt x="11330" y="8933"/>
                </a:cubicBezTo>
                <a:cubicBezTo>
                  <a:pt x="11671" y="8967"/>
                  <a:pt x="11739" y="9342"/>
                  <a:pt x="11876" y="9649"/>
                </a:cubicBezTo>
                <a:cubicBezTo>
                  <a:pt x="12114" y="10195"/>
                  <a:pt x="12387" y="10775"/>
                  <a:pt x="12660" y="11321"/>
                </a:cubicBezTo>
                <a:cubicBezTo>
                  <a:pt x="13002" y="11969"/>
                  <a:pt x="13411" y="12481"/>
                  <a:pt x="13991" y="12584"/>
                </a:cubicBezTo>
                <a:cubicBezTo>
                  <a:pt x="14298" y="13471"/>
                  <a:pt x="14640" y="14290"/>
                  <a:pt x="14947" y="15177"/>
                </a:cubicBezTo>
                <a:cubicBezTo>
                  <a:pt x="14878" y="15109"/>
                  <a:pt x="14810" y="15075"/>
                  <a:pt x="14776" y="15006"/>
                </a:cubicBezTo>
                <a:cubicBezTo>
                  <a:pt x="14367" y="14426"/>
                  <a:pt x="14025" y="13812"/>
                  <a:pt x="13786" y="13164"/>
                </a:cubicBezTo>
                <a:cubicBezTo>
                  <a:pt x="13752" y="13027"/>
                  <a:pt x="13718" y="12925"/>
                  <a:pt x="13650" y="12823"/>
                </a:cubicBezTo>
                <a:cubicBezTo>
                  <a:pt x="13621" y="12764"/>
                  <a:pt x="13566" y="12679"/>
                  <a:pt x="13463" y="12679"/>
                </a:cubicBezTo>
                <a:cubicBezTo>
                  <a:pt x="13447" y="12679"/>
                  <a:pt x="13430" y="12681"/>
                  <a:pt x="13411" y="12686"/>
                </a:cubicBezTo>
                <a:cubicBezTo>
                  <a:pt x="13309" y="12754"/>
                  <a:pt x="13275" y="12891"/>
                  <a:pt x="13343" y="13061"/>
                </a:cubicBezTo>
                <a:cubicBezTo>
                  <a:pt x="13343" y="13096"/>
                  <a:pt x="13343" y="13130"/>
                  <a:pt x="13377" y="13164"/>
                </a:cubicBezTo>
                <a:cubicBezTo>
                  <a:pt x="13616" y="13949"/>
                  <a:pt x="13957" y="14665"/>
                  <a:pt x="14435" y="15314"/>
                </a:cubicBezTo>
                <a:cubicBezTo>
                  <a:pt x="14640" y="15587"/>
                  <a:pt x="14844" y="15825"/>
                  <a:pt x="15117" y="16030"/>
                </a:cubicBezTo>
                <a:cubicBezTo>
                  <a:pt x="15458" y="16371"/>
                  <a:pt x="15663" y="16815"/>
                  <a:pt x="15663" y="17259"/>
                </a:cubicBezTo>
                <a:cubicBezTo>
                  <a:pt x="15697" y="17463"/>
                  <a:pt x="15731" y="17668"/>
                  <a:pt x="15800" y="17839"/>
                </a:cubicBezTo>
                <a:cubicBezTo>
                  <a:pt x="15772" y="17841"/>
                  <a:pt x="15745" y="17842"/>
                  <a:pt x="15718" y="17842"/>
                </a:cubicBezTo>
                <a:cubicBezTo>
                  <a:pt x="15371" y="17842"/>
                  <a:pt x="15037" y="17646"/>
                  <a:pt x="14878" y="17361"/>
                </a:cubicBezTo>
                <a:cubicBezTo>
                  <a:pt x="14742" y="17156"/>
                  <a:pt x="14605" y="16951"/>
                  <a:pt x="14537" y="16713"/>
                </a:cubicBezTo>
                <a:cubicBezTo>
                  <a:pt x="14447" y="16460"/>
                  <a:pt x="14386" y="16332"/>
                  <a:pt x="14307" y="16332"/>
                </a:cubicBezTo>
                <a:cubicBezTo>
                  <a:pt x="14237" y="16332"/>
                  <a:pt x="14154" y="16435"/>
                  <a:pt x="14025" y="16644"/>
                </a:cubicBezTo>
                <a:cubicBezTo>
                  <a:pt x="13718" y="16337"/>
                  <a:pt x="13513" y="15962"/>
                  <a:pt x="13411" y="15552"/>
                </a:cubicBezTo>
                <a:cubicBezTo>
                  <a:pt x="13309" y="15109"/>
                  <a:pt x="13206" y="14699"/>
                  <a:pt x="13138" y="14256"/>
                </a:cubicBezTo>
                <a:cubicBezTo>
                  <a:pt x="13107" y="14098"/>
                  <a:pt x="13075" y="13911"/>
                  <a:pt x="12935" y="13911"/>
                </a:cubicBezTo>
                <a:cubicBezTo>
                  <a:pt x="12924" y="13911"/>
                  <a:pt x="12912" y="13912"/>
                  <a:pt x="12899" y="13915"/>
                </a:cubicBezTo>
                <a:cubicBezTo>
                  <a:pt x="12729" y="13915"/>
                  <a:pt x="12729" y="14085"/>
                  <a:pt x="12729" y="14256"/>
                </a:cubicBezTo>
                <a:lnTo>
                  <a:pt x="12729" y="14426"/>
                </a:lnTo>
                <a:cubicBezTo>
                  <a:pt x="12524" y="14392"/>
                  <a:pt x="12456" y="14153"/>
                  <a:pt x="12387" y="13983"/>
                </a:cubicBezTo>
                <a:cubicBezTo>
                  <a:pt x="12285" y="13778"/>
                  <a:pt x="12217" y="13607"/>
                  <a:pt x="12149" y="13437"/>
                </a:cubicBezTo>
                <a:lnTo>
                  <a:pt x="12183" y="13369"/>
                </a:lnTo>
                <a:lnTo>
                  <a:pt x="12524" y="13539"/>
                </a:lnTo>
                <a:cubicBezTo>
                  <a:pt x="12569" y="13562"/>
                  <a:pt x="12615" y="13573"/>
                  <a:pt x="12657" y="13573"/>
                </a:cubicBezTo>
                <a:cubicBezTo>
                  <a:pt x="12740" y="13573"/>
                  <a:pt x="12808" y="13528"/>
                  <a:pt x="12831" y="13437"/>
                </a:cubicBezTo>
                <a:cubicBezTo>
                  <a:pt x="12899" y="13266"/>
                  <a:pt x="12797" y="13164"/>
                  <a:pt x="12695" y="13096"/>
                </a:cubicBezTo>
                <a:lnTo>
                  <a:pt x="12626" y="13027"/>
                </a:lnTo>
                <a:cubicBezTo>
                  <a:pt x="11910" y="12584"/>
                  <a:pt x="11603" y="11799"/>
                  <a:pt x="11330" y="10912"/>
                </a:cubicBezTo>
                <a:cubicBezTo>
                  <a:pt x="11227" y="10639"/>
                  <a:pt x="11295" y="10366"/>
                  <a:pt x="11466" y="10161"/>
                </a:cubicBezTo>
                <a:lnTo>
                  <a:pt x="11637" y="10673"/>
                </a:lnTo>
                <a:cubicBezTo>
                  <a:pt x="11841" y="11321"/>
                  <a:pt x="12183" y="11935"/>
                  <a:pt x="12626" y="12481"/>
                </a:cubicBezTo>
                <a:cubicBezTo>
                  <a:pt x="12770" y="12604"/>
                  <a:pt x="12876" y="12666"/>
                  <a:pt x="12953" y="12666"/>
                </a:cubicBezTo>
                <a:cubicBezTo>
                  <a:pt x="13004" y="12666"/>
                  <a:pt x="13043" y="12638"/>
                  <a:pt x="13070" y="12584"/>
                </a:cubicBezTo>
                <a:cubicBezTo>
                  <a:pt x="13206" y="12345"/>
                  <a:pt x="13036" y="12208"/>
                  <a:pt x="12933" y="12072"/>
                </a:cubicBezTo>
                <a:cubicBezTo>
                  <a:pt x="12387" y="11389"/>
                  <a:pt x="11978" y="10605"/>
                  <a:pt x="11773" y="9751"/>
                </a:cubicBezTo>
                <a:cubicBezTo>
                  <a:pt x="11773" y="9649"/>
                  <a:pt x="11705" y="9581"/>
                  <a:pt x="11705" y="9513"/>
                </a:cubicBezTo>
                <a:cubicBezTo>
                  <a:pt x="11675" y="9364"/>
                  <a:pt x="11594" y="9267"/>
                  <a:pt x="11506" y="9267"/>
                </a:cubicBezTo>
                <a:cubicBezTo>
                  <a:pt x="11493" y="9267"/>
                  <a:pt x="11479" y="9269"/>
                  <a:pt x="11466" y="9274"/>
                </a:cubicBezTo>
                <a:cubicBezTo>
                  <a:pt x="11330" y="9308"/>
                  <a:pt x="11330" y="9479"/>
                  <a:pt x="11330" y="9615"/>
                </a:cubicBezTo>
                <a:lnTo>
                  <a:pt x="11330" y="9854"/>
                </a:lnTo>
                <a:lnTo>
                  <a:pt x="11159" y="9820"/>
                </a:lnTo>
                <a:cubicBezTo>
                  <a:pt x="11193" y="9649"/>
                  <a:pt x="11193" y="9513"/>
                  <a:pt x="11193" y="9342"/>
                </a:cubicBezTo>
                <a:cubicBezTo>
                  <a:pt x="11159" y="9206"/>
                  <a:pt x="11022" y="9137"/>
                  <a:pt x="10920" y="9035"/>
                </a:cubicBezTo>
                <a:cubicBezTo>
                  <a:pt x="10886" y="8898"/>
                  <a:pt x="10852" y="8728"/>
                  <a:pt x="10818" y="8455"/>
                </a:cubicBezTo>
                <a:close/>
                <a:moveTo>
                  <a:pt x="3993" y="16610"/>
                </a:moveTo>
                <a:cubicBezTo>
                  <a:pt x="3993" y="16917"/>
                  <a:pt x="3925" y="17122"/>
                  <a:pt x="3754" y="17259"/>
                </a:cubicBezTo>
                <a:cubicBezTo>
                  <a:pt x="3311" y="17532"/>
                  <a:pt x="2867" y="17805"/>
                  <a:pt x="2458" y="18078"/>
                </a:cubicBezTo>
                <a:lnTo>
                  <a:pt x="2389" y="18009"/>
                </a:lnTo>
                <a:cubicBezTo>
                  <a:pt x="2423" y="17941"/>
                  <a:pt x="2423" y="17839"/>
                  <a:pt x="2458" y="17805"/>
                </a:cubicBezTo>
                <a:cubicBezTo>
                  <a:pt x="2969" y="17395"/>
                  <a:pt x="3481" y="17054"/>
                  <a:pt x="3993" y="16610"/>
                </a:cubicBezTo>
                <a:close/>
                <a:moveTo>
                  <a:pt x="4846" y="18146"/>
                </a:moveTo>
                <a:cubicBezTo>
                  <a:pt x="4607" y="18896"/>
                  <a:pt x="4061" y="19169"/>
                  <a:pt x="3584" y="19613"/>
                </a:cubicBezTo>
                <a:cubicBezTo>
                  <a:pt x="3584" y="19306"/>
                  <a:pt x="3584" y="19272"/>
                  <a:pt x="3754" y="19101"/>
                </a:cubicBezTo>
                <a:cubicBezTo>
                  <a:pt x="4096" y="18794"/>
                  <a:pt x="4471" y="18487"/>
                  <a:pt x="4846" y="18146"/>
                </a:cubicBezTo>
                <a:close/>
                <a:moveTo>
                  <a:pt x="9077" y="14665"/>
                </a:moveTo>
                <a:cubicBezTo>
                  <a:pt x="9112" y="15450"/>
                  <a:pt x="9248" y="16167"/>
                  <a:pt x="9009" y="16917"/>
                </a:cubicBezTo>
                <a:cubicBezTo>
                  <a:pt x="9043" y="16781"/>
                  <a:pt x="9043" y="16678"/>
                  <a:pt x="9009" y="16542"/>
                </a:cubicBezTo>
                <a:cubicBezTo>
                  <a:pt x="8975" y="16440"/>
                  <a:pt x="8975" y="16337"/>
                  <a:pt x="8839" y="16303"/>
                </a:cubicBezTo>
                <a:cubicBezTo>
                  <a:pt x="8824" y="16294"/>
                  <a:pt x="8810" y="16289"/>
                  <a:pt x="8796" y="16289"/>
                </a:cubicBezTo>
                <a:cubicBezTo>
                  <a:pt x="8710" y="16289"/>
                  <a:pt x="8634" y="16454"/>
                  <a:pt x="8634" y="16542"/>
                </a:cubicBezTo>
                <a:lnTo>
                  <a:pt x="8634" y="16883"/>
                </a:lnTo>
                <a:cubicBezTo>
                  <a:pt x="8634" y="17054"/>
                  <a:pt x="8634" y="17259"/>
                  <a:pt x="8429" y="17361"/>
                </a:cubicBezTo>
                <a:cubicBezTo>
                  <a:pt x="8361" y="17395"/>
                  <a:pt x="8361" y="17600"/>
                  <a:pt x="8327" y="17736"/>
                </a:cubicBezTo>
                <a:cubicBezTo>
                  <a:pt x="8190" y="18282"/>
                  <a:pt x="8054" y="18862"/>
                  <a:pt x="7917" y="19442"/>
                </a:cubicBezTo>
                <a:cubicBezTo>
                  <a:pt x="7790" y="19430"/>
                  <a:pt x="7664" y="19408"/>
                  <a:pt x="7544" y="19408"/>
                </a:cubicBezTo>
                <a:cubicBezTo>
                  <a:pt x="7341" y="19408"/>
                  <a:pt x="7159" y="19471"/>
                  <a:pt x="7030" y="19750"/>
                </a:cubicBezTo>
                <a:cubicBezTo>
                  <a:pt x="7064" y="19101"/>
                  <a:pt x="7064" y="18453"/>
                  <a:pt x="7508" y="18009"/>
                </a:cubicBezTo>
                <a:cubicBezTo>
                  <a:pt x="7576" y="17907"/>
                  <a:pt x="7644" y="17805"/>
                  <a:pt x="7678" y="17702"/>
                </a:cubicBezTo>
                <a:cubicBezTo>
                  <a:pt x="7713" y="17600"/>
                  <a:pt x="7713" y="17497"/>
                  <a:pt x="7644" y="17395"/>
                </a:cubicBezTo>
                <a:cubicBezTo>
                  <a:pt x="7610" y="17361"/>
                  <a:pt x="7568" y="17344"/>
                  <a:pt x="7525" y="17344"/>
                </a:cubicBezTo>
                <a:cubicBezTo>
                  <a:pt x="7482" y="17344"/>
                  <a:pt x="7440" y="17361"/>
                  <a:pt x="7405" y="17395"/>
                </a:cubicBezTo>
                <a:cubicBezTo>
                  <a:pt x="7303" y="17497"/>
                  <a:pt x="7201" y="17634"/>
                  <a:pt x="7098" y="17770"/>
                </a:cubicBezTo>
                <a:lnTo>
                  <a:pt x="7040" y="17683"/>
                </a:lnTo>
                <a:lnTo>
                  <a:pt x="7040" y="17683"/>
                </a:lnTo>
                <a:cubicBezTo>
                  <a:pt x="7412" y="16973"/>
                  <a:pt x="7749" y="16297"/>
                  <a:pt x="8054" y="15621"/>
                </a:cubicBezTo>
                <a:lnTo>
                  <a:pt x="8054" y="15621"/>
                </a:lnTo>
                <a:cubicBezTo>
                  <a:pt x="8122" y="15996"/>
                  <a:pt x="8020" y="16405"/>
                  <a:pt x="7781" y="16713"/>
                </a:cubicBezTo>
                <a:lnTo>
                  <a:pt x="7713" y="16815"/>
                </a:lnTo>
                <a:cubicBezTo>
                  <a:pt x="7610" y="16917"/>
                  <a:pt x="7576" y="17054"/>
                  <a:pt x="7678" y="17190"/>
                </a:cubicBezTo>
                <a:cubicBezTo>
                  <a:pt x="7713" y="17259"/>
                  <a:pt x="7755" y="17284"/>
                  <a:pt x="7802" y="17284"/>
                </a:cubicBezTo>
                <a:cubicBezTo>
                  <a:pt x="7849" y="17284"/>
                  <a:pt x="7900" y="17259"/>
                  <a:pt x="7951" y="17224"/>
                </a:cubicBezTo>
                <a:cubicBezTo>
                  <a:pt x="8190" y="17054"/>
                  <a:pt x="8361" y="16781"/>
                  <a:pt x="8395" y="16508"/>
                </a:cubicBezTo>
                <a:cubicBezTo>
                  <a:pt x="8463" y="16303"/>
                  <a:pt x="8532" y="16064"/>
                  <a:pt x="8532" y="15825"/>
                </a:cubicBezTo>
                <a:cubicBezTo>
                  <a:pt x="8532" y="15382"/>
                  <a:pt x="8736" y="14972"/>
                  <a:pt x="9077" y="14665"/>
                </a:cubicBezTo>
                <a:close/>
                <a:moveTo>
                  <a:pt x="2526" y="20125"/>
                </a:moveTo>
                <a:lnTo>
                  <a:pt x="2526" y="20193"/>
                </a:lnTo>
                <a:lnTo>
                  <a:pt x="2355" y="20330"/>
                </a:lnTo>
                <a:lnTo>
                  <a:pt x="2355" y="20261"/>
                </a:lnTo>
                <a:lnTo>
                  <a:pt x="2526" y="20125"/>
                </a:lnTo>
                <a:close/>
                <a:moveTo>
                  <a:pt x="9692" y="6373"/>
                </a:moveTo>
                <a:lnTo>
                  <a:pt x="9692" y="6373"/>
                </a:lnTo>
                <a:cubicBezTo>
                  <a:pt x="9760" y="6715"/>
                  <a:pt x="9760" y="6817"/>
                  <a:pt x="9623" y="6988"/>
                </a:cubicBezTo>
                <a:cubicBezTo>
                  <a:pt x="9487" y="7124"/>
                  <a:pt x="9419" y="7329"/>
                  <a:pt x="9453" y="7533"/>
                </a:cubicBezTo>
                <a:cubicBezTo>
                  <a:pt x="9419" y="8148"/>
                  <a:pt x="9385" y="8796"/>
                  <a:pt x="9350" y="9444"/>
                </a:cubicBezTo>
                <a:cubicBezTo>
                  <a:pt x="9385" y="9751"/>
                  <a:pt x="9248" y="10024"/>
                  <a:pt x="9077" y="10263"/>
                </a:cubicBezTo>
                <a:cubicBezTo>
                  <a:pt x="8873" y="10468"/>
                  <a:pt x="8804" y="10741"/>
                  <a:pt x="8839" y="11014"/>
                </a:cubicBezTo>
                <a:lnTo>
                  <a:pt x="8839" y="11935"/>
                </a:lnTo>
                <a:cubicBezTo>
                  <a:pt x="8634" y="12004"/>
                  <a:pt x="8566" y="12208"/>
                  <a:pt x="8566" y="12481"/>
                </a:cubicBezTo>
                <a:cubicBezTo>
                  <a:pt x="8497" y="13061"/>
                  <a:pt x="8429" y="13607"/>
                  <a:pt x="8361" y="14187"/>
                </a:cubicBezTo>
                <a:cubicBezTo>
                  <a:pt x="8361" y="14358"/>
                  <a:pt x="8293" y="14495"/>
                  <a:pt x="8190" y="14597"/>
                </a:cubicBezTo>
                <a:cubicBezTo>
                  <a:pt x="8088" y="14733"/>
                  <a:pt x="7986" y="14870"/>
                  <a:pt x="7917" y="15006"/>
                </a:cubicBezTo>
                <a:cubicBezTo>
                  <a:pt x="7678" y="15450"/>
                  <a:pt x="7474" y="15928"/>
                  <a:pt x="7201" y="16337"/>
                </a:cubicBezTo>
                <a:cubicBezTo>
                  <a:pt x="6962" y="16781"/>
                  <a:pt x="6723" y="17190"/>
                  <a:pt x="6518" y="17634"/>
                </a:cubicBezTo>
                <a:cubicBezTo>
                  <a:pt x="6314" y="18078"/>
                  <a:pt x="6075" y="18521"/>
                  <a:pt x="5802" y="18931"/>
                </a:cubicBezTo>
                <a:cubicBezTo>
                  <a:pt x="5460" y="19442"/>
                  <a:pt x="5017" y="19920"/>
                  <a:pt x="4573" y="20330"/>
                </a:cubicBezTo>
                <a:cubicBezTo>
                  <a:pt x="4573" y="19988"/>
                  <a:pt x="4880" y="19818"/>
                  <a:pt x="4710" y="19545"/>
                </a:cubicBezTo>
                <a:cubicBezTo>
                  <a:pt x="5017" y="18896"/>
                  <a:pt x="5324" y="18316"/>
                  <a:pt x="5631" y="17702"/>
                </a:cubicBezTo>
                <a:cubicBezTo>
                  <a:pt x="5699" y="17497"/>
                  <a:pt x="5836" y="17327"/>
                  <a:pt x="6006" y="17224"/>
                </a:cubicBezTo>
                <a:cubicBezTo>
                  <a:pt x="6314" y="16986"/>
                  <a:pt x="6587" y="16644"/>
                  <a:pt x="6757" y="16269"/>
                </a:cubicBezTo>
                <a:cubicBezTo>
                  <a:pt x="7337" y="15177"/>
                  <a:pt x="7781" y="14017"/>
                  <a:pt x="8088" y="12823"/>
                </a:cubicBezTo>
                <a:cubicBezTo>
                  <a:pt x="8122" y="12686"/>
                  <a:pt x="8156" y="12584"/>
                  <a:pt x="8190" y="12447"/>
                </a:cubicBezTo>
                <a:cubicBezTo>
                  <a:pt x="8668" y="11287"/>
                  <a:pt x="8975" y="10059"/>
                  <a:pt x="9146" y="8796"/>
                </a:cubicBezTo>
                <a:cubicBezTo>
                  <a:pt x="9282" y="8455"/>
                  <a:pt x="9248" y="8079"/>
                  <a:pt x="9077" y="7772"/>
                </a:cubicBezTo>
                <a:cubicBezTo>
                  <a:pt x="9214" y="7261"/>
                  <a:pt x="9419" y="6783"/>
                  <a:pt x="9692" y="6373"/>
                </a:cubicBezTo>
                <a:close/>
                <a:moveTo>
                  <a:pt x="6552" y="19374"/>
                </a:moveTo>
                <a:lnTo>
                  <a:pt x="6552" y="19374"/>
                </a:lnTo>
                <a:cubicBezTo>
                  <a:pt x="6621" y="19613"/>
                  <a:pt x="6621" y="19886"/>
                  <a:pt x="6518" y="20125"/>
                </a:cubicBezTo>
                <a:cubicBezTo>
                  <a:pt x="6416" y="20296"/>
                  <a:pt x="6416" y="20534"/>
                  <a:pt x="6552" y="20705"/>
                </a:cubicBezTo>
                <a:cubicBezTo>
                  <a:pt x="6552" y="20705"/>
                  <a:pt x="6518" y="20739"/>
                  <a:pt x="6518" y="20807"/>
                </a:cubicBezTo>
                <a:lnTo>
                  <a:pt x="6143" y="20569"/>
                </a:lnTo>
                <a:lnTo>
                  <a:pt x="6552" y="19374"/>
                </a:lnTo>
                <a:close/>
                <a:moveTo>
                  <a:pt x="9623" y="19408"/>
                </a:moveTo>
                <a:lnTo>
                  <a:pt x="9623" y="19408"/>
                </a:lnTo>
                <a:cubicBezTo>
                  <a:pt x="9931" y="19852"/>
                  <a:pt x="10033" y="20432"/>
                  <a:pt x="9862" y="20944"/>
                </a:cubicBezTo>
                <a:cubicBezTo>
                  <a:pt x="9623" y="20466"/>
                  <a:pt x="9555" y="19920"/>
                  <a:pt x="9623" y="19408"/>
                </a:cubicBezTo>
                <a:close/>
                <a:moveTo>
                  <a:pt x="4300" y="19681"/>
                </a:moveTo>
                <a:lnTo>
                  <a:pt x="4334" y="19750"/>
                </a:lnTo>
                <a:cubicBezTo>
                  <a:pt x="4096" y="20159"/>
                  <a:pt x="3857" y="20603"/>
                  <a:pt x="3618" y="21012"/>
                </a:cubicBezTo>
                <a:cubicBezTo>
                  <a:pt x="3550" y="21080"/>
                  <a:pt x="3447" y="21114"/>
                  <a:pt x="3345" y="21183"/>
                </a:cubicBezTo>
                <a:lnTo>
                  <a:pt x="3345" y="20364"/>
                </a:lnTo>
                <a:lnTo>
                  <a:pt x="4300" y="19681"/>
                </a:lnTo>
                <a:close/>
                <a:moveTo>
                  <a:pt x="12422" y="15041"/>
                </a:moveTo>
                <a:cubicBezTo>
                  <a:pt x="12524" y="15245"/>
                  <a:pt x="12626" y="15450"/>
                  <a:pt x="12763" y="15621"/>
                </a:cubicBezTo>
                <a:cubicBezTo>
                  <a:pt x="13138" y="16337"/>
                  <a:pt x="13479" y="17020"/>
                  <a:pt x="13889" y="17668"/>
                </a:cubicBezTo>
                <a:cubicBezTo>
                  <a:pt x="14059" y="17941"/>
                  <a:pt x="14264" y="18180"/>
                  <a:pt x="14503" y="18385"/>
                </a:cubicBezTo>
                <a:cubicBezTo>
                  <a:pt x="14674" y="18521"/>
                  <a:pt x="14878" y="18623"/>
                  <a:pt x="15049" y="18726"/>
                </a:cubicBezTo>
                <a:cubicBezTo>
                  <a:pt x="15322" y="19681"/>
                  <a:pt x="15595" y="20773"/>
                  <a:pt x="15868" y="21831"/>
                </a:cubicBezTo>
                <a:lnTo>
                  <a:pt x="15827" y="21852"/>
                </a:lnTo>
                <a:lnTo>
                  <a:pt x="15827" y="21852"/>
                </a:lnTo>
                <a:cubicBezTo>
                  <a:pt x="15591" y="21413"/>
                  <a:pt x="15388" y="20973"/>
                  <a:pt x="15151" y="20500"/>
                </a:cubicBezTo>
                <a:cubicBezTo>
                  <a:pt x="15117" y="20330"/>
                  <a:pt x="15083" y="20159"/>
                  <a:pt x="15083" y="19988"/>
                </a:cubicBezTo>
                <a:cubicBezTo>
                  <a:pt x="15049" y="19818"/>
                  <a:pt x="15083" y="19647"/>
                  <a:pt x="14913" y="19613"/>
                </a:cubicBezTo>
                <a:cubicBezTo>
                  <a:pt x="14708" y="19579"/>
                  <a:pt x="14674" y="19374"/>
                  <a:pt x="14640" y="19238"/>
                </a:cubicBezTo>
                <a:cubicBezTo>
                  <a:pt x="14608" y="19082"/>
                  <a:pt x="14520" y="18926"/>
                  <a:pt x="14453" y="18926"/>
                </a:cubicBezTo>
                <a:cubicBezTo>
                  <a:pt x="14447" y="18926"/>
                  <a:pt x="14441" y="18928"/>
                  <a:pt x="14435" y="18931"/>
                </a:cubicBezTo>
                <a:cubicBezTo>
                  <a:pt x="14332" y="18931"/>
                  <a:pt x="14264" y="19101"/>
                  <a:pt x="14162" y="19204"/>
                </a:cubicBezTo>
                <a:cubicBezTo>
                  <a:pt x="13650" y="18999"/>
                  <a:pt x="13411" y="18589"/>
                  <a:pt x="13548" y="17873"/>
                </a:cubicBezTo>
                <a:cubicBezTo>
                  <a:pt x="13582" y="17702"/>
                  <a:pt x="13582" y="17566"/>
                  <a:pt x="13445" y="17497"/>
                </a:cubicBezTo>
                <a:cubicBezTo>
                  <a:pt x="13420" y="17485"/>
                  <a:pt x="13397" y="17479"/>
                  <a:pt x="13377" y="17479"/>
                </a:cubicBezTo>
                <a:cubicBezTo>
                  <a:pt x="13284" y="17479"/>
                  <a:pt x="13228" y="17591"/>
                  <a:pt x="13172" y="17702"/>
                </a:cubicBezTo>
                <a:cubicBezTo>
                  <a:pt x="13138" y="17770"/>
                  <a:pt x="13104" y="17873"/>
                  <a:pt x="13104" y="17941"/>
                </a:cubicBezTo>
                <a:lnTo>
                  <a:pt x="12763" y="17327"/>
                </a:lnTo>
                <a:cubicBezTo>
                  <a:pt x="12831" y="17327"/>
                  <a:pt x="12933" y="17327"/>
                  <a:pt x="13002" y="17293"/>
                </a:cubicBezTo>
                <a:cubicBezTo>
                  <a:pt x="13138" y="17224"/>
                  <a:pt x="13172" y="17054"/>
                  <a:pt x="13104" y="16917"/>
                </a:cubicBezTo>
                <a:cubicBezTo>
                  <a:pt x="13036" y="16781"/>
                  <a:pt x="12968" y="16678"/>
                  <a:pt x="12899" y="16576"/>
                </a:cubicBezTo>
                <a:cubicBezTo>
                  <a:pt x="12626" y="16098"/>
                  <a:pt x="12456" y="15587"/>
                  <a:pt x="12422" y="15041"/>
                </a:cubicBezTo>
                <a:close/>
                <a:moveTo>
                  <a:pt x="11413" y="0"/>
                </a:moveTo>
                <a:cubicBezTo>
                  <a:pt x="11385" y="0"/>
                  <a:pt x="11356" y="9"/>
                  <a:pt x="11330" y="26"/>
                </a:cubicBezTo>
                <a:cubicBezTo>
                  <a:pt x="10988" y="265"/>
                  <a:pt x="10852" y="675"/>
                  <a:pt x="11022" y="1050"/>
                </a:cubicBezTo>
                <a:cubicBezTo>
                  <a:pt x="11125" y="1357"/>
                  <a:pt x="11261" y="1630"/>
                  <a:pt x="11330" y="1903"/>
                </a:cubicBezTo>
                <a:cubicBezTo>
                  <a:pt x="11432" y="2142"/>
                  <a:pt x="11534" y="2381"/>
                  <a:pt x="11330" y="2654"/>
                </a:cubicBezTo>
                <a:cubicBezTo>
                  <a:pt x="11261" y="2756"/>
                  <a:pt x="11261" y="2893"/>
                  <a:pt x="11261" y="2995"/>
                </a:cubicBezTo>
                <a:cubicBezTo>
                  <a:pt x="11261" y="3200"/>
                  <a:pt x="11295" y="3439"/>
                  <a:pt x="11330" y="3643"/>
                </a:cubicBezTo>
                <a:cubicBezTo>
                  <a:pt x="11500" y="4633"/>
                  <a:pt x="11705" y="5657"/>
                  <a:pt x="11910" y="6646"/>
                </a:cubicBezTo>
                <a:cubicBezTo>
                  <a:pt x="11671" y="6953"/>
                  <a:pt x="11671" y="7090"/>
                  <a:pt x="11841" y="7192"/>
                </a:cubicBezTo>
                <a:cubicBezTo>
                  <a:pt x="12251" y="7499"/>
                  <a:pt x="12217" y="8045"/>
                  <a:pt x="12353" y="8489"/>
                </a:cubicBezTo>
                <a:cubicBezTo>
                  <a:pt x="12285" y="9103"/>
                  <a:pt x="12558" y="9547"/>
                  <a:pt x="12729" y="10059"/>
                </a:cubicBezTo>
                <a:cubicBezTo>
                  <a:pt x="12797" y="10229"/>
                  <a:pt x="12865" y="10366"/>
                  <a:pt x="12968" y="10605"/>
                </a:cubicBezTo>
                <a:cubicBezTo>
                  <a:pt x="12592" y="10263"/>
                  <a:pt x="11603" y="7772"/>
                  <a:pt x="11364" y="6680"/>
                </a:cubicBezTo>
                <a:cubicBezTo>
                  <a:pt x="11705" y="6442"/>
                  <a:pt x="11705" y="6442"/>
                  <a:pt x="11500" y="6032"/>
                </a:cubicBezTo>
                <a:cubicBezTo>
                  <a:pt x="11295" y="5623"/>
                  <a:pt x="11159" y="5145"/>
                  <a:pt x="11125" y="4667"/>
                </a:cubicBezTo>
                <a:cubicBezTo>
                  <a:pt x="11091" y="3814"/>
                  <a:pt x="11091" y="2927"/>
                  <a:pt x="11057" y="2040"/>
                </a:cubicBezTo>
                <a:cubicBezTo>
                  <a:pt x="11057" y="1835"/>
                  <a:pt x="11125" y="1528"/>
                  <a:pt x="10920" y="1494"/>
                </a:cubicBezTo>
                <a:cubicBezTo>
                  <a:pt x="10908" y="1492"/>
                  <a:pt x="10897" y="1491"/>
                  <a:pt x="10887" y="1491"/>
                </a:cubicBezTo>
                <a:cubicBezTo>
                  <a:pt x="10715" y="1491"/>
                  <a:pt x="10711" y="1744"/>
                  <a:pt x="10647" y="1937"/>
                </a:cubicBezTo>
                <a:cubicBezTo>
                  <a:pt x="10306" y="2995"/>
                  <a:pt x="9999" y="4087"/>
                  <a:pt x="9623" y="5145"/>
                </a:cubicBezTo>
                <a:cubicBezTo>
                  <a:pt x="9282" y="6203"/>
                  <a:pt x="8839" y="7192"/>
                  <a:pt x="8429" y="8284"/>
                </a:cubicBezTo>
                <a:cubicBezTo>
                  <a:pt x="8387" y="8263"/>
                  <a:pt x="8349" y="8254"/>
                  <a:pt x="8315" y="8254"/>
                </a:cubicBezTo>
                <a:cubicBezTo>
                  <a:pt x="8182" y="8254"/>
                  <a:pt x="8101" y="8395"/>
                  <a:pt x="8020" y="8557"/>
                </a:cubicBezTo>
                <a:cubicBezTo>
                  <a:pt x="7849" y="8898"/>
                  <a:pt x="7644" y="9240"/>
                  <a:pt x="7440" y="9581"/>
                </a:cubicBezTo>
                <a:cubicBezTo>
                  <a:pt x="7269" y="9820"/>
                  <a:pt x="7098" y="10024"/>
                  <a:pt x="6962" y="10263"/>
                </a:cubicBezTo>
                <a:cubicBezTo>
                  <a:pt x="7303" y="9376"/>
                  <a:pt x="7713" y="8523"/>
                  <a:pt x="8122" y="7670"/>
                </a:cubicBezTo>
                <a:cubicBezTo>
                  <a:pt x="8122" y="7636"/>
                  <a:pt x="8156" y="7568"/>
                  <a:pt x="8190" y="7533"/>
                </a:cubicBezTo>
                <a:cubicBezTo>
                  <a:pt x="8634" y="6885"/>
                  <a:pt x="8975" y="6169"/>
                  <a:pt x="9214" y="5452"/>
                </a:cubicBezTo>
                <a:cubicBezTo>
                  <a:pt x="9282" y="5179"/>
                  <a:pt x="9350" y="4940"/>
                  <a:pt x="9350" y="4667"/>
                </a:cubicBezTo>
                <a:cubicBezTo>
                  <a:pt x="9385" y="4565"/>
                  <a:pt x="9385" y="4428"/>
                  <a:pt x="9350" y="4326"/>
                </a:cubicBezTo>
                <a:cubicBezTo>
                  <a:pt x="9316" y="4224"/>
                  <a:pt x="9214" y="4189"/>
                  <a:pt x="9112" y="4121"/>
                </a:cubicBezTo>
                <a:cubicBezTo>
                  <a:pt x="9214" y="3882"/>
                  <a:pt x="9316" y="3643"/>
                  <a:pt x="9419" y="3405"/>
                </a:cubicBezTo>
                <a:cubicBezTo>
                  <a:pt x="9555" y="3132"/>
                  <a:pt x="9726" y="2756"/>
                  <a:pt x="9794" y="2517"/>
                </a:cubicBezTo>
                <a:cubicBezTo>
                  <a:pt x="9896" y="2279"/>
                  <a:pt x="9896" y="2040"/>
                  <a:pt x="9658" y="1903"/>
                </a:cubicBezTo>
                <a:cubicBezTo>
                  <a:pt x="9794" y="1562"/>
                  <a:pt x="9931" y="1221"/>
                  <a:pt x="10101" y="914"/>
                </a:cubicBezTo>
                <a:cubicBezTo>
                  <a:pt x="10135" y="743"/>
                  <a:pt x="10238" y="538"/>
                  <a:pt x="10135" y="402"/>
                </a:cubicBezTo>
                <a:cubicBezTo>
                  <a:pt x="10104" y="360"/>
                  <a:pt x="10073" y="341"/>
                  <a:pt x="10039" y="341"/>
                </a:cubicBezTo>
                <a:cubicBezTo>
                  <a:pt x="9964" y="341"/>
                  <a:pt x="9878" y="441"/>
                  <a:pt x="9760" y="606"/>
                </a:cubicBezTo>
                <a:cubicBezTo>
                  <a:pt x="9726" y="675"/>
                  <a:pt x="9692" y="709"/>
                  <a:pt x="9692" y="777"/>
                </a:cubicBezTo>
                <a:cubicBezTo>
                  <a:pt x="9316" y="1357"/>
                  <a:pt x="8907" y="1937"/>
                  <a:pt x="8497" y="2483"/>
                </a:cubicBezTo>
                <a:cubicBezTo>
                  <a:pt x="7781" y="3234"/>
                  <a:pt x="6996" y="3951"/>
                  <a:pt x="6143" y="4531"/>
                </a:cubicBezTo>
                <a:cubicBezTo>
                  <a:pt x="5953" y="4721"/>
                  <a:pt x="5676" y="4824"/>
                  <a:pt x="5399" y="4824"/>
                </a:cubicBezTo>
                <a:cubicBezTo>
                  <a:pt x="5328" y="4824"/>
                  <a:pt x="5257" y="4818"/>
                  <a:pt x="5187" y="4804"/>
                </a:cubicBezTo>
                <a:cubicBezTo>
                  <a:pt x="5158" y="4789"/>
                  <a:pt x="5128" y="4782"/>
                  <a:pt x="5099" y="4782"/>
                </a:cubicBezTo>
                <a:cubicBezTo>
                  <a:pt x="4999" y="4782"/>
                  <a:pt x="4922" y="4868"/>
                  <a:pt x="4949" y="4974"/>
                </a:cubicBezTo>
                <a:cubicBezTo>
                  <a:pt x="4949" y="5077"/>
                  <a:pt x="5017" y="5213"/>
                  <a:pt x="5119" y="5281"/>
                </a:cubicBezTo>
                <a:cubicBezTo>
                  <a:pt x="5222" y="5350"/>
                  <a:pt x="5358" y="5384"/>
                  <a:pt x="5495" y="5418"/>
                </a:cubicBezTo>
                <a:cubicBezTo>
                  <a:pt x="5141" y="5480"/>
                  <a:pt x="4799" y="5632"/>
                  <a:pt x="4455" y="5632"/>
                </a:cubicBezTo>
                <a:cubicBezTo>
                  <a:pt x="4235" y="5632"/>
                  <a:pt x="4015" y="5570"/>
                  <a:pt x="3788" y="5384"/>
                </a:cubicBezTo>
                <a:cubicBezTo>
                  <a:pt x="3762" y="5358"/>
                  <a:pt x="3731" y="5347"/>
                  <a:pt x="3699" y="5347"/>
                </a:cubicBezTo>
                <a:cubicBezTo>
                  <a:pt x="3647" y="5347"/>
                  <a:pt x="3592" y="5376"/>
                  <a:pt x="3550" y="5418"/>
                </a:cubicBezTo>
                <a:cubicBezTo>
                  <a:pt x="3447" y="5520"/>
                  <a:pt x="3481" y="5691"/>
                  <a:pt x="3584" y="5793"/>
                </a:cubicBezTo>
                <a:cubicBezTo>
                  <a:pt x="3686" y="5930"/>
                  <a:pt x="3823" y="6032"/>
                  <a:pt x="3993" y="6100"/>
                </a:cubicBezTo>
                <a:cubicBezTo>
                  <a:pt x="4186" y="6124"/>
                  <a:pt x="4396" y="6149"/>
                  <a:pt x="4599" y="6149"/>
                </a:cubicBezTo>
                <a:cubicBezTo>
                  <a:pt x="4683" y="6149"/>
                  <a:pt x="4766" y="6144"/>
                  <a:pt x="4846" y="6134"/>
                </a:cubicBezTo>
                <a:cubicBezTo>
                  <a:pt x="4937" y="6134"/>
                  <a:pt x="5028" y="6119"/>
                  <a:pt x="5109" y="6119"/>
                </a:cubicBezTo>
                <a:cubicBezTo>
                  <a:pt x="5150" y="6119"/>
                  <a:pt x="5187" y="6123"/>
                  <a:pt x="5222" y="6134"/>
                </a:cubicBezTo>
                <a:cubicBezTo>
                  <a:pt x="5281" y="6182"/>
                  <a:pt x="5339" y="6200"/>
                  <a:pt x="5397" y="6200"/>
                </a:cubicBezTo>
                <a:cubicBezTo>
                  <a:pt x="5506" y="6200"/>
                  <a:pt x="5610" y="6133"/>
                  <a:pt x="5699" y="6066"/>
                </a:cubicBezTo>
                <a:cubicBezTo>
                  <a:pt x="5938" y="5930"/>
                  <a:pt x="6211" y="5827"/>
                  <a:pt x="6450" y="5691"/>
                </a:cubicBezTo>
                <a:lnTo>
                  <a:pt x="6450" y="5691"/>
                </a:lnTo>
                <a:cubicBezTo>
                  <a:pt x="6450" y="5827"/>
                  <a:pt x="6416" y="5896"/>
                  <a:pt x="6382" y="5896"/>
                </a:cubicBezTo>
                <a:lnTo>
                  <a:pt x="5870" y="6134"/>
                </a:lnTo>
                <a:cubicBezTo>
                  <a:pt x="5733" y="6169"/>
                  <a:pt x="5665" y="6305"/>
                  <a:pt x="5699" y="6442"/>
                </a:cubicBezTo>
                <a:cubicBezTo>
                  <a:pt x="5726" y="6574"/>
                  <a:pt x="5793" y="6624"/>
                  <a:pt x="5870" y="6624"/>
                </a:cubicBezTo>
                <a:cubicBezTo>
                  <a:pt x="5892" y="6624"/>
                  <a:pt x="5915" y="6620"/>
                  <a:pt x="5938" y="6612"/>
                </a:cubicBezTo>
                <a:cubicBezTo>
                  <a:pt x="6143" y="6578"/>
                  <a:pt x="6314" y="6510"/>
                  <a:pt x="6484" y="6442"/>
                </a:cubicBezTo>
                <a:cubicBezTo>
                  <a:pt x="6825" y="6169"/>
                  <a:pt x="7167" y="5861"/>
                  <a:pt x="7508" y="5588"/>
                </a:cubicBezTo>
                <a:cubicBezTo>
                  <a:pt x="7747" y="5350"/>
                  <a:pt x="7951" y="5111"/>
                  <a:pt x="8156" y="4872"/>
                </a:cubicBezTo>
                <a:lnTo>
                  <a:pt x="8156" y="4872"/>
                </a:lnTo>
                <a:cubicBezTo>
                  <a:pt x="7883" y="5418"/>
                  <a:pt x="7713" y="6032"/>
                  <a:pt x="7235" y="6373"/>
                </a:cubicBezTo>
                <a:cubicBezTo>
                  <a:pt x="6518" y="6885"/>
                  <a:pt x="5768" y="7295"/>
                  <a:pt x="4983" y="7568"/>
                </a:cubicBezTo>
                <a:cubicBezTo>
                  <a:pt x="4922" y="7616"/>
                  <a:pt x="4853" y="7639"/>
                  <a:pt x="4785" y="7639"/>
                </a:cubicBezTo>
                <a:cubicBezTo>
                  <a:pt x="4660" y="7639"/>
                  <a:pt x="4537" y="7563"/>
                  <a:pt x="4471" y="7431"/>
                </a:cubicBezTo>
                <a:cubicBezTo>
                  <a:pt x="4431" y="7411"/>
                  <a:pt x="4381" y="7392"/>
                  <a:pt x="4332" y="7392"/>
                </a:cubicBezTo>
                <a:cubicBezTo>
                  <a:pt x="4296" y="7392"/>
                  <a:pt x="4261" y="7402"/>
                  <a:pt x="4232" y="7431"/>
                </a:cubicBezTo>
                <a:cubicBezTo>
                  <a:pt x="4198" y="7499"/>
                  <a:pt x="4164" y="7636"/>
                  <a:pt x="4164" y="7738"/>
                </a:cubicBezTo>
                <a:cubicBezTo>
                  <a:pt x="4198" y="7841"/>
                  <a:pt x="4266" y="7943"/>
                  <a:pt x="4334" y="8045"/>
                </a:cubicBezTo>
                <a:cubicBezTo>
                  <a:pt x="4266" y="8387"/>
                  <a:pt x="4232" y="8660"/>
                  <a:pt x="4232" y="8898"/>
                </a:cubicBezTo>
                <a:cubicBezTo>
                  <a:pt x="4232" y="8967"/>
                  <a:pt x="4300" y="9069"/>
                  <a:pt x="4369" y="9103"/>
                </a:cubicBezTo>
                <a:cubicBezTo>
                  <a:pt x="4471" y="9103"/>
                  <a:pt x="4539" y="9137"/>
                  <a:pt x="4641" y="9137"/>
                </a:cubicBezTo>
                <a:cubicBezTo>
                  <a:pt x="5222" y="9103"/>
                  <a:pt x="5768" y="8864"/>
                  <a:pt x="6211" y="8489"/>
                </a:cubicBezTo>
                <a:cubicBezTo>
                  <a:pt x="6348" y="8421"/>
                  <a:pt x="6450" y="8318"/>
                  <a:pt x="6587" y="8216"/>
                </a:cubicBezTo>
                <a:lnTo>
                  <a:pt x="6723" y="8523"/>
                </a:lnTo>
                <a:cubicBezTo>
                  <a:pt x="6450" y="8728"/>
                  <a:pt x="6211" y="8967"/>
                  <a:pt x="5938" y="9137"/>
                </a:cubicBezTo>
                <a:cubicBezTo>
                  <a:pt x="4949" y="9820"/>
                  <a:pt x="3857" y="10366"/>
                  <a:pt x="2765" y="10809"/>
                </a:cubicBezTo>
                <a:cubicBezTo>
                  <a:pt x="2662" y="10809"/>
                  <a:pt x="2594" y="10843"/>
                  <a:pt x="2560" y="10878"/>
                </a:cubicBezTo>
                <a:cubicBezTo>
                  <a:pt x="2458" y="10980"/>
                  <a:pt x="2287" y="11082"/>
                  <a:pt x="2253" y="11219"/>
                </a:cubicBezTo>
                <a:cubicBezTo>
                  <a:pt x="2219" y="11424"/>
                  <a:pt x="2423" y="11492"/>
                  <a:pt x="2526" y="11594"/>
                </a:cubicBezTo>
                <a:cubicBezTo>
                  <a:pt x="2662" y="11662"/>
                  <a:pt x="2799" y="11731"/>
                  <a:pt x="2969" y="11765"/>
                </a:cubicBezTo>
                <a:cubicBezTo>
                  <a:pt x="2901" y="11799"/>
                  <a:pt x="2833" y="11833"/>
                  <a:pt x="2765" y="11867"/>
                </a:cubicBezTo>
                <a:cubicBezTo>
                  <a:pt x="2631" y="11886"/>
                  <a:pt x="2497" y="11959"/>
                  <a:pt x="2369" y="11959"/>
                </a:cubicBezTo>
                <a:cubicBezTo>
                  <a:pt x="2269" y="11959"/>
                  <a:pt x="2172" y="11915"/>
                  <a:pt x="2082" y="11765"/>
                </a:cubicBezTo>
                <a:cubicBezTo>
                  <a:pt x="2053" y="11736"/>
                  <a:pt x="2024" y="11723"/>
                  <a:pt x="1996" y="11723"/>
                </a:cubicBezTo>
                <a:cubicBezTo>
                  <a:pt x="1925" y="11723"/>
                  <a:pt x="1858" y="11803"/>
                  <a:pt x="1809" y="11901"/>
                </a:cubicBezTo>
                <a:cubicBezTo>
                  <a:pt x="1741" y="12140"/>
                  <a:pt x="1843" y="12379"/>
                  <a:pt x="2014" y="12481"/>
                </a:cubicBezTo>
                <a:cubicBezTo>
                  <a:pt x="2111" y="12505"/>
                  <a:pt x="2207" y="12530"/>
                  <a:pt x="2304" y="12530"/>
                </a:cubicBezTo>
                <a:cubicBezTo>
                  <a:pt x="2344" y="12530"/>
                  <a:pt x="2384" y="12525"/>
                  <a:pt x="2423" y="12515"/>
                </a:cubicBezTo>
                <a:cubicBezTo>
                  <a:pt x="3311" y="12277"/>
                  <a:pt x="4164" y="11901"/>
                  <a:pt x="4914" y="11355"/>
                </a:cubicBezTo>
                <a:cubicBezTo>
                  <a:pt x="5290" y="11151"/>
                  <a:pt x="5563" y="10843"/>
                  <a:pt x="5802" y="10502"/>
                </a:cubicBezTo>
                <a:cubicBezTo>
                  <a:pt x="6041" y="10161"/>
                  <a:pt x="6348" y="9854"/>
                  <a:pt x="6689" y="9581"/>
                </a:cubicBezTo>
                <a:lnTo>
                  <a:pt x="6689" y="9581"/>
                </a:lnTo>
                <a:cubicBezTo>
                  <a:pt x="6450" y="10059"/>
                  <a:pt x="6177" y="10502"/>
                  <a:pt x="5870" y="10946"/>
                </a:cubicBezTo>
                <a:cubicBezTo>
                  <a:pt x="5768" y="11048"/>
                  <a:pt x="5631" y="11116"/>
                  <a:pt x="5495" y="11219"/>
                </a:cubicBezTo>
                <a:cubicBezTo>
                  <a:pt x="5426" y="11287"/>
                  <a:pt x="5358" y="11389"/>
                  <a:pt x="5290" y="11458"/>
                </a:cubicBezTo>
                <a:cubicBezTo>
                  <a:pt x="5256" y="11526"/>
                  <a:pt x="5222" y="11628"/>
                  <a:pt x="5119" y="11697"/>
                </a:cubicBezTo>
                <a:cubicBezTo>
                  <a:pt x="4471" y="12140"/>
                  <a:pt x="3788" y="12584"/>
                  <a:pt x="3140" y="12993"/>
                </a:cubicBezTo>
                <a:cubicBezTo>
                  <a:pt x="3089" y="13044"/>
                  <a:pt x="3012" y="13070"/>
                  <a:pt x="2935" y="13070"/>
                </a:cubicBezTo>
                <a:cubicBezTo>
                  <a:pt x="2859" y="13070"/>
                  <a:pt x="2782" y="13044"/>
                  <a:pt x="2731" y="12993"/>
                </a:cubicBezTo>
                <a:cubicBezTo>
                  <a:pt x="2702" y="12964"/>
                  <a:pt x="2655" y="12954"/>
                  <a:pt x="2610" y="12954"/>
                </a:cubicBezTo>
                <a:cubicBezTo>
                  <a:pt x="2549" y="12954"/>
                  <a:pt x="2492" y="12973"/>
                  <a:pt x="2492" y="12993"/>
                </a:cubicBezTo>
                <a:cubicBezTo>
                  <a:pt x="2458" y="13130"/>
                  <a:pt x="2458" y="13266"/>
                  <a:pt x="2492" y="13369"/>
                </a:cubicBezTo>
                <a:cubicBezTo>
                  <a:pt x="2541" y="13542"/>
                  <a:pt x="2717" y="13662"/>
                  <a:pt x="2901" y="13662"/>
                </a:cubicBezTo>
                <a:cubicBezTo>
                  <a:pt x="2970" y="13662"/>
                  <a:pt x="3041" y="13645"/>
                  <a:pt x="3106" y="13607"/>
                </a:cubicBezTo>
                <a:cubicBezTo>
                  <a:pt x="3345" y="13505"/>
                  <a:pt x="3618" y="13369"/>
                  <a:pt x="3857" y="13198"/>
                </a:cubicBezTo>
                <a:cubicBezTo>
                  <a:pt x="4130" y="13061"/>
                  <a:pt x="4369" y="12891"/>
                  <a:pt x="4607" y="12720"/>
                </a:cubicBezTo>
                <a:lnTo>
                  <a:pt x="4607" y="12720"/>
                </a:lnTo>
                <a:cubicBezTo>
                  <a:pt x="4607" y="12788"/>
                  <a:pt x="4607" y="12857"/>
                  <a:pt x="4573" y="12891"/>
                </a:cubicBezTo>
                <a:cubicBezTo>
                  <a:pt x="3857" y="13710"/>
                  <a:pt x="3004" y="14426"/>
                  <a:pt x="2116" y="15041"/>
                </a:cubicBezTo>
                <a:cubicBezTo>
                  <a:pt x="2048" y="15075"/>
                  <a:pt x="1980" y="15075"/>
                  <a:pt x="1912" y="15075"/>
                </a:cubicBezTo>
                <a:cubicBezTo>
                  <a:pt x="1707" y="15075"/>
                  <a:pt x="1605" y="15109"/>
                  <a:pt x="1605" y="15314"/>
                </a:cubicBezTo>
                <a:cubicBezTo>
                  <a:pt x="1605" y="15532"/>
                  <a:pt x="1719" y="15693"/>
                  <a:pt x="1869" y="15693"/>
                </a:cubicBezTo>
                <a:cubicBezTo>
                  <a:pt x="1883" y="15693"/>
                  <a:pt x="1897" y="15692"/>
                  <a:pt x="1912" y="15689"/>
                </a:cubicBezTo>
                <a:cubicBezTo>
                  <a:pt x="2048" y="15655"/>
                  <a:pt x="2185" y="15621"/>
                  <a:pt x="2287" y="15552"/>
                </a:cubicBezTo>
                <a:cubicBezTo>
                  <a:pt x="2765" y="15177"/>
                  <a:pt x="3242" y="14802"/>
                  <a:pt x="3720" y="14426"/>
                </a:cubicBezTo>
                <a:cubicBezTo>
                  <a:pt x="3823" y="14324"/>
                  <a:pt x="3925" y="14256"/>
                  <a:pt x="4061" y="14187"/>
                </a:cubicBezTo>
                <a:lnTo>
                  <a:pt x="4061" y="14187"/>
                </a:lnTo>
                <a:cubicBezTo>
                  <a:pt x="4027" y="14256"/>
                  <a:pt x="3993" y="14290"/>
                  <a:pt x="3993" y="14358"/>
                </a:cubicBezTo>
                <a:cubicBezTo>
                  <a:pt x="4027" y="14768"/>
                  <a:pt x="3754" y="14938"/>
                  <a:pt x="3550" y="15143"/>
                </a:cubicBezTo>
                <a:cubicBezTo>
                  <a:pt x="3242" y="15450"/>
                  <a:pt x="2901" y="15723"/>
                  <a:pt x="2492" y="15928"/>
                </a:cubicBezTo>
                <a:cubicBezTo>
                  <a:pt x="2423" y="15996"/>
                  <a:pt x="2355" y="16064"/>
                  <a:pt x="2321" y="16201"/>
                </a:cubicBezTo>
                <a:cubicBezTo>
                  <a:pt x="2321" y="16303"/>
                  <a:pt x="2423" y="16440"/>
                  <a:pt x="2560" y="16440"/>
                </a:cubicBezTo>
                <a:lnTo>
                  <a:pt x="2799" y="16440"/>
                </a:lnTo>
                <a:cubicBezTo>
                  <a:pt x="2287" y="17088"/>
                  <a:pt x="1809" y="17702"/>
                  <a:pt x="1127" y="17873"/>
                </a:cubicBezTo>
                <a:cubicBezTo>
                  <a:pt x="1024" y="17907"/>
                  <a:pt x="922" y="17941"/>
                  <a:pt x="854" y="17975"/>
                </a:cubicBezTo>
                <a:cubicBezTo>
                  <a:pt x="513" y="18146"/>
                  <a:pt x="478" y="18248"/>
                  <a:pt x="683" y="18658"/>
                </a:cubicBezTo>
                <a:lnTo>
                  <a:pt x="581" y="18658"/>
                </a:lnTo>
                <a:cubicBezTo>
                  <a:pt x="531" y="18633"/>
                  <a:pt x="486" y="18617"/>
                  <a:pt x="446" y="18617"/>
                </a:cubicBezTo>
                <a:cubicBezTo>
                  <a:pt x="379" y="18617"/>
                  <a:pt x="329" y="18664"/>
                  <a:pt x="308" y="18794"/>
                </a:cubicBezTo>
                <a:cubicBezTo>
                  <a:pt x="240" y="18931"/>
                  <a:pt x="308" y="19101"/>
                  <a:pt x="444" y="19204"/>
                </a:cubicBezTo>
                <a:cubicBezTo>
                  <a:pt x="513" y="19238"/>
                  <a:pt x="581" y="19272"/>
                  <a:pt x="649" y="19272"/>
                </a:cubicBezTo>
                <a:cubicBezTo>
                  <a:pt x="922" y="19272"/>
                  <a:pt x="1161" y="19238"/>
                  <a:pt x="1434" y="19238"/>
                </a:cubicBezTo>
                <a:cubicBezTo>
                  <a:pt x="1366" y="19306"/>
                  <a:pt x="1332" y="19408"/>
                  <a:pt x="1263" y="19477"/>
                </a:cubicBezTo>
                <a:lnTo>
                  <a:pt x="171" y="20807"/>
                </a:lnTo>
                <a:cubicBezTo>
                  <a:pt x="69" y="20910"/>
                  <a:pt x="1" y="21046"/>
                  <a:pt x="103" y="21217"/>
                </a:cubicBezTo>
                <a:cubicBezTo>
                  <a:pt x="146" y="21303"/>
                  <a:pt x="196" y="21335"/>
                  <a:pt x="246" y="21335"/>
                </a:cubicBezTo>
                <a:cubicBezTo>
                  <a:pt x="315" y="21335"/>
                  <a:pt x="385" y="21276"/>
                  <a:pt x="444" y="21217"/>
                </a:cubicBezTo>
                <a:lnTo>
                  <a:pt x="513" y="21149"/>
                </a:lnTo>
                <a:cubicBezTo>
                  <a:pt x="1127" y="20466"/>
                  <a:pt x="1673" y="19715"/>
                  <a:pt x="2151" y="18931"/>
                </a:cubicBezTo>
                <a:cubicBezTo>
                  <a:pt x="2185" y="18828"/>
                  <a:pt x="2219" y="18760"/>
                  <a:pt x="2287" y="18726"/>
                </a:cubicBezTo>
                <a:cubicBezTo>
                  <a:pt x="2696" y="18453"/>
                  <a:pt x="3106" y="18214"/>
                  <a:pt x="3584" y="17941"/>
                </a:cubicBezTo>
                <a:lnTo>
                  <a:pt x="3584" y="17941"/>
                </a:lnTo>
                <a:cubicBezTo>
                  <a:pt x="3550" y="18351"/>
                  <a:pt x="3379" y="18726"/>
                  <a:pt x="3072" y="18999"/>
                </a:cubicBezTo>
                <a:cubicBezTo>
                  <a:pt x="2799" y="19169"/>
                  <a:pt x="2560" y="19408"/>
                  <a:pt x="2287" y="19613"/>
                </a:cubicBezTo>
                <a:cubicBezTo>
                  <a:pt x="1946" y="19784"/>
                  <a:pt x="1741" y="20193"/>
                  <a:pt x="1809" y="20603"/>
                </a:cubicBezTo>
                <a:cubicBezTo>
                  <a:pt x="1707" y="20466"/>
                  <a:pt x="1707" y="20500"/>
                  <a:pt x="1605" y="20398"/>
                </a:cubicBezTo>
                <a:cubicBezTo>
                  <a:pt x="1562" y="20314"/>
                  <a:pt x="1494" y="20255"/>
                  <a:pt x="1432" y="20255"/>
                </a:cubicBezTo>
                <a:cubicBezTo>
                  <a:pt x="1394" y="20255"/>
                  <a:pt x="1358" y="20278"/>
                  <a:pt x="1332" y="20330"/>
                </a:cubicBezTo>
                <a:cubicBezTo>
                  <a:pt x="1263" y="20466"/>
                  <a:pt x="1263" y="20603"/>
                  <a:pt x="1297" y="20705"/>
                </a:cubicBezTo>
                <a:cubicBezTo>
                  <a:pt x="1332" y="20910"/>
                  <a:pt x="1502" y="21080"/>
                  <a:pt x="1707" y="21080"/>
                </a:cubicBezTo>
                <a:lnTo>
                  <a:pt x="2048" y="21080"/>
                </a:lnTo>
                <a:cubicBezTo>
                  <a:pt x="1741" y="21524"/>
                  <a:pt x="1502" y="21933"/>
                  <a:pt x="1195" y="22377"/>
                </a:cubicBezTo>
                <a:cubicBezTo>
                  <a:pt x="1304" y="22413"/>
                  <a:pt x="1404" y="22437"/>
                  <a:pt x="1495" y="22437"/>
                </a:cubicBezTo>
                <a:cubicBezTo>
                  <a:pt x="1663" y="22437"/>
                  <a:pt x="1801" y="22359"/>
                  <a:pt x="1912" y="22138"/>
                </a:cubicBezTo>
                <a:cubicBezTo>
                  <a:pt x="2151" y="21695"/>
                  <a:pt x="2423" y="21285"/>
                  <a:pt x="2696" y="20876"/>
                </a:cubicBezTo>
                <a:cubicBezTo>
                  <a:pt x="2759" y="20782"/>
                  <a:pt x="2821" y="20632"/>
                  <a:pt x="2961" y="20632"/>
                </a:cubicBezTo>
                <a:cubicBezTo>
                  <a:pt x="2974" y="20632"/>
                  <a:pt x="2988" y="20634"/>
                  <a:pt x="3004" y="20637"/>
                </a:cubicBezTo>
                <a:cubicBezTo>
                  <a:pt x="2799" y="21422"/>
                  <a:pt x="2287" y="21865"/>
                  <a:pt x="1878" y="22411"/>
                </a:cubicBezTo>
                <a:cubicBezTo>
                  <a:pt x="2037" y="22411"/>
                  <a:pt x="2166" y="22457"/>
                  <a:pt x="2264" y="22457"/>
                </a:cubicBezTo>
                <a:cubicBezTo>
                  <a:pt x="2314" y="22457"/>
                  <a:pt x="2355" y="22445"/>
                  <a:pt x="2389" y="22411"/>
                </a:cubicBezTo>
                <a:cubicBezTo>
                  <a:pt x="2594" y="22275"/>
                  <a:pt x="2799" y="22070"/>
                  <a:pt x="2935" y="21899"/>
                </a:cubicBezTo>
                <a:lnTo>
                  <a:pt x="3004" y="21933"/>
                </a:lnTo>
                <a:lnTo>
                  <a:pt x="2696" y="22445"/>
                </a:lnTo>
                <a:lnTo>
                  <a:pt x="3345" y="22445"/>
                </a:lnTo>
                <a:cubicBezTo>
                  <a:pt x="3823" y="22377"/>
                  <a:pt x="4198" y="21933"/>
                  <a:pt x="4164" y="21422"/>
                </a:cubicBezTo>
                <a:lnTo>
                  <a:pt x="5187" y="20432"/>
                </a:lnTo>
                <a:cubicBezTo>
                  <a:pt x="5209" y="20628"/>
                  <a:pt x="5287" y="20713"/>
                  <a:pt x="5402" y="20713"/>
                </a:cubicBezTo>
                <a:cubicBezTo>
                  <a:pt x="5468" y="20713"/>
                  <a:pt x="5545" y="20686"/>
                  <a:pt x="5631" y="20637"/>
                </a:cubicBezTo>
                <a:lnTo>
                  <a:pt x="5631" y="20637"/>
                </a:lnTo>
                <a:lnTo>
                  <a:pt x="5153" y="21797"/>
                </a:lnTo>
                <a:cubicBezTo>
                  <a:pt x="5119" y="21695"/>
                  <a:pt x="5051" y="21558"/>
                  <a:pt x="4983" y="21456"/>
                </a:cubicBezTo>
                <a:cubicBezTo>
                  <a:pt x="4940" y="21399"/>
                  <a:pt x="4891" y="21371"/>
                  <a:pt x="4847" y="21371"/>
                </a:cubicBezTo>
                <a:cubicBezTo>
                  <a:pt x="4784" y="21371"/>
                  <a:pt x="4730" y="21425"/>
                  <a:pt x="4710" y="21524"/>
                </a:cubicBezTo>
                <a:cubicBezTo>
                  <a:pt x="4607" y="21831"/>
                  <a:pt x="4539" y="22138"/>
                  <a:pt x="4471" y="22445"/>
                </a:cubicBezTo>
                <a:lnTo>
                  <a:pt x="5392" y="22445"/>
                </a:lnTo>
                <a:cubicBezTo>
                  <a:pt x="5529" y="22036"/>
                  <a:pt x="5768" y="21729"/>
                  <a:pt x="6109" y="21490"/>
                </a:cubicBezTo>
                <a:lnTo>
                  <a:pt x="6109" y="21490"/>
                </a:lnTo>
                <a:cubicBezTo>
                  <a:pt x="6006" y="21695"/>
                  <a:pt x="6041" y="21933"/>
                  <a:pt x="6211" y="22070"/>
                </a:cubicBezTo>
                <a:lnTo>
                  <a:pt x="6143" y="22411"/>
                </a:lnTo>
                <a:cubicBezTo>
                  <a:pt x="6215" y="22443"/>
                  <a:pt x="6279" y="22458"/>
                  <a:pt x="6338" y="22458"/>
                </a:cubicBezTo>
                <a:cubicBezTo>
                  <a:pt x="6528" y="22458"/>
                  <a:pt x="6653" y="22297"/>
                  <a:pt x="6757" y="22036"/>
                </a:cubicBezTo>
                <a:cubicBezTo>
                  <a:pt x="6859" y="21797"/>
                  <a:pt x="6996" y="21558"/>
                  <a:pt x="7132" y="21353"/>
                </a:cubicBezTo>
                <a:cubicBezTo>
                  <a:pt x="7167" y="21251"/>
                  <a:pt x="7235" y="21183"/>
                  <a:pt x="7303" y="21114"/>
                </a:cubicBezTo>
                <a:cubicBezTo>
                  <a:pt x="7474" y="21012"/>
                  <a:pt x="7678" y="20910"/>
                  <a:pt x="7917" y="20807"/>
                </a:cubicBezTo>
                <a:lnTo>
                  <a:pt x="7917" y="20807"/>
                </a:lnTo>
                <a:cubicBezTo>
                  <a:pt x="7644" y="21353"/>
                  <a:pt x="7405" y="21865"/>
                  <a:pt x="7132" y="22411"/>
                </a:cubicBezTo>
                <a:lnTo>
                  <a:pt x="7883" y="22411"/>
                </a:lnTo>
                <a:lnTo>
                  <a:pt x="8429" y="20944"/>
                </a:lnTo>
                <a:lnTo>
                  <a:pt x="8463" y="20978"/>
                </a:lnTo>
                <a:cubicBezTo>
                  <a:pt x="8429" y="21456"/>
                  <a:pt x="8395" y="21933"/>
                  <a:pt x="8327" y="22411"/>
                </a:cubicBezTo>
                <a:lnTo>
                  <a:pt x="8736" y="22411"/>
                </a:lnTo>
                <a:cubicBezTo>
                  <a:pt x="8804" y="21797"/>
                  <a:pt x="8873" y="21217"/>
                  <a:pt x="8907" y="20637"/>
                </a:cubicBezTo>
                <a:cubicBezTo>
                  <a:pt x="8941" y="20500"/>
                  <a:pt x="8941" y="20398"/>
                  <a:pt x="8907" y="20261"/>
                </a:cubicBezTo>
                <a:cubicBezTo>
                  <a:pt x="8839" y="20159"/>
                  <a:pt x="8736" y="20125"/>
                  <a:pt x="8668" y="20091"/>
                </a:cubicBezTo>
                <a:cubicBezTo>
                  <a:pt x="8804" y="19204"/>
                  <a:pt x="8907" y="18351"/>
                  <a:pt x="9043" y="17463"/>
                </a:cubicBezTo>
                <a:lnTo>
                  <a:pt x="9282" y="17497"/>
                </a:lnTo>
                <a:cubicBezTo>
                  <a:pt x="9248" y="17634"/>
                  <a:pt x="9214" y="17770"/>
                  <a:pt x="9214" y="17907"/>
                </a:cubicBezTo>
                <a:cubicBezTo>
                  <a:pt x="9214" y="18521"/>
                  <a:pt x="9214" y="19135"/>
                  <a:pt x="9248" y="19750"/>
                </a:cubicBezTo>
                <a:cubicBezTo>
                  <a:pt x="9282" y="20125"/>
                  <a:pt x="9316" y="20534"/>
                  <a:pt x="9385" y="20910"/>
                </a:cubicBezTo>
                <a:cubicBezTo>
                  <a:pt x="9419" y="21046"/>
                  <a:pt x="9487" y="21183"/>
                  <a:pt x="9555" y="21285"/>
                </a:cubicBezTo>
                <a:cubicBezTo>
                  <a:pt x="9589" y="21319"/>
                  <a:pt x="9641" y="21328"/>
                  <a:pt x="9700" y="21328"/>
                </a:cubicBezTo>
                <a:cubicBezTo>
                  <a:pt x="9760" y="21328"/>
                  <a:pt x="9828" y="21319"/>
                  <a:pt x="9896" y="21319"/>
                </a:cubicBezTo>
                <a:cubicBezTo>
                  <a:pt x="9896" y="21695"/>
                  <a:pt x="9931" y="22036"/>
                  <a:pt x="9931" y="22411"/>
                </a:cubicBezTo>
                <a:lnTo>
                  <a:pt x="10306" y="22411"/>
                </a:lnTo>
                <a:lnTo>
                  <a:pt x="10306" y="21387"/>
                </a:lnTo>
                <a:cubicBezTo>
                  <a:pt x="10374" y="21797"/>
                  <a:pt x="10442" y="22104"/>
                  <a:pt x="10511" y="22411"/>
                </a:cubicBezTo>
                <a:lnTo>
                  <a:pt x="11295" y="22411"/>
                </a:lnTo>
                <a:cubicBezTo>
                  <a:pt x="11193" y="22172"/>
                  <a:pt x="11091" y="22002"/>
                  <a:pt x="11022" y="21797"/>
                </a:cubicBezTo>
                <a:cubicBezTo>
                  <a:pt x="10750" y="21319"/>
                  <a:pt x="10613" y="20739"/>
                  <a:pt x="10613" y="20193"/>
                </a:cubicBezTo>
                <a:cubicBezTo>
                  <a:pt x="10613" y="19988"/>
                  <a:pt x="10647" y="19818"/>
                  <a:pt x="10647" y="19613"/>
                </a:cubicBezTo>
                <a:cubicBezTo>
                  <a:pt x="10671" y="19420"/>
                  <a:pt x="10627" y="19329"/>
                  <a:pt x="10526" y="19329"/>
                </a:cubicBezTo>
                <a:cubicBezTo>
                  <a:pt x="10485" y="19329"/>
                  <a:pt x="10434" y="19344"/>
                  <a:pt x="10374" y="19374"/>
                </a:cubicBezTo>
                <a:cubicBezTo>
                  <a:pt x="10306" y="19408"/>
                  <a:pt x="10272" y="19442"/>
                  <a:pt x="10238" y="19477"/>
                </a:cubicBezTo>
                <a:cubicBezTo>
                  <a:pt x="10169" y="19306"/>
                  <a:pt x="10101" y="19135"/>
                  <a:pt x="10067" y="18999"/>
                </a:cubicBezTo>
                <a:cubicBezTo>
                  <a:pt x="9760" y="17668"/>
                  <a:pt x="9658" y="16303"/>
                  <a:pt x="9828" y="14972"/>
                </a:cubicBezTo>
                <a:cubicBezTo>
                  <a:pt x="9931" y="13983"/>
                  <a:pt x="10101" y="13027"/>
                  <a:pt x="10238" y="12038"/>
                </a:cubicBezTo>
                <a:cubicBezTo>
                  <a:pt x="10272" y="11935"/>
                  <a:pt x="10306" y="11833"/>
                  <a:pt x="10340" y="11731"/>
                </a:cubicBezTo>
                <a:cubicBezTo>
                  <a:pt x="10408" y="12345"/>
                  <a:pt x="10477" y="12857"/>
                  <a:pt x="10511" y="13403"/>
                </a:cubicBezTo>
                <a:cubicBezTo>
                  <a:pt x="10579" y="13676"/>
                  <a:pt x="10545" y="13949"/>
                  <a:pt x="10511" y="14222"/>
                </a:cubicBezTo>
                <a:cubicBezTo>
                  <a:pt x="10408" y="14495"/>
                  <a:pt x="10340" y="14768"/>
                  <a:pt x="10340" y="15041"/>
                </a:cubicBezTo>
                <a:cubicBezTo>
                  <a:pt x="10374" y="15621"/>
                  <a:pt x="10374" y="16201"/>
                  <a:pt x="10408" y="16781"/>
                </a:cubicBezTo>
                <a:cubicBezTo>
                  <a:pt x="10408" y="17327"/>
                  <a:pt x="10545" y="17839"/>
                  <a:pt x="10750" y="18351"/>
                </a:cubicBezTo>
                <a:cubicBezTo>
                  <a:pt x="10784" y="18487"/>
                  <a:pt x="10818" y="18623"/>
                  <a:pt x="10818" y="18760"/>
                </a:cubicBezTo>
                <a:cubicBezTo>
                  <a:pt x="10954" y="19579"/>
                  <a:pt x="11057" y="20432"/>
                  <a:pt x="11193" y="21251"/>
                </a:cubicBezTo>
                <a:cubicBezTo>
                  <a:pt x="11261" y="21558"/>
                  <a:pt x="11330" y="21865"/>
                  <a:pt x="11466" y="22172"/>
                </a:cubicBezTo>
                <a:cubicBezTo>
                  <a:pt x="11500" y="22275"/>
                  <a:pt x="11603" y="22411"/>
                  <a:pt x="11671" y="22411"/>
                </a:cubicBezTo>
                <a:cubicBezTo>
                  <a:pt x="11790" y="22428"/>
                  <a:pt x="11910" y="22437"/>
                  <a:pt x="12029" y="22437"/>
                </a:cubicBezTo>
                <a:cubicBezTo>
                  <a:pt x="12149" y="22437"/>
                  <a:pt x="12268" y="22428"/>
                  <a:pt x="12387" y="22411"/>
                </a:cubicBezTo>
                <a:cubicBezTo>
                  <a:pt x="12251" y="21660"/>
                  <a:pt x="12114" y="20978"/>
                  <a:pt x="11978" y="20261"/>
                </a:cubicBezTo>
                <a:cubicBezTo>
                  <a:pt x="11944" y="20193"/>
                  <a:pt x="11841" y="20091"/>
                  <a:pt x="11807" y="20091"/>
                </a:cubicBezTo>
                <a:cubicBezTo>
                  <a:pt x="11739" y="20125"/>
                  <a:pt x="11671" y="20193"/>
                  <a:pt x="11637" y="20296"/>
                </a:cubicBezTo>
                <a:cubicBezTo>
                  <a:pt x="11603" y="20432"/>
                  <a:pt x="11603" y="20603"/>
                  <a:pt x="11637" y="20739"/>
                </a:cubicBezTo>
                <a:cubicBezTo>
                  <a:pt x="11705" y="21080"/>
                  <a:pt x="11773" y="21456"/>
                  <a:pt x="11841" y="21797"/>
                </a:cubicBezTo>
                <a:cubicBezTo>
                  <a:pt x="11500" y="20910"/>
                  <a:pt x="11295" y="20023"/>
                  <a:pt x="11227" y="19067"/>
                </a:cubicBezTo>
                <a:cubicBezTo>
                  <a:pt x="11261" y="19067"/>
                  <a:pt x="11295" y="19033"/>
                  <a:pt x="11295" y="19033"/>
                </a:cubicBezTo>
                <a:cubicBezTo>
                  <a:pt x="11432" y="19033"/>
                  <a:pt x="11568" y="19033"/>
                  <a:pt x="11568" y="18862"/>
                </a:cubicBezTo>
                <a:cubicBezTo>
                  <a:pt x="11568" y="18726"/>
                  <a:pt x="11500" y="18589"/>
                  <a:pt x="11432" y="18521"/>
                </a:cubicBezTo>
                <a:cubicBezTo>
                  <a:pt x="11295" y="18385"/>
                  <a:pt x="11193" y="18180"/>
                  <a:pt x="11159" y="17975"/>
                </a:cubicBezTo>
                <a:cubicBezTo>
                  <a:pt x="11159" y="17941"/>
                  <a:pt x="11091" y="17907"/>
                  <a:pt x="11091" y="17839"/>
                </a:cubicBezTo>
                <a:cubicBezTo>
                  <a:pt x="11022" y="17736"/>
                  <a:pt x="10954" y="17634"/>
                  <a:pt x="10920" y="17497"/>
                </a:cubicBezTo>
                <a:cubicBezTo>
                  <a:pt x="10818" y="16986"/>
                  <a:pt x="10784" y="16440"/>
                  <a:pt x="10715" y="15894"/>
                </a:cubicBezTo>
                <a:lnTo>
                  <a:pt x="10784" y="15860"/>
                </a:lnTo>
                <a:cubicBezTo>
                  <a:pt x="10886" y="16269"/>
                  <a:pt x="10988" y="16678"/>
                  <a:pt x="11091" y="17054"/>
                </a:cubicBezTo>
                <a:cubicBezTo>
                  <a:pt x="11295" y="17873"/>
                  <a:pt x="11637" y="18555"/>
                  <a:pt x="12285" y="18794"/>
                </a:cubicBezTo>
                <a:cubicBezTo>
                  <a:pt x="12319" y="19886"/>
                  <a:pt x="12490" y="20978"/>
                  <a:pt x="12865" y="22002"/>
                </a:cubicBezTo>
                <a:cubicBezTo>
                  <a:pt x="12978" y="22339"/>
                  <a:pt x="13031" y="22454"/>
                  <a:pt x="13171" y="22454"/>
                </a:cubicBezTo>
                <a:cubicBezTo>
                  <a:pt x="13244" y="22454"/>
                  <a:pt x="13340" y="22424"/>
                  <a:pt x="13479" y="22377"/>
                </a:cubicBezTo>
                <a:cubicBezTo>
                  <a:pt x="13036" y="21353"/>
                  <a:pt x="12763" y="20296"/>
                  <a:pt x="12695" y="19204"/>
                </a:cubicBezTo>
                <a:cubicBezTo>
                  <a:pt x="12695" y="18828"/>
                  <a:pt x="12558" y="18487"/>
                  <a:pt x="12285" y="18248"/>
                </a:cubicBezTo>
                <a:cubicBezTo>
                  <a:pt x="11705" y="17770"/>
                  <a:pt x="11500" y="17020"/>
                  <a:pt x="11330" y="16269"/>
                </a:cubicBezTo>
                <a:lnTo>
                  <a:pt x="11330" y="16269"/>
                </a:lnTo>
                <a:lnTo>
                  <a:pt x="12183" y="16951"/>
                </a:lnTo>
                <a:cubicBezTo>
                  <a:pt x="12353" y="17088"/>
                  <a:pt x="12387" y="17293"/>
                  <a:pt x="12285" y="17497"/>
                </a:cubicBezTo>
                <a:cubicBezTo>
                  <a:pt x="12251" y="17634"/>
                  <a:pt x="12251" y="17770"/>
                  <a:pt x="12353" y="17907"/>
                </a:cubicBezTo>
                <a:cubicBezTo>
                  <a:pt x="12524" y="18248"/>
                  <a:pt x="12695" y="18589"/>
                  <a:pt x="12933" y="18931"/>
                </a:cubicBezTo>
                <a:cubicBezTo>
                  <a:pt x="13206" y="19340"/>
                  <a:pt x="13377" y="19818"/>
                  <a:pt x="13411" y="20296"/>
                </a:cubicBezTo>
                <a:cubicBezTo>
                  <a:pt x="13513" y="21012"/>
                  <a:pt x="13684" y="21729"/>
                  <a:pt x="13923" y="22411"/>
                </a:cubicBezTo>
                <a:lnTo>
                  <a:pt x="14844" y="22411"/>
                </a:lnTo>
                <a:cubicBezTo>
                  <a:pt x="14947" y="22411"/>
                  <a:pt x="14981" y="22343"/>
                  <a:pt x="14981" y="22206"/>
                </a:cubicBezTo>
                <a:cubicBezTo>
                  <a:pt x="14947" y="22138"/>
                  <a:pt x="14878" y="22070"/>
                  <a:pt x="14844" y="21968"/>
                </a:cubicBezTo>
                <a:cubicBezTo>
                  <a:pt x="14605" y="21285"/>
                  <a:pt x="14401" y="20569"/>
                  <a:pt x="14298" y="19852"/>
                </a:cubicBezTo>
                <a:lnTo>
                  <a:pt x="14298" y="19852"/>
                </a:lnTo>
                <a:cubicBezTo>
                  <a:pt x="14401" y="19886"/>
                  <a:pt x="14469" y="19886"/>
                  <a:pt x="14469" y="19920"/>
                </a:cubicBezTo>
                <a:cubicBezTo>
                  <a:pt x="14640" y="20193"/>
                  <a:pt x="14742" y="20500"/>
                  <a:pt x="14810" y="20841"/>
                </a:cubicBezTo>
                <a:cubicBezTo>
                  <a:pt x="14844" y="21285"/>
                  <a:pt x="14913" y="21763"/>
                  <a:pt x="14981" y="22206"/>
                </a:cubicBezTo>
                <a:cubicBezTo>
                  <a:pt x="15070" y="22362"/>
                  <a:pt x="15173" y="22416"/>
                  <a:pt x="15291" y="22416"/>
                </a:cubicBezTo>
                <a:cubicBezTo>
                  <a:pt x="15354" y="22416"/>
                  <a:pt x="15421" y="22401"/>
                  <a:pt x="15493" y="22377"/>
                </a:cubicBezTo>
                <a:lnTo>
                  <a:pt x="15493" y="22104"/>
                </a:lnTo>
                <a:cubicBezTo>
                  <a:pt x="15552" y="22313"/>
                  <a:pt x="15743" y="22418"/>
                  <a:pt x="15949" y="22418"/>
                </a:cubicBezTo>
                <a:cubicBezTo>
                  <a:pt x="15979" y="22418"/>
                  <a:pt x="16009" y="22415"/>
                  <a:pt x="16039" y="22411"/>
                </a:cubicBezTo>
                <a:cubicBezTo>
                  <a:pt x="16346" y="22411"/>
                  <a:pt x="16687" y="22411"/>
                  <a:pt x="16994" y="22377"/>
                </a:cubicBezTo>
                <a:lnTo>
                  <a:pt x="16653" y="21729"/>
                </a:lnTo>
                <a:lnTo>
                  <a:pt x="16653" y="21729"/>
                </a:lnTo>
                <a:cubicBezTo>
                  <a:pt x="16929" y="21977"/>
                  <a:pt x="17116" y="22427"/>
                  <a:pt x="17484" y="22427"/>
                </a:cubicBezTo>
                <a:cubicBezTo>
                  <a:pt x="17571" y="22427"/>
                  <a:pt x="17668" y="22402"/>
                  <a:pt x="17779" y="22343"/>
                </a:cubicBezTo>
                <a:lnTo>
                  <a:pt x="17642" y="22138"/>
                </a:lnTo>
                <a:cubicBezTo>
                  <a:pt x="17301" y="21660"/>
                  <a:pt x="16960" y="21183"/>
                  <a:pt x="16619" y="20705"/>
                </a:cubicBezTo>
                <a:cubicBezTo>
                  <a:pt x="16448" y="20398"/>
                  <a:pt x="16277" y="20057"/>
                  <a:pt x="16141" y="19715"/>
                </a:cubicBezTo>
                <a:cubicBezTo>
                  <a:pt x="16107" y="19647"/>
                  <a:pt x="16073" y="19545"/>
                  <a:pt x="16039" y="19545"/>
                </a:cubicBezTo>
                <a:cubicBezTo>
                  <a:pt x="15697" y="19408"/>
                  <a:pt x="15663" y="19067"/>
                  <a:pt x="15561" y="18726"/>
                </a:cubicBezTo>
                <a:cubicBezTo>
                  <a:pt x="15663" y="18658"/>
                  <a:pt x="15731" y="18589"/>
                  <a:pt x="15834" y="18521"/>
                </a:cubicBezTo>
                <a:cubicBezTo>
                  <a:pt x="15940" y="18398"/>
                  <a:pt x="16027" y="18329"/>
                  <a:pt x="16106" y="18329"/>
                </a:cubicBezTo>
                <a:cubicBezTo>
                  <a:pt x="16180" y="18329"/>
                  <a:pt x="16246" y="18389"/>
                  <a:pt x="16312" y="18521"/>
                </a:cubicBezTo>
                <a:cubicBezTo>
                  <a:pt x="16516" y="18862"/>
                  <a:pt x="16721" y="19238"/>
                  <a:pt x="16960" y="19579"/>
                </a:cubicBezTo>
                <a:cubicBezTo>
                  <a:pt x="17233" y="20057"/>
                  <a:pt x="17506" y="20534"/>
                  <a:pt x="17779" y="20944"/>
                </a:cubicBezTo>
                <a:cubicBezTo>
                  <a:pt x="18086" y="21353"/>
                  <a:pt x="18461" y="21626"/>
                  <a:pt x="18939" y="21797"/>
                </a:cubicBezTo>
                <a:cubicBezTo>
                  <a:pt x="18991" y="21808"/>
                  <a:pt x="19044" y="21814"/>
                  <a:pt x="19097" y="21814"/>
                </a:cubicBezTo>
                <a:cubicBezTo>
                  <a:pt x="19357" y="21814"/>
                  <a:pt x="19616" y="21677"/>
                  <a:pt x="19758" y="21422"/>
                </a:cubicBezTo>
                <a:cubicBezTo>
                  <a:pt x="19792" y="21285"/>
                  <a:pt x="19826" y="21149"/>
                  <a:pt x="19826" y="21012"/>
                </a:cubicBezTo>
                <a:cubicBezTo>
                  <a:pt x="19826" y="20944"/>
                  <a:pt x="19792" y="20876"/>
                  <a:pt x="19724" y="20807"/>
                </a:cubicBezTo>
                <a:cubicBezTo>
                  <a:pt x="19656" y="20807"/>
                  <a:pt x="19553" y="20841"/>
                  <a:pt x="19519" y="20876"/>
                </a:cubicBezTo>
                <a:cubicBezTo>
                  <a:pt x="19451" y="20944"/>
                  <a:pt x="19417" y="21046"/>
                  <a:pt x="19383" y="21114"/>
                </a:cubicBezTo>
                <a:cubicBezTo>
                  <a:pt x="18768" y="20978"/>
                  <a:pt x="17301" y="19374"/>
                  <a:pt x="16926" y="18453"/>
                </a:cubicBezTo>
                <a:lnTo>
                  <a:pt x="16926" y="18453"/>
                </a:lnTo>
                <a:cubicBezTo>
                  <a:pt x="17062" y="18589"/>
                  <a:pt x="17233" y="18726"/>
                  <a:pt x="17404" y="18862"/>
                </a:cubicBezTo>
                <a:cubicBezTo>
                  <a:pt x="17443" y="18886"/>
                  <a:pt x="17480" y="18897"/>
                  <a:pt x="17514" y="18897"/>
                </a:cubicBezTo>
                <a:cubicBezTo>
                  <a:pt x="17628" y="18897"/>
                  <a:pt x="17703" y="18773"/>
                  <a:pt x="17676" y="18589"/>
                </a:cubicBezTo>
                <a:cubicBezTo>
                  <a:pt x="17642" y="18487"/>
                  <a:pt x="17642" y="18419"/>
                  <a:pt x="17608" y="18316"/>
                </a:cubicBezTo>
                <a:lnTo>
                  <a:pt x="17608" y="18316"/>
                </a:lnTo>
                <a:cubicBezTo>
                  <a:pt x="17779" y="18419"/>
                  <a:pt x="17949" y="18487"/>
                  <a:pt x="18154" y="18555"/>
                </a:cubicBezTo>
                <a:cubicBezTo>
                  <a:pt x="18197" y="18569"/>
                  <a:pt x="18245" y="18578"/>
                  <a:pt x="18297" y="18578"/>
                </a:cubicBezTo>
                <a:cubicBezTo>
                  <a:pt x="18370" y="18578"/>
                  <a:pt x="18450" y="18561"/>
                  <a:pt x="18530" y="18521"/>
                </a:cubicBezTo>
                <a:cubicBezTo>
                  <a:pt x="18598" y="18453"/>
                  <a:pt x="18666" y="18351"/>
                  <a:pt x="18666" y="18248"/>
                </a:cubicBezTo>
                <a:cubicBezTo>
                  <a:pt x="18666" y="18180"/>
                  <a:pt x="18530" y="18043"/>
                  <a:pt x="18461" y="18043"/>
                </a:cubicBezTo>
                <a:cubicBezTo>
                  <a:pt x="18222" y="18043"/>
                  <a:pt x="17984" y="17941"/>
                  <a:pt x="17847" y="17702"/>
                </a:cubicBezTo>
                <a:cubicBezTo>
                  <a:pt x="17506" y="17293"/>
                  <a:pt x="17131" y="16849"/>
                  <a:pt x="16789" y="16440"/>
                </a:cubicBezTo>
                <a:cubicBezTo>
                  <a:pt x="16892" y="15962"/>
                  <a:pt x="16926" y="15894"/>
                  <a:pt x="16653" y="15860"/>
                </a:cubicBezTo>
                <a:cubicBezTo>
                  <a:pt x="16380" y="15791"/>
                  <a:pt x="16209" y="15587"/>
                  <a:pt x="16073" y="15314"/>
                </a:cubicBezTo>
                <a:cubicBezTo>
                  <a:pt x="16004" y="15143"/>
                  <a:pt x="15902" y="14972"/>
                  <a:pt x="15834" y="14802"/>
                </a:cubicBezTo>
                <a:cubicBezTo>
                  <a:pt x="15779" y="14599"/>
                  <a:pt x="15743" y="14506"/>
                  <a:pt x="15679" y="14506"/>
                </a:cubicBezTo>
                <a:cubicBezTo>
                  <a:pt x="15625" y="14506"/>
                  <a:pt x="15550" y="14574"/>
                  <a:pt x="15424" y="14699"/>
                </a:cubicBezTo>
                <a:lnTo>
                  <a:pt x="15390" y="14699"/>
                </a:lnTo>
                <a:cubicBezTo>
                  <a:pt x="14947" y="13983"/>
                  <a:pt x="14674" y="13164"/>
                  <a:pt x="14537" y="12311"/>
                </a:cubicBezTo>
                <a:cubicBezTo>
                  <a:pt x="14742" y="12311"/>
                  <a:pt x="14776" y="12481"/>
                  <a:pt x="14844" y="12652"/>
                </a:cubicBezTo>
                <a:cubicBezTo>
                  <a:pt x="14981" y="13027"/>
                  <a:pt x="15117" y="13369"/>
                  <a:pt x="15288" y="13710"/>
                </a:cubicBezTo>
                <a:cubicBezTo>
                  <a:pt x="15595" y="14256"/>
                  <a:pt x="15936" y="14699"/>
                  <a:pt x="16482" y="14699"/>
                </a:cubicBezTo>
                <a:cubicBezTo>
                  <a:pt x="16619" y="15041"/>
                  <a:pt x="16755" y="15382"/>
                  <a:pt x="16926" y="15689"/>
                </a:cubicBezTo>
                <a:cubicBezTo>
                  <a:pt x="17131" y="16098"/>
                  <a:pt x="17335" y="16474"/>
                  <a:pt x="17608" y="16849"/>
                </a:cubicBezTo>
                <a:cubicBezTo>
                  <a:pt x="17745" y="17020"/>
                  <a:pt x="17915" y="17156"/>
                  <a:pt x="18120" y="17259"/>
                </a:cubicBezTo>
                <a:cubicBezTo>
                  <a:pt x="18151" y="17279"/>
                  <a:pt x="18185" y="17291"/>
                  <a:pt x="18219" y="17291"/>
                </a:cubicBezTo>
                <a:cubicBezTo>
                  <a:pt x="18296" y="17291"/>
                  <a:pt x="18369" y="17231"/>
                  <a:pt x="18393" y="17088"/>
                </a:cubicBezTo>
                <a:cubicBezTo>
                  <a:pt x="18427" y="16986"/>
                  <a:pt x="18359" y="16815"/>
                  <a:pt x="18257" y="16781"/>
                </a:cubicBezTo>
                <a:cubicBezTo>
                  <a:pt x="17984" y="16610"/>
                  <a:pt x="17745" y="16371"/>
                  <a:pt x="17642" y="16064"/>
                </a:cubicBezTo>
                <a:cubicBezTo>
                  <a:pt x="17438" y="15689"/>
                  <a:pt x="17233" y="15279"/>
                  <a:pt x="17028" y="14836"/>
                </a:cubicBezTo>
                <a:cubicBezTo>
                  <a:pt x="16994" y="14768"/>
                  <a:pt x="16960" y="14631"/>
                  <a:pt x="16892" y="14460"/>
                </a:cubicBezTo>
                <a:lnTo>
                  <a:pt x="16892" y="14460"/>
                </a:lnTo>
                <a:cubicBezTo>
                  <a:pt x="17096" y="14597"/>
                  <a:pt x="17199" y="14665"/>
                  <a:pt x="17301" y="14733"/>
                </a:cubicBezTo>
                <a:cubicBezTo>
                  <a:pt x="17438" y="14836"/>
                  <a:pt x="17608" y="14904"/>
                  <a:pt x="17745" y="14972"/>
                </a:cubicBezTo>
                <a:cubicBezTo>
                  <a:pt x="17758" y="14977"/>
                  <a:pt x="17773" y="14979"/>
                  <a:pt x="17789" y="14979"/>
                </a:cubicBezTo>
                <a:cubicBezTo>
                  <a:pt x="17889" y="14979"/>
                  <a:pt x="18013" y="14890"/>
                  <a:pt x="17984" y="14802"/>
                </a:cubicBezTo>
                <a:cubicBezTo>
                  <a:pt x="17984" y="14665"/>
                  <a:pt x="17949" y="14563"/>
                  <a:pt x="17881" y="14495"/>
                </a:cubicBezTo>
                <a:cubicBezTo>
                  <a:pt x="17711" y="14358"/>
                  <a:pt x="17540" y="14290"/>
                  <a:pt x="17369" y="14153"/>
                </a:cubicBezTo>
                <a:cubicBezTo>
                  <a:pt x="16858" y="13846"/>
                  <a:pt x="16482" y="13403"/>
                  <a:pt x="16243" y="12891"/>
                </a:cubicBezTo>
                <a:cubicBezTo>
                  <a:pt x="16346" y="12686"/>
                  <a:pt x="16448" y="12481"/>
                  <a:pt x="16209" y="12379"/>
                </a:cubicBezTo>
                <a:cubicBezTo>
                  <a:pt x="15970" y="12277"/>
                  <a:pt x="16004" y="12072"/>
                  <a:pt x="16004" y="11731"/>
                </a:cubicBezTo>
                <a:lnTo>
                  <a:pt x="16004" y="11731"/>
                </a:lnTo>
                <a:cubicBezTo>
                  <a:pt x="16141" y="11935"/>
                  <a:pt x="16209" y="12038"/>
                  <a:pt x="16277" y="12174"/>
                </a:cubicBezTo>
                <a:cubicBezTo>
                  <a:pt x="16550" y="12652"/>
                  <a:pt x="16858" y="13164"/>
                  <a:pt x="17165" y="13642"/>
                </a:cubicBezTo>
                <a:cubicBezTo>
                  <a:pt x="17267" y="13812"/>
                  <a:pt x="17404" y="13949"/>
                  <a:pt x="17540" y="14051"/>
                </a:cubicBezTo>
                <a:cubicBezTo>
                  <a:pt x="17676" y="14153"/>
                  <a:pt x="17813" y="14187"/>
                  <a:pt x="17984" y="14187"/>
                </a:cubicBezTo>
                <a:cubicBezTo>
                  <a:pt x="18018" y="14187"/>
                  <a:pt x="18120" y="14051"/>
                  <a:pt x="18154" y="13949"/>
                </a:cubicBezTo>
                <a:cubicBezTo>
                  <a:pt x="18120" y="13846"/>
                  <a:pt x="18086" y="13778"/>
                  <a:pt x="18018" y="13710"/>
                </a:cubicBezTo>
                <a:cubicBezTo>
                  <a:pt x="17711" y="13642"/>
                  <a:pt x="17540" y="13403"/>
                  <a:pt x="17369" y="13130"/>
                </a:cubicBezTo>
                <a:cubicBezTo>
                  <a:pt x="16789" y="12277"/>
                  <a:pt x="16277" y="11355"/>
                  <a:pt x="15834" y="10400"/>
                </a:cubicBezTo>
                <a:cubicBezTo>
                  <a:pt x="15834" y="10332"/>
                  <a:pt x="15800" y="10263"/>
                  <a:pt x="15800" y="10161"/>
                </a:cubicBezTo>
                <a:lnTo>
                  <a:pt x="15800" y="10161"/>
                </a:lnTo>
                <a:cubicBezTo>
                  <a:pt x="16141" y="10605"/>
                  <a:pt x="16448" y="10980"/>
                  <a:pt x="16755" y="11321"/>
                </a:cubicBezTo>
                <a:cubicBezTo>
                  <a:pt x="16994" y="11560"/>
                  <a:pt x="17233" y="11765"/>
                  <a:pt x="17506" y="11935"/>
                </a:cubicBezTo>
                <a:cubicBezTo>
                  <a:pt x="17631" y="11985"/>
                  <a:pt x="17774" y="12017"/>
                  <a:pt x="17909" y="12017"/>
                </a:cubicBezTo>
                <a:cubicBezTo>
                  <a:pt x="17958" y="12017"/>
                  <a:pt x="18006" y="12013"/>
                  <a:pt x="18052" y="12004"/>
                </a:cubicBezTo>
                <a:cubicBezTo>
                  <a:pt x="18188" y="11969"/>
                  <a:pt x="18257" y="11833"/>
                  <a:pt x="18222" y="11697"/>
                </a:cubicBezTo>
                <a:cubicBezTo>
                  <a:pt x="18154" y="11594"/>
                  <a:pt x="18086" y="11526"/>
                  <a:pt x="18018" y="11492"/>
                </a:cubicBezTo>
                <a:cubicBezTo>
                  <a:pt x="17967" y="11475"/>
                  <a:pt x="17907" y="11475"/>
                  <a:pt x="17847" y="11475"/>
                </a:cubicBezTo>
                <a:cubicBezTo>
                  <a:pt x="17787" y="11475"/>
                  <a:pt x="17728" y="11475"/>
                  <a:pt x="17676" y="11458"/>
                </a:cubicBezTo>
                <a:cubicBezTo>
                  <a:pt x="17199" y="11116"/>
                  <a:pt x="16755" y="10707"/>
                  <a:pt x="16482" y="10195"/>
                </a:cubicBezTo>
                <a:lnTo>
                  <a:pt x="16482" y="10195"/>
                </a:lnTo>
                <a:cubicBezTo>
                  <a:pt x="16585" y="10229"/>
                  <a:pt x="16687" y="10297"/>
                  <a:pt x="16789" y="10366"/>
                </a:cubicBezTo>
                <a:cubicBezTo>
                  <a:pt x="17028" y="10570"/>
                  <a:pt x="17301" y="10775"/>
                  <a:pt x="17574" y="10946"/>
                </a:cubicBezTo>
                <a:cubicBezTo>
                  <a:pt x="17611" y="10955"/>
                  <a:pt x="17650" y="10959"/>
                  <a:pt x="17691" y="10959"/>
                </a:cubicBezTo>
                <a:cubicBezTo>
                  <a:pt x="17802" y="10959"/>
                  <a:pt x="17927" y="10928"/>
                  <a:pt x="18052" y="10878"/>
                </a:cubicBezTo>
                <a:cubicBezTo>
                  <a:pt x="18188" y="10809"/>
                  <a:pt x="18222" y="10673"/>
                  <a:pt x="18188" y="10536"/>
                </a:cubicBezTo>
                <a:cubicBezTo>
                  <a:pt x="18140" y="10440"/>
                  <a:pt x="18109" y="10343"/>
                  <a:pt x="18022" y="10343"/>
                </a:cubicBezTo>
                <a:cubicBezTo>
                  <a:pt x="17987" y="10343"/>
                  <a:pt x="17941" y="10360"/>
                  <a:pt x="17881" y="10400"/>
                </a:cubicBezTo>
                <a:cubicBezTo>
                  <a:pt x="17826" y="10427"/>
                  <a:pt x="17776" y="10440"/>
                  <a:pt x="17729" y="10440"/>
                </a:cubicBezTo>
                <a:cubicBezTo>
                  <a:pt x="17601" y="10440"/>
                  <a:pt x="17494" y="10345"/>
                  <a:pt x="17369" y="10195"/>
                </a:cubicBezTo>
                <a:lnTo>
                  <a:pt x="17369" y="10195"/>
                </a:lnTo>
                <a:cubicBezTo>
                  <a:pt x="17506" y="10229"/>
                  <a:pt x="17642" y="10263"/>
                  <a:pt x="17779" y="10263"/>
                </a:cubicBezTo>
                <a:cubicBezTo>
                  <a:pt x="17847" y="10280"/>
                  <a:pt x="17924" y="10289"/>
                  <a:pt x="18001" y="10289"/>
                </a:cubicBezTo>
                <a:cubicBezTo>
                  <a:pt x="18077" y="10289"/>
                  <a:pt x="18154" y="10280"/>
                  <a:pt x="18222" y="10263"/>
                </a:cubicBezTo>
                <a:cubicBezTo>
                  <a:pt x="18427" y="10229"/>
                  <a:pt x="18530" y="10059"/>
                  <a:pt x="18530" y="9922"/>
                </a:cubicBezTo>
                <a:cubicBezTo>
                  <a:pt x="18530" y="9792"/>
                  <a:pt x="18470" y="9682"/>
                  <a:pt x="18321" y="9682"/>
                </a:cubicBezTo>
                <a:cubicBezTo>
                  <a:pt x="18275" y="9682"/>
                  <a:pt x="18219" y="9693"/>
                  <a:pt x="18154" y="9717"/>
                </a:cubicBezTo>
                <a:cubicBezTo>
                  <a:pt x="18079" y="9739"/>
                  <a:pt x="18003" y="9750"/>
                  <a:pt x="17928" y="9750"/>
                </a:cubicBezTo>
                <a:cubicBezTo>
                  <a:pt x="17768" y="9750"/>
                  <a:pt x="17612" y="9697"/>
                  <a:pt x="17472" y="9581"/>
                </a:cubicBezTo>
                <a:cubicBezTo>
                  <a:pt x="17506" y="9479"/>
                  <a:pt x="17540" y="9376"/>
                  <a:pt x="17574" y="9274"/>
                </a:cubicBezTo>
                <a:cubicBezTo>
                  <a:pt x="17574" y="9171"/>
                  <a:pt x="17540" y="9001"/>
                  <a:pt x="17472" y="8967"/>
                </a:cubicBezTo>
                <a:cubicBezTo>
                  <a:pt x="17453" y="8958"/>
                  <a:pt x="17433" y="8953"/>
                  <a:pt x="17411" y="8953"/>
                </a:cubicBezTo>
                <a:cubicBezTo>
                  <a:pt x="17351" y="8953"/>
                  <a:pt x="17283" y="8985"/>
                  <a:pt x="17233" y="9035"/>
                </a:cubicBezTo>
                <a:cubicBezTo>
                  <a:pt x="17165" y="9137"/>
                  <a:pt x="17096" y="9206"/>
                  <a:pt x="17062" y="9308"/>
                </a:cubicBezTo>
                <a:cubicBezTo>
                  <a:pt x="16653" y="9103"/>
                  <a:pt x="16312" y="8762"/>
                  <a:pt x="16039" y="8387"/>
                </a:cubicBezTo>
                <a:lnTo>
                  <a:pt x="16039" y="8387"/>
                </a:lnTo>
                <a:cubicBezTo>
                  <a:pt x="16141" y="8421"/>
                  <a:pt x="16209" y="8421"/>
                  <a:pt x="16312" y="8455"/>
                </a:cubicBezTo>
                <a:cubicBezTo>
                  <a:pt x="16585" y="8489"/>
                  <a:pt x="16858" y="8489"/>
                  <a:pt x="17131" y="8489"/>
                </a:cubicBezTo>
                <a:cubicBezTo>
                  <a:pt x="17506" y="8352"/>
                  <a:pt x="17779" y="8011"/>
                  <a:pt x="17779" y="7636"/>
                </a:cubicBezTo>
                <a:cubicBezTo>
                  <a:pt x="17779" y="7499"/>
                  <a:pt x="17745" y="7397"/>
                  <a:pt x="17676" y="7329"/>
                </a:cubicBezTo>
                <a:cubicBezTo>
                  <a:pt x="17669" y="7325"/>
                  <a:pt x="17661" y="7323"/>
                  <a:pt x="17652" y="7323"/>
                </a:cubicBezTo>
                <a:cubicBezTo>
                  <a:pt x="17580" y="7323"/>
                  <a:pt x="17468" y="7435"/>
                  <a:pt x="17438" y="7465"/>
                </a:cubicBezTo>
                <a:cubicBezTo>
                  <a:pt x="17404" y="7465"/>
                  <a:pt x="17404" y="7533"/>
                  <a:pt x="17404" y="7568"/>
                </a:cubicBezTo>
                <a:cubicBezTo>
                  <a:pt x="17340" y="7821"/>
                  <a:pt x="17101" y="8015"/>
                  <a:pt x="16849" y="8015"/>
                </a:cubicBezTo>
                <a:cubicBezTo>
                  <a:pt x="16829" y="8015"/>
                  <a:pt x="16809" y="8014"/>
                  <a:pt x="16789" y="8011"/>
                </a:cubicBezTo>
                <a:cubicBezTo>
                  <a:pt x="16653" y="7977"/>
                  <a:pt x="16516" y="7977"/>
                  <a:pt x="16380" y="7943"/>
                </a:cubicBezTo>
                <a:cubicBezTo>
                  <a:pt x="16380" y="7636"/>
                  <a:pt x="16175" y="7568"/>
                  <a:pt x="16004" y="7431"/>
                </a:cubicBezTo>
                <a:cubicBezTo>
                  <a:pt x="15561" y="7158"/>
                  <a:pt x="15151" y="6817"/>
                  <a:pt x="14708" y="6510"/>
                </a:cubicBezTo>
                <a:cubicBezTo>
                  <a:pt x="14605" y="6373"/>
                  <a:pt x="14503" y="6237"/>
                  <a:pt x="14435" y="6100"/>
                </a:cubicBezTo>
                <a:cubicBezTo>
                  <a:pt x="14571" y="6066"/>
                  <a:pt x="14742" y="6066"/>
                  <a:pt x="14913" y="6032"/>
                </a:cubicBezTo>
                <a:cubicBezTo>
                  <a:pt x="15049" y="5998"/>
                  <a:pt x="15220" y="5964"/>
                  <a:pt x="15220" y="5691"/>
                </a:cubicBezTo>
                <a:cubicBezTo>
                  <a:pt x="15197" y="5509"/>
                  <a:pt x="15113" y="5479"/>
                  <a:pt x="15020" y="5479"/>
                </a:cubicBezTo>
                <a:cubicBezTo>
                  <a:pt x="14973" y="5479"/>
                  <a:pt x="14924" y="5486"/>
                  <a:pt x="14878" y="5486"/>
                </a:cubicBezTo>
                <a:cubicBezTo>
                  <a:pt x="14839" y="5490"/>
                  <a:pt x="14800" y="5493"/>
                  <a:pt x="14760" y="5493"/>
                </a:cubicBezTo>
                <a:cubicBezTo>
                  <a:pt x="14487" y="5493"/>
                  <a:pt x="14204" y="5392"/>
                  <a:pt x="14025" y="5213"/>
                </a:cubicBezTo>
                <a:cubicBezTo>
                  <a:pt x="13957" y="5179"/>
                  <a:pt x="13855" y="5077"/>
                  <a:pt x="13855" y="5008"/>
                </a:cubicBezTo>
                <a:cubicBezTo>
                  <a:pt x="13889" y="4838"/>
                  <a:pt x="13786" y="4667"/>
                  <a:pt x="13616" y="4565"/>
                </a:cubicBezTo>
                <a:cubicBezTo>
                  <a:pt x="13172" y="4258"/>
                  <a:pt x="12831" y="3848"/>
                  <a:pt x="12592" y="3370"/>
                </a:cubicBezTo>
                <a:cubicBezTo>
                  <a:pt x="12012" y="2415"/>
                  <a:pt x="11637" y="1323"/>
                  <a:pt x="11568" y="197"/>
                </a:cubicBezTo>
                <a:cubicBezTo>
                  <a:pt x="11568" y="70"/>
                  <a:pt x="11493" y="0"/>
                  <a:pt x="1141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3" name="Google Shape;2793;p14"/>
          <p:cNvSpPr/>
          <p:nvPr/>
        </p:nvSpPr>
        <p:spPr>
          <a:xfrm>
            <a:off x="71640" y="4723920"/>
            <a:ext cx="368280" cy="418320"/>
          </a:xfrm>
          <a:custGeom>
            <a:avLst/>
            <a:gdLst>
              <a:gd name="textAreaLeft" fmla="*/ 0 w 368280"/>
              <a:gd name="textAreaRight" fmla="*/ 368640 w 368280"/>
              <a:gd name="textAreaTop" fmla="*/ 0 h 418320"/>
              <a:gd name="textAreaBottom" fmla="*/ 418680 h 418320"/>
            </a:gdLst>
            <a:ahLst/>
            <a:cxnLst/>
            <a:rect l="textAreaLeft" t="textAreaTop" r="textAreaRight" b="textAreaBottom"/>
            <a:pathLst>
              <a:path w="19792" h="22479">
                <a:moveTo>
                  <a:pt x="9453" y="2226"/>
                </a:moveTo>
                <a:lnTo>
                  <a:pt x="9453" y="2226"/>
                </a:lnTo>
                <a:cubicBezTo>
                  <a:pt x="9111" y="2874"/>
                  <a:pt x="8702" y="3488"/>
                  <a:pt x="8190" y="4034"/>
                </a:cubicBezTo>
                <a:lnTo>
                  <a:pt x="8054" y="3863"/>
                </a:lnTo>
                <a:cubicBezTo>
                  <a:pt x="8429" y="3249"/>
                  <a:pt x="8907" y="2703"/>
                  <a:pt x="9453" y="2226"/>
                </a:cubicBezTo>
                <a:close/>
                <a:moveTo>
                  <a:pt x="12217" y="5774"/>
                </a:moveTo>
                <a:lnTo>
                  <a:pt x="12217" y="5774"/>
                </a:lnTo>
                <a:cubicBezTo>
                  <a:pt x="12455" y="6116"/>
                  <a:pt x="12694" y="6423"/>
                  <a:pt x="12933" y="6764"/>
                </a:cubicBezTo>
                <a:cubicBezTo>
                  <a:pt x="12865" y="6900"/>
                  <a:pt x="12831" y="7003"/>
                  <a:pt x="12797" y="7105"/>
                </a:cubicBezTo>
                <a:lnTo>
                  <a:pt x="12763" y="7105"/>
                </a:lnTo>
                <a:cubicBezTo>
                  <a:pt x="12558" y="7105"/>
                  <a:pt x="12421" y="6969"/>
                  <a:pt x="12387" y="6696"/>
                </a:cubicBezTo>
                <a:cubicBezTo>
                  <a:pt x="12285" y="6389"/>
                  <a:pt x="12251" y="6081"/>
                  <a:pt x="12217" y="5774"/>
                </a:cubicBezTo>
                <a:close/>
                <a:moveTo>
                  <a:pt x="6416" y="7480"/>
                </a:moveTo>
                <a:lnTo>
                  <a:pt x="6416" y="7549"/>
                </a:lnTo>
                <a:lnTo>
                  <a:pt x="6143" y="7651"/>
                </a:lnTo>
                <a:lnTo>
                  <a:pt x="6416" y="7480"/>
                </a:lnTo>
                <a:close/>
                <a:moveTo>
                  <a:pt x="10920" y="6730"/>
                </a:moveTo>
                <a:cubicBezTo>
                  <a:pt x="11056" y="7173"/>
                  <a:pt x="11193" y="7617"/>
                  <a:pt x="11329" y="8095"/>
                </a:cubicBezTo>
                <a:cubicBezTo>
                  <a:pt x="11022" y="7822"/>
                  <a:pt x="10920" y="7446"/>
                  <a:pt x="10920" y="6764"/>
                </a:cubicBezTo>
                <a:lnTo>
                  <a:pt x="10920" y="6730"/>
                </a:lnTo>
                <a:close/>
                <a:moveTo>
                  <a:pt x="14878" y="8026"/>
                </a:moveTo>
                <a:lnTo>
                  <a:pt x="15254" y="8231"/>
                </a:lnTo>
                <a:cubicBezTo>
                  <a:pt x="15194" y="8257"/>
                  <a:pt x="15145" y="8267"/>
                  <a:pt x="15103" y="8267"/>
                </a:cubicBezTo>
                <a:cubicBezTo>
                  <a:pt x="14978" y="8267"/>
                  <a:pt x="14921" y="8171"/>
                  <a:pt x="14844" y="8095"/>
                </a:cubicBezTo>
                <a:lnTo>
                  <a:pt x="14878" y="8026"/>
                </a:lnTo>
                <a:close/>
                <a:moveTo>
                  <a:pt x="6143" y="7651"/>
                </a:moveTo>
                <a:lnTo>
                  <a:pt x="6143" y="7651"/>
                </a:lnTo>
                <a:cubicBezTo>
                  <a:pt x="6109" y="7685"/>
                  <a:pt x="6109" y="7753"/>
                  <a:pt x="6109" y="7753"/>
                </a:cubicBezTo>
                <a:cubicBezTo>
                  <a:pt x="5699" y="7924"/>
                  <a:pt x="5324" y="8129"/>
                  <a:pt x="4948" y="8299"/>
                </a:cubicBezTo>
                <a:cubicBezTo>
                  <a:pt x="4901" y="8331"/>
                  <a:pt x="4846" y="8355"/>
                  <a:pt x="4794" y="8355"/>
                </a:cubicBezTo>
                <a:cubicBezTo>
                  <a:pt x="4734" y="8355"/>
                  <a:pt x="4678" y="8323"/>
                  <a:pt x="4641" y="8231"/>
                </a:cubicBezTo>
                <a:lnTo>
                  <a:pt x="6143" y="7651"/>
                </a:lnTo>
                <a:close/>
                <a:moveTo>
                  <a:pt x="7269" y="8265"/>
                </a:moveTo>
                <a:lnTo>
                  <a:pt x="7337" y="8334"/>
                </a:lnTo>
                <a:lnTo>
                  <a:pt x="6962" y="9084"/>
                </a:lnTo>
                <a:cubicBezTo>
                  <a:pt x="6893" y="8811"/>
                  <a:pt x="6859" y="8675"/>
                  <a:pt x="6859" y="8538"/>
                </a:cubicBezTo>
                <a:lnTo>
                  <a:pt x="7269" y="8265"/>
                </a:lnTo>
                <a:close/>
                <a:moveTo>
                  <a:pt x="11909" y="3454"/>
                </a:moveTo>
                <a:cubicBezTo>
                  <a:pt x="12728" y="4751"/>
                  <a:pt x="13650" y="5911"/>
                  <a:pt x="14537" y="7242"/>
                </a:cubicBezTo>
                <a:cubicBezTo>
                  <a:pt x="14515" y="7244"/>
                  <a:pt x="14492" y="7245"/>
                  <a:pt x="14470" y="7245"/>
                </a:cubicBezTo>
                <a:cubicBezTo>
                  <a:pt x="14186" y="7245"/>
                  <a:pt x="13918" y="7049"/>
                  <a:pt x="13854" y="6764"/>
                </a:cubicBezTo>
                <a:cubicBezTo>
                  <a:pt x="13786" y="6559"/>
                  <a:pt x="13718" y="6354"/>
                  <a:pt x="13616" y="6150"/>
                </a:cubicBezTo>
                <a:cubicBezTo>
                  <a:pt x="13582" y="6081"/>
                  <a:pt x="13479" y="6013"/>
                  <a:pt x="13411" y="6013"/>
                </a:cubicBezTo>
                <a:cubicBezTo>
                  <a:pt x="13343" y="6047"/>
                  <a:pt x="13274" y="6150"/>
                  <a:pt x="13274" y="6252"/>
                </a:cubicBezTo>
                <a:cubicBezTo>
                  <a:pt x="13240" y="6354"/>
                  <a:pt x="13274" y="6457"/>
                  <a:pt x="13309" y="6559"/>
                </a:cubicBezTo>
                <a:cubicBezTo>
                  <a:pt x="13582" y="7378"/>
                  <a:pt x="14093" y="8129"/>
                  <a:pt x="14776" y="8675"/>
                </a:cubicBezTo>
                <a:cubicBezTo>
                  <a:pt x="14810" y="8709"/>
                  <a:pt x="14844" y="8743"/>
                  <a:pt x="14878" y="8743"/>
                </a:cubicBezTo>
                <a:cubicBezTo>
                  <a:pt x="14988" y="8812"/>
                  <a:pt x="15065" y="8853"/>
                  <a:pt x="15128" y="8853"/>
                </a:cubicBezTo>
                <a:cubicBezTo>
                  <a:pt x="15223" y="8853"/>
                  <a:pt x="15288" y="8763"/>
                  <a:pt x="15390" y="8538"/>
                </a:cubicBezTo>
                <a:lnTo>
                  <a:pt x="15527" y="8743"/>
                </a:lnTo>
                <a:cubicBezTo>
                  <a:pt x="15288" y="8845"/>
                  <a:pt x="15219" y="9050"/>
                  <a:pt x="15322" y="9357"/>
                </a:cubicBezTo>
                <a:cubicBezTo>
                  <a:pt x="15083" y="9357"/>
                  <a:pt x="14878" y="9255"/>
                  <a:pt x="14776" y="9118"/>
                </a:cubicBezTo>
                <a:cubicBezTo>
                  <a:pt x="14196" y="8572"/>
                  <a:pt x="13718" y="7958"/>
                  <a:pt x="13309" y="7310"/>
                </a:cubicBezTo>
                <a:cubicBezTo>
                  <a:pt x="13138" y="7139"/>
                  <a:pt x="13104" y="6900"/>
                  <a:pt x="13240" y="6696"/>
                </a:cubicBezTo>
                <a:cubicBezTo>
                  <a:pt x="13240" y="6593"/>
                  <a:pt x="13206" y="6457"/>
                  <a:pt x="13138" y="6354"/>
                </a:cubicBezTo>
                <a:cubicBezTo>
                  <a:pt x="13036" y="6184"/>
                  <a:pt x="12899" y="5979"/>
                  <a:pt x="12763" y="5808"/>
                </a:cubicBezTo>
                <a:cubicBezTo>
                  <a:pt x="12353" y="5194"/>
                  <a:pt x="12080" y="4546"/>
                  <a:pt x="11909" y="3829"/>
                </a:cubicBezTo>
                <a:cubicBezTo>
                  <a:pt x="11875" y="3727"/>
                  <a:pt x="11841" y="3625"/>
                  <a:pt x="11841" y="3522"/>
                </a:cubicBezTo>
                <a:lnTo>
                  <a:pt x="11909" y="3454"/>
                </a:lnTo>
                <a:close/>
                <a:moveTo>
                  <a:pt x="15731" y="9084"/>
                </a:moveTo>
                <a:lnTo>
                  <a:pt x="16072" y="9562"/>
                </a:lnTo>
                <a:cubicBezTo>
                  <a:pt x="15834" y="9460"/>
                  <a:pt x="15834" y="9460"/>
                  <a:pt x="15731" y="9084"/>
                </a:cubicBezTo>
                <a:close/>
                <a:moveTo>
                  <a:pt x="10613" y="3522"/>
                </a:moveTo>
                <a:cubicBezTo>
                  <a:pt x="10647" y="3966"/>
                  <a:pt x="10681" y="4341"/>
                  <a:pt x="10715" y="4819"/>
                </a:cubicBezTo>
                <a:cubicBezTo>
                  <a:pt x="10442" y="4853"/>
                  <a:pt x="10408" y="5126"/>
                  <a:pt x="10408" y="5399"/>
                </a:cubicBezTo>
                <a:cubicBezTo>
                  <a:pt x="10374" y="6081"/>
                  <a:pt x="10408" y="6764"/>
                  <a:pt x="10545" y="7446"/>
                </a:cubicBezTo>
                <a:cubicBezTo>
                  <a:pt x="10579" y="7549"/>
                  <a:pt x="10579" y="7617"/>
                  <a:pt x="10579" y="7719"/>
                </a:cubicBezTo>
                <a:cubicBezTo>
                  <a:pt x="10408" y="8334"/>
                  <a:pt x="10442" y="8948"/>
                  <a:pt x="10613" y="9528"/>
                </a:cubicBezTo>
                <a:cubicBezTo>
                  <a:pt x="10681" y="10006"/>
                  <a:pt x="10647" y="10483"/>
                  <a:pt x="10545" y="10961"/>
                </a:cubicBezTo>
                <a:cubicBezTo>
                  <a:pt x="10510" y="11029"/>
                  <a:pt x="10476" y="11098"/>
                  <a:pt x="10442" y="11166"/>
                </a:cubicBezTo>
                <a:cubicBezTo>
                  <a:pt x="10300" y="11042"/>
                  <a:pt x="10232" y="10982"/>
                  <a:pt x="10166" y="10982"/>
                </a:cubicBezTo>
                <a:cubicBezTo>
                  <a:pt x="10105" y="10982"/>
                  <a:pt x="10045" y="11033"/>
                  <a:pt x="9930" y="11132"/>
                </a:cubicBezTo>
                <a:cubicBezTo>
                  <a:pt x="9794" y="10825"/>
                  <a:pt x="9760" y="10483"/>
                  <a:pt x="9794" y="10176"/>
                </a:cubicBezTo>
                <a:cubicBezTo>
                  <a:pt x="9862" y="9289"/>
                  <a:pt x="9930" y="8436"/>
                  <a:pt x="10033" y="7583"/>
                </a:cubicBezTo>
                <a:cubicBezTo>
                  <a:pt x="10067" y="7003"/>
                  <a:pt x="10169" y="6423"/>
                  <a:pt x="10272" y="5877"/>
                </a:cubicBezTo>
                <a:cubicBezTo>
                  <a:pt x="10306" y="5604"/>
                  <a:pt x="10306" y="5365"/>
                  <a:pt x="10101" y="5262"/>
                </a:cubicBezTo>
                <a:lnTo>
                  <a:pt x="10545" y="3522"/>
                </a:lnTo>
                <a:close/>
                <a:moveTo>
                  <a:pt x="9282" y="10620"/>
                </a:moveTo>
                <a:lnTo>
                  <a:pt x="9316" y="10654"/>
                </a:lnTo>
                <a:lnTo>
                  <a:pt x="9350" y="10654"/>
                </a:lnTo>
                <a:cubicBezTo>
                  <a:pt x="9316" y="10961"/>
                  <a:pt x="9316" y="11234"/>
                  <a:pt x="9282" y="11575"/>
                </a:cubicBezTo>
                <a:lnTo>
                  <a:pt x="9282" y="10620"/>
                </a:lnTo>
                <a:close/>
                <a:moveTo>
                  <a:pt x="12626" y="7685"/>
                </a:moveTo>
                <a:cubicBezTo>
                  <a:pt x="13070" y="7788"/>
                  <a:pt x="13104" y="7753"/>
                  <a:pt x="13616" y="8572"/>
                </a:cubicBezTo>
                <a:cubicBezTo>
                  <a:pt x="13582" y="8607"/>
                  <a:pt x="13547" y="8607"/>
                  <a:pt x="13513" y="8641"/>
                </a:cubicBezTo>
                <a:cubicBezTo>
                  <a:pt x="13343" y="8777"/>
                  <a:pt x="13343" y="8948"/>
                  <a:pt x="13513" y="9084"/>
                </a:cubicBezTo>
                <a:cubicBezTo>
                  <a:pt x="13650" y="9187"/>
                  <a:pt x="13820" y="9289"/>
                  <a:pt x="13991" y="9391"/>
                </a:cubicBezTo>
                <a:cubicBezTo>
                  <a:pt x="14196" y="9494"/>
                  <a:pt x="14366" y="9562"/>
                  <a:pt x="14571" y="9664"/>
                </a:cubicBezTo>
                <a:cubicBezTo>
                  <a:pt x="15049" y="9869"/>
                  <a:pt x="15390" y="10244"/>
                  <a:pt x="15561" y="10722"/>
                </a:cubicBezTo>
                <a:cubicBezTo>
                  <a:pt x="15629" y="10995"/>
                  <a:pt x="15765" y="11234"/>
                  <a:pt x="15868" y="11507"/>
                </a:cubicBezTo>
                <a:cubicBezTo>
                  <a:pt x="15691" y="11389"/>
                  <a:pt x="15585" y="11323"/>
                  <a:pt x="15512" y="11323"/>
                </a:cubicBezTo>
                <a:cubicBezTo>
                  <a:pt x="15416" y="11323"/>
                  <a:pt x="15380" y="11440"/>
                  <a:pt x="15322" y="11712"/>
                </a:cubicBezTo>
                <a:lnTo>
                  <a:pt x="15015" y="11882"/>
                </a:lnTo>
                <a:cubicBezTo>
                  <a:pt x="14878" y="11405"/>
                  <a:pt x="14742" y="10927"/>
                  <a:pt x="14605" y="10483"/>
                </a:cubicBezTo>
                <a:cubicBezTo>
                  <a:pt x="14605" y="10381"/>
                  <a:pt x="14571" y="10279"/>
                  <a:pt x="14537" y="10176"/>
                </a:cubicBezTo>
                <a:cubicBezTo>
                  <a:pt x="14469" y="10074"/>
                  <a:pt x="14400" y="10040"/>
                  <a:pt x="14298" y="10040"/>
                </a:cubicBezTo>
                <a:cubicBezTo>
                  <a:pt x="14264" y="10040"/>
                  <a:pt x="14196" y="10210"/>
                  <a:pt x="14196" y="10279"/>
                </a:cubicBezTo>
                <a:cubicBezTo>
                  <a:pt x="14196" y="10483"/>
                  <a:pt x="14264" y="10688"/>
                  <a:pt x="14298" y="10859"/>
                </a:cubicBezTo>
                <a:cubicBezTo>
                  <a:pt x="14332" y="10927"/>
                  <a:pt x="14332" y="10995"/>
                  <a:pt x="14332" y="11098"/>
                </a:cubicBezTo>
                <a:cubicBezTo>
                  <a:pt x="14059" y="10893"/>
                  <a:pt x="13889" y="10586"/>
                  <a:pt x="13820" y="10244"/>
                </a:cubicBezTo>
                <a:cubicBezTo>
                  <a:pt x="13758" y="10035"/>
                  <a:pt x="13733" y="9954"/>
                  <a:pt x="13653" y="9954"/>
                </a:cubicBezTo>
                <a:cubicBezTo>
                  <a:pt x="13603" y="9954"/>
                  <a:pt x="13530" y="9987"/>
                  <a:pt x="13411" y="10040"/>
                </a:cubicBezTo>
                <a:cubicBezTo>
                  <a:pt x="13070" y="9255"/>
                  <a:pt x="12797" y="8470"/>
                  <a:pt x="12592" y="7685"/>
                </a:cubicBezTo>
                <a:close/>
                <a:moveTo>
                  <a:pt x="9896" y="11439"/>
                </a:moveTo>
                <a:lnTo>
                  <a:pt x="9896" y="11439"/>
                </a:lnTo>
                <a:cubicBezTo>
                  <a:pt x="9828" y="11678"/>
                  <a:pt x="9794" y="11882"/>
                  <a:pt x="9760" y="12155"/>
                </a:cubicBezTo>
                <a:cubicBezTo>
                  <a:pt x="9657" y="11609"/>
                  <a:pt x="9657" y="11609"/>
                  <a:pt x="9896" y="11439"/>
                </a:cubicBezTo>
                <a:close/>
                <a:moveTo>
                  <a:pt x="5426" y="12053"/>
                </a:moveTo>
                <a:lnTo>
                  <a:pt x="5460" y="12087"/>
                </a:lnTo>
                <a:lnTo>
                  <a:pt x="5460" y="12087"/>
                </a:lnTo>
                <a:cubicBezTo>
                  <a:pt x="5426" y="12224"/>
                  <a:pt x="5358" y="12326"/>
                  <a:pt x="5290" y="12497"/>
                </a:cubicBezTo>
                <a:lnTo>
                  <a:pt x="5119" y="12326"/>
                </a:lnTo>
                <a:lnTo>
                  <a:pt x="5426" y="12053"/>
                </a:lnTo>
                <a:close/>
                <a:moveTo>
                  <a:pt x="8702" y="9187"/>
                </a:moveTo>
                <a:cubicBezTo>
                  <a:pt x="8600" y="9596"/>
                  <a:pt x="8497" y="10006"/>
                  <a:pt x="8395" y="10415"/>
                </a:cubicBezTo>
                <a:cubicBezTo>
                  <a:pt x="8327" y="10825"/>
                  <a:pt x="8224" y="11200"/>
                  <a:pt x="8019" y="11575"/>
                </a:cubicBezTo>
                <a:cubicBezTo>
                  <a:pt x="7781" y="11848"/>
                  <a:pt x="7815" y="12394"/>
                  <a:pt x="7439" y="12565"/>
                </a:cubicBezTo>
                <a:cubicBezTo>
                  <a:pt x="7381" y="12447"/>
                  <a:pt x="7372" y="12203"/>
                  <a:pt x="7262" y="12203"/>
                </a:cubicBezTo>
                <a:cubicBezTo>
                  <a:pt x="7245" y="12203"/>
                  <a:pt x="7224" y="12209"/>
                  <a:pt x="7200" y="12224"/>
                </a:cubicBezTo>
                <a:cubicBezTo>
                  <a:pt x="7064" y="12292"/>
                  <a:pt x="6962" y="12428"/>
                  <a:pt x="6859" y="12565"/>
                </a:cubicBezTo>
                <a:lnTo>
                  <a:pt x="6791" y="12531"/>
                </a:lnTo>
                <a:cubicBezTo>
                  <a:pt x="7064" y="11985"/>
                  <a:pt x="7303" y="11473"/>
                  <a:pt x="7576" y="10995"/>
                </a:cubicBezTo>
                <a:cubicBezTo>
                  <a:pt x="7576" y="10961"/>
                  <a:pt x="7610" y="10893"/>
                  <a:pt x="7644" y="10893"/>
                </a:cubicBezTo>
                <a:cubicBezTo>
                  <a:pt x="8088" y="10688"/>
                  <a:pt x="8190" y="10142"/>
                  <a:pt x="8429" y="9698"/>
                </a:cubicBezTo>
                <a:cubicBezTo>
                  <a:pt x="8463" y="9528"/>
                  <a:pt x="8565" y="9357"/>
                  <a:pt x="8702" y="9187"/>
                </a:cubicBezTo>
                <a:close/>
                <a:moveTo>
                  <a:pt x="7030" y="10927"/>
                </a:moveTo>
                <a:lnTo>
                  <a:pt x="7064" y="10995"/>
                </a:lnTo>
                <a:lnTo>
                  <a:pt x="6211" y="12633"/>
                </a:lnTo>
                <a:lnTo>
                  <a:pt x="5904" y="12258"/>
                </a:lnTo>
                <a:cubicBezTo>
                  <a:pt x="6006" y="11985"/>
                  <a:pt x="6109" y="11678"/>
                  <a:pt x="6450" y="11575"/>
                </a:cubicBezTo>
                <a:cubicBezTo>
                  <a:pt x="6552" y="11541"/>
                  <a:pt x="6655" y="11371"/>
                  <a:pt x="6723" y="11268"/>
                </a:cubicBezTo>
                <a:cubicBezTo>
                  <a:pt x="6825" y="11166"/>
                  <a:pt x="6928" y="11063"/>
                  <a:pt x="7030" y="10927"/>
                </a:cubicBezTo>
                <a:close/>
                <a:moveTo>
                  <a:pt x="15765" y="12974"/>
                </a:moveTo>
                <a:lnTo>
                  <a:pt x="16072" y="13793"/>
                </a:lnTo>
                <a:lnTo>
                  <a:pt x="15970" y="13827"/>
                </a:lnTo>
                <a:lnTo>
                  <a:pt x="15663" y="13043"/>
                </a:lnTo>
                <a:lnTo>
                  <a:pt x="15765" y="12974"/>
                </a:lnTo>
                <a:close/>
                <a:moveTo>
                  <a:pt x="4710" y="13418"/>
                </a:moveTo>
                <a:lnTo>
                  <a:pt x="4710" y="13418"/>
                </a:lnTo>
                <a:cubicBezTo>
                  <a:pt x="4573" y="13793"/>
                  <a:pt x="4437" y="14134"/>
                  <a:pt x="4061" y="14134"/>
                </a:cubicBezTo>
                <a:lnTo>
                  <a:pt x="4710" y="13418"/>
                </a:lnTo>
                <a:close/>
                <a:moveTo>
                  <a:pt x="5972" y="13145"/>
                </a:moveTo>
                <a:lnTo>
                  <a:pt x="5972" y="13145"/>
                </a:lnTo>
                <a:cubicBezTo>
                  <a:pt x="5631" y="14373"/>
                  <a:pt x="4880" y="14783"/>
                  <a:pt x="4198" y="15329"/>
                </a:cubicBezTo>
                <a:lnTo>
                  <a:pt x="4129" y="15226"/>
                </a:lnTo>
                <a:lnTo>
                  <a:pt x="5972" y="13145"/>
                </a:lnTo>
                <a:close/>
                <a:moveTo>
                  <a:pt x="11398" y="12326"/>
                </a:moveTo>
                <a:cubicBezTo>
                  <a:pt x="11636" y="12565"/>
                  <a:pt x="11773" y="12906"/>
                  <a:pt x="11773" y="13247"/>
                </a:cubicBezTo>
                <a:cubicBezTo>
                  <a:pt x="11841" y="13998"/>
                  <a:pt x="11978" y="14749"/>
                  <a:pt x="12080" y="15499"/>
                </a:cubicBezTo>
                <a:cubicBezTo>
                  <a:pt x="12080" y="15670"/>
                  <a:pt x="12148" y="15807"/>
                  <a:pt x="12148" y="15943"/>
                </a:cubicBezTo>
                <a:cubicBezTo>
                  <a:pt x="11705" y="15465"/>
                  <a:pt x="11466" y="14885"/>
                  <a:pt x="11398" y="14271"/>
                </a:cubicBezTo>
                <a:cubicBezTo>
                  <a:pt x="11329" y="13623"/>
                  <a:pt x="11159" y="13008"/>
                  <a:pt x="11398" y="12326"/>
                </a:cubicBezTo>
                <a:close/>
                <a:moveTo>
                  <a:pt x="4778" y="15875"/>
                </a:moveTo>
                <a:lnTo>
                  <a:pt x="4812" y="15943"/>
                </a:lnTo>
                <a:lnTo>
                  <a:pt x="4846" y="15943"/>
                </a:lnTo>
                <a:cubicBezTo>
                  <a:pt x="4710" y="16216"/>
                  <a:pt x="4607" y="16455"/>
                  <a:pt x="4471" y="16796"/>
                </a:cubicBezTo>
                <a:cubicBezTo>
                  <a:pt x="4402" y="16591"/>
                  <a:pt x="4368" y="16455"/>
                  <a:pt x="4334" y="16250"/>
                </a:cubicBezTo>
                <a:cubicBezTo>
                  <a:pt x="4471" y="16148"/>
                  <a:pt x="4641" y="16011"/>
                  <a:pt x="4778" y="15875"/>
                </a:cubicBezTo>
                <a:close/>
                <a:moveTo>
                  <a:pt x="7064" y="12974"/>
                </a:moveTo>
                <a:lnTo>
                  <a:pt x="7542" y="13213"/>
                </a:lnTo>
                <a:cubicBezTo>
                  <a:pt x="7371" y="13623"/>
                  <a:pt x="7235" y="13998"/>
                  <a:pt x="7098" y="14373"/>
                </a:cubicBezTo>
                <a:cubicBezTo>
                  <a:pt x="7063" y="14366"/>
                  <a:pt x="7028" y="14362"/>
                  <a:pt x="6992" y="14362"/>
                </a:cubicBezTo>
                <a:cubicBezTo>
                  <a:pt x="6716" y="14362"/>
                  <a:pt x="6434" y="14591"/>
                  <a:pt x="6313" y="14953"/>
                </a:cubicBezTo>
                <a:cubicBezTo>
                  <a:pt x="6040" y="15636"/>
                  <a:pt x="5665" y="16216"/>
                  <a:pt x="5153" y="16728"/>
                </a:cubicBezTo>
                <a:cubicBezTo>
                  <a:pt x="5085" y="16762"/>
                  <a:pt x="5051" y="16796"/>
                  <a:pt x="4983" y="16864"/>
                </a:cubicBezTo>
                <a:cubicBezTo>
                  <a:pt x="5187" y="16148"/>
                  <a:pt x="5494" y="15431"/>
                  <a:pt x="5836" y="14749"/>
                </a:cubicBezTo>
                <a:cubicBezTo>
                  <a:pt x="6245" y="14134"/>
                  <a:pt x="6655" y="13554"/>
                  <a:pt x="7064" y="12974"/>
                </a:cubicBezTo>
                <a:close/>
                <a:moveTo>
                  <a:pt x="15970" y="16421"/>
                </a:moveTo>
                <a:cubicBezTo>
                  <a:pt x="16175" y="16421"/>
                  <a:pt x="16345" y="16591"/>
                  <a:pt x="16414" y="16796"/>
                </a:cubicBezTo>
                <a:cubicBezTo>
                  <a:pt x="16584" y="17137"/>
                  <a:pt x="16755" y="17479"/>
                  <a:pt x="16926" y="17786"/>
                </a:cubicBezTo>
                <a:cubicBezTo>
                  <a:pt x="16482" y="17444"/>
                  <a:pt x="16107" y="16967"/>
                  <a:pt x="15970" y="16421"/>
                </a:cubicBezTo>
                <a:close/>
                <a:moveTo>
                  <a:pt x="10852" y="8402"/>
                </a:moveTo>
                <a:lnTo>
                  <a:pt x="11091" y="8641"/>
                </a:lnTo>
                <a:cubicBezTo>
                  <a:pt x="11159" y="8743"/>
                  <a:pt x="11261" y="8880"/>
                  <a:pt x="11364" y="8880"/>
                </a:cubicBezTo>
                <a:cubicBezTo>
                  <a:pt x="11705" y="8914"/>
                  <a:pt x="11773" y="9289"/>
                  <a:pt x="11909" y="9596"/>
                </a:cubicBezTo>
                <a:cubicBezTo>
                  <a:pt x="12148" y="10142"/>
                  <a:pt x="12387" y="10722"/>
                  <a:pt x="12694" y="11268"/>
                </a:cubicBezTo>
                <a:cubicBezTo>
                  <a:pt x="13001" y="11916"/>
                  <a:pt x="13411" y="12428"/>
                  <a:pt x="13991" y="12531"/>
                </a:cubicBezTo>
                <a:lnTo>
                  <a:pt x="14946" y="15124"/>
                </a:lnTo>
                <a:cubicBezTo>
                  <a:pt x="14878" y="15056"/>
                  <a:pt x="14810" y="15022"/>
                  <a:pt x="14776" y="14953"/>
                </a:cubicBezTo>
                <a:cubicBezTo>
                  <a:pt x="14366" y="14373"/>
                  <a:pt x="14059" y="13759"/>
                  <a:pt x="13786" y="13111"/>
                </a:cubicBezTo>
                <a:cubicBezTo>
                  <a:pt x="13752" y="12974"/>
                  <a:pt x="13718" y="12872"/>
                  <a:pt x="13650" y="12770"/>
                </a:cubicBezTo>
                <a:cubicBezTo>
                  <a:pt x="13620" y="12711"/>
                  <a:pt x="13565" y="12626"/>
                  <a:pt x="13485" y="12626"/>
                </a:cubicBezTo>
                <a:cubicBezTo>
                  <a:pt x="13472" y="12626"/>
                  <a:pt x="13459" y="12628"/>
                  <a:pt x="13445" y="12633"/>
                </a:cubicBezTo>
                <a:cubicBezTo>
                  <a:pt x="13309" y="12701"/>
                  <a:pt x="13309" y="12838"/>
                  <a:pt x="13343" y="13008"/>
                </a:cubicBezTo>
                <a:cubicBezTo>
                  <a:pt x="13343" y="13043"/>
                  <a:pt x="13343" y="13077"/>
                  <a:pt x="13377" y="13111"/>
                </a:cubicBezTo>
                <a:cubicBezTo>
                  <a:pt x="13616" y="13896"/>
                  <a:pt x="13991" y="14612"/>
                  <a:pt x="14435" y="15261"/>
                </a:cubicBezTo>
                <a:cubicBezTo>
                  <a:pt x="14639" y="15534"/>
                  <a:pt x="14878" y="15772"/>
                  <a:pt x="15117" y="15977"/>
                </a:cubicBezTo>
                <a:cubicBezTo>
                  <a:pt x="15458" y="16318"/>
                  <a:pt x="15663" y="16762"/>
                  <a:pt x="15663" y="17206"/>
                </a:cubicBezTo>
                <a:cubicBezTo>
                  <a:pt x="15697" y="17410"/>
                  <a:pt x="15731" y="17615"/>
                  <a:pt x="15800" y="17786"/>
                </a:cubicBezTo>
                <a:cubicBezTo>
                  <a:pt x="15772" y="17788"/>
                  <a:pt x="15745" y="17789"/>
                  <a:pt x="15718" y="17789"/>
                </a:cubicBezTo>
                <a:cubicBezTo>
                  <a:pt x="15375" y="17789"/>
                  <a:pt x="15068" y="17593"/>
                  <a:pt x="14878" y="17308"/>
                </a:cubicBezTo>
                <a:cubicBezTo>
                  <a:pt x="14742" y="17103"/>
                  <a:pt x="14605" y="16898"/>
                  <a:pt x="14537" y="16660"/>
                </a:cubicBezTo>
                <a:cubicBezTo>
                  <a:pt x="14447" y="16407"/>
                  <a:pt x="14385" y="16279"/>
                  <a:pt x="14307" y="16279"/>
                </a:cubicBezTo>
                <a:cubicBezTo>
                  <a:pt x="14237" y="16279"/>
                  <a:pt x="14154" y="16382"/>
                  <a:pt x="14025" y="16591"/>
                </a:cubicBezTo>
                <a:cubicBezTo>
                  <a:pt x="13718" y="16284"/>
                  <a:pt x="13513" y="15909"/>
                  <a:pt x="13411" y="15499"/>
                </a:cubicBezTo>
                <a:cubicBezTo>
                  <a:pt x="13343" y="15056"/>
                  <a:pt x="13240" y="14646"/>
                  <a:pt x="13138" y="14203"/>
                </a:cubicBezTo>
                <a:cubicBezTo>
                  <a:pt x="13106" y="14045"/>
                  <a:pt x="13104" y="13858"/>
                  <a:pt x="12942" y="13858"/>
                </a:cubicBezTo>
                <a:cubicBezTo>
                  <a:pt x="12928" y="13858"/>
                  <a:pt x="12914" y="13859"/>
                  <a:pt x="12899" y="13862"/>
                </a:cubicBezTo>
                <a:cubicBezTo>
                  <a:pt x="12728" y="13862"/>
                  <a:pt x="12728" y="14032"/>
                  <a:pt x="12728" y="14203"/>
                </a:cubicBezTo>
                <a:cubicBezTo>
                  <a:pt x="12728" y="14271"/>
                  <a:pt x="12728" y="14305"/>
                  <a:pt x="12728" y="14373"/>
                </a:cubicBezTo>
                <a:cubicBezTo>
                  <a:pt x="12524" y="14339"/>
                  <a:pt x="12455" y="14100"/>
                  <a:pt x="12387" y="13930"/>
                </a:cubicBezTo>
                <a:cubicBezTo>
                  <a:pt x="12285" y="13725"/>
                  <a:pt x="12217" y="13554"/>
                  <a:pt x="12148" y="13384"/>
                </a:cubicBezTo>
                <a:lnTo>
                  <a:pt x="12182" y="13316"/>
                </a:lnTo>
                <a:lnTo>
                  <a:pt x="12558" y="13486"/>
                </a:lnTo>
                <a:cubicBezTo>
                  <a:pt x="12592" y="13509"/>
                  <a:pt x="12630" y="13520"/>
                  <a:pt x="12667" y="13520"/>
                </a:cubicBezTo>
                <a:cubicBezTo>
                  <a:pt x="12740" y="13520"/>
                  <a:pt x="12808" y="13475"/>
                  <a:pt x="12831" y="13384"/>
                </a:cubicBezTo>
                <a:cubicBezTo>
                  <a:pt x="12899" y="13213"/>
                  <a:pt x="12797" y="13111"/>
                  <a:pt x="12728" y="13043"/>
                </a:cubicBezTo>
                <a:cubicBezTo>
                  <a:pt x="12694" y="13008"/>
                  <a:pt x="12660" y="12974"/>
                  <a:pt x="12626" y="12974"/>
                </a:cubicBezTo>
                <a:cubicBezTo>
                  <a:pt x="11944" y="12531"/>
                  <a:pt x="11602" y="11746"/>
                  <a:pt x="11329" y="10859"/>
                </a:cubicBezTo>
                <a:cubicBezTo>
                  <a:pt x="11227" y="10586"/>
                  <a:pt x="11295" y="10313"/>
                  <a:pt x="11466" y="10108"/>
                </a:cubicBezTo>
                <a:cubicBezTo>
                  <a:pt x="11534" y="10279"/>
                  <a:pt x="11602" y="10449"/>
                  <a:pt x="11671" y="10620"/>
                </a:cubicBezTo>
                <a:cubicBezTo>
                  <a:pt x="11909" y="11302"/>
                  <a:pt x="12251" y="11916"/>
                  <a:pt x="12694" y="12428"/>
                </a:cubicBezTo>
                <a:cubicBezTo>
                  <a:pt x="12814" y="12568"/>
                  <a:pt x="12898" y="12637"/>
                  <a:pt x="12968" y="12637"/>
                </a:cubicBezTo>
                <a:cubicBezTo>
                  <a:pt x="13018" y="12637"/>
                  <a:pt x="13061" y="12602"/>
                  <a:pt x="13104" y="12531"/>
                </a:cubicBezTo>
                <a:cubicBezTo>
                  <a:pt x="13240" y="12292"/>
                  <a:pt x="13070" y="12155"/>
                  <a:pt x="12967" y="12053"/>
                </a:cubicBezTo>
                <a:cubicBezTo>
                  <a:pt x="12421" y="11336"/>
                  <a:pt x="12012" y="10552"/>
                  <a:pt x="11807" y="9698"/>
                </a:cubicBezTo>
                <a:cubicBezTo>
                  <a:pt x="11773" y="9596"/>
                  <a:pt x="11739" y="9528"/>
                  <a:pt x="11739" y="9460"/>
                </a:cubicBezTo>
                <a:cubicBezTo>
                  <a:pt x="11709" y="9311"/>
                  <a:pt x="11628" y="9214"/>
                  <a:pt x="11517" y="9214"/>
                </a:cubicBezTo>
                <a:cubicBezTo>
                  <a:pt x="11501" y="9214"/>
                  <a:pt x="11484" y="9216"/>
                  <a:pt x="11466" y="9221"/>
                </a:cubicBezTo>
                <a:cubicBezTo>
                  <a:pt x="11364" y="9255"/>
                  <a:pt x="11364" y="9426"/>
                  <a:pt x="11364" y="9562"/>
                </a:cubicBezTo>
                <a:lnTo>
                  <a:pt x="11364" y="9801"/>
                </a:lnTo>
                <a:lnTo>
                  <a:pt x="11193" y="9767"/>
                </a:lnTo>
                <a:cubicBezTo>
                  <a:pt x="11227" y="9596"/>
                  <a:pt x="11227" y="9460"/>
                  <a:pt x="11227" y="9289"/>
                </a:cubicBezTo>
                <a:cubicBezTo>
                  <a:pt x="11193" y="9153"/>
                  <a:pt x="11056" y="9084"/>
                  <a:pt x="10920" y="8982"/>
                </a:cubicBezTo>
                <a:cubicBezTo>
                  <a:pt x="10920" y="8845"/>
                  <a:pt x="10886" y="8675"/>
                  <a:pt x="10852" y="8402"/>
                </a:cubicBezTo>
                <a:close/>
                <a:moveTo>
                  <a:pt x="4027" y="16557"/>
                </a:moveTo>
                <a:cubicBezTo>
                  <a:pt x="4027" y="16796"/>
                  <a:pt x="3925" y="17035"/>
                  <a:pt x="3754" y="17206"/>
                </a:cubicBezTo>
                <a:cubicBezTo>
                  <a:pt x="3345" y="17479"/>
                  <a:pt x="2867" y="17752"/>
                  <a:pt x="2457" y="18025"/>
                </a:cubicBezTo>
                <a:lnTo>
                  <a:pt x="2389" y="17956"/>
                </a:lnTo>
                <a:cubicBezTo>
                  <a:pt x="2423" y="17888"/>
                  <a:pt x="2423" y="17786"/>
                  <a:pt x="2457" y="17752"/>
                </a:cubicBezTo>
                <a:cubicBezTo>
                  <a:pt x="2969" y="17342"/>
                  <a:pt x="3481" y="17001"/>
                  <a:pt x="3993" y="16557"/>
                </a:cubicBezTo>
                <a:close/>
                <a:moveTo>
                  <a:pt x="4880" y="18093"/>
                </a:moveTo>
                <a:cubicBezTo>
                  <a:pt x="4607" y="18843"/>
                  <a:pt x="4061" y="19116"/>
                  <a:pt x="3618" y="19560"/>
                </a:cubicBezTo>
                <a:cubicBezTo>
                  <a:pt x="3583" y="19253"/>
                  <a:pt x="3618" y="19219"/>
                  <a:pt x="3754" y="19048"/>
                </a:cubicBezTo>
                <a:cubicBezTo>
                  <a:pt x="4129" y="18741"/>
                  <a:pt x="4505" y="18434"/>
                  <a:pt x="4880" y="18093"/>
                </a:cubicBezTo>
                <a:close/>
                <a:moveTo>
                  <a:pt x="9077" y="14612"/>
                </a:moveTo>
                <a:cubicBezTo>
                  <a:pt x="9146" y="15397"/>
                  <a:pt x="9282" y="16114"/>
                  <a:pt x="9043" y="16864"/>
                </a:cubicBezTo>
                <a:cubicBezTo>
                  <a:pt x="9043" y="16728"/>
                  <a:pt x="9043" y="16625"/>
                  <a:pt x="9043" y="16489"/>
                </a:cubicBezTo>
                <a:cubicBezTo>
                  <a:pt x="9009" y="16387"/>
                  <a:pt x="9009" y="16284"/>
                  <a:pt x="8873" y="16250"/>
                </a:cubicBezTo>
                <a:cubicBezTo>
                  <a:pt x="8854" y="16241"/>
                  <a:pt x="8837" y="16236"/>
                  <a:pt x="8822" y="16236"/>
                </a:cubicBezTo>
                <a:cubicBezTo>
                  <a:pt x="8727" y="16236"/>
                  <a:pt x="8697" y="16401"/>
                  <a:pt x="8668" y="16489"/>
                </a:cubicBezTo>
                <a:cubicBezTo>
                  <a:pt x="8634" y="16591"/>
                  <a:pt x="8634" y="16694"/>
                  <a:pt x="8634" y="16830"/>
                </a:cubicBezTo>
                <a:cubicBezTo>
                  <a:pt x="8634" y="17001"/>
                  <a:pt x="8634" y="17206"/>
                  <a:pt x="8463" y="17308"/>
                </a:cubicBezTo>
                <a:cubicBezTo>
                  <a:pt x="8361" y="17342"/>
                  <a:pt x="8361" y="17547"/>
                  <a:pt x="8327" y="17683"/>
                </a:cubicBezTo>
                <a:cubicBezTo>
                  <a:pt x="8190" y="18229"/>
                  <a:pt x="8054" y="18809"/>
                  <a:pt x="7917" y="19389"/>
                </a:cubicBezTo>
                <a:cubicBezTo>
                  <a:pt x="7790" y="19377"/>
                  <a:pt x="7663" y="19355"/>
                  <a:pt x="7544" y="19355"/>
                </a:cubicBezTo>
                <a:cubicBezTo>
                  <a:pt x="7341" y="19355"/>
                  <a:pt x="7159" y="19418"/>
                  <a:pt x="7030" y="19697"/>
                </a:cubicBezTo>
                <a:cubicBezTo>
                  <a:pt x="7064" y="19048"/>
                  <a:pt x="7064" y="18400"/>
                  <a:pt x="7508" y="17956"/>
                </a:cubicBezTo>
                <a:cubicBezTo>
                  <a:pt x="7576" y="17854"/>
                  <a:pt x="7644" y="17752"/>
                  <a:pt x="7678" y="17649"/>
                </a:cubicBezTo>
                <a:cubicBezTo>
                  <a:pt x="7712" y="17547"/>
                  <a:pt x="7712" y="17444"/>
                  <a:pt x="7644" y="17342"/>
                </a:cubicBezTo>
                <a:cubicBezTo>
                  <a:pt x="7627" y="17308"/>
                  <a:pt x="7584" y="17291"/>
                  <a:pt x="7537" y="17291"/>
                </a:cubicBezTo>
                <a:cubicBezTo>
                  <a:pt x="7491" y="17291"/>
                  <a:pt x="7439" y="17308"/>
                  <a:pt x="7405" y="17342"/>
                </a:cubicBezTo>
                <a:cubicBezTo>
                  <a:pt x="7303" y="17444"/>
                  <a:pt x="7200" y="17581"/>
                  <a:pt x="7098" y="17717"/>
                </a:cubicBezTo>
                <a:lnTo>
                  <a:pt x="7030" y="17615"/>
                </a:lnTo>
                <a:lnTo>
                  <a:pt x="8088" y="15568"/>
                </a:lnTo>
                <a:lnTo>
                  <a:pt x="8088" y="15568"/>
                </a:lnTo>
                <a:cubicBezTo>
                  <a:pt x="8156" y="15943"/>
                  <a:pt x="8054" y="16352"/>
                  <a:pt x="7815" y="16660"/>
                </a:cubicBezTo>
                <a:lnTo>
                  <a:pt x="7746" y="16762"/>
                </a:lnTo>
                <a:cubicBezTo>
                  <a:pt x="7610" y="16864"/>
                  <a:pt x="7610" y="17001"/>
                  <a:pt x="7678" y="17137"/>
                </a:cubicBezTo>
                <a:cubicBezTo>
                  <a:pt x="7729" y="17206"/>
                  <a:pt x="7781" y="17231"/>
                  <a:pt x="7832" y="17231"/>
                </a:cubicBezTo>
                <a:cubicBezTo>
                  <a:pt x="7883" y="17231"/>
                  <a:pt x="7934" y="17206"/>
                  <a:pt x="7985" y="17171"/>
                </a:cubicBezTo>
                <a:cubicBezTo>
                  <a:pt x="8224" y="17001"/>
                  <a:pt x="8361" y="16728"/>
                  <a:pt x="8429" y="16455"/>
                </a:cubicBezTo>
                <a:cubicBezTo>
                  <a:pt x="8497" y="16250"/>
                  <a:pt x="8531" y="16011"/>
                  <a:pt x="8565" y="15772"/>
                </a:cubicBezTo>
                <a:cubicBezTo>
                  <a:pt x="8565" y="15329"/>
                  <a:pt x="8736" y="14919"/>
                  <a:pt x="9077" y="14612"/>
                </a:cubicBezTo>
                <a:close/>
                <a:moveTo>
                  <a:pt x="2526" y="20072"/>
                </a:moveTo>
                <a:lnTo>
                  <a:pt x="2560" y="20140"/>
                </a:lnTo>
                <a:lnTo>
                  <a:pt x="2389" y="20277"/>
                </a:lnTo>
                <a:lnTo>
                  <a:pt x="2355" y="20208"/>
                </a:lnTo>
                <a:lnTo>
                  <a:pt x="2526" y="20072"/>
                </a:lnTo>
                <a:close/>
                <a:moveTo>
                  <a:pt x="9726" y="6320"/>
                </a:moveTo>
                <a:lnTo>
                  <a:pt x="9726" y="6320"/>
                </a:lnTo>
                <a:cubicBezTo>
                  <a:pt x="9760" y="6662"/>
                  <a:pt x="9760" y="6764"/>
                  <a:pt x="9623" y="6935"/>
                </a:cubicBezTo>
                <a:cubicBezTo>
                  <a:pt x="9521" y="7071"/>
                  <a:pt x="9453" y="7276"/>
                  <a:pt x="9487" y="7480"/>
                </a:cubicBezTo>
                <a:cubicBezTo>
                  <a:pt x="9453" y="8095"/>
                  <a:pt x="9418" y="8743"/>
                  <a:pt x="9384" y="9391"/>
                </a:cubicBezTo>
                <a:cubicBezTo>
                  <a:pt x="9384" y="9698"/>
                  <a:pt x="9282" y="9971"/>
                  <a:pt x="9077" y="10210"/>
                </a:cubicBezTo>
                <a:cubicBezTo>
                  <a:pt x="8907" y="10415"/>
                  <a:pt x="8838" y="10688"/>
                  <a:pt x="8873" y="10961"/>
                </a:cubicBezTo>
                <a:lnTo>
                  <a:pt x="8873" y="11882"/>
                </a:lnTo>
                <a:cubicBezTo>
                  <a:pt x="8668" y="11951"/>
                  <a:pt x="8600" y="12155"/>
                  <a:pt x="8565" y="12428"/>
                </a:cubicBezTo>
                <a:cubicBezTo>
                  <a:pt x="8531" y="13008"/>
                  <a:pt x="8463" y="13554"/>
                  <a:pt x="8395" y="14134"/>
                </a:cubicBezTo>
                <a:cubicBezTo>
                  <a:pt x="8395" y="14305"/>
                  <a:pt x="8327" y="14442"/>
                  <a:pt x="8224" y="14544"/>
                </a:cubicBezTo>
                <a:cubicBezTo>
                  <a:pt x="8122" y="14680"/>
                  <a:pt x="8019" y="14817"/>
                  <a:pt x="7951" y="14953"/>
                </a:cubicBezTo>
                <a:cubicBezTo>
                  <a:pt x="7712" y="15397"/>
                  <a:pt x="7473" y="15875"/>
                  <a:pt x="7235" y="16284"/>
                </a:cubicBezTo>
                <a:cubicBezTo>
                  <a:pt x="6962" y="16728"/>
                  <a:pt x="6723" y="17137"/>
                  <a:pt x="6518" y="17581"/>
                </a:cubicBezTo>
                <a:cubicBezTo>
                  <a:pt x="6313" y="18025"/>
                  <a:pt x="6074" y="18468"/>
                  <a:pt x="5801" y="18878"/>
                </a:cubicBezTo>
                <a:cubicBezTo>
                  <a:pt x="5460" y="19389"/>
                  <a:pt x="5051" y="19867"/>
                  <a:pt x="4573" y="20277"/>
                </a:cubicBezTo>
                <a:cubicBezTo>
                  <a:pt x="4607" y="19935"/>
                  <a:pt x="4914" y="19765"/>
                  <a:pt x="4744" y="19492"/>
                </a:cubicBezTo>
                <a:cubicBezTo>
                  <a:pt x="5051" y="18843"/>
                  <a:pt x="5358" y="18263"/>
                  <a:pt x="5631" y="17649"/>
                </a:cubicBezTo>
                <a:cubicBezTo>
                  <a:pt x="5733" y="17444"/>
                  <a:pt x="5836" y="17274"/>
                  <a:pt x="6006" y="17171"/>
                </a:cubicBezTo>
                <a:cubicBezTo>
                  <a:pt x="6347" y="16933"/>
                  <a:pt x="6586" y="16591"/>
                  <a:pt x="6757" y="16216"/>
                </a:cubicBezTo>
                <a:cubicBezTo>
                  <a:pt x="7337" y="15124"/>
                  <a:pt x="7781" y="13964"/>
                  <a:pt x="8088" y="12770"/>
                </a:cubicBezTo>
                <a:cubicBezTo>
                  <a:pt x="8122" y="12633"/>
                  <a:pt x="8156" y="12531"/>
                  <a:pt x="8190" y="12394"/>
                </a:cubicBezTo>
                <a:cubicBezTo>
                  <a:pt x="8668" y="11234"/>
                  <a:pt x="8975" y="10006"/>
                  <a:pt x="9180" y="8743"/>
                </a:cubicBezTo>
                <a:cubicBezTo>
                  <a:pt x="9282" y="8402"/>
                  <a:pt x="9248" y="8026"/>
                  <a:pt x="9077" y="7719"/>
                </a:cubicBezTo>
                <a:cubicBezTo>
                  <a:pt x="9248" y="7208"/>
                  <a:pt x="9453" y="6730"/>
                  <a:pt x="9726" y="6320"/>
                </a:cubicBezTo>
                <a:close/>
                <a:moveTo>
                  <a:pt x="6586" y="19287"/>
                </a:moveTo>
                <a:cubicBezTo>
                  <a:pt x="6655" y="19526"/>
                  <a:pt x="6655" y="19799"/>
                  <a:pt x="6552" y="20038"/>
                </a:cubicBezTo>
                <a:cubicBezTo>
                  <a:pt x="6450" y="20208"/>
                  <a:pt x="6450" y="20447"/>
                  <a:pt x="6586" y="20618"/>
                </a:cubicBezTo>
                <a:cubicBezTo>
                  <a:pt x="6552" y="20652"/>
                  <a:pt x="6552" y="20720"/>
                  <a:pt x="6518" y="20754"/>
                </a:cubicBezTo>
                <a:lnTo>
                  <a:pt x="6143" y="20481"/>
                </a:lnTo>
                <a:cubicBezTo>
                  <a:pt x="6279" y="20072"/>
                  <a:pt x="6416" y="19697"/>
                  <a:pt x="6586" y="19287"/>
                </a:cubicBezTo>
                <a:close/>
                <a:moveTo>
                  <a:pt x="9623" y="19355"/>
                </a:moveTo>
                <a:cubicBezTo>
                  <a:pt x="9964" y="19799"/>
                  <a:pt x="10033" y="20379"/>
                  <a:pt x="9862" y="20891"/>
                </a:cubicBezTo>
                <a:cubicBezTo>
                  <a:pt x="9657" y="20413"/>
                  <a:pt x="9555" y="19867"/>
                  <a:pt x="9623" y="19355"/>
                </a:cubicBezTo>
                <a:close/>
                <a:moveTo>
                  <a:pt x="4300" y="19628"/>
                </a:moveTo>
                <a:lnTo>
                  <a:pt x="4334" y="19697"/>
                </a:lnTo>
                <a:cubicBezTo>
                  <a:pt x="4095" y="20106"/>
                  <a:pt x="3856" y="20550"/>
                  <a:pt x="3618" y="20959"/>
                </a:cubicBezTo>
                <a:cubicBezTo>
                  <a:pt x="3549" y="21027"/>
                  <a:pt x="3447" y="21061"/>
                  <a:pt x="3345" y="21130"/>
                </a:cubicBezTo>
                <a:lnTo>
                  <a:pt x="3345" y="20311"/>
                </a:lnTo>
                <a:lnTo>
                  <a:pt x="4300" y="19628"/>
                </a:lnTo>
                <a:close/>
                <a:moveTo>
                  <a:pt x="12455" y="14988"/>
                </a:moveTo>
                <a:cubicBezTo>
                  <a:pt x="12558" y="15192"/>
                  <a:pt x="12660" y="15397"/>
                  <a:pt x="12763" y="15602"/>
                </a:cubicBezTo>
                <a:cubicBezTo>
                  <a:pt x="13138" y="16284"/>
                  <a:pt x="13513" y="16967"/>
                  <a:pt x="13923" y="17649"/>
                </a:cubicBezTo>
                <a:cubicBezTo>
                  <a:pt x="14093" y="17888"/>
                  <a:pt x="14298" y="18127"/>
                  <a:pt x="14503" y="18332"/>
                </a:cubicBezTo>
                <a:cubicBezTo>
                  <a:pt x="14673" y="18468"/>
                  <a:pt x="14878" y="18570"/>
                  <a:pt x="15049" y="18673"/>
                </a:cubicBezTo>
                <a:cubicBezTo>
                  <a:pt x="15322" y="19628"/>
                  <a:pt x="15595" y="20720"/>
                  <a:pt x="15868" y="21778"/>
                </a:cubicBezTo>
                <a:lnTo>
                  <a:pt x="15834" y="21812"/>
                </a:lnTo>
                <a:cubicBezTo>
                  <a:pt x="15629" y="21369"/>
                  <a:pt x="15390" y="20925"/>
                  <a:pt x="15185" y="20481"/>
                </a:cubicBezTo>
                <a:cubicBezTo>
                  <a:pt x="15117" y="20277"/>
                  <a:pt x="15083" y="20106"/>
                  <a:pt x="15083" y="19935"/>
                </a:cubicBezTo>
                <a:cubicBezTo>
                  <a:pt x="15083" y="19765"/>
                  <a:pt x="15117" y="19594"/>
                  <a:pt x="14912" y="19560"/>
                </a:cubicBezTo>
                <a:cubicBezTo>
                  <a:pt x="14742" y="19526"/>
                  <a:pt x="14708" y="19321"/>
                  <a:pt x="14673" y="19185"/>
                </a:cubicBezTo>
                <a:cubicBezTo>
                  <a:pt x="14642" y="19058"/>
                  <a:pt x="14552" y="18874"/>
                  <a:pt x="14458" y="18874"/>
                </a:cubicBezTo>
                <a:cubicBezTo>
                  <a:pt x="14450" y="18874"/>
                  <a:pt x="14442" y="18875"/>
                  <a:pt x="14435" y="18878"/>
                </a:cubicBezTo>
                <a:cubicBezTo>
                  <a:pt x="14366" y="18912"/>
                  <a:pt x="14264" y="19048"/>
                  <a:pt x="14162" y="19151"/>
                </a:cubicBezTo>
                <a:cubicBezTo>
                  <a:pt x="13650" y="18980"/>
                  <a:pt x="13445" y="18536"/>
                  <a:pt x="13547" y="17854"/>
                </a:cubicBezTo>
                <a:cubicBezTo>
                  <a:pt x="13582" y="17683"/>
                  <a:pt x="13616" y="17513"/>
                  <a:pt x="13479" y="17444"/>
                </a:cubicBezTo>
                <a:cubicBezTo>
                  <a:pt x="13448" y="17432"/>
                  <a:pt x="13420" y="17426"/>
                  <a:pt x="13395" y="17426"/>
                </a:cubicBezTo>
                <a:cubicBezTo>
                  <a:pt x="13283" y="17426"/>
                  <a:pt x="13228" y="17538"/>
                  <a:pt x="13172" y="17649"/>
                </a:cubicBezTo>
                <a:cubicBezTo>
                  <a:pt x="13172" y="17717"/>
                  <a:pt x="13138" y="17786"/>
                  <a:pt x="13104" y="17922"/>
                </a:cubicBezTo>
                <a:lnTo>
                  <a:pt x="12797" y="17308"/>
                </a:lnTo>
                <a:cubicBezTo>
                  <a:pt x="12865" y="17274"/>
                  <a:pt x="12933" y="17274"/>
                  <a:pt x="13001" y="17240"/>
                </a:cubicBezTo>
                <a:cubicBezTo>
                  <a:pt x="13138" y="17171"/>
                  <a:pt x="13206" y="17001"/>
                  <a:pt x="13104" y="16864"/>
                </a:cubicBezTo>
                <a:cubicBezTo>
                  <a:pt x="13070" y="16762"/>
                  <a:pt x="13001" y="16625"/>
                  <a:pt x="12933" y="16523"/>
                </a:cubicBezTo>
                <a:cubicBezTo>
                  <a:pt x="12626" y="16080"/>
                  <a:pt x="12455" y="15534"/>
                  <a:pt x="12455" y="14988"/>
                </a:cubicBezTo>
                <a:close/>
                <a:moveTo>
                  <a:pt x="11418" y="1"/>
                </a:moveTo>
                <a:cubicBezTo>
                  <a:pt x="11388" y="1"/>
                  <a:pt x="11358" y="13"/>
                  <a:pt x="11329" y="42"/>
                </a:cubicBezTo>
                <a:cubicBezTo>
                  <a:pt x="10988" y="246"/>
                  <a:pt x="10852" y="690"/>
                  <a:pt x="11022" y="1065"/>
                </a:cubicBezTo>
                <a:cubicBezTo>
                  <a:pt x="11125" y="1338"/>
                  <a:pt x="11227" y="1645"/>
                  <a:pt x="11329" y="1918"/>
                </a:cubicBezTo>
                <a:cubicBezTo>
                  <a:pt x="11432" y="2157"/>
                  <a:pt x="11568" y="2396"/>
                  <a:pt x="11329" y="2635"/>
                </a:cubicBezTo>
                <a:cubicBezTo>
                  <a:pt x="11261" y="2771"/>
                  <a:pt x="11261" y="2874"/>
                  <a:pt x="11261" y="3010"/>
                </a:cubicBezTo>
                <a:cubicBezTo>
                  <a:pt x="11261" y="3215"/>
                  <a:pt x="11295" y="3420"/>
                  <a:pt x="11329" y="3625"/>
                </a:cubicBezTo>
                <a:cubicBezTo>
                  <a:pt x="11534" y="4614"/>
                  <a:pt x="11705" y="5638"/>
                  <a:pt x="11909" y="6627"/>
                </a:cubicBezTo>
                <a:cubicBezTo>
                  <a:pt x="11705" y="6935"/>
                  <a:pt x="11671" y="7071"/>
                  <a:pt x="11841" y="7173"/>
                </a:cubicBezTo>
                <a:cubicBezTo>
                  <a:pt x="12285" y="7480"/>
                  <a:pt x="12217" y="8026"/>
                  <a:pt x="12387" y="8470"/>
                </a:cubicBezTo>
                <a:cubicBezTo>
                  <a:pt x="12285" y="9084"/>
                  <a:pt x="12558" y="9528"/>
                  <a:pt x="12728" y="10040"/>
                </a:cubicBezTo>
                <a:cubicBezTo>
                  <a:pt x="12797" y="10210"/>
                  <a:pt x="12865" y="10347"/>
                  <a:pt x="12967" y="10586"/>
                </a:cubicBezTo>
                <a:cubicBezTo>
                  <a:pt x="12592" y="10244"/>
                  <a:pt x="11602" y="7753"/>
                  <a:pt x="11364" y="6662"/>
                </a:cubicBezTo>
                <a:cubicBezTo>
                  <a:pt x="11705" y="6423"/>
                  <a:pt x="11705" y="6423"/>
                  <a:pt x="11500" y="6013"/>
                </a:cubicBezTo>
                <a:cubicBezTo>
                  <a:pt x="11295" y="5604"/>
                  <a:pt x="11159" y="5126"/>
                  <a:pt x="11159" y="4648"/>
                </a:cubicBezTo>
                <a:cubicBezTo>
                  <a:pt x="11125" y="3795"/>
                  <a:pt x="11091" y="2908"/>
                  <a:pt x="11091" y="2021"/>
                </a:cubicBezTo>
                <a:cubicBezTo>
                  <a:pt x="11091" y="1816"/>
                  <a:pt x="11159" y="1509"/>
                  <a:pt x="10920" y="1475"/>
                </a:cubicBezTo>
                <a:cubicBezTo>
                  <a:pt x="10908" y="1473"/>
                  <a:pt x="10897" y="1472"/>
                  <a:pt x="10887" y="1472"/>
                </a:cubicBezTo>
                <a:cubicBezTo>
                  <a:pt x="10715" y="1472"/>
                  <a:pt x="10711" y="1725"/>
                  <a:pt x="10647" y="1918"/>
                </a:cubicBezTo>
                <a:cubicBezTo>
                  <a:pt x="10340" y="2976"/>
                  <a:pt x="9999" y="4068"/>
                  <a:pt x="9657" y="5126"/>
                </a:cubicBezTo>
                <a:cubicBezTo>
                  <a:pt x="9282" y="6184"/>
                  <a:pt x="8873" y="7173"/>
                  <a:pt x="8429" y="8265"/>
                </a:cubicBezTo>
                <a:cubicBezTo>
                  <a:pt x="8394" y="8244"/>
                  <a:pt x="8362" y="8235"/>
                  <a:pt x="8331" y="8235"/>
                </a:cubicBezTo>
                <a:cubicBezTo>
                  <a:pt x="8215" y="8235"/>
                  <a:pt x="8128" y="8376"/>
                  <a:pt x="8019" y="8538"/>
                </a:cubicBezTo>
                <a:cubicBezTo>
                  <a:pt x="7883" y="8880"/>
                  <a:pt x="7644" y="9221"/>
                  <a:pt x="7439" y="9562"/>
                </a:cubicBezTo>
                <a:cubicBezTo>
                  <a:pt x="7303" y="9801"/>
                  <a:pt x="7132" y="10006"/>
                  <a:pt x="6962" y="10244"/>
                </a:cubicBezTo>
                <a:cubicBezTo>
                  <a:pt x="7337" y="9357"/>
                  <a:pt x="7712" y="8504"/>
                  <a:pt x="8122" y="7651"/>
                </a:cubicBezTo>
                <a:cubicBezTo>
                  <a:pt x="8156" y="7617"/>
                  <a:pt x="8156" y="7549"/>
                  <a:pt x="8224" y="7515"/>
                </a:cubicBezTo>
                <a:cubicBezTo>
                  <a:pt x="8634" y="6866"/>
                  <a:pt x="9009" y="6150"/>
                  <a:pt x="9248" y="5433"/>
                </a:cubicBezTo>
                <a:cubicBezTo>
                  <a:pt x="9282" y="5160"/>
                  <a:pt x="9350" y="4921"/>
                  <a:pt x="9350" y="4648"/>
                </a:cubicBezTo>
                <a:cubicBezTo>
                  <a:pt x="9384" y="4546"/>
                  <a:pt x="9384" y="4409"/>
                  <a:pt x="9350" y="4307"/>
                </a:cubicBezTo>
                <a:cubicBezTo>
                  <a:pt x="9316" y="4205"/>
                  <a:pt x="9214" y="4171"/>
                  <a:pt x="9111" y="4102"/>
                </a:cubicBezTo>
                <a:cubicBezTo>
                  <a:pt x="9214" y="3863"/>
                  <a:pt x="9350" y="3625"/>
                  <a:pt x="9418" y="3386"/>
                </a:cubicBezTo>
                <a:cubicBezTo>
                  <a:pt x="9555" y="3079"/>
                  <a:pt x="9726" y="2737"/>
                  <a:pt x="9828" y="2499"/>
                </a:cubicBezTo>
                <a:cubicBezTo>
                  <a:pt x="9896" y="2260"/>
                  <a:pt x="9896" y="1987"/>
                  <a:pt x="9657" y="1884"/>
                </a:cubicBezTo>
                <a:lnTo>
                  <a:pt x="10101" y="895"/>
                </a:lnTo>
                <a:cubicBezTo>
                  <a:pt x="10169" y="724"/>
                  <a:pt x="10237" y="519"/>
                  <a:pt x="10135" y="383"/>
                </a:cubicBezTo>
                <a:cubicBezTo>
                  <a:pt x="10114" y="341"/>
                  <a:pt x="10087" y="322"/>
                  <a:pt x="10054" y="322"/>
                </a:cubicBezTo>
                <a:cubicBezTo>
                  <a:pt x="9980" y="322"/>
                  <a:pt x="9878" y="422"/>
                  <a:pt x="9760" y="588"/>
                </a:cubicBezTo>
                <a:cubicBezTo>
                  <a:pt x="9726" y="656"/>
                  <a:pt x="9726" y="690"/>
                  <a:pt x="9691" y="758"/>
                </a:cubicBezTo>
                <a:cubicBezTo>
                  <a:pt x="9316" y="1338"/>
                  <a:pt x="8907" y="1918"/>
                  <a:pt x="8497" y="2464"/>
                </a:cubicBezTo>
                <a:cubicBezTo>
                  <a:pt x="7815" y="3215"/>
                  <a:pt x="7030" y="3932"/>
                  <a:pt x="6143" y="4512"/>
                </a:cubicBezTo>
                <a:cubicBezTo>
                  <a:pt x="5953" y="4702"/>
                  <a:pt x="5676" y="4806"/>
                  <a:pt x="5399" y="4806"/>
                </a:cubicBezTo>
                <a:cubicBezTo>
                  <a:pt x="5328" y="4806"/>
                  <a:pt x="5257" y="4799"/>
                  <a:pt x="5187" y="4785"/>
                </a:cubicBezTo>
                <a:cubicBezTo>
                  <a:pt x="5157" y="4770"/>
                  <a:pt x="5127" y="4763"/>
                  <a:pt x="5099" y="4763"/>
                </a:cubicBezTo>
                <a:cubicBezTo>
                  <a:pt x="4999" y="4763"/>
                  <a:pt x="4922" y="4849"/>
                  <a:pt x="4948" y="4955"/>
                </a:cubicBezTo>
                <a:cubicBezTo>
                  <a:pt x="4948" y="5058"/>
                  <a:pt x="5017" y="5194"/>
                  <a:pt x="5119" y="5262"/>
                </a:cubicBezTo>
                <a:cubicBezTo>
                  <a:pt x="5221" y="5331"/>
                  <a:pt x="5358" y="5365"/>
                  <a:pt x="5494" y="5399"/>
                </a:cubicBezTo>
                <a:cubicBezTo>
                  <a:pt x="5140" y="5461"/>
                  <a:pt x="4799" y="5613"/>
                  <a:pt x="4463" y="5613"/>
                </a:cubicBezTo>
                <a:cubicBezTo>
                  <a:pt x="4248" y="5613"/>
                  <a:pt x="4035" y="5551"/>
                  <a:pt x="3822" y="5365"/>
                </a:cubicBezTo>
                <a:cubicBezTo>
                  <a:pt x="3783" y="5339"/>
                  <a:pt x="3744" y="5328"/>
                  <a:pt x="3707" y="5328"/>
                </a:cubicBezTo>
                <a:cubicBezTo>
                  <a:pt x="3647" y="5328"/>
                  <a:pt x="3592" y="5357"/>
                  <a:pt x="3549" y="5399"/>
                </a:cubicBezTo>
                <a:cubicBezTo>
                  <a:pt x="3447" y="5501"/>
                  <a:pt x="3481" y="5672"/>
                  <a:pt x="3583" y="5774"/>
                </a:cubicBezTo>
                <a:cubicBezTo>
                  <a:pt x="3686" y="5911"/>
                  <a:pt x="3822" y="6013"/>
                  <a:pt x="3993" y="6081"/>
                </a:cubicBezTo>
                <a:cubicBezTo>
                  <a:pt x="4210" y="6106"/>
                  <a:pt x="4410" y="6130"/>
                  <a:pt x="4605" y="6130"/>
                </a:cubicBezTo>
                <a:cubicBezTo>
                  <a:pt x="4686" y="6130"/>
                  <a:pt x="4766" y="6126"/>
                  <a:pt x="4846" y="6116"/>
                </a:cubicBezTo>
                <a:cubicBezTo>
                  <a:pt x="4937" y="6116"/>
                  <a:pt x="5028" y="6100"/>
                  <a:pt x="5109" y="6100"/>
                </a:cubicBezTo>
                <a:cubicBezTo>
                  <a:pt x="5149" y="6100"/>
                  <a:pt x="5187" y="6104"/>
                  <a:pt x="5221" y="6116"/>
                </a:cubicBezTo>
                <a:cubicBezTo>
                  <a:pt x="5292" y="6163"/>
                  <a:pt x="5355" y="6181"/>
                  <a:pt x="5413" y="6181"/>
                </a:cubicBezTo>
                <a:cubicBezTo>
                  <a:pt x="5524" y="6181"/>
                  <a:pt x="5622" y="6114"/>
                  <a:pt x="5733" y="6047"/>
                </a:cubicBezTo>
                <a:cubicBezTo>
                  <a:pt x="5972" y="5911"/>
                  <a:pt x="6211" y="5808"/>
                  <a:pt x="6450" y="5672"/>
                </a:cubicBezTo>
                <a:lnTo>
                  <a:pt x="6450" y="5672"/>
                </a:lnTo>
                <a:cubicBezTo>
                  <a:pt x="6450" y="5808"/>
                  <a:pt x="6416" y="5877"/>
                  <a:pt x="6382" y="5877"/>
                </a:cubicBezTo>
                <a:lnTo>
                  <a:pt x="5870" y="6116"/>
                </a:lnTo>
                <a:cubicBezTo>
                  <a:pt x="5733" y="6150"/>
                  <a:pt x="5665" y="6286"/>
                  <a:pt x="5699" y="6423"/>
                </a:cubicBezTo>
                <a:cubicBezTo>
                  <a:pt x="5726" y="6555"/>
                  <a:pt x="5793" y="6605"/>
                  <a:pt x="5886" y="6605"/>
                </a:cubicBezTo>
                <a:cubicBezTo>
                  <a:pt x="5912" y="6605"/>
                  <a:pt x="5941" y="6601"/>
                  <a:pt x="5972" y="6593"/>
                </a:cubicBezTo>
                <a:cubicBezTo>
                  <a:pt x="6143" y="6559"/>
                  <a:pt x="6347" y="6491"/>
                  <a:pt x="6518" y="6423"/>
                </a:cubicBezTo>
                <a:cubicBezTo>
                  <a:pt x="6859" y="6150"/>
                  <a:pt x="7166" y="5843"/>
                  <a:pt x="7508" y="5570"/>
                </a:cubicBezTo>
                <a:cubicBezTo>
                  <a:pt x="7746" y="5331"/>
                  <a:pt x="7951" y="5092"/>
                  <a:pt x="8156" y="4853"/>
                </a:cubicBezTo>
                <a:lnTo>
                  <a:pt x="8156" y="4853"/>
                </a:lnTo>
                <a:cubicBezTo>
                  <a:pt x="7883" y="5399"/>
                  <a:pt x="7712" y="6013"/>
                  <a:pt x="7235" y="6354"/>
                </a:cubicBezTo>
                <a:cubicBezTo>
                  <a:pt x="6552" y="6866"/>
                  <a:pt x="5801" y="7276"/>
                  <a:pt x="5017" y="7549"/>
                </a:cubicBezTo>
                <a:cubicBezTo>
                  <a:pt x="4944" y="7597"/>
                  <a:pt x="4867" y="7620"/>
                  <a:pt x="4794" y="7620"/>
                </a:cubicBezTo>
                <a:cubicBezTo>
                  <a:pt x="4660" y="7620"/>
                  <a:pt x="4537" y="7544"/>
                  <a:pt x="4471" y="7412"/>
                </a:cubicBezTo>
                <a:cubicBezTo>
                  <a:pt x="4431" y="7393"/>
                  <a:pt x="4392" y="7373"/>
                  <a:pt x="4352" y="7373"/>
                </a:cubicBezTo>
                <a:cubicBezTo>
                  <a:pt x="4324" y="7373"/>
                  <a:pt x="4295" y="7383"/>
                  <a:pt x="4266" y="7412"/>
                </a:cubicBezTo>
                <a:cubicBezTo>
                  <a:pt x="4198" y="7480"/>
                  <a:pt x="4164" y="7617"/>
                  <a:pt x="4198" y="7719"/>
                </a:cubicBezTo>
                <a:cubicBezTo>
                  <a:pt x="4232" y="7822"/>
                  <a:pt x="4266" y="7924"/>
                  <a:pt x="4334" y="8026"/>
                </a:cubicBezTo>
                <a:cubicBezTo>
                  <a:pt x="4300" y="8368"/>
                  <a:pt x="4232" y="8641"/>
                  <a:pt x="4232" y="8880"/>
                </a:cubicBezTo>
                <a:cubicBezTo>
                  <a:pt x="4232" y="8948"/>
                  <a:pt x="4334" y="9050"/>
                  <a:pt x="4368" y="9084"/>
                </a:cubicBezTo>
                <a:cubicBezTo>
                  <a:pt x="4471" y="9084"/>
                  <a:pt x="4573" y="9118"/>
                  <a:pt x="4675" y="9118"/>
                </a:cubicBezTo>
                <a:cubicBezTo>
                  <a:pt x="5255" y="9050"/>
                  <a:pt x="5801" y="8845"/>
                  <a:pt x="6245" y="8470"/>
                </a:cubicBezTo>
                <a:cubicBezTo>
                  <a:pt x="6347" y="8368"/>
                  <a:pt x="6484" y="8265"/>
                  <a:pt x="6620" y="8197"/>
                </a:cubicBezTo>
                <a:lnTo>
                  <a:pt x="6723" y="8470"/>
                </a:lnTo>
                <a:cubicBezTo>
                  <a:pt x="6484" y="8709"/>
                  <a:pt x="6211" y="8914"/>
                  <a:pt x="5938" y="9118"/>
                </a:cubicBezTo>
                <a:cubicBezTo>
                  <a:pt x="4948" y="9767"/>
                  <a:pt x="3891" y="10313"/>
                  <a:pt x="2765" y="10756"/>
                </a:cubicBezTo>
                <a:cubicBezTo>
                  <a:pt x="2696" y="10756"/>
                  <a:pt x="2628" y="10790"/>
                  <a:pt x="2560" y="10825"/>
                </a:cubicBezTo>
                <a:cubicBezTo>
                  <a:pt x="2457" y="10927"/>
                  <a:pt x="2321" y="11029"/>
                  <a:pt x="2287" y="11166"/>
                </a:cubicBezTo>
                <a:cubicBezTo>
                  <a:pt x="2253" y="11371"/>
                  <a:pt x="2457" y="11439"/>
                  <a:pt x="2560" y="11541"/>
                </a:cubicBezTo>
                <a:cubicBezTo>
                  <a:pt x="2696" y="11609"/>
                  <a:pt x="2833" y="11644"/>
                  <a:pt x="3003" y="11712"/>
                </a:cubicBezTo>
                <a:cubicBezTo>
                  <a:pt x="2935" y="11746"/>
                  <a:pt x="2867" y="11780"/>
                  <a:pt x="2799" y="11780"/>
                </a:cubicBezTo>
                <a:cubicBezTo>
                  <a:pt x="2661" y="11819"/>
                  <a:pt x="2524" y="11903"/>
                  <a:pt x="2387" y="11903"/>
                </a:cubicBezTo>
                <a:cubicBezTo>
                  <a:pt x="2285" y="11903"/>
                  <a:pt x="2184" y="11857"/>
                  <a:pt x="2082" y="11712"/>
                </a:cubicBezTo>
                <a:cubicBezTo>
                  <a:pt x="2063" y="11683"/>
                  <a:pt x="2038" y="11670"/>
                  <a:pt x="2011" y="11670"/>
                </a:cubicBezTo>
                <a:cubicBezTo>
                  <a:pt x="1945" y="11670"/>
                  <a:pt x="1868" y="11750"/>
                  <a:pt x="1843" y="11848"/>
                </a:cubicBezTo>
                <a:cubicBezTo>
                  <a:pt x="1775" y="12087"/>
                  <a:pt x="1843" y="12326"/>
                  <a:pt x="2048" y="12428"/>
                </a:cubicBezTo>
                <a:cubicBezTo>
                  <a:pt x="2144" y="12452"/>
                  <a:pt x="2241" y="12477"/>
                  <a:pt x="2337" y="12477"/>
                </a:cubicBezTo>
                <a:cubicBezTo>
                  <a:pt x="2377" y="12477"/>
                  <a:pt x="2417" y="12472"/>
                  <a:pt x="2457" y="12462"/>
                </a:cubicBezTo>
                <a:cubicBezTo>
                  <a:pt x="3345" y="12224"/>
                  <a:pt x="4198" y="11814"/>
                  <a:pt x="4948" y="11302"/>
                </a:cubicBezTo>
                <a:cubicBezTo>
                  <a:pt x="5290" y="11098"/>
                  <a:pt x="5597" y="10790"/>
                  <a:pt x="5801" y="10449"/>
                </a:cubicBezTo>
                <a:cubicBezTo>
                  <a:pt x="6040" y="10108"/>
                  <a:pt x="6347" y="9801"/>
                  <a:pt x="6689" y="9528"/>
                </a:cubicBezTo>
                <a:lnTo>
                  <a:pt x="6689" y="9528"/>
                </a:lnTo>
                <a:cubicBezTo>
                  <a:pt x="6484" y="10006"/>
                  <a:pt x="6211" y="10449"/>
                  <a:pt x="5904" y="10893"/>
                </a:cubicBezTo>
                <a:cubicBezTo>
                  <a:pt x="5801" y="10995"/>
                  <a:pt x="5665" y="11063"/>
                  <a:pt x="5528" y="11166"/>
                </a:cubicBezTo>
                <a:cubicBezTo>
                  <a:pt x="5460" y="11234"/>
                  <a:pt x="5392" y="11336"/>
                  <a:pt x="5324" y="11405"/>
                </a:cubicBezTo>
                <a:cubicBezTo>
                  <a:pt x="5290" y="11473"/>
                  <a:pt x="5221" y="11575"/>
                  <a:pt x="5153" y="11644"/>
                </a:cubicBezTo>
                <a:cubicBezTo>
                  <a:pt x="4505" y="12087"/>
                  <a:pt x="3822" y="12531"/>
                  <a:pt x="3174" y="12940"/>
                </a:cubicBezTo>
                <a:cubicBezTo>
                  <a:pt x="3106" y="13008"/>
                  <a:pt x="3029" y="13043"/>
                  <a:pt x="2952" y="13043"/>
                </a:cubicBezTo>
                <a:cubicBezTo>
                  <a:pt x="2875" y="13043"/>
                  <a:pt x="2799" y="13008"/>
                  <a:pt x="2730" y="12940"/>
                </a:cubicBezTo>
                <a:cubicBezTo>
                  <a:pt x="2716" y="12911"/>
                  <a:pt x="2671" y="12901"/>
                  <a:pt x="2624" y="12901"/>
                </a:cubicBezTo>
                <a:cubicBezTo>
                  <a:pt x="2560" y="12901"/>
                  <a:pt x="2492" y="12920"/>
                  <a:pt x="2492" y="12940"/>
                </a:cubicBezTo>
                <a:cubicBezTo>
                  <a:pt x="2457" y="13077"/>
                  <a:pt x="2457" y="13213"/>
                  <a:pt x="2492" y="13316"/>
                </a:cubicBezTo>
                <a:cubicBezTo>
                  <a:pt x="2541" y="13489"/>
                  <a:pt x="2717" y="13609"/>
                  <a:pt x="2901" y="13609"/>
                </a:cubicBezTo>
                <a:cubicBezTo>
                  <a:pt x="2970" y="13609"/>
                  <a:pt x="3040" y="13592"/>
                  <a:pt x="3106" y="13554"/>
                </a:cubicBezTo>
                <a:cubicBezTo>
                  <a:pt x="3345" y="13452"/>
                  <a:pt x="3618" y="13316"/>
                  <a:pt x="3856" y="13145"/>
                </a:cubicBezTo>
                <a:cubicBezTo>
                  <a:pt x="4129" y="13008"/>
                  <a:pt x="4368" y="12838"/>
                  <a:pt x="4641" y="12667"/>
                </a:cubicBezTo>
                <a:lnTo>
                  <a:pt x="4641" y="12667"/>
                </a:lnTo>
                <a:cubicBezTo>
                  <a:pt x="4641" y="12735"/>
                  <a:pt x="4607" y="12804"/>
                  <a:pt x="4573" y="12838"/>
                </a:cubicBezTo>
                <a:cubicBezTo>
                  <a:pt x="3856" y="13657"/>
                  <a:pt x="3037" y="14373"/>
                  <a:pt x="2116" y="14988"/>
                </a:cubicBezTo>
                <a:cubicBezTo>
                  <a:pt x="2048" y="15022"/>
                  <a:pt x="1980" y="15022"/>
                  <a:pt x="1911" y="15022"/>
                </a:cubicBezTo>
                <a:cubicBezTo>
                  <a:pt x="1707" y="15022"/>
                  <a:pt x="1604" y="15056"/>
                  <a:pt x="1604" y="15261"/>
                </a:cubicBezTo>
                <a:cubicBezTo>
                  <a:pt x="1604" y="15479"/>
                  <a:pt x="1718" y="15640"/>
                  <a:pt x="1868" y="15640"/>
                </a:cubicBezTo>
                <a:cubicBezTo>
                  <a:pt x="1882" y="15640"/>
                  <a:pt x="1897" y="15639"/>
                  <a:pt x="1911" y="15636"/>
                </a:cubicBezTo>
                <a:cubicBezTo>
                  <a:pt x="2048" y="15602"/>
                  <a:pt x="2184" y="15568"/>
                  <a:pt x="2287" y="15499"/>
                </a:cubicBezTo>
                <a:cubicBezTo>
                  <a:pt x="2765" y="15124"/>
                  <a:pt x="3242" y="14749"/>
                  <a:pt x="3720" y="14373"/>
                </a:cubicBezTo>
                <a:cubicBezTo>
                  <a:pt x="3822" y="14271"/>
                  <a:pt x="3959" y="14203"/>
                  <a:pt x="4061" y="14134"/>
                </a:cubicBezTo>
                <a:lnTo>
                  <a:pt x="4061" y="14134"/>
                </a:lnTo>
                <a:cubicBezTo>
                  <a:pt x="4061" y="14203"/>
                  <a:pt x="4027" y="14237"/>
                  <a:pt x="4027" y="14305"/>
                </a:cubicBezTo>
                <a:cubicBezTo>
                  <a:pt x="4061" y="14715"/>
                  <a:pt x="3788" y="14885"/>
                  <a:pt x="3583" y="15090"/>
                </a:cubicBezTo>
                <a:cubicBezTo>
                  <a:pt x="3276" y="15431"/>
                  <a:pt x="2935" y="15704"/>
                  <a:pt x="2526" y="15909"/>
                </a:cubicBezTo>
                <a:cubicBezTo>
                  <a:pt x="2423" y="15977"/>
                  <a:pt x="2355" y="16080"/>
                  <a:pt x="2355" y="16182"/>
                </a:cubicBezTo>
                <a:cubicBezTo>
                  <a:pt x="2321" y="16318"/>
                  <a:pt x="2423" y="16421"/>
                  <a:pt x="2560" y="16421"/>
                </a:cubicBezTo>
                <a:lnTo>
                  <a:pt x="2799" y="16421"/>
                </a:lnTo>
                <a:cubicBezTo>
                  <a:pt x="2287" y="17103"/>
                  <a:pt x="1843" y="17683"/>
                  <a:pt x="1127" y="17854"/>
                </a:cubicBezTo>
                <a:cubicBezTo>
                  <a:pt x="1058" y="17888"/>
                  <a:pt x="956" y="17922"/>
                  <a:pt x="854" y="17990"/>
                </a:cubicBezTo>
                <a:cubicBezTo>
                  <a:pt x="512" y="18127"/>
                  <a:pt x="512" y="18229"/>
                  <a:pt x="717" y="18639"/>
                </a:cubicBezTo>
                <a:lnTo>
                  <a:pt x="615" y="18639"/>
                </a:lnTo>
                <a:cubicBezTo>
                  <a:pt x="565" y="18614"/>
                  <a:pt x="519" y="18598"/>
                  <a:pt x="479" y="18598"/>
                </a:cubicBezTo>
                <a:cubicBezTo>
                  <a:pt x="408" y="18598"/>
                  <a:pt x="351" y="18645"/>
                  <a:pt x="308" y="18775"/>
                </a:cubicBezTo>
                <a:cubicBezTo>
                  <a:pt x="274" y="18946"/>
                  <a:pt x="342" y="19116"/>
                  <a:pt x="478" y="19185"/>
                </a:cubicBezTo>
                <a:cubicBezTo>
                  <a:pt x="512" y="19253"/>
                  <a:pt x="581" y="19253"/>
                  <a:pt x="683" y="19287"/>
                </a:cubicBezTo>
                <a:cubicBezTo>
                  <a:pt x="922" y="19253"/>
                  <a:pt x="1195" y="19219"/>
                  <a:pt x="1468" y="19219"/>
                </a:cubicBezTo>
                <a:cubicBezTo>
                  <a:pt x="1400" y="19287"/>
                  <a:pt x="1331" y="19389"/>
                  <a:pt x="1263" y="19458"/>
                </a:cubicBezTo>
                <a:lnTo>
                  <a:pt x="205" y="20788"/>
                </a:lnTo>
                <a:cubicBezTo>
                  <a:pt x="103" y="20891"/>
                  <a:pt x="1" y="21027"/>
                  <a:pt x="103" y="21198"/>
                </a:cubicBezTo>
                <a:cubicBezTo>
                  <a:pt x="161" y="21285"/>
                  <a:pt x="212" y="21316"/>
                  <a:pt x="263" y="21316"/>
                </a:cubicBezTo>
                <a:cubicBezTo>
                  <a:pt x="332" y="21316"/>
                  <a:pt x="399" y="21257"/>
                  <a:pt x="478" y="21198"/>
                </a:cubicBezTo>
                <a:lnTo>
                  <a:pt x="512" y="21164"/>
                </a:lnTo>
                <a:cubicBezTo>
                  <a:pt x="1161" y="20447"/>
                  <a:pt x="1707" y="19697"/>
                  <a:pt x="2150" y="18912"/>
                </a:cubicBezTo>
                <a:cubicBezTo>
                  <a:pt x="2184" y="18843"/>
                  <a:pt x="2253" y="18741"/>
                  <a:pt x="2321" y="18707"/>
                </a:cubicBezTo>
                <a:cubicBezTo>
                  <a:pt x="2696" y="18468"/>
                  <a:pt x="3106" y="18229"/>
                  <a:pt x="3583" y="17956"/>
                </a:cubicBezTo>
                <a:lnTo>
                  <a:pt x="3583" y="17956"/>
                </a:lnTo>
                <a:cubicBezTo>
                  <a:pt x="3549" y="18332"/>
                  <a:pt x="3379" y="18707"/>
                  <a:pt x="3072" y="18980"/>
                </a:cubicBezTo>
                <a:cubicBezTo>
                  <a:pt x="2799" y="19185"/>
                  <a:pt x="2560" y="19389"/>
                  <a:pt x="2321" y="19594"/>
                </a:cubicBezTo>
                <a:cubicBezTo>
                  <a:pt x="1946" y="19765"/>
                  <a:pt x="1707" y="20174"/>
                  <a:pt x="1775" y="20584"/>
                </a:cubicBezTo>
                <a:lnTo>
                  <a:pt x="1604" y="20379"/>
                </a:lnTo>
                <a:cubicBezTo>
                  <a:pt x="1537" y="20312"/>
                  <a:pt x="1470" y="20245"/>
                  <a:pt x="1413" y="20245"/>
                </a:cubicBezTo>
                <a:cubicBezTo>
                  <a:pt x="1383" y="20245"/>
                  <a:pt x="1355" y="20264"/>
                  <a:pt x="1331" y="20311"/>
                </a:cubicBezTo>
                <a:cubicBezTo>
                  <a:pt x="1263" y="20447"/>
                  <a:pt x="1263" y="20584"/>
                  <a:pt x="1297" y="20686"/>
                </a:cubicBezTo>
                <a:cubicBezTo>
                  <a:pt x="1331" y="20891"/>
                  <a:pt x="1502" y="21061"/>
                  <a:pt x="1707" y="21061"/>
                </a:cubicBezTo>
                <a:lnTo>
                  <a:pt x="2014" y="21061"/>
                </a:lnTo>
                <a:lnTo>
                  <a:pt x="1161" y="22358"/>
                </a:lnTo>
                <a:cubicBezTo>
                  <a:pt x="1269" y="22394"/>
                  <a:pt x="1370" y="22418"/>
                  <a:pt x="1463" y="22418"/>
                </a:cubicBezTo>
                <a:cubicBezTo>
                  <a:pt x="1633" y="22418"/>
                  <a:pt x="1779" y="22340"/>
                  <a:pt x="1911" y="22119"/>
                </a:cubicBezTo>
                <a:cubicBezTo>
                  <a:pt x="2150" y="21676"/>
                  <a:pt x="2423" y="21300"/>
                  <a:pt x="2662" y="20857"/>
                </a:cubicBezTo>
                <a:cubicBezTo>
                  <a:pt x="2723" y="20765"/>
                  <a:pt x="2784" y="20647"/>
                  <a:pt x="2918" y="20647"/>
                </a:cubicBezTo>
                <a:cubicBezTo>
                  <a:pt x="2934" y="20647"/>
                  <a:pt x="2951" y="20648"/>
                  <a:pt x="2969" y="20652"/>
                </a:cubicBezTo>
                <a:cubicBezTo>
                  <a:pt x="2799" y="21403"/>
                  <a:pt x="2287" y="21846"/>
                  <a:pt x="1843" y="22426"/>
                </a:cubicBezTo>
                <a:cubicBezTo>
                  <a:pt x="2002" y="22426"/>
                  <a:pt x="2131" y="22457"/>
                  <a:pt x="2240" y="22457"/>
                </a:cubicBezTo>
                <a:cubicBezTo>
                  <a:pt x="2294" y="22457"/>
                  <a:pt x="2344" y="22449"/>
                  <a:pt x="2389" y="22426"/>
                </a:cubicBezTo>
                <a:cubicBezTo>
                  <a:pt x="2594" y="22256"/>
                  <a:pt x="2765" y="22051"/>
                  <a:pt x="2935" y="21880"/>
                </a:cubicBezTo>
                <a:lnTo>
                  <a:pt x="2969" y="21915"/>
                </a:lnTo>
                <a:cubicBezTo>
                  <a:pt x="2867" y="22051"/>
                  <a:pt x="2799" y="22222"/>
                  <a:pt x="2662" y="22426"/>
                </a:cubicBezTo>
                <a:lnTo>
                  <a:pt x="3310" y="22426"/>
                </a:lnTo>
                <a:cubicBezTo>
                  <a:pt x="3822" y="22358"/>
                  <a:pt x="4164" y="21915"/>
                  <a:pt x="4129" y="21403"/>
                </a:cubicBezTo>
                <a:lnTo>
                  <a:pt x="5153" y="20413"/>
                </a:lnTo>
                <a:cubicBezTo>
                  <a:pt x="5175" y="20609"/>
                  <a:pt x="5252" y="20694"/>
                  <a:pt x="5377" y="20694"/>
                </a:cubicBezTo>
                <a:cubicBezTo>
                  <a:pt x="5447" y="20694"/>
                  <a:pt x="5532" y="20667"/>
                  <a:pt x="5631" y="20618"/>
                </a:cubicBezTo>
                <a:lnTo>
                  <a:pt x="5631" y="20618"/>
                </a:lnTo>
                <a:lnTo>
                  <a:pt x="5153" y="21812"/>
                </a:lnTo>
                <a:cubicBezTo>
                  <a:pt x="5085" y="21710"/>
                  <a:pt x="5051" y="21573"/>
                  <a:pt x="4983" y="21471"/>
                </a:cubicBezTo>
                <a:cubicBezTo>
                  <a:pt x="4942" y="21431"/>
                  <a:pt x="4896" y="21411"/>
                  <a:pt x="4852" y="21411"/>
                </a:cubicBezTo>
                <a:cubicBezTo>
                  <a:pt x="4783" y="21411"/>
                  <a:pt x="4717" y="21457"/>
                  <a:pt x="4675" y="21539"/>
                </a:cubicBezTo>
                <a:cubicBezTo>
                  <a:pt x="4607" y="21846"/>
                  <a:pt x="4505" y="22153"/>
                  <a:pt x="4437" y="22461"/>
                </a:cubicBezTo>
                <a:lnTo>
                  <a:pt x="5358" y="22461"/>
                </a:lnTo>
                <a:cubicBezTo>
                  <a:pt x="5494" y="22051"/>
                  <a:pt x="5733" y="21744"/>
                  <a:pt x="6074" y="21539"/>
                </a:cubicBezTo>
                <a:lnTo>
                  <a:pt x="6074" y="21539"/>
                </a:lnTo>
                <a:cubicBezTo>
                  <a:pt x="5972" y="21710"/>
                  <a:pt x="6006" y="21949"/>
                  <a:pt x="6177" y="22085"/>
                </a:cubicBezTo>
                <a:lnTo>
                  <a:pt x="6109" y="22426"/>
                </a:lnTo>
                <a:cubicBezTo>
                  <a:pt x="6187" y="22461"/>
                  <a:pt x="6256" y="22478"/>
                  <a:pt x="6318" y="22478"/>
                </a:cubicBezTo>
                <a:cubicBezTo>
                  <a:pt x="6500" y="22478"/>
                  <a:pt x="6621" y="22331"/>
                  <a:pt x="6723" y="22051"/>
                </a:cubicBezTo>
                <a:cubicBezTo>
                  <a:pt x="6825" y="21812"/>
                  <a:pt x="6962" y="21573"/>
                  <a:pt x="7064" y="21369"/>
                </a:cubicBezTo>
                <a:cubicBezTo>
                  <a:pt x="7132" y="21266"/>
                  <a:pt x="7166" y="21198"/>
                  <a:pt x="7269" y="21130"/>
                </a:cubicBezTo>
                <a:cubicBezTo>
                  <a:pt x="7439" y="21027"/>
                  <a:pt x="7644" y="20925"/>
                  <a:pt x="7883" y="20823"/>
                </a:cubicBezTo>
                <a:lnTo>
                  <a:pt x="7883" y="20823"/>
                </a:lnTo>
                <a:lnTo>
                  <a:pt x="7098" y="22461"/>
                </a:lnTo>
                <a:lnTo>
                  <a:pt x="7849" y="22461"/>
                </a:lnTo>
                <a:cubicBezTo>
                  <a:pt x="8019" y="21949"/>
                  <a:pt x="8224" y="21437"/>
                  <a:pt x="8395" y="20959"/>
                </a:cubicBezTo>
                <a:lnTo>
                  <a:pt x="8429" y="20993"/>
                </a:lnTo>
                <a:cubicBezTo>
                  <a:pt x="8395" y="21471"/>
                  <a:pt x="8327" y="21949"/>
                  <a:pt x="8292" y="22426"/>
                </a:cubicBezTo>
                <a:lnTo>
                  <a:pt x="8702" y="22426"/>
                </a:lnTo>
                <a:cubicBezTo>
                  <a:pt x="8770" y="21812"/>
                  <a:pt x="8838" y="21232"/>
                  <a:pt x="8873" y="20652"/>
                </a:cubicBezTo>
                <a:cubicBezTo>
                  <a:pt x="8907" y="20516"/>
                  <a:pt x="8907" y="20413"/>
                  <a:pt x="8873" y="20277"/>
                </a:cubicBezTo>
                <a:cubicBezTo>
                  <a:pt x="8838" y="20208"/>
                  <a:pt x="8702" y="20140"/>
                  <a:pt x="8668" y="20106"/>
                </a:cubicBezTo>
                <a:cubicBezTo>
                  <a:pt x="8770" y="19219"/>
                  <a:pt x="8907" y="18366"/>
                  <a:pt x="9009" y="17479"/>
                </a:cubicBezTo>
                <a:lnTo>
                  <a:pt x="9248" y="17513"/>
                </a:lnTo>
                <a:cubicBezTo>
                  <a:pt x="9214" y="17649"/>
                  <a:pt x="9214" y="17786"/>
                  <a:pt x="9180" y="17956"/>
                </a:cubicBezTo>
                <a:cubicBezTo>
                  <a:pt x="9180" y="18536"/>
                  <a:pt x="9180" y="19151"/>
                  <a:pt x="9214" y="19765"/>
                </a:cubicBezTo>
                <a:cubicBezTo>
                  <a:pt x="9248" y="20140"/>
                  <a:pt x="9282" y="20550"/>
                  <a:pt x="9384" y="20925"/>
                </a:cubicBezTo>
                <a:cubicBezTo>
                  <a:pt x="9384" y="21061"/>
                  <a:pt x="9453" y="21198"/>
                  <a:pt x="9555" y="21300"/>
                </a:cubicBezTo>
                <a:cubicBezTo>
                  <a:pt x="9623" y="21369"/>
                  <a:pt x="9760" y="21369"/>
                  <a:pt x="9862" y="21369"/>
                </a:cubicBezTo>
                <a:cubicBezTo>
                  <a:pt x="9896" y="21710"/>
                  <a:pt x="9930" y="22051"/>
                  <a:pt x="9930" y="22426"/>
                </a:cubicBezTo>
                <a:lnTo>
                  <a:pt x="10306" y="22426"/>
                </a:lnTo>
                <a:lnTo>
                  <a:pt x="10306" y="21403"/>
                </a:lnTo>
                <a:cubicBezTo>
                  <a:pt x="10374" y="21812"/>
                  <a:pt x="10442" y="22119"/>
                  <a:pt x="10476" y="22426"/>
                </a:cubicBezTo>
                <a:lnTo>
                  <a:pt x="11295" y="22426"/>
                </a:lnTo>
                <a:cubicBezTo>
                  <a:pt x="11193" y="22188"/>
                  <a:pt x="11125" y="22017"/>
                  <a:pt x="11022" y="21846"/>
                </a:cubicBezTo>
                <a:cubicBezTo>
                  <a:pt x="10749" y="21334"/>
                  <a:pt x="10613" y="20754"/>
                  <a:pt x="10647" y="20208"/>
                </a:cubicBezTo>
                <a:cubicBezTo>
                  <a:pt x="10613" y="20004"/>
                  <a:pt x="10647" y="19833"/>
                  <a:pt x="10647" y="19628"/>
                </a:cubicBezTo>
                <a:cubicBezTo>
                  <a:pt x="10671" y="19435"/>
                  <a:pt x="10627" y="19344"/>
                  <a:pt x="10526" y="19344"/>
                </a:cubicBezTo>
                <a:cubicBezTo>
                  <a:pt x="10485" y="19344"/>
                  <a:pt x="10434" y="19360"/>
                  <a:pt x="10374" y="19389"/>
                </a:cubicBezTo>
                <a:cubicBezTo>
                  <a:pt x="10340" y="19424"/>
                  <a:pt x="10272" y="19458"/>
                  <a:pt x="10237" y="19492"/>
                </a:cubicBezTo>
                <a:cubicBezTo>
                  <a:pt x="10169" y="19321"/>
                  <a:pt x="10101" y="19185"/>
                  <a:pt x="10067" y="19014"/>
                </a:cubicBezTo>
                <a:cubicBezTo>
                  <a:pt x="9760" y="17683"/>
                  <a:pt x="9657" y="16318"/>
                  <a:pt x="9828" y="14988"/>
                </a:cubicBezTo>
                <a:cubicBezTo>
                  <a:pt x="9896" y="13998"/>
                  <a:pt x="10067" y="13043"/>
                  <a:pt x="10203" y="12087"/>
                </a:cubicBezTo>
                <a:cubicBezTo>
                  <a:pt x="10237" y="11951"/>
                  <a:pt x="10272" y="11848"/>
                  <a:pt x="10306" y="11746"/>
                </a:cubicBezTo>
                <a:cubicBezTo>
                  <a:pt x="10374" y="12360"/>
                  <a:pt x="10442" y="12872"/>
                  <a:pt x="10510" y="13418"/>
                </a:cubicBezTo>
                <a:cubicBezTo>
                  <a:pt x="10545" y="13691"/>
                  <a:pt x="10545" y="13964"/>
                  <a:pt x="10476" y="14237"/>
                </a:cubicBezTo>
                <a:cubicBezTo>
                  <a:pt x="10374" y="14510"/>
                  <a:pt x="10340" y="14783"/>
                  <a:pt x="10340" y="15056"/>
                </a:cubicBezTo>
                <a:cubicBezTo>
                  <a:pt x="10340" y="15636"/>
                  <a:pt x="10340" y="16216"/>
                  <a:pt x="10374" y="16796"/>
                </a:cubicBezTo>
                <a:cubicBezTo>
                  <a:pt x="10408" y="17342"/>
                  <a:pt x="10510" y="17854"/>
                  <a:pt x="10715" y="18366"/>
                </a:cubicBezTo>
                <a:cubicBezTo>
                  <a:pt x="10749" y="18502"/>
                  <a:pt x="10783" y="18639"/>
                  <a:pt x="10818" y="18775"/>
                </a:cubicBezTo>
                <a:cubicBezTo>
                  <a:pt x="10920" y="19628"/>
                  <a:pt x="11022" y="20447"/>
                  <a:pt x="11159" y="21266"/>
                </a:cubicBezTo>
                <a:cubicBezTo>
                  <a:pt x="11227" y="21573"/>
                  <a:pt x="11329" y="21880"/>
                  <a:pt x="11466" y="22188"/>
                </a:cubicBezTo>
                <a:cubicBezTo>
                  <a:pt x="11500" y="22290"/>
                  <a:pt x="11568" y="22426"/>
                  <a:pt x="11636" y="22426"/>
                </a:cubicBezTo>
                <a:cubicBezTo>
                  <a:pt x="11756" y="22443"/>
                  <a:pt x="11884" y="22452"/>
                  <a:pt x="12012" y="22452"/>
                </a:cubicBezTo>
                <a:cubicBezTo>
                  <a:pt x="12140" y="22452"/>
                  <a:pt x="12268" y="22443"/>
                  <a:pt x="12387" y="22426"/>
                </a:cubicBezTo>
                <a:cubicBezTo>
                  <a:pt x="12217" y="21676"/>
                  <a:pt x="12080" y="20993"/>
                  <a:pt x="11944" y="20277"/>
                </a:cubicBezTo>
                <a:cubicBezTo>
                  <a:pt x="11944" y="20208"/>
                  <a:pt x="11841" y="20106"/>
                  <a:pt x="11807" y="20106"/>
                </a:cubicBezTo>
                <a:cubicBezTo>
                  <a:pt x="11705" y="20140"/>
                  <a:pt x="11636" y="20208"/>
                  <a:pt x="11602" y="20311"/>
                </a:cubicBezTo>
                <a:cubicBezTo>
                  <a:pt x="11568" y="20447"/>
                  <a:pt x="11602" y="20618"/>
                  <a:pt x="11636" y="20754"/>
                </a:cubicBezTo>
                <a:cubicBezTo>
                  <a:pt x="11671" y="21130"/>
                  <a:pt x="11739" y="21471"/>
                  <a:pt x="11807" y="21812"/>
                </a:cubicBezTo>
                <a:cubicBezTo>
                  <a:pt x="11466" y="20959"/>
                  <a:pt x="11261" y="20038"/>
                  <a:pt x="11193" y="19082"/>
                </a:cubicBezTo>
                <a:lnTo>
                  <a:pt x="11295" y="19048"/>
                </a:lnTo>
                <a:cubicBezTo>
                  <a:pt x="11398" y="19048"/>
                  <a:pt x="11534" y="19048"/>
                  <a:pt x="11534" y="18878"/>
                </a:cubicBezTo>
                <a:cubicBezTo>
                  <a:pt x="11534" y="18741"/>
                  <a:pt x="11500" y="18639"/>
                  <a:pt x="11432" y="18536"/>
                </a:cubicBezTo>
                <a:cubicBezTo>
                  <a:pt x="11261" y="18400"/>
                  <a:pt x="11159" y="18195"/>
                  <a:pt x="11159" y="17990"/>
                </a:cubicBezTo>
                <a:cubicBezTo>
                  <a:pt x="11159" y="17956"/>
                  <a:pt x="11091" y="17922"/>
                  <a:pt x="11056" y="17854"/>
                </a:cubicBezTo>
                <a:cubicBezTo>
                  <a:pt x="10988" y="17752"/>
                  <a:pt x="10920" y="17649"/>
                  <a:pt x="10886" y="17513"/>
                </a:cubicBezTo>
                <a:cubicBezTo>
                  <a:pt x="10818" y="17001"/>
                  <a:pt x="10749" y="16455"/>
                  <a:pt x="10681" y="15909"/>
                </a:cubicBezTo>
                <a:lnTo>
                  <a:pt x="10749" y="15909"/>
                </a:lnTo>
                <a:cubicBezTo>
                  <a:pt x="10852" y="16284"/>
                  <a:pt x="10954" y="16694"/>
                  <a:pt x="11056" y="17069"/>
                </a:cubicBezTo>
                <a:cubicBezTo>
                  <a:pt x="11295" y="17888"/>
                  <a:pt x="11602" y="18570"/>
                  <a:pt x="12285" y="18809"/>
                </a:cubicBezTo>
                <a:cubicBezTo>
                  <a:pt x="12285" y="19901"/>
                  <a:pt x="12490" y="20993"/>
                  <a:pt x="12831" y="22051"/>
                </a:cubicBezTo>
                <a:cubicBezTo>
                  <a:pt x="12942" y="22362"/>
                  <a:pt x="12995" y="22471"/>
                  <a:pt x="13142" y="22471"/>
                </a:cubicBezTo>
                <a:cubicBezTo>
                  <a:pt x="13220" y="22471"/>
                  <a:pt x="13325" y="22440"/>
                  <a:pt x="13479" y="22392"/>
                </a:cubicBezTo>
                <a:cubicBezTo>
                  <a:pt x="13036" y="21403"/>
                  <a:pt x="12763" y="20311"/>
                  <a:pt x="12660" y="19219"/>
                </a:cubicBezTo>
                <a:cubicBezTo>
                  <a:pt x="12694" y="18843"/>
                  <a:pt x="12524" y="18502"/>
                  <a:pt x="12251" y="18263"/>
                </a:cubicBezTo>
                <a:cubicBezTo>
                  <a:pt x="11671" y="17786"/>
                  <a:pt x="11500" y="17035"/>
                  <a:pt x="11295" y="16284"/>
                </a:cubicBezTo>
                <a:lnTo>
                  <a:pt x="11295" y="16284"/>
                </a:lnTo>
                <a:cubicBezTo>
                  <a:pt x="11568" y="16523"/>
                  <a:pt x="11875" y="16762"/>
                  <a:pt x="12148" y="16967"/>
                </a:cubicBezTo>
                <a:cubicBezTo>
                  <a:pt x="12319" y="17103"/>
                  <a:pt x="12353" y="17342"/>
                  <a:pt x="12251" y="17513"/>
                </a:cubicBezTo>
                <a:cubicBezTo>
                  <a:pt x="12217" y="17649"/>
                  <a:pt x="12251" y="17820"/>
                  <a:pt x="12319" y="17922"/>
                </a:cubicBezTo>
                <a:cubicBezTo>
                  <a:pt x="12490" y="18298"/>
                  <a:pt x="12660" y="18605"/>
                  <a:pt x="12899" y="18946"/>
                </a:cubicBezTo>
                <a:cubicBezTo>
                  <a:pt x="13172" y="19355"/>
                  <a:pt x="13343" y="19833"/>
                  <a:pt x="13411" y="20311"/>
                </a:cubicBezTo>
                <a:cubicBezTo>
                  <a:pt x="13479" y="21027"/>
                  <a:pt x="13650" y="21744"/>
                  <a:pt x="13889" y="22461"/>
                </a:cubicBezTo>
                <a:lnTo>
                  <a:pt x="14810" y="22461"/>
                </a:lnTo>
                <a:cubicBezTo>
                  <a:pt x="14912" y="22461"/>
                  <a:pt x="14946" y="22358"/>
                  <a:pt x="14946" y="22256"/>
                </a:cubicBezTo>
                <a:cubicBezTo>
                  <a:pt x="14912" y="22153"/>
                  <a:pt x="14844" y="22085"/>
                  <a:pt x="14810" y="21983"/>
                </a:cubicBezTo>
                <a:cubicBezTo>
                  <a:pt x="14537" y="21300"/>
                  <a:pt x="14366" y="20584"/>
                  <a:pt x="14264" y="19867"/>
                </a:cubicBezTo>
                <a:lnTo>
                  <a:pt x="14264" y="19867"/>
                </a:lnTo>
                <a:cubicBezTo>
                  <a:pt x="14366" y="19901"/>
                  <a:pt x="14435" y="19901"/>
                  <a:pt x="14435" y="19935"/>
                </a:cubicBezTo>
                <a:cubicBezTo>
                  <a:pt x="14605" y="20208"/>
                  <a:pt x="14708" y="20550"/>
                  <a:pt x="14776" y="20857"/>
                </a:cubicBezTo>
                <a:cubicBezTo>
                  <a:pt x="14810" y="21334"/>
                  <a:pt x="14878" y="21778"/>
                  <a:pt x="14946" y="22222"/>
                </a:cubicBezTo>
                <a:cubicBezTo>
                  <a:pt x="15035" y="22377"/>
                  <a:pt x="15139" y="22432"/>
                  <a:pt x="15257" y="22432"/>
                </a:cubicBezTo>
                <a:cubicBezTo>
                  <a:pt x="15320" y="22432"/>
                  <a:pt x="15387" y="22416"/>
                  <a:pt x="15458" y="22392"/>
                </a:cubicBezTo>
                <a:lnTo>
                  <a:pt x="15458" y="22119"/>
                </a:lnTo>
                <a:cubicBezTo>
                  <a:pt x="15515" y="22317"/>
                  <a:pt x="15687" y="22444"/>
                  <a:pt x="15880" y="22444"/>
                </a:cubicBezTo>
                <a:cubicBezTo>
                  <a:pt x="15921" y="22444"/>
                  <a:pt x="15963" y="22438"/>
                  <a:pt x="16004" y="22426"/>
                </a:cubicBezTo>
                <a:cubicBezTo>
                  <a:pt x="16311" y="22426"/>
                  <a:pt x="16653" y="22426"/>
                  <a:pt x="16960" y="22392"/>
                </a:cubicBezTo>
                <a:cubicBezTo>
                  <a:pt x="16823" y="22153"/>
                  <a:pt x="16721" y="21949"/>
                  <a:pt x="16618" y="21744"/>
                </a:cubicBezTo>
                <a:lnTo>
                  <a:pt x="16618" y="21744"/>
                </a:lnTo>
                <a:cubicBezTo>
                  <a:pt x="16895" y="21992"/>
                  <a:pt x="17081" y="22442"/>
                  <a:pt x="17450" y="22442"/>
                </a:cubicBezTo>
                <a:cubicBezTo>
                  <a:pt x="17537" y="22442"/>
                  <a:pt x="17634" y="22417"/>
                  <a:pt x="17745" y="22358"/>
                </a:cubicBezTo>
                <a:cubicBezTo>
                  <a:pt x="17710" y="22290"/>
                  <a:pt x="17642" y="22222"/>
                  <a:pt x="17608" y="22188"/>
                </a:cubicBezTo>
                <a:cubicBezTo>
                  <a:pt x="17267" y="21676"/>
                  <a:pt x="16926" y="21232"/>
                  <a:pt x="16584" y="20720"/>
                </a:cubicBezTo>
                <a:cubicBezTo>
                  <a:pt x="16414" y="20413"/>
                  <a:pt x="16277" y="20072"/>
                  <a:pt x="16107" y="19731"/>
                </a:cubicBezTo>
                <a:cubicBezTo>
                  <a:pt x="16072" y="19662"/>
                  <a:pt x="16038" y="19560"/>
                  <a:pt x="16004" y="19560"/>
                </a:cubicBezTo>
                <a:cubicBezTo>
                  <a:pt x="15663" y="19424"/>
                  <a:pt x="15629" y="19082"/>
                  <a:pt x="15527" y="18741"/>
                </a:cubicBezTo>
                <a:cubicBezTo>
                  <a:pt x="15629" y="18673"/>
                  <a:pt x="15697" y="18605"/>
                  <a:pt x="15800" y="18536"/>
                </a:cubicBezTo>
                <a:cubicBezTo>
                  <a:pt x="15905" y="18413"/>
                  <a:pt x="15993" y="18344"/>
                  <a:pt x="16072" y="18344"/>
                </a:cubicBezTo>
                <a:cubicBezTo>
                  <a:pt x="16145" y="18344"/>
                  <a:pt x="16211" y="18404"/>
                  <a:pt x="16277" y="18536"/>
                </a:cubicBezTo>
                <a:cubicBezTo>
                  <a:pt x="16482" y="18878"/>
                  <a:pt x="16721" y="19253"/>
                  <a:pt x="16926" y="19628"/>
                </a:cubicBezTo>
                <a:cubicBezTo>
                  <a:pt x="17199" y="20072"/>
                  <a:pt x="17472" y="20550"/>
                  <a:pt x="17745" y="20959"/>
                </a:cubicBezTo>
                <a:cubicBezTo>
                  <a:pt x="18017" y="21369"/>
                  <a:pt x="18427" y="21642"/>
                  <a:pt x="18905" y="21812"/>
                </a:cubicBezTo>
                <a:cubicBezTo>
                  <a:pt x="18957" y="21824"/>
                  <a:pt x="19010" y="21829"/>
                  <a:pt x="19062" y="21829"/>
                </a:cubicBezTo>
                <a:cubicBezTo>
                  <a:pt x="19322" y="21829"/>
                  <a:pt x="19582" y="21692"/>
                  <a:pt x="19724" y="21437"/>
                </a:cubicBezTo>
                <a:cubicBezTo>
                  <a:pt x="19758" y="21300"/>
                  <a:pt x="19792" y="21164"/>
                  <a:pt x="19792" y="21061"/>
                </a:cubicBezTo>
                <a:cubicBezTo>
                  <a:pt x="19792" y="20959"/>
                  <a:pt x="19758" y="20891"/>
                  <a:pt x="19690" y="20857"/>
                </a:cubicBezTo>
                <a:cubicBezTo>
                  <a:pt x="19670" y="20847"/>
                  <a:pt x="19647" y="20843"/>
                  <a:pt x="19623" y="20843"/>
                </a:cubicBezTo>
                <a:cubicBezTo>
                  <a:pt x="19567" y="20843"/>
                  <a:pt x="19509" y="20867"/>
                  <a:pt x="19485" y="20891"/>
                </a:cubicBezTo>
                <a:cubicBezTo>
                  <a:pt x="19417" y="20993"/>
                  <a:pt x="19382" y="21061"/>
                  <a:pt x="19348" y="21164"/>
                </a:cubicBezTo>
                <a:cubicBezTo>
                  <a:pt x="18734" y="21027"/>
                  <a:pt x="17267" y="19389"/>
                  <a:pt x="16891" y="18468"/>
                </a:cubicBezTo>
                <a:lnTo>
                  <a:pt x="16891" y="18468"/>
                </a:lnTo>
                <a:cubicBezTo>
                  <a:pt x="17062" y="18639"/>
                  <a:pt x="17199" y="18775"/>
                  <a:pt x="17369" y="18878"/>
                </a:cubicBezTo>
                <a:cubicBezTo>
                  <a:pt x="17415" y="18914"/>
                  <a:pt x="17458" y="18931"/>
                  <a:pt x="17496" y="18931"/>
                </a:cubicBezTo>
                <a:cubicBezTo>
                  <a:pt x="17601" y="18931"/>
                  <a:pt x="17667" y="18804"/>
                  <a:pt x="17642" y="18605"/>
                </a:cubicBezTo>
                <a:cubicBezTo>
                  <a:pt x="17642" y="18502"/>
                  <a:pt x="17608" y="18434"/>
                  <a:pt x="17574" y="18366"/>
                </a:cubicBezTo>
                <a:lnTo>
                  <a:pt x="17574" y="18366"/>
                </a:lnTo>
                <a:cubicBezTo>
                  <a:pt x="17745" y="18434"/>
                  <a:pt x="17915" y="18536"/>
                  <a:pt x="18120" y="18605"/>
                </a:cubicBezTo>
                <a:cubicBezTo>
                  <a:pt x="18150" y="18615"/>
                  <a:pt x="18183" y="18619"/>
                  <a:pt x="18218" y="18619"/>
                </a:cubicBezTo>
                <a:cubicBezTo>
                  <a:pt x="18302" y="18619"/>
                  <a:pt x="18399" y="18595"/>
                  <a:pt x="18495" y="18570"/>
                </a:cubicBezTo>
                <a:cubicBezTo>
                  <a:pt x="18563" y="18502"/>
                  <a:pt x="18632" y="18400"/>
                  <a:pt x="18632" y="18298"/>
                </a:cubicBezTo>
                <a:cubicBezTo>
                  <a:pt x="18632" y="18195"/>
                  <a:pt x="18495" y="18093"/>
                  <a:pt x="18461" y="18093"/>
                </a:cubicBezTo>
                <a:cubicBezTo>
                  <a:pt x="18188" y="18093"/>
                  <a:pt x="17949" y="17956"/>
                  <a:pt x="17847" y="17752"/>
                </a:cubicBezTo>
                <a:cubicBezTo>
                  <a:pt x="17472" y="17308"/>
                  <a:pt x="17096" y="16898"/>
                  <a:pt x="16755" y="16455"/>
                </a:cubicBezTo>
                <a:cubicBezTo>
                  <a:pt x="16857" y="15977"/>
                  <a:pt x="16891" y="15943"/>
                  <a:pt x="16618" y="15875"/>
                </a:cubicBezTo>
                <a:cubicBezTo>
                  <a:pt x="16345" y="15841"/>
                  <a:pt x="16175" y="15602"/>
                  <a:pt x="16038" y="15329"/>
                </a:cubicBezTo>
                <a:cubicBezTo>
                  <a:pt x="15970" y="15192"/>
                  <a:pt x="15868" y="14988"/>
                  <a:pt x="15800" y="14817"/>
                </a:cubicBezTo>
                <a:cubicBezTo>
                  <a:pt x="15744" y="14614"/>
                  <a:pt x="15709" y="14521"/>
                  <a:pt x="15645" y="14521"/>
                </a:cubicBezTo>
                <a:cubicBezTo>
                  <a:pt x="15591" y="14521"/>
                  <a:pt x="15516" y="14589"/>
                  <a:pt x="15390" y="14715"/>
                </a:cubicBezTo>
                <a:lnTo>
                  <a:pt x="15356" y="14715"/>
                </a:lnTo>
                <a:cubicBezTo>
                  <a:pt x="14912" y="13998"/>
                  <a:pt x="14639" y="13179"/>
                  <a:pt x="14503" y="12360"/>
                </a:cubicBezTo>
                <a:cubicBezTo>
                  <a:pt x="14521" y="12357"/>
                  <a:pt x="14537" y="12356"/>
                  <a:pt x="14553" y="12356"/>
                </a:cubicBezTo>
                <a:cubicBezTo>
                  <a:pt x="14714" y="12356"/>
                  <a:pt x="14748" y="12511"/>
                  <a:pt x="14810" y="12667"/>
                </a:cubicBezTo>
                <a:cubicBezTo>
                  <a:pt x="14946" y="13043"/>
                  <a:pt x="15083" y="13384"/>
                  <a:pt x="15254" y="13759"/>
                </a:cubicBezTo>
                <a:cubicBezTo>
                  <a:pt x="15561" y="14271"/>
                  <a:pt x="15902" y="14715"/>
                  <a:pt x="16448" y="14715"/>
                </a:cubicBezTo>
                <a:cubicBezTo>
                  <a:pt x="16584" y="15056"/>
                  <a:pt x="16721" y="15397"/>
                  <a:pt x="16891" y="15704"/>
                </a:cubicBezTo>
                <a:cubicBezTo>
                  <a:pt x="17096" y="16114"/>
                  <a:pt x="17301" y="16489"/>
                  <a:pt x="17574" y="16864"/>
                </a:cubicBezTo>
                <a:cubicBezTo>
                  <a:pt x="17710" y="17035"/>
                  <a:pt x="17881" y="17206"/>
                  <a:pt x="18086" y="17308"/>
                </a:cubicBezTo>
                <a:cubicBezTo>
                  <a:pt x="18112" y="17326"/>
                  <a:pt x="18141" y="17334"/>
                  <a:pt x="18170" y="17334"/>
                </a:cubicBezTo>
                <a:cubicBezTo>
                  <a:pt x="18252" y="17334"/>
                  <a:pt x="18333" y="17264"/>
                  <a:pt x="18359" y="17137"/>
                </a:cubicBezTo>
                <a:cubicBezTo>
                  <a:pt x="18393" y="17001"/>
                  <a:pt x="18325" y="16864"/>
                  <a:pt x="18222" y="16796"/>
                </a:cubicBezTo>
                <a:cubicBezTo>
                  <a:pt x="17949" y="16625"/>
                  <a:pt x="17710" y="16387"/>
                  <a:pt x="17608" y="16114"/>
                </a:cubicBezTo>
                <a:cubicBezTo>
                  <a:pt x="17403" y="15704"/>
                  <a:pt x="17199" y="15295"/>
                  <a:pt x="16994" y="14885"/>
                </a:cubicBezTo>
                <a:cubicBezTo>
                  <a:pt x="16926" y="14749"/>
                  <a:pt x="16891" y="14612"/>
                  <a:pt x="16857" y="14510"/>
                </a:cubicBezTo>
                <a:lnTo>
                  <a:pt x="16857" y="14510"/>
                </a:lnTo>
                <a:cubicBezTo>
                  <a:pt x="17062" y="14612"/>
                  <a:pt x="17164" y="14715"/>
                  <a:pt x="17301" y="14783"/>
                </a:cubicBezTo>
                <a:cubicBezTo>
                  <a:pt x="17437" y="14851"/>
                  <a:pt x="17574" y="14919"/>
                  <a:pt x="17710" y="14988"/>
                </a:cubicBezTo>
                <a:cubicBezTo>
                  <a:pt x="17740" y="15003"/>
                  <a:pt x="17770" y="15009"/>
                  <a:pt x="17798" y="15009"/>
                </a:cubicBezTo>
                <a:cubicBezTo>
                  <a:pt x="17899" y="15009"/>
                  <a:pt x="17976" y="14924"/>
                  <a:pt x="17949" y="14817"/>
                </a:cubicBezTo>
                <a:cubicBezTo>
                  <a:pt x="17949" y="14715"/>
                  <a:pt x="17915" y="14612"/>
                  <a:pt x="17847" y="14510"/>
                </a:cubicBezTo>
                <a:cubicBezTo>
                  <a:pt x="17676" y="14373"/>
                  <a:pt x="17506" y="14305"/>
                  <a:pt x="17335" y="14169"/>
                </a:cubicBezTo>
                <a:cubicBezTo>
                  <a:pt x="16857" y="13862"/>
                  <a:pt x="16448" y="13418"/>
                  <a:pt x="16209" y="12906"/>
                </a:cubicBezTo>
                <a:cubicBezTo>
                  <a:pt x="16311" y="12701"/>
                  <a:pt x="16414" y="12497"/>
                  <a:pt x="16175" y="12394"/>
                </a:cubicBezTo>
                <a:cubicBezTo>
                  <a:pt x="15936" y="12292"/>
                  <a:pt x="16004" y="12087"/>
                  <a:pt x="16004" y="11780"/>
                </a:cubicBezTo>
                <a:lnTo>
                  <a:pt x="16004" y="11780"/>
                </a:lnTo>
                <a:cubicBezTo>
                  <a:pt x="16107" y="11951"/>
                  <a:pt x="16175" y="12087"/>
                  <a:pt x="16243" y="12189"/>
                </a:cubicBezTo>
                <a:cubicBezTo>
                  <a:pt x="16550" y="12701"/>
                  <a:pt x="16823" y="13179"/>
                  <a:pt x="17130" y="13657"/>
                </a:cubicBezTo>
                <a:cubicBezTo>
                  <a:pt x="17233" y="13827"/>
                  <a:pt x="17369" y="13964"/>
                  <a:pt x="17506" y="14100"/>
                </a:cubicBezTo>
                <a:cubicBezTo>
                  <a:pt x="17642" y="14169"/>
                  <a:pt x="17779" y="14203"/>
                  <a:pt x="17949" y="14203"/>
                </a:cubicBezTo>
                <a:cubicBezTo>
                  <a:pt x="18017" y="14203"/>
                  <a:pt x="18120" y="14066"/>
                  <a:pt x="18120" y="13964"/>
                </a:cubicBezTo>
                <a:cubicBezTo>
                  <a:pt x="18120" y="13896"/>
                  <a:pt x="18052" y="13793"/>
                  <a:pt x="17983" y="13759"/>
                </a:cubicBezTo>
                <a:cubicBezTo>
                  <a:pt x="17710" y="13691"/>
                  <a:pt x="17540" y="13418"/>
                  <a:pt x="17335" y="13179"/>
                </a:cubicBezTo>
                <a:cubicBezTo>
                  <a:pt x="16755" y="12292"/>
                  <a:pt x="16243" y="11371"/>
                  <a:pt x="15834" y="10449"/>
                </a:cubicBezTo>
                <a:cubicBezTo>
                  <a:pt x="15800" y="10347"/>
                  <a:pt x="15765" y="10279"/>
                  <a:pt x="15765" y="10210"/>
                </a:cubicBezTo>
                <a:lnTo>
                  <a:pt x="15765" y="10210"/>
                </a:lnTo>
                <a:cubicBezTo>
                  <a:pt x="16107" y="10620"/>
                  <a:pt x="16414" y="10995"/>
                  <a:pt x="16755" y="11336"/>
                </a:cubicBezTo>
                <a:cubicBezTo>
                  <a:pt x="16960" y="11575"/>
                  <a:pt x="17233" y="11814"/>
                  <a:pt x="17506" y="11985"/>
                </a:cubicBezTo>
                <a:cubicBezTo>
                  <a:pt x="17606" y="12025"/>
                  <a:pt x="17706" y="12041"/>
                  <a:pt x="17805" y="12041"/>
                </a:cubicBezTo>
                <a:cubicBezTo>
                  <a:pt x="17876" y="12041"/>
                  <a:pt x="17947" y="12033"/>
                  <a:pt x="18017" y="12019"/>
                </a:cubicBezTo>
                <a:cubicBezTo>
                  <a:pt x="18154" y="12019"/>
                  <a:pt x="18222" y="11848"/>
                  <a:pt x="18188" y="11746"/>
                </a:cubicBezTo>
                <a:cubicBezTo>
                  <a:pt x="18154" y="11644"/>
                  <a:pt x="18086" y="11575"/>
                  <a:pt x="17983" y="11541"/>
                </a:cubicBezTo>
                <a:cubicBezTo>
                  <a:pt x="17932" y="11507"/>
                  <a:pt x="17872" y="11507"/>
                  <a:pt x="17817" y="11507"/>
                </a:cubicBezTo>
                <a:cubicBezTo>
                  <a:pt x="17762" y="11507"/>
                  <a:pt x="17710" y="11507"/>
                  <a:pt x="17676" y="11473"/>
                </a:cubicBezTo>
                <a:cubicBezTo>
                  <a:pt x="17164" y="11166"/>
                  <a:pt x="16755" y="10722"/>
                  <a:pt x="16448" y="10210"/>
                </a:cubicBezTo>
                <a:lnTo>
                  <a:pt x="16448" y="10210"/>
                </a:lnTo>
                <a:cubicBezTo>
                  <a:pt x="16584" y="10244"/>
                  <a:pt x="16687" y="10313"/>
                  <a:pt x="16755" y="10381"/>
                </a:cubicBezTo>
                <a:cubicBezTo>
                  <a:pt x="17028" y="10586"/>
                  <a:pt x="17301" y="10756"/>
                  <a:pt x="17574" y="10927"/>
                </a:cubicBezTo>
                <a:cubicBezTo>
                  <a:pt x="17645" y="10941"/>
                  <a:pt x="17715" y="10949"/>
                  <a:pt x="17783" y="10949"/>
                </a:cubicBezTo>
                <a:cubicBezTo>
                  <a:pt x="17880" y="10949"/>
                  <a:pt x="17972" y="10933"/>
                  <a:pt x="18052" y="10893"/>
                </a:cubicBezTo>
                <a:cubicBezTo>
                  <a:pt x="18188" y="10825"/>
                  <a:pt x="18222" y="10688"/>
                  <a:pt x="18188" y="10552"/>
                </a:cubicBezTo>
                <a:cubicBezTo>
                  <a:pt x="18139" y="10428"/>
                  <a:pt x="18107" y="10340"/>
                  <a:pt x="18016" y="10340"/>
                </a:cubicBezTo>
                <a:cubicBezTo>
                  <a:pt x="17981" y="10340"/>
                  <a:pt x="17937" y="10353"/>
                  <a:pt x="17881" y="10381"/>
                </a:cubicBezTo>
                <a:cubicBezTo>
                  <a:pt x="17835" y="10408"/>
                  <a:pt x="17790" y="10421"/>
                  <a:pt x="17744" y="10421"/>
                </a:cubicBezTo>
                <a:cubicBezTo>
                  <a:pt x="17619" y="10421"/>
                  <a:pt x="17494" y="10326"/>
                  <a:pt x="17369" y="10176"/>
                </a:cubicBezTo>
                <a:lnTo>
                  <a:pt x="17369" y="10176"/>
                </a:lnTo>
                <a:cubicBezTo>
                  <a:pt x="17506" y="10244"/>
                  <a:pt x="17642" y="10244"/>
                  <a:pt x="17779" y="10279"/>
                </a:cubicBezTo>
                <a:cubicBezTo>
                  <a:pt x="17915" y="10279"/>
                  <a:pt x="18086" y="10279"/>
                  <a:pt x="18222" y="10244"/>
                </a:cubicBezTo>
                <a:cubicBezTo>
                  <a:pt x="18461" y="10210"/>
                  <a:pt x="18563" y="10074"/>
                  <a:pt x="18529" y="9903"/>
                </a:cubicBezTo>
                <a:cubicBezTo>
                  <a:pt x="18529" y="9800"/>
                  <a:pt x="18471" y="9697"/>
                  <a:pt x="18324" y="9697"/>
                </a:cubicBezTo>
                <a:cubicBezTo>
                  <a:pt x="18277" y="9697"/>
                  <a:pt x="18221" y="9708"/>
                  <a:pt x="18154" y="9733"/>
                </a:cubicBezTo>
                <a:cubicBezTo>
                  <a:pt x="18090" y="9751"/>
                  <a:pt x="18026" y="9759"/>
                  <a:pt x="17963" y="9759"/>
                </a:cubicBezTo>
                <a:cubicBezTo>
                  <a:pt x="17790" y="9759"/>
                  <a:pt x="17621" y="9696"/>
                  <a:pt x="17472" y="9596"/>
                </a:cubicBezTo>
                <a:cubicBezTo>
                  <a:pt x="17540" y="9494"/>
                  <a:pt x="17540" y="9391"/>
                  <a:pt x="17574" y="9289"/>
                </a:cubicBezTo>
                <a:cubicBezTo>
                  <a:pt x="17574" y="9153"/>
                  <a:pt x="17540" y="9050"/>
                  <a:pt x="17472" y="8982"/>
                </a:cubicBezTo>
                <a:cubicBezTo>
                  <a:pt x="17462" y="8962"/>
                  <a:pt x="17443" y="8954"/>
                  <a:pt x="17419" y="8954"/>
                </a:cubicBezTo>
                <a:cubicBezTo>
                  <a:pt x="17363" y="8954"/>
                  <a:pt x="17281" y="9002"/>
                  <a:pt x="17233" y="9050"/>
                </a:cubicBezTo>
                <a:cubicBezTo>
                  <a:pt x="17164" y="9118"/>
                  <a:pt x="17096" y="9221"/>
                  <a:pt x="17062" y="9323"/>
                </a:cubicBezTo>
                <a:cubicBezTo>
                  <a:pt x="16653" y="9084"/>
                  <a:pt x="16311" y="8777"/>
                  <a:pt x="16072" y="8402"/>
                </a:cubicBezTo>
                <a:cubicBezTo>
                  <a:pt x="16141" y="8402"/>
                  <a:pt x="16243" y="8436"/>
                  <a:pt x="16311" y="8436"/>
                </a:cubicBezTo>
                <a:cubicBezTo>
                  <a:pt x="16504" y="8460"/>
                  <a:pt x="16697" y="8484"/>
                  <a:pt x="16890" y="8484"/>
                </a:cubicBezTo>
                <a:cubicBezTo>
                  <a:pt x="16970" y="8484"/>
                  <a:pt x="17050" y="8480"/>
                  <a:pt x="17130" y="8470"/>
                </a:cubicBezTo>
                <a:cubicBezTo>
                  <a:pt x="17506" y="8368"/>
                  <a:pt x="17779" y="8026"/>
                  <a:pt x="17813" y="7617"/>
                </a:cubicBezTo>
                <a:cubicBezTo>
                  <a:pt x="17813" y="7515"/>
                  <a:pt x="17745" y="7412"/>
                  <a:pt x="17676" y="7310"/>
                </a:cubicBezTo>
                <a:cubicBezTo>
                  <a:pt x="17642" y="7310"/>
                  <a:pt x="17506" y="7446"/>
                  <a:pt x="17437" y="7446"/>
                </a:cubicBezTo>
                <a:cubicBezTo>
                  <a:pt x="17403" y="7480"/>
                  <a:pt x="17403" y="7549"/>
                  <a:pt x="17403" y="7583"/>
                </a:cubicBezTo>
                <a:cubicBezTo>
                  <a:pt x="17341" y="7833"/>
                  <a:pt x="17136" y="7997"/>
                  <a:pt x="16892" y="7997"/>
                </a:cubicBezTo>
                <a:cubicBezTo>
                  <a:pt x="16869" y="7997"/>
                  <a:pt x="16846" y="7995"/>
                  <a:pt x="16823" y="7992"/>
                </a:cubicBezTo>
                <a:cubicBezTo>
                  <a:pt x="16653" y="7992"/>
                  <a:pt x="16516" y="7958"/>
                  <a:pt x="16380" y="7924"/>
                </a:cubicBezTo>
                <a:cubicBezTo>
                  <a:pt x="16380" y="7617"/>
                  <a:pt x="16175" y="7549"/>
                  <a:pt x="16004" y="7446"/>
                </a:cubicBezTo>
                <a:cubicBezTo>
                  <a:pt x="15595" y="7139"/>
                  <a:pt x="15151" y="6832"/>
                  <a:pt x="14742" y="6491"/>
                </a:cubicBezTo>
                <a:cubicBezTo>
                  <a:pt x="14605" y="6389"/>
                  <a:pt x="14503" y="6252"/>
                  <a:pt x="14435" y="6081"/>
                </a:cubicBezTo>
                <a:cubicBezTo>
                  <a:pt x="14571" y="6081"/>
                  <a:pt x="14742" y="6047"/>
                  <a:pt x="14912" y="6013"/>
                </a:cubicBezTo>
                <a:cubicBezTo>
                  <a:pt x="15049" y="5979"/>
                  <a:pt x="15219" y="5979"/>
                  <a:pt x="15219" y="5706"/>
                </a:cubicBezTo>
                <a:cubicBezTo>
                  <a:pt x="15197" y="5524"/>
                  <a:pt x="15113" y="5494"/>
                  <a:pt x="15020" y="5494"/>
                </a:cubicBezTo>
                <a:cubicBezTo>
                  <a:pt x="14973" y="5494"/>
                  <a:pt x="14924" y="5501"/>
                  <a:pt x="14878" y="5501"/>
                </a:cubicBezTo>
                <a:cubicBezTo>
                  <a:pt x="14839" y="5506"/>
                  <a:pt x="14800" y="5508"/>
                  <a:pt x="14761" y="5508"/>
                </a:cubicBezTo>
                <a:cubicBezTo>
                  <a:pt x="14494" y="5508"/>
                  <a:pt x="14234" y="5407"/>
                  <a:pt x="14025" y="5228"/>
                </a:cubicBezTo>
                <a:cubicBezTo>
                  <a:pt x="13957" y="5194"/>
                  <a:pt x="13854" y="5092"/>
                  <a:pt x="13854" y="5024"/>
                </a:cubicBezTo>
                <a:cubicBezTo>
                  <a:pt x="13889" y="4819"/>
                  <a:pt x="13786" y="4648"/>
                  <a:pt x="13616" y="4580"/>
                </a:cubicBezTo>
                <a:cubicBezTo>
                  <a:pt x="13172" y="4273"/>
                  <a:pt x="12831" y="3863"/>
                  <a:pt x="12592" y="3352"/>
                </a:cubicBezTo>
                <a:cubicBezTo>
                  <a:pt x="12012" y="2396"/>
                  <a:pt x="11671" y="1338"/>
                  <a:pt x="11568" y="212"/>
                </a:cubicBezTo>
                <a:cubicBezTo>
                  <a:pt x="11568" y="89"/>
                  <a:pt x="11497" y="1"/>
                  <a:pt x="1141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4" name="Google Shape;2794;p14"/>
          <p:cNvSpPr/>
          <p:nvPr/>
        </p:nvSpPr>
        <p:spPr>
          <a:xfrm>
            <a:off x="496800" y="4570560"/>
            <a:ext cx="957960" cy="572040"/>
          </a:xfrm>
          <a:custGeom>
            <a:avLst/>
            <a:gdLst>
              <a:gd name="textAreaLeft" fmla="*/ 0 w 957960"/>
              <a:gd name="textAreaRight" fmla="*/ 958320 w 957960"/>
              <a:gd name="textAreaTop" fmla="*/ 0 h 572040"/>
              <a:gd name="textAreaBottom" fmla="*/ 572400 h 572040"/>
            </a:gdLst>
            <a:ahLst/>
            <a:cxnLst/>
            <a:rect l="textAreaLeft" t="textAreaTop" r="textAreaRight" b="textAreaBottom"/>
            <a:pathLst>
              <a:path w="51459" h="30742">
                <a:moveTo>
                  <a:pt x="34329" y="5510"/>
                </a:moveTo>
                <a:lnTo>
                  <a:pt x="34329" y="5510"/>
                </a:lnTo>
                <a:cubicBezTo>
                  <a:pt x="34465" y="5646"/>
                  <a:pt x="34465" y="5749"/>
                  <a:pt x="34226" y="5749"/>
                </a:cubicBezTo>
                <a:cubicBezTo>
                  <a:pt x="34260" y="5646"/>
                  <a:pt x="34294" y="5578"/>
                  <a:pt x="34329" y="5510"/>
                </a:cubicBezTo>
                <a:close/>
                <a:moveTo>
                  <a:pt x="38969" y="5510"/>
                </a:moveTo>
                <a:lnTo>
                  <a:pt x="38969" y="5510"/>
                </a:lnTo>
                <a:cubicBezTo>
                  <a:pt x="39276" y="5714"/>
                  <a:pt x="39515" y="5953"/>
                  <a:pt x="39686" y="6260"/>
                </a:cubicBezTo>
                <a:lnTo>
                  <a:pt x="39618" y="6329"/>
                </a:lnTo>
                <a:lnTo>
                  <a:pt x="38969" y="5510"/>
                </a:lnTo>
                <a:close/>
                <a:moveTo>
                  <a:pt x="34772" y="2404"/>
                </a:moveTo>
                <a:lnTo>
                  <a:pt x="34772" y="5100"/>
                </a:lnTo>
                <a:cubicBezTo>
                  <a:pt x="34533" y="5100"/>
                  <a:pt x="34294" y="5134"/>
                  <a:pt x="34056" y="5203"/>
                </a:cubicBezTo>
                <a:cubicBezTo>
                  <a:pt x="33987" y="5203"/>
                  <a:pt x="33885" y="5373"/>
                  <a:pt x="33851" y="5476"/>
                </a:cubicBezTo>
                <a:cubicBezTo>
                  <a:pt x="33407" y="6158"/>
                  <a:pt x="32895" y="6806"/>
                  <a:pt x="32384" y="7421"/>
                </a:cubicBezTo>
                <a:lnTo>
                  <a:pt x="32076" y="7284"/>
                </a:lnTo>
                <a:cubicBezTo>
                  <a:pt x="32076" y="7250"/>
                  <a:pt x="32111" y="7216"/>
                  <a:pt x="32111" y="7182"/>
                </a:cubicBezTo>
                <a:lnTo>
                  <a:pt x="33373" y="5851"/>
                </a:lnTo>
                <a:cubicBezTo>
                  <a:pt x="33510" y="5680"/>
                  <a:pt x="33646" y="5544"/>
                  <a:pt x="33476" y="5305"/>
                </a:cubicBezTo>
                <a:cubicBezTo>
                  <a:pt x="33441" y="5271"/>
                  <a:pt x="33441" y="5134"/>
                  <a:pt x="33476" y="5100"/>
                </a:cubicBezTo>
                <a:cubicBezTo>
                  <a:pt x="33612" y="4827"/>
                  <a:pt x="33749" y="4588"/>
                  <a:pt x="33953" y="4418"/>
                </a:cubicBezTo>
                <a:cubicBezTo>
                  <a:pt x="34192" y="4213"/>
                  <a:pt x="34363" y="3906"/>
                  <a:pt x="34397" y="3565"/>
                </a:cubicBezTo>
                <a:cubicBezTo>
                  <a:pt x="34431" y="3155"/>
                  <a:pt x="34567" y="2780"/>
                  <a:pt x="34772" y="2404"/>
                </a:cubicBezTo>
                <a:close/>
                <a:moveTo>
                  <a:pt x="36888" y="5271"/>
                </a:moveTo>
                <a:cubicBezTo>
                  <a:pt x="37229" y="5885"/>
                  <a:pt x="37570" y="6499"/>
                  <a:pt x="37946" y="7113"/>
                </a:cubicBezTo>
                <a:lnTo>
                  <a:pt x="37673" y="7489"/>
                </a:lnTo>
                <a:cubicBezTo>
                  <a:pt x="37400" y="6738"/>
                  <a:pt x="37127" y="6022"/>
                  <a:pt x="36854" y="5305"/>
                </a:cubicBezTo>
                <a:lnTo>
                  <a:pt x="36888" y="5271"/>
                </a:lnTo>
                <a:close/>
                <a:moveTo>
                  <a:pt x="36615" y="2916"/>
                </a:moveTo>
                <a:cubicBezTo>
                  <a:pt x="37707" y="4588"/>
                  <a:pt x="38696" y="6329"/>
                  <a:pt x="40232" y="7625"/>
                </a:cubicBezTo>
                <a:cubicBezTo>
                  <a:pt x="39822" y="7421"/>
                  <a:pt x="39413" y="7113"/>
                  <a:pt x="39106" y="6772"/>
                </a:cubicBezTo>
                <a:cubicBezTo>
                  <a:pt x="39038" y="6704"/>
                  <a:pt x="38969" y="6636"/>
                  <a:pt x="38901" y="6567"/>
                </a:cubicBezTo>
                <a:cubicBezTo>
                  <a:pt x="38853" y="6543"/>
                  <a:pt x="38753" y="6519"/>
                  <a:pt x="38687" y="6519"/>
                </a:cubicBezTo>
                <a:cubicBezTo>
                  <a:pt x="38660" y="6519"/>
                  <a:pt x="38638" y="6523"/>
                  <a:pt x="38628" y="6533"/>
                </a:cubicBezTo>
                <a:cubicBezTo>
                  <a:pt x="38594" y="6602"/>
                  <a:pt x="38560" y="6704"/>
                  <a:pt x="38560" y="6806"/>
                </a:cubicBezTo>
                <a:cubicBezTo>
                  <a:pt x="38560" y="6875"/>
                  <a:pt x="38628" y="6943"/>
                  <a:pt x="38628" y="7011"/>
                </a:cubicBezTo>
                <a:cubicBezTo>
                  <a:pt x="38526" y="6943"/>
                  <a:pt x="38458" y="6840"/>
                  <a:pt x="38355" y="6738"/>
                </a:cubicBezTo>
                <a:cubicBezTo>
                  <a:pt x="37604" y="5612"/>
                  <a:pt x="36990" y="4349"/>
                  <a:pt x="36615" y="3019"/>
                </a:cubicBezTo>
                <a:cubicBezTo>
                  <a:pt x="36615" y="2985"/>
                  <a:pt x="36615" y="2950"/>
                  <a:pt x="36615" y="2916"/>
                </a:cubicBezTo>
                <a:close/>
                <a:moveTo>
                  <a:pt x="31974" y="6329"/>
                </a:moveTo>
                <a:lnTo>
                  <a:pt x="32042" y="6431"/>
                </a:lnTo>
                <a:cubicBezTo>
                  <a:pt x="32008" y="6738"/>
                  <a:pt x="31735" y="6909"/>
                  <a:pt x="31462" y="7079"/>
                </a:cubicBezTo>
                <a:cubicBezTo>
                  <a:pt x="31258" y="7216"/>
                  <a:pt x="30985" y="7352"/>
                  <a:pt x="30746" y="7455"/>
                </a:cubicBezTo>
                <a:cubicBezTo>
                  <a:pt x="30336" y="7659"/>
                  <a:pt x="29893" y="7830"/>
                  <a:pt x="29449" y="7967"/>
                </a:cubicBezTo>
                <a:lnTo>
                  <a:pt x="31974" y="6329"/>
                </a:lnTo>
                <a:close/>
                <a:moveTo>
                  <a:pt x="40880" y="8001"/>
                </a:moveTo>
                <a:lnTo>
                  <a:pt x="41187" y="8171"/>
                </a:lnTo>
                <a:lnTo>
                  <a:pt x="41153" y="8240"/>
                </a:lnTo>
                <a:lnTo>
                  <a:pt x="40846" y="8069"/>
                </a:lnTo>
                <a:cubicBezTo>
                  <a:pt x="40846" y="8035"/>
                  <a:pt x="40846" y="8035"/>
                  <a:pt x="40880" y="8001"/>
                </a:cubicBezTo>
                <a:close/>
                <a:moveTo>
                  <a:pt x="15527" y="7250"/>
                </a:moveTo>
                <a:lnTo>
                  <a:pt x="16107" y="8103"/>
                </a:lnTo>
                <a:cubicBezTo>
                  <a:pt x="16039" y="8274"/>
                  <a:pt x="16005" y="8444"/>
                  <a:pt x="15902" y="8649"/>
                </a:cubicBezTo>
                <a:cubicBezTo>
                  <a:pt x="15697" y="8205"/>
                  <a:pt x="15561" y="7728"/>
                  <a:pt x="15527" y="7250"/>
                </a:cubicBezTo>
                <a:close/>
                <a:moveTo>
                  <a:pt x="38048" y="8103"/>
                </a:moveTo>
                <a:lnTo>
                  <a:pt x="38867" y="9366"/>
                </a:lnTo>
                <a:cubicBezTo>
                  <a:pt x="38867" y="9400"/>
                  <a:pt x="38833" y="9434"/>
                  <a:pt x="38833" y="9502"/>
                </a:cubicBezTo>
                <a:cubicBezTo>
                  <a:pt x="38458" y="9093"/>
                  <a:pt x="38219" y="8615"/>
                  <a:pt x="38048" y="8103"/>
                </a:cubicBezTo>
                <a:close/>
                <a:moveTo>
                  <a:pt x="16448" y="8547"/>
                </a:moveTo>
                <a:cubicBezTo>
                  <a:pt x="16858" y="8785"/>
                  <a:pt x="17131" y="9195"/>
                  <a:pt x="17267" y="9673"/>
                </a:cubicBezTo>
                <a:cubicBezTo>
                  <a:pt x="16755" y="9536"/>
                  <a:pt x="16414" y="9058"/>
                  <a:pt x="16448" y="8547"/>
                </a:cubicBezTo>
                <a:close/>
                <a:moveTo>
                  <a:pt x="36058" y="5701"/>
                </a:moveTo>
                <a:lnTo>
                  <a:pt x="36058" y="5701"/>
                </a:lnTo>
                <a:cubicBezTo>
                  <a:pt x="36252" y="6160"/>
                  <a:pt x="36417" y="6620"/>
                  <a:pt x="36581" y="7079"/>
                </a:cubicBezTo>
                <a:cubicBezTo>
                  <a:pt x="36581" y="7113"/>
                  <a:pt x="36581" y="7182"/>
                  <a:pt x="36581" y="7182"/>
                </a:cubicBezTo>
                <a:cubicBezTo>
                  <a:pt x="36308" y="8137"/>
                  <a:pt x="36137" y="9127"/>
                  <a:pt x="36137" y="10116"/>
                </a:cubicBezTo>
                <a:cubicBezTo>
                  <a:pt x="36137" y="10116"/>
                  <a:pt x="36103" y="10116"/>
                  <a:pt x="36035" y="10150"/>
                </a:cubicBezTo>
                <a:cubicBezTo>
                  <a:pt x="36001" y="9639"/>
                  <a:pt x="35932" y="9127"/>
                  <a:pt x="35932" y="8581"/>
                </a:cubicBezTo>
                <a:cubicBezTo>
                  <a:pt x="35830" y="7967"/>
                  <a:pt x="35898" y="7318"/>
                  <a:pt x="36137" y="6738"/>
                </a:cubicBezTo>
                <a:cubicBezTo>
                  <a:pt x="36171" y="6670"/>
                  <a:pt x="36171" y="6602"/>
                  <a:pt x="36137" y="6533"/>
                </a:cubicBezTo>
                <a:cubicBezTo>
                  <a:pt x="35973" y="6172"/>
                  <a:pt x="35967" y="6159"/>
                  <a:pt x="36058" y="5701"/>
                </a:cubicBezTo>
                <a:close/>
                <a:moveTo>
                  <a:pt x="17881" y="9434"/>
                </a:moveTo>
                <a:cubicBezTo>
                  <a:pt x="18461" y="9917"/>
                  <a:pt x="19224" y="10187"/>
                  <a:pt x="19996" y="10187"/>
                </a:cubicBezTo>
                <a:cubicBezTo>
                  <a:pt x="20042" y="10187"/>
                  <a:pt x="20088" y="10186"/>
                  <a:pt x="20133" y="10185"/>
                </a:cubicBezTo>
                <a:lnTo>
                  <a:pt x="20133" y="10185"/>
                </a:lnTo>
                <a:cubicBezTo>
                  <a:pt x="20031" y="10355"/>
                  <a:pt x="19826" y="10492"/>
                  <a:pt x="19622" y="10492"/>
                </a:cubicBezTo>
                <a:cubicBezTo>
                  <a:pt x="19280" y="10492"/>
                  <a:pt x="18973" y="10423"/>
                  <a:pt x="18666" y="10287"/>
                </a:cubicBezTo>
                <a:cubicBezTo>
                  <a:pt x="18359" y="10048"/>
                  <a:pt x="18052" y="9809"/>
                  <a:pt x="17813" y="9536"/>
                </a:cubicBezTo>
                <a:lnTo>
                  <a:pt x="17881" y="9434"/>
                </a:lnTo>
                <a:close/>
                <a:moveTo>
                  <a:pt x="11876" y="9400"/>
                </a:moveTo>
                <a:lnTo>
                  <a:pt x="11876" y="9400"/>
                </a:lnTo>
                <a:cubicBezTo>
                  <a:pt x="11466" y="9980"/>
                  <a:pt x="10954" y="10492"/>
                  <a:pt x="10340" y="10867"/>
                </a:cubicBezTo>
                <a:lnTo>
                  <a:pt x="9931" y="10492"/>
                </a:lnTo>
                <a:lnTo>
                  <a:pt x="11125" y="9502"/>
                </a:lnTo>
                <a:cubicBezTo>
                  <a:pt x="11159" y="9502"/>
                  <a:pt x="11193" y="9468"/>
                  <a:pt x="11261" y="9468"/>
                </a:cubicBezTo>
                <a:lnTo>
                  <a:pt x="11876" y="9400"/>
                </a:lnTo>
                <a:close/>
                <a:moveTo>
                  <a:pt x="14981" y="10628"/>
                </a:moveTo>
                <a:lnTo>
                  <a:pt x="15322" y="11276"/>
                </a:lnTo>
                <a:lnTo>
                  <a:pt x="15083" y="11379"/>
                </a:lnTo>
                <a:cubicBezTo>
                  <a:pt x="15015" y="11140"/>
                  <a:pt x="14947" y="10901"/>
                  <a:pt x="14913" y="10662"/>
                </a:cubicBezTo>
                <a:lnTo>
                  <a:pt x="14981" y="10628"/>
                </a:lnTo>
                <a:close/>
                <a:moveTo>
                  <a:pt x="14913" y="8001"/>
                </a:moveTo>
                <a:cubicBezTo>
                  <a:pt x="15151" y="8410"/>
                  <a:pt x="15390" y="8785"/>
                  <a:pt x="15629" y="9195"/>
                </a:cubicBezTo>
                <a:cubicBezTo>
                  <a:pt x="15834" y="9536"/>
                  <a:pt x="15936" y="9946"/>
                  <a:pt x="15902" y="10389"/>
                </a:cubicBezTo>
                <a:cubicBezTo>
                  <a:pt x="15902" y="10731"/>
                  <a:pt x="15936" y="11072"/>
                  <a:pt x="16039" y="11447"/>
                </a:cubicBezTo>
                <a:cubicBezTo>
                  <a:pt x="15800" y="10969"/>
                  <a:pt x="15663" y="10492"/>
                  <a:pt x="15561" y="9980"/>
                </a:cubicBezTo>
                <a:cubicBezTo>
                  <a:pt x="15561" y="9946"/>
                  <a:pt x="15561" y="9877"/>
                  <a:pt x="15561" y="9809"/>
                </a:cubicBezTo>
                <a:cubicBezTo>
                  <a:pt x="15527" y="9707"/>
                  <a:pt x="15493" y="9570"/>
                  <a:pt x="15390" y="9536"/>
                </a:cubicBezTo>
                <a:cubicBezTo>
                  <a:pt x="15381" y="9531"/>
                  <a:pt x="15370" y="9529"/>
                  <a:pt x="15358" y="9529"/>
                </a:cubicBezTo>
                <a:cubicBezTo>
                  <a:pt x="15285" y="9529"/>
                  <a:pt x="15171" y="9609"/>
                  <a:pt x="15083" y="9639"/>
                </a:cubicBezTo>
                <a:cubicBezTo>
                  <a:pt x="14640" y="9195"/>
                  <a:pt x="14708" y="8615"/>
                  <a:pt x="14810" y="8035"/>
                </a:cubicBezTo>
                <a:lnTo>
                  <a:pt x="14913" y="8001"/>
                </a:lnTo>
                <a:close/>
                <a:moveTo>
                  <a:pt x="12353" y="10150"/>
                </a:moveTo>
                <a:lnTo>
                  <a:pt x="12353" y="10150"/>
                </a:lnTo>
                <a:cubicBezTo>
                  <a:pt x="12012" y="10833"/>
                  <a:pt x="11569" y="11481"/>
                  <a:pt x="11057" y="12095"/>
                </a:cubicBezTo>
                <a:lnTo>
                  <a:pt x="10818" y="11788"/>
                </a:lnTo>
                <a:cubicBezTo>
                  <a:pt x="11330" y="11242"/>
                  <a:pt x="11842" y="10696"/>
                  <a:pt x="12353" y="10150"/>
                </a:cubicBezTo>
                <a:close/>
                <a:moveTo>
                  <a:pt x="38696" y="10082"/>
                </a:moveTo>
                <a:cubicBezTo>
                  <a:pt x="38799" y="10219"/>
                  <a:pt x="38901" y="10389"/>
                  <a:pt x="39003" y="10560"/>
                </a:cubicBezTo>
                <a:cubicBezTo>
                  <a:pt x="39208" y="11003"/>
                  <a:pt x="39379" y="11481"/>
                  <a:pt x="39549" y="11959"/>
                </a:cubicBezTo>
                <a:cubicBezTo>
                  <a:pt x="39584" y="12027"/>
                  <a:pt x="39618" y="12130"/>
                  <a:pt x="39618" y="12232"/>
                </a:cubicBezTo>
                <a:cubicBezTo>
                  <a:pt x="38901" y="11754"/>
                  <a:pt x="38560" y="10935"/>
                  <a:pt x="38696" y="10082"/>
                </a:cubicBezTo>
                <a:close/>
                <a:moveTo>
                  <a:pt x="36820" y="7932"/>
                </a:moveTo>
                <a:lnTo>
                  <a:pt x="36820" y="7932"/>
                </a:lnTo>
                <a:cubicBezTo>
                  <a:pt x="37161" y="8308"/>
                  <a:pt x="37434" y="8717"/>
                  <a:pt x="37604" y="9195"/>
                </a:cubicBezTo>
                <a:cubicBezTo>
                  <a:pt x="37707" y="9707"/>
                  <a:pt x="37877" y="10185"/>
                  <a:pt x="37980" y="10662"/>
                </a:cubicBezTo>
                <a:cubicBezTo>
                  <a:pt x="38048" y="10765"/>
                  <a:pt x="38082" y="10867"/>
                  <a:pt x="38082" y="11003"/>
                </a:cubicBezTo>
                <a:cubicBezTo>
                  <a:pt x="38185" y="11925"/>
                  <a:pt x="38287" y="12812"/>
                  <a:pt x="38355" y="13802"/>
                </a:cubicBezTo>
                <a:lnTo>
                  <a:pt x="38389" y="13802"/>
                </a:lnTo>
                <a:cubicBezTo>
                  <a:pt x="38355" y="13802"/>
                  <a:pt x="38317" y="13805"/>
                  <a:pt x="38278" y="13805"/>
                </a:cubicBezTo>
                <a:cubicBezTo>
                  <a:pt x="38200" y="13805"/>
                  <a:pt x="38116" y="13790"/>
                  <a:pt x="38048" y="13699"/>
                </a:cubicBezTo>
                <a:cubicBezTo>
                  <a:pt x="37980" y="13563"/>
                  <a:pt x="37809" y="13358"/>
                  <a:pt x="37980" y="13187"/>
                </a:cubicBezTo>
                <a:cubicBezTo>
                  <a:pt x="38082" y="13085"/>
                  <a:pt x="38082" y="12914"/>
                  <a:pt x="37980" y="12812"/>
                </a:cubicBezTo>
                <a:cubicBezTo>
                  <a:pt x="37366" y="12198"/>
                  <a:pt x="37263" y="11447"/>
                  <a:pt x="37127" y="10662"/>
                </a:cubicBezTo>
                <a:cubicBezTo>
                  <a:pt x="37024" y="9775"/>
                  <a:pt x="36922" y="8888"/>
                  <a:pt x="36820" y="7932"/>
                </a:cubicBezTo>
                <a:close/>
                <a:moveTo>
                  <a:pt x="40812" y="11515"/>
                </a:moveTo>
                <a:lnTo>
                  <a:pt x="40812" y="11515"/>
                </a:lnTo>
                <a:cubicBezTo>
                  <a:pt x="41119" y="11754"/>
                  <a:pt x="41563" y="12164"/>
                  <a:pt x="42006" y="12539"/>
                </a:cubicBezTo>
                <a:cubicBezTo>
                  <a:pt x="42040" y="12573"/>
                  <a:pt x="42040" y="12607"/>
                  <a:pt x="42075" y="12641"/>
                </a:cubicBezTo>
                <a:cubicBezTo>
                  <a:pt x="42245" y="13085"/>
                  <a:pt x="42416" y="13563"/>
                  <a:pt x="42586" y="14006"/>
                </a:cubicBezTo>
                <a:cubicBezTo>
                  <a:pt x="42040" y="13665"/>
                  <a:pt x="41085" y="12232"/>
                  <a:pt x="40812" y="11515"/>
                </a:cubicBezTo>
                <a:close/>
                <a:moveTo>
                  <a:pt x="40027" y="13119"/>
                </a:moveTo>
                <a:lnTo>
                  <a:pt x="39993" y="13153"/>
                </a:lnTo>
                <a:cubicBezTo>
                  <a:pt x="40130" y="13392"/>
                  <a:pt x="40266" y="13631"/>
                  <a:pt x="40403" y="13836"/>
                </a:cubicBezTo>
                <a:cubicBezTo>
                  <a:pt x="40471" y="14006"/>
                  <a:pt x="40403" y="14040"/>
                  <a:pt x="40232" y="14075"/>
                </a:cubicBezTo>
                <a:lnTo>
                  <a:pt x="39925" y="13153"/>
                </a:lnTo>
                <a:lnTo>
                  <a:pt x="40027" y="13119"/>
                </a:lnTo>
                <a:close/>
                <a:moveTo>
                  <a:pt x="12251" y="13836"/>
                </a:moveTo>
                <a:cubicBezTo>
                  <a:pt x="12285" y="13904"/>
                  <a:pt x="12319" y="13938"/>
                  <a:pt x="12319" y="13972"/>
                </a:cubicBezTo>
                <a:cubicBezTo>
                  <a:pt x="12285" y="14040"/>
                  <a:pt x="12251" y="14143"/>
                  <a:pt x="12217" y="14211"/>
                </a:cubicBezTo>
                <a:lnTo>
                  <a:pt x="12149" y="14177"/>
                </a:lnTo>
                <a:cubicBezTo>
                  <a:pt x="12183" y="14075"/>
                  <a:pt x="12217" y="14006"/>
                  <a:pt x="12251" y="13836"/>
                </a:cubicBezTo>
                <a:close/>
                <a:moveTo>
                  <a:pt x="38526" y="14177"/>
                </a:moveTo>
                <a:cubicBezTo>
                  <a:pt x="38560" y="14245"/>
                  <a:pt x="38594" y="14313"/>
                  <a:pt x="38628" y="14416"/>
                </a:cubicBezTo>
                <a:lnTo>
                  <a:pt x="38526" y="14450"/>
                </a:lnTo>
                <a:lnTo>
                  <a:pt x="38458" y="14177"/>
                </a:lnTo>
                <a:close/>
                <a:moveTo>
                  <a:pt x="15015" y="14211"/>
                </a:moveTo>
                <a:lnTo>
                  <a:pt x="15288" y="14621"/>
                </a:lnTo>
                <a:cubicBezTo>
                  <a:pt x="14947" y="14621"/>
                  <a:pt x="14913" y="14484"/>
                  <a:pt x="15015" y="14211"/>
                </a:cubicBezTo>
                <a:close/>
                <a:moveTo>
                  <a:pt x="15663" y="11993"/>
                </a:moveTo>
                <a:lnTo>
                  <a:pt x="15663" y="11993"/>
                </a:lnTo>
                <a:cubicBezTo>
                  <a:pt x="16039" y="12573"/>
                  <a:pt x="16585" y="13017"/>
                  <a:pt x="16721" y="13733"/>
                </a:cubicBezTo>
                <a:cubicBezTo>
                  <a:pt x="16789" y="14040"/>
                  <a:pt x="16926" y="14348"/>
                  <a:pt x="17028" y="14621"/>
                </a:cubicBezTo>
                <a:cubicBezTo>
                  <a:pt x="16926" y="14586"/>
                  <a:pt x="16824" y="14586"/>
                  <a:pt x="16824" y="14552"/>
                </a:cubicBezTo>
                <a:cubicBezTo>
                  <a:pt x="16243" y="13802"/>
                  <a:pt x="15834" y="12914"/>
                  <a:pt x="15663" y="11993"/>
                </a:cubicBezTo>
                <a:close/>
                <a:moveTo>
                  <a:pt x="16585" y="11174"/>
                </a:moveTo>
                <a:cubicBezTo>
                  <a:pt x="16926" y="11686"/>
                  <a:pt x="17335" y="12130"/>
                  <a:pt x="17847" y="12539"/>
                </a:cubicBezTo>
                <a:cubicBezTo>
                  <a:pt x="17950" y="12641"/>
                  <a:pt x="18052" y="12744"/>
                  <a:pt x="18120" y="12880"/>
                </a:cubicBezTo>
                <a:cubicBezTo>
                  <a:pt x="18427" y="13392"/>
                  <a:pt x="18734" y="13904"/>
                  <a:pt x="19041" y="14416"/>
                </a:cubicBezTo>
                <a:cubicBezTo>
                  <a:pt x="19041" y="14484"/>
                  <a:pt x="19076" y="14552"/>
                  <a:pt x="19076" y="14621"/>
                </a:cubicBezTo>
                <a:cubicBezTo>
                  <a:pt x="18871" y="14416"/>
                  <a:pt x="18769" y="14313"/>
                  <a:pt x="18632" y="14177"/>
                </a:cubicBezTo>
                <a:cubicBezTo>
                  <a:pt x="18018" y="13529"/>
                  <a:pt x="17472" y="12812"/>
                  <a:pt x="16994" y="12061"/>
                </a:cubicBezTo>
                <a:cubicBezTo>
                  <a:pt x="16960" y="11959"/>
                  <a:pt x="16789" y="11891"/>
                  <a:pt x="16619" y="11754"/>
                </a:cubicBezTo>
                <a:cubicBezTo>
                  <a:pt x="16585" y="11618"/>
                  <a:pt x="16516" y="11379"/>
                  <a:pt x="16482" y="11174"/>
                </a:cubicBezTo>
                <a:close/>
                <a:moveTo>
                  <a:pt x="28084" y="13767"/>
                </a:moveTo>
                <a:cubicBezTo>
                  <a:pt x="27845" y="14109"/>
                  <a:pt x="27504" y="14416"/>
                  <a:pt x="27163" y="14621"/>
                </a:cubicBezTo>
                <a:cubicBezTo>
                  <a:pt x="27368" y="14245"/>
                  <a:pt x="27709" y="13972"/>
                  <a:pt x="28084" y="13767"/>
                </a:cubicBezTo>
                <a:close/>
                <a:moveTo>
                  <a:pt x="9692" y="13597"/>
                </a:moveTo>
                <a:lnTo>
                  <a:pt x="9692" y="13597"/>
                </a:lnTo>
                <a:cubicBezTo>
                  <a:pt x="9385" y="14109"/>
                  <a:pt x="8907" y="14518"/>
                  <a:pt x="8361" y="14723"/>
                </a:cubicBezTo>
                <a:lnTo>
                  <a:pt x="9692" y="13597"/>
                </a:lnTo>
                <a:close/>
                <a:moveTo>
                  <a:pt x="11807" y="12300"/>
                </a:moveTo>
                <a:cubicBezTo>
                  <a:pt x="11364" y="13358"/>
                  <a:pt x="10784" y="14348"/>
                  <a:pt x="10067" y="15269"/>
                </a:cubicBezTo>
                <a:lnTo>
                  <a:pt x="9999" y="15235"/>
                </a:lnTo>
                <a:cubicBezTo>
                  <a:pt x="10170" y="15030"/>
                  <a:pt x="10306" y="14825"/>
                  <a:pt x="10442" y="14586"/>
                </a:cubicBezTo>
                <a:cubicBezTo>
                  <a:pt x="10579" y="14382"/>
                  <a:pt x="10715" y="14177"/>
                  <a:pt x="10852" y="13904"/>
                </a:cubicBezTo>
                <a:cubicBezTo>
                  <a:pt x="10954" y="13631"/>
                  <a:pt x="10954" y="13631"/>
                  <a:pt x="10681" y="13358"/>
                </a:cubicBezTo>
                <a:cubicBezTo>
                  <a:pt x="10954" y="13017"/>
                  <a:pt x="11227" y="12676"/>
                  <a:pt x="11534" y="12334"/>
                </a:cubicBezTo>
                <a:cubicBezTo>
                  <a:pt x="11569" y="12300"/>
                  <a:pt x="11637" y="12300"/>
                  <a:pt x="11807" y="12300"/>
                </a:cubicBezTo>
                <a:close/>
                <a:moveTo>
                  <a:pt x="37468" y="13631"/>
                </a:moveTo>
                <a:lnTo>
                  <a:pt x="37468" y="13631"/>
                </a:lnTo>
                <a:cubicBezTo>
                  <a:pt x="37673" y="14211"/>
                  <a:pt x="38185" y="14586"/>
                  <a:pt x="38014" y="15269"/>
                </a:cubicBezTo>
                <a:lnTo>
                  <a:pt x="37980" y="15269"/>
                </a:lnTo>
                <a:cubicBezTo>
                  <a:pt x="37434" y="14928"/>
                  <a:pt x="37195" y="14211"/>
                  <a:pt x="37468" y="13631"/>
                </a:cubicBezTo>
                <a:close/>
                <a:moveTo>
                  <a:pt x="35352" y="13665"/>
                </a:moveTo>
                <a:cubicBezTo>
                  <a:pt x="35542" y="13828"/>
                  <a:pt x="35646" y="14056"/>
                  <a:pt x="35853" y="14056"/>
                </a:cubicBezTo>
                <a:cubicBezTo>
                  <a:pt x="35906" y="14056"/>
                  <a:pt x="35965" y="14041"/>
                  <a:pt x="36035" y="14006"/>
                </a:cubicBezTo>
                <a:cubicBezTo>
                  <a:pt x="36069" y="14552"/>
                  <a:pt x="36103" y="15030"/>
                  <a:pt x="36137" y="15542"/>
                </a:cubicBezTo>
                <a:lnTo>
                  <a:pt x="36069" y="15576"/>
                </a:lnTo>
                <a:cubicBezTo>
                  <a:pt x="35762" y="14962"/>
                  <a:pt x="35523" y="14348"/>
                  <a:pt x="35352" y="13665"/>
                </a:cubicBezTo>
                <a:close/>
                <a:moveTo>
                  <a:pt x="14469" y="13563"/>
                </a:moveTo>
                <a:lnTo>
                  <a:pt x="14469" y="14859"/>
                </a:lnTo>
                <a:cubicBezTo>
                  <a:pt x="14435" y="14962"/>
                  <a:pt x="14401" y="15064"/>
                  <a:pt x="14333" y="15167"/>
                </a:cubicBezTo>
                <a:cubicBezTo>
                  <a:pt x="14196" y="15303"/>
                  <a:pt x="14025" y="15440"/>
                  <a:pt x="13889" y="15610"/>
                </a:cubicBezTo>
                <a:lnTo>
                  <a:pt x="13787" y="15542"/>
                </a:lnTo>
                <a:lnTo>
                  <a:pt x="13821" y="15542"/>
                </a:lnTo>
                <a:cubicBezTo>
                  <a:pt x="13889" y="14859"/>
                  <a:pt x="14264" y="14245"/>
                  <a:pt x="14469" y="13563"/>
                </a:cubicBezTo>
                <a:close/>
                <a:moveTo>
                  <a:pt x="39754" y="10526"/>
                </a:moveTo>
                <a:lnTo>
                  <a:pt x="39754" y="10526"/>
                </a:lnTo>
                <a:cubicBezTo>
                  <a:pt x="39993" y="11072"/>
                  <a:pt x="40437" y="11584"/>
                  <a:pt x="40573" y="12232"/>
                </a:cubicBezTo>
                <a:cubicBezTo>
                  <a:pt x="40607" y="12368"/>
                  <a:pt x="40675" y="12505"/>
                  <a:pt x="40778" y="12641"/>
                </a:cubicBezTo>
                <a:cubicBezTo>
                  <a:pt x="41153" y="13256"/>
                  <a:pt x="41494" y="13836"/>
                  <a:pt x="41836" y="14416"/>
                </a:cubicBezTo>
                <a:cubicBezTo>
                  <a:pt x="41733" y="14518"/>
                  <a:pt x="41563" y="14586"/>
                  <a:pt x="41529" y="14689"/>
                </a:cubicBezTo>
                <a:cubicBezTo>
                  <a:pt x="41460" y="14859"/>
                  <a:pt x="41460" y="15030"/>
                  <a:pt x="41529" y="15201"/>
                </a:cubicBezTo>
                <a:cubicBezTo>
                  <a:pt x="41563" y="15371"/>
                  <a:pt x="41631" y="15542"/>
                  <a:pt x="41665" y="15747"/>
                </a:cubicBezTo>
                <a:cubicBezTo>
                  <a:pt x="41324" y="15371"/>
                  <a:pt x="41051" y="14962"/>
                  <a:pt x="40812" y="14484"/>
                </a:cubicBezTo>
                <a:cubicBezTo>
                  <a:pt x="41153" y="14245"/>
                  <a:pt x="41153" y="14245"/>
                  <a:pt x="40983" y="13938"/>
                </a:cubicBezTo>
                <a:cubicBezTo>
                  <a:pt x="40914" y="13767"/>
                  <a:pt x="40812" y="13597"/>
                  <a:pt x="40710" y="13426"/>
                </a:cubicBezTo>
                <a:cubicBezTo>
                  <a:pt x="40675" y="13358"/>
                  <a:pt x="40641" y="13256"/>
                  <a:pt x="40641" y="13187"/>
                </a:cubicBezTo>
                <a:cubicBezTo>
                  <a:pt x="40778" y="12949"/>
                  <a:pt x="40607" y="12744"/>
                  <a:pt x="40505" y="12573"/>
                </a:cubicBezTo>
                <a:cubicBezTo>
                  <a:pt x="40061" y="11993"/>
                  <a:pt x="39822" y="11276"/>
                  <a:pt x="39754" y="10526"/>
                </a:cubicBezTo>
                <a:close/>
                <a:moveTo>
                  <a:pt x="10067" y="14109"/>
                </a:moveTo>
                <a:lnTo>
                  <a:pt x="10170" y="14177"/>
                </a:lnTo>
                <a:lnTo>
                  <a:pt x="8736" y="16156"/>
                </a:lnTo>
                <a:lnTo>
                  <a:pt x="8668" y="16122"/>
                </a:lnTo>
                <a:cubicBezTo>
                  <a:pt x="8770" y="15917"/>
                  <a:pt x="8839" y="15712"/>
                  <a:pt x="8907" y="15542"/>
                </a:cubicBezTo>
                <a:cubicBezTo>
                  <a:pt x="9043" y="14825"/>
                  <a:pt x="9658" y="14552"/>
                  <a:pt x="10067" y="14109"/>
                </a:cubicBezTo>
                <a:close/>
                <a:moveTo>
                  <a:pt x="41221" y="15985"/>
                </a:moveTo>
                <a:cubicBezTo>
                  <a:pt x="41256" y="16054"/>
                  <a:pt x="41290" y="16156"/>
                  <a:pt x="41358" y="16224"/>
                </a:cubicBezTo>
                <a:lnTo>
                  <a:pt x="41153" y="16020"/>
                </a:lnTo>
                <a:lnTo>
                  <a:pt x="41221" y="15985"/>
                </a:lnTo>
                <a:close/>
                <a:moveTo>
                  <a:pt x="17779" y="13904"/>
                </a:moveTo>
                <a:cubicBezTo>
                  <a:pt x="17950" y="14279"/>
                  <a:pt x="18188" y="14689"/>
                  <a:pt x="18393" y="15064"/>
                </a:cubicBezTo>
                <a:cubicBezTo>
                  <a:pt x="18769" y="15474"/>
                  <a:pt x="19144" y="15849"/>
                  <a:pt x="19553" y="16258"/>
                </a:cubicBezTo>
                <a:cubicBezTo>
                  <a:pt x="19076" y="16088"/>
                  <a:pt x="18666" y="15747"/>
                  <a:pt x="18393" y="15303"/>
                </a:cubicBezTo>
                <a:cubicBezTo>
                  <a:pt x="18359" y="15235"/>
                  <a:pt x="18393" y="15132"/>
                  <a:pt x="18393" y="15064"/>
                </a:cubicBezTo>
                <a:cubicBezTo>
                  <a:pt x="18331" y="15014"/>
                  <a:pt x="18259" y="14992"/>
                  <a:pt x="18188" y="14992"/>
                </a:cubicBezTo>
                <a:cubicBezTo>
                  <a:pt x="18066" y="14992"/>
                  <a:pt x="17946" y="15059"/>
                  <a:pt x="17881" y="15167"/>
                </a:cubicBezTo>
                <a:lnTo>
                  <a:pt x="17301" y="14006"/>
                </a:lnTo>
                <a:lnTo>
                  <a:pt x="17779" y="13904"/>
                </a:lnTo>
                <a:close/>
                <a:moveTo>
                  <a:pt x="14264" y="9536"/>
                </a:moveTo>
                <a:cubicBezTo>
                  <a:pt x="14298" y="9673"/>
                  <a:pt x="14333" y="9843"/>
                  <a:pt x="14333" y="10014"/>
                </a:cubicBezTo>
                <a:cubicBezTo>
                  <a:pt x="14333" y="10901"/>
                  <a:pt x="14640" y="11720"/>
                  <a:pt x="15151" y="12437"/>
                </a:cubicBezTo>
                <a:cubicBezTo>
                  <a:pt x="15186" y="12505"/>
                  <a:pt x="15220" y="12573"/>
                  <a:pt x="15220" y="12641"/>
                </a:cubicBezTo>
                <a:cubicBezTo>
                  <a:pt x="15390" y="13256"/>
                  <a:pt x="15595" y="13870"/>
                  <a:pt x="15902" y="14450"/>
                </a:cubicBezTo>
                <a:cubicBezTo>
                  <a:pt x="15936" y="14484"/>
                  <a:pt x="15936" y="14518"/>
                  <a:pt x="15902" y="14586"/>
                </a:cubicBezTo>
                <a:cubicBezTo>
                  <a:pt x="15527" y="14075"/>
                  <a:pt x="15083" y="13631"/>
                  <a:pt x="14947" y="12983"/>
                </a:cubicBezTo>
                <a:cubicBezTo>
                  <a:pt x="14913" y="12914"/>
                  <a:pt x="14913" y="12812"/>
                  <a:pt x="14878" y="12812"/>
                </a:cubicBezTo>
                <a:cubicBezTo>
                  <a:pt x="14708" y="12710"/>
                  <a:pt x="14606" y="12539"/>
                  <a:pt x="14571" y="12368"/>
                </a:cubicBezTo>
                <a:cubicBezTo>
                  <a:pt x="14571" y="12300"/>
                  <a:pt x="14435" y="12232"/>
                  <a:pt x="14401" y="12232"/>
                </a:cubicBezTo>
                <a:cubicBezTo>
                  <a:pt x="14298" y="12232"/>
                  <a:pt x="14230" y="12300"/>
                  <a:pt x="14162" y="12368"/>
                </a:cubicBezTo>
                <a:cubicBezTo>
                  <a:pt x="14128" y="12403"/>
                  <a:pt x="14128" y="12471"/>
                  <a:pt x="14128" y="12539"/>
                </a:cubicBezTo>
                <a:cubicBezTo>
                  <a:pt x="14025" y="13051"/>
                  <a:pt x="13889" y="13563"/>
                  <a:pt x="13752" y="14040"/>
                </a:cubicBezTo>
                <a:cubicBezTo>
                  <a:pt x="13718" y="14245"/>
                  <a:pt x="13650" y="14450"/>
                  <a:pt x="13411" y="14518"/>
                </a:cubicBezTo>
                <a:cubicBezTo>
                  <a:pt x="13377" y="14552"/>
                  <a:pt x="13309" y="14621"/>
                  <a:pt x="13309" y="14689"/>
                </a:cubicBezTo>
                <a:cubicBezTo>
                  <a:pt x="13172" y="15132"/>
                  <a:pt x="12933" y="15542"/>
                  <a:pt x="12592" y="15849"/>
                </a:cubicBezTo>
                <a:cubicBezTo>
                  <a:pt x="12285" y="16224"/>
                  <a:pt x="11944" y="16566"/>
                  <a:pt x="11569" y="16839"/>
                </a:cubicBezTo>
                <a:cubicBezTo>
                  <a:pt x="11603" y="16736"/>
                  <a:pt x="11637" y="16634"/>
                  <a:pt x="11671" y="16566"/>
                </a:cubicBezTo>
                <a:cubicBezTo>
                  <a:pt x="11842" y="16190"/>
                  <a:pt x="12012" y="15849"/>
                  <a:pt x="12149" y="15474"/>
                </a:cubicBezTo>
                <a:cubicBezTo>
                  <a:pt x="12251" y="15337"/>
                  <a:pt x="12353" y="15235"/>
                  <a:pt x="12456" y="15132"/>
                </a:cubicBezTo>
                <a:cubicBezTo>
                  <a:pt x="12763" y="14928"/>
                  <a:pt x="13002" y="14655"/>
                  <a:pt x="13172" y="14348"/>
                </a:cubicBezTo>
                <a:cubicBezTo>
                  <a:pt x="13514" y="13699"/>
                  <a:pt x="13752" y="13017"/>
                  <a:pt x="14025" y="12334"/>
                </a:cubicBezTo>
                <a:cubicBezTo>
                  <a:pt x="14060" y="12198"/>
                  <a:pt x="14060" y="12061"/>
                  <a:pt x="13889" y="11993"/>
                </a:cubicBezTo>
                <a:cubicBezTo>
                  <a:pt x="13858" y="11981"/>
                  <a:pt x="13830" y="11975"/>
                  <a:pt x="13805" y="11975"/>
                </a:cubicBezTo>
                <a:cubicBezTo>
                  <a:pt x="13693" y="11975"/>
                  <a:pt x="13638" y="12086"/>
                  <a:pt x="13582" y="12198"/>
                </a:cubicBezTo>
                <a:cubicBezTo>
                  <a:pt x="13411" y="12607"/>
                  <a:pt x="13241" y="13051"/>
                  <a:pt x="13070" y="13460"/>
                </a:cubicBezTo>
                <a:cubicBezTo>
                  <a:pt x="13036" y="13631"/>
                  <a:pt x="12933" y="13802"/>
                  <a:pt x="12831" y="14040"/>
                </a:cubicBezTo>
                <a:cubicBezTo>
                  <a:pt x="12729" y="13767"/>
                  <a:pt x="12729" y="13494"/>
                  <a:pt x="12899" y="13256"/>
                </a:cubicBezTo>
                <a:cubicBezTo>
                  <a:pt x="13070" y="12914"/>
                  <a:pt x="13206" y="12539"/>
                  <a:pt x="13309" y="12198"/>
                </a:cubicBezTo>
                <a:cubicBezTo>
                  <a:pt x="13582" y="11413"/>
                  <a:pt x="13821" y="10662"/>
                  <a:pt x="14060" y="9877"/>
                </a:cubicBezTo>
                <a:cubicBezTo>
                  <a:pt x="14094" y="9741"/>
                  <a:pt x="14162" y="9604"/>
                  <a:pt x="14264" y="9536"/>
                </a:cubicBezTo>
                <a:close/>
                <a:moveTo>
                  <a:pt x="41358" y="16224"/>
                </a:moveTo>
                <a:lnTo>
                  <a:pt x="41358" y="16224"/>
                </a:lnTo>
                <a:cubicBezTo>
                  <a:pt x="41631" y="16429"/>
                  <a:pt x="41904" y="16668"/>
                  <a:pt x="42109" y="16941"/>
                </a:cubicBezTo>
                <a:cubicBezTo>
                  <a:pt x="41767" y="16804"/>
                  <a:pt x="41494" y="16566"/>
                  <a:pt x="41358" y="16224"/>
                </a:cubicBezTo>
                <a:close/>
                <a:moveTo>
                  <a:pt x="38693" y="15125"/>
                </a:moveTo>
                <a:cubicBezTo>
                  <a:pt x="39065" y="15125"/>
                  <a:pt x="39149" y="15232"/>
                  <a:pt x="39208" y="15644"/>
                </a:cubicBezTo>
                <a:lnTo>
                  <a:pt x="39413" y="17214"/>
                </a:lnTo>
                <a:cubicBezTo>
                  <a:pt x="38867" y="16668"/>
                  <a:pt x="38526" y="15917"/>
                  <a:pt x="38492" y="15132"/>
                </a:cubicBezTo>
                <a:cubicBezTo>
                  <a:pt x="38567" y="15128"/>
                  <a:pt x="38634" y="15125"/>
                  <a:pt x="38693" y="15125"/>
                </a:cubicBezTo>
                <a:close/>
                <a:moveTo>
                  <a:pt x="34226" y="17214"/>
                </a:moveTo>
                <a:lnTo>
                  <a:pt x="33919" y="17760"/>
                </a:lnTo>
                <a:cubicBezTo>
                  <a:pt x="33851" y="17350"/>
                  <a:pt x="33851" y="17316"/>
                  <a:pt x="34226" y="17214"/>
                </a:cubicBezTo>
                <a:close/>
                <a:moveTo>
                  <a:pt x="39925" y="16839"/>
                </a:moveTo>
                <a:lnTo>
                  <a:pt x="40471" y="17760"/>
                </a:lnTo>
                <a:lnTo>
                  <a:pt x="40198" y="18374"/>
                </a:lnTo>
                <a:cubicBezTo>
                  <a:pt x="40061" y="17828"/>
                  <a:pt x="39959" y="17350"/>
                  <a:pt x="39857" y="16873"/>
                </a:cubicBezTo>
                <a:lnTo>
                  <a:pt x="39925" y="16839"/>
                </a:lnTo>
                <a:close/>
                <a:moveTo>
                  <a:pt x="9944" y="18322"/>
                </a:moveTo>
                <a:cubicBezTo>
                  <a:pt x="10058" y="18322"/>
                  <a:pt x="10119" y="18444"/>
                  <a:pt x="10204" y="18613"/>
                </a:cubicBezTo>
                <a:lnTo>
                  <a:pt x="9726" y="18852"/>
                </a:lnTo>
                <a:cubicBezTo>
                  <a:pt x="9692" y="18613"/>
                  <a:pt x="9692" y="18442"/>
                  <a:pt x="9862" y="18340"/>
                </a:cubicBezTo>
                <a:cubicBezTo>
                  <a:pt x="9893" y="18328"/>
                  <a:pt x="9920" y="18322"/>
                  <a:pt x="9944" y="18322"/>
                </a:cubicBezTo>
                <a:close/>
                <a:moveTo>
                  <a:pt x="14878" y="18340"/>
                </a:moveTo>
                <a:lnTo>
                  <a:pt x="14878" y="18340"/>
                </a:lnTo>
                <a:cubicBezTo>
                  <a:pt x="15083" y="18511"/>
                  <a:pt x="14981" y="18715"/>
                  <a:pt x="15083" y="18920"/>
                </a:cubicBezTo>
                <a:lnTo>
                  <a:pt x="15049" y="18920"/>
                </a:lnTo>
                <a:cubicBezTo>
                  <a:pt x="14810" y="18784"/>
                  <a:pt x="14810" y="18784"/>
                  <a:pt x="14878" y="18340"/>
                </a:cubicBezTo>
                <a:close/>
                <a:moveTo>
                  <a:pt x="26958" y="17965"/>
                </a:moveTo>
                <a:lnTo>
                  <a:pt x="27060" y="18067"/>
                </a:lnTo>
                <a:lnTo>
                  <a:pt x="25832" y="19022"/>
                </a:lnTo>
                <a:lnTo>
                  <a:pt x="25559" y="18749"/>
                </a:lnTo>
                <a:lnTo>
                  <a:pt x="26958" y="17965"/>
                </a:lnTo>
                <a:close/>
                <a:moveTo>
                  <a:pt x="38730" y="12095"/>
                </a:moveTo>
                <a:cubicBezTo>
                  <a:pt x="38867" y="12266"/>
                  <a:pt x="39038" y="12403"/>
                  <a:pt x="39174" y="12539"/>
                </a:cubicBezTo>
                <a:cubicBezTo>
                  <a:pt x="39345" y="12710"/>
                  <a:pt x="39447" y="12914"/>
                  <a:pt x="39447" y="13119"/>
                </a:cubicBezTo>
                <a:cubicBezTo>
                  <a:pt x="39720" y="14348"/>
                  <a:pt x="40232" y="15542"/>
                  <a:pt x="40948" y="16566"/>
                </a:cubicBezTo>
                <a:cubicBezTo>
                  <a:pt x="41187" y="16907"/>
                  <a:pt x="41494" y="17180"/>
                  <a:pt x="41802" y="17453"/>
                </a:cubicBezTo>
                <a:cubicBezTo>
                  <a:pt x="41938" y="17555"/>
                  <a:pt x="42109" y="17623"/>
                  <a:pt x="42279" y="17692"/>
                </a:cubicBezTo>
                <a:cubicBezTo>
                  <a:pt x="42313" y="17794"/>
                  <a:pt x="42382" y="18033"/>
                  <a:pt x="42450" y="18238"/>
                </a:cubicBezTo>
                <a:lnTo>
                  <a:pt x="42348" y="18272"/>
                </a:lnTo>
                <a:cubicBezTo>
                  <a:pt x="42313" y="18169"/>
                  <a:pt x="42245" y="18067"/>
                  <a:pt x="42177" y="17999"/>
                </a:cubicBezTo>
                <a:cubicBezTo>
                  <a:pt x="42121" y="17943"/>
                  <a:pt x="42020" y="17887"/>
                  <a:pt x="41948" y="17887"/>
                </a:cubicBezTo>
                <a:cubicBezTo>
                  <a:pt x="41931" y="17887"/>
                  <a:pt x="41916" y="17890"/>
                  <a:pt x="41904" y="17896"/>
                </a:cubicBezTo>
                <a:cubicBezTo>
                  <a:pt x="41836" y="17930"/>
                  <a:pt x="41802" y="18033"/>
                  <a:pt x="41802" y="18135"/>
                </a:cubicBezTo>
                <a:cubicBezTo>
                  <a:pt x="41836" y="18306"/>
                  <a:pt x="41938" y="18476"/>
                  <a:pt x="42006" y="18647"/>
                </a:cubicBezTo>
                <a:cubicBezTo>
                  <a:pt x="42075" y="18784"/>
                  <a:pt x="42177" y="18920"/>
                  <a:pt x="42245" y="19057"/>
                </a:cubicBezTo>
                <a:lnTo>
                  <a:pt x="42177" y="19125"/>
                </a:lnTo>
                <a:cubicBezTo>
                  <a:pt x="41392" y="18374"/>
                  <a:pt x="40744" y="17487"/>
                  <a:pt x="40266" y="16497"/>
                </a:cubicBezTo>
                <a:cubicBezTo>
                  <a:pt x="40191" y="16328"/>
                  <a:pt x="40147" y="16252"/>
                  <a:pt x="40065" y="16252"/>
                </a:cubicBezTo>
                <a:cubicBezTo>
                  <a:pt x="39999" y="16252"/>
                  <a:pt x="39908" y="16303"/>
                  <a:pt x="39754" y="16395"/>
                </a:cubicBezTo>
                <a:cubicBezTo>
                  <a:pt x="39754" y="16020"/>
                  <a:pt x="39481" y="15678"/>
                  <a:pt x="39754" y="15303"/>
                </a:cubicBezTo>
                <a:cubicBezTo>
                  <a:pt x="39754" y="15235"/>
                  <a:pt x="39754" y="15167"/>
                  <a:pt x="39720" y="15132"/>
                </a:cubicBezTo>
                <a:cubicBezTo>
                  <a:pt x="39515" y="14996"/>
                  <a:pt x="39515" y="14791"/>
                  <a:pt x="39481" y="14621"/>
                </a:cubicBezTo>
                <a:cubicBezTo>
                  <a:pt x="39447" y="14279"/>
                  <a:pt x="39447" y="14279"/>
                  <a:pt x="39003" y="14143"/>
                </a:cubicBezTo>
                <a:cubicBezTo>
                  <a:pt x="38901" y="13494"/>
                  <a:pt x="38765" y="12812"/>
                  <a:pt x="38628" y="12130"/>
                </a:cubicBezTo>
                <a:lnTo>
                  <a:pt x="38730" y="12095"/>
                </a:lnTo>
                <a:close/>
                <a:moveTo>
                  <a:pt x="15834" y="15201"/>
                </a:moveTo>
                <a:lnTo>
                  <a:pt x="16892" y="16258"/>
                </a:lnTo>
                <a:cubicBezTo>
                  <a:pt x="16926" y="16327"/>
                  <a:pt x="16994" y="16395"/>
                  <a:pt x="17028" y="16463"/>
                </a:cubicBezTo>
                <a:cubicBezTo>
                  <a:pt x="17209" y="16674"/>
                  <a:pt x="17389" y="16885"/>
                  <a:pt x="17687" y="16885"/>
                </a:cubicBezTo>
                <a:cubicBezTo>
                  <a:pt x="17723" y="16885"/>
                  <a:pt x="17760" y="16881"/>
                  <a:pt x="17800" y="16875"/>
                </a:cubicBezTo>
                <a:lnTo>
                  <a:pt x="17800" y="16875"/>
                </a:lnTo>
                <a:cubicBezTo>
                  <a:pt x="17677" y="17214"/>
                  <a:pt x="17686" y="17229"/>
                  <a:pt x="17950" y="17658"/>
                </a:cubicBezTo>
                <a:cubicBezTo>
                  <a:pt x="17847" y="17589"/>
                  <a:pt x="17779" y="17555"/>
                  <a:pt x="17677" y="17453"/>
                </a:cubicBezTo>
                <a:cubicBezTo>
                  <a:pt x="17593" y="17390"/>
                  <a:pt x="17509" y="17327"/>
                  <a:pt x="17426" y="17327"/>
                </a:cubicBezTo>
                <a:cubicBezTo>
                  <a:pt x="17373" y="17327"/>
                  <a:pt x="17320" y="17353"/>
                  <a:pt x="17267" y="17419"/>
                </a:cubicBezTo>
                <a:cubicBezTo>
                  <a:pt x="17131" y="17589"/>
                  <a:pt x="17267" y="17692"/>
                  <a:pt x="17369" y="17794"/>
                </a:cubicBezTo>
                <a:lnTo>
                  <a:pt x="18188" y="18476"/>
                </a:lnTo>
                <a:cubicBezTo>
                  <a:pt x="18359" y="18613"/>
                  <a:pt x="18530" y="18749"/>
                  <a:pt x="18496" y="19022"/>
                </a:cubicBezTo>
                <a:cubicBezTo>
                  <a:pt x="18496" y="19125"/>
                  <a:pt x="18564" y="19227"/>
                  <a:pt x="18564" y="19364"/>
                </a:cubicBezTo>
                <a:cubicBezTo>
                  <a:pt x="18393" y="19125"/>
                  <a:pt x="18257" y="18920"/>
                  <a:pt x="18086" y="18715"/>
                </a:cubicBezTo>
                <a:cubicBezTo>
                  <a:pt x="17963" y="18531"/>
                  <a:pt x="17914" y="18457"/>
                  <a:pt x="17813" y="18457"/>
                </a:cubicBezTo>
                <a:cubicBezTo>
                  <a:pt x="17746" y="18457"/>
                  <a:pt x="17656" y="18490"/>
                  <a:pt x="17506" y="18545"/>
                </a:cubicBezTo>
                <a:cubicBezTo>
                  <a:pt x="17362" y="18286"/>
                  <a:pt x="17316" y="17883"/>
                  <a:pt x="16939" y="17883"/>
                </a:cubicBezTo>
                <a:cubicBezTo>
                  <a:pt x="16868" y="17883"/>
                  <a:pt x="16785" y="17898"/>
                  <a:pt x="16687" y="17930"/>
                </a:cubicBezTo>
                <a:cubicBezTo>
                  <a:pt x="16278" y="17077"/>
                  <a:pt x="15936" y="16190"/>
                  <a:pt x="15766" y="15269"/>
                </a:cubicBezTo>
                <a:lnTo>
                  <a:pt x="15834" y="15201"/>
                </a:lnTo>
                <a:close/>
                <a:moveTo>
                  <a:pt x="8907" y="16702"/>
                </a:moveTo>
                <a:lnTo>
                  <a:pt x="8907" y="16702"/>
                </a:lnTo>
                <a:cubicBezTo>
                  <a:pt x="8497" y="17692"/>
                  <a:pt x="7917" y="18579"/>
                  <a:pt x="7201" y="19364"/>
                </a:cubicBezTo>
                <a:cubicBezTo>
                  <a:pt x="7133" y="19432"/>
                  <a:pt x="7030" y="19500"/>
                  <a:pt x="6962" y="19568"/>
                </a:cubicBezTo>
                <a:lnTo>
                  <a:pt x="6860" y="19466"/>
                </a:lnTo>
                <a:cubicBezTo>
                  <a:pt x="6996" y="19295"/>
                  <a:pt x="7167" y="19091"/>
                  <a:pt x="7303" y="18920"/>
                </a:cubicBezTo>
                <a:cubicBezTo>
                  <a:pt x="7440" y="18715"/>
                  <a:pt x="7542" y="18545"/>
                  <a:pt x="7303" y="18340"/>
                </a:cubicBezTo>
                <a:cubicBezTo>
                  <a:pt x="7849" y="17999"/>
                  <a:pt x="8293" y="17555"/>
                  <a:pt x="8634" y="17009"/>
                </a:cubicBezTo>
                <a:cubicBezTo>
                  <a:pt x="8736" y="16907"/>
                  <a:pt x="8839" y="16804"/>
                  <a:pt x="8907" y="16702"/>
                </a:cubicBezTo>
                <a:close/>
                <a:moveTo>
                  <a:pt x="29347" y="18408"/>
                </a:moveTo>
                <a:lnTo>
                  <a:pt x="29347" y="18408"/>
                </a:lnTo>
                <a:cubicBezTo>
                  <a:pt x="29142" y="19159"/>
                  <a:pt x="29005" y="19364"/>
                  <a:pt x="28630" y="19568"/>
                </a:cubicBezTo>
                <a:cubicBezTo>
                  <a:pt x="28869" y="19159"/>
                  <a:pt x="28835" y="18681"/>
                  <a:pt x="29347" y="18408"/>
                </a:cubicBezTo>
                <a:close/>
                <a:moveTo>
                  <a:pt x="9760" y="19398"/>
                </a:moveTo>
                <a:cubicBezTo>
                  <a:pt x="9658" y="19534"/>
                  <a:pt x="9555" y="19671"/>
                  <a:pt x="9487" y="19841"/>
                </a:cubicBezTo>
                <a:lnTo>
                  <a:pt x="9487" y="19807"/>
                </a:lnTo>
                <a:cubicBezTo>
                  <a:pt x="9487" y="19603"/>
                  <a:pt x="9487" y="19432"/>
                  <a:pt x="9760" y="19398"/>
                </a:cubicBezTo>
                <a:close/>
                <a:moveTo>
                  <a:pt x="19349" y="19432"/>
                </a:moveTo>
                <a:lnTo>
                  <a:pt x="19349" y="19432"/>
                </a:lnTo>
                <a:cubicBezTo>
                  <a:pt x="19724" y="19603"/>
                  <a:pt x="20065" y="19841"/>
                  <a:pt x="20372" y="20148"/>
                </a:cubicBezTo>
                <a:cubicBezTo>
                  <a:pt x="20338" y="20285"/>
                  <a:pt x="20304" y="20387"/>
                  <a:pt x="20270" y="20524"/>
                </a:cubicBezTo>
                <a:cubicBezTo>
                  <a:pt x="19895" y="20217"/>
                  <a:pt x="19587" y="19841"/>
                  <a:pt x="19349" y="19432"/>
                </a:cubicBezTo>
                <a:close/>
                <a:moveTo>
                  <a:pt x="16585" y="18886"/>
                </a:moveTo>
                <a:lnTo>
                  <a:pt x="16585" y="18886"/>
                </a:lnTo>
                <a:cubicBezTo>
                  <a:pt x="16858" y="18988"/>
                  <a:pt x="17062" y="19227"/>
                  <a:pt x="17096" y="19534"/>
                </a:cubicBezTo>
                <a:cubicBezTo>
                  <a:pt x="17199" y="19978"/>
                  <a:pt x="17335" y="20353"/>
                  <a:pt x="17472" y="20797"/>
                </a:cubicBezTo>
                <a:lnTo>
                  <a:pt x="17404" y="20831"/>
                </a:lnTo>
                <a:cubicBezTo>
                  <a:pt x="17267" y="20490"/>
                  <a:pt x="17131" y="20148"/>
                  <a:pt x="17028" y="19841"/>
                </a:cubicBezTo>
                <a:cubicBezTo>
                  <a:pt x="16892" y="19534"/>
                  <a:pt x="16721" y="19227"/>
                  <a:pt x="16585" y="18886"/>
                </a:cubicBezTo>
                <a:close/>
                <a:moveTo>
                  <a:pt x="8668" y="19841"/>
                </a:moveTo>
                <a:cubicBezTo>
                  <a:pt x="8975" y="20217"/>
                  <a:pt x="8600" y="20729"/>
                  <a:pt x="7952" y="20865"/>
                </a:cubicBezTo>
                <a:lnTo>
                  <a:pt x="8668" y="19841"/>
                </a:lnTo>
                <a:close/>
                <a:moveTo>
                  <a:pt x="31872" y="13563"/>
                </a:moveTo>
                <a:lnTo>
                  <a:pt x="32384" y="13733"/>
                </a:lnTo>
                <a:cubicBezTo>
                  <a:pt x="32349" y="13836"/>
                  <a:pt x="32349" y="13938"/>
                  <a:pt x="32315" y="14075"/>
                </a:cubicBezTo>
                <a:cubicBezTo>
                  <a:pt x="31974" y="15303"/>
                  <a:pt x="31496" y="16463"/>
                  <a:pt x="30882" y="17589"/>
                </a:cubicBezTo>
                <a:cubicBezTo>
                  <a:pt x="30780" y="17726"/>
                  <a:pt x="30677" y="17896"/>
                  <a:pt x="30575" y="18033"/>
                </a:cubicBezTo>
                <a:cubicBezTo>
                  <a:pt x="30461" y="18175"/>
                  <a:pt x="30300" y="18246"/>
                  <a:pt x="30131" y="18246"/>
                </a:cubicBezTo>
                <a:cubicBezTo>
                  <a:pt x="30097" y="18246"/>
                  <a:pt x="30063" y="18243"/>
                  <a:pt x="30029" y="18238"/>
                </a:cubicBezTo>
                <a:lnTo>
                  <a:pt x="30166" y="17862"/>
                </a:lnTo>
                <a:cubicBezTo>
                  <a:pt x="30404" y="17385"/>
                  <a:pt x="30575" y="16873"/>
                  <a:pt x="30677" y="16361"/>
                </a:cubicBezTo>
                <a:cubicBezTo>
                  <a:pt x="30677" y="16293"/>
                  <a:pt x="30746" y="16224"/>
                  <a:pt x="30814" y="16156"/>
                </a:cubicBezTo>
                <a:cubicBezTo>
                  <a:pt x="31053" y="15849"/>
                  <a:pt x="31326" y="15542"/>
                  <a:pt x="31599" y="15269"/>
                </a:cubicBezTo>
                <a:cubicBezTo>
                  <a:pt x="31701" y="15132"/>
                  <a:pt x="31804" y="15064"/>
                  <a:pt x="31701" y="14894"/>
                </a:cubicBezTo>
                <a:cubicBezTo>
                  <a:pt x="31641" y="14818"/>
                  <a:pt x="31581" y="14790"/>
                  <a:pt x="31521" y="14790"/>
                </a:cubicBezTo>
                <a:cubicBezTo>
                  <a:pt x="31444" y="14790"/>
                  <a:pt x="31368" y="14836"/>
                  <a:pt x="31292" y="14894"/>
                </a:cubicBezTo>
                <a:cubicBezTo>
                  <a:pt x="31155" y="15030"/>
                  <a:pt x="31053" y="15167"/>
                  <a:pt x="30916" y="15269"/>
                </a:cubicBezTo>
                <a:cubicBezTo>
                  <a:pt x="30677" y="15508"/>
                  <a:pt x="30541" y="15917"/>
                  <a:pt x="30131" y="15985"/>
                </a:cubicBezTo>
                <a:cubicBezTo>
                  <a:pt x="30097" y="16020"/>
                  <a:pt x="30063" y="16122"/>
                  <a:pt x="30029" y="16156"/>
                </a:cubicBezTo>
                <a:cubicBezTo>
                  <a:pt x="29858" y="16566"/>
                  <a:pt x="29688" y="16941"/>
                  <a:pt x="29483" y="17385"/>
                </a:cubicBezTo>
                <a:cubicBezTo>
                  <a:pt x="29415" y="17316"/>
                  <a:pt x="29347" y="17248"/>
                  <a:pt x="29244" y="17180"/>
                </a:cubicBezTo>
                <a:cubicBezTo>
                  <a:pt x="29205" y="17160"/>
                  <a:pt x="29168" y="17149"/>
                  <a:pt x="29134" y="17149"/>
                </a:cubicBezTo>
                <a:cubicBezTo>
                  <a:pt x="29051" y="17149"/>
                  <a:pt x="28986" y="17215"/>
                  <a:pt x="28937" y="17385"/>
                </a:cubicBezTo>
                <a:cubicBezTo>
                  <a:pt x="28869" y="17623"/>
                  <a:pt x="28801" y="17862"/>
                  <a:pt x="28732" y="18101"/>
                </a:cubicBezTo>
                <a:cubicBezTo>
                  <a:pt x="28596" y="18545"/>
                  <a:pt x="28357" y="18954"/>
                  <a:pt x="28084" y="19295"/>
                </a:cubicBezTo>
                <a:cubicBezTo>
                  <a:pt x="27504" y="19944"/>
                  <a:pt x="26890" y="20558"/>
                  <a:pt x="26241" y="21104"/>
                </a:cubicBezTo>
                <a:cubicBezTo>
                  <a:pt x="26378" y="20626"/>
                  <a:pt x="26617" y="20148"/>
                  <a:pt x="26958" y="19773"/>
                </a:cubicBezTo>
                <a:cubicBezTo>
                  <a:pt x="27402" y="19261"/>
                  <a:pt x="27879" y="18749"/>
                  <a:pt x="28357" y="18238"/>
                </a:cubicBezTo>
                <a:cubicBezTo>
                  <a:pt x="28391" y="18203"/>
                  <a:pt x="28425" y="18135"/>
                  <a:pt x="28459" y="18067"/>
                </a:cubicBezTo>
                <a:cubicBezTo>
                  <a:pt x="28528" y="17930"/>
                  <a:pt x="28630" y="17760"/>
                  <a:pt x="28596" y="17658"/>
                </a:cubicBezTo>
                <a:cubicBezTo>
                  <a:pt x="28562" y="17538"/>
                  <a:pt x="28494" y="17512"/>
                  <a:pt x="28413" y="17512"/>
                </a:cubicBezTo>
                <a:cubicBezTo>
                  <a:pt x="28352" y="17512"/>
                  <a:pt x="28284" y="17527"/>
                  <a:pt x="28218" y="17527"/>
                </a:cubicBezTo>
                <a:cubicBezTo>
                  <a:pt x="28196" y="17527"/>
                  <a:pt x="28174" y="17525"/>
                  <a:pt x="28152" y="17521"/>
                </a:cubicBezTo>
                <a:cubicBezTo>
                  <a:pt x="28323" y="17350"/>
                  <a:pt x="28459" y="17180"/>
                  <a:pt x="28596" y="17043"/>
                </a:cubicBezTo>
                <a:cubicBezTo>
                  <a:pt x="28664" y="16907"/>
                  <a:pt x="28767" y="16839"/>
                  <a:pt x="28869" y="16770"/>
                </a:cubicBezTo>
                <a:cubicBezTo>
                  <a:pt x="29381" y="16531"/>
                  <a:pt x="29824" y="16156"/>
                  <a:pt x="30131" y="15712"/>
                </a:cubicBezTo>
                <a:cubicBezTo>
                  <a:pt x="30507" y="15201"/>
                  <a:pt x="30882" y="14723"/>
                  <a:pt x="31292" y="14211"/>
                </a:cubicBezTo>
                <a:cubicBezTo>
                  <a:pt x="31462" y="13972"/>
                  <a:pt x="31701" y="13767"/>
                  <a:pt x="31872" y="13563"/>
                </a:cubicBezTo>
                <a:close/>
                <a:moveTo>
                  <a:pt x="42698" y="20142"/>
                </a:moveTo>
                <a:cubicBezTo>
                  <a:pt x="42868" y="20142"/>
                  <a:pt x="43009" y="20239"/>
                  <a:pt x="43098" y="20387"/>
                </a:cubicBezTo>
                <a:lnTo>
                  <a:pt x="43815" y="21684"/>
                </a:lnTo>
                <a:lnTo>
                  <a:pt x="43747" y="21752"/>
                </a:lnTo>
                <a:lnTo>
                  <a:pt x="42621" y="20148"/>
                </a:lnTo>
                <a:cubicBezTo>
                  <a:pt x="42647" y="20144"/>
                  <a:pt x="42673" y="20142"/>
                  <a:pt x="42698" y="20142"/>
                </a:cubicBezTo>
                <a:close/>
                <a:moveTo>
                  <a:pt x="30882" y="21343"/>
                </a:moveTo>
                <a:lnTo>
                  <a:pt x="30985" y="21411"/>
                </a:lnTo>
                <a:lnTo>
                  <a:pt x="30780" y="21786"/>
                </a:lnTo>
                <a:lnTo>
                  <a:pt x="30712" y="21752"/>
                </a:lnTo>
                <a:lnTo>
                  <a:pt x="30882" y="21343"/>
                </a:lnTo>
                <a:close/>
                <a:moveTo>
                  <a:pt x="28459" y="19978"/>
                </a:moveTo>
                <a:cubicBezTo>
                  <a:pt x="28664" y="20046"/>
                  <a:pt x="28630" y="20148"/>
                  <a:pt x="28562" y="20285"/>
                </a:cubicBezTo>
                <a:cubicBezTo>
                  <a:pt x="28221" y="20831"/>
                  <a:pt x="27879" y="21377"/>
                  <a:pt x="27538" y="21889"/>
                </a:cubicBezTo>
                <a:lnTo>
                  <a:pt x="27436" y="21855"/>
                </a:lnTo>
                <a:lnTo>
                  <a:pt x="28459" y="19978"/>
                </a:lnTo>
                <a:close/>
                <a:moveTo>
                  <a:pt x="32213" y="21206"/>
                </a:moveTo>
                <a:lnTo>
                  <a:pt x="31906" y="21923"/>
                </a:lnTo>
                <a:lnTo>
                  <a:pt x="31462" y="21548"/>
                </a:lnTo>
                <a:cubicBezTo>
                  <a:pt x="31496" y="21479"/>
                  <a:pt x="31531" y="21377"/>
                  <a:pt x="31599" y="21275"/>
                </a:cubicBezTo>
                <a:lnTo>
                  <a:pt x="32213" y="21206"/>
                </a:lnTo>
                <a:close/>
                <a:moveTo>
                  <a:pt x="38389" y="16804"/>
                </a:moveTo>
                <a:cubicBezTo>
                  <a:pt x="38594" y="17077"/>
                  <a:pt x="38765" y="17316"/>
                  <a:pt x="38969" y="17555"/>
                </a:cubicBezTo>
                <a:cubicBezTo>
                  <a:pt x="39056" y="17664"/>
                  <a:pt x="39144" y="17745"/>
                  <a:pt x="39257" y="17745"/>
                </a:cubicBezTo>
                <a:cubicBezTo>
                  <a:pt x="39322" y="17745"/>
                  <a:pt x="39395" y="17719"/>
                  <a:pt x="39481" y="17658"/>
                </a:cubicBezTo>
                <a:cubicBezTo>
                  <a:pt x="39549" y="17930"/>
                  <a:pt x="39618" y="18135"/>
                  <a:pt x="39686" y="18374"/>
                </a:cubicBezTo>
                <a:cubicBezTo>
                  <a:pt x="39754" y="18681"/>
                  <a:pt x="39925" y="18954"/>
                  <a:pt x="40164" y="19227"/>
                </a:cubicBezTo>
                <a:cubicBezTo>
                  <a:pt x="40232" y="19261"/>
                  <a:pt x="40266" y="19364"/>
                  <a:pt x="40266" y="19466"/>
                </a:cubicBezTo>
                <a:cubicBezTo>
                  <a:pt x="40334" y="19841"/>
                  <a:pt x="40368" y="20183"/>
                  <a:pt x="40403" y="20660"/>
                </a:cubicBezTo>
                <a:cubicBezTo>
                  <a:pt x="40437" y="21104"/>
                  <a:pt x="40437" y="21582"/>
                  <a:pt x="40471" y="22025"/>
                </a:cubicBezTo>
                <a:cubicBezTo>
                  <a:pt x="40232" y="21923"/>
                  <a:pt x="40232" y="21923"/>
                  <a:pt x="40164" y="21650"/>
                </a:cubicBezTo>
                <a:cubicBezTo>
                  <a:pt x="39925" y="20797"/>
                  <a:pt x="39754" y="19944"/>
                  <a:pt x="39686" y="19091"/>
                </a:cubicBezTo>
                <a:cubicBezTo>
                  <a:pt x="39686" y="18920"/>
                  <a:pt x="39686" y="18784"/>
                  <a:pt x="39652" y="18613"/>
                </a:cubicBezTo>
                <a:cubicBezTo>
                  <a:pt x="39618" y="18545"/>
                  <a:pt x="39481" y="18476"/>
                  <a:pt x="39413" y="18408"/>
                </a:cubicBezTo>
                <a:cubicBezTo>
                  <a:pt x="39345" y="18511"/>
                  <a:pt x="39242" y="18579"/>
                  <a:pt x="39242" y="18647"/>
                </a:cubicBezTo>
                <a:cubicBezTo>
                  <a:pt x="39210" y="18909"/>
                  <a:pt x="39240" y="19139"/>
                  <a:pt x="39242" y="19398"/>
                </a:cubicBezTo>
                <a:lnTo>
                  <a:pt x="39242" y="19398"/>
                </a:lnTo>
                <a:cubicBezTo>
                  <a:pt x="38662" y="18988"/>
                  <a:pt x="38253" y="18545"/>
                  <a:pt x="38287" y="17896"/>
                </a:cubicBezTo>
                <a:cubicBezTo>
                  <a:pt x="38321" y="17555"/>
                  <a:pt x="38355" y="17214"/>
                  <a:pt x="38389" y="16804"/>
                </a:cubicBezTo>
                <a:close/>
                <a:moveTo>
                  <a:pt x="38185" y="21718"/>
                </a:moveTo>
                <a:cubicBezTo>
                  <a:pt x="38389" y="21889"/>
                  <a:pt x="38492" y="21991"/>
                  <a:pt x="38321" y="22162"/>
                </a:cubicBezTo>
                <a:lnTo>
                  <a:pt x="38185" y="21718"/>
                </a:lnTo>
                <a:close/>
                <a:moveTo>
                  <a:pt x="11773" y="13563"/>
                </a:moveTo>
                <a:lnTo>
                  <a:pt x="11773" y="13563"/>
                </a:lnTo>
                <a:cubicBezTo>
                  <a:pt x="11705" y="13836"/>
                  <a:pt x="11671" y="14143"/>
                  <a:pt x="11569" y="14450"/>
                </a:cubicBezTo>
                <a:cubicBezTo>
                  <a:pt x="11466" y="14723"/>
                  <a:pt x="11398" y="15030"/>
                  <a:pt x="11261" y="15337"/>
                </a:cubicBezTo>
                <a:cubicBezTo>
                  <a:pt x="11125" y="15678"/>
                  <a:pt x="11125" y="15678"/>
                  <a:pt x="11466" y="15883"/>
                </a:cubicBezTo>
                <a:cubicBezTo>
                  <a:pt x="11227" y="16395"/>
                  <a:pt x="10954" y="16941"/>
                  <a:pt x="10681" y="17453"/>
                </a:cubicBezTo>
                <a:cubicBezTo>
                  <a:pt x="10589" y="17667"/>
                  <a:pt x="10360" y="17799"/>
                  <a:pt x="10116" y="17799"/>
                </a:cubicBezTo>
                <a:cubicBezTo>
                  <a:pt x="10089" y="17799"/>
                  <a:pt x="10061" y="17797"/>
                  <a:pt x="10033" y="17794"/>
                </a:cubicBezTo>
                <a:cubicBezTo>
                  <a:pt x="10101" y="17623"/>
                  <a:pt x="10170" y="17487"/>
                  <a:pt x="10204" y="17350"/>
                </a:cubicBezTo>
                <a:cubicBezTo>
                  <a:pt x="10340" y="17043"/>
                  <a:pt x="10511" y="16702"/>
                  <a:pt x="10647" y="16361"/>
                </a:cubicBezTo>
                <a:cubicBezTo>
                  <a:pt x="10750" y="16190"/>
                  <a:pt x="10784" y="16020"/>
                  <a:pt x="10988" y="15951"/>
                </a:cubicBezTo>
                <a:cubicBezTo>
                  <a:pt x="11091" y="15883"/>
                  <a:pt x="11125" y="15712"/>
                  <a:pt x="11057" y="15644"/>
                </a:cubicBezTo>
                <a:cubicBezTo>
                  <a:pt x="10988" y="15553"/>
                  <a:pt x="10905" y="15508"/>
                  <a:pt x="10817" y="15508"/>
                </a:cubicBezTo>
                <a:cubicBezTo>
                  <a:pt x="10772" y="15508"/>
                  <a:pt x="10727" y="15519"/>
                  <a:pt x="10681" y="15542"/>
                </a:cubicBezTo>
                <a:cubicBezTo>
                  <a:pt x="10579" y="15644"/>
                  <a:pt x="10477" y="15747"/>
                  <a:pt x="10408" y="15849"/>
                </a:cubicBezTo>
                <a:cubicBezTo>
                  <a:pt x="10272" y="16088"/>
                  <a:pt x="10170" y="16327"/>
                  <a:pt x="10067" y="16531"/>
                </a:cubicBezTo>
                <a:cubicBezTo>
                  <a:pt x="9931" y="16566"/>
                  <a:pt x="9760" y="16600"/>
                  <a:pt x="9624" y="16634"/>
                </a:cubicBezTo>
                <a:cubicBezTo>
                  <a:pt x="9589" y="16668"/>
                  <a:pt x="9555" y="16804"/>
                  <a:pt x="9521" y="16907"/>
                </a:cubicBezTo>
                <a:cubicBezTo>
                  <a:pt x="8907" y="18238"/>
                  <a:pt x="8190" y="19500"/>
                  <a:pt x="7371" y="20694"/>
                </a:cubicBezTo>
                <a:cubicBezTo>
                  <a:pt x="6996" y="21275"/>
                  <a:pt x="6484" y="21718"/>
                  <a:pt x="5870" y="21991"/>
                </a:cubicBezTo>
                <a:cubicBezTo>
                  <a:pt x="5870" y="21786"/>
                  <a:pt x="5972" y="21616"/>
                  <a:pt x="6143" y="21513"/>
                </a:cubicBezTo>
                <a:cubicBezTo>
                  <a:pt x="6245" y="21445"/>
                  <a:pt x="6314" y="21411"/>
                  <a:pt x="6416" y="21309"/>
                </a:cubicBezTo>
                <a:cubicBezTo>
                  <a:pt x="6518" y="21206"/>
                  <a:pt x="6655" y="21070"/>
                  <a:pt x="6518" y="20933"/>
                </a:cubicBezTo>
                <a:cubicBezTo>
                  <a:pt x="6473" y="20858"/>
                  <a:pt x="6422" y="20829"/>
                  <a:pt x="6369" y="20829"/>
                </a:cubicBezTo>
                <a:cubicBezTo>
                  <a:pt x="6302" y="20829"/>
                  <a:pt x="6234" y="20876"/>
                  <a:pt x="6177" y="20933"/>
                </a:cubicBezTo>
                <a:cubicBezTo>
                  <a:pt x="5836" y="21138"/>
                  <a:pt x="5563" y="21343"/>
                  <a:pt x="5222" y="21548"/>
                </a:cubicBezTo>
                <a:cubicBezTo>
                  <a:pt x="4846" y="21718"/>
                  <a:pt x="4505" y="21957"/>
                  <a:pt x="4130" y="22162"/>
                </a:cubicBezTo>
                <a:cubicBezTo>
                  <a:pt x="4096" y="22179"/>
                  <a:pt x="4061" y="22187"/>
                  <a:pt x="4027" y="22187"/>
                </a:cubicBezTo>
                <a:cubicBezTo>
                  <a:pt x="3993" y="22187"/>
                  <a:pt x="3959" y="22179"/>
                  <a:pt x="3925" y="22162"/>
                </a:cubicBezTo>
                <a:lnTo>
                  <a:pt x="6211" y="20524"/>
                </a:lnTo>
                <a:cubicBezTo>
                  <a:pt x="6279" y="20490"/>
                  <a:pt x="6314" y="20456"/>
                  <a:pt x="6382" y="20456"/>
                </a:cubicBezTo>
                <a:cubicBezTo>
                  <a:pt x="6928" y="20319"/>
                  <a:pt x="7371" y="19978"/>
                  <a:pt x="7713" y="19500"/>
                </a:cubicBezTo>
                <a:cubicBezTo>
                  <a:pt x="8327" y="18784"/>
                  <a:pt x="8873" y="17965"/>
                  <a:pt x="9316" y="17112"/>
                </a:cubicBezTo>
                <a:cubicBezTo>
                  <a:pt x="9385" y="17009"/>
                  <a:pt x="9453" y="16941"/>
                  <a:pt x="9521" y="16873"/>
                </a:cubicBezTo>
                <a:cubicBezTo>
                  <a:pt x="9521" y="16736"/>
                  <a:pt x="9521" y="16566"/>
                  <a:pt x="9521" y="16429"/>
                </a:cubicBezTo>
                <a:cubicBezTo>
                  <a:pt x="10613" y="15747"/>
                  <a:pt x="11125" y="14586"/>
                  <a:pt x="11773" y="13563"/>
                </a:cubicBezTo>
                <a:close/>
                <a:moveTo>
                  <a:pt x="15527" y="21786"/>
                </a:moveTo>
                <a:cubicBezTo>
                  <a:pt x="15629" y="21957"/>
                  <a:pt x="15697" y="22059"/>
                  <a:pt x="15800" y="22230"/>
                </a:cubicBezTo>
                <a:lnTo>
                  <a:pt x="15527" y="22230"/>
                </a:lnTo>
                <a:lnTo>
                  <a:pt x="15527" y="21786"/>
                </a:lnTo>
                <a:close/>
                <a:moveTo>
                  <a:pt x="34738" y="13631"/>
                </a:moveTo>
                <a:cubicBezTo>
                  <a:pt x="35182" y="14586"/>
                  <a:pt x="35250" y="15678"/>
                  <a:pt x="36205" y="16429"/>
                </a:cubicBezTo>
                <a:cubicBezTo>
                  <a:pt x="36274" y="17248"/>
                  <a:pt x="36478" y="18033"/>
                  <a:pt x="36785" y="18784"/>
                </a:cubicBezTo>
                <a:cubicBezTo>
                  <a:pt x="36683" y="18852"/>
                  <a:pt x="36547" y="18920"/>
                  <a:pt x="36478" y="19022"/>
                </a:cubicBezTo>
                <a:cubicBezTo>
                  <a:pt x="36444" y="19159"/>
                  <a:pt x="36410" y="19295"/>
                  <a:pt x="36444" y="19432"/>
                </a:cubicBezTo>
                <a:lnTo>
                  <a:pt x="36444" y="20421"/>
                </a:lnTo>
                <a:lnTo>
                  <a:pt x="36342" y="20421"/>
                </a:lnTo>
                <a:cubicBezTo>
                  <a:pt x="36308" y="20353"/>
                  <a:pt x="36308" y="20251"/>
                  <a:pt x="36274" y="20183"/>
                </a:cubicBezTo>
                <a:cubicBezTo>
                  <a:pt x="36137" y="19534"/>
                  <a:pt x="36035" y="18886"/>
                  <a:pt x="35898" y="18238"/>
                </a:cubicBezTo>
                <a:cubicBezTo>
                  <a:pt x="35898" y="18033"/>
                  <a:pt x="35898" y="17828"/>
                  <a:pt x="35932" y="17658"/>
                </a:cubicBezTo>
                <a:cubicBezTo>
                  <a:pt x="35967" y="17521"/>
                  <a:pt x="35898" y="17385"/>
                  <a:pt x="35762" y="17385"/>
                </a:cubicBezTo>
                <a:cubicBezTo>
                  <a:pt x="35659" y="17385"/>
                  <a:pt x="35591" y="17453"/>
                  <a:pt x="35523" y="17555"/>
                </a:cubicBezTo>
                <a:cubicBezTo>
                  <a:pt x="35489" y="17658"/>
                  <a:pt x="35455" y="17794"/>
                  <a:pt x="35455" y="17896"/>
                </a:cubicBezTo>
                <a:cubicBezTo>
                  <a:pt x="35455" y="18715"/>
                  <a:pt x="35489" y="19500"/>
                  <a:pt x="35591" y="20319"/>
                </a:cubicBezTo>
                <a:cubicBezTo>
                  <a:pt x="35659" y="20899"/>
                  <a:pt x="35386" y="21343"/>
                  <a:pt x="35182" y="21855"/>
                </a:cubicBezTo>
                <a:cubicBezTo>
                  <a:pt x="34977" y="21582"/>
                  <a:pt x="35216" y="21104"/>
                  <a:pt x="34670" y="21104"/>
                </a:cubicBezTo>
                <a:cubicBezTo>
                  <a:pt x="34772" y="20524"/>
                  <a:pt x="34875" y="19978"/>
                  <a:pt x="34977" y="19432"/>
                </a:cubicBezTo>
                <a:cubicBezTo>
                  <a:pt x="35011" y="19261"/>
                  <a:pt x="35079" y="19022"/>
                  <a:pt x="35113" y="18818"/>
                </a:cubicBezTo>
                <a:cubicBezTo>
                  <a:pt x="35113" y="18715"/>
                  <a:pt x="35113" y="18647"/>
                  <a:pt x="35113" y="18545"/>
                </a:cubicBezTo>
                <a:cubicBezTo>
                  <a:pt x="35079" y="18476"/>
                  <a:pt x="34977" y="18374"/>
                  <a:pt x="34909" y="18374"/>
                </a:cubicBezTo>
                <a:cubicBezTo>
                  <a:pt x="34899" y="18369"/>
                  <a:pt x="34889" y="18367"/>
                  <a:pt x="34879" y="18367"/>
                </a:cubicBezTo>
                <a:cubicBezTo>
                  <a:pt x="34814" y="18367"/>
                  <a:pt x="34733" y="18452"/>
                  <a:pt x="34704" y="18511"/>
                </a:cubicBezTo>
                <a:cubicBezTo>
                  <a:pt x="34670" y="18613"/>
                  <a:pt x="34636" y="18749"/>
                  <a:pt x="34636" y="18886"/>
                </a:cubicBezTo>
                <a:cubicBezTo>
                  <a:pt x="34397" y="20012"/>
                  <a:pt x="34158" y="21172"/>
                  <a:pt x="33885" y="22332"/>
                </a:cubicBezTo>
                <a:cubicBezTo>
                  <a:pt x="33919" y="22025"/>
                  <a:pt x="33953" y="21718"/>
                  <a:pt x="33987" y="21411"/>
                </a:cubicBezTo>
                <a:cubicBezTo>
                  <a:pt x="34124" y="20524"/>
                  <a:pt x="34226" y="19637"/>
                  <a:pt x="34363" y="18784"/>
                </a:cubicBezTo>
                <a:cubicBezTo>
                  <a:pt x="34397" y="18681"/>
                  <a:pt x="34363" y="18511"/>
                  <a:pt x="34431" y="18442"/>
                </a:cubicBezTo>
                <a:cubicBezTo>
                  <a:pt x="34602" y="18135"/>
                  <a:pt x="34704" y="17794"/>
                  <a:pt x="34670" y="17419"/>
                </a:cubicBezTo>
                <a:cubicBezTo>
                  <a:pt x="34704" y="17282"/>
                  <a:pt x="34738" y="17146"/>
                  <a:pt x="34840" y="17043"/>
                </a:cubicBezTo>
                <a:cubicBezTo>
                  <a:pt x="34875" y="17180"/>
                  <a:pt x="34909" y="17316"/>
                  <a:pt x="34943" y="17453"/>
                </a:cubicBezTo>
                <a:cubicBezTo>
                  <a:pt x="35011" y="17521"/>
                  <a:pt x="35079" y="17555"/>
                  <a:pt x="35182" y="17555"/>
                </a:cubicBezTo>
                <a:cubicBezTo>
                  <a:pt x="35216" y="17555"/>
                  <a:pt x="35318" y="17453"/>
                  <a:pt x="35318" y="17385"/>
                </a:cubicBezTo>
                <a:cubicBezTo>
                  <a:pt x="35318" y="16975"/>
                  <a:pt x="35318" y="16531"/>
                  <a:pt x="35250" y="16122"/>
                </a:cubicBezTo>
                <a:cubicBezTo>
                  <a:pt x="35250" y="16054"/>
                  <a:pt x="35079" y="15951"/>
                  <a:pt x="35045" y="15917"/>
                </a:cubicBezTo>
                <a:cubicBezTo>
                  <a:pt x="35011" y="15917"/>
                  <a:pt x="34875" y="16020"/>
                  <a:pt x="34875" y="16088"/>
                </a:cubicBezTo>
                <a:cubicBezTo>
                  <a:pt x="34840" y="16224"/>
                  <a:pt x="34840" y="16361"/>
                  <a:pt x="34840" y="16497"/>
                </a:cubicBezTo>
                <a:lnTo>
                  <a:pt x="34738" y="16497"/>
                </a:lnTo>
                <a:lnTo>
                  <a:pt x="34738" y="13631"/>
                </a:lnTo>
                <a:close/>
                <a:moveTo>
                  <a:pt x="40744" y="18238"/>
                </a:moveTo>
                <a:cubicBezTo>
                  <a:pt x="40948" y="18476"/>
                  <a:pt x="41119" y="18715"/>
                  <a:pt x="41290" y="18920"/>
                </a:cubicBezTo>
                <a:lnTo>
                  <a:pt x="41870" y="19568"/>
                </a:lnTo>
                <a:cubicBezTo>
                  <a:pt x="41597" y="19773"/>
                  <a:pt x="41665" y="20012"/>
                  <a:pt x="41767" y="20251"/>
                </a:cubicBezTo>
                <a:cubicBezTo>
                  <a:pt x="42075" y="20865"/>
                  <a:pt x="42382" y="21513"/>
                  <a:pt x="42723" y="22162"/>
                </a:cubicBezTo>
                <a:cubicBezTo>
                  <a:pt x="42757" y="22230"/>
                  <a:pt x="42825" y="22332"/>
                  <a:pt x="42859" y="22435"/>
                </a:cubicBezTo>
                <a:lnTo>
                  <a:pt x="42791" y="22469"/>
                </a:lnTo>
                <a:cubicBezTo>
                  <a:pt x="42552" y="22264"/>
                  <a:pt x="42279" y="22094"/>
                  <a:pt x="42040" y="21923"/>
                </a:cubicBezTo>
                <a:cubicBezTo>
                  <a:pt x="41802" y="21718"/>
                  <a:pt x="41665" y="21377"/>
                  <a:pt x="41699" y="21036"/>
                </a:cubicBezTo>
                <a:cubicBezTo>
                  <a:pt x="41665" y="20865"/>
                  <a:pt x="41699" y="20729"/>
                  <a:pt x="41699" y="20592"/>
                </a:cubicBezTo>
                <a:cubicBezTo>
                  <a:pt x="41699" y="20421"/>
                  <a:pt x="41699" y="20285"/>
                  <a:pt x="41529" y="20251"/>
                </a:cubicBezTo>
                <a:cubicBezTo>
                  <a:pt x="41358" y="20251"/>
                  <a:pt x="41290" y="20421"/>
                  <a:pt x="41256" y="20558"/>
                </a:cubicBezTo>
                <a:cubicBezTo>
                  <a:pt x="41221" y="20660"/>
                  <a:pt x="41221" y="20831"/>
                  <a:pt x="41221" y="20899"/>
                </a:cubicBezTo>
                <a:lnTo>
                  <a:pt x="41221" y="21206"/>
                </a:lnTo>
                <a:cubicBezTo>
                  <a:pt x="41185" y="21225"/>
                  <a:pt x="41153" y="21233"/>
                  <a:pt x="41126" y="21233"/>
                </a:cubicBezTo>
                <a:cubicBezTo>
                  <a:pt x="41051" y="21233"/>
                  <a:pt x="41008" y="21170"/>
                  <a:pt x="40983" y="21070"/>
                </a:cubicBezTo>
                <a:cubicBezTo>
                  <a:pt x="40914" y="20831"/>
                  <a:pt x="40880" y="20558"/>
                  <a:pt x="40846" y="20319"/>
                </a:cubicBezTo>
                <a:cubicBezTo>
                  <a:pt x="40744" y="19637"/>
                  <a:pt x="40710" y="18920"/>
                  <a:pt x="40744" y="18238"/>
                </a:cubicBezTo>
                <a:close/>
                <a:moveTo>
                  <a:pt x="15083" y="15132"/>
                </a:moveTo>
                <a:cubicBezTo>
                  <a:pt x="15083" y="15337"/>
                  <a:pt x="15117" y="15542"/>
                  <a:pt x="15186" y="15712"/>
                </a:cubicBezTo>
                <a:cubicBezTo>
                  <a:pt x="15322" y="16190"/>
                  <a:pt x="15459" y="16668"/>
                  <a:pt x="15595" y="17112"/>
                </a:cubicBezTo>
                <a:cubicBezTo>
                  <a:pt x="15732" y="17419"/>
                  <a:pt x="15800" y="17726"/>
                  <a:pt x="15800" y="18067"/>
                </a:cubicBezTo>
                <a:cubicBezTo>
                  <a:pt x="15800" y="18238"/>
                  <a:pt x="15834" y="18408"/>
                  <a:pt x="15936" y="18579"/>
                </a:cubicBezTo>
                <a:cubicBezTo>
                  <a:pt x="16104" y="19047"/>
                  <a:pt x="16271" y="19516"/>
                  <a:pt x="16471" y="20049"/>
                </a:cubicBezTo>
                <a:lnTo>
                  <a:pt x="16471" y="20049"/>
                </a:lnTo>
                <a:cubicBezTo>
                  <a:pt x="16171" y="20122"/>
                  <a:pt x="16006" y="20425"/>
                  <a:pt x="16107" y="20729"/>
                </a:cubicBezTo>
                <a:cubicBezTo>
                  <a:pt x="16175" y="21002"/>
                  <a:pt x="16243" y="21309"/>
                  <a:pt x="16346" y="21582"/>
                </a:cubicBezTo>
                <a:cubicBezTo>
                  <a:pt x="16448" y="21889"/>
                  <a:pt x="16585" y="22196"/>
                  <a:pt x="16687" y="22537"/>
                </a:cubicBezTo>
                <a:cubicBezTo>
                  <a:pt x="16346" y="22230"/>
                  <a:pt x="16141" y="21855"/>
                  <a:pt x="16073" y="21411"/>
                </a:cubicBezTo>
                <a:cubicBezTo>
                  <a:pt x="15868" y="20694"/>
                  <a:pt x="15732" y="19944"/>
                  <a:pt x="15561" y="19193"/>
                </a:cubicBezTo>
                <a:cubicBezTo>
                  <a:pt x="15493" y="18988"/>
                  <a:pt x="15459" y="18749"/>
                  <a:pt x="15424" y="18545"/>
                </a:cubicBezTo>
                <a:cubicBezTo>
                  <a:pt x="15390" y="17555"/>
                  <a:pt x="14913" y="16600"/>
                  <a:pt x="14981" y="15576"/>
                </a:cubicBezTo>
                <a:cubicBezTo>
                  <a:pt x="14947" y="15405"/>
                  <a:pt x="14981" y="15269"/>
                  <a:pt x="15083" y="15132"/>
                </a:cubicBezTo>
                <a:close/>
                <a:moveTo>
                  <a:pt x="8122" y="21923"/>
                </a:moveTo>
                <a:cubicBezTo>
                  <a:pt x="8054" y="22366"/>
                  <a:pt x="7542" y="22264"/>
                  <a:pt x="7371" y="22639"/>
                </a:cubicBezTo>
                <a:cubicBezTo>
                  <a:pt x="7576" y="22025"/>
                  <a:pt x="7679" y="21923"/>
                  <a:pt x="8122" y="21923"/>
                </a:cubicBezTo>
                <a:close/>
                <a:moveTo>
                  <a:pt x="43098" y="21684"/>
                </a:moveTo>
                <a:lnTo>
                  <a:pt x="44088" y="22878"/>
                </a:lnTo>
                <a:cubicBezTo>
                  <a:pt x="43610" y="22605"/>
                  <a:pt x="43269" y="22196"/>
                  <a:pt x="43098" y="21684"/>
                </a:cubicBezTo>
                <a:close/>
                <a:moveTo>
                  <a:pt x="17745" y="19910"/>
                </a:moveTo>
                <a:cubicBezTo>
                  <a:pt x="17813" y="20012"/>
                  <a:pt x="17881" y="20114"/>
                  <a:pt x="17950" y="20217"/>
                </a:cubicBezTo>
                <a:cubicBezTo>
                  <a:pt x="18325" y="20660"/>
                  <a:pt x="18666" y="21104"/>
                  <a:pt x="19041" y="21582"/>
                </a:cubicBezTo>
                <a:cubicBezTo>
                  <a:pt x="19144" y="21650"/>
                  <a:pt x="19178" y="21786"/>
                  <a:pt x="19212" y="21923"/>
                </a:cubicBezTo>
                <a:cubicBezTo>
                  <a:pt x="19212" y="22094"/>
                  <a:pt x="19280" y="22230"/>
                  <a:pt x="19383" y="22332"/>
                </a:cubicBezTo>
                <a:cubicBezTo>
                  <a:pt x="19519" y="22537"/>
                  <a:pt x="19656" y="22742"/>
                  <a:pt x="19792" y="22912"/>
                </a:cubicBezTo>
                <a:lnTo>
                  <a:pt x="19519" y="23015"/>
                </a:lnTo>
                <a:cubicBezTo>
                  <a:pt x="19485" y="23015"/>
                  <a:pt x="19451" y="22981"/>
                  <a:pt x="19451" y="22981"/>
                </a:cubicBezTo>
                <a:cubicBezTo>
                  <a:pt x="19280" y="22401"/>
                  <a:pt x="18837" y="22025"/>
                  <a:pt x="18666" y="21445"/>
                </a:cubicBezTo>
                <a:cubicBezTo>
                  <a:pt x="18666" y="21377"/>
                  <a:pt x="18530" y="21275"/>
                  <a:pt x="18496" y="21275"/>
                </a:cubicBezTo>
                <a:cubicBezTo>
                  <a:pt x="18257" y="21275"/>
                  <a:pt x="18154" y="21104"/>
                  <a:pt x="18086" y="20933"/>
                </a:cubicBezTo>
                <a:cubicBezTo>
                  <a:pt x="17950" y="20592"/>
                  <a:pt x="17813" y="20285"/>
                  <a:pt x="17677" y="19944"/>
                </a:cubicBezTo>
                <a:lnTo>
                  <a:pt x="17745" y="19910"/>
                </a:lnTo>
                <a:close/>
                <a:moveTo>
                  <a:pt x="28127" y="17622"/>
                </a:moveTo>
                <a:cubicBezTo>
                  <a:pt x="28099" y="17725"/>
                  <a:pt x="28067" y="17828"/>
                  <a:pt x="28016" y="17930"/>
                </a:cubicBezTo>
                <a:cubicBezTo>
                  <a:pt x="27879" y="18135"/>
                  <a:pt x="27709" y="18340"/>
                  <a:pt x="27538" y="18511"/>
                </a:cubicBezTo>
                <a:cubicBezTo>
                  <a:pt x="26890" y="19125"/>
                  <a:pt x="26207" y="19739"/>
                  <a:pt x="25559" y="20353"/>
                </a:cubicBezTo>
                <a:cubicBezTo>
                  <a:pt x="25354" y="20524"/>
                  <a:pt x="25115" y="20660"/>
                  <a:pt x="24911" y="20797"/>
                </a:cubicBezTo>
                <a:cubicBezTo>
                  <a:pt x="24774" y="20865"/>
                  <a:pt x="24672" y="20899"/>
                  <a:pt x="24740" y="21070"/>
                </a:cubicBezTo>
                <a:cubicBezTo>
                  <a:pt x="24766" y="21202"/>
                  <a:pt x="24834" y="21252"/>
                  <a:pt x="24942" y="21252"/>
                </a:cubicBezTo>
                <a:cubicBezTo>
                  <a:pt x="24974" y="21252"/>
                  <a:pt x="25009" y="21248"/>
                  <a:pt x="25047" y="21240"/>
                </a:cubicBezTo>
                <a:cubicBezTo>
                  <a:pt x="25252" y="21172"/>
                  <a:pt x="25423" y="21104"/>
                  <a:pt x="25593" y="21036"/>
                </a:cubicBezTo>
                <a:lnTo>
                  <a:pt x="25593" y="21036"/>
                </a:lnTo>
                <a:cubicBezTo>
                  <a:pt x="25150" y="21752"/>
                  <a:pt x="24706" y="22503"/>
                  <a:pt x="23853" y="22810"/>
                </a:cubicBezTo>
                <a:cubicBezTo>
                  <a:pt x="23785" y="22844"/>
                  <a:pt x="23716" y="22844"/>
                  <a:pt x="23682" y="22878"/>
                </a:cubicBezTo>
                <a:cubicBezTo>
                  <a:pt x="23533" y="23003"/>
                  <a:pt x="23393" y="23050"/>
                  <a:pt x="23260" y="23050"/>
                </a:cubicBezTo>
                <a:cubicBezTo>
                  <a:pt x="23029" y="23050"/>
                  <a:pt x="22820" y="22906"/>
                  <a:pt x="22624" y="22776"/>
                </a:cubicBezTo>
                <a:cubicBezTo>
                  <a:pt x="22454" y="22639"/>
                  <a:pt x="22283" y="22503"/>
                  <a:pt x="22147" y="22332"/>
                </a:cubicBezTo>
                <a:cubicBezTo>
                  <a:pt x="21976" y="22196"/>
                  <a:pt x="21908" y="21957"/>
                  <a:pt x="22044" y="21821"/>
                </a:cubicBezTo>
                <a:lnTo>
                  <a:pt x="22044" y="21821"/>
                </a:lnTo>
                <a:lnTo>
                  <a:pt x="22420" y="21855"/>
                </a:lnTo>
                <a:cubicBezTo>
                  <a:pt x="22469" y="21855"/>
                  <a:pt x="22523" y="21864"/>
                  <a:pt x="22576" y="21864"/>
                </a:cubicBezTo>
                <a:cubicBezTo>
                  <a:pt x="22667" y="21864"/>
                  <a:pt x="22752" y="21836"/>
                  <a:pt x="22795" y="21684"/>
                </a:cubicBezTo>
                <a:cubicBezTo>
                  <a:pt x="22829" y="21479"/>
                  <a:pt x="22659" y="21445"/>
                  <a:pt x="22488" y="21377"/>
                </a:cubicBezTo>
                <a:cubicBezTo>
                  <a:pt x="22044" y="21240"/>
                  <a:pt x="21635" y="21138"/>
                  <a:pt x="21191" y="21002"/>
                </a:cubicBezTo>
                <a:cubicBezTo>
                  <a:pt x="20952" y="20933"/>
                  <a:pt x="20782" y="20729"/>
                  <a:pt x="20816" y="20490"/>
                </a:cubicBezTo>
                <a:lnTo>
                  <a:pt x="20816" y="20490"/>
                </a:lnTo>
                <a:lnTo>
                  <a:pt x="21157" y="20592"/>
                </a:lnTo>
                <a:cubicBezTo>
                  <a:pt x="21288" y="20636"/>
                  <a:pt x="21419" y="20693"/>
                  <a:pt x="21550" y="20693"/>
                </a:cubicBezTo>
                <a:cubicBezTo>
                  <a:pt x="21624" y="20693"/>
                  <a:pt x="21698" y="20675"/>
                  <a:pt x="21771" y="20626"/>
                </a:cubicBezTo>
                <a:cubicBezTo>
                  <a:pt x="21791" y="20616"/>
                  <a:pt x="21817" y="20612"/>
                  <a:pt x="21845" y="20612"/>
                </a:cubicBezTo>
                <a:cubicBezTo>
                  <a:pt x="21914" y="20612"/>
                  <a:pt x="21996" y="20636"/>
                  <a:pt x="22044" y="20660"/>
                </a:cubicBezTo>
                <a:cubicBezTo>
                  <a:pt x="22317" y="20763"/>
                  <a:pt x="22556" y="20899"/>
                  <a:pt x="22829" y="21002"/>
                </a:cubicBezTo>
                <a:cubicBezTo>
                  <a:pt x="22863" y="21013"/>
                  <a:pt x="22901" y="21021"/>
                  <a:pt x="22939" y="21021"/>
                </a:cubicBezTo>
                <a:cubicBezTo>
                  <a:pt x="23015" y="21021"/>
                  <a:pt x="23091" y="20990"/>
                  <a:pt x="23136" y="20899"/>
                </a:cubicBezTo>
                <a:cubicBezTo>
                  <a:pt x="23205" y="20797"/>
                  <a:pt x="23136" y="20626"/>
                  <a:pt x="23034" y="20592"/>
                </a:cubicBezTo>
                <a:cubicBezTo>
                  <a:pt x="22829" y="20490"/>
                  <a:pt x="22659" y="20387"/>
                  <a:pt x="22488" y="20285"/>
                </a:cubicBezTo>
                <a:cubicBezTo>
                  <a:pt x="22897" y="20012"/>
                  <a:pt x="23341" y="19773"/>
                  <a:pt x="23785" y="19568"/>
                </a:cubicBezTo>
                <a:cubicBezTo>
                  <a:pt x="24262" y="19364"/>
                  <a:pt x="24706" y="19125"/>
                  <a:pt x="25184" y="18886"/>
                </a:cubicBezTo>
                <a:cubicBezTo>
                  <a:pt x="25218" y="18988"/>
                  <a:pt x="25218" y="19057"/>
                  <a:pt x="25252" y="19125"/>
                </a:cubicBezTo>
                <a:cubicBezTo>
                  <a:pt x="25302" y="19351"/>
                  <a:pt x="25519" y="19485"/>
                  <a:pt x="25739" y="19485"/>
                </a:cubicBezTo>
                <a:cubicBezTo>
                  <a:pt x="25818" y="19485"/>
                  <a:pt x="25897" y="19468"/>
                  <a:pt x="25968" y="19432"/>
                </a:cubicBezTo>
                <a:cubicBezTo>
                  <a:pt x="26139" y="19364"/>
                  <a:pt x="26276" y="19261"/>
                  <a:pt x="26412" y="19159"/>
                </a:cubicBezTo>
                <a:cubicBezTo>
                  <a:pt x="27026" y="18681"/>
                  <a:pt x="27572" y="18135"/>
                  <a:pt x="28118" y="17623"/>
                </a:cubicBezTo>
                <a:cubicBezTo>
                  <a:pt x="28121" y="17623"/>
                  <a:pt x="28124" y="17623"/>
                  <a:pt x="28127" y="17622"/>
                </a:cubicBezTo>
                <a:close/>
                <a:moveTo>
                  <a:pt x="27504" y="20626"/>
                </a:moveTo>
                <a:cubicBezTo>
                  <a:pt x="27197" y="21275"/>
                  <a:pt x="26890" y="21889"/>
                  <a:pt x="26276" y="22196"/>
                </a:cubicBezTo>
                <a:cubicBezTo>
                  <a:pt x="25866" y="22708"/>
                  <a:pt x="25252" y="22878"/>
                  <a:pt x="24706" y="23117"/>
                </a:cubicBezTo>
                <a:lnTo>
                  <a:pt x="27504" y="20626"/>
                </a:lnTo>
                <a:close/>
                <a:moveTo>
                  <a:pt x="11193" y="21718"/>
                </a:moveTo>
                <a:lnTo>
                  <a:pt x="11193" y="21718"/>
                </a:lnTo>
                <a:cubicBezTo>
                  <a:pt x="10988" y="22196"/>
                  <a:pt x="10715" y="22674"/>
                  <a:pt x="10340" y="23083"/>
                </a:cubicBezTo>
                <a:cubicBezTo>
                  <a:pt x="10156" y="23298"/>
                  <a:pt x="9890" y="23429"/>
                  <a:pt x="9615" y="23429"/>
                </a:cubicBezTo>
                <a:cubicBezTo>
                  <a:pt x="9584" y="23429"/>
                  <a:pt x="9553" y="23428"/>
                  <a:pt x="9521" y="23424"/>
                </a:cubicBezTo>
                <a:lnTo>
                  <a:pt x="9521" y="23424"/>
                </a:lnTo>
                <a:cubicBezTo>
                  <a:pt x="9521" y="23424"/>
                  <a:pt x="9521" y="23424"/>
                  <a:pt x="9521" y="23424"/>
                </a:cubicBezTo>
                <a:cubicBezTo>
                  <a:pt x="9658" y="23322"/>
                  <a:pt x="9794" y="23220"/>
                  <a:pt x="9897" y="23117"/>
                </a:cubicBezTo>
                <a:cubicBezTo>
                  <a:pt x="10340" y="22639"/>
                  <a:pt x="10750" y="22162"/>
                  <a:pt x="11193" y="21718"/>
                </a:cubicBezTo>
                <a:close/>
                <a:moveTo>
                  <a:pt x="34533" y="21718"/>
                </a:moveTo>
                <a:lnTo>
                  <a:pt x="34533" y="21718"/>
                </a:lnTo>
                <a:cubicBezTo>
                  <a:pt x="34839" y="22296"/>
                  <a:pt x="34739" y="22976"/>
                  <a:pt x="34333" y="23454"/>
                </a:cubicBezTo>
                <a:lnTo>
                  <a:pt x="34333" y="23454"/>
                </a:lnTo>
                <a:cubicBezTo>
                  <a:pt x="34400" y="22822"/>
                  <a:pt x="34466" y="22287"/>
                  <a:pt x="34533" y="21718"/>
                </a:cubicBezTo>
                <a:close/>
                <a:moveTo>
                  <a:pt x="18837" y="23117"/>
                </a:moveTo>
                <a:lnTo>
                  <a:pt x="18837" y="23117"/>
                </a:lnTo>
                <a:cubicBezTo>
                  <a:pt x="19178" y="23322"/>
                  <a:pt x="19246" y="23493"/>
                  <a:pt x="19144" y="23766"/>
                </a:cubicBezTo>
                <a:cubicBezTo>
                  <a:pt x="19007" y="23527"/>
                  <a:pt x="18905" y="23322"/>
                  <a:pt x="18837" y="23117"/>
                </a:cubicBezTo>
                <a:close/>
                <a:moveTo>
                  <a:pt x="30025" y="18743"/>
                </a:moveTo>
                <a:cubicBezTo>
                  <a:pt x="30302" y="18743"/>
                  <a:pt x="30502" y="18921"/>
                  <a:pt x="30746" y="19057"/>
                </a:cubicBezTo>
                <a:cubicBezTo>
                  <a:pt x="30473" y="20183"/>
                  <a:pt x="30029" y="21240"/>
                  <a:pt x="29483" y="22230"/>
                </a:cubicBezTo>
                <a:cubicBezTo>
                  <a:pt x="29517" y="22128"/>
                  <a:pt x="29551" y="21991"/>
                  <a:pt x="29586" y="21855"/>
                </a:cubicBezTo>
                <a:lnTo>
                  <a:pt x="30336" y="19568"/>
                </a:lnTo>
                <a:cubicBezTo>
                  <a:pt x="30370" y="19466"/>
                  <a:pt x="30370" y="19364"/>
                  <a:pt x="30370" y="19295"/>
                </a:cubicBezTo>
                <a:cubicBezTo>
                  <a:pt x="30336" y="19193"/>
                  <a:pt x="30268" y="19091"/>
                  <a:pt x="30234" y="19022"/>
                </a:cubicBezTo>
                <a:cubicBezTo>
                  <a:pt x="30131" y="19057"/>
                  <a:pt x="30029" y="19125"/>
                  <a:pt x="29961" y="19193"/>
                </a:cubicBezTo>
                <a:cubicBezTo>
                  <a:pt x="29927" y="19261"/>
                  <a:pt x="29893" y="19364"/>
                  <a:pt x="29893" y="19466"/>
                </a:cubicBezTo>
                <a:cubicBezTo>
                  <a:pt x="29620" y="20217"/>
                  <a:pt x="29381" y="21002"/>
                  <a:pt x="29108" y="21752"/>
                </a:cubicBezTo>
                <a:cubicBezTo>
                  <a:pt x="29074" y="21889"/>
                  <a:pt x="29005" y="21991"/>
                  <a:pt x="28937" y="22196"/>
                </a:cubicBezTo>
                <a:cubicBezTo>
                  <a:pt x="28903" y="22059"/>
                  <a:pt x="28903" y="21991"/>
                  <a:pt x="28835" y="21923"/>
                </a:cubicBezTo>
                <a:cubicBezTo>
                  <a:pt x="28780" y="21895"/>
                  <a:pt x="28702" y="21845"/>
                  <a:pt x="28638" y="21845"/>
                </a:cubicBezTo>
                <a:cubicBezTo>
                  <a:pt x="28623" y="21845"/>
                  <a:pt x="28609" y="21848"/>
                  <a:pt x="28596" y="21855"/>
                </a:cubicBezTo>
                <a:cubicBezTo>
                  <a:pt x="28494" y="21889"/>
                  <a:pt x="28459" y="21957"/>
                  <a:pt x="28425" y="22059"/>
                </a:cubicBezTo>
                <a:cubicBezTo>
                  <a:pt x="28391" y="22298"/>
                  <a:pt x="28391" y="22571"/>
                  <a:pt x="28391" y="22810"/>
                </a:cubicBezTo>
                <a:cubicBezTo>
                  <a:pt x="28391" y="23049"/>
                  <a:pt x="28186" y="23288"/>
                  <a:pt x="27948" y="23322"/>
                </a:cubicBezTo>
                <a:cubicBezTo>
                  <a:pt x="27982" y="23185"/>
                  <a:pt x="27982" y="23151"/>
                  <a:pt x="28016" y="22981"/>
                </a:cubicBezTo>
                <a:cubicBezTo>
                  <a:pt x="28050" y="22844"/>
                  <a:pt x="28016" y="22708"/>
                  <a:pt x="27845" y="22674"/>
                </a:cubicBezTo>
                <a:cubicBezTo>
                  <a:pt x="27823" y="22669"/>
                  <a:pt x="27803" y="22667"/>
                  <a:pt x="27785" y="22667"/>
                </a:cubicBezTo>
                <a:cubicBezTo>
                  <a:pt x="27665" y="22667"/>
                  <a:pt x="27632" y="22760"/>
                  <a:pt x="27572" y="22878"/>
                </a:cubicBezTo>
                <a:cubicBezTo>
                  <a:pt x="27436" y="23288"/>
                  <a:pt x="27129" y="23663"/>
                  <a:pt x="26719" y="23834"/>
                </a:cubicBezTo>
                <a:cubicBezTo>
                  <a:pt x="26787" y="23766"/>
                  <a:pt x="26822" y="23663"/>
                  <a:pt x="26890" y="23595"/>
                </a:cubicBezTo>
                <a:cubicBezTo>
                  <a:pt x="27606" y="22537"/>
                  <a:pt x="28391" y="21513"/>
                  <a:pt x="29074" y="20456"/>
                </a:cubicBezTo>
                <a:cubicBezTo>
                  <a:pt x="29313" y="20080"/>
                  <a:pt x="29483" y="19671"/>
                  <a:pt x="29620" y="19261"/>
                </a:cubicBezTo>
                <a:cubicBezTo>
                  <a:pt x="29688" y="19091"/>
                  <a:pt x="29756" y="18920"/>
                  <a:pt x="29790" y="18784"/>
                </a:cubicBezTo>
                <a:cubicBezTo>
                  <a:pt x="29875" y="18755"/>
                  <a:pt x="29953" y="18743"/>
                  <a:pt x="30025" y="18743"/>
                </a:cubicBezTo>
                <a:close/>
                <a:moveTo>
                  <a:pt x="7098" y="21923"/>
                </a:moveTo>
                <a:lnTo>
                  <a:pt x="7098" y="21923"/>
                </a:lnTo>
                <a:cubicBezTo>
                  <a:pt x="6416" y="22708"/>
                  <a:pt x="5631" y="23458"/>
                  <a:pt x="4812" y="24141"/>
                </a:cubicBezTo>
                <a:lnTo>
                  <a:pt x="4744" y="24039"/>
                </a:lnTo>
                <a:lnTo>
                  <a:pt x="5017" y="23731"/>
                </a:lnTo>
                <a:cubicBezTo>
                  <a:pt x="5222" y="23458"/>
                  <a:pt x="5426" y="23185"/>
                  <a:pt x="5631" y="22912"/>
                </a:cubicBezTo>
                <a:cubicBezTo>
                  <a:pt x="5802" y="22605"/>
                  <a:pt x="6075" y="22366"/>
                  <a:pt x="6416" y="22230"/>
                </a:cubicBezTo>
                <a:cubicBezTo>
                  <a:pt x="6655" y="22128"/>
                  <a:pt x="6860" y="22025"/>
                  <a:pt x="7098" y="21923"/>
                </a:cubicBezTo>
                <a:close/>
                <a:moveTo>
                  <a:pt x="16619" y="20421"/>
                </a:moveTo>
                <a:lnTo>
                  <a:pt x="16619" y="20421"/>
                </a:lnTo>
                <a:cubicBezTo>
                  <a:pt x="16721" y="20558"/>
                  <a:pt x="16789" y="20694"/>
                  <a:pt x="16824" y="20797"/>
                </a:cubicBezTo>
                <a:cubicBezTo>
                  <a:pt x="17028" y="21275"/>
                  <a:pt x="17233" y="21752"/>
                  <a:pt x="17438" y="22196"/>
                </a:cubicBezTo>
                <a:cubicBezTo>
                  <a:pt x="17642" y="22605"/>
                  <a:pt x="17847" y="23015"/>
                  <a:pt x="18120" y="23424"/>
                </a:cubicBezTo>
                <a:cubicBezTo>
                  <a:pt x="18291" y="23697"/>
                  <a:pt x="18496" y="23970"/>
                  <a:pt x="18734" y="24209"/>
                </a:cubicBezTo>
                <a:cubicBezTo>
                  <a:pt x="18530" y="24209"/>
                  <a:pt x="18393" y="24107"/>
                  <a:pt x="18291" y="23970"/>
                </a:cubicBezTo>
                <a:cubicBezTo>
                  <a:pt x="18086" y="23766"/>
                  <a:pt x="17915" y="23527"/>
                  <a:pt x="17745" y="23322"/>
                </a:cubicBezTo>
                <a:cubicBezTo>
                  <a:pt x="17267" y="22605"/>
                  <a:pt x="16926" y="21855"/>
                  <a:pt x="16653" y="21070"/>
                </a:cubicBezTo>
                <a:cubicBezTo>
                  <a:pt x="16551" y="20865"/>
                  <a:pt x="16551" y="20626"/>
                  <a:pt x="16619" y="20421"/>
                </a:cubicBezTo>
                <a:close/>
                <a:moveTo>
                  <a:pt x="7508" y="23151"/>
                </a:moveTo>
                <a:lnTo>
                  <a:pt x="7781" y="23356"/>
                </a:lnTo>
                <a:lnTo>
                  <a:pt x="6825" y="24243"/>
                </a:lnTo>
                <a:lnTo>
                  <a:pt x="6723" y="24175"/>
                </a:lnTo>
                <a:cubicBezTo>
                  <a:pt x="6962" y="23800"/>
                  <a:pt x="7235" y="23458"/>
                  <a:pt x="7508" y="23151"/>
                </a:cubicBezTo>
                <a:close/>
                <a:moveTo>
                  <a:pt x="13172" y="16975"/>
                </a:moveTo>
                <a:lnTo>
                  <a:pt x="13275" y="17009"/>
                </a:lnTo>
                <a:cubicBezTo>
                  <a:pt x="13241" y="17521"/>
                  <a:pt x="13172" y="18033"/>
                  <a:pt x="13206" y="18545"/>
                </a:cubicBezTo>
                <a:cubicBezTo>
                  <a:pt x="13206" y="18920"/>
                  <a:pt x="13036" y="19227"/>
                  <a:pt x="12729" y="19398"/>
                </a:cubicBezTo>
                <a:cubicBezTo>
                  <a:pt x="12763" y="19227"/>
                  <a:pt x="12763" y="19057"/>
                  <a:pt x="12763" y="18886"/>
                </a:cubicBezTo>
                <a:cubicBezTo>
                  <a:pt x="12763" y="18784"/>
                  <a:pt x="12695" y="18715"/>
                  <a:pt x="12592" y="18681"/>
                </a:cubicBezTo>
                <a:cubicBezTo>
                  <a:pt x="12490" y="18681"/>
                  <a:pt x="12422" y="18749"/>
                  <a:pt x="12353" y="18818"/>
                </a:cubicBezTo>
                <a:cubicBezTo>
                  <a:pt x="12217" y="19159"/>
                  <a:pt x="12115" y="19466"/>
                  <a:pt x="12012" y="19807"/>
                </a:cubicBezTo>
                <a:cubicBezTo>
                  <a:pt x="11978" y="19978"/>
                  <a:pt x="11842" y="20114"/>
                  <a:pt x="11671" y="20183"/>
                </a:cubicBezTo>
                <a:cubicBezTo>
                  <a:pt x="11500" y="20217"/>
                  <a:pt x="11364" y="20285"/>
                  <a:pt x="11227" y="20387"/>
                </a:cubicBezTo>
                <a:cubicBezTo>
                  <a:pt x="11159" y="20456"/>
                  <a:pt x="11091" y="20558"/>
                  <a:pt x="11091" y="20694"/>
                </a:cubicBezTo>
                <a:cubicBezTo>
                  <a:pt x="11091" y="20799"/>
                  <a:pt x="11190" y="20843"/>
                  <a:pt x="11298" y="20843"/>
                </a:cubicBezTo>
                <a:cubicBezTo>
                  <a:pt x="11332" y="20843"/>
                  <a:pt x="11366" y="20839"/>
                  <a:pt x="11398" y="20831"/>
                </a:cubicBezTo>
                <a:lnTo>
                  <a:pt x="11671" y="20763"/>
                </a:lnTo>
                <a:lnTo>
                  <a:pt x="11671" y="20763"/>
                </a:lnTo>
                <a:cubicBezTo>
                  <a:pt x="11603" y="20899"/>
                  <a:pt x="11569" y="21036"/>
                  <a:pt x="11534" y="21172"/>
                </a:cubicBezTo>
                <a:cubicBezTo>
                  <a:pt x="11432" y="21138"/>
                  <a:pt x="11330" y="21104"/>
                  <a:pt x="11227" y="21104"/>
                </a:cubicBezTo>
                <a:cubicBezTo>
                  <a:pt x="11125" y="21138"/>
                  <a:pt x="11057" y="21206"/>
                  <a:pt x="10988" y="21275"/>
                </a:cubicBezTo>
                <a:cubicBezTo>
                  <a:pt x="10784" y="21513"/>
                  <a:pt x="10579" y="21752"/>
                  <a:pt x="10340" y="21957"/>
                </a:cubicBezTo>
                <a:cubicBezTo>
                  <a:pt x="10340" y="21889"/>
                  <a:pt x="10374" y="21821"/>
                  <a:pt x="10408" y="21752"/>
                </a:cubicBezTo>
                <a:cubicBezTo>
                  <a:pt x="10545" y="21548"/>
                  <a:pt x="10647" y="21377"/>
                  <a:pt x="10818" y="21104"/>
                </a:cubicBezTo>
                <a:cubicBezTo>
                  <a:pt x="10988" y="20831"/>
                  <a:pt x="11023" y="20660"/>
                  <a:pt x="10886" y="20592"/>
                </a:cubicBezTo>
                <a:cubicBezTo>
                  <a:pt x="10841" y="20573"/>
                  <a:pt x="10801" y="20564"/>
                  <a:pt x="10765" y="20564"/>
                </a:cubicBezTo>
                <a:cubicBezTo>
                  <a:pt x="10609" y="20564"/>
                  <a:pt x="10526" y="20720"/>
                  <a:pt x="10442" y="20831"/>
                </a:cubicBezTo>
                <a:cubicBezTo>
                  <a:pt x="9999" y="21513"/>
                  <a:pt x="9521" y="22230"/>
                  <a:pt x="9043" y="22912"/>
                </a:cubicBezTo>
                <a:cubicBezTo>
                  <a:pt x="8941" y="23049"/>
                  <a:pt x="8839" y="23185"/>
                  <a:pt x="8702" y="23322"/>
                </a:cubicBezTo>
                <a:cubicBezTo>
                  <a:pt x="8532" y="23493"/>
                  <a:pt x="8361" y="23595"/>
                  <a:pt x="8463" y="23868"/>
                </a:cubicBezTo>
                <a:lnTo>
                  <a:pt x="7371" y="24482"/>
                </a:lnTo>
                <a:lnTo>
                  <a:pt x="7337" y="24482"/>
                </a:lnTo>
                <a:cubicBezTo>
                  <a:pt x="7474" y="24346"/>
                  <a:pt x="7576" y="24243"/>
                  <a:pt x="7679" y="24141"/>
                </a:cubicBezTo>
                <a:cubicBezTo>
                  <a:pt x="8054" y="23731"/>
                  <a:pt x="8429" y="23356"/>
                  <a:pt x="8805" y="22912"/>
                </a:cubicBezTo>
                <a:cubicBezTo>
                  <a:pt x="8873" y="22844"/>
                  <a:pt x="8941" y="22776"/>
                  <a:pt x="8975" y="22708"/>
                </a:cubicBezTo>
                <a:cubicBezTo>
                  <a:pt x="9078" y="22639"/>
                  <a:pt x="9078" y="22469"/>
                  <a:pt x="8975" y="22366"/>
                </a:cubicBezTo>
                <a:cubicBezTo>
                  <a:pt x="8929" y="22320"/>
                  <a:pt x="8876" y="22302"/>
                  <a:pt x="8822" y="22302"/>
                </a:cubicBezTo>
                <a:cubicBezTo>
                  <a:pt x="8757" y="22302"/>
                  <a:pt x="8690" y="22329"/>
                  <a:pt x="8634" y="22366"/>
                </a:cubicBezTo>
                <a:cubicBezTo>
                  <a:pt x="8600" y="22401"/>
                  <a:pt x="8532" y="22435"/>
                  <a:pt x="8497" y="22469"/>
                </a:cubicBezTo>
                <a:cubicBezTo>
                  <a:pt x="8566" y="22025"/>
                  <a:pt x="8736" y="21616"/>
                  <a:pt x="8907" y="21240"/>
                </a:cubicBezTo>
                <a:cubicBezTo>
                  <a:pt x="9180" y="20899"/>
                  <a:pt x="9487" y="20558"/>
                  <a:pt x="9828" y="20285"/>
                </a:cubicBezTo>
                <a:cubicBezTo>
                  <a:pt x="10238" y="19944"/>
                  <a:pt x="10647" y="19637"/>
                  <a:pt x="11057" y="19295"/>
                </a:cubicBezTo>
                <a:cubicBezTo>
                  <a:pt x="11125" y="19193"/>
                  <a:pt x="11227" y="19125"/>
                  <a:pt x="11296" y="19022"/>
                </a:cubicBezTo>
                <a:cubicBezTo>
                  <a:pt x="11398" y="18920"/>
                  <a:pt x="11398" y="18784"/>
                  <a:pt x="11296" y="18681"/>
                </a:cubicBezTo>
                <a:cubicBezTo>
                  <a:pt x="11256" y="18655"/>
                  <a:pt x="11217" y="18644"/>
                  <a:pt x="11178" y="18644"/>
                </a:cubicBezTo>
                <a:cubicBezTo>
                  <a:pt x="11115" y="18644"/>
                  <a:pt x="11052" y="18673"/>
                  <a:pt x="10988" y="18715"/>
                </a:cubicBezTo>
                <a:lnTo>
                  <a:pt x="10477" y="19227"/>
                </a:lnTo>
                <a:cubicBezTo>
                  <a:pt x="10511" y="18988"/>
                  <a:pt x="10511" y="18988"/>
                  <a:pt x="10750" y="18818"/>
                </a:cubicBezTo>
                <a:cubicBezTo>
                  <a:pt x="10886" y="18681"/>
                  <a:pt x="11057" y="18579"/>
                  <a:pt x="11261" y="18545"/>
                </a:cubicBezTo>
                <a:cubicBezTo>
                  <a:pt x="11432" y="18511"/>
                  <a:pt x="11603" y="18408"/>
                  <a:pt x="11773" y="18306"/>
                </a:cubicBezTo>
                <a:lnTo>
                  <a:pt x="11773" y="18306"/>
                </a:lnTo>
                <a:cubicBezTo>
                  <a:pt x="11637" y="18886"/>
                  <a:pt x="11569" y="19398"/>
                  <a:pt x="11091" y="19739"/>
                </a:cubicBezTo>
                <a:lnTo>
                  <a:pt x="11057" y="19773"/>
                </a:lnTo>
                <a:cubicBezTo>
                  <a:pt x="10954" y="19841"/>
                  <a:pt x="10852" y="19978"/>
                  <a:pt x="10954" y="20114"/>
                </a:cubicBezTo>
                <a:cubicBezTo>
                  <a:pt x="11006" y="20183"/>
                  <a:pt x="11074" y="20208"/>
                  <a:pt x="11142" y="20208"/>
                </a:cubicBezTo>
                <a:cubicBezTo>
                  <a:pt x="11210" y="20208"/>
                  <a:pt x="11279" y="20183"/>
                  <a:pt x="11330" y="20148"/>
                </a:cubicBezTo>
                <a:cubicBezTo>
                  <a:pt x="11637" y="19978"/>
                  <a:pt x="11876" y="19671"/>
                  <a:pt x="11978" y="19364"/>
                </a:cubicBezTo>
                <a:cubicBezTo>
                  <a:pt x="12115" y="18988"/>
                  <a:pt x="12217" y="18613"/>
                  <a:pt x="12285" y="18238"/>
                </a:cubicBezTo>
                <a:cubicBezTo>
                  <a:pt x="12319" y="17862"/>
                  <a:pt x="12524" y="17555"/>
                  <a:pt x="12797" y="17316"/>
                </a:cubicBezTo>
                <a:cubicBezTo>
                  <a:pt x="12933" y="17214"/>
                  <a:pt x="13036" y="17112"/>
                  <a:pt x="13172" y="16975"/>
                </a:cubicBezTo>
                <a:close/>
                <a:moveTo>
                  <a:pt x="18632" y="20217"/>
                </a:moveTo>
                <a:cubicBezTo>
                  <a:pt x="18700" y="20285"/>
                  <a:pt x="18769" y="20353"/>
                  <a:pt x="18837" y="20421"/>
                </a:cubicBezTo>
                <a:cubicBezTo>
                  <a:pt x="19314" y="21002"/>
                  <a:pt x="19895" y="21513"/>
                  <a:pt x="20543" y="21923"/>
                </a:cubicBezTo>
                <a:cubicBezTo>
                  <a:pt x="20884" y="22162"/>
                  <a:pt x="21225" y="22401"/>
                  <a:pt x="21532" y="22708"/>
                </a:cubicBezTo>
                <a:cubicBezTo>
                  <a:pt x="21635" y="22810"/>
                  <a:pt x="21669" y="23015"/>
                  <a:pt x="21737" y="23185"/>
                </a:cubicBezTo>
                <a:cubicBezTo>
                  <a:pt x="21669" y="23220"/>
                  <a:pt x="21601" y="23254"/>
                  <a:pt x="21498" y="23288"/>
                </a:cubicBezTo>
                <a:cubicBezTo>
                  <a:pt x="21362" y="23424"/>
                  <a:pt x="21328" y="23629"/>
                  <a:pt x="21498" y="23663"/>
                </a:cubicBezTo>
                <a:cubicBezTo>
                  <a:pt x="22044" y="23766"/>
                  <a:pt x="22044" y="24277"/>
                  <a:pt x="22249" y="24619"/>
                </a:cubicBezTo>
                <a:cubicBezTo>
                  <a:pt x="21430" y="24073"/>
                  <a:pt x="20748" y="23390"/>
                  <a:pt x="20133" y="22605"/>
                </a:cubicBezTo>
                <a:cubicBezTo>
                  <a:pt x="20202" y="22503"/>
                  <a:pt x="20304" y="22366"/>
                  <a:pt x="20304" y="22264"/>
                </a:cubicBezTo>
                <a:cubicBezTo>
                  <a:pt x="20236" y="22162"/>
                  <a:pt x="20168" y="22025"/>
                  <a:pt x="20065" y="21923"/>
                </a:cubicBezTo>
                <a:cubicBezTo>
                  <a:pt x="19690" y="21513"/>
                  <a:pt x="19280" y="21104"/>
                  <a:pt x="18905" y="20694"/>
                </a:cubicBezTo>
                <a:cubicBezTo>
                  <a:pt x="18803" y="20558"/>
                  <a:pt x="18700" y="20387"/>
                  <a:pt x="18632" y="20217"/>
                </a:cubicBezTo>
                <a:close/>
                <a:moveTo>
                  <a:pt x="41392" y="21957"/>
                </a:moveTo>
                <a:cubicBezTo>
                  <a:pt x="41631" y="22981"/>
                  <a:pt x="42040" y="23970"/>
                  <a:pt x="42586" y="24892"/>
                </a:cubicBezTo>
                <a:cubicBezTo>
                  <a:pt x="42479" y="24959"/>
                  <a:pt x="42414" y="24999"/>
                  <a:pt x="42352" y="24999"/>
                </a:cubicBezTo>
                <a:cubicBezTo>
                  <a:pt x="42256" y="24999"/>
                  <a:pt x="42166" y="24902"/>
                  <a:pt x="41938" y="24653"/>
                </a:cubicBezTo>
                <a:cubicBezTo>
                  <a:pt x="42075" y="24448"/>
                  <a:pt x="42040" y="24175"/>
                  <a:pt x="41836" y="24073"/>
                </a:cubicBezTo>
                <a:cubicBezTo>
                  <a:pt x="41699" y="23936"/>
                  <a:pt x="41597" y="23800"/>
                  <a:pt x="41529" y="23629"/>
                </a:cubicBezTo>
                <a:cubicBezTo>
                  <a:pt x="41358" y="23185"/>
                  <a:pt x="41187" y="22708"/>
                  <a:pt x="41017" y="22230"/>
                </a:cubicBezTo>
                <a:lnTo>
                  <a:pt x="41392" y="21957"/>
                </a:lnTo>
                <a:close/>
                <a:moveTo>
                  <a:pt x="42348" y="22708"/>
                </a:moveTo>
                <a:lnTo>
                  <a:pt x="42348" y="22708"/>
                </a:lnTo>
                <a:cubicBezTo>
                  <a:pt x="42552" y="22844"/>
                  <a:pt x="42723" y="22947"/>
                  <a:pt x="42893" y="23049"/>
                </a:cubicBezTo>
                <a:cubicBezTo>
                  <a:pt x="42962" y="23117"/>
                  <a:pt x="42996" y="23185"/>
                  <a:pt x="43030" y="23254"/>
                </a:cubicBezTo>
                <a:cubicBezTo>
                  <a:pt x="43098" y="23458"/>
                  <a:pt x="43166" y="23663"/>
                  <a:pt x="43235" y="23834"/>
                </a:cubicBezTo>
                <a:cubicBezTo>
                  <a:pt x="43439" y="24243"/>
                  <a:pt x="43644" y="24653"/>
                  <a:pt x="43849" y="25062"/>
                </a:cubicBezTo>
                <a:lnTo>
                  <a:pt x="43747" y="25130"/>
                </a:lnTo>
                <a:cubicBezTo>
                  <a:pt x="42996" y="24516"/>
                  <a:pt x="42655" y="23663"/>
                  <a:pt x="42348" y="22708"/>
                </a:cubicBezTo>
                <a:close/>
                <a:moveTo>
                  <a:pt x="15493" y="22674"/>
                </a:moveTo>
                <a:cubicBezTo>
                  <a:pt x="16175" y="23151"/>
                  <a:pt x="16482" y="24004"/>
                  <a:pt x="16346" y="24823"/>
                </a:cubicBezTo>
                <a:lnTo>
                  <a:pt x="16312" y="24857"/>
                </a:lnTo>
                <a:cubicBezTo>
                  <a:pt x="16231" y="24840"/>
                  <a:pt x="16172" y="24826"/>
                  <a:pt x="16124" y="24826"/>
                </a:cubicBezTo>
                <a:cubicBezTo>
                  <a:pt x="15988" y="24826"/>
                  <a:pt x="15942" y="24932"/>
                  <a:pt x="15766" y="25335"/>
                </a:cubicBezTo>
                <a:cubicBezTo>
                  <a:pt x="15356" y="24482"/>
                  <a:pt x="15561" y="23595"/>
                  <a:pt x="15493" y="22674"/>
                </a:cubicBezTo>
                <a:close/>
                <a:moveTo>
                  <a:pt x="29756" y="23015"/>
                </a:moveTo>
                <a:lnTo>
                  <a:pt x="29756" y="23015"/>
                </a:lnTo>
                <a:cubicBezTo>
                  <a:pt x="29722" y="23322"/>
                  <a:pt x="29551" y="23561"/>
                  <a:pt x="29244" y="23629"/>
                </a:cubicBezTo>
                <a:lnTo>
                  <a:pt x="29176" y="23663"/>
                </a:lnTo>
                <a:cubicBezTo>
                  <a:pt x="29040" y="23731"/>
                  <a:pt x="28869" y="23766"/>
                  <a:pt x="28869" y="24004"/>
                </a:cubicBezTo>
                <a:cubicBezTo>
                  <a:pt x="28903" y="24243"/>
                  <a:pt x="29108" y="24141"/>
                  <a:pt x="29313" y="24209"/>
                </a:cubicBezTo>
                <a:cubicBezTo>
                  <a:pt x="29244" y="24346"/>
                  <a:pt x="29176" y="24516"/>
                  <a:pt x="29142" y="24653"/>
                </a:cubicBezTo>
                <a:cubicBezTo>
                  <a:pt x="28801" y="24653"/>
                  <a:pt x="28801" y="24653"/>
                  <a:pt x="28596" y="24926"/>
                </a:cubicBezTo>
                <a:cubicBezTo>
                  <a:pt x="28528" y="25062"/>
                  <a:pt x="28459" y="25165"/>
                  <a:pt x="28391" y="25301"/>
                </a:cubicBezTo>
                <a:cubicBezTo>
                  <a:pt x="28357" y="25335"/>
                  <a:pt x="28323" y="25369"/>
                  <a:pt x="28289" y="25403"/>
                </a:cubicBezTo>
                <a:lnTo>
                  <a:pt x="28221" y="25403"/>
                </a:lnTo>
                <a:cubicBezTo>
                  <a:pt x="28391" y="24789"/>
                  <a:pt x="28562" y="24175"/>
                  <a:pt x="28732" y="23663"/>
                </a:cubicBezTo>
                <a:lnTo>
                  <a:pt x="29756" y="23015"/>
                </a:lnTo>
                <a:close/>
                <a:moveTo>
                  <a:pt x="32793" y="25130"/>
                </a:moveTo>
                <a:lnTo>
                  <a:pt x="32861" y="25165"/>
                </a:lnTo>
                <a:cubicBezTo>
                  <a:pt x="32861" y="25233"/>
                  <a:pt x="32827" y="25335"/>
                  <a:pt x="32793" y="25403"/>
                </a:cubicBezTo>
                <a:lnTo>
                  <a:pt x="32725" y="25403"/>
                </a:lnTo>
                <a:cubicBezTo>
                  <a:pt x="32759" y="25301"/>
                  <a:pt x="32793" y="25233"/>
                  <a:pt x="32793" y="25130"/>
                </a:cubicBezTo>
                <a:close/>
                <a:moveTo>
                  <a:pt x="27333" y="22196"/>
                </a:moveTo>
                <a:lnTo>
                  <a:pt x="27333" y="22196"/>
                </a:lnTo>
                <a:cubicBezTo>
                  <a:pt x="26890" y="22810"/>
                  <a:pt x="26412" y="23356"/>
                  <a:pt x="26003" y="23936"/>
                </a:cubicBezTo>
                <a:cubicBezTo>
                  <a:pt x="25559" y="24550"/>
                  <a:pt x="24945" y="24926"/>
                  <a:pt x="24399" y="25438"/>
                </a:cubicBezTo>
                <a:cubicBezTo>
                  <a:pt x="24092" y="25165"/>
                  <a:pt x="23853" y="24960"/>
                  <a:pt x="23580" y="24721"/>
                </a:cubicBezTo>
                <a:cubicBezTo>
                  <a:pt x="23375" y="24619"/>
                  <a:pt x="23273" y="24414"/>
                  <a:pt x="23239" y="24175"/>
                </a:cubicBezTo>
                <a:cubicBezTo>
                  <a:pt x="23239" y="24039"/>
                  <a:pt x="22932" y="23868"/>
                  <a:pt x="22829" y="23731"/>
                </a:cubicBezTo>
                <a:cubicBezTo>
                  <a:pt x="22693" y="23629"/>
                  <a:pt x="22556" y="23527"/>
                  <a:pt x="22386" y="23424"/>
                </a:cubicBezTo>
                <a:lnTo>
                  <a:pt x="22454" y="23322"/>
                </a:lnTo>
                <a:lnTo>
                  <a:pt x="22659" y="23458"/>
                </a:lnTo>
                <a:cubicBezTo>
                  <a:pt x="23000" y="23663"/>
                  <a:pt x="23307" y="23868"/>
                  <a:pt x="23648" y="24073"/>
                </a:cubicBezTo>
                <a:cubicBezTo>
                  <a:pt x="23855" y="24155"/>
                  <a:pt x="24074" y="24200"/>
                  <a:pt x="24290" y="24200"/>
                </a:cubicBezTo>
                <a:cubicBezTo>
                  <a:pt x="24431" y="24200"/>
                  <a:pt x="24571" y="24181"/>
                  <a:pt x="24706" y="24141"/>
                </a:cubicBezTo>
                <a:cubicBezTo>
                  <a:pt x="25013" y="24039"/>
                  <a:pt x="25047" y="23970"/>
                  <a:pt x="24979" y="23629"/>
                </a:cubicBezTo>
                <a:lnTo>
                  <a:pt x="27333" y="22196"/>
                </a:lnTo>
                <a:close/>
                <a:moveTo>
                  <a:pt x="33783" y="18954"/>
                </a:moveTo>
                <a:lnTo>
                  <a:pt x="33885" y="18988"/>
                </a:lnTo>
                <a:cubicBezTo>
                  <a:pt x="33851" y="19807"/>
                  <a:pt x="33714" y="20592"/>
                  <a:pt x="33441" y="21377"/>
                </a:cubicBezTo>
                <a:cubicBezTo>
                  <a:pt x="33407" y="21513"/>
                  <a:pt x="33339" y="21616"/>
                  <a:pt x="33271" y="21752"/>
                </a:cubicBezTo>
                <a:cubicBezTo>
                  <a:pt x="33066" y="22059"/>
                  <a:pt x="33066" y="22059"/>
                  <a:pt x="33373" y="22332"/>
                </a:cubicBezTo>
                <a:cubicBezTo>
                  <a:pt x="33066" y="23458"/>
                  <a:pt x="32588" y="24516"/>
                  <a:pt x="31974" y="25540"/>
                </a:cubicBezTo>
                <a:cubicBezTo>
                  <a:pt x="32111" y="24823"/>
                  <a:pt x="32213" y="24107"/>
                  <a:pt x="32315" y="23356"/>
                </a:cubicBezTo>
                <a:cubicBezTo>
                  <a:pt x="32384" y="22878"/>
                  <a:pt x="32384" y="22401"/>
                  <a:pt x="32452" y="21923"/>
                </a:cubicBezTo>
                <a:cubicBezTo>
                  <a:pt x="32486" y="21582"/>
                  <a:pt x="32657" y="21275"/>
                  <a:pt x="32895" y="21036"/>
                </a:cubicBezTo>
                <a:cubicBezTo>
                  <a:pt x="33066" y="20865"/>
                  <a:pt x="33203" y="20660"/>
                  <a:pt x="33305" y="20456"/>
                </a:cubicBezTo>
                <a:cubicBezTo>
                  <a:pt x="33407" y="20183"/>
                  <a:pt x="33441" y="19841"/>
                  <a:pt x="33544" y="19534"/>
                </a:cubicBezTo>
                <a:cubicBezTo>
                  <a:pt x="33612" y="19330"/>
                  <a:pt x="33680" y="19159"/>
                  <a:pt x="33783" y="18954"/>
                </a:cubicBezTo>
                <a:close/>
                <a:moveTo>
                  <a:pt x="8122" y="24653"/>
                </a:moveTo>
                <a:lnTo>
                  <a:pt x="7269" y="25711"/>
                </a:lnTo>
                <a:lnTo>
                  <a:pt x="7201" y="25676"/>
                </a:lnTo>
                <a:cubicBezTo>
                  <a:pt x="7337" y="25369"/>
                  <a:pt x="7474" y="25062"/>
                  <a:pt x="7644" y="24755"/>
                </a:cubicBezTo>
                <a:lnTo>
                  <a:pt x="8122" y="24653"/>
                </a:lnTo>
                <a:close/>
                <a:moveTo>
                  <a:pt x="20236" y="23527"/>
                </a:moveTo>
                <a:lnTo>
                  <a:pt x="22113" y="25233"/>
                </a:lnTo>
                <a:cubicBezTo>
                  <a:pt x="22147" y="25403"/>
                  <a:pt x="22181" y="25642"/>
                  <a:pt x="22215" y="25881"/>
                </a:cubicBezTo>
                <a:cubicBezTo>
                  <a:pt x="21805" y="25642"/>
                  <a:pt x="20918" y="24584"/>
                  <a:pt x="20236" y="23527"/>
                </a:cubicBezTo>
                <a:close/>
                <a:moveTo>
                  <a:pt x="13070" y="19807"/>
                </a:moveTo>
                <a:cubicBezTo>
                  <a:pt x="13070" y="20046"/>
                  <a:pt x="13036" y="20319"/>
                  <a:pt x="12933" y="20558"/>
                </a:cubicBezTo>
                <a:cubicBezTo>
                  <a:pt x="12865" y="20694"/>
                  <a:pt x="12831" y="20831"/>
                  <a:pt x="12763" y="20967"/>
                </a:cubicBezTo>
                <a:cubicBezTo>
                  <a:pt x="12763" y="21070"/>
                  <a:pt x="12797" y="21172"/>
                  <a:pt x="12865" y="21275"/>
                </a:cubicBezTo>
                <a:cubicBezTo>
                  <a:pt x="12895" y="21305"/>
                  <a:pt x="12928" y="21317"/>
                  <a:pt x="12961" y="21317"/>
                </a:cubicBezTo>
                <a:cubicBezTo>
                  <a:pt x="13042" y="21317"/>
                  <a:pt x="13124" y="21245"/>
                  <a:pt x="13172" y="21172"/>
                </a:cubicBezTo>
                <a:cubicBezTo>
                  <a:pt x="13241" y="21070"/>
                  <a:pt x="13275" y="20967"/>
                  <a:pt x="13343" y="20899"/>
                </a:cubicBezTo>
                <a:lnTo>
                  <a:pt x="13343" y="20899"/>
                </a:lnTo>
                <a:cubicBezTo>
                  <a:pt x="13275" y="21309"/>
                  <a:pt x="13172" y="21718"/>
                  <a:pt x="13002" y="22094"/>
                </a:cubicBezTo>
                <a:lnTo>
                  <a:pt x="12490" y="22025"/>
                </a:lnTo>
                <a:cubicBezTo>
                  <a:pt x="12524" y="21957"/>
                  <a:pt x="12524" y="21889"/>
                  <a:pt x="12490" y="21821"/>
                </a:cubicBezTo>
                <a:cubicBezTo>
                  <a:pt x="12456" y="21718"/>
                  <a:pt x="12456" y="21650"/>
                  <a:pt x="12319" y="21582"/>
                </a:cubicBezTo>
                <a:cubicBezTo>
                  <a:pt x="12297" y="21576"/>
                  <a:pt x="12277" y="21573"/>
                  <a:pt x="12258" y="21573"/>
                </a:cubicBezTo>
                <a:cubicBezTo>
                  <a:pt x="12162" y="21573"/>
                  <a:pt x="12109" y="21649"/>
                  <a:pt x="12080" y="21821"/>
                </a:cubicBezTo>
                <a:cubicBezTo>
                  <a:pt x="12046" y="21991"/>
                  <a:pt x="12012" y="22196"/>
                  <a:pt x="11978" y="22366"/>
                </a:cubicBezTo>
                <a:cubicBezTo>
                  <a:pt x="11910" y="22537"/>
                  <a:pt x="11876" y="22708"/>
                  <a:pt x="11807" y="22878"/>
                </a:cubicBezTo>
                <a:cubicBezTo>
                  <a:pt x="11739" y="22895"/>
                  <a:pt x="11671" y="22895"/>
                  <a:pt x="11611" y="22895"/>
                </a:cubicBezTo>
                <a:cubicBezTo>
                  <a:pt x="11551" y="22895"/>
                  <a:pt x="11500" y="22895"/>
                  <a:pt x="11466" y="22912"/>
                </a:cubicBezTo>
                <a:cubicBezTo>
                  <a:pt x="11364" y="23015"/>
                  <a:pt x="11296" y="23117"/>
                  <a:pt x="11296" y="23254"/>
                </a:cubicBezTo>
                <a:cubicBezTo>
                  <a:pt x="11193" y="23561"/>
                  <a:pt x="11091" y="23902"/>
                  <a:pt x="10988" y="24243"/>
                </a:cubicBezTo>
                <a:cubicBezTo>
                  <a:pt x="10920" y="24482"/>
                  <a:pt x="10784" y="24721"/>
                  <a:pt x="10613" y="24892"/>
                </a:cubicBezTo>
                <a:cubicBezTo>
                  <a:pt x="10477" y="25062"/>
                  <a:pt x="10374" y="25233"/>
                  <a:pt x="10306" y="25403"/>
                </a:cubicBezTo>
                <a:cubicBezTo>
                  <a:pt x="10170" y="25676"/>
                  <a:pt x="9965" y="25881"/>
                  <a:pt x="9692" y="25984"/>
                </a:cubicBezTo>
                <a:cubicBezTo>
                  <a:pt x="9692" y="25881"/>
                  <a:pt x="9726" y="25779"/>
                  <a:pt x="9726" y="25676"/>
                </a:cubicBezTo>
                <a:cubicBezTo>
                  <a:pt x="9965" y="25096"/>
                  <a:pt x="10204" y="24482"/>
                  <a:pt x="10442" y="23868"/>
                </a:cubicBezTo>
                <a:cubicBezTo>
                  <a:pt x="10477" y="23766"/>
                  <a:pt x="10511" y="23663"/>
                  <a:pt x="10579" y="23561"/>
                </a:cubicBezTo>
                <a:cubicBezTo>
                  <a:pt x="11227" y="22912"/>
                  <a:pt x="11705" y="22128"/>
                  <a:pt x="12012" y="21240"/>
                </a:cubicBezTo>
                <a:cubicBezTo>
                  <a:pt x="12046" y="21138"/>
                  <a:pt x="12080" y="21070"/>
                  <a:pt x="12115" y="20933"/>
                </a:cubicBezTo>
                <a:cubicBezTo>
                  <a:pt x="12251" y="20456"/>
                  <a:pt x="12592" y="20046"/>
                  <a:pt x="13070" y="19807"/>
                </a:cubicBezTo>
                <a:close/>
                <a:moveTo>
                  <a:pt x="41733" y="25267"/>
                </a:moveTo>
                <a:lnTo>
                  <a:pt x="41733" y="25267"/>
                </a:lnTo>
                <a:cubicBezTo>
                  <a:pt x="42279" y="25472"/>
                  <a:pt x="42279" y="25472"/>
                  <a:pt x="42177" y="25984"/>
                </a:cubicBezTo>
                <a:lnTo>
                  <a:pt x="41733" y="25267"/>
                </a:lnTo>
                <a:close/>
                <a:moveTo>
                  <a:pt x="5768" y="24004"/>
                </a:moveTo>
                <a:lnTo>
                  <a:pt x="5768" y="24004"/>
                </a:lnTo>
                <a:cubicBezTo>
                  <a:pt x="5436" y="24867"/>
                  <a:pt x="4718" y="25439"/>
                  <a:pt x="3988" y="26034"/>
                </a:cubicBezTo>
                <a:lnTo>
                  <a:pt x="3988" y="26034"/>
                </a:lnTo>
                <a:cubicBezTo>
                  <a:pt x="4054" y="25930"/>
                  <a:pt x="4139" y="25863"/>
                  <a:pt x="4198" y="25745"/>
                </a:cubicBezTo>
                <a:cubicBezTo>
                  <a:pt x="4403" y="25472"/>
                  <a:pt x="4403" y="25472"/>
                  <a:pt x="4232" y="25165"/>
                </a:cubicBezTo>
                <a:cubicBezTo>
                  <a:pt x="4505" y="24960"/>
                  <a:pt x="4812" y="24789"/>
                  <a:pt x="5051" y="24584"/>
                </a:cubicBezTo>
                <a:cubicBezTo>
                  <a:pt x="5290" y="24380"/>
                  <a:pt x="5529" y="24175"/>
                  <a:pt x="5768" y="24004"/>
                </a:cubicBezTo>
                <a:close/>
                <a:moveTo>
                  <a:pt x="7201" y="24619"/>
                </a:moveTo>
                <a:cubicBezTo>
                  <a:pt x="6962" y="25165"/>
                  <a:pt x="6689" y="25711"/>
                  <a:pt x="6348" y="26222"/>
                </a:cubicBezTo>
                <a:cubicBezTo>
                  <a:pt x="6348" y="26120"/>
                  <a:pt x="6279" y="25984"/>
                  <a:pt x="6348" y="25881"/>
                </a:cubicBezTo>
                <a:cubicBezTo>
                  <a:pt x="6621" y="25506"/>
                  <a:pt x="6587" y="24892"/>
                  <a:pt x="7201" y="24619"/>
                </a:cubicBezTo>
                <a:close/>
                <a:moveTo>
                  <a:pt x="15800" y="25847"/>
                </a:moveTo>
                <a:lnTo>
                  <a:pt x="15800" y="26257"/>
                </a:lnTo>
                <a:lnTo>
                  <a:pt x="15732" y="26291"/>
                </a:lnTo>
                <a:lnTo>
                  <a:pt x="15527" y="25881"/>
                </a:lnTo>
                <a:lnTo>
                  <a:pt x="15800" y="25847"/>
                </a:lnTo>
                <a:close/>
                <a:moveTo>
                  <a:pt x="38730" y="24107"/>
                </a:moveTo>
                <a:lnTo>
                  <a:pt x="39871" y="24563"/>
                </a:lnTo>
                <a:lnTo>
                  <a:pt x="39871" y="24563"/>
                </a:lnTo>
                <a:cubicBezTo>
                  <a:pt x="39580" y="24645"/>
                  <a:pt x="39551" y="24871"/>
                  <a:pt x="39584" y="25096"/>
                </a:cubicBezTo>
                <a:cubicBezTo>
                  <a:pt x="39618" y="25506"/>
                  <a:pt x="39686" y="25915"/>
                  <a:pt x="39754" y="26291"/>
                </a:cubicBezTo>
                <a:cubicBezTo>
                  <a:pt x="39754" y="26461"/>
                  <a:pt x="39822" y="26598"/>
                  <a:pt x="39822" y="26768"/>
                </a:cubicBezTo>
                <a:cubicBezTo>
                  <a:pt x="39481" y="26393"/>
                  <a:pt x="39174" y="26018"/>
                  <a:pt x="38935" y="25574"/>
                </a:cubicBezTo>
                <a:cubicBezTo>
                  <a:pt x="38628" y="25096"/>
                  <a:pt x="38765" y="24584"/>
                  <a:pt x="38730" y="24107"/>
                </a:cubicBezTo>
                <a:close/>
                <a:moveTo>
                  <a:pt x="3481" y="26461"/>
                </a:moveTo>
                <a:lnTo>
                  <a:pt x="3550" y="26530"/>
                </a:lnTo>
                <a:lnTo>
                  <a:pt x="3243" y="26802"/>
                </a:lnTo>
                <a:lnTo>
                  <a:pt x="3481" y="26461"/>
                </a:lnTo>
                <a:close/>
                <a:moveTo>
                  <a:pt x="45930" y="26393"/>
                </a:moveTo>
                <a:lnTo>
                  <a:pt x="46306" y="26564"/>
                </a:lnTo>
                <a:cubicBezTo>
                  <a:pt x="46374" y="26734"/>
                  <a:pt x="46408" y="26871"/>
                  <a:pt x="46442" y="27041"/>
                </a:cubicBezTo>
                <a:lnTo>
                  <a:pt x="46374" y="27075"/>
                </a:lnTo>
                <a:cubicBezTo>
                  <a:pt x="46203" y="26871"/>
                  <a:pt x="46067" y="26666"/>
                  <a:pt x="45896" y="26461"/>
                </a:cubicBezTo>
                <a:lnTo>
                  <a:pt x="45930" y="26393"/>
                </a:lnTo>
                <a:close/>
                <a:moveTo>
                  <a:pt x="30773" y="22912"/>
                </a:moveTo>
                <a:cubicBezTo>
                  <a:pt x="30674" y="23413"/>
                  <a:pt x="30607" y="23913"/>
                  <a:pt x="30507" y="24380"/>
                </a:cubicBezTo>
                <a:lnTo>
                  <a:pt x="30029" y="24687"/>
                </a:lnTo>
                <a:cubicBezTo>
                  <a:pt x="29858" y="24789"/>
                  <a:pt x="29756" y="24926"/>
                  <a:pt x="29927" y="25130"/>
                </a:cubicBezTo>
                <a:cubicBezTo>
                  <a:pt x="29961" y="25165"/>
                  <a:pt x="29995" y="25199"/>
                  <a:pt x="29995" y="25267"/>
                </a:cubicBezTo>
                <a:cubicBezTo>
                  <a:pt x="29858" y="25813"/>
                  <a:pt x="29893" y="26461"/>
                  <a:pt x="29347" y="26871"/>
                </a:cubicBezTo>
                <a:cubicBezTo>
                  <a:pt x="29275" y="26799"/>
                  <a:pt x="29204" y="26711"/>
                  <a:pt x="29109" y="26711"/>
                </a:cubicBezTo>
                <a:cubicBezTo>
                  <a:pt x="29068" y="26711"/>
                  <a:pt x="29023" y="26727"/>
                  <a:pt x="28971" y="26768"/>
                </a:cubicBezTo>
                <a:cubicBezTo>
                  <a:pt x="28835" y="26905"/>
                  <a:pt x="28698" y="27041"/>
                  <a:pt x="28596" y="27178"/>
                </a:cubicBezTo>
                <a:cubicBezTo>
                  <a:pt x="28528" y="27041"/>
                  <a:pt x="28562" y="26837"/>
                  <a:pt x="28664" y="26700"/>
                </a:cubicBezTo>
                <a:cubicBezTo>
                  <a:pt x="29108" y="26018"/>
                  <a:pt x="29483" y="25301"/>
                  <a:pt x="29722" y="24516"/>
                </a:cubicBezTo>
                <a:cubicBezTo>
                  <a:pt x="29858" y="24073"/>
                  <a:pt x="30097" y="23663"/>
                  <a:pt x="30404" y="23322"/>
                </a:cubicBezTo>
                <a:cubicBezTo>
                  <a:pt x="30507" y="23185"/>
                  <a:pt x="30609" y="23049"/>
                  <a:pt x="30712" y="22912"/>
                </a:cubicBezTo>
                <a:close/>
                <a:moveTo>
                  <a:pt x="6279" y="26427"/>
                </a:moveTo>
                <a:lnTo>
                  <a:pt x="6279" y="26427"/>
                </a:lnTo>
                <a:cubicBezTo>
                  <a:pt x="6177" y="26905"/>
                  <a:pt x="5802" y="26973"/>
                  <a:pt x="5563" y="27212"/>
                </a:cubicBezTo>
                <a:cubicBezTo>
                  <a:pt x="5699" y="26871"/>
                  <a:pt x="5699" y="26837"/>
                  <a:pt x="6245" y="26461"/>
                </a:cubicBezTo>
                <a:lnTo>
                  <a:pt x="6279" y="26427"/>
                </a:lnTo>
                <a:close/>
                <a:moveTo>
                  <a:pt x="18427" y="24823"/>
                </a:moveTo>
                <a:lnTo>
                  <a:pt x="18427" y="24823"/>
                </a:lnTo>
                <a:cubicBezTo>
                  <a:pt x="18496" y="25096"/>
                  <a:pt x="18564" y="25369"/>
                  <a:pt x="18666" y="25642"/>
                </a:cubicBezTo>
                <a:cubicBezTo>
                  <a:pt x="18905" y="26222"/>
                  <a:pt x="19110" y="26768"/>
                  <a:pt x="19314" y="27348"/>
                </a:cubicBezTo>
                <a:cubicBezTo>
                  <a:pt x="19246" y="27280"/>
                  <a:pt x="19212" y="27212"/>
                  <a:pt x="19144" y="27110"/>
                </a:cubicBezTo>
                <a:cubicBezTo>
                  <a:pt x="18905" y="26564"/>
                  <a:pt x="18666" y="25984"/>
                  <a:pt x="18461" y="25403"/>
                </a:cubicBezTo>
                <a:cubicBezTo>
                  <a:pt x="18427" y="25199"/>
                  <a:pt x="18427" y="24994"/>
                  <a:pt x="18427" y="24823"/>
                </a:cubicBezTo>
                <a:close/>
                <a:moveTo>
                  <a:pt x="22693" y="25431"/>
                </a:moveTo>
                <a:cubicBezTo>
                  <a:pt x="22923" y="25431"/>
                  <a:pt x="23124" y="25532"/>
                  <a:pt x="23273" y="25711"/>
                </a:cubicBezTo>
                <a:cubicBezTo>
                  <a:pt x="23512" y="25984"/>
                  <a:pt x="23785" y="26222"/>
                  <a:pt x="24058" y="26461"/>
                </a:cubicBezTo>
                <a:cubicBezTo>
                  <a:pt x="24331" y="26700"/>
                  <a:pt x="24604" y="26905"/>
                  <a:pt x="24945" y="27178"/>
                </a:cubicBezTo>
                <a:lnTo>
                  <a:pt x="24604" y="27451"/>
                </a:lnTo>
                <a:cubicBezTo>
                  <a:pt x="24262" y="27314"/>
                  <a:pt x="23921" y="27178"/>
                  <a:pt x="23614" y="27075"/>
                </a:cubicBezTo>
                <a:cubicBezTo>
                  <a:pt x="23409" y="27007"/>
                  <a:pt x="23205" y="26837"/>
                  <a:pt x="23136" y="26632"/>
                </a:cubicBezTo>
                <a:cubicBezTo>
                  <a:pt x="23000" y="26359"/>
                  <a:pt x="22863" y="26120"/>
                  <a:pt x="22727" y="25847"/>
                </a:cubicBezTo>
                <a:cubicBezTo>
                  <a:pt x="22693" y="25711"/>
                  <a:pt x="22624" y="25574"/>
                  <a:pt x="22590" y="25438"/>
                </a:cubicBezTo>
                <a:cubicBezTo>
                  <a:pt x="22625" y="25433"/>
                  <a:pt x="22659" y="25431"/>
                  <a:pt x="22693" y="25431"/>
                </a:cubicBezTo>
                <a:close/>
                <a:moveTo>
                  <a:pt x="29210" y="27144"/>
                </a:moveTo>
                <a:cubicBezTo>
                  <a:pt x="29278" y="27417"/>
                  <a:pt x="29142" y="27451"/>
                  <a:pt x="28971" y="27451"/>
                </a:cubicBezTo>
                <a:lnTo>
                  <a:pt x="29210" y="27144"/>
                </a:lnTo>
                <a:close/>
                <a:moveTo>
                  <a:pt x="5938" y="25438"/>
                </a:moveTo>
                <a:cubicBezTo>
                  <a:pt x="5836" y="26154"/>
                  <a:pt x="5017" y="26973"/>
                  <a:pt x="3720" y="27587"/>
                </a:cubicBezTo>
                <a:cubicBezTo>
                  <a:pt x="3925" y="27246"/>
                  <a:pt x="4164" y="27007"/>
                  <a:pt x="4130" y="26700"/>
                </a:cubicBezTo>
                <a:cubicBezTo>
                  <a:pt x="4300" y="26530"/>
                  <a:pt x="4539" y="26325"/>
                  <a:pt x="4744" y="26154"/>
                </a:cubicBezTo>
                <a:cubicBezTo>
                  <a:pt x="4846" y="26052"/>
                  <a:pt x="5017" y="26018"/>
                  <a:pt x="5085" y="25881"/>
                </a:cubicBezTo>
                <a:cubicBezTo>
                  <a:pt x="5290" y="25608"/>
                  <a:pt x="5597" y="25438"/>
                  <a:pt x="5938" y="25438"/>
                </a:cubicBezTo>
                <a:close/>
                <a:moveTo>
                  <a:pt x="19041" y="24721"/>
                </a:moveTo>
                <a:cubicBezTo>
                  <a:pt x="19314" y="24960"/>
                  <a:pt x="19622" y="25165"/>
                  <a:pt x="19724" y="25472"/>
                </a:cubicBezTo>
                <a:cubicBezTo>
                  <a:pt x="19826" y="25779"/>
                  <a:pt x="20065" y="26052"/>
                  <a:pt x="19963" y="26427"/>
                </a:cubicBezTo>
                <a:cubicBezTo>
                  <a:pt x="19963" y="26495"/>
                  <a:pt x="20031" y="26632"/>
                  <a:pt x="20099" y="26734"/>
                </a:cubicBezTo>
                <a:cubicBezTo>
                  <a:pt x="20270" y="27041"/>
                  <a:pt x="20475" y="27280"/>
                  <a:pt x="20645" y="27587"/>
                </a:cubicBezTo>
                <a:cubicBezTo>
                  <a:pt x="19929" y="26973"/>
                  <a:pt x="18905" y="25233"/>
                  <a:pt x="18939" y="24721"/>
                </a:cubicBezTo>
                <a:close/>
                <a:moveTo>
                  <a:pt x="35796" y="21718"/>
                </a:moveTo>
                <a:cubicBezTo>
                  <a:pt x="35932" y="22025"/>
                  <a:pt x="36035" y="22298"/>
                  <a:pt x="36205" y="22537"/>
                </a:cubicBezTo>
                <a:cubicBezTo>
                  <a:pt x="36274" y="22674"/>
                  <a:pt x="36376" y="22810"/>
                  <a:pt x="36478" y="22912"/>
                </a:cubicBezTo>
                <a:cubicBezTo>
                  <a:pt x="36683" y="23083"/>
                  <a:pt x="36854" y="23322"/>
                  <a:pt x="36922" y="23595"/>
                </a:cubicBezTo>
                <a:cubicBezTo>
                  <a:pt x="36854" y="23834"/>
                  <a:pt x="36785" y="24004"/>
                  <a:pt x="36717" y="24175"/>
                </a:cubicBezTo>
                <a:cubicBezTo>
                  <a:pt x="36717" y="24209"/>
                  <a:pt x="36717" y="24312"/>
                  <a:pt x="36683" y="24312"/>
                </a:cubicBezTo>
                <a:cubicBezTo>
                  <a:pt x="36342" y="24516"/>
                  <a:pt x="36547" y="24721"/>
                  <a:pt x="36649" y="24960"/>
                </a:cubicBezTo>
                <a:cubicBezTo>
                  <a:pt x="36683" y="25028"/>
                  <a:pt x="36717" y="25096"/>
                  <a:pt x="36717" y="25165"/>
                </a:cubicBezTo>
                <a:cubicBezTo>
                  <a:pt x="36820" y="25915"/>
                  <a:pt x="36922" y="26666"/>
                  <a:pt x="36990" y="27417"/>
                </a:cubicBezTo>
                <a:lnTo>
                  <a:pt x="36649" y="27656"/>
                </a:lnTo>
                <a:cubicBezTo>
                  <a:pt x="36512" y="27348"/>
                  <a:pt x="36410" y="27075"/>
                  <a:pt x="36342" y="26768"/>
                </a:cubicBezTo>
                <a:cubicBezTo>
                  <a:pt x="36137" y="25984"/>
                  <a:pt x="35967" y="25199"/>
                  <a:pt x="35796" y="24414"/>
                </a:cubicBezTo>
                <a:cubicBezTo>
                  <a:pt x="35796" y="24209"/>
                  <a:pt x="35728" y="24039"/>
                  <a:pt x="35591" y="23902"/>
                </a:cubicBezTo>
                <a:cubicBezTo>
                  <a:pt x="35489" y="23800"/>
                  <a:pt x="35455" y="23697"/>
                  <a:pt x="35455" y="23595"/>
                </a:cubicBezTo>
                <a:cubicBezTo>
                  <a:pt x="35386" y="23390"/>
                  <a:pt x="35352" y="23220"/>
                  <a:pt x="35318" y="23015"/>
                </a:cubicBezTo>
                <a:cubicBezTo>
                  <a:pt x="35284" y="22912"/>
                  <a:pt x="35284" y="22810"/>
                  <a:pt x="35318" y="22708"/>
                </a:cubicBezTo>
                <a:cubicBezTo>
                  <a:pt x="35455" y="22401"/>
                  <a:pt x="35591" y="22094"/>
                  <a:pt x="35762" y="21718"/>
                </a:cubicBezTo>
                <a:close/>
                <a:moveTo>
                  <a:pt x="31769" y="23322"/>
                </a:moveTo>
                <a:lnTo>
                  <a:pt x="31906" y="23356"/>
                </a:lnTo>
                <a:lnTo>
                  <a:pt x="31872" y="23356"/>
                </a:lnTo>
                <a:cubicBezTo>
                  <a:pt x="31565" y="24823"/>
                  <a:pt x="31462" y="26359"/>
                  <a:pt x="30814" y="27826"/>
                </a:cubicBezTo>
                <a:lnTo>
                  <a:pt x="30370" y="27519"/>
                </a:lnTo>
                <a:lnTo>
                  <a:pt x="30916" y="26257"/>
                </a:lnTo>
                <a:cubicBezTo>
                  <a:pt x="31189" y="25608"/>
                  <a:pt x="31394" y="24892"/>
                  <a:pt x="31462" y="24175"/>
                </a:cubicBezTo>
                <a:cubicBezTo>
                  <a:pt x="31531" y="23868"/>
                  <a:pt x="31633" y="23595"/>
                  <a:pt x="31769" y="23322"/>
                </a:cubicBezTo>
                <a:close/>
                <a:moveTo>
                  <a:pt x="21805" y="26564"/>
                </a:moveTo>
                <a:cubicBezTo>
                  <a:pt x="22147" y="26802"/>
                  <a:pt x="22556" y="27007"/>
                  <a:pt x="22863" y="27280"/>
                </a:cubicBezTo>
                <a:cubicBezTo>
                  <a:pt x="23034" y="27451"/>
                  <a:pt x="23170" y="27656"/>
                  <a:pt x="23273" y="27894"/>
                </a:cubicBezTo>
                <a:cubicBezTo>
                  <a:pt x="23273" y="27929"/>
                  <a:pt x="23205" y="27997"/>
                  <a:pt x="23205" y="28065"/>
                </a:cubicBezTo>
                <a:cubicBezTo>
                  <a:pt x="22590" y="27690"/>
                  <a:pt x="22113" y="27178"/>
                  <a:pt x="21771" y="26564"/>
                </a:cubicBezTo>
                <a:close/>
                <a:moveTo>
                  <a:pt x="14196" y="26530"/>
                </a:moveTo>
                <a:lnTo>
                  <a:pt x="14196" y="26530"/>
                </a:lnTo>
                <a:cubicBezTo>
                  <a:pt x="14367" y="27075"/>
                  <a:pt x="14401" y="27690"/>
                  <a:pt x="14298" y="28236"/>
                </a:cubicBezTo>
                <a:cubicBezTo>
                  <a:pt x="14094" y="27690"/>
                  <a:pt x="14060" y="27110"/>
                  <a:pt x="14196" y="26530"/>
                </a:cubicBezTo>
                <a:close/>
                <a:moveTo>
                  <a:pt x="16789" y="24312"/>
                </a:moveTo>
                <a:cubicBezTo>
                  <a:pt x="17062" y="24414"/>
                  <a:pt x="17233" y="24619"/>
                  <a:pt x="17267" y="24892"/>
                </a:cubicBezTo>
                <a:cubicBezTo>
                  <a:pt x="17404" y="26052"/>
                  <a:pt x="17779" y="27144"/>
                  <a:pt x="18359" y="28133"/>
                </a:cubicBezTo>
                <a:cubicBezTo>
                  <a:pt x="18359" y="28202"/>
                  <a:pt x="18359" y="28236"/>
                  <a:pt x="18359" y="28304"/>
                </a:cubicBezTo>
                <a:cubicBezTo>
                  <a:pt x="18223" y="28167"/>
                  <a:pt x="18120" y="27997"/>
                  <a:pt x="18018" y="27860"/>
                </a:cubicBezTo>
                <a:cubicBezTo>
                  <a:pt x="17540" y="27075"/>
                  <a:pt x="17233" y="26188"/>
                  <a:pt x="17165" y="25267"/>
                </a:cubicBezTo>
                <a:cubicBezTo>
                  <a:pt x="17165" y="25028"/>
                  <a:pt x="16994" y="24994"/>
                  <a:pt x="16824" y="24926"/>
                </a:cubicBezTo>
                <a:lnTo>
                  <a:pt x="16858" y="24926"/>
                </a:lnTo>
                <a:cubicBezTo>
                  <a:pt x="16824" y="24721"/>
                  <a:pt x="16824" y="24550"/>
                  <a:pt x="16789" y="24312"/>
                </a:cubicBezTo>
                <a:close/>
                <a:moveTo>
                  <a:pt x="11842" y="27178"/>
                </a:moveTo>
                <a:lnTo>
                  <a:pt x="11842" y="27178"/>
                </a:lnTo>
                <a:cubicBezTo>
                  <a:pt x="12012" y="27724"/>
                  <a:pt x="11842" y="28031"/>
                  <a:pt x="11125" y="28372"/>
                </a:cubicBezTo>
                <a:lnTo>
                  <a:pt x="11842" y="27178"/>
                </a:lnTo>
                <a:close/>
                <a:moveTo>
                  <a:pt x="28016" y="27246"/>
                </a:moveTo>
                <a:cubicBezTo>
                  <a:pt x="28118" y="27792"/>
                  <a:pt x="27777" y="28065"/>
                  <a:pt x="27368" y="28406"/>
                </a:cubicBezTo>
                <a:cubicBezTo>
                  <a:pt x="27538" y="27997"/>
                  <a:pt x="27641" y="27656"/>
                  <a:pt x="27811" y="27348"/>
                </a:cubicBezTo>
                <a:cubicBezTo>
                  <a:pt x="27811" y="27314"/>
                  <a:pt x="27948" y="27280"/>
                  <a:pt x="28016" y="27246"/>
                </a:cubicBezTo>
                <a:close/>
                <a:moveTo>
                  <a:pt x="12319" y="22878"/>
                </a:moveTo>
                <a:lnTo>
                  <a:pt x="12422" y="22912"/>
                </a:lnTo>
                <a:cubicBezTo>
                  <a:pt x="12217" y="23902"/>
                  <a:pt x="12285" y="24960"/>
                  <a:pt x="11705" y="25881"/>
                </a:cubicBezTo>
                <a:cubicBezTo>
                  <a:pt x="11637" y="25949"/>
                  <a:pt x="11637" y="26018"/>
                  <a:pt x="11637" y="26086"/>
                </a:cubicBezTo>
                <a:cubicBezTo>
                  <a:pt x="11739" y="26564"/>
                  <a:pt x="11398" y="26837"/>
                  <a:pt x="11261" y="27212"/>
                </a:cubicBezTo>
                <a:cubicBezTo>
                  <a:pt x="11227" y="27246"/>
                  <a:pt x="11193" y="27280"/>
                  <a:pt x="11159" y="27280"/>
                </a:cubicBezTo>
                <a:cubicBezTo>
                  <a:pt x="11138" y="27278"/>
                  <a:pt x="11118" y="27278"/>
                  <a:pt x="11099" y="27278"/>
                </a:cubicBezTo>
                <a:cubicBezTo>
                  <a:pt x="10753" y="27278"/>
                  <a:pt x="10782" y="27566"/>
                  <a:pt x="10750" y="27792"/>
                </a:cubicBezTo>
                <a:cubicBezTo>
                  <a:pt x="10715" y="28133"/>
                  <a:pt x="10477" y="28304"/>
                  <a:pt x="10135" y="28475"/>
                </a:cubicBezTo>
                <a:cubicBezTo>
                  <a:pt x="10204" y="28270"/>
                  <a:pt x="10306" y="28133"/>
                  <a:pt x="10272" y="28031"/>
                </a:cubicBezTo>
                <a:cubicBezTo>
                  <a:pt x="10238" y="27929"/>
                  <a:pt x="10067" y="27860"/>
                  <a:pt x="9897" y="27792"/>
                </a:cubicBezTo>
                <a:cubicBezTo>
                  <a:pt x="9931" y="27758"/>
                  <a:pt x="9931" y="27690"/>
                  <a:pt x="9965" y="27656"/>
                </a:cubicBezTo>
                <a:cubicBezTo>
                  <a:pt x="10272" y="27348"/>
                  <a:pt x="10477" y="27007"/>
                  <a:pt x="10613" y="26598"/>
                </a:cubicBezTo>
                <a:cubicBezTo>
                  <a:pt x="10920" y="25676"/>
                  <a:pt x="11330" y="24755"/>
                  <a:pt x="11842" y="23902"/>
                </a:cubicBezTo>
                <a:cubicBezTo>
                  <a:pt x="12012" y="23595"/>
                  <a:pt x="12149" y="23220"/>
                  <a:pt x="12319" y="22878"/>
                </a:cubicBezTo>
                <a:close/>
                <a:moveTo>
                  <a:pt x="35591" y="26495"/>
                </a:moveTo>
                <a:lnTo>
                  <a:pt x="36274" y="28645"/>
                </a:lnTo>
                <a:lnTo>
                  <a:pt x="36205" y="28713"/>
                </a:lnTo>
                <a:cubicBezTo>
                  <a:pt x="36110" y="28490"/>
                  <a:pt x="36074" y="28267"/>
                  <a:pt x="35790" y="28267"/>
                </a:cubicBezTo>
                <a:cubicBezTo>
                  <a:pt x="35770" y="28267"/>
                  <a:pt x="35750" y="28268"/>
                  <a:pt x="35728" y="28270"/>
                </a:cubicBezTo>
                <a:cubicBezTo>
                  <a:pt x="35659" y="27656"/>
                  <a:pt x="35591" y="27075"/>
                  <a:pt x="35523" y="26495"/>
                </a:cubicBezTo>
                <a:close/>
                <a:moveTo>
                  <a:pt x="33203" y="27929"/>
                </a:moveTo>
                <a:lnTo>
                  <a:pt x="33203" y="27929"/>
                </a:lnTo>
                <a:cubicBezTo>
                  <a:pt x="33168" y="28270"/>
                  <a:pt x="32998" y="28611"/>
                  <a:pt x="32759" y="28884"/>
                </a:cubicBezTo>
                <a:lnTo>
                  <a:pt x="32725" y="28884"/>
                </a:lnTo>
                <a:cubicBezTo>
                  <a:pt x="32793" y="28304"/>
                  <a:pt x="32793" y="28304"/>
                  <a:pt x="33203" y="27929"/>
                </a:cubicBezTo>
                <a:close/>
                <a:moveTo>
                  <a:pt x="3891" y="28816"/>
                </a:moveTo>
                <a:lnTo>
                  <a:pt x="3925" y="28850"/>
                </a:lnTo>
                <a:lnTo>
                  <a:pt x="3550" y="29055"/>
                </a:lnTo>
                <a:lnTo>
                  <a:pt x="3516" y="28918"/>
                </a:lnTo>
                <a:lnTo>
                  <a:pt x="3891" y="28816"/>
                </a:lnTo>
                <a:close/>
                <a:moveTo>
                  <a:pt x="27845" y="23493"/>
                </a:moveTo>
                <a:lnTo>
                  <a:pt x="28152" y="23834"/>
                </a:lnTo>
                <a:cubicBezTo>
                  <a:pt x="28152" y="23936"/>
                  <a:pt x="28118" y="24004"/>
                  <a:pt x="28118" y="24107"/>
                </a:cubicBezTo>
                <a:cubicBezTo>
                  <a:pt x="27845" y="24892"/>
                  <a:pt x="27606" y="25676"/>
                  <a:pt x="27333" y="26427"/>
                </a:cubicBezTo>
                <a:cubicBezTo>
                  <a:pt x="27265" y="26632"/>
                  <a:pt x="27197" y="26802"/>
                  <a:pt x="27060" y="26939"/>
                </a:cubicBezTo>
                <a:cubicBezTo>
                  <a:pt x="26480" y="27621"/>
                  <a:pt x="25900" y="28270"/>
                  <a:pt x="25286" y="28918"/>
                </a:cubicBezTo>
                <a:cubicBezTo>
                  <a:pt x="25218" y="28986"/>
                  <a:pt x="25150" y="29055"/>
                  <a:pt x="25081" y="29089"/>
                </a:cubicBezTo>
                <a:cubicBezTo>
                  <a:pt x="24706" y="28850"/>
                  <a:pt x="24399" y="28509"/>
                  <a:pt x="24160" y="28133"/>
                </a:cubicBezTo>
                <a:cubicBezTo>
                  <a:pt x="24638" y="28065"/>
                  <a:pt x="25115" y="27792"/>
                  <a:pt x="25423" y="27383"/>
                </a:cubicBezTo>
                <a:cubicBezTo>
                  <a:pt x="25593" y="27451"/>
                  <a:pt x="25832" y="27553"/>
                  <a:pt x="25968" y="27621"/>
                </a:cubicBezTo>
                <a:cubicBezTo>
                  <a:pt x="26024" y="27635"/>
                  <a:pt x="26080" y="27649"/>
                  <a:pt x="26131" y="27649"/>
                </a:cubicBezTo>
                <a:cubicBezTo>
                  <a:pt x="26205" y="27649"/>
                  <a:pt x="26269" y="27620"/>
                  <a:pt x="26310" y="27519"/>
                </a:cubicBezTo>
                <a:cubicBezTo>
                  <a:pt x="26378" y="27383"/>
                  <a:pt x="26276" y="27280"/>
                  <a:pt x="26173" y="27212"/>
                </a:cubicBezTo>
                <a:lnTo>
                  <a:pt x="25798" y="27007"/>
                </a:lnTo>
                <a:cubicBezTo>
                  <a:pt x="25900" y="26871"/>
                  <a:pt x="25968" y="26802"/>
                  <a:pt x="26037" y="26700"/>
                </a:cubicBezTo>
                <a:cubicBezTo>
                  <a:pt x="26344" y="26222"/>
                  <a:pt x="26651" y="25779"/>
                  <a:pt x="26958" y="25301"/>
                </a:cubicBezTo>
                <a:cubicBezTo>
                  <a:pt x="26992" y="25267"/>
                  <a:pt x="27060" y="25233"/>
                  <a:pt x="27060" y="25130"/>
                </a:cubicBezTo>
                <a:cubicBezTo>
                  <a:pt x="27060" y="25028"/>
                  <a:pt x="27026" y="24892"/>
                  <a:pt x="26958" y="24857"/>
                </a:cubicBezTo>
                <a:cubicBezTo>
                  <a:pt x="26931" y="24848"/>
                  <a:pt x="26903" y="24844"/>
                  <a:pt x="26876" y="24844"/>
                </a:cubicBezTo>
                <a:cubicBezTo>
                  <a:pt x="26803" y="24844"/>
                  <a:pt x="26735" y="24876"/>
                  <a:pt x="26685" y="24926"/>
                </a:cubicBezTo>
                <a:cubicBezTo>
                  <a:pt x="26583" y="25028"/>
                  <a:pt x="26514" y="25165"/>
                  <a:pt x="26446" y="25301"/>
                </a:cubicBezTo>
                <a:cubicBezTo>
                  <a:pt x="26139" y="25813"/>
                  <a:pt x="25764" y="26291"/>
                  <a:pt x="25388" y="26734"/>
                </a:cubicBezTo>
                <a:cubicBezTo>
                  <a:pt x="25047" y="26632"/>
                  <a:pt x="24774" y="26427"/>
                  <a:pt x="24569" y="26154"/>
                </a:cubicBezTo>
                <a:lnTo>
                  <a:pt x="24569" y="26154"/>
                </a:lnTo>
                <a:lnTo>
                  <a:pt x="24808" y="26257"/>
                </a:lnTo>
                <a:cubicBezTo>
                  <a:pt x="24911" y="26325"/>
                  <a:pt x="25013" y="26359"/>
                  <a:pt x="25115" y="26427"/>
                </a:cubicBezTo>
                <a:cubicBezTo>
                  <a:pt x="25184" y="26427"/>
                  <a:pt x="25354" y="26393"/>
                  <a:pt x="25388" y="26325"/>
                </a:cubicBezTo>
                <a:cubicBezTo>
                  <a:pt x="25423" y="26222"/>
                  <a:pt x="25388" y="26120"/>
                  <a:pt x="25354" y="26052"/>
                </a:cubicBezTo>
                <a:cubicBezTo>
                  <a:pt x="25218" y="25915"/>
                  <a:pt x="25047" y="25813"/>
                  <a:pt x="24911" y="25745"/>
                </a:cubicBezTo>
                <a:cubicBezTo>
                  <a:pt x="25457" y="25369"/>
                  <a:pt x="25968" y="25028"/>
                  <a:pt x="26480" y="24687"/>
                </a:cubicBezTo>
                <a:cubicBezTo>
                  <a:pt x="26992" y="24380"/>
                  <a:pt x="27470" y="23970"/>
                  <a:pt x="27845" y="23493"/>
                </a:cubicBezTo>
                <a:close/>
                <a:moveTo>
                  <a:pt x="26651" y="28611"/>
                </a:moveTo>
                <a:lnTo>
                  <a:pt x="26651" y="28611"/>
                </a:lnTo>
                <a:cubicBezTo>
                  <a:pt x="26583" y="28816"/>
                  <a:pt x="26412" y="29020"/>
                  <a:pt x="26207" y="29123"/>
                </a:cubicBezTo>
                <a:lnTo>
                  <a:pt x="25730" y="29225"/>
                </a:lnTo>
                <a:cubicBezTo>
                  <a:pt x="25900" y="28952"/>
                  <a:pt x="25900" y="28952"/>
                  <a:pt x="26651" y="28611"/>
                </a:cubicBezTo>
                <a:close/>
                <a:moveTo>
                  <a:pt x="14435" y="15712"/>
                </a:moveTo>
                <a:lnTo>
                  <a:pt x="14537" y="15747"/>
                </a:lnTo>
                <a:lnTo>
                  <a:pt x="14537" y="16395"/>
                </a:lnTo>
                <a:cubicBezTo>
                  <a:pt x="14435" y="17623"/>
                  <a:pt x="14367" y="18852"/>
                  <a:pt x="14367" y="20080"/>
                </a:cubicBezTo>
                <a:cubicBezTo>
                  <a:pt x="14367" y="20421"/>
                  <a:pt x="14401" y="20763"/>
                  <a:pt x="14435" y="21070"/>
                </a:cubicBezTo>
                <a:cubicBezTo>
                  <a:pt x="14435" y="21206"/>
                  <a:pt x="14469" y="21343"/>
                  <a:pt x="14537" y="21377"/>
                </a:cubicBezTo>
                <a:cubicBezTo>
                  <a:pt x="14810" y="21548"/>
                  <a:pt x="14708" y="21821"/>
                  <a:pt x="14708" y="22059"/>
                </a:cubicBezTo>
                <a:cubicBezTo>
                  <a:pt x="14674" y="23151"/>
                  <a:pt x="14742" y="24209"/>
                  <a:pt x="14913" y="25301"/>
                </a:cubicBezTo>
                <a:cubicBezTo>
                  <a:pt x="14981" y="25574"/>
                  <a:pt x="15049" y="25881"/>
                  <a:pt x="15151" y="26154"/>
                </a:cubicBezTo>
                <a:cubicBezTo>
                  <a:pt x="15288" y="26427"/>
                  <a:pt x="15459" y="26666"/>
                  <a:pt x="15663" y="26871"/>
                </a:cubicBezTo>
                <a:cubicBezTo>
                  <a:pt x="15834" y="26973"/>
                  <a:pt x="15902" y="27144"/>
                  <a:pt x="15936" y="27348"/>
                </a:cubicBezTo>
                <a:cubicBezTo>
                  <a:pt x="15902" y="27485"/>
                  <a:pt x="15936" y="27587"/>
                  <a:pt x="15970" y="27724"/>
                </a:cubicBezTo>
                <a:cubicBezTo>
                  <a:pt x="16039" y="27997"/>
                  <a:pt x="15902" y="28304"/>
                  <a:pt x="15629" y="28440"/>
                </a:cubicBezTo>
                <a:cubicBezTo>
                  <a:pt x="15527" y="28509"/>
                  <a:pt x="15459" y="28679"/>
                  <a:pt x="15493" y="28850"/>
                </a:cubicBezTo>
                <a:cubicBezTo>
                  <a:pt x="15527" y="29123"/>
                  <a:pt x="15561" y="29396"/>
                  <a:pt x="15629" y="29703"/>
                </a:cubicBezTo>
                <a:cubicBezTo>
                  <a:pt x="15475" y="29780"/>
                  <a:pt x="15364" y="29814"/>
                  <a:pt x="15280" y="29814"/>
                </a:cubicBezTo>
                <a:cubicBezTo>
                  <a:pt x="15104" y="29814"/>
                  <a:pt x="15050" y="29661"/>
                  <a:pt x="14981" y="29430"/>
                </a:cubicBezTo>
                <a:cubicBezTo>
                  <a:pt x="14913" y="29089"/>
                  <a:pt x="14844" y="28748"/>
                  <a:pt x="14810" y="28406"/>
                </a:cubicBezTo>
                <a:cubicBezTo>
                  <a:pt x="14878" y="28372"/>
                  <a:pt x="14913" y="28338"/>
                  <a:pt x="14913" y="28338"/>
                </a:cubicBezTo>
                <a:cubicBezTo>
                  <a:pt x="14981" y="28338"/>
                  <a:pt x="15058" y="28364"/>
                  <a:pt x="15130" y="28364"/>
                </a:cubicBezTo>
                <a:cubicBezTo>
                  <a:pt x="15203" y="28364"/>
                  <a:pt x="15271" y="28338"/>
                  <a:pt x="15322" y="28236"/>
                </a:cubicBezTo>
                <a:cubicBezTo>
                  <a:pt x="15424" y="28065"/>
                  <a:pt x="15288" y="27997"/>
                  <a:pt x="15151" y="27894"/>
                </a:cubicBezTo>
                <a:cubicBezTo>
                  <a:pt x="14947" y="27656"/>
                  <a:pt x="14844" y="27383"/>
                  <a:pt x="14878" y="27075"/>
                </a:cubicBezTo>
                <a:cubicBezTo>
                  <a:pt x="14878" y="26905"/>
                  <a:pt x="14913" y="26734"/>
                  <a:pt x="14947" y="26564"/>
                </a:cubicBezTo>
                <a:cubicBezTo>
                  <a:pt x="14981" y="26359"/>
                  <a:pt x="14981" y="26222"/>
                  <a:pt x="14776" y="26154"/>
                </a:cubicBezTo>
                <a:cubicBezTo>
                  <a:pt x="14708" y="26120"/>
                  <a:pt x="14640" y="26052"/>
                  <a:pt x="14640" y="25949"/>
                </a:cubicBezTo>
                <a:cubicBezTo>
                  <a:pt x="14606" y="25847"/>
                  <a:pt x="14606" y="25745"/>
                  <a:pt x="14606" y="25642"/>
                </a:cubicBezTo>
                <a:lnTo>
                  <a:pt x="14333" y="22605"/>
                </a:lnTo>
                <a:cubicBezTo>
                  <a:pt x="14333" y="22537"/>
                  <a:pt x="14333" y="22435"/>
                  <a:pt x="14264" y="22401"/>
                </a:cubicBezTo>
                <a:cubicBezTo>
                  <a:pt x="14025" y="22196"/>
                  <a:pt x="14094" y="21957"/>
                  <a:pt x="14128" y="21718"/>
                </a:cubicBezTo>
                <a:cubicBezTo>
                  <a:pt x="14162" y="21479"/>
                  <a:pt x="14128" y="21309"/>
                  <a:pt x="13821" y="21275"/>
                </a:cubicBezTo>
                <a:lnTo>
                  <a:pt x="14128" y="20012"/>
                </a:lnTo>
                <a:cubicBezTo>
                  <a:pt x="14162" y="19910"/>
                  <a:pt x="14162" y="19841"/>
                  <a:pt x="14196" y="19671"/>
                </a:cubicBezTo>
                <a:cubicBezTo>
                  <a:pt x="14196" y="19534"/>
                  <a:pt x="14196" y="19364"/>
                  <a:pt x="14025" y="19330"/>
                </a:cubicBezTo>
                <a:cubicBezTo>
                  <a:pt x="14010" y="19327"/>
                  <a:pt x="13996" y="19325"/>
                  <a:pt x="13982" y="19325"/>
                </a:cubicBezTo>
                <a:cubicBezTo>
                  <a:pt x="13843" y="19325"/>
                  <a:pt x="13784" y="19475"/>
                  <a:pt x="13752" y="19568"/>
                </a:cubicBezTo>
                <a:cubicBezTo>
                  <a:pt x="13718" y="19705"/>
                  <a:pt x="13684" y="19841"/>
                  <a:pt x="13650" y="19978"/>
                </a:cubicBezTo>
                <a:lnTo>
                  <a:pt x="13616" y="19944"/>
                </a:lnTo>
                <a:cubicBezTo>
                  <a:pt x="13616" y="19773"/>
                  <a:pt x="13616" y="19568"/>
                  <a:pt x="13650" y="19364"/>
                </a:cubicBezTo>
                <a:cubicBezTo>
                  <a:pt x="13650" y="19159"/>
                  <a:pt x="13718" y="18954"/>
                  <a:pt x="13855" y="18784"/>
                </a:cubicBezTo>
                <a:cubicBezTo>
                  <a:pt x="13991" y="18579"/>
                  <a:pt x="14128" y="18340"/>
                  <a:pt x="14264" y="18135"/>
                </a:cubicBezTo>
                <a:cubicBezTo>
                  <a:pt x="14333" y="18033"/>
                  <a:pt x="14367" y="17965"/>
                  <a:pt x="14367" y="17862"/>
                </a:cubicBezTo>
                <a:cubicBezTo>
                  <a:pt x="14367" y="17760"/>
                  <a:pt x="14298" y="17658"/>
                  <a:pt x="14230" y="17589"/>
                </a:cubicBezTo>
                <a:cubicBezTo>
                  <a:pt x="14224" y="17583"/>
                  <a:pt x="14214" y="17580"/>
                  <a:pt x="14202" y="17580"/>
                </a:cubicBezTo>
                <a:cubicBezTo>
                  <a:pt x="14148" y="17580"/>
                  <a:pt x="14047" y="17636"/>
                  <a:pt x="13991" y="17692"/>
                </a:cubicBezTo>
                <a:cubicBezTo>
                  <a:pt x="13923" y="17828"/>
                  <a:pt x="13821" y="17930"/>
                  <a:pt x="13718" y="18033"/>
                </a:cubicBezTo>
                <a:cubicBezTo>
                  <a:pt x="13718" y="17828"/>
                  <a:pt x="13718" y="17692"/>
                  <a:pt x="13752" y="17453"/>
                </a:cubicBezTo>
                <a:cubicBezTo>
                  <a:pt x="13787" y="17214"/>
                  <a:pt x="13787" y="16975"/>
                  <a:pt x="13787" y="16736"/>
                </a:cubicBezTo>
                <a:cubicBezTo>
                  <a:pt x="13752" y="16497"/>
                  <a:pt x="13855" y="16293"/>
                  <a:pt x="14025" y="16156"/>
                </a:cubicBezTo>
                <a:cubicBezTo>
                  <a:pt x="14162" y="16020"/>
                  <a:pt x="14298" y="15849"/>
                  <a:pt x="14435" y="15712"/>
                </a:cubicBezTo>
                <a:close/>
                <a:moveTo>
                  <a:pt x="4130" y="27963"/>
                </a:moveTo>
                <a:lnTo>
                  <a:pt x="4198" y="28031"/>
                </a:lnTo>
                <a:lnTo>
                  <a:pt x="4164" y="28031"/>
                </a:lnTo>
                <a:cubicBezTo>
                  <a:pt x="4061" y="28133"/>
                  <a:pt x="3959" y="28202"/>
                  <a:pt x="3823" y="28304"/>
                </a:cubicBezTo>
                <a:cubicBezTo>
                  <a:pt x="3481" y="28440"/>
                  <a:pt x="3208" y="28679"/>
                  <a:pt x="2970" y="28986"/>
                </a:cubicBezTo>
                <a:cubicBezTo>
                  <a:pt x="2731" y="29293"/>
                  <a:pt x="2389" y="29532"/>
                  <a:pt x="2014" y="29669"/>
                </a:cubicBezTo>
                <a:cubicBezTo>
                  <a:pt x="1639" y="29771"/>
                  <a:pt x="1263" y="29874"/>
                  <a:pt x="854" y="30010"/>
                </a:cubicBezTo>
                <a:lnTo>
                  <a:pt x="820" y="29874"/>
                </a:lnTo>
                <a:cubicBezTo>
                  <a:pt x="956" y="29771"/>
                  <a:pt x="1093" y="29669"/>
                  <a:pt x="1229" y="29566"/>
                </a:cubicBezTo>
                <a:cubicBezTo>
                  <a:pt x="2185" y="29020"/>
                  <a:pt x="3106" y="28509"/>
                  <a:pt x="4061" y="27963"/>
                </a:cubicBezTo>
                <a:close/>
                <a:moveTo>
                  <a:pt x="20398" y="25228"/>
                </a:moveTo>
                <a:cubicBezTo>
                  <a:pt x="20462" y="25228"/>
                  <a:pt x="20507" y="25280"/>
                  <a:pt x="20543" y="25369"/>
                </a:cubicBezTo>
                <a:cubicBezTo>
                  <a:pt x="20816" y="25642"/>
                  <a:pt x="21089" y="25881"/>
                  <a:pt x="21362" y="26188"/>
                </a:cubicBezTo>
                <a:cubicBezTo>
                  <a:pt x="21123" y="26393"/>
                  <a:pt x="21225" y="26632"/>
                  <a:pt x="21362" y="26837"/>
                </a:cubicBezTo>
                <a:cubicBezTo>
                  <a:pt x="21840" y="27724"/>
                  <a:pt x="22522" y="28440"/>
                  <a:pt x="23341" y="29020"/>
                </a:cubicBezTo>
                <a:cubicBezTo>
                  <a:pt x="23716" y="29328"/>
                  <a:pt x="23989" y="29703"/>
                  <a:pt x="24194" y="30147"/>
                </a:cubicBezTo>
                <a:cubicBezTo>
                  <a:pt x="23887" y="30010"/>
                  <a:pt x="23682" y="29942"/>
                  <a:pt x="23580" y="29669"/>
                </a:cubicBezTo>
                <a:cubicBezTo>
                  <a:pt x="23512" y="29566"/>
                  <a:pt x="23409" y="29464"/>
                  <a:pt x="23273" y="29430"/>
                </a:cubicBezTo>
                <a:cubicBezTo>
                  <a:pt x="22829" y="29225"/>
                  <a:pt x="22454" y="28918"/>
                  <a:pt x="22147" y="28543"/>
                </a:cubicBezTo>
                <a:cubicBezTo>
                  <a:pt x="22078" y="28475"/>
                  <a:pt x="22010" y="28372"/>
                  <a:pt x="21976" y="28304"/>
                </a:cubicBezTo>
                <a:cubicBezTo>
                  <a:pt x="21874" y="28133"/>
                  <a:pt x="21771" y="27997"/>
                  <a:pt x="21635" y="27860"/>
                </a:cubicBezTo>
                <a:cubicBezTo>
                  <a:pt x="21464" y="27690"/>
                  <a:pt x="21294" y="27485"/>
                  <a:pt x="21123" y="27280"/>
                </a:cubicBezTo>
                <a:cubicBezTo>
                  <a:pt x="20782" y="26666"/>
                  <a:pt x="20475" y="26018"/>
                  <a:pt x="20168" y="25403"/>
                </a:cubicBezTo>
                <a:lnTo>
                  <a:pt x="20168" y="25369"/>
                </a:lnTo>
                <a:cubicBezTo>
                  <a:pt x="20265" y="25272"/>
                  <a:pt x="20340" y="25228"/>
                  <a:pt x="20398" y="25228"/>
                </a:cubicBezTo>
                <a:close/>
                <a:moveTo>
                  <a:pt x="27470" y="29020"/>
                </a:moveTo>
                <a:lnTo>
                  <a:pt x="27470" y="29020"/>
                </a:lnTo>
                <a:cubicBezTo>
                  <a:pt x="27333" y="29464"/>
                  <a:pt x="27299" y="29976"/>
                  <a:pt x="26753" y="30181"/>
                </a:cubicBezTo>
                <a:lnTo>
                  <a:pt x="26344" y="29771"/>
                </a:lnTo>
                <a:lnTo>
                  <a:pt x="27470" y="29020"/>
                </a:lnTo>
                <a:close/>
                <a:moveTo>
                  <a:pt x="18052" y="28748"/>
                </a:moveTo>
                <a:lnTo>
                  <a:pt x="18666" y="29123"/>
                </a:lnTo>
                <a:lnTo>
                  <a:pt x="18905" y="30249"/>
                </a:lnTo>
                <a:cubicBezTo>
                  <a:pt x="18530" y="29805"/>
                  <a:pt x="18257" y="29293"/>
                  <a:pt x="18052" y="28748"/>
                </a:cubicBezTo>
                <a:close/>
                <a:moveTo>
                  <a:pt x="5085" y="30010"/>
                </a:moveTo>
                <a:lnTo>
                  <a:pt x="5188" y="30044"/>
                </a:lnTo>
                <a:lnTo>
                  <a:pt x="4915" y="30317"/>
                </a:lnTo>
                <a:lnTo>
                  <a:pt x="5085" y="30010"/>
                </a:lnTo>
                <a:close/>
                <a:moveTo>
                  <a:pt x="35418" y="1"/>
                </a:moveTo>
                <a:cubicBezTo>
                  <a:pt x="35375" y="1"/>
                  <a:pt x="35330" y="16"/>
                  <a:pt x="35284" y="50"/>
                </a:cubicBezTo>
                <a:cubicBezTo>
                  <a:pt x="35148" y="118"/>
                  <a:pt x="35182" y="255"/>
                  <a:pt x="35250" y="357"/>
                </a:cubicBezTo>
                <a:lnTo>
                  <a:pt x="35318" y="528"/>
                </a:lnTo>
                <a:cubicBezTo>
                  <a:pt x="35591" y="1074"/>
                  <a:pt x="35864" y="1620"/>
                  <a:pt x="36171" y="2200"/>
                </a:cubicBezTo>
                <a:cubicBezTo>
                  <a:pt x="35932" y="2370"/>
                  <a:pt x="35967" y="2609"/>
                  <a:pt x="36035" y="2848"/>
                </a:cubicBezTo>
                <a:cubicBezTo>
                  <a:pt x="36205" y="3360"/>
                  <a:pt x="36376" y="3872"/>
                  <a:pt x="36547" y="4384"/>
                </a:cubicBezTo>
                <a:lnTo>
                  <a:pt x="36240" y="4657"/>
                </a:lnTo>
                <a:lnTo>
                  <a:pt x="35967" y="4486"/>
                </a:lnTo>
                <a:cubicBezTo>
                  <a:pt x="35932" y="3804"/>
                  <a:pt x="35898" y="3155"/>
                  <a:pt x="35864" y="2473"/>
                </a:cubicBezTo>
                <a:cubicBezTo>
                  <a:pt x="35864" y="2336"/>
                  <a:pt x="35830" y="2200"/>
                  <a:pt x="35796" y="2063"/>
                </a:cubicBezTo>
                <a:cubicBezTo>
                  <a:pt x="35746" y="1963"/>
                  <a:pt x="35678" y="1900"/>
                  <a:pt x="35591" y="1900"/>
                </a:cubicBezTo>
                <a:cubicBezTo>
                  <a:pt x="35559" y="1900"/>
                  <a:pt x="35525" y="1908"/>
                  <a:pt x="35489" y="1927"/>
                </a:cubicBezTo>
                <a:cubicBezTo>
                  <a:pt x="35421" y="1995"/>
                  <a:pt x="35386" y="2097"/>
                  <a:pt x="35386" y="2200"/>
                </a:cubicBezTo>
                <a:cubicBezTo>
                  <a:pt x="35386" y="2370"/>
                  <a:pt x="35421" y="2541"/>
                  <a:pt x="35421" y="2712"/>
                </a:cubicBezTo>
                <a:cubicBezTo>
                  <a:pt x="35455" y="4008"/>
                  <a:pt x="35455" y="5339"/>
                  <a:pt x="35455" y="6670"/>
                </a:cubicBezTo>
                <a:cubicBezTo>
                  <a:pt x="35455" y="6738"/>
                  <a:pt x="35421" y="6840"/>
                  <a:pt x="35421" y="6943"/>
                </a:cubicBezTo>
                <a:cubicBezTo>
                  <a:pt x="35352" y="6499"/>
                  <a:pt x="35318" y="6090"/>
                  <a:pt x="35284" y="5646"/>
                </a:cubicBezTo>
                <a:cubicBezTo>
                  <a:pt x="35284" y="4486"/>
                  <a:pt x="35284" y="3326"/>
                  <a:pt x="35250" y="2166"/>
                </a:cubicBezTo>
                <a:cubicBezTo>
                  <a:pt x="35216" y="1893"/>
                  <a:pt x="35148" y="1654"/>
                  <a:pt x="35079" y="1415"/>
                </a:cubicBezTo>
                <a:cubicBezTo>
                  <a:pt x="35113" y="1313"/>
                  <a:pt x="35148" y="1210"/>
                  <a:pt x="35182" y="1074"/>
                </a:cubicBezTo>
                <a:cubicBezTo>
                  <a:pt x="35182" y="1005"/>
                  <a:pt x="35148" y="937"/>
                  <a:pt x="35079" y="869"/>
                </a:cubicBezTo>
                <a:cubicBezTo>
                  <a:pt x="35011" y="869"/>
                  <a:pt x="34909" y="869"/>
                  <a:pt x="34840" y="937"/>
                </a:cubicBezTo>
                <a:cubicBezTo>
                  <a:pt x="34738" y="1040"/>
                  <a:pt x="34670" y="1176"/>
                  <a:pt x="34636" y="1278"/>
                </a:cubicBezTo>
                <a:cubicBezTo>
                  <a:pt x="34294" y="2302"/>
                  <a:pt x="33783" y="3258"/>
                  <a:pt x="33373" y="4247"/>
                </a:cubicBezTo>
                <a:cubicBezTo>
                  <a:pt x="33305" y="4418"/>
                  <a:pt x="33237" y="4554"/>
                  <a:pt x="33134" y="4691"/>
                </a:cubicBezTo>
                <a:cubicBezTo>
                  <a:pt x="32554" y="5339"/>
                  <a:pt x="31838" y="5851"/>
                  <a:pt x="31053" y="6260"/>
                </a:cubicBezTo>
                <a:cubicBezTo>
                  <a:pt x="30131" y="6567"/>
                  <a:pt x="29176" y="6840"/>
                  <a:pt x="28221" y="7079"/>
                </a:cubicBezTo>
                <a:cubicBezTo>
                  <a:pt x="28145" y="7129"/>
                  <a:pt x="28066" y="7152"/>
                  <a:pt x="27990" y="7152"/>
                </a:cubicBezTo>
                <a:cubicBezTo>
                  <a:pt x="27859" y="7152"/>
                  <a:pt x="27739" y="7085"/>
                  <a:pt x="27675" y="6977"/>
                </a:cubicBezTo>
                <a:cubicBezTo>
                  <a:pt x="27627" y="6917"/>
                  <a:pt x="27570" y="6891"/>
                  <a:pt x="27516" y="6891"/>
                </a:cubicBezTo>
                <a:cubicBezTo>
                  <a:pt x="27415" y="6891"/>
                  <a:pt x="27321" y="6981"/>
                  <a:pt x="27299" y="7113"/>
                </a:cubicBezTo>
                <a:cubicBezTo>
                  <a:pt x="27231" y="7352"/>
                  <a:pt x="27436" y="7591"/>
                  <a:pt x="27675" y="7625"/>
                </a:cubicBezTo>
                <a:cubicBezTo>
                  <a:pt x="27913" y="7625"/>
                  <a:pt x="28152" y="7591"/>
                  <a:pt x="28391" y="7557"/>
                </a:cubicBezTo>
                <a:cubicBezTo>
                  <a:pt x="28562" y="7523"/>
                  <a:pt x="28732" y="7489"/>
                  <a:pt x="28903" y="7455"/>
                </a:cubicBezTo>
                <a:lnTo>
                  <a:pt x="28937" y="7523"/>
                </a:lnTo>
                <a:cubicBezTo>
                  <a:pt x="28664" y="7625"/>
                  <a:pt x="28357" y="7728"/>
                  <a:pt x="28084" y="7864"/>
                </a:cubicBezTo>
                <a:cubicBezTo>
                  <a:pt x="27982" y="7898"/>
                  <a:pt x="27845" y="7932"/>
                  <a:pt x="27777" y="8035"/>
                </a:cubicBezTo>
                <a:cubicBezTo>
                  <a:pt x="27743" y="8137"/>
                  <a:pt x="27777" y="8274"/>
                  <a:pt x="27777" y="8478"/>
                </a:cubicBezTo>
                <a:cubicBezTo>
                  <a:pt x="27675" y="8444"/>
                  <a:pt x="27572" y="8410"/>
                  <a:pt x="27470" y="8342"/>
                </a:cubicBezTo>
                <a:cubicBezTo>
                  <a:pt x="27403" y="8275"/>
                  <a:pt x="27337" y="8223"/>
                  <a:pt x="27260" y="8223"/>
                </a:cubicBezTo>
                <a:cubicBezTo>
                  <a:pt x="27220" y="8223"/>
                  <a:pt x="27176" y="8238"/>
                  <a:pt x="27129" y="8274"/>
                </a:cubicBezTo>
                <a:cubicBezTo>
                  <a:pt x="26992" y="8376"/>
                  <a:pt x="26992" y="8581"/>
                  <a:pt x="27095" y="8717"/>
                </a:cubicBezTo>
                <a:cubicBezTo>
                  <a:pt x="27203" y="8879"/>
                  <a:pt x="27375" y="8977"/>
                  <a:pt x="27560" y="8977"/>
                </a:cubicBezTo>
                <a:cubicBezTo>
                  <a:pt x="27609" y="8977"/>
                  <a:pt x="27659" y="8970"/>
                  <a:pt x="27709" y="8956"/>
                </a:cubicBezTo>
                <a:cubicBezTo>
                  <a:pt x="28050" y="8854"/>
                  <a:pt x="28391" y="8751"/>
                  <a:pt x="28767" y="8683"/>
                </a:cubicBezTo>
                <a:lnTo>
                  <a:pt x="29142" y="8547"/>
                </a:lnTo>
                <a:lnTo>
                  <a:pt x="29142" y="8547"/>
                </a:lnTo>
                <a:cubicBezTo>
                  <a:pt x="28732" y="8854"/>
                  <a:pt x="28289" y="9127"/>
                  <a:pt x="27845" y="9400"/>
                </a:cubicBezTo>
                <a:cubicBezTo>
                  <a:pt x="27641" y="9536"/>
                  <a:pt x="27402" y="9639"/>
                  <a:pt x="27163" y="9639"/>
                </a:cubicBezTo>
                <a:cubicBezTo>
                  <a:pt x="27026" y="9639"/>
                  <a:pt x="26890" y="9741"/>
                  <a:pt x="26924" y="9877"/>
                </a:cubicBezTo>
                <a:cubicBezTo>
                  <a:pt x="26958" y="9980"/>
                  <a:pt x="27026" y="10082"/>
                  <a:pt x="27163" y="10116"/>
                </a:cubicBezTo>
                <a:cubicBezTo>
                  <a:pt x="27368" y="10116"/>
                  <a:pt x="27572" y="10116"/>
                  <a:pt x="27743" y="10048"/>
                </a:cubicBezTo>
                <a:cubicBezTo>
                  <a:pt x="28289" y="9809"/>
                  <a:pt x="28835" y="9570"/>
                  <a:pt x="29381" y="9263"/>
                </a:cubicBezTo>
                <a:cubicBezTo>
                  <a:pt x="29893" y="8990"/>
                  <a:pt x="30404" y="8683"/>
                  <a:pt x="30916" y="8376"/>
                </a:cubicBezTo>
                <a:cubicBezTo>
                  <a:pt x="30983" y="8598"/>
                  <a:pt x="31049" y="8690"/>
                  <a:pt x="31181" y="8690"/>
                </a:cubicBezTo>
                <a:cubicBezTo>
                  <a:pt x="31252" y="8690"/>
                  <a:pt x="31343" y="8663"/>
                  <a:pt x="31462" y="8615"/>
                </a:cubicBezTo>
                <a:cubicBezTo>
                  <a:pt x="31633" y="8513"/>
                  <a:pt x="31804" y="8410"/>
                  <a:pt x="31940" y="8308"/>
                </a:cubicBezTo>
                <a:cubicBezTo>
                  <a:pt x="32418" y="7932"/>
                  <a:pt x="32827" y="7523"/>
                  <a:pt x="33203" y="7045"/>
                </a:cubicBezTo>
                <a:lnTo>
                  <a:pt x="33441" y="6704"/>
                </a:lnTo>
                <a:cubicBezTo>
                  <a:pt x="33476" y="6738"/>
                  <a:pt x="33476" y="6806"/>
                  <a:pt x="33441" y="6840"/>
                </a:cubicBezTo>
                <a:cubicBezTo>
                  <a:pt x="33168" y="7318"/>
                  <a:pt x="32861" y="7830"/>
                  <a:pt x="32554" y="8342"/>
                </a:cubicBezTo>
                <a:cubicBezTo>
                  <a:pt x="32145" y="8854"/>
                  <a:pt x="31667" y="9331"/>
                  <a:pt x="31155" y="9707"/>
                </a:cubicBezTo>
                <a:lnTo>
                  <a:pt x="31121" y="9707"/>
                </a:lnTo>
                <a:cubicBezTo>
                  <a:pt x="31087" y="9570"/>
                  <a:pt x="31019" y="9434"/>
                  <a:pt x="30950" y="9297"/>
                </a:cubicBezTo>
                <a:cubicBezTo>
                  <a:pt x="30882" y="9229"/>
                  <a:pt x="30814" y="9195"/>
                  <a:pt x="30712" y="9195"/>
                </a:cubicBezTo>
                <a:cubicBezTo>
                  <a:pt x="30507" y="9400"/>
                  <a:pt x="30234" y="9468"/>
                  <a:pt x="30029" y="9741"/>
                </a:cubicBezTo>
                <a:cubicBezTo>
                  <a:pt x="29688" y="10219"/>
                  <a:pt x="29313" y="10628"/>
                  <a:pt x="28903" y="11038"/>
                </a:cubicBezTo>
                <a:lnTo>
                  <a:pt x="28835" y="11038"/>
                </a:lnTo>
                <a:cubicBezTo>
                  <a:pt x="28817" y="11034"/>
                  <a:pt x="28800" y="11032"/>
                  <a:pt x="28783" y="11032"/>
                </a:cubicBezTo>
                <a:cubicBezTo>
                  <a:pt x="28643" y="11032"/>
                  <a:pt x="28555" y="11154"/>
                  <a:pt x="28494" y="11276"/>
                </a:cubicBezTo>
                <a:cubicBezTo>
                  <a:pt x="28152" y="11788"/>
                  <a:pt x="27675" y="12198"/>
                  <a:pt x="27163" y="12505"/>
                </a:cubicBezTo>
                <a:cubicBezTo>
                  <a:pt x="27060" y="12539"/>
                  <a:pt x="26958" y="12676"/>
                  <a:pt x="26958" y="12744"/>
                </a:cubicBezTo>
                <a:cubicBezTo>
                  <a:pt x="26992" y="12983"/>
                  <a:pt x="26856" y="13085"/>
                  <a:pt x="26719" y="13187"/>
                </a:cubicBezTo>
                <a:cubicBezTo>
                  <a:pt x="26480" y="13494"/>
                  <a:pt x="26139" y="13699"/>
                  <a:pt x="25798" y="13870"/>
                </a:cubicBezTo>
                <a:cubicBezTo>
                  <a:pt x="25695" y="13904"/>
                  <a:pt x="25627" y="13972"/>
                  <a:pt x="25627" y="14075"/>
                </a:cubicBezTo>
                <a:cubicBezTo>
                  <a:pt x="25598" y="14193"/>
                  <a:pt x="25697" y="14286"/>
                  <a:pt x="25813" y="14286"/>
                </a:cubicBezTo>
                <a:cubicBezTo>
                  <a:pt x="25830" y="14286"/>
                  <a:pt x="25848" y="14284"/>
                  <a:pt x="25866" y="14279"/>
                </a:cubicBezTo>
                <a:cubicBezTo>
                  <a:pt x="26105" y="14245"/>
                  <a:pt x="26310" y="14143"/>
                  <a:pt x="26514" y="14040"/>
                </a:cubicBezTo>
                <a:cubicBezTo>
                  <a:pt x="26856" y="13733"/>
                  <a:pt x="27197" y="13392"/>
                  <a:pt x="27504" y="13085"/>
                </a:cubicBezTo>
                <a:cubicBezTo>
                  <a:pt x="27811" y="12778"/>
                  <a:pt x="28118" y="12471"/>
                  <a:pt x="28425" y="12198"/>
                </a:cubicBezTo>
                <a:cubicBezTo>
                  <a:pt x="28459" y="12130"/>
                  <a:pt x="28528" y="12095"/>
                  <a:pt x="28596" y="12095"/>
                </a:cubicBezTo>
                <a:cubicBezTo>
                  <a:pt x="28016" y="12846"/>
                  <a:pt x="27402" y="13563"/>
                  <a:pt x="26685" y="14177"/>
                </a:cubicBezTo>
                <a:cubicBezTo>
                  <a:pt x="26583" y="14245"/>
                  <a:pt x="26480" y="14313"/>
                  <a:pt x="26344" y="14313"/>
                </a:cubicBezTo>
                <a:cubicBezTo>
                  <a:pt x="26207" y="14313"/>
                  <a:pt x="26105" y="14450"/>
                  <a:pt x="26105" y="14586"/>
                </a:cubicBezTo>
                <a:cubicBezTo>
                  <a:pt x="26037" y="14928"/>
                  <a:pt x="26514" y="14859"/>
                  <a:pt x="26514" y="15167"/>
                </a:cubicBezTo>
                <a:cubicBezTo>
                  <a:pt x="26514" y="15201"/>
                  <a:pt x="26651" y="15269"/>
                  <a:pt x="26719" y="15269"/>
                </a:cubicBezTo>
                <a:cubicBezTo>
                  <a:pt x="26822" y="15235"/>
                  <a:pt x="26924" y="15235"/>
                  <a:pt x="27026" y="15167"/>
                </a:cubicBezTo>
                <a:cubicBezTo>
                  <a:pt x="27299" y="14996"/>
                  <a:pt x="27572" y="14825"/>
                  <a:pt x="27845" y="14621"/>
                </a:cubicBezTo>
                <a:cubicBezTo>
                  <a:pt x="28050" y="14450"/>
                  <a:pt x="28221" y="14245"/>
                  <a:pt x="28425" y="14040"/>
                </a:cubicBezTo>
                <a:cubicBezTo>
                  <a:pt x="28562" y="13836"/>
                  <a:pt x="28767" y="13733"/>
                  <a:pt x="29005" y="13733"/>
                </a:cubicBezTo>
                <a:cubicBezTo>
                  <a:pt x="28767" y="14040"/>
                  <a:pt x="28630" y="14348"/>
                  <a:pt x="28289" y="14484"/>
                </a:cubicBezTo>
                <a:cubicBezTo>
                  <a:pt x="28221" y="14552"/>
                  <a:pt x="28152" y="14655"/>
                  <a:pt x="28118" y="14757"/>
                </a:cubicBezTo>
                <a:cubicBezTo>
                  <a:pt x="28050" y="14859"/>
                  <a:pt x="28016" y="14962"/>
                  <a:pt x="27948" y="15064"/>
                </a:cubicBezTo>
                <a:cubicBezTo>
                  <a:pt x="27811" y="15235"/>
                  <a:pt x="27675" y="15405"/>
                  <a:pt x="27504" y="15542"/>
                </a:cubicBezTo>
                <a:cubicBezTo>
                  <a:pt x="27197" y="15917"/>
                  <a:pt x="26787" y="16224"/>
                  <a:pt x="26344" y="16395"/>
                </a:cubicBezTo>
                <a:cubicBezTo>
                  <a:pt x="26241" y="16429"/>
                  <a:pt x="26173" y="16497"/>
                  <a:pt x="26139" y="16566"/>
                </a:cubicBezTo>
                <a:cubicBezTo>
                  <a:pt x="26139" y="16770"/>
                  <a:pt x="26037" y="16804"/>
                  <a:pt x="25866" y="16907"/>
                </a:cubicBezTo>
                <a:cubicBezTo>
                  <a:pt x="25695" y="17009"/>
                  <a:pt x="25491" y="17112"/>
                  <a:pt x="25320" y="17180"/>
                </a:cubicBezTo>
                <a:cubicBezTo>
                  <a:pt x="25184" y="17282"/>
                  <a:pt x="24979" y="17350"/>
                  <a:pt x="25047" y="17589"/>
                </a:cubicBezTo>
                <a:cubicBezTo>
                  <a:pt x="25084" y="17662"/>
                  <a:pt x="25140" y="17696"/>
                  <a:pt x="25226" y="17696"/>
                </a:cubicBezTo>
                <a:cubicBezTo>
                  <a:pt x="25301" y="17696"/>
                  <a:pt x="25398" y="17671"/>
                  <a:pt x="25525" y="17623"/>
                </a:cubicBezTo>
                <a:cubicBezTo>
                  <a:pt x="26344" y="17248"/>
                  <a:pt x="27095" y="16736"/>
                  <a:pt x="27709" y="16088"/>
                </a:cubicBezTo>
                <a:cubicBezTo>
                  <a:pt x="28323" y="15474"/>
                  <a:pt x="28971" y="14859"/>
                  <a:pt x="29517" y="14177"/>
                </a:cubicBezTo>
                <a:cubicBezTo>
                  <a:pt x="30302" y="13256"/>
                  <a:pt x="30950" y="12300"/>
                  <a:pt x="31667" y="11345"/>
                </a:cubicBezTo>
                <a:cubicBezTo>
                  <a:pt x="31735" y="11242"/>
                  <a:pt x="31769" y="11106"/>
                  <a:pt x="31667" y="11038"/>
                </a:cubicBezTo>
                <a:cubicBezTo>
                  <a:pt x="31616" y="11021"/>
                  <a:pt x="31565" y="11012"/>
                  <a:pt x="31513" y="11012"/>
                </a:cubicBezTo>
                <a:cubicBezTo>
                  <a:pt x="31462" y="11012"/>
                  <a:pt x="31411" y="11021"/>
                  <a:pt x="31360" y="11038"/>
                </a:cubicBezTo>
                <a:cubicBezTo>
                  <a:pt x="31258" y="11140"/>
                  <a:pt x="31189" y="11208"/>
                  <a:pt x="31121" y="11311"/>
                </a:cubicBezTo>
                <a:cubicBezTo>
                  <a:pt x="30882" y="11652"/>
                  <a:pt x="30643" y="11993"/>
                  <a:pt x="30404" y="12334"/>
                </a:cubicBezTo>
                <a:cubicBezTo>
                  <a:pt x="30370" y="12437"/>
                  <a:pt x="30302" y="12505"/>
                  <a:pt x="30268" y="12573"/>
                </a:cubicBezTo>
                <a:lnTo>
                  <a:pt x="30166" y="12505"/>
                </a:lnTo>
                <a:cubicBezTo>
                  <a:pt x="30200" y="12403"/>
                  <a:pt x="30234" y="12334"/>
                  <a:pt x="30268" y="12266"/>
                </a:cubicBezTo>
                <a:cubicBezTo>
                  <a:pt x="30473" y="11993"/>
                  <a:pt x="30643" y="11754"/>
                  <a:pt x="30848" y="11481"/>
                </a:cubicBezTo>
                <a:cubicBezTo>
                  <a:pt x="31019" y="11345"/>
                  <a:pt x="31053" y="11106"/>
                  <a:pt x="30985" y="10901"/>
                </a:cubicBezTo>
                <a:cubicBezTo>
                  <a:pt x="31394" y="10731"/>
                  <a:pt x="31769" y="10423"/>
                  <a:pt x="32008" y="10014"/>
                </a:cubicBezTo>
                <a:cubicBezTo>
                  <a:pt x="32384" y="9502"/>
                  <a:pt x="32793" y="9024"/>
                  <a:pt x="33168" y="8513"/>
                </a:cubicBezTo>
                <a:cubicBezTo>
                  <a:pt x="33237" y="8444"/>
                  <a:pt x="33271" y="8342"/>
                  <a:pt x="33305" y="8240"/>
                </a:cubicBezTo>
                <a:cubicBezTo>
                  <a:pt x="33407" y="7694"/>
                  <a:pt x="33783" y="7352"/>
                  <a:pt x="34056" y="6909"/>
                </a:cubicBezTo>
                <a:cubicBezTo>
                  <a:pt x="34056" y="6977"/>
                  <a:pt x="34056" y="7045"/>
                  <a:pt x="34056" y="7113"/>
                </a:cubicBezTo>
                <a:cubicBezTo>
                  <a:pt x="33680" y="8376"/>
                  <a:pt x="33032" y="9536"/>
                  <a:pt x="32111" y="10526"/>
                </a:cubicBezTo>
                <a:cubicBezTo>
                  <a:pt x="31906" y="10731"/>
                  <a:pt x="31872" y="10867"/>
                  <a:pt x="32008" y="10969"/>
                </a:cubicBezTo>
                <a:cubicBezTo>
                  <a:pt x="32075" y="11025"/>
                  <a:pt x="32127" y="11048"/>
                  <a:pt x="32173" y="11048"/>
                </a:cubicBezTo>
                <a:cubicBezTo>
                  <a:pt x="32268" y="11048"/>
                  <a:pt x="32337" y="10948"/>
                  <a:pt x="32452" y="10833"/>
                </a:cubicBezTo>
                <a:cubicBezTo>
                  <a:pt x="32622" y="10662"/>
                  <a:pt x="32793" y="10492"/>
                  <a:pt x="32964" y="10321"/>
                </a:cubicBezTo>
                <a:lnTo>
                  <a:pt x="32964" y="10321"/>
                </a:lnTo>
                <a:cubicBezTo>
                  <a:pt x="32998" y="10423"/>
                  <a:pt x="32964" y="10560"/>
                  <a:pt x="32930" y="10628"/>
                </a:cubicBezTo>
                <a:cubicBezTo>
                  <a:pt x="32554" y="11481"/>
                  <a:pt x="32076" y="12266"/>
                  <a:pt x="31531" y="12983"/>
                </a:cubicBezTo>
                <a:cubicBezTo>
                  <a:pt x="31394" y="13187"/>
                  <a:pt x="31155" y="13290"/>
                  <a:pt x="30950" y="13324"/>
                </a:cubicBezTo>
                <a:cubicBezTo>
                  <a:pt x="30677" y="13324"/>
                  <a:pt x="30643" y="13426"/>
                  <a:pt x="30541" y="13597"/>
                </a:cubicBezTo>
                <a:cubicBezTo>
                  <a:pt x="30370" y="13972"/>
                  <a:pt x="30166" y="14313"/>
                  <a:pt x="29961" y="14655"/>
                </a:cubicBezTo>
                <a:cubicBezTo>
                  <a:pt x="29858" y="14894"/>
                  <a:pt x="29688" y="15030"/>
                  <a:pt x="29449" y="15098"/>
                </a:cubicBezTo>
                <a:cubicBezTo>
                  <a:pt x="29313" y="15098"/>
                  <a:pt x="29210" y="15201"/>
                  <a:pt x="29210" y="15337"/>
                </a:cubicBezTo>
                <a:cubicBezTo>
                  <a:pt x="29176" y="15644"/>
                  <a:pt x="29108" y="15712"/>
                  <a:pt x="28835" y="15712"/>
                </a:cubicBezTo>
                <a:cubicBezTo>
                  <a:pt x="28698" y="15712"/>
                  <a:pt x="28596" y="15747"/>
                  <a:pt x="28528" y="15849"/>
                </a:cubicBezTo>
                <a:cubicBezTo>
                  <a:pt x="28425" y="15917"/>
                  <a:pt x="28357" y="15985"/>
                  <a:pt x="28255" y="15985"/>
                </a:cubicBezTo>
                <a:cubicBezTo>
                  <a:pt x="28118" y="16054"/>
                  <a:pt x="27948" y="16088"/>
                  <a:pt x="27948" y="16258"/>
                </a:cubicBezTo>
                <a:cubicBezTo>
                  <a:pt x="27948" y="16429"/>
                  <a:pt x="28118" y="16463"/>
                  <a:pt x="28255" y="16497"/>
                </a:cubicBezTo>
                <a:cubicBezTo>
                  <a:pt x="28255" y="16497"/>
                  <a:pt x="28255" y="16531"/>
                  <a:pt x="28289" y="16634"/>
                </a:cubicBezTo>
                <a:cubicBezTo>
                  <a:pt x="28221" y="16702"/>
                  <a:pt x="28084" y="16839"/>
                  <a:pt x="28016" y="16839"/>
                </a:cubicBezTo>
                <a:cubicBezTo>
                  <a:pt x="27977" y="16826"/>
                  <a:pt x="27941" y="16820"/>
                  <a:pt x="27909" y="16820"/>
                </a:cubicBezTo>
                <a:cubicBezTo>
                  <a:pt x="27771" y="16820"/>
                  <a:pt x="27683" y="16920"/>
                  <a:pt x="27572" y="16975"/>
                </a:cubicBezTo>
                <a:cubicBezTo>
                  <a:pt x="27299" y="17180"/>
                  <a:pt x="27060" y="17350"/>
                  <a:pt x="26787" y="17487"/>
                </a:cubicBezTo>
                <a:cubicBezTo>
                  <a:pt x="25627" y="18101"/>
                  <a:pt x="24433" y="18681"/>
                  <a:pt x="23273" y="19261"/>
                </a:cubicBezTo>
                <a:cubicBezTo>
                  <a:pt x="23000" y="19364"/>
                  <a:pt x="22727" y="19466"/>
                  <a:pt x="22454" y="19568"/>
                </a:cubicBezTo>
                <a:cubicBezTo>
                  <a:pt x="22386" y="19603"/>
                  <a:pt x="22283" y="19603"/>
                  <a:pt x="22181" y="19603"/>
                </a:cubicBezTo>
                <a:cubicBezTo>
                  <a:pt x="21464" y="19432"/>
                  <a:pt x="20816" y="19091"/>
                  <a:pt x="20236" y="18647"/>
                </a:cubicBezTo>
                <a:cubicBezTo>
                  <a:pt x="20441" y="18306"/>
                  <a:pt x="20441" y="18203"/>
                  <a:pt x="20065" y="18135"/>
                </a:cubicBezTo>
                <a:cubicBezTo>
                  <a:pt x="19178" y="17896"/>
                  <a:pt x="18632" y="17248"/>
                  <a:pt x="18120" y="16531"/>
                </a:cubicBezTo>
                <a:lnTo>
                  <a:pt x="18291" y="16293"/>
                </a:lnTo>
                <a:lnTo>
                  <a:pt x="18769" y="16634"/>
                </a:lnTo>
                <a:cubicBezTo>
                  <a:pt x="19178" y="16941"/>
                  <a:pt x="19622" y="17248"/>
                  <a:pt x="20031" y="17487"/>
                </a:cubicBezTo>
                <a:cubicBezTo>
                  <a:pt x="20418" y="17760"/>
                  <a:pt x="20880" y="17896"/>
                  <a:pt x="21348" y="17896"/>
                </a:cubicBezTo>
                <a:cubicBezTo>
                  <a:pt x="21582" y="17896"/>
                  <a:pt x="21817" y="17862"/>
                  <a:pt x="22044" y="17794"/>
                </a:cubicBezTo>
                <a:cubicBezTo>
                  <a:pt x="22113" y="17760"/>
                  <a:pt x="22215" y="17692"/>
                  <a:pt x="22215" y="17623"/>
                </a:cubicBezTo>
                <a:cubicBezTo>
                  <a:pt x="22215" y="17521"/>
                  <a:pt x="22147" y="17453"/>
                  <a:pt x="22078" y="17385"/>
                </a:cubicBezTo>
                <a:cubicBezTo>
                  <a:pt x="21976" y="17316"/>
                  <a:pt x="21874" y="17282"/>
                  <a:pt x="21771" y="17248"/>
                </a:cubicBezTo>
                <a:cubicBezTo>
                  <a:pt x="21532" y="17214"/>
                  <a:pt x="21328" y="17077"/>
                  <a:pt x="21123" y="16907"/>
                </a:cubicBezTo>
                <a:cubicBezTo>
                  <a:pt x="21532" y="16804"/>
                  <a:pt x="21567" y="16702"/>
                  <a:pt x="21328" y="16429"/>
                </a:cubicBezTo>
                <a:cubicBezTo>
                  <a:pt x="21259" y="16395"/>
                  <a:pt x="21225" y="16361"/>
                  <a:pt x="21191" y="16327"/>
                </a:cubicBezTo>
                <a:cubicBezTo>
                  <a:pt x="20679" y="15883"/>
                  <a:pt x="20270" y="15405"/>
                  <a:pt x="19895" y="14825"/>
                </a:cubicBezTo>
                <a:cubicBezTo>
                  <a:pt x="19860" y="14791"/>
                  <a:pt x="19860" y="14723"/>
                  <a:pt x="19826" y="14655"/>
                </a:cubicBezTo>
                <a:lnTo>
                  <a:pt x="19895" y="14621"/>
                </a:lnTo>
                <a:lnTo>
                  <a:pt x="20168" y="14928"/>
                </a:lnTo>
                <a:cubicBezTo>
                  <a:pt x="20645" y="15405"/>
                  <a:pt x="21225" y="15781"/>
                  <a:pt x="21840" y="15985"/>
                </a:cubicBezTo>
                <a:cubicBezTo>
                  <a:pt x="21903" y="16017"/>
                  <a:pt x="21973" y="16041"/>
                  <a:pt x="22038" y="16041"/>
                </a:cubicBezTo>
                <a:cubicBezTo>
                  <a:pt x="22112" y="16041"/>
                  <a:pt x="22178" y="16009"/>
                  <a:pt x="22215" y="15917"/>
                </a:cubicBezTo>
                <a:cubicBezTo>
                  <a:pt x="22283" y="15747"/>
                  <a:pt x="22249" y="15678"/>
                  <a:pt x="22044" y="15576"/>
                </a:cubicBezTo>
                <a:cubicBezTo>
                  <a:pt x="21874" y="15474"/>
                  <a:pt x="21669" y="15405"/>
                  <a:pt x="21498" y="15303"/>
                </a:cubicBezTo>
                <a:cubicBezTo>
                  <a:pt x="21123" y="15132"/>
                  <a:pt x="20816" y="14928"/>
                  <a:pt x="20543" y="14621"/>
                </a:cubicBezTo>
                <a:cubicBezTo>
                  <a:pt x="20645" y="14484"/>
                  <a:pt x="20782" y="14382"/>
                  <a:pt x="20816" y="14279"/>
                </a:cubicBezTo>
                <a:cubicBezTo>
                  <a:pt x="20850" y="14109"/>
                  <a:pt x="20645" y="14075"/>
                  <a:pt x="20509" y="13972"/>
                </a:cubicBezTo>
                <a:cubicBezTo>
                  <a:pt x="20304" y="13870"/>
                  <a:pt x="20065" y="13767"/>
                  <a:pt x="19860" y="13631"/>
                </a:cubicBezTo>
                <a:cubicBezTo>
                  <a:pt x="19724" y="13529"/>
                  <a:pt x="19656" y="13392"/>
                  <a:pt x="19519" y="13324"/>
                </a:cubicBezTo>
                <a:cubicBezTo>
                  <a:pt x="19144" y="13119"/>
                  <a:pt x="18769" y="12812"/>
                  <a:pt x="18461" y="12471"/>
                </a:cubicBezTo>
                <a:cubicBezTo>
                  <a:pt x="18427" y="12437"/>
                  <a:pt x="18427" y="12368"/>
                  <a:pt x="18359" y="12232"/>
                </a:cubicBezTo>
                <a:lnTo>
                  <a:pt x="18359" y="12232"/>
                </a:lnTo>
                <a:cubicBezTo>
                  <a:pt x="18973" y="12573"/>
                  <a:pt x="19519" y="12846"/>
                  <a:pt x="20065" y="13119"/>
                </a:cubicBezTo>
                <a:cubicBezTo>
                  <a:pt x="20146" y="13160"/>
                  <a:pt x="20216" y="13213"/>
                  <a:pt x="20287" y="13213"/>
                </a:cubicBezTo>
                <a:cubicBezTo>
                  <a:pt x="20336" y="13213"/>
                  <a:pt x="20385" y="13188"/>
                  <a:pt x="20441" y="13119"/>
                </a:cubicBezTo>
                <a:cubicBezTo>
                  <a:pt x="20543" y="12983"/>
                  <a:pt x="20509" y="12880"/>
                  <a:pt x="20304" y="12744"/>
                </a:cubicBezTo>
                <a:cubicBezTo>
                  <a:pt x="20133" y="12607"/>
                  <a:pt x="19929" y="12505"/>
                  <a:pt x="19758" y="12403"/>
                </a:cubicBezTo>
                <a:cubicBezTo>
                  <a:pt x="19178" y="12061"/>
                  <a:pt x="18598" y="11754"/>
                  <a:pt x="18052" y="11413"/>
                </a:cubicBezTo>
                <a:cubicBezTo>
                  <a:pt x="17608" y="11072"/>
                  <a:pt x="17301" y="10628"/>
                  <a:pt x="17131" y="10116"/>
                </a:cubicBezTo>
                <a:lnTo>
                  <a:pt x="17131" y="10116"/>
                </a:lnTo>
                <a:cubicBezTo>
                  <a:pt x="17404" y="10287"/>
                  <a:pt x="17677" y="10423"/>
                  <a:pt x="17984" y="10560"/>
                </a:cubicBezTo>
                <a:cubicBezTo>
                  <a:pt x="18257" y="10662"/>
                  <a:pt x="18530" y="10833"/>
                  <a:pt x="18803" y="11038"/>
                </a:cubicBezTo>
                <a:cubicBezTo>
                  <a:pt x="19349" y="11447"/>
                  <a:pt x="19963" y="11822"/>
                  <a:pt x="20577" y="12198"/>
                </a:cubicBezTo>
                <a:cubicBezTo>
                  <a:pt x="20632" y="12234"/>
                  <a:pt x="20696" y="12271"/>
                  <a:pt x="20760" y="12271"/>
                </a:cubicBezTo>
                <a:cubicBezTo>
                  <a:pt x="20816" y="12271"/>
                  <a:pt x="20871" y="12243"/>
                  <a:pt x="20918" y="12164"/>
                </a:cubicBezTo>
                <a:cubicBezTo>
                  <a:pt x="21021" y="11993"/>
                  <a:pt x="20918" y="11891"/>
                  <a:pt x="20816" y="11822"/>
                </a:cubicBezTo>
                <a:cubicBezTo>
                  <a:pt x="20611" y="11686"/>
                  <a:pt x="20304" y="11481"/>
                  <a:pt x="20133" y="11379"/>
                </a:cubicBezTo>
                <a:cubicBezTo>
                  <a:pt x="19963" y="11276"/>
                  <a:pt x="19792" y="11174"/>
                  <a:pt x="19656" y="11072"/>
                </a:cubicBezTo>
                <a:cubicBezTo>
                  <a:pt x="19929" y="10935"/>
                  <a:pt x="20202" y="10765"/>
                  <a:pt x="20441" y="10594"/>
                </a:cubicBezTo>
                <a:cubicBezTo>
                  <a:pt x="20543" y="10492"/>
                  <a:pt x="20611" y="10355"/>
                  <a:pt x="20611" y="10219"/>
                </a:cubicBezTo>
                <a:cubicBezTo>
                  <a:pt x="20611" y="10185"/>
                  <a:pt x="20406" y="10048"/>
                  <a:pt x="20406" y="10048"/>
                </a:cubicBezTo>
                <a:cubicBezTo>
                  <a:pt x="20372" y="10014"/>
                  <a:pt x="20338" y="10014"/>
                  <a:pt x="20338" y="9980"/>
                </a:cubicBezTo>
                <a:cubicBezTo>
                  <a:pt x="20270" y="9707"/>
                  <a:pt x="20031" y="9707"/>
                  <a:pt x="19792" y="9707"/>
                </a:cubicBezTo>
                <a:cubicBezTo>
                  <a:pt x="19076" y="9639"/>
                  <a:pt x="18359" y="9297"/>
                  <a:pt x="17881" y="8751"/>
                </a:cubicBezTo>
                <a:cubicBezTo>
                  <a:pt x="17131" y="8035"/>
                  <a:pt x="16551" y="7148"/>
                  <a:pt x="16141" y="6192"/>
                </a:cubicBezTo>
                <a:cubicBezTo>
                  <a:pt x="16085" y="6081"/>
                  <a:pt x="16030" y="5969"/>
                  <a:pt x="15918" y="5969"/>
                </a:cubicBezTo>
                <a:cubicBezTo>
                  <a:pt x="15893" y="5969"/>
                  <a:pt x="15865" y="5975"/>
                  <a:pt x="15834" y="5987"/>
                </a:cubicBezTo>
                <a:cubicBezTo>
                  <a:pt x="15697" y="6022"/>
                  <a:pt x="15697" y="6192"/>
                  <a:pt x="15732" y="6329"/>
                </a:cubicBezTo>
                <a:cubicBezTo>
                  <a:pt x="15732" y="6431"/>
                  <a:pt x="15766" y="6567"/>
                  <a:pt x="15800" y="6670"/>
                </a:cubicBezTo>
                <a:cubicBezTo>
                  <a:pt x="15288" y="5987"/>
                  <a:pt x="14913" y="5237"/>
                  <a:pt x="14674" y="4418"/>
                </a:cubicBezTo>
                <a:cubicBezTo>
                  <a:pt x="14640" y="4281"/>
                  <a:pt x="14606" y="4179"/>
                  <a:pt x="14435" y="4179"/>
                </a:cubicBezTo>
                <a:cubicBezTo>
                  <a:pt x="14264" y="4179"/>
                  <a:pt x="14230" y="4315"/>
                  <a:pt x="14230" y="4486"/>
                </a:cubicBezTo>
                <a:cubicBezTo>
                  <a:pt x="14230" y="4588"/>
                  <a:pt x="14264" y="4691"/>
                  <a:pt x="14298" y="4793"/>
                </a:cubicBezTo>
                <a:cubicBezTo>
                  <a:pt x="14401" y="5066"/>
                  <a:pt x="14503" y="5339"/>
                  <a:pt x="14606" y="5578"/>
                </a:cubicBezTo>
                <a:cubicBezTo>
                  <a:pt x="14844" y="5987"/>
                  <a:pt x="15049" y="6363"/>
                  <a:pt x="15254" y="6806"/>
                </a:cubicBezTo>
                <a:lnTo>
                  <a:pt x="14947" y="6977"/>
                </a:lnTo>
                <a:cubicBezTo>
                  <a:pt x="14913" y="6875"/>
                  <a:pt x="14844" y="6772"/>
                  <a:pt x="14810" y="6670"/>
                </a:cubicBezTo>
                <a:cubicBezTo>
                  <a:pt x="14742" y="6602"/>
                  <a:pt x="14674" y="6499"/>
                  <a:pt x="14571" y="6465"/>
                </a:cubicBezTo>
                <a:cubicBezTo>
                  <a:pt x="14557" y="6461"/>
                  <a:pt x="14543" y="6460"/>
                  <a:pt x="14531" y="6460"/>
                </a:cubicBezTo>
                <a:cubicBezTo>
                  <a:pt x="14427" y="6460"/>
                  <a:pt x="14393" y="6578"/>
                  <a:pt x="14333" y="6670"/>
                </a:cubicBezTo>
                <a:lnTo>
                  <a:pt x="14537" y="7216"/>
                </a:lnTo>
                <a:cubicBezTo>
                  <a:pt x="14435" y="7455"/>
                  <a:pt x="14367" y="7659"/>
                  <a:pt x="14333" y="7864"/>
                </a:cubicBezTo>
                <a:cubicBezTo>
                  <a:pt x="14298" y="7967"/>
                  <a:pt x="14298" y="8035"/>
                  <a:pt x="14264" y="8103"/>
                </a:cubicBezTo>
                <a:cubicBezTo>
                  <a:pt x="14060" y="8615"/>
                  <a:pt x="13821" y="9093"/>
                  <a:pt x="13582" y="9604"/>
                </a:cubicBezTo>
                <a:lnTo>
                  <a:pt x="13343" y="9502"/>
                </a:lnTo>
                <a:cubicBezTo>
                  <a:pt x="13479" y="9161"/>
                  <a:pt x="13582" y="8854"/>
                  <a:pt x="13684" y="8547"/>
                </a:cubicBezTo>
                <a:cubicBezTo>
                  <a:pt x="13923" y="7932"/>
                  <a:pt x="14128" y="7318"/>
                  <a:pt x="14333" y="6670"/>
                </a:cubicBezTo>
                <a:cubicBezTo>
                  <a:pt x="14196" y="6670"/>
                  <a:pt x="14128" y="6567"/>
                  <a:pt x="14128" y="6431"/>
                </a:cubicBezTo>
                <a:cubicBezTo>
                  <a:pt x="14128" y="6329"/>
                  <a:pt x="14060" y="6226"/>
                  <a:pt x="13991" y="6158"/>
                </a:cubicBezTo>
                <a:cubicBezTo>
                  <a:pt x="13966" y="6145"/>
                  <a:pt x="13941" y="6140"/>
                  <a:pt x="13918" y="6140"/>
                </a:cubicBezTo>
                <a:cubicBezTo>
                  <a:pt x="13819" y="6140"/>
                  <a:pt x="13746" y="6245"/>
                  <a:pt x="13718" y="6329"/>
                </a:cubicBezTo>
                <a:lnTo>
                  <a:pt x="13650" y="6431"/>
                </a:lnTo>
                <a:cubicBezTo>
                  <a:pt x="13275" y="6943"/>
                  <a:pt x="12933" y="7421"/>
                  <a:pt x="12592" y="7898"/>
                </a:cubicBezTo>
                <a:cubicBezTo>
                  <a:pt x="12490" y="8001"/>
                  <a:pt x="12422" y="8069"/>
                  <a:pt x="12319" y="8171"/>
                </a:cubicBezTo>
                <a:cubicBezTo>
                  <a:pt x="12115" y="8035"/>
                  <a:pt x="12183" y="7932"/>
                  <a:pt x="12285" y="7796"/>
                </a:cubicBezTo>
                <a:cubicBezTo>
                  <a:pt x="12558" y="7455"/>
                  <a:pt x="12865" y="7113"/>
                  <a:pt x="13138" y="6738"/>
                </a:cubicBezTo>
                <a:cubicBezTo>
                  <a:pt x="13275" y="6533"/>
                  <a:pt x="13445" y="6295"/>
                  <a:pt x="13548" y="6056"/>
                </a:cubicBezTo>
                <a:cubicBezTo>
                  <a:pt x="13684" y="5783"/>
                  <a:pt x="13787" y="5510"/>
                  <a:pt x="13855" y="5237"/>
                </a:cubicBezTo>
                <a:cubicBezTo>
                  <a:pt x="13923" y="5134"/>
                  <a:pt x="13957" y="4998"/>
                  <a:pt x="13957" y="4827"/>
                </a:cubicBezTo>
                <a:cubicBezTo>
                  <a:pt x="13923" y="4759"/>
                  <a:pt x="13855" y="4657"/>
                  <a:pt x="13752" y="4622"/>
                </a:cubicBezTo>
                <a:cubicBezTo>
                  <a:pt x="13748" y="4618"/>
                  <a:pt x="13741" y="4616"/>
                  <a:pt x="13733" y="4616"/>
                </a:cubicBezTo>
                <a:cubicBezTo>
                  <a:pt x="13682" y="4616"/>
                  <a:pt x="13572" y="4695"/>
                  <a:pt x="13514" y="4725"/>
                </a:cubicBezTo>
                <a:cubicBezTo>
                  <a:pt x="13479" y="4793"/>
                  <a:pt x="13479" y="4861"/>
                  <a:pt x="13445" y="4930"/>
                </a:cubicBezTo>
                <a:cubicBezTo>
                  <a:pt x="13241" y="5237"/>
                  <a:pt x="13070" y="5612"/>
                  <a:pt x="12660" y="5612"/>
                </a:cubicBezTo>
                <a:cubicBezTo>
                  <a:pt x="12626" y="5646"/>
                  <a:pt x="12592" y="5646"/>
                  <a:pt x="12558" y="5646"/>
                </a:cubicBezTo>
                <a:cubicBezTo>
                  <a:pt x="12388" y="5749"/>
                  <a:pt x="12388" y="5851"/>
                  <a:pt x="12490" y="6022"/>
                </a:cubicBezTo>
                <a:cubicBezTo>
                  <a:pt x="12524" y="6090"/>
                  <a:pt x="12592" y="6124"/>
                  <a:pt x="12626" y="6192"/>
                </a:cubicBezTo>
                <a:cubicBezTo>
                  <a:pt x="12149" y="6806"/>
                  <a:pt x="11705" y="7386"/>
                  <a:pt x="11227" y="7967"/>
                </a:cubicBezTo>
                <a:cubicBezTo>
                  <a:pt x="10579" y="8785"/>
                  <a:pt x="9692" y="9434"/>
                  <a:pt x="8702" y="9775"/>
                </a:cubicBezTo>
                <a:lnTo>
                  <a:pt x="8566" y="9843"/>
                </a:lnTo>
                <a:cubicBezTo>
                  <a:pt x="8429" y="9912"/>
                  <a:pt x="8327" y="10014"/>
                  <a:pt x="8395" y="10185"/>
                </a:cubicBezTo>
                <a:cubicBezTo>
                  <a:pt x="8418" y="10276"/>
                  <a:pt x="8486" y="10306"/>
                  <a:pt x="8570" y="10306"/>
                </a:cubicBezTo>
                <a:cubicBezTo>
                  <a:pt x="8611" y="10306"/>
                  <a:pt x="8657" y="10298"/>
                  <a:pt x="8702" y="10287"/>
                </a:cubicBezTo>
                <a:cubicBezTo>
                  <a:pt x="8770" y="10287"/>
                  <a:pt x="8873" y="10253"/>
                  <a:pt x="8941" y="10219"/>
                </a:cubicBezTo>
                <a:lnTo>
                  <a:pt x="9521" y="10014"/>
                </a:lnTo>
                <a:lnTo>
                  <a:pt x="9555" y="10082"/>
                </a:lnTo>
                <a:cubicBezTo>
                  <a:pt x="9453" y="10185"/>
                  <a:pt x="9316" y="10253"/>
                  <a:pt x="9214" y="10355"/>
                </a:cubicBezTo>
                <a:cubicBezTo>
                  <a:pt x="8873" y="10560"/>
                  <a:pt x="8532" y="10799"/>
                  <a:pt x="8224" y="11038"/>
                </a:cubicBezTo>
                <a:cubicBezTo>
                  <a:pt x="7986" y="11140"/>
                  <a:pt x="7883" y="11379"/>
                  <a:pt x="7986" y="11618"/>
                </a:cubicBezTo>
                <a:cubicBezTo>
                  <a:pt x="7716" y="11780"/>
                  <a:pt x="7382" y="11878"/>
                  <a:pt x="7051" y="11878"/>
                </a:cubicBezTo>
                <a:cubicBezTo>
                  <a:pt x="6964" y="11878"/>
                  <a:pt x="6877" y="11871"/>
                  <a:pt x="6791" y="11857"/>
                </a:cubicBezTo>
                <a:cubicBezTo>
                  <a:pt x="6757" y="11857"/>
                  <a:pt x="6723" y="11854"/>
                  <a:pt x="6690" y="11854"/>
                </a:cubicBezTo>
                <a:cubicBezTo>
                  <a:pt x="6591" y="11854"/>
                  <a:pt x="6501" y="11874"/>
                  <a:pt x="6450" y="12027"/>
                </a:cubicBezTo>
                <a:cubicBezTo>
                  <a:pt x="6416" y="12198"/>
                  <a:pt x="6552" y="12334"/>
                  <a:pt x="6723" y="12334"/>
                </a:cubicBezTo>
                <a:cubicBezTo>
                  <a:pt x="6996" y="12334"/>
                  <a:pt x="7269" y="12334"/>
                  <a:pt x="7542" y="12300"/>
                </a:cubicBezTo>
                <a:cubicBezTo>
                  <a:pt x="7644" y="12300"/>
                  <a:pt x="7781" y="12266"/>
                  <a:pt x="7883" y="12198"/>
                </a:cubicBezTo>
                <a:lnTo>
                  <a:pt x="7917" y="12300"/>
                </a:lnTo>
                <a:lnTo>
                  <a:pt x="6928" y="12641"/>
                </a:lnTo>
                <a:cubicBezTo>
                  <a:pt x="6791" y="12676"/>
                  <a:pt x="6655" y="12710"/>
                  <a:pt x="6518" y="12778"/>
                </a:cubicBezTo>
                <a:cubicBezTo>
                  <a:pt x="6450" y="12812"/>
                  <a:pt x="6382" y="12914"/>
                  <a:pt x="6382" y="12983"/>
                </a:cubicBezTo>
                <a:cubicBezTo>
                  <a:pt x="6416" y="13051"/>
                  <a:pt x="6518" y="13119"/>
                  <a:pt x="6587" y="13153"/>
                </a:cubicBezTo>
                <a:cubicBezTo>
                  <a:pt x="6621" y="13170"/>
                  <a:pt x="6663" y="13179"/>
                  <a:pt x="6706" y="13179"/>
                </a:cubicBezTo>
                <a:cubicBezTo>
                  <a:pt x="6749" y="13179"/>
                  <a:pt x="6791" y="13170"/>
                  <a:pt x="6825" y="13153"/>
                </a:cubicBezTo>
                <a:cubicBezTo>
                  <a:pt x="7337" y="13085"/>
                  <a:pt x="7815" y="12914"/>
                  <a:pt x="8259" y="12676"/>
                </a:cubicBezTo>
                <a:cubicBezTo>
                  <a:pt x="8395" y="12607"/>
                  <a:pt x="8600" y="12607"/>
                  <a:pt x="8770" y="12539"/>
                </a:cubicBezTo>
                <a:cubicBezTo>
                  <a:pt x="9214" y="12403"/>
                  <a:pt x="9658" y="12266"/>
                  <a:pt x="10067" y="12095"/>
                </a:cubicBezTo>
                <a:cubicBezTo>
                  <a:pt x="10204" y="12027"/>
                  <a:pt x="10340" y="11993"/>
                  <a:pt x="10477" y="11959"/>
                </a:cubicBezTo>
                <a:lnTo>
                  <a:pt x="10477" y="11959"/>
                </a:lnTo>
                <a:cubicBezTo>
                  <a:pt x="10477" y="12027"/>
                  <a:pt x="10442" y="12095"/>
                  <a:pt x="10408" y="12130"/>
                </a:cubicBezTo>
                <a:cubicBezTo>
                  <a:pt x="10340" y="12232"/>
                  <a:pt x="10272" y="12300"/>
                  <a:pt x="10204" y="12403"/>
                </a:cubicBezTo>
                <a:cubicBezTo>
                  <a:pt x="9419" y="13119"/>
                  <a:pt x="8702" y="13972"/>
                  <a:pt x="7713" y="14450"/>
                </a:cubicBezTo>
                <a:cubicBezTo>
                  <a:pt x="7303" y="14791"/>
                  <a:pt x="6791" y="14996"/>
                  <a:pt x="6279" y="14996"/>
                </a:cubicBezTo>
                <a:cubicBezTo>
                  <a:pt x="5972" y="15030"/>
                  <a:pt x="5938" y="15132"/>
                  <a:pt x="6041" y="15508"/>
                </a:cubicBezTo>
                <a:cubicBezTo>
                  <a:pt x="5597" y="15712"/>
                  <a:pt x="5153" y="15917"/>
                  <a:pt x="4744" y="16088"/>
                </a:cubicBezTo>
                <a:cubicBezTo>
                  <a:pt x="4710" y="16111"/>
                  <a:pt x="4676" y="16118"/>
                  <a:pt x="4642" y="16118"/>
                </a:cubicBezTo>
                <a:cubicBezTo>
                  <a:pt x="4573" y="16118"/>
                  <a:pt x="4505" y="16088"/>
                  <a:pt x="4437" y="16088"/>
                </a:cubicBezTo>
                <a:cubicBezTo>
                  <a:pt x="4334" y="16088"/>
                  <a:pt x="4232" y="16122"/>
                  <a:pt x="4130" y="16156"/>
                </a:cubicBezTo>
                <a:cubicBezTo>
                  <a:pt x="4027" y="16258"/>
                  <a:pt x="3993" y="16429"/>
                  <a:pt x="4096" y="16531"/>
                </a:cubicBezTo>
                <a:cubicBezTo>
                  <a:pt x="4165" y="16647"/>
                  <a:pt x="4282" y="16716"/>
                  <a:pt x="4414" y="16716"/>
                </a:cubicBezTo>
                <a:cubicBezTo>
                  <a:pt x="4476" y="16716"/>
                  <a:pt x="4542" y="16701"/>
                  <a:pt x="4607" y="16668"/>
                </a:cubicBezTo>
                <a:cubicBezTo>
                  <a:pt x="4949" y="16566"/>
                  <a:pt x="5290" y="16429"/>
                  <a:pt x="5631" y="16258"/>
                </a:cubicBezTo>
                <a:cubicBezTo>
                  <a:pt x="6245" y="15951"/>
                  <a:pt x="6860" y="15610"/>
                  <a:pt x="7440" y="15269"/>
                </a:cubicBezTo>
                <a:cubicBezTo>
                  <a:pt x="7533" y="15222"/>
                  <a:pt x="7620" y="15182"/>
                  <a:pt x="7696" y="15182"/>
                </a:cubicBezTo>
                <a:cubicBezTo>
                  <a:pt x="7786" y="15182"/>
                  <a:pt x="7862" y="15239"/>
                  <a:pt x="7917" y="15405"/>
                </a:cubicBezTo>
                <a:cubicBezTo>
                  <a:pt x="7610" y="15712"/>
                  <a:pt x="7235" y="15985"/>
                  <a:pt x="6860" y="16224"/>
                </a:cubicBezTo>
                <a:cubicBezTo>
                  <a:pt x="5870" y="16668"/>
                  <a:pt x="4846" y="17077"/>
                  <a:pt x="3857" y="17487"/>
                </a:cubicBezTo>
                <a:cubicBezTo>
                  <a:pt x="3720" y="17521"/>
                  <a:pt x="3618" y="17589"/>
                  <a:pt x="3516" y="17658"/>
                </a:cubicBezTo>
                <a:cubicBezTo>
                  <a:pt x="3345" y="17794"/>
                  <a:pt x="3447" y="18033"/>
                  <a:pt x="3652" y="18033"/>
                </a:cubicBezTo>
                <a:cubicBezTo>
                  <a:pt x="3754" y="18033"/>
                  <a:pt x="3891" y="17999"/>
                  <a:pt x="3993" y="17965"/>
                </a:cubicBezTo>
                <a:lnTo>
                  <a:pt x="4949" y="17589"/>
                </a:lnTo>
                <a:cubicBezTo>
                  <a:pt x="5024" y="17740"/>
                  <a:pt x="5131" y="17787"/>
                  <a:pt x="5240" y="17787"/>
                </a:cubicBezTo>
                <a:cubicBezTo>
                  <a:pt x="5328" y="17787"/>
                  <a:pt x="5418" y="17756"/>
                  <a:pt x="5495" y="17726"/>
                </a:cubicBezTo>
                <a:cubicBezTo>
                  <a:pt x="5699" y="17658"/>
                  <a:pt x="5904" y="17555"/>
                  <a:pt x="6075" y="17419"/>
                </a:cubicBezTo>
                <a:cubicBezTo>
                  <a:pt x="6723" y="16941"/>
                  <a:pt x="7337" y="16463"/>
                  <a:pt x="7952" y="15985"/>
                </a:cubicBezTo>
                <a:lnTo>
                  <a:pt x="8224" y="15781"/>
                </a:lnTo>
                <a:lnTo>
                  <a:pt x="8224" y="15781"/>
                </a:lnTo>
                <a:cubicBezTo>
                  <a:pt x="7952" y="16361"/>
                  <a:pt x="7576" y="16907"/>
                  <a:pt x="7133" y="17350"/>
                </a:cubicBezTo>
                <a:cubicBezTo>
                  <a:pt x="6689" y="17692"/>
                  <a:pt x="6245" y="17999"/>
                  <a:pt x="5802" y="18306"/>
                </a:cubicBezTo>
                <a:cubicBezTo>
                  <a:pt x="5324" y="18613"/>
                  <a:pt x="4846" y="18852"/>
                  <a:pt x="4403" y="19125"/>
                </a:cubicBezTo>
                <a:cubicBezTo>
                  <a:pt x="3891" y="19364"/>
                  <a:pt x="3379" y="19500"/>
                  <a:pt x="2833" y="19568"/>
                </a:cubicBezTo>
                <a:cubicBezTo>
                  <a:pt x="2662" y="19603"/>
                  <a:pt x="2526" y="19603"/>
                  <a:pt x="2560" y="19807"/>
                </a:cubicBezTo>
                <a:cubicBezTo>
                  <a:pt x="2560" y="20012"/>
                  <a:pt x="2731" y="20012"/>
                  <a:pt x="2867" y="20012"/>
                </a:cubicBezTo>
                <a:cubicBezTo>
                  <a:pt x="2970" y="19995"/>
                  <a:pt x="3072" y="19986"/>
                  <a:pt x="3174" y="19986"/>
                </a:cubicBezTo>
                <a:cubicBezTo>
                  <a:pt x="3277" y="19986"/>
                  <a:pt x="3379" y="19995"/>
                  <a:pt x="3481" y="20012"/>
                </a:cubicBezTo>
                <a:cubicBezTo>
                  <a:pt x="3581" y="20024"/>
                  <a:pt x="3681" y="20032"/>
                  <a:pt x="3779" y="20032"/>
                </a:cubicBezTo>
                <a:cubicBezTo>
                  <a:pt x="3950" y="20032"/>
                  <a:pt x="4115" y="20009"/>
                  <a:pt x="4266" y="19944"/>
                </a:cubicBezTo>
                <a:cubicBezTo>
                  <a:pt x="4369" y="19910"/>
                  <a:pt x="4505" y="19876"/>
                  <a:pt x="4607" y="19841"/>
                </a:cubicBezTo>
                <a:cubicBezTo>
                  <a:pt x="4632" y="20112"/>
                  <a:pt x="4692" y="20240"/>
                  <a:pt x="4838" y="20240"/>
                </a:cubicBezTo>
                <a:cubicBezTo>
                  <a:pt x="4895" y="20240"/>
                  <a:pt x="4965" y="20221"/>
                  <a:pt x="5051" y="20183"/>
                </a:cubicBezTo>
                <a:cubicBezTo>
                  <a:pt x="5290" y="20114"/>
                  <a:pt x="5495" y="19978"/>
                  <a:pt x="5665" y="19841"/>
                </a:cubicBezTo>
                <a:cubicBezTo>
                  <a:pt x="5972" y="19534"/>
                  <a:pt x="6279" y="19227"/>
                  <a:pt x="6587" y="18920"/>
                </a:cubicBezTo>
                <a:lnTo>
                  <a:pt x="6825" y="18647"/>
                </a:lnTo>
                <a:lnTo>
                  <a:pt x="6825" y="18647"/>
                </a:lnTo>
                <a:cubicBezTo>
                  <a:pt x="6825" y="18784"/>
                  <a:pt x="6757" y="18886"/>
                  <a:pt x="6689" y="18988"/>
                </a:cubicBezTo>
                <a:cubicBezTo>
                  <a:pt x="6007" y="19637"/>
                  <a:pt x="5324" y="20319"/>
                  <a:pt x="4607" y="20967"/>
                </a:cubicBezTo>
                <a:cubicBezTo>
                  <a:pt x="4471" y="21070"/>
                  <a:pt x="4334" y="21172"/>
                  <a:pt x="4164" y="21240"/>
                </a:cubicBezTo>
                <a:cubicBezTo>
                  <a:pt x="3789" y="21411"/>
                  <a:pt x="3413" y="21548"/>
                  <a:pt x="3072" y="21718"/>
                </a:cubicBezTo>
                <a:cubicBezTo>
                  <a:pt x="2935" y="21752"/>
                  <a:pt x="2799" y="21855"/>
                  <a:pt x="2731" y="21957"/>
                </a:cubicBezTo>
                <a:cubicBezTo>
                  <a:pt x="2662" y="22025"/>
                  <a:pt x="2697" y="22162"/>
                  <a:pt x="2697" y="22298"/>
                </a:cubicBezTo>
                <a:cubicBezTo>
                  <a:pt x="2583" y="22389"/>
                  <a:pt x="2439" y="22435"/>
                  <a:pt x="2295" y="22435"/>
                </a:cubicBezTo>
                <a:cubicBezTo>
                  <a:pt x="2223" y="22435"/>
                  <a:pt x="2151" y="22423"/>
                  <a:pt x="2082" y="22401"/>
                </a:cubicBezTo>
                <a:cubicBezTo>
                  <a:pt x="1980" y="22401"/>
                  <a:pt x="1878" y="22435"/>
                  <a:pt x="1809" y="22503"/>
                </a:cubicBezTo>
                <a:cubicBezTo>
                  <a:pt x="1775" y="22639"/>
                  <a:pt x="1809" y="22742"/>
                  <a:pt x="1878" y="22810"/>
                </a:cubicBezTo>
                <a:cubicBezTo>
                  <a:pt x="1946" y="22912"/>
                  <a:pt x="2048" y="22981"/>
                  <a:pt x="2151" y="23015"/>
                </a:cubicBezTo>
                <a:cubicBezTo>
                  <a:pt x="1946" y="23049"/>
                  <a:pt x="1775" y="23083"/>
                  <a:pt x="1605" y="23117"/>
                </a:cubicBezTo>
                <a:cubicBezTo>
                  <a:pt x="1536" y="23117"/>
                  <a:pt x="1434" y="23254"/>
                  <a:pt x="1434" y="23288"/>
                </a:cubicBezTo>
                <a:cubicBezTo>
                  <a:pt x="1468" y="23390"/>
                  <a:pt x="1502" y="23493"/>
                  <a:pt x="1605" y="23527"/>
                </a:cubicBezTo>
                <a:cubicBezTo>
                  <a:pt x="1673" y="23561"/>
                  <a:pt x="1775" y="23561"/>
                  <a:pt x="1843" y="23561"/>
                </a:cubicBezTo>
                <a:cubicBezTo>
                  <a:pt x="2185" y="23493"/>
                  <a:pt x="2526" y="23424"/>
                  <a:pt x="2867" y="23322"/>
                </a:cubicBezTo>
                <a:cubicBezTo>
                  <a:pt x="3413" y="23083"/>
                  <a:pt x="3925" y="22810"/>
                  <a:pt x="4471" y="22537"/>
                </a:cubicBezTo>
                <a:lnTo>
                  <a:pt x="4710" y="22435"/>
                </a:lnTo>
                <a:lnTo>
                  <a:pt x="4710" y="22435"/>
                </a:lnTo>
                <a:cubicBezTo>
                  <a:pt x="4164" y="22947"/>
                  <a:pt x="3584" y="23356"/>
                  <a:pt x="2935" y="23731"/>
                </a:cubicBezTo>
                <a:cubicBezTo>
                  <a:pt x="2458" y="24004"/>
                  <a:pt x="1912" y="24175"/>
                  <a:pt x="1366" y="24243"/>
                </a:cubicBezTo>
                <a:cubicBezTo>
                  <a:pt x="1229" y="24243"/>
                  <a:pt x="1093" y="24277"/>
                  <a:pt x="990" y="24346"/>
                </a:cubicBezTo>
                <a:cubicBezTo>
                  <a:pt x="888" y="24380"/>
                  <a:pt x="854" y="24482"/>
                  <a:pt x="854" y="24584"/>
                </a:cubicBezTo>
                <a:cubicBezTo>
                  <a:pt x="854" y="24619"/>
                  <a:pt x="956" y="24721"/>
                  <a:pt x="1025" y="24721"/>
                </a:cubicBezTo>
                <a:cubicBezTo>
                  <a:pt x="1059" y="24738"/>
                  <a:pt x="1101" y="24747"/>
                  <a:pt x="1148" y="24747"/>
                </a:cubicBezTo>
                <a:cubicBezTo>
                  <a:pt x="1195" y="24747"/>
                  <a:pt x="1246" y="24738"/>
                  <a:pt x="1298" y="24721"/>
                </a:cubicBezTo>
                <a:cubicBezTo>
                  <a:pt x="1843" y="24721"/>
                  <a:pt x="2389" y="24584"/>
                  <a:pt x="2833" y="24312"/>
                </a:cubicBezTo>
                <a:cubicBezTo>
                  <a:pt x="3481" y="23902"/>
                  <a:pt x="4130" y="23458"/>
                  <a:pt x="4744" y="23049"/>
                </a:cubicBezTo>
                <a:cubicBezTo>
                  <a:pt x="4846" y="22981"/>
                  <a:pt x="4949" y="22878"/>
                  <a:pt x="5085" y="22810"/>
                </a:cubicBezTo>
                <a:lnTo>
                  <a:pt x="5085" y="22810"/>
                </a:lnTo>
                <a:cubicBezTo>
                  <a:pt x="4744" y="23322"/>
                  <a:pt x="4369" y="23800"/>
                  <a:pt x="3891" y="24209"/>
                </a:cubicBezTo>
                <a:cubicBezTo>
                  <a:pt x="3516" y="24516"/>
                  <a:pt x="3072" y="24721"/>
                  <a:pt x="2560" y="24755"/>
                </a:cubicBezTo>
                <a:cubicBezTo>
                  <a:pt x="2540" y="24745"/>
                  <a:pt x="2517" y="24741"/>
                  <a:pt x="2492" y="24741"/>
                </a:cubicBezTo>
                <a:cubicBezTo>
                  <a:pt x="2432" y="24741"/>
                  <a:pt x="2359" y="24765"/>
                  <a:pt x="2287" y="24789"/>
                </a:cubicBezTo>
                <a:cubicBezTo>
                  <a:pt x="2185" y="24823"/>
                  <a:pt x="2151" y="24892"/>
                  <a:pt x="2116" y="24960"/>
                </a:cubicBezTo>
                <a:cubicBezTo>
                  <a:pt x="2116" y="25062"/>
                  <a:pt x="2185" y="25130"/>
                  <a:pt x="2253" y="25165"/>
                </a:cubicBezTo>
                <a:cubicBezTo>
                  <a:pt x="2389" y="25233"/>
                  <a:pt x="2526" y="25267"/>
                  <a:pt x="2662" y="25301"/>
                </a:cubicBezTo>
                <a:cubicBezTo>
                  <a:pt x="1980" y="25608"/>
                  <a:pt x="1434" y="25881"/>
                  <a:pt x="854" y="26154"/>
                </a:cubicBezTo>
                <a:cubicBezTo>
                  <a:pt x="840" y="26161"/>
                  <a:pt x="825" y="26164"/>
                  <a:pt x="809" y="26164"/>
                </a:cubicBezTo>
                <a:cubicBezTo>
                  <a:pt x="745" y="26164"/>
                  <a:pt x="663" y="26120"/>
                  <a:pt x="581" y="26120"/>
                </a:cubicBezTo>
                <a:cubicBezTo>
                  <a:pt x="539" y="26106"/>
                  <a:pt x="500" y="26099"/>
                  <a:pt x="465" y="26099"/>
                </a:cubicBezTo>
                <a:cubicBezTo>
                  <a:pt x="326" y="26099"/>
                  <a:pt x="240" y="26203"/>
                  <a:pt x="240" y="26393"/>
                </a:cubicBezTo>
                <a:cubicBezTo>
                  <a:pt x="240" y="26580"/>
                  <a:pt x="411" y="26739"/>
                  <a:pt x="622" y="26739"/>
                </a:cubicBezTo>
                <a:cubicBezTo>
                  <a:pt x="642" y="26739"/>
                  <a:pt x="663" y="26737"/>
                  <a:pt x="683" y="26734"/>
                </a:cubicBezTo>
                <a:cubicBezTo>
                  <a:pt x="854" y="26700"/>
                  <a:pt x="990" y="26632"/>
                  <a:pt x="1127" y="26564"/>
                </a:cubicBezTo>
                <a:cubicBezTo>
                  <a:pt x="1843" y="26188"/>
                  <a:pt x="2526" y="25847"/>
                  <a:pt x="3208" y="25472"/>
                </a:cubicBezTo>
                <a:cubicBezTo>
                  <a:pt x="3339" y="25397"/>
                  <a:pt x="3450" y="25342"/>
                  <a:pt x="3562" y="25342"/>
                </a:cubicBezTo>
                <a:cubicBezTo>
                  <a:pt x="3655" y="25342"/>
                  <a:pt x="3749" y="25379"/>
                  <a:pt x="3857" y="25472"/>
                </a:cubicBezTo>
                <a:cubicBezTo>
                  <a:pt x="3857" y="25472"/>
                  <a:pt x="3857" y="25506"/>
                  <a:pt x="3823" y="25540"/>
                </a:cubicBezTo>
                <a:cubicBezTo>
                  <a:pt x="3106" y="26291"/>
                  <a:pt x="2287" y="26973"/>
                  <a:pt x="1400" y="27519"/>
                </a:cubicBezTo>
                <a:cubicBezTo>
                  <a:pt x="1332" y="27553"/>
                  <a:pt x="1229" y="27587"/>
                  <a:pt x="1161" y="27587"/>
                </a:cubicBezTo>
                <a:cubicBezTo>
                  <a:pt x="888" y="27587"/>
                  <a:pt x="786" y="27656"/>
                  <a:pt x="786" y="27826"/>
                </a:cubicBezTo>
                <a:cubicBezTo>
                  <a:pt x="786" y="28031"/>
                  <a:pt x="922" y="28133"/>
                  <a:pt x="1127" y="28167"/>
                </a:cubicBezTo>
                <a:cubicBezTo>
                  <a:pt x="1241" y="28190"/>
                  <a:pt x="1354" y="28202"/>
                  <a:pt x="1466" y="28202"/>
                </a:cubicBezTo>
                <a:cubicBezTo>
                  <a:pt x="1688" y="28202"/>
                  <a:pt x="1900" y="28156"/>
                  <a:pt x="2082" y="28065"/>
                </a:cubicBezTo>
                <a:cubicBezTo>
                  <a:pt x="2321" y="27963"/>
                  <a:pt x="2526" y="27894"/>
                  <a:pt x="2731" y="27792"/>
                </a:cubicBezTo>
                <a:lnTo>
                  <a:pt x="2731" y="27792"/>
                </a:lnTo>
                <a:cubicBezTo>
                  <a:pt x="2662" y="27894"/>
                  <a:pt x="2594" y="27997"/>
                  <a:pt x="2492" y="28065"/>
                </a:cubicBezTo>
                <a:lnTo>
                  <a:pt x="1332" y="28918"/>
                </a:lnTo>
                <a:cubicBezTo>
                  <a:pt x="990" y="29191"/>
                  <a:pt x="615" y="29362"/>
                  <a:pt x="206" y="29430"/>
                </a:cubicBezTo>
                <a:cubicBezTo>
                  <a:pt x="137" y="29430"/>
                  <a:pt x="1" y="29566"/>
                  <a:pt x="1" y="29601"/>
                </a:cubicBezTo>
                <a:cubicBezTo>
                  <a:pt x="1" y="29805"/>
                  <a:pt x="69" y="29976"/>
                  <a:pt x="137" y="30147"/>
                </a:cubicBezTo>
                <a:cubicBezTo>
                  <a:pt x="240" y="30351"/>
                  <a:pt x="410" y="30590"/>
                  <a:pt x="581" y="30624"/>
                </a:cubicBezTo>
                <a:cubicBezTo>
                  <a:pt x="700" y="30651"/>
                  <a:pt x="829" y="30667"/>
                  <a:pt x="961" y="30667"/>
                </a:cubicBezTo>
                <a:cubicBezTo>
                  <a:pt x="1169" y="30667"/>
                  <a:pt x="1382" y="30626"/>
                  <a:pt x="1571" y="30522"/>
                </a:cubicBezTo>
                <a:cubicBezTo>
                  <a:pt x="2253" y="30181"/>
                  <a:pt x="2901" y="29874"/>
                  <a:pt x="3584" y="29532"/>
                </a:cubicBezTo>
                <a:cubicBezTo>
                  <a:pt x="3857" y="29396"/>
                  <a:pt x="4164" y="29259"/>
                  <a:pt x="4437" y="29123"/>
                </a:cubicBezTo>
                <a:cubicBezTo>
                  <a:pt x="4573" y="29055"/>
                  <a:pt x="4710" y="28952"/>
                  <a:pt x="4812" y="28884"/>
                </a:cubicBezTo>
                <a:cubicBezTo>
                  <a:pt x="4949" y="28782"/>
                  <a:pt x="5051" y="28679"/>
                  <a:pt x="4949" y="28543"/>
                </a:cubicBezTo>
                <a:cubicBezTo>
                  <a:pt x="4898" y="28475"/>
                  <a:pt x="4838" y="28449"/>
                  <a:pt x="4774" y="28449"/>
                </a:cubicBezTo>
                <a:cubicBezTo>
                  <a:pt x="4710" y="28449"/>
                  <a:pt x="4642" y="28475"/>
                  <a:pt x="4573" y="28509"/>
                </a:cubicBezTo>
                <a:lnTo>
                  <a:pt x="4232" y="28713"/>
                </a:lnTo>
                <a:lnTo>
                  <a:pt x="5426" y="27383"/>
                </a:lnTo>
                <a:lnTo>
                  <a:pt x="5665" y="27724"/>
                </a:lnTo>
                <a:cubicBezTo>
                  <a:pt x="5563" y="27894"/>
                  <a:pt x="5426" y="28065"/>
                  <a:pt x="5563" y="28304"/>
                </a:cubicBezTo>
                <a:cubicBezTo>
                  <a:pt x="5597" y="28338"/>
                  <a:pt x="5529" y="28475"/>
                  <a:pt x="5495" y="28543"/>
                </a:cubicBezTo>
                <a:cubicBezTo>
                  <a:pt x="5085" y="29293"/>
                  <a:pt x="4505" y="29942"/>
                  <a:pt x="3789" y="30385"/>
                </a:cubicBezTo>
                <a:cubicBezTo>
                  <a:pt x="3686" y="30454"/>
                  <a:pt x="3618" y="30522"/>
                  <a:pt x="3447" y="30658"/>
                </a:cubicBezTo>
                <a:lnTo>
                  <a:pt x="3857" y="30658"/>
                </a:lnTo>
                <a:cubicBezTo>
                  <a:pt x="3959" y="30658"/>
                  <a:pt x="4061" y="30663"/>
                  <a:pt x="4161" y="30663"/>
                </a:cubicBezTo>
                <a:cubicBezTo>
                  <a:pt x="4460" y="30663"/>
                  <a:pt x="4735" y="30624"/>
                  <a:pt x="4915" y="30317"/>
                </a:cubicBezTo>
                <a:lnTo>
                  <a:pt x="4915" y="30317"/>
                </a:lnTo>
                <a:lnTo>
                  <a:pt x="4812" y="30624"/>
                </a:lnTo>
                <a:cubicBezTo>
                  <a:pt x="4882" y="30650"/>
                  <a:pt x="4954" y="30663"/>
                  <a:pt x="5025" y="30663"/>
                </a:cubicBezTo>
                <a:cubicBezTo>
                  <a:pt x="5231" y="30663"/>
                  <a:pt x="5427" y="30555"/>
                  <a:pt x="5529" y="30351"/>
                </a:cubicBezTo>
                <a:cubicBezTo>
                  <a:pt x="5768" y="29976"/>
                  <a:pt x="6041" y="29635"/>
                  <a:pt x="6279" y="29293"/>
                </a:cubicBezTo>
                <a:cubicBezTo>
                  <a:pt x="6348" y="29191"/>
                  <a:pt x="6416" y="29089"/>
                  <a:pt x="6416" y="28952"/>
                </a:cubicBezTo>
                <a:cubicBezTo>
                  <a:pt x="6416" y="28748"/>
                  <a:pt x="6552" y="28645"/>
                  <a:pt x="6655" y="28543"/>
                </a:cubicBezTo>
                <a:cubicBezTo>
                  <a:pt x="6928" y="28236"/>
                  <a:pt x="7235" y="27963"/>
                  <a:pt x="7474" y="27690"/>
                </a:cubicBezTo>
                <a:cubicBezTo>
                  <a:pt x="7713" y="27383"/>
                  <a:pt x="7644" y="27280"/>
                  <a:pt x="7269" y="27144"/>
                </a:cubicBezTo>
                <a:cubicBezTo>
                  <a:pt x="7337" y="27007"/>
                  <a:pt x="7406" y="26871"/>
                  <a:pt x="7474" y="26734"/>
                </a:cubicBezTo>
                <a:cubicBezTo>
                  <a:pt x="7849" y="26018"/>
                  <a:pt x="8293" y="25301"/>
                  <a:pt x="8702" y="24584"/>
                </a:cubicBezTo>
                <a:cubicBezTo>
                  <a:pt x="8941" y="24209"/>
                  <a:pt x="9214" y="23902"/>
                  <a:pt x="9487" y="23561"/>
                </a:cubicBezTo>
                <a:cubicBezTo>
                  <a:pt x="9487" y="23503"/>
                  <a:pt x="9511" y="23470"/>
                  <a:pt x="9519" y="23440"/>
                </a:cubicBezTo>
                <a:lnTo>
                  <a:pt x="9519" y="23440"/>
                </a:lnTo>
                <a:cubicBezTo>
                  <a:pt x="9489" y="23672"/>
                  <a:pt x="9527" y="23869"/>
                  <a:pt x="9794" y="23936"/>
                </a:cubicBezTo>
                <a:cubicBezTo>
                  <a:pt x="9487" y="24482"/>
                  <a:pt x="9180" y="24994"/>
                  <a:pt x="8941" y="25540"/>
                </a:cubicBezTo>
                <a:cubicBezTo>
                  <a:pt x="8702" y="26086"/>
                  <a:pt x="8259" y="26530"/>
                  <a:pt x="8156" y="27144"/>
                </a:cubicBezTo>
                <a:cubicBezTo>
                  <a:pt x="8156" y="27178"/>
                  <a:pt x="8054" y="27212"/>
                  <a:pt x="8020" y="27246"/>
                </a:cubicBezTo>
                <a:cubicBezTo>
                  <a:pt x="7781" y="27451"/>
                  <a:pt x="7781" y="27485"/>
                  <a:pt x="8054" y="27690"/>
                </a:cubicBezTo>
                <a:cubicBezTo>
                  <a:pt x="8088" y="27690"/>
                  <a:pt x="8122" y="27724"/>
                  <a:pt x="8156" y="27724"/>
                </a:cubicBezTo>
                <a:lnTo>
                  <a:pt x="8020" y="27997"/>
                </a:lnTo>
                <a:cubicBezTo>
                  <a:pt x="7610" y="27997"/>
                  <a:pt x="7576" y="28031"/>
                  <a:pt x="7474" y="28372"/>
                </a:cubicBezTo>
                <a:cubicBezTo>
                  <a:pt x="7371" y="28645"/>
                  <a:pt x="7303" y="28884"/>
                  <a:pt x="7269" y="29157"/>
                </a:cubicBezTo>
                <a:cubicBezTo>
                  <a:pt x="7201" y="29328"/>
                  <a:pt x="7167" y="29498"/>
                  <a:pt x="6928" y="29532"/>
                </a:cubicBezTo>
                <a:cubicBezTo>
                  <a:pt x="6860" y="29566"/>
                  <a:pt x="6757" y="29669"/>
                  <a:pt x="6757" y="29737"/>
                </a:cubicBezTo>
                <a:cubicBezTo>
                  <a:pt x="6791" y="29976"/>
                  <a:pt x="6587" y="30112"/>
                  <a:pt x="6450" y="30283"/>
                </a:cubicBezTo>
                <a:lnTo>
                  <a:pt x="6279" y="30590"/>
                </a:lnTo>
                <a:lnTo>
                  <a:pt x="6314" y="30658"/>
                </a:lnTo>
                <a:cubicBezTo>
                  <a:pt x="6484" y="30590"/>
                  <a:pt x="6689" y="30556"/>
                  <a:pt x="6860" y="30556"/>
                </a:cubicBezTo>
                <a:cubicBezTo>
                  <a:pt x="7064" y="30556"/>
                  <a:pt x="7269" y="30590"/>
                  <a:pt x="7440" y="30658"/>
                </a:cubicBezTo>
                <a:cubicBezTo>
                  <a:pt x="7508" y="30385"/>
                  <a:pt x="7508" y="30181"/>
                  <a:pt x="7576" y="29976"/>
                </a:cubicBezTo>
                <a:cubicBezTo>
                  <a:pt x="7610" y="29874"/>
                  <a:pt x="7679" y="29771"/>
                  <a:pt x="7781" y="29669"/>
                </a:cubicBezTo>
                <a:cubicBezTo>
                  <a:pt x="8327" y="29362"/>
                  <a:pt x="8566" y="28782"/>
                  <a:pt x="8941" y="28304"/>
                </a:cubicBezTo>
                <a:cubicBezTo>
                  <a:pt x="9078" y="28133"/>
                  <a:pt x="9009" y="28031"/>
                  <a:pt x="8805" y="27963"/>
                </a:cubicBezTo>
                <a:cubicBezTo>
                  <a:pt x="8736" y="27929"/>
                  <a:pt x="8668" y="27929"/>
                  <a:pt x="8566" y="27929"/>
                </a:cubicBezTo>
                <a:lnTo>
                  <a:pt x="9419" y="26393"/>
                </a:lnTo>
                <a:lnTo>
                  <a:pt x="9828" y="26495"/>
                </a:lnTo>
                <a:cubicBezTo>
                  <a:pt x="9555" y="27314"/>
                  <a:pt x="9316" y="28133"/>
                  <a:pt x="9043" y="28952"/>
                </a:cubicBezTo>
                <a:cubicBezTo>
                  <a:pt x="8975" y="29191"/>
                  <a:pt x="8873" y="29430"/>
                  <a:pt x="8736" y="29635"/>
                </a:cubicBezTo>
                <a:cubicBezTo>
                  <a:pt x="8497" y="29942"/>
                  <a:pt x="8224" y="30249"/>
                  <a:pt x="7952" y="30624"/>
                </a:cubicBezTo>
                <a:cubicBezTo>
                  <a:pt x="8088" y="30624"/>
                  <a:pt x="8240" y="30655"/>
                  <a:pt x="8356" y="30655"/>
                </a:cubicBezTo>
                <a:cubicBezTo>
                  <a:pt x="8414" y="30655"/>
                  <a:pt x="8463" y="30647"/>
                  <a:pt x="8497" y="30624"/>
                </a:cubicBezTo>
                <a:cubicBezTo>
                  <a:pt x="8702" y="30420"/>
                  <a:pt x="8907" y="30215"/>
                  <a:pt x="9078" y="29976"/>
                </a:cubicBezTo>
                <a:lnTo>
                  <a:pt x="9146" y="29976"/>
                </a:lnTo>
                <a:cubicBezTo>
                  <a:pt x="9216" y="29982"/>
                  <a:pt x="9275" y="29986"/>
                  <a:pt x="9323" y="29986"/>
                </a:cubicBezTo>
                <a:cubicBezTo>
                  <a:pt x="9530" y="29986"/>
                  <a:pt x="9542" y="29912"/>
                  <a:pt x="9487" y="29635"/>
                </a:cubicBezTo>
                <a:cubicBezTo>
                  <a:pt x="9453" y="29532"/>
                  <a:pt x="9487" y="29430"/>
                  <a:pt x="9521" y="29362"/>
                </a:cubicBezTo>
                <a:cubicBezTo>
                  <a:pt x="9589" y="29225"/>
                  <a:pt x="9692" y="29089"/>
                  <a:pt x="9794" y="28986"/>
                </a:cubicBezTo>
                <a:lnTo>
                  <a:pt x="10204" y="29089"/>
                </a:lnTo>
                <a:cubicBezTo>
                  <a:pt x="10067" y="29635"/>
                  <a:pt x="9794" y="30078"/>
                  <a:pt x="9658" y="30624"/>
                </a:cubicBezTo>
                <a:lnTo>
                  <a:pt x="10101" y="30624"/>
                </a:lnTo>
                <a:lnTo>
                  <a:pt x="10272" y="30283"/>
                </a:lnTo>
                <a:cubicBezTo>
                  <a:pt x="10306" y="30420"/>
                  <a:pt x="10306" y="30522"/>
                  <a:pt x="10306" y="30658"/>
                </a:cubicBezTo>
                <a:lnTo>
                  <a:pt x="10750" y="30624"/>
                </a:lnTo>
                <a:cubicBezTo>
                  <a:pt x="10852" y="30044"/>
                  <a:pt x="10920" y="29532"/>
                  <a:pt x="10988" y="29020"/>
                </a:cubicBezTo>
                <a:lnTo>
                  <a:pt x="11637" y="28748"/>
                </a:lnTo>
                <a:lnTo>
                  <a:pt x="11637" y="28748"/>
                </a:lnTo>
                <a:cubicBezTo>
                  <a:pt x="11671" y="28952"/>
                  <a:pt x="11637" y="29191"/>
                  <a:pt x="11500" y="29396"/>
                </a:cubicBezTo>
                <a:cubicBezTo>
                  <a:pt x="11398" y="29532"/>
                  <a:pt x="11296" y="29635"/>
                  <a:pt x="11193" y="29737"/>
                </a:cubicBezTo>
                <a:cubicBezTo>
                  <a:pt x="11057" y="29976"/>
                  <a:pt x="11159" y="30112"/>
                  <a:pt x="11432" y="30112"/>
                </a:cubicBezTo>
                <a:lnTo>
                  <a:pt x="11569" y="30112"/>
                </a:lnTo>
                <a:cubicBezTo>
                  <a:pt x="11569" y="30283"/>
                  <a:pt x="11603" y="30454"/>
                  <a:pt x="11603" y="30658"/>
                </a:cubicBezTo>
                <a:lnTo>
                  <a:pt x="11978" y="30624"/>
                </a:lnTo>
                <a:cubicBezTo>
                  <a:pt x="12080" y="29839"/>
                  <a:pt x="12217" y="29089"/>
                  <a:pt x="12285" y="28372"/>
                </a:cubicBezTo>
                <a:cubicBezTo>
                  <a:pt x="12319" y="27826"/>
                  <a:pt x="12695" y="27485"/>
                  <a:pt x="12968" y="27075"/>
                </a:cubicBezTo>
                <a:cubicBezTo>
                  <a:pt x="13002" y="27178"/>
                  <a:pt x="13036" y="27246"/>
                  <a:pt x="13036" y="27348"/>
                </a:cubicBezTo>
                <a:lnTo>
                  <a:pt x="13070" y="27929"/>
                </a:lnTo>
                <a:cubicBezTo>
                  <a:pt x="13070" y="28065"/>
                  <a:pt x="13138" y="28167"/>
                  <a:pt x="13275" y="28167"/>
                </a:cubicBezTo>
                <a:cubicBezTo>
                  <a:pt x="13411" y="28167"/>
                  <a:pt x="13479" y="28031"/>
                  <a:pt x="13479" y="27894"/>
                </a:cubicBezTo>
                <a:lnTo>
                  <a:pt x="13479" y="27587"/>
                </a:lnTo>
                <a:lnTo>
                  <a:pt x="13582" y="25642"/>
                </a:lnTo>
                <a:cubicBezTo>
                  <a:pt x="13582" y="25540"/>
                  <a:pt x="13582" y="25438"/>
                  <a:pt x="13582" y="25335"/>
                </a:cubicBezTo>
                <a:cubicBezTo>
                  <a:pt x="13548" y="25267"/>
                  <a:pt x="13479" y="25199"/>
                  <a:pt x="13377" y="25165"/>
                </a:cubicBezTo>
                <a:cubicBezTo>
                  <a:pt x="13343" y="25165"/>
                  <a:pt x="13241" y="25233"/>
                  <a:pt x="13206" y="25301"/>
                </a:cubicBezTo>
                <a:cubicBezTo>
                  <a:pt x="13172" y="25369"/>
                  <a:pt x="13138" y="25472"/>
                  <a:pt x="13138" y="25574"/>
                </a:cubicBezTo>
                <a:cubicBezTo>
                  <a:pt x="13002" y="26052"/>
                  <a:pt x="12763" y="26495"/>
                  <a:pt x="12490" y="26871"/>
                </a:cubicBezTo>
                <a:lnTo>
                  <a:pt x="12285" y="26257"/>
                </a:lnTo>
                <a:cubicBezTo>
                  <a:pt x="12319" y="26154"/>
                  <a:pt x="12388" y="25984"/>
                  <a:pt x="12422" y="25847"/>
                </a:cubicBezTo>
                <a:cubicBezTo>
                  <a:pt x="12626" y="25335"/>
                  <a:pt x="12797" y="24823"/>
                  <a:pt x="12933" y="24312"/>
                </a:cubicBezTo>
                <a:cubicBezTo>
                  <a:pt x="13070" y="23936"/>
                  <a:pt x="13070" y="23561"/>
                  <a:pt x="12899" y="23220"/>
                </a:cubicBezTo>
                <a:cubicBezTo>
                  <a:pt x="12865" y="23083"/>
                  <a:pt x="12899" y="22981"/>
                  <a:pt x="12968" y="22878"/>
                </a:cubicBezTo>
                <a:cubicBezTo>
                  <a:pt x="13172" y="22605"/>
                  <a:pt x="13411" y="22366"/>
                  <a:pt x="13582" y="22162"/>
                </a:cubicBezTo>
                <a:lnTo>
                  <a:pt x="13582" y="23083"/>
                </a:lnTo>
                <a:cubicBezTo>
                  <a:pt x="13548" y="23697"/>
                  <a:pt x="13684" y="24277"/>
                  <a:pt x="13957" y="24823"/>
                </a:cubicBezTo>
                <a:cubicBezTo>
                  <a:pt x="13991" y="24960"/>
                  <a:pt x="13991" y="25130"/>
                  <a:pt x="13957" y="25267"/>
                </a:cubicBezTo>
                <a:cubicBezTo>
                  <a:pt x="13855" y="25506"/>
                  <a:pt x="13787" y="25779"/>
                  <a:pt x="13718" y="26052"/>
                </a:cubicBezTo>
                <a:cubicBezTo>
                  <a:pt x="13684" y="26700"/>
                  <a:pt x="13650" y="27314"/>
                  <a:pt x="13684" y="27963"/>
                </a:cubicBezTo>
                <a:cubicBezTo>
                  <a:pt x="13684" y="28645"/>
                  <a:pt x="13855" y="29362"/>
                  <a:pt x="14230" y="29942"/>
                </a:cubicBezTo>
                <a:cubicBezTo>
                  <a:pt x="14264" y="30044"/>
                  <a:pt x="14298" y="30147"/>
                  <a:pt x="14333" y="30249"/>
                </a:cubicBezTo>
                <a:cubicBezTo>
                  <a:pt x="14333" y="30385"/>
                  <a:pt x="14367" y="30488"/>
                  <a:pt x="14401" y="30624"/>
                </a:cubicBezTo>
                <a:lnTo>
                  <a:pt x="15015" y="30624"/>
                </a:lnTo>
                <a:lnTo>
                  <a:pt x="15049" y="30420"/>
                </a:lnTo>
                <a:lnTo>
                  <a:pt x="15732" y="30181"/>
                </a:lnTo>
                <a:lnTo>
                  <a:pt x="15936" y="30624"/>
                </a:lnTo>
                <a:lnTo>
                  <a:pt x="16789" y="30624"/>
                </a:lnTo>
                <a:cubicBezTo>
                  <a:pt x="16585" y="30215"/>
                  <a:pt x="16448" y="29737"/>
                  <a:pt x="16380" y="29293"/>
                </a:cubicBezTo>
                <a:lnTo>
                  <a:pt x="16380" y="29293"/>
                </a:lnTo>
                <a:cubicBezTo>
                  <a:pt x="16994" y="29566"/>
                  <a:pt x="16926" y="30181"/>
                  <a:pt x="17165" y="30624"/>
                </a:cubicBezTo>
                <a:lnTo>
                  <a:pt x="17881" y="30624"/>
                </a:lnTo>
                <a:cubicBezTo>
                  <a:pt x="17847" y="30522"/>
                  <a:pt x="17779" y="30420"/>
                  <a:pt x="17711" y="30317"/>
                </a:cubicBezTo>
                <a:cubicBezTo>
                  <a:pt x="17540" y="30147"/>
                  <a:pt x="17404" y="29874"/>
                  <a:pt x="17369" y="29601"/>
                </a:cubicBezTo>
                <a:cubicBezTo>
                  <a:pt x="17301" y="29464"/>
                  <a:pt x="17267" y="29293"/>
                  <a:pt x="17165" y="29157"/>
                </a:cubicBezTo>
                <a:cubicBezTo>
                  <a:pt x="17131" y="29055"/>
                  <a:pt x="17096" y="28952"/>
                  <a:pt x="17062" y="28850"/>
                </a:cubicBezTo>
                <a:cubicBezTo>
                  <a:pt x="16926" y="28440"/>
                  <a:pt x="16824" y="28065"/>
                  <a:pt x="16721" y="27656"/>
                </a:cubicBezTo>
                <a:cubicBezTo>
                  <a:pt x="16653" y="27417"/>
                  <a:pt x="16687" y="27144"/>
                  <a:pt x="16448" y="26939"/>
                </a:cubicBezTo>
                <a:cubicBezTo>
                  <a:pt x="16346" y="26871"/>
                  <a:pt x="16312" y="26768"/>
                  <a:pt x="16312" y="26632"/>
                </a:cubicBezTo>
                <a:cubicBezTo>
                  <a:pt x="16243" y="26154"/>
                  <a:pt x="16243" y="25642"/>
                  <a:pt x="16380" y="25165"/>
                </a:cubicBezTo>
                <a:cubicBezTo>
                  <a:pt x="16414" y="25335"/>
                  <a:pt x="16448" y="25506"/>
                  <a:pt x="16482" y="25676"/>
                </a:cubicBezTo>
                <a:cubicBezTo>
                  <a:pt x="16619" y="26154"/>
                  <a:pt x="16755" y="26632"/>
                  <a:pt x="16926" y="27144"/>
                </a:cubicBezTo>
                <a:cubicBezTo>
                  <a:pt x="16960" y="27246"/>
                  <a:pt x="17028" y="27417"/>
                  <a:pt x="17096" y="27451"/>
                </a:cubicBezTo>
                <a:cubicBezTo>
                  <a:pt x="17438" y="27621"/>
                  <a:pt x="17472" y="27929"/>
                  <a:pt x="17642" y="28202"/>
                </a:cubicBezTo>
                <a:cubicBezTo>
                  <a:pt x="17472" y="28475"/>
                  <a:pt x="17472" y="28475"/>
                  <a:pt x="17574" y="28782"/>
                </a:cubicBezTo>
                <a:cubicBezTo>
                  <a:pt x="17642" y="28986"/>
                  <a:pt x="17711" y="29157"/>
                  <a:pt x="17813" y="29362"/>
                </a:cubicBezTo>
                <a:cubicBezTo>
                  <a:pt x="18018" y="29737"/>
                  <a:pt x="18223" y="30112"/>
                  <a:pt x="18461" y="30454"/>
                </a:cubicBezTo>
                <a:cubicBezTo>
                  <a:pt x="18521" y="30542"/>
                  <a:pt x="18682" y="30631"/>
                  <a:pt x="18769" y="30631"/>
                </a:cubicBezTo>
                <a:cubicBezTo>
                  <a:pt x="18782" y="30631"/>
                  <a:pt x="18793" y="30629"/>
                  <a:pt x="18803" y="30624"/>
                </a:cubicBezTo>
                <a:cubicBezTo>
                  <a:pt x="18860" y="30590"/>
                  <a:pt x="18916" y="30579"/>
                  <a:pt x="18973" y="30579"/>
                </a:cubicBezTo>
                <a:cubicBezTo>
                  <a:pt x="19087" y="30579"/>
                  <a:pt x="19201" y="30624"/>
                  <a:pt x="19314" y="30624"/>
                </a:cubicBezTo>
                <a:lnTo>
                  <a:pt x="19587" y="30624"/>
                </a:lnTo>
                <a:cubicBezTo>
                  <a:pt x="19383" y="30147"/>
                  <a:pt x="19212" y="29669"/>
                  <a:pt x="19144" y="29157"/>
                </a:cubicBezTo>
                <a:lnTo>
                  <a:pt x="19144" y="29157"/>
                </a:lnTo>
                <a:cubicBezTo>
                  <a:pt x="19280" y="29259"/>
                  <a:pt x="19349" y="29293"/>
                  <a:pt x="19451" y="29328"/>
                </a:cubicBezTo>
                <a:cubicBezTo>
                  <a:pt x="19541" y="29395"/>
                  <a:pt x="19630" y="29477"/>
                  <a:pt x="19739" y="29477"/>
                </a:cubicBezTo>
                <a:cubicBezTo>
                  <a:pt x="19796" y="29477"/>
                  <a:pt x="19858" y="29454"/>
                  <a:pt x="19929" y="29396"/>
                </a:cubicBezTo>
                <a:cubicBezTo>
                  <a:pt x="20031" y="29259"/>
                  <a:pt x="19963" y="29157"/>
                  <a:pt x="19724" y="28952"/>
                </a:cubicBezTo>
                <a:lnTo>
                  <a:pt x="19690" y="28918"/>
                </a:lnTo>
                <a:cubicBezTo>
                  <a:pt x="19246" y="28577"/>
                  <a:pt x="18905" y="28133"/>
                  <a:pt x="18632" y="27656"/>
                </a:cubicBezTo>
                <a:cubicBezTo>
                  <a:pt x="18120" y="26666"/>
                  <a:pt x="17779" y="25608"/>
                  <a:pt x="17677" y="24482"/>
                </a:cubicBezTo>
                <a:cubicBezTo>
                  <a:pt x="17642" y="24277"/>
                  <a:pt x="17642" y="24107"/>
                  <a:pt x="17335" y="24073"/>
                </a:cubicBezTo>
                <a:cubicBezTo>
                  <a:pt x="17028" y="23936"/>
                  <a:pt x="16824" y="23595"/>
                  <a:pt x="16824" y="23254"/>
                </a:cubicBezTo>
                <a:lnTo>
                  <a:pt x="16824" y="23254"/>
                </a:lnTo>
                <a:cubicBezTo>
                  <a:pt x="17165" y="23322"/>
                  <a:pt x="17165" y="23322"/>
                  <a:pt x="17335" y="23595"/>
                </a:cubicBezTo>
                <a:cubicBezTo>
                  <a:pt x="17574" y="24004"/>
                  <a:pt x="17915" y="24346"/>
                  <a:pt x="18325" y="24619"/>
                </a:cubicBezTo>
                <a:cubicBezTo>
                  <a:pt x="18393" y="24653"/>
                  <a:pt x="18393" y="24755"/>
                  <a:pt x="18427" y="24823"/>
                </a:cubicBezTo>
                <a:lnTo>
                  <a:pt x="18291" y="24755"/>
                </a:lnTo>
                <a:cubicBezTo>
                  <a:pt x="18231" y="24738"/>
                  <a:pt x="18180" y="24730"/>
                  <a:pt x="18136" y="24730"/>
                </a:cubicBezTo>
                <a:cubicBezTo>
                  <a:pt x="18005" y="24730"/>
                  <a:pt x="17941" y="24806"/>
                  <a:pt x="17915" y="24960"/>
                </a:cubicBezTo>
                <a:cubicBezTo>
                  <a:pt x="17915" y="25028"/>
                  <a:pt x="17915" y="25096"/>
                  <a:pt x="17915" y="25165"/>
                </a:cubicBezTo>
                <a:cubicBezTo>
                  <a:pt x="18120" y="26154"/>
                  <a:pt x="18496" y="27075"/>
                  <a:pt x="19041" y="27894"/>
                </a:cubicBezTo>
                <a:cubicBezTo>
                  <a:pt x="19212" y="28099"/>
                  <a:pt x="19451" y="28304"/>
                  <a:pt x="19690" y="28440"/>
                </a:cubicBezTo>
                <a:cubicBezTo>
                  <a:pt x="20031" y="28645"/>
                  <a:pt x="20270" y="28884"/>
                  <a:pt x="20168" y="29293"/>
                </a:cubicBezTo>
                <a:cubicBezTo>
                  <a:pt x="20168" y="29396"/>
                  <a:pt x="20168" y="29498"/>
                  <a:pt x="20236" y="29566"/>
                </a:cubicBezTo>
                <a:cubicBezTo>
                  <a:pt x="20372" y="29839"/>
                  <a:pt x="20543" y="30147"/>
                  <a:pt x="20714" y="30420"/>
                </a:cubicBezTo>
                <a:cubicBezTo>
                  <a:pt x="20816" y="30590"/>
                  <a:pt x="20987" y="30658"/>
                  <a:pt x="21157" y="30658"/>
                </a:cubicBezTo>
                <a:lnTo>
                  <a:pt x="22283" y="30658"/>
                </a:lnTo>
                <a:cubicBezTo>
                  <a:pt x="22386" y="30624"/>
                  <a:pt x="22488" y="30624"/>
                  <a:pt x="22590" y="30590"/>
                </a:cubicBezTo>
                <a:cubicBezTo>
                  <a:pt x="22010" y="30044"/>
                  <a:pt x="21362" y="29703"/>
                  <a:pt x="21021" y="28986"/>
                </a:cubicBezTo>
                <a:lnTo>
                  <a:pt x="21021" y="28986"/>
                </a:lnTo>
                <a:cubicBezTo>
                  <a:pt x="21304" y="29115"/>
                  <a:pt x="21548" y="29399"/>
                  <a:pt x="21827" y="29399"/>
                </a:cubicBezTo>
                <a:cubicBezTo>
                  <a:pt x="21918" y="29399"/>
                  <a:pt x="22012" y="29369"/>
                  <a:pt x="22113" y="29293"/>
                </a:cubicBezTo>
                <a:lnTo>
                  <a:pt x="22966" y="29976"/>
                </a:lnTo>
                <a:cubicBezTo>
                  <a:pt x="22932" y="30215"/>
                  <a:pt x="22966" y="30454"/>
                  <a:pt x="23102" y="30624"/>
                </a:cubicBezTo>
                <a:lnTo>
                  <a:pt x="23512" y="30624"/>
                </a:lnTo>
                <a:cubicBezTo>
                  <a:pt x="23477" y="30522"/>
                  <a:pt x="23477" y="30420"/>
                  <a:pt x="23477" y="30249"/>
                </a:cubicBezTo>
                <a:lnTo>
                  <a:pt x="23477" y="30249"/>
                </a:lnTo>
                <a:cubicBezTo>
                  <a:pt x="23855" y="30579"/>
                  <a:pt x="24249" y="30649"/>
                  <a:pt x="24648" y="30649"/>
                </a:cubicBezTo>
                <a:cubicBezTo>
                  <a:pt x="24826" y="30649"/>
                  <a:pt x="25005" y="30635"/>
                  <a:pt x="25184" y="30624"/>
                </a:cubicBezTo>
                <a:lnTo>
                  <a:pt x="24774" y="30078"/>
                </a:lnTo>
                <a:cubicBezTo>
                  <a:pt x="24857" y="29995"/>
                  <a:pt x="24918" y="29889"/>
                  <a:pt x="25029" y="29889"/>
                </a:cubicBezTo>
                <a:cubicBezTo>
                  <a:pt x="25055" y="29889"/>
                  <a:pt x="25083" y="29895"/>
                  <a:pt x="25115" y="29908"/>
                </a:cubicBezTo>
                <a:lnTo>
                  <a:pt x="26344" y="30420"/>
                </a:lnTo>
                <a:lnTo>
                  <a:pt x="26105" y="30624"/>
                </a:lnTo>
                <a:lnTo>
                  <a:pt x="27299" y="30624"/>
                </a:lnTo>
                <a:cubicBezTo>
                  <a:pt x="27470" y="30385"/>
                  <a:pt x="27641" y="30215"/>
                  <a:pt x="27777" y="30010"/>
                </a:cubicBezTo>
                <a:cubicBezTo>
                  <a:pt x="27811" y="29908"/>
                  <a:pt x="27845" y="29771"/>
                  <a:pt x="27879" y="29669"/>
                </a:cubicBezTo>
                <a:lnTo>
                  <a:pt x="27879" y="29464"/>
                </a:lnTo>
                <a:cubicBezTo>
                  <a:pt x="28050" y="28986"/>
                  <a:pt x="28221" y="28509"/>
                  <a:pt x="28425" y="28065"/>
                </a:cubicBezTo>
                <a:lnTo>
                  <a:pt x="29176" y="28065"/>
                </a:lnTo>
                <a:cubicBezTo>
                  <a:pt x="29005" y="28645"/>
                  <a:pt x="28937" y="28713"/>
                  <a:pt x="28425" y="28850"/>
                </a:cubicBezTo>
                <a:cubicBezTo>
                  <a:pt x="28323" y="28884"/>
                  <a:pt x="28255" y="28952"/>
                  <a:pt x="28221" y="29055"/>
                </a:cubicBezTo>
                <a:cubicBezTo>
                  <a:pt x="28152" y="29191"/>
                  <a:pt x="28289" y="29259"/>
                  <a:pt x="28425" y="29293"/>
                </a:cubicBezTo>
                <a:cubicBezTo>
                  <a:pt x="28562" y="29328"/>
                  <a:pt x="28732" y="29328"/>
                  <a:pt x="28903" y="29328"/>
                </a:cubicBezTo>
                <a:lnTo>
                  <a:pt x="28528" y="29703"/>
                </a:lnTo>
                <a:cubicBezTo>
                  <a:pt x="28459" y="29805"/>
                  <a:pt x="28323" y="29874"/>
                  <a:pt x="28289" y="29976"/>
                </a:cubicBezTo>
                <a:cubicBezTo>
                  <a:pt x="28289" y="30078"/>
                  <a:pt x="28391" y="30215"/>
                  <a:pt x="28459" y="30317"/>
                </a:cubicBezTo>
                <a:lnTo>
                  <a:pt x="28289" y="30624"/>
                </a:lnTo>
                <a:cubicBezTo>
                  <a:pt x="28370" y="30660"/>
                  <a:pt x="28453" y="30677"/>
                  <a:pt x="28533" y="30677"/>
                </a:cubicBezTo>
                <a:cubicBezTo>
                  <a:pt x="28759" y="30677"/>
                  <a:pt x="28964" y="30544"/>
                  <a:pt x="29040" y="30317"/>
                </a:cubicBezTo>
                <a:cubicBezTo>
                  <a:pt x="29347" y="29805"/>
                  <a:pt x="29620" y="29293"/>
                  <a:pt x="29790" y="28748"/>
                </a:cubicBezTo>
                <a:cubicBezTo>
                  <a:pt x="29858" y="28406"/>
                  <a:pt x="30029" y="28133"/>
                  <a:pt x="30234" y="27894"/>
                </a:cubicBezTo>
                <a:lnTo>
                  <a:pt x="30234" y="27894"/>
                </a:lnTo>
                <a:cubicBezTo>
                  <a:pt x="30166" y="28850"/>
                  <a:pt x="29927" y="29771"/>
                  <a:pt x="29517" y="30658"/>
                </a:cubicBezTo>
                <a:lnTo>
                  <a:pt x="30370" y="30658"/>
                </a:lnTo>
                <a:cubicBezTo>
                  <a:pt x="30473" y="30454"/>
                  <a:pt x="30575" y="30283"/>
                  <a:pt x="30643" y="30078"/>
                </a:cubicBezTo>
                <a:cubicBezTo>
                  <a:pt x="31019" y="29293"/>
                  <a:pt x="31360" y="28509"/>
                  <a:pt x="31701" y="27724"/>
                </a:cubicBezTo>
                <a:cubicBezTo>
                  <a:pt x="31838" y="27451"/>
                  <a:pt x="31940" y="27178"/>
                  <a:pt x="31974" y="26871"/>
                </a:cubicBezTo>
                <a:cubicBezTo>
                  <a:pt x="32042" y="26495"/>
                  <a:pt x="32213" y="26154"/>
                  <a:pt x="32486" y="25847"/>
                </a:cubicBezTo>
                <a:cubicBezTo>
                  <a:pt x="32486" y="25847"/>
                  <a:pt x="32520" y="25847"/>
                  <a:pt x="32554" y="25813"/>
                </a:cubicBezTo>
                <a:lnTo>
                  <a:pt x="32759" y="25984"/>
                </a:lnTo>
                <a:cubicBezTo>
                  <a:pt x="32691" y="26495"/>
                  <a:pt x="32486" y="26973"/>
                  <a:pt x="32179" y="27383"/>
                </a:cubicBezTo>
                <a:cubicBezTo>
                  <a:pt x="32111" y="27417"/>
                  <a:pt x="32042" y="27485"/>
                  <a:pt x="32008" y="27553"/>
                </a:cubicBezTo>
                <a:cubicBezTo>
                  <a:pt x="31906" y="27724"/>
                  <a:pt x="31974" y="27860"/>
                  <a:pt x="32145" y="27929"/>
                </a:cubicBezTo>
                <a:lnTo>
                  <a:pt x="32349" y="27929"/>
                </a:lnTo>
                <a:cubicBezTo>
                  <a:pt x="32349" y="28884"/>
                  <a:pt x="31974" y="29737"/>
                  <a:pt x="31769" y="30658"/>
                </a:cubicBezTo>
                <a:lnTo>
                  <a:pt x="32247" y="30658"/>
                </a:lnTo>
                <a:cubicBezTo>
                  <a:pt x="32384" y="30249"/>
                  <a:pt x="32486" y="29874"/>
                  <a:pt x="32554" y="29601"/>
                </a:cubicBezTo>
                <a:cubicBezTo>
                  <a:pt x="32759" y="29498"/>
                  <a:pt x="32930" y="29396"/>
                  <a:pt x="33100" y="29259"/>
                </a:cubicBezTo>
                <a:cubicBezTo>
                  <a:pt x="33305" y="28986"/>
                  <a:pt x="33476" y="28713"/>
                  <a:pt x="33612" y="28406"/>
                </a:cubicBezTo>
                <a:cubicBezTo>
                  <a:pt x="33953" y="27280"/>
                  <a:pt x="34192" y="26086"/>
                  <a:pt x="34226" y="24892"/>
                </a:cubicBezTo>
                <a:cubicBezTo>
                  <a:pt x="34226" y="24823"/>
                  <a:pt x="34226" y="24755"/>
                  <a:pt x="34260" y="24687"/>
                </a:cubicBezTo>
                <a:cubicBezTo>
                  <a:pt x="34431" y="24380"/>
                  <a:pt x="34636" y="24073"/>
                  <a:pt x="34875" y="23697"/>
                </a:cubicBezTo>
                <a:cubicBezTo>
                  <a:pt x="34977" y="24073"/>
                  <a:pt x="35079" y="24380"/>
                  <a:pt x="35182" y="24687"/>
                </a:cubicBezTo>
                <a:cubicBezTo>
                  <a:pt x="34977" y="24823"/>
                  <a:pt x="34977" y="25028"/>
                  <a:pt x="34977" y="25233"/>
                </a:cubicBezTo>
                <a:cubicBezTo>
                  <a:pt x="35011" y="25676"/>
                  <a:pt x="35011" y="26086"/>
                  <a:pt x="35079" y="26530"/>
                </a:cubicBezTo>
                <a:cubicBezTo>
                  <a:pt x="35148" y="27144"/>
                  <a:pt x="35216" y="27724"/>
                  <a:pt x="35284" y="28338"/>
                </a:cubicBezTo>
                <a:cubicBezTo>
                  <a:pt x="35318" y="28577"/>
                  <a:pt x="35386" y="28850"/>
                  <a:pt x="35728" y="28850"/>
                </a:cubicBezTo>
                <a:cubicBezTo>
                  <a:pt x="35625" y="29464"/>
                  <a:pt x="35557" y="30044"/>
                  <a:pt x="35489" y="30658"/>
                </a:cubicBezTo>
                <a:lnTo>
                  <a:pt x="36001" y="30658"/>
                </a:lnTo>
                <a:cubicBezTo>
                  <a:pt x="36069" y="30078"/>
                  <a:pt x="36137" y="29566"/>
                  <a:pt x="36205" y="29020"/>
                </a:cubicBezTo>
                <a:cubicBezTo>
                  <a:pt x="36376" y="29259"/>
                  <a:pt x="36512" y="29532"/>
                  <a:pt x="36649" y="29805"/>
                </a:cubicBezTo>
                <a:lnTo>
                  <a:pt x="37024" y="30658"/>
                </a:lnTo>
                <a:lnTo>
                  <a:pt x="37946" y="30658"/>
                </a:lnTo>
                <a:cubicBezTo>
                  <a:pt x="37468" y="29669"/>
                  <a:pt x="37127" y="28304"/>
                  <a:pt x="37229" y="27826"/>
                </a:cubicBezTo>
                <a:lnTo>
                  <a:pt x="37229" y="27826"/>
                </a:lnTo>
                <a:cubicBezTo>
                  <a:pt x="37366" y="28031"/>
                  <a:pt x="37502" y="28270"/>
                  <a:pt x="37604" y="28406"/>
                </a:cubicBezTo>
                <a:cubicBezTo>
                  <a:pt x="37678" y="28504"/>
                  <a:pt x="37769" y="28584"/>
                  <a:pt x="37864" y="28584"/>
                </a:cubicBezTo>
                <a:cubicBezTo>
                  <a:pt x="37902" y="28584"/>
                  <a:pt x="37941" y="28572"/>
                  <a:pt x="37980" y="28543"/>
                </a:cubicBezTo>
                <a:cubicBezTo>
                  <a:pt x="38150" y="28440"/>
                  <a:pt x="38048" y="28304"/>
                  <a:pt x="37980" y="28167"/>
                </a:cubicBezTo>
                <a:cubicBezTo>
                  <a:pt x="37946" y="28099"/>
                  <a:pt x="37912" y="28031"/>
                  <a:pt x="37877" y="27963"/>
                </a:cubicBezTo>
                <a:cubicBezTo>
                  <a:pt x="37570" y="27485"/>
                  <a:pt x="37400" y="26939"/>
                  <a:pt x="37331" y="26393"/>
                </a:cubicBezTo>
                <a:cubicBezTo>
                  <a:pt x="37297" y="26291"/>
                  <a:pt x="37297" y="26222"/>
                  <a:pt x="37331" y="26120"/>
                </a:cubicBezTo>
                <a:cubicBezTo>
                  <a:pt x="37639" y="26495"/>
                  <a:pt x="37877" y="26905"/>
                  <a:pt x="38185" y="27280"/>
                </a:cubicBezTo>
                <a:cubicBezTo>
                  <a:pt x="38355" y="27485"/>
                  <a:pt x="38458" y="27792"/>
                  <a:pt x="38423" y="28065"/>
                </a:cubicBezTo>
                <a:cubicBezTo>
                  <a:pt x="38423" y="28270"/>
                  <a:pt x="38458" y="28440"/>
                  <a:pt x="38492" y="28611"/>
                </a:cubicBezTo>
                <a:lnTo>
                  <a:pt x="38492" y="29225"/>
                </a:lnTo>
                <a:cubicBezTo>
                  <a:pt x="38458" y="29703"/>
                  <a:pt x="38526" y="30181"/>
                  <a:pt x="38662" y="30624"/>
                </a:cubicBezTo>
                <a:lnTo>
                  <a:pt x="39379" y="30624"/>
                </a:lnTo>
                <a:cubicBezTo>
                  <a:pt x="39208" y="29874"/>
                  <a:pt x="39072" y="29191"/>
                  <a:pt x="38901" y="28475"/>
                </a:cubicBezTo>
                <a:lnTo>
                  <a:pt x="39003" y="28440"/>
                </a:lnTo>
                <a:cubicBezTo>
                  <a:pt x="39276" y="28645"/>
                  <a:pt x="39481" y="28918"/>
                  <a:pt x="39549" y="29259"/>
                </a:cubicBezTo>
                <a:cubicBezTo>
                  <a:pt x="39652" y="29737"/>
                  <a:pt x="39857" y="30181"/>
                  <a:pt x="39993" y="30658"/>
                </a:cubicBezTo>
                <a:lnTo>
                  <a:pt x="40471" y="30658"/>
                </a:lnTo>
                <a:lnTo>
                  <a:pt x="40061" y="29328"/>
                </a:lnTo>
                <a:cubicBezTo>
                  <a:pt x="40164" y="29225"/>
                  <a:pt x="40266" y="29055"/>
                  <a:pt x="40232" y="28986"/>
                </a:cubicBezTo>
                <a:cubicBezTo>
                  <a:pt x="40061" y="28748"/>
                  <a:pt x="39822" y="28611"/>
                  <a:pt x="39788" y="28304"/>
                </a:cubicBezTo>
                <a:cubicBezTo>
                  <a:pt x="39788" y="28270"/>
                  <a:pt x="39686" y="28236"/>
                  <a:pt x="39652" y="28236"/>
                </a:cubicBezTo>
                <a:cubicBezTo>
                  <a:pt x="39634" y="28239"/>
                  <a:pt x="39617" y="28240"/>
                  <a:pt x="39600" y="28240"/>
                </a:cubicBezTo>
                <a:cubicBezTo>
                  <a:pt x="39429" y="28240"/>
                  <a:pt x="39339" y="28087"/>
                  <a:pt x="39276" y="27963"/>
                </a:cubicBezTo>
                <a:cubicBezTo>
                  <a:pt x="38594" y="27075"/>
                  <a:pt x="37980" y="26154"/>
                  <a:pt x="37331" y="25233"/>
                </a:cubicBezTo>
                <a:cubicBezTo>
                  <a:pt x="37127" y="24960"/>
                  <a:pt x="37058" y="24584"/>
                  <a:pt x="37161" y="24243"/>
                </a:cubicBezTo>
                <a:lnTo>
                  <a:pt x="37161" y="24243"/>
                </a:lnTo>
                <a:cubicBezTo>
                  <a:pt x="37229" y="24277"/>
                  <a:pt x="37263" y="24277"/>
                  <a:pt x="37263" y="24277"/>
                </a:cubicBezTo>
                <a:cubicBezTo>
                  <a:pt x="37322" y="24317"/>
                  <a:pt x="37404" y="24356"/>
                  <a:pt x="37476" y="24356"/>
                </a:cubicBezTo>
                <a:cubicBezTo>
                  <a:pt x="37528" y="24356"/>
                  <a:pt x="37576" y="24335"/>
                  <a:pt x="37604" y="24277"/>
                </a:cubicBezTo>
                <a:cubicBezTo>
                  <a:pt x="37673" y="24175"/>
                  <a:pt x="37673" y="24039"/>
                  <a:pt x="37604" y="23936"/>
                </a:cubicBezTo>
                <a:cubicBezTo>
                  <a:pt x="37536" y="23697"/>
                  <a:pt x="37400" y="23493"/>
                  <a:pt x="37297" y="23254"/>
                </a:cubicBezTo>
                <a:lnTo>
                  <a:pt x="37639" y="23254"/>
                </a:lnTo>
                <a:cubicBezTo>
                  <a:pt x="37707" y="23220"/>
                  <a:pt x="37775" y="23185"/>
                  <a:pt x="37809" y="23117"/>
                </a:cubicBezTo>
                <a:cubicBezTo>
                  <a:pt x="37809" y="23015"/>
                  <a:pt x="37809" y="22947"/>
                  <a:pt x="37741" y="22878"/>
                </a:cubicBezTo>
                <a:cubicBezTo>
                  <a:pt x="37707" y="22844"/>
                  <a:pt x="37639" y="22810"/>
                  <a:pt x="37570" y="22776"/>
                </a:cubicBezTo>
                <a:cubicBezTo>
                  <a:pt x="37195" y="22639"/>
                  <a:pt x="36956" y="22264"/>
                  <a:pt x="36956" y="21889"/>
                </a:cubicBezTo>
                <a:cubicBezTo>
                  <a:pt x="36956" y="21070"/>
                  <a:pt x="36888" y="20251"/>
                  <a:pt x="36888" y="19432"/>
                </a:cubicBezTo>
                <a:cubicBezTo>
                  <a:pt x="36888" y="19330"/>
                  <a:pt x="36922" y="19227"/>
                  <a:pt x="36922" y="19125"/>
                </a:cubicBezTo>
                <a:cubicBezTo>
                  <a:pt x="37024" y="19227"/>
                  <a:pt x="37093" y="19330"/>
                  <a:pt x="37161" y="19364"/>
                </a:cubicBezTo>
                <a:cubicBezTo>
                  <a:pt x="37212" y="19381"/>
                  <a:pt x="37263" y="19389"/>
                  <a:pt x="37314" y="19389"/>
                </a:cubicBezTo>
                <a:cubicBezTo>
                  <a:pt x="37366" y="19389"/>
                  <a:pt x="37417" y="19381"/>
                  <a:pt x="37468" y="19364"/>
                </a:cubicBezTo>
                <a:cubicBezTo>
                  <a:pt x="37502" y="19364"/>
                  <a:pt x="37502" y="19193"/>
                  <a:pt x="37502" y="19125"/>
                </a:cubicBezTo>
                <a:cubicBezTo>
                  <a:pt x="37468" y="19022"/>
                  <a:pt x="37434" y="18954"/>
                  <a:pt x="37400" y="18852"/>
                </a:cubicBezTo>
                <a:cubicBezTo>
                  <a:pt x="37297" y="18681"/>
                  <a:pt x="37195" y="18511"/>
                  <a:pt x="37093" y="18272"/>
                </a:cubicBezTo>
                <a:lnTo>
                  <a:pt x="37093" y="18272"/>
                </a:lnTo>
                <a:cubicBezTo>
                  <a:pt x="37238" y="18313"/>
                  <a:pt x="37358" y="18380"/>
                  <a:pt x="37460" y="18380"/>
                </a:cubicBezTo>
                <a:cubicBezTo>
                  <a:pt x="37526" y="18380"/>
                  <a:pt x="37585" y="18352"/>
                  <a:pt x="37639" y="18272"/>
                </a:cubicBezTo>
                <a:cubicBezTo>
                  <a:pt x="37741" y="18101"/>
                  <a:pt x="37570" y="17965"/>
                  <a:pt x="37468" y="17862"/>
                </a:cubicBezTo>
                <a:cubicBezTo>
                  <a:pt x="37161" y="17589"/>
                  <a:pt x="36990" y="17214"/>
                  <a:pt x="36888" y="16804"/>
                </a:cubicBezTo>
                <a:cubicBezTo>
                  <a:pt x="36615" y="15849"/>
                  <a:pt x="36547" y="14859"/>
                  <a:pt x="36649" y="13904"/>
                </a:cubicBezTo>
                <a:cubicBezTo>
                  <a:pt x="36649" y="13802"/>
                  <a:pt x="36649" y="13733"/>
                  <a:pt x="36649" y="13631"/>
                </a:cubicBezTo>
                <a:cubicBezTo>
                  <a:pt x="36649" y="13563"/>
                  <a:pt x="36581" y="13494"/>
                  <a:pt x="36512" y="13426"/>
                </a:cubicBezTo>
                <a:cubicBezTo>
                  <a:pt x="36444" y="13426"/>
                  <a:pt x="36342" y="13460"/>
                  <a:pt x="36308" y="13529"/>
                </a:cubicBezTo>
                <a:cubicBezTo>
                  <a:pt x="36205" y="13631"/>
                  <a:pt x="36137" y="13733"/>
                  <a:pt x="36069" y="13870"/>
                </a:cubicBezTo>
                <a:cubicBezTo>
                  <a:pt x="35932" y="13529"/>
                  <a:pt x="35762" y="13290"/>
                  <a:pt x="35659" y="13017"/>
                </a:cubicBezTo>
                <a:cubicBezTo>
                  <a:pt x="35523" y="12744"/>
                  <a:pt x="35455" y="12471"/>
                  <a:pt x="35386" y="12164"/>
                </a:cubicBezTo>
                <a:cubicBezTo>
                  <a:pt x="35148" y="10969"/>
                  <a:pt x="35011" y="9775"/>
                  <a:pt x="34943" y="8547"/>
                </a:cubicBezTo>
                <a:cubicBezTo>
                  <a:pt x="34943" y="8410"/>
                  <a:pt x="34943" y="8274"/>
                  <a:pt x="34909" y="8137"/>
                </a:cubicBezTo>
                <a:cubicBezTo>
                  <a:pt x="34875" y="8035"/>
                  <a:pt x="34772" y="8001"/>
                  <a:pt x="34704" y="7967"/>
                </a:cubicBezTo>
                <a:cubicBezTo>
                  <a:pt x="34636" y="7967"/>
                  <a:pt x="34533" y="8069"/>
                  <a:pt x="34533" y="8137"/>
                </a:cubicBezTo>
                <a:cubicBezTo>
                  <a:pt x="34499" y="8240"/>
                  <a:pt x="34499" y="8342"/>
                  <a:pt x="34499" y="8444"/>
                </a:cubicBezTo>
                <a:cubicBezTo>
                  <a:pt x="34533" y="9297"/>
                  <a:pt x="34567" y="10150"/>
                  <a:pt x="34602" y="11003"/>
                </a:cubicBezTo>
                <a:cubicBezTo>
                  <a:pt x="34602" y="11106"/>
                  <a:pt x="34602" y="11242"/>
                  <a:pt x="34533" y="11276"/>
                </a:cubicBezTo>
                <a:cubicBezTo>
                  <a:pt x="34363" y="11447"/>
                  <a:pt x="34431" y="11652"/>
                  <a:pt x="34465" y="11822"/>
                </a:cubicBezTo>
                <a:cubicBezTo>
                  <a:pt x="34499" y="11959"/>
                  <a:pt x="34499" y="12130"/>
                  <a:pt x="34533" y="12368"/>
                </a:cubicBezTo>
                <a:cubicBezTo>
                  <a:pt x="34260" y="12437"/>
                  <a:pt x="34294" y="12676"/>
                  <a:pt x="34294" y="12914"/>
                </a:cubicBezTo>
                <a:lnTo>
                  <a:pt x="34294" y="13870"/>
                </a:lnTo>
                <a:lnTo>
                  <a:pt x="34294" y="15440"/>
                </a:lnTo>
                <a:cubicBezTo>
                  <a:pt x="34192" y="15303"/>
                  <a:pt x="34158" y="15132"/>
                  <a:pt x="34158" y="14996"/>
                </a:cubicBezTo>
                <a:cubicBezTo>
                  <a:pt x="34158" y="14586"/>
                  <a:pt x="34124" y="14143"/>
                  <a:pt x="34090" y="13802"/>
                </a:cubicBezTo>
                <a:cubicBezTo>
                  <a:pt x="34068" y="13567"/>
                  <a:pt x="34034" y="13479"/>
                  <a:pt x="33928" y="13479"/>
                </a:cubicBezTo>
                <a:cubicBezTo>
                  <a:pt x="33864" y="13479"/>
                  <a:pt x="33775" y="13511"/>
                  <a:pt x="33646" y="13563"/>
                </a:cubicBezTo>
                <a:cubicBezTo>
                  <a:pt x="33646" y="14006"/>
                  <a:pt x="33714" y="14484"/>
                  <a:pt x="33714" y="14962"/>
                </a:cubicBezTo>
                <a:cubicBezTo>
                  <a:pt x="33714" y="15132"/>
                  <a:pt x="33749" y="15303"/>
                  <a:pt x="33578" y="15405"/>
                </a:cubicBezTo>
                <a:cubicBezTo>
                  <a:pt x="33510" y="15474"/>
                  <a:pt x="33476" y="15576"/>
                  <a:pt x="33476" y="15678"/>
                </a:cubicBezTo>
                <a:cubicBezTo>
                  <a:pt x="33441" y="16361"/>
                  <a:pt x="33441" y="17043"/>
                  <a:pt x="33407" y="17726"/>
                </a:cubicBezTo>
                <a:cubicBezTo>
                  <a:pt x="33066" y="17760"/>
                  <a:pt x="32998" y="17965"/>
                  <a:pt x="32930" y="18238"/>
                </a:cubicBezTo>
                <a:cubicBezTo>
                  <a:pt x="32827" y="18749"/>
                  <a:pt x="32657" y="19227"/>
                  <a:pt x="32486" y="19705"/>
                </a:cubicBezTo>
                <a:cubicBezTo>
                  <a:pt x="32418" y="19910"/>
                  <a:pt x="32281" y="20080"/>
                  <a:pt x="32111" y="20183"/>
                </a:cubicBezTo>
                <a:cubicBezTo>
                  <a:pt x="32281" y="19637"/>
                  <a:pt x="32384" y="19057"/>
                  <a:pt x="32554" y="18545"/>
                </a:cubicBezTo>
                <a:cubicBezTo>
                  <a:pt x="32691" y="18033"/>
                  <a:pt x="32895" y="17521"/>
                  <a:pt x="33066" y="17009"/>
                </a:cubicBezTo>
                <a:cubicBezTo>
                  <a:pt x="33168" y="16702"/>
                  <a:pt x="33203" y="16361"/>
                  <a:pt x="33168" y="16054"/>
                </a:cubicBezTo>
                <a:cubicBezTo>
                  <a:pt x="33168" y="15985"/>
                  <a:pt x="33168" y="15883"/>
                  <a:pt x="33203" y="15815"/>
                </a:cubicBezTo>
                <a:cubicBezTo>
                  <a:pt x="33271" y="15610"/>
                  <a:pt x="33305" y="15405"/>
                  <a:pt x="33373" y="15235"/>
                </a:cubicBezTo>
                <a:cubicBezTo>
                  <a:pt x="33441" y="14928"/>
                  <a:pt x="33407" y="14825"/>
                  <a:pt x="33271" y="14791"/>
                </a:cubicBezTo>
                <a:cubicBezTo>
                  <a:pt x="33250" y="14788"/>
                  <a:pt x="33230" y="14787"/>
                  <a:pt x="33212" y="14787"/>
                </a:cubicBezTo>
                <a:cubicBezTo>
                  <a:pt x="33020" y="14787"/>
                  <a:pt x="32961" y="14943"/>
                  <a:pt x="32930" y="15098"/>
                </a:cubicBezTo>
                <a:cubicBezTo>
                  <a:pt x="32759" y="15678"/>
                  <a:pt x="32588" y="16293"/>
                  <a:pt x="32384" y="16873"/>
                </a:cubicBezTo>
                <a:cubicBezTo>
                  <a:pt x="32042" y="17862"/>
                  <a:pt x="31701" y="18852"/>
                  <a:pt x="31360" y="19807"/>
                </a:cubicBezTo>
                <a:cubicBezTo>
                  <a:pt x="31292" y="20046"/>
                  <a:pt x="31121" y="20251"/>
                  <a:pt x="30916" y="20387"/>
                </a:cubicBezTo>
                <a:cubicBezTo>
                  <a:pt x="30985" y="19739"/>
                  <a:pt x="31360" y="19193"/>
                  <a:pt x="31189" y="18545"/>
                </a:cubicBezTo>
                <a:cubicBezTo>
                  <a:pt x="31735" y="17828"/>
                  <a:pt x="32145" y="17009"/>
                  <a:pt x="32384" y="16122"/>
                </a:cubicBezTo>
                <a:cubicBezTo>
                  <a:pt x="32588" y="15610"/>
                  <a:pt x="32759" y="15030"/>
                  <a:pt x="32930" y="14484"/>
                </a:cubicBezTo>
                <a:cubicBezTo>
                  <a:pt x="32964" y="14279"/>
                  <a:pt x="32998" y="14075"/>
                  <a:pt x="32998" y="13870"/>
                </a:cubicBezTo>
                <a:cubicBezTo>
                  <a:pt x="32930" y="13802"/>
                  <a:pt x="32861" y="13767"/>
                  <a:pt x="32861" y="13699"/>
                </a:cubicBezTo>
                <a:cubicBezTo>
                  <a:pt x="32827" y="13529"/>
                  <a:pt x="32827" y="13324"/>
                  <a:pt x="32793" y="13119"/>
                </a:cubicBezTo>
                <a:cubicBezTo>
                  <a:pt x="32930" y="12334"/>
                  <a:pt x="33203" y="11584"/>
                  <a:pt x="33578" y="10867"/>
                </a:cubicBezTo>
                <a:cubicBezTo>
                  <a:pt x="33646" y="10833"/>
                  <a:pt x="33646" y="10731"/>
                  <a:pt x="33646" y="10696"/>
                </a:cubicBezTo>
                <a:cubicBezTo>
                  <a:pt x="33441" y="10321"/>
                  <a:pt x="33680" y="9946"/>
                  <a:pt x="33714" y="9604"/>
                </a:cubicBezTo>
                <a:cubicBezTo>
                  <a:pt x="33714" y="9400"/>
                  <a:pt x="33783" y="9161"/>
                  <a:pt x="33851" y="8956"/>
                </a:cubicBezTo>
                <a:cubicBezTo>
                  <a:pt x="34226" y="8205"/>
                  <a:pt x="34499" y="7421"/>
                  <a:pt x="34704" y="6636"/>
                </a:cubicBezTo>
                <a:cubicBezTo>
                  <a:pt x="34738" y="6533"/>
                  <a:pt x="34772" y="6431"/>
                  <a:pt x="34840" y="6260"/>
                </a:cubicBezTo>
                <a:cubicBezTo>
                  <a:pt x="34875" y="6567"/>
                  <a:pt x="34909" y="6840"/>
                  <a:pt x="34977" y="7113"/>
                </a:cubicBezTo>
                <a:cubicBezTo>
                  <a:pt x="35113" y="7659"/>
                  <a:pt x="35182" y="8205"/>
                  <a:pt x="35113" y="8751"/>
                </a:cubicBezTo>
                <a:cubicBezTo>
                  <a:pt x="35148" y="8888"/>
                  <a:pt x="35148" y="9024"/>
                  <a:pt x="35148" y="9195"/>
                </a:cubicBezTo>
                <a:cubicBezTo>
                  <a:pt x="35148" y="9502"/>
                  <a:pt x="35284" y="9775"/>
                  <a:pt x="35455" y="10048"/>
                </a:cubicBezTo>
                <a:cubicBezTo>
                  <a:pt x="35523" y="10150"/>
                  <a:pt x="35591" y="10287"/>
                  <a:pt x="35625" y="10423"/>
                </a:cubicBezTo>
                <a:cubicBezTo>
                  <a:pt x="35796" y="10969"/>
                  <a:pt x="35898" y="11549"/>
                  <a:pt x="36069" y="12061"/>
                </a:cubicBezTo>
                <a:cubicBezTo>
                  <a:pt x="36171" y="12471"/>
                  <a:pt x="36410" y="12846"/>
                  <a:pt x="36717" y="13119"/>
                </a:cubicBezTo>
                <a:cubicBezTo>
                  <a:pt x="36922" y="13256"/>
                  <a:pt x="36990" y="13494"/>
                  <a:pt x="36922" y="13733"/>
                </a:cubicBezTo>
                <a:cubicBezTo>
                  <a:pt x="36751" y="14586"/>
                  <a:pt x="37195" y="15474"/>
                  <a:pt x="37980" y="15815"/>
                </a:cubicBezTo>
                <a:cubicBezTo>
                  <a:pt x="38082" y="15849"/>
                  <a:pt x="38150" y="15917"/>
                  <a:pt x="38219" y="16020"/>
                </a:cubicBezTo>
                <a:lnTo>
                  <a:pt x="37946" y="16361"/>
                </a:lnTo>
                <a:cubicBezTo>
                  <a:pt x="37877" y="16293"/>
                  <a:pt x="37775" y="16156"/>
                  <a:pt x="37707" y="16156"/>
                </a:cubicBezTo>
                <a:cubicBezTo>
                  <a:pt x="37536" y="16156"/>
                  <a:pt x="37468" y="16293"/>
                  <a:pt x="37468" y="16429"/>
                </a:cubicBezTo>
                <a:cubicBezTo>
                  <a:pt x="37468" y="16600"/>
                  <a:pt x="37468" y="16736"/>
                  <a:pt x="37468" y="16873"/>
                </a:cubicBezTo>
                <a:cubicBezTo>
                  <a:pt x="37536" y="17282"/>
                  <a:pt x="37639" y="17658"/>
                  <a:pt x="37741" y="18033"/>
                </a:cubicBezTo>
                <a:cubicBezTo>
                  <a:pt x="37741" y="18169"/>
                  <a:pt x="37775" y="18306"/>
                  <a:pt x="37775" y="18408"/>
                </a:cubicBezTo>
                <a:lnTo>
                  <a:pt x="37775" y="20080"/>
                </a:lnTo>
                <a:cubicBezTo>
                  <a:pt x="37468" y="20148"/>
                  <a:pt x="37434" y="20353"/>
                  <a:pt x="37434" y="20592"/>
                </a:cubicBezTo>
                <a:cubicBezTo>
                  <a:pt x="37434" y="20763"/>
                  <a:pt x="37434" y="20899"/>
                  <a:pt x="37468" y="21070"/>
                </a:cubicBezTo>
                <a:cubicBezTo>
                  <a:pt x="37673" y="21684"/>
                  <a:pt x="37843" y="22264"/>
                  <a:pt x="38082" y="22844"/>
                </a:cubicBezTo>
                <a:cubicBezTo>
                  <a:pt x="38253" y="23220"/>
                  <a:pt x="38321" y="23595"/>
                  <a:pt x="38219" y="24004"/>
                </a:cubicBezTo>
                <a:cubicBezTo>
                  <a:pt x="37809" y="24107"/>
                  <a:pt x="37775" y="24175"/>
                  <a:pt x="37912" y="24584"/>
                </a:cubicBezTo>
                <a:cubicBezTo>
                  <a:pt x="37946" y="24687"/>
                  <a:pt x="37980" y="24789"/>
                  <a:pt x="38048" y="24857"/>
                </a:cubicBezTo>
                <a:cubicBezTo>
                  <a:pt x="38219" y="25233"/>
                  <a:pt x="38355" y="25642"/>
                  <a:pt x="38389" y="26052"/>
                </a:cubicBezTo>
                <a:cubicBezTo>
                  <a:pt x="38458" y="26632"/>
                  <a:pt x="38765" y="27178"/>
                  <a:pt x="39208" y="27587"/>
                </a:cubicBezTo>
                <a:cubicBezTo>
                  <a:pt x="39311" y="27690"/>
                  <a:pt x="39413" y="27758"/>
                  <a:pt x="39584" y="27792"/>
                </a:cubicBezTo>
                <a:cubicBezTo>
                  <a:pt x="39652" y="27792"/>
                  <a:pt x="39788" y="27690"/>
                  <a:pt x="39925" y="27587"/>
                </a:cubicBezTo>
                <a:cubicBezTo>
                  <a:pt x="40232" y="28645"/>
                  <a:pt x="40607" y="29669"/>
                  <a:pt x="41085" y="30658"/>
                </a:cubicBezTo>
                <a:lnTo>
                  <a:pt x="41563" y="30658"/>
                </a:lnTo>
                <a:lnTo>
                  <a:pt x="40607" y="28304"/>
                </a:lnTo>
                <a:lnTo>
                  <a:pt x="41119" y="28065"/>
                </a:lnTo>
                <a:cubicBezTo>
                  <a:pt x="41256" y="28713"/>
                  <a:pt x="41597" y="29191"/>
                  <a:pt x="41631" y="29874"/>
                </a:cubicBezTo>
                <a:cubicBezTo>
                  <a:pt x="41690" y="30465"/>
                  <a:pt x="41878" y="30672"/>
                  <a:pt x="42371" y="30672"/>
                </a:cubicBezTo>
                <a:cubicBezTo>
                  <a:pt x="42447" y="30672"/>
                  <a:pt x="42530" y="30667"/>
                  <a:pt x="42621" y="30658"/>
                </a:cubicBezTo>
                <a:lnTo>
                  <a:pt x="42689" y="30624"/>
                </a:lnTo>
                <a:cubicBezTo>
                  <a:pt x="42552" y="30351"/>
                  <a:pt x="42450" y="30078"/>
                  <a:pt x="42313" y="29839"/>
                </a:cubicBezTo>
                <a:cubicBezTo>
                  <a:pt x="42109" y="29498"/>
                  <a:pt x="42040" y="29157"/>
                  <a:pt x="42040" y="28782"/>
                </a:cubicBezTo>
                <a:cubicBezTo>
                  <a:pt x="42006" y="28406"/>
                  <a:pt x="42006" y="28065"/>
                  <a:pt x="41938" y="27724"/>
                </a:cubicBezTo>
                <a:cubicBezTo>
                  <a:pt x="41914" y="27504"/>
                  <a:pt x="41872" y="27406"/>
                  <a:pt x="41737" y="27406"/>
                </a:cubicBezTo>
                <a:cubicBezTo>
                  <a:pt x="41684" y="27406"/>
                  <a:pt x="41616" y="27422"/>
                  <a:pt x="41529" y="27451"/>
                </a:cubicBezTo>
                <a:cubicBezTo>
                  <a:pt x="41392" y="27485"/>
                  <a:pt x="41290" y="27519"/>
                  <a:pt x="41153" y="27553"/>
                </a:cubicBezTo>
                <a:cubicBezTo>
                  <a:pt x="41045" y="27601"/>
                  <a:pt x="40955" y="27628"/>
                  <a:pt x="40877" y="27628"/>
                </a:cubicBezTo>
                <a:cubicBezTo>
                  <a:pt x="40735" y="27628"/>
                  <a:pt x="40640" y="27536"/>
                  <a:pt x="40573" y="27314"/>
                </a:cubicBezTo>
                <a:cubicBezTo>
                  <a:pt x="40403" y="26734"/>
                  <a:pt x="40232" y="26154"/>
                  <a:pt x="40061" y="25574"/>
                </a:cubicBezTo>
                <a:cubicBezTo>
                  <a:pt x="40061" y="25369"/>
                  <a:pt x="40027" y="25199"/>
                  <a:pt x="40061" y="25028"/>
                </a:cubicBezTo>
                <a:cubicBezTo>
                  <a:pt x="40130" y="25096"/>
                  <a:pt x="40232" y="25199"/>
                  <a:pt x="40266" y="25335"/>
                </a:cubicBezTo>
                <a:cubicBezTo>
                  <a:pt x="40505" y="25711"/>
                  <a:pt x="40710" y="26086"/>
                  <a:pt x="40948" y="26461"/>
                </a:cubicBezTo>
                <a:cubicBezTo>
                  <a:pt x="41085" y="26700"/>
                  <a:pt x="41256" y="26905"/>
                  <a:pt x="41426" y="27110"/>
                </a:cubicBezTo>
                <a:cubicBezTo>
                  <a:pt x="41493" y="27176"/>
                  <a:pt x="41574" y="27228"/>
                  <a:pt x="41660" y="27228"/>
                </a:cubicBezTo>
                <a:cubicBezTo>
                  <a:pt x="41706" y="27228"/>
                  <a:pt x="41754" y="27214"/>
                  <a:pt x="41802" y="27178"/>
                </a:cubicBezTo>
                <a:cubicBezTo>
                  <a:pt x="41938" y="27041"/>
                  <a:pt x="41870" y="26939"/>
                  <a:pt x="41802" y="26802"/>
                </a:cubicBezTo>
                <a:cubicBezTo>
                  <a:pt x="41767" y="26768"/>
                  <a:pt x="41699" y="26734"/>
                  <a:pt x="41699" y="26666"/>
                </a:cubicBezTo>
                <a:cubicBezTo>
                  <a:pt x="41392" y="26222"/>
                  <a:pt x="41085" y="25813"/>
                  <a:pt x="40846" y="25335"/>
                </a:cubicBezTo>
                <a:cubicBezTo>
                  <a:pt x="40505" y="24721"/>
                  <a:pt x="40198" y="24073"/>
                  <a:pt x="39891" y="23458"/>
                </a:cubicBezTo>
                <a:cubicBezTo>
                  <a:pt x="39857" y="23356"/>
                  <a:pt x="39822" y="23288"/>
                  <a:pt x="39754" y="23185"/>
                </a:cubicBezTo>
                <a:cubicBezTo>
                  <a:pt x="39686" y="23151"/>
                  <a:pt x="39618" y="23117"/>
                  <a:pt x="39549" y="23117"/>
                </a:cubicBezTo>
                <a:cubicBezTo>
                  <a:pt x="39481" y="23151"/>
                  <a:pt x="39413" y="23254"/>
                  <a:pt x="39379" y="23322"/>
                </a:cubicBezTo>
                <a:cubicBezTo>
                  <a:pt x="39413" y="23424"/>
                  <a:pt x="39447" y="23527"/>
                  <a:pt x="39481" y="23629"/>
                </a:cubicBezTo>
                <a:cubicBezTo>
                  <a:pt x="39515" y="23731"/>
                  <a:pt x="39515" y="23800"/>
                  <a:pt x="39549" y="23902"/>
                </a:cubicBezTo>
                <a:cubicBezTo>
                  <a:pt x="39038" y="23766"/>
                  <a:pt x="38730" y="23288"/>
                  <a:pt x="38799" y="22776"/>
                </a:cubicBezTo>
                <a:cubicBezTo>
                  <a:pt x="38799" y="22605"/>
                  <a:pt x="38833" y="22435"/>
                  <a:pt x="38867" y="22264"/>
                </a:cubicBezTo>
                <a:cubicBezTo>
                  <a:pt x="38969" y="21991"/>
                  <a:pt x="38901" y="21684"/>
                  <a:pt x="38696" y="21479"/>
                </a:cubicBezTo>
                <a:cubicBezTo>
                  <a:pt x="38287" y="20831"/>
                  <a:pt x="38150" y="20046"/>
                  <a:pt x="38321" y="19330"/>
                </a:cubicBezTo>
                <a:lnTo>
                  <a:pt x="38321" y="19330"/>
                </a:lnTo>
                <a:cubicBezTo>
                  <a:pt x="38628" y="19466"/>
                  <a:pt x="38799" y="19773"/>
                  <a:pt x="38867" y="20080"/>
                </a:cubicBezTo>
                <a:cubicBezTo>
                  <a:pt x="39072" y="21138"/>
                  <a:pt x="39413" y="22128"/>
                  <a:pt x="39925" y="23083"/>
                </a:cubicBezTo>
                <a:cubicBezTo>
                  <a:pt x="40505" y="24209"/>
                  <a:pt x="41153" y="25301"/>
                  <a:pt x="41802" y="26393"/>
                </a:cubicBezTo>
                <a:cubicBezTo>
                  <a:pt x="41938" y="26666"/>
                  <a:pt x="42143" y="26871"/>
                  <a:pt x="42313" y="27110"/>
                </a:cubicBezTo>
                <a:cubicBezTo>
                  <a:pt x="42416" y="27212"/>
                  <a:pt x="42484" y="27348"/>
                  <a:pt x="42518" y="27519"/>
                </a:cubicBezTo>
                <a:cubicBezTo>
                  <a:pt x="42484" y="28509"/>
                  <a:pt x="42825" y="29362"/>
                  <a:pt x="43132" y="30249"/>
                </a:cubicBezTo>
                <a:cubicBezTo>
                  <a:pt x="43201" y="30385"/>
                  <a:pt x="43235" y="30522"/>
                  <a:pt x="43303" y="30658"/>
                </a:cubicBezTo>
                <a:lnTo>
                  <a:pt x="43815" y="30658"/>
                </a:lnTo>
                <a:cubicBezTo>
                  <a:pt x="43781" y="30522"/>
                  <a:pt x="43747" y="30454"/>
                  <a:pt x="43712" y="30317"/>
                </a:cubicBezTo>
                <a:lnTo>
                  <a:pt x="43712" y="30317"/>
                </a:lnTo>
                <a:cubicBezTo>
                  <a:pt x="43917" y="30454"/>
                  <a:pt x="44122" y="30556"/>
                  <a:pt x="44258" y="30624"/>
                </a:cubicBezTo>
                <a:cubicBezTo>
                  <a:pt x="44322" y="30656"/>
                  <a:pt x="44385" y="30680"/>
                  <a:pt x="44445" y="30680"/>
                </a:cubicBezTo>
                <a:cubicBezTo>
                  <a:pt x="44514" y="30680"/>
                  <a:pt x="44579" y="30648"/>
                  <a:pt x="44634" y="30556"/>
                </a:cubicBezTo>
                <a:cubicBezTo>
                  <a:pt x="44702" y="30420"/>
                  <a:pt x="44600" y="30317"/>
                  <a:pt x="44497" y="30215"/>
                </a:cubicBezTo>
                <a:cubicBezTo>
                  <a:pt x="44293" y="30078"/>
                  <a:pt x="44088" y="29942"/>
                  <a:pt x="43951" y="29737"/>
                </a:cubicBezTo>
                <a:cubicBezTo>
                  <a:pt x="43439" y="29020"/>
                  <a:pt x="43166" y="28167"/>
                  <a:pt x="43098" y="27314"/>
                </a:cubicBezTo>
                <a:cubicBezTo>
                  <a:pt x="43098" y="27212"/>
                  <a:pt x="43064" y="27144"/>
                  <a:pt x="42996" y="27075"/>
                </a:cubicBezTo>
                <a:cubicBezTo>
                  <a:pt x="42757" y="26632"/>
                  <a:pt x="42655" y="26120"/>
                  <a:pt x="42689" y="25642"/>
                </a:cubicBezTo>
                <a:cubicBezTo>
                  <a:pt x="42723" y="25506"/>
                  <a:pt x="42757" y="25369"/>
                  <a:pt x="42791" y="25233"/>
                </a:cubicBezTo>
                <a:lnTo>
                  <a:pt x="43474" y="25608"/>
                </a:lnTo>
                <a:cubicBezTo>
                  <a:pt x="43405" y="25711"/>
                  <a:pt x="43405" y="25847"/>
                  <a:pt x="43371" y="25984"/>
                </a:cubicBezTo>
                <a:cubicBezTo>
                  <a:pt x="43303" y="26837"/>
                  <a:pt x="43337" y="27724"/>
                  <a:pt x="43508" y="28577"/>
                </a:cubicBezTo>
                <a:cubicBezTo>
                  <a:pt x="43610" y="29055"/>
                  <a:pt x="43883" y="29464"/>
                  <a:pt x="44224" y="29805"/>
                </a:cubicBezTo>
                <a:cubicBezTo>
                  <a:pt x="44344" y="29901"/>
                  <a:pt x="44463" y="30013"/>
                  <a:pt x="44606" y="30013"/>
                </a:cubicBezTo>
                <a:cubicBezTo>
                  <a:pt x="44668" y="30013"/>
                  <a:pt x="44733" y="29993"/>
                  <a:pt x="44804" y="29942"/>
                </a:cubicBezTo>
                <a:lnTo>
                  <a:pt x="44873" y="29976"/>
                </a:lnTo>
                <a:cubicBezTo>
                  <a:pt x="44941" y="30112"/>
                  <a:pt x="45009" y="30249"/>
                  <a:pt x="45077" y="30385"/>
                </a:cubicBezTo>
                <a:cubicBezTo>
                  <a:pt x="45210" y="30606"/>
                  <a:pt x="45256" y="30684"/>
                  <a:pt x="45402" y="30684"/>
                </a:cubicBezTo>
                <a:cubicBezTo>
                  <a:pt x="45482" y="30684"/>
                  <a:pt x="45591" y="30661"/>
                  <a:pt x="45760" y="30624"/>
                </a:cubicBezTo>
                <a:cubicBezTo>
                  <a:pt x="45521" y="30249"/>
                  <a:pt x="45316" y="29805"/>
                  <a:pt x="45214" y="29362"/>
                </a:cubicBezTo>
                <a:lnTo>
                  <a:pt x="45214" y="29362"/>
                </a:lnTo>
                <a:cubicBezTo>
                  <a:pt x="45487" y="29703"/>
                  <a:pt x="45760" y="30044"/>
                  <a:pt x="45999" y="30420"/>
                </a:cubicBezTo>
                <a:cubicBezTo>
                  <a:pt x="46101" y="30522"/>
                  <a:pt x="46169" y="30658"/>
                  <a:pt x="46272" y="30658"/>
                </a:cubicBezTo>
                <a:cubicBezTo>
                  <a:pt x="46391" y="30675"/>
                  <a:pt x="46511" y="30684"/>
                  <a:pt x="46634" y="30684"/>
                </a:cubicBezTo>
                <a:cubicBezTo>
                  <a:pt x="46758" y="30684"/>
                  <a:pt x="46886" y="30675"/>
                  <a:pt x="47022" y="30658"/>
                </a:cubicBezTo>
                <a:cubicBezTo>
                  <a:pt x="46818" y="30420"/>
                  <a:pt x="46613" y="30181"/>
                  <a:pt x="46408" y="30010"/>
                </a:cubicBezTo>
                <a:cubicBezTo>
                  <a:pt x="46203" y="29839"/>
                  <a:pt x="46067" y="29601"/>
                  <a:pt x="45999" y="29328"/>
                </a:cubicBezTo>
                <a:cubicBezTo>
                  <a:pt x="45968" y="29172"/>
                  <a:pt x="45936" y="29016"/>
                  <a:pt x="45724" y="29016"/>
                </a:cubicBezTo>
                <a:cubicBezTo>
                  <a:pt x="45703" y="29016"/>
                  <a:pt x="45681" y="29018"/>
                  <a:pt x="45657" y="29020"/>
                </a:cubicBezTo>
                <a:cubicBezTo>
                  <a:pt x="45645" y="29027"/>
                  <a:pt x="45634" y="29029"/>
                  <a:pt x="45624" y="29029"/>
                </a:cubicBezTo>
                <a:cubicBezTo>
                  <a:pt x="45575" y="29029"/>
                  <a:pt x="45537" y="28968"/>
                  <a:pt x="45453" y="28884"/>
                </a:cubicBezTo>
                <a:cubicBezTo>
                  <a:pt x="45350" y="28816"/>
                  <a:pt x="45248" y="28713"/>
                  <a:pt x="45180" y="28679"/>
                </a:cubicBezTo>
                <a:cubicBezTo>
                  <a:pt x="45077" y="28679"/>
                  <a:pt x="44941" y="28748"/>
                  <a:pt x="44804" y="28782"/>
                </a:cubicBezTo>
                <a:cubicBezTo>
                  <a:pt x="44634" y="28338"/>
                  <a:pt x="44497" y="27894"/>
                  <a:pt x="44361" y="27451"/>
                </a:cubicBezTo>
                <a:cubicBezTo>
                  <a:pt x="44327" y="27314"/>
                  <a:pt x="44293" y="27212"/>
                  <a:pt x="44122" y="27212"/>
                </a:cubicBezTo>
                <a:cubicBezTo>
                  <a:pt x="43951" y="27212"/>
                  <a:pt x="43917" y="27348"/>
                  <a:pt x="43917" y="27519"/>
                </a:cubicBezTo>
                <a:cubicBezTo>
                  <a:pt x="43917" y="27656"/>
                  <a:pt x="43951" y="27792"/>
                  <a:pt x="43985" y="27929"/>
                </a:cubicBezTo>
                <a:cubicBezTo>
                  <a:pt x="44156" y="28270"/>
                  <a:pt x="44293" y="28645"/>
                  <a:pt x="44429" y="28986"/>
                </a:cubicBezTo>
                <a:cubicBezTo>
                  <a:pt x="44463" y="29089"/>
                  <a:pt x="44497" y="29191"/>
                  <a:pt x="44566" y="29396"/>
                </a:cubicBezTo>
                <a:cubicBezTo>
                  <a:pt x="44224" y="29123"/>
                  <a:pt x="44020" y="28748"/>
                  <a:pt x="43951" y="28304"/>
                </a:cubicBezTo>
                <a:cubicBezTo>
                  <a:pt x="43815" y="27485"/>
                  <a:pt x="43781" y="26632"/>
                  <a:pt x="43849" y="25779"/>
                </a:cubicBezTo>
                <a:cubicBezTo>
                  <a:pt x="43849" y="25608"/>
                  <a:pt x="43951" y="25608"/>
                  <a:pt x="44088" y="25608"/>
                </a:cubicBezTo>
                <a:cubicBezTo>
                  <a:pt x="44156" y="25745"/>
                  <a:pt x="44224" y="25847"/>
                  <a:pt x="44293" y="25984"/>
                </a:cubicBezTo>
                <a:cubicBezTo>
                  <a:pt x="44566" y="26461"/>
                  <a:pt x="44873" y="26939"/>
                  <a:pt x="45180" y="27417"/>
                </a:cubicBezTo>
                <a:cubicBezTo>
                  <a:pt x="45350" y="27621"/>
                  <a:pt x="45521" y="27792"/>
                  <a:pt x="45726" y="27929"/>
                </a:cubicBezTo>
                <a:cubicBezTo>
                  <a:pt x="45896" y="28065"/>
                  <a:pt x="46067" y="28167"/>
                  <a:pt x="46203" y="28304"/>
                </a:cubicBezTo>
                <a:cubicBezTo>
                  <a:pt x="46886" y="29020"/>
                  <a:pt x="47534" y="29737"/>
                  <a:pt x="48183" y="30454"/>
                </a:cubicBezTo>
                <a:cubicBezTo>
                  <a:pt x="48348" y="30619"/>
                  <a:pt x="48580" y="30720"/>
                  <a:pt x="48820" y="30720"/>
                </a:cubicBezTo>
                <a:cubicBezTo>
                  <a:pt x="48926" y="30720"/>
                  <a:pt x="49034" y="30700"/>
                  <a:pt x="49138" y="30658"/>
                </a:cubicBezTo>
                <a:lnTo>
                  <a:pt x="48012" y="29532"/>
                </a:lnTo>
                <a:lnTo>
                  <a:pt x="48012" y="29532"/>
                </a:lnTo>
                <a:cubicBezTo>
                  <a:pt x="48490" y="29601"/>
                  <a:pt x="48933" y="29839"/>
                  <a:pt x="49275" y="30181"/>
                </a:cubicBezTo>
                <a:cubicBezTo>
                  <a:pt x="49567" y="30562"/>
                  <a:pt x="50011" y="30741"/>
                  <a:pt x="50455" y="30741"/>
                </a:cubicBezTo>
                <a:cubicBezTo>
                  <a:pt x="50528" y="30741"/>
                  <a:pt x="50601" y="30736"/>
                  <a:pt x="50674" y="30727"/>
                </a:cubicBezTo>
                <a:cubicBezTo>
                  <a:pt x="50725" y="30710"/>
                  <a:pt x="50767" y="30701"/>
                  <a:pt x="50810" y="30701"/>
                </a:cubicBezTo>
                <a:cubicBezTo>
                  <a:pt x="50853" y="30701"/>
                  <a:pt x="50895" y="30710"/>
                  <a:pt x="50947" y="30727"/>
                </a:cubicBezTo>
                <a:cubicBezTo>
                  <a:pt x="50947" y="30693"/>
                  <a:pt x="50981" y="30693"/>
                  <a:pt x="51015" y="30658"/>
                </a:cubicBezTo>
                <a:lnTo>
                  <a:pt x="50947" y="30590"/>
                </a:lnTo>
                <a:cubicBezTo>
                  <a:pt x="51083" y="30454"/>
                  <a:pt x="51220" y="30317"/>
                  <a:pt x="51356" y="30147"/>
                </a:cubicBezTo>
                <a:cubicBezTo>
                  <a:pt x="51458" y="30044"/>
                  <a:pt x="51458" y="29908"/>
                  <a:pt x="51322" y="29839"/>
                </a:cubicBezTo>
                <a:cubicBezTo>
                  <a:pt x="51279" y="29811"/>
                  <a:pt x="51235" y="29800"/>
                  <a:pt x="51195" y="29800"/>
                </a:cubicBezTo>
                <a:cubicBezTo>
                  <a:pt x="51139" y="29800"/>
                  <a:pt x="51088" y="29820"/>
                  <a:pt x="51049" y="29839"/>
                </a:cubicBezTo>
                <a:cubicBezTo>
                  <a:pt x="50964" y="29959"/>
                  <a:pt x="50870" y="30002"/>
                  <a:pt x="50776" y="30002"/>
                </a:cubicBezTo>
                <a:cubicBezTo>
                  <a:pt x="50682" y="30002"/>
                  <a:pt x="50588" y="29959"/>
                  <a:pt x="50503" y="29908"/>
                </a:cubicBezTo>
                <a:cubicBezTo>
                  <a:pt x="50298" y="29839"/>
                  <a:pt x="50128" y="29737"/>
                  <a:pt x="49991" y="29635"/>
                </a:cubicBezTo>
                <a:cubicBezTo>
                  <a:pt x="48899" y="28918"/>
                  <a:pt x="47910" y="28065"/>
                  <a:pt x="47057" y="27110"/>
                </a:cubicBezTo>
                <a:cubicBezTo>
                  <a:pt x="46954" y="27007"/>
                  <a:pt x="46886" y="26871"/>
                  <a:pt x="46852" y="26700"/>
                </a:cubicBezTo>
                <a:cubicBezTo>
                  <a:pt x="46784" y="26427"/>
                  <a:pt x="46579" y="26154"/>
                  <a:pt x="46306" y="26052"/>
                </a:cubicBezTo>
                <a:cubicBezTo>
                  <a:pt x="45384" y="25676"/>
                  <a:pt x="44634" y="24960"/>
                  <a:pt x="44258" y="24039"/>
                </a:cubicBezTo>
                <a:cubicBezTo>
                  <a:pt x="44208" y="23889"/>
                  <a:pt x="44122" y="23794"/>
                  <a:pt x="43999" y="23794"/>
                </a:cubicBezTo>
                <a:cubicBezTo>
                  <a:pt x="43954" y="23794"/>
                  <a:pt x="43904" y="23806"/>
                  <a:pt x="43849" y="23834"/>
                </a:cubicBezTo>
                <a:cubicBezTo>
                  <a:pt x="43835" y="23834"/>
                  <a:pt x="43816" y="23839"/>
                  <a:pt x="43798" y="23839"/>
                </a:cubicBezTo>
                <a:cubicBezTo>
                  <a:pt x="43771" y="23839"/>
                  <a:pt x="43747" y="23827"/>
                  <a:pt x="43747" y="23766"/>
                </a:cubicBezTo>
                <a:cubicBezTo>
                  <a:pt x="43712" y="23697"/>
                  <a:pt x="43678" y="23595"/>
                  <a:pt x="43610" y="23458"/>
                </a:cubicBezTo>
                <a:cubicBezTo>
                  <a:pt x="43871" y="23458"/>
                  <a:pt x="44116" y="23591"/>
                  <a:pt x="44355" y="23591"/>
                </a:cubicBezTo>
                <a:cubicBezTo>
                  <a:pt x="44460" y="23591"/>
                  <a:pt x="44564" y="23565"/>
                  <a:pt x="44668" y="23493"/>
                </a:cubicBezTo>
                <a:cubicBezTo>
                  <a:pt x="45111" y="23868"/>
                  <a:pt x="45521" y="24209"/>
                  <a:pt x="45930" y="24619"/>
                </a:cubicBezTo>
                <a:cubicBezTo>
                  <a:pt x="46272" y="24926"/>
                  <a:pt x="46647" y="25199"/>
                  <a:pt x="47091" y="25403"/>
                </a:cubicBezTo>
                <a:cubicBezTo>
                  <a:pt x="47147" y="25432"/>
                  <a:pt x="47215" y="25448"/>
                  <a:pt x="47283" y="25448"/>
                </a:cubicBezTo>
                <a:cubicBezTo>
                  <a:pt x="47379" y="25448"/>
                  <a:pt x="47474" y="25415"/>
                  <a:pt x="47534" y="25335"/>
                </a:cubicBezTo>
                <a:cubicBezTo>
                  <a:pt x="47607" y="25311"/>
                  <a:pt x="47679" y="25287"/>
                  <a:pt x="47751" y="25287"/>
                </a:cubicBezTo>
                <a:cubicBezTo>
                  <a:pt x="47781" y="25287"/>
                  <a:pt x="47811" y="25291"/>
                  <a:pt x="47841" y="25301"/>
                </a:cubicBezTo>
                <a:cubicBezTo>
                  <a:pt x="48012" y="25301"/>
                  <a:pt x="48183" y="25369"/>
                  <a:pt x="48353" y="25403"/>
                </a:cubicBezTo>
                <a:cubicBezTo>
                  <a:pt x="48490" y="25403"/>
                  <a:pt x="48626" y="25403"/>
                  <a:pt x="48660" y="25233"/>
                </a:cubicBezTo>
                <a:cubicBezTo>
                  <a:pt x="48729" y="25062"/>
                  <a:pt x="48592" y="24994"/>
                  <a:pt x="48456" y="24960"/>
                </a:cubicBezTo>
                <a:cubicBezTo>
                  <a:pt x="48183" y="24892"/>
                  <a:pt x="47944" y="24823"/>
                  <a:pt x="47671" y="24755"/>
                </a:cubicBezTo>
                <a:cubicBezTo>
                  <a:pt x="46852" y="24619"/>
                  <a:pt x="46101" y="24175"/>
                  <a:pt x="45623" y="23493"/>
                </a:cubicBezTo>
                <a:cubicBezTo>
                  <a:pt x="45419" y="23185"/>
                  <a:pt x="45180" y="22912"/>
                  <a:pt x="45009" y="22639"/>
                </a:cubicBezTo>
                <a:cubicBezTo>
                  <a:pt x="44941" y="22571"/>
                  <a:pt x="44941" y="22503"/>
                  <a:pt x="44839" y="22366"/>
                </a:cubicBezTo>
                <a:lnTo>
                  <a:pt x="44839" y="22366"/>
                </a:lnTo>
                <a:cubicBezTo>
                  <a:pt x="45077" y="22571"/>
                  <a:pt x="45316" y="22776"/>
                  <a:pt x="45589" y="22981"/>
                </a:cubicBezTo>
                <a:cubicBezTo>
                  <a:pt x="45930" y="23185"/>
                  <a:pt x="46272" y="23356"/>
                  <a:pt x="46647" y="23493"/>
                </a:cubicBezTo>
                <a:cubicBezTo>
                  <a:pt x="46693" y="23527"/>
                  <a:pt x="46742" y="23542"/>
                  <a:pt x="46789" y="23542"/>
                </a:cubicBezTo>
                <a:cubicBezTo>
                  <a:pt x="46882" y="23542"/>
                  <a:pt x="46966" y="23481"/>
                  <a:pt x="46988" y="23390"/>
                </a:cubicBezTo>
                <a:cubicBezTo>
                  <a:pt x="47057" y="23220"/>
                  <a:pt x="46920" y="23117"/>
                  <a:pt x="46818" y="23083"/>
                </a:cubicBezTo>
                <a:cubicBezTo>
                  <a:pt x="46749" y="23049"/>
                  <a:pt x="46681" y="23015"/>
                  <a:pt x="46613" y="22981"/>
                </a:cubicBezTo>
                <a:cubicBezTo>
                  <a:pt x="46238" y="22776"/>
                  <a:pt x="45896" y="22571"/>
                  <a:pt x="45555" y="22298"/>
                </a:cubicBezTo>
                <a:cubicBezTo>
                  <a:pt x="44429" y="21275"/>
                  <a:pt x="43474" y="20148"/>
                  <a:pt x="43098" y="18647"/>
                </a:cubicBezTo>
                <a:cubicBezTo>
                  <a:pt x="42996" y="18374"/>
                  <a:pt x="42893" y="18101"/>
                  <a:pt x="42791" y="17828"/>
                </a:cubicBezTo>
                <a:cubicBezTo>
                  <a:pt x="42757" y="17692"/>
                  <a:pt x="42723" y="17555"/>
                  <a:pt x="42689" y="17419"/>
                </a:cubicBezTo>
                <a:lnTo>
                  <a:pt x="42689" y="17419"/>
                </a:lnTo>
                <a:cubicBezTo>
                  <a:pt x="42962" y="17692"/>
                  <a:pt x="43201" y="18033"/>
                  <a:pt x="43439" y="18340"/>
                </a:cubicBezTo>
                <a:cubicBezTo>
                  <a:pt x="43985" y="18988"/>
                  <a:pt x="44566" y="19671"/>
                  <a:pt x="45111" y="20319"/>
                </a:cubicBezTo>
                <a:cubicBezTo>
                  <a:pt x="45248" y="20490"/>
                  <a:pt x="45384" y="20592"/>
                  <a:pt x="45555" y="20729"/>
                </a:cubicBezTo>
                <a:cubicBezTo>
                  <a:pt x="45805" y="20978"/>
                  <a:pt x="46169" y="21142"/>
                  <a:pt x="46569" y="21142"/>
                </a:cubicBezTo>
                <a:cubicBezTo>
                  <a:pt x="46606" y="21142"/>
                  <a:pt x="46643" y="21141"/>
                  <a:pt x="46681" y="21138"/>
                </a:cubicBezTo>
                <a:cubicBezTo>
                  <a:pt x="46954" y="21138"/>
                  <a:pt x="47261" y="21172"/>
                  <a:pt x="47568" y="21240"/>
                </a:cubicBezTo>
                <a:cubicBezTo>
                  <a:pt x="47705" y="21240"/>
                  <a:pt x="47807" y="21104"/>
                  <a:pt x="47807" y="21036"/>
                </a:cubicBezTo>
                <a:cubicBezTo>
                  <a:pt x="47807" y="20933"/>
                  <a:pt x="47671" y="20831"/>
                  <a:pt x="47637" y="20797"/>
                </a:cubicBezTo>
                <a:cubicBezTo>
                  <a:pt x="47602" y="20763"/>
                  <a:pt x="47534" y="20763"/>
                  <a:pt x="47466" y="20763"/>
                </a:cubicBezTo>
                <a:cubicBezTo>
                  <a:pt x="46681" y="20626"/>
                  <a:pt x="45999" y="20217"/>
                  <a:pt x="45555" y="19534"/>
                </a:cubicBezTo>
                <a:cubicBezTo>
                  <a:pt x="45043" y="18852"/>
                  <a:pt x="44566" y="18169"/>
                  <a:pt x="44122" y="17453"/>
                </a:cubicBezTo>
                <a:cubicBezTo>
                  <a:pt x="43985" y="17214"/>
                  <a:pt x="43883" y="16941"/>
                  <a:pt x="43849" y="16668"/>
                </a:cubicBezTo>
                <a:cubicBezTo>
                  <a:pt x="43781" y="16531"/>
                  <a:pt x="43747" y="16429"/>
                  <a:pt x="43576" y="16429"/>
                </a:cubicBezTo>
                <a:cubicBezTo>
                  <a:pt x="43508" y="16395"/>
                  <a:pt x="43439" y="16395"/>
                  <a:pt x="43371" y="16327"/>
                </a:cubicBezTo>
                <a:cubicBezTo>
                  <a:pt x="43312" y="16307"/>
                  <a:pt x="43261" y="16296"/>
                  <a:pt x="43218" y="16296"/>
                </a:cubicBezTo>
                <a:cubicBezTo>
                  <a:pt x="43113" y="16296"/>
                  <a:pt x="43054" y="16362"/>
                  <a:pt x="43030" y="16531"/>
                </a:cubicBezTo>
                <a:cubicBezTo>
                  <a:pt x="43030" y="16600"/>
                  <a:pt x="43030" y="16668"/>
                  <a:pt x="43030" y="16736"/>
                </a:cubicBezTo>
                <a:cubicBezTo>
                  <a:pt x="42621" y="16293"/>
                  <a:pt x="42279" y="15781"/>
                  <a:pt x="42006" y="15269"/>
                </a:cubicBezTo>
                <a:cubicBezTo>
                  <a:pt x="41972" y="15201"/>
                  <a:pt x="41938" y="15098"/>
                  <a:pt x="41904" y="15030"/>
                </a:cubicBezTo>
                <a:cubicBezTo>
                  <a:pt x="41904" y="14928"/>
                  <a:pt x="41904" y="14825"/>
                  <a:pt x="41904" y="14689"/>
                </a:cubicBezTo>
                <a:cubicBezTo>
                  <a:pt x="42245" y="14996"/>
                  <a:pt x="42586" y="15235"/>
                  <a:pt x="42928" y="15474"/>
                </a:cubicBezTo>
                <a:cubicBezTo>
                  <a:pt x="43405" y="15678"/>
                  <a:pt x="43849" y="15985"/>
                  <a:pt x="44190" y="16395"/>
                </a:cubicBezTo>
                <a:cubicBezTo>
                  <a:pt x="44395" y="16600"/>
                  <a:pt x="44668" y="16804"/>
                  <a:pt x="44941" y="16941"/>
                </a:cubicBezTo>
                <a:cubicBezTo>
                  <a:pt x="44968" y="16950"/>
                  <a:pt x="44996" y="16954"/>
                  <a:pt x="45023" y="16954"/>
                </a:cubicBezTo>
                <a:cubicBezTo>
                  <a:pt x="45098" y="16954"/>
                  <a:pt x="45173" y="16923"/>
                  <a:pt x="45248" y="16873"/>
                </a:cubicBezTo>
                <a:cubicBezTo>
                  <a:pt x="45282" y="16839"/>
                  <a:pt x="45248" y="16702"/>
                  <a:pt x="45248" y="16634"/>
                </a:cubicBezTo>
                <a:cubicBezTo>
                  <a:pt x="45214" y="16566"/>
                  <a:pt x="45146" y="16463"/>
                  <a:pt x="45180" y="16429"/>
                </a:cubicBezTo>
                <a:cubicBezTo>
                  <a:pt x="45282" y="16190"/>
                  <a:pt x="45111" y="16088"/>
                  <a:pt x="44975" y="15985"/>
                </a:cubicBezTo>
                <a:cubicBezTo>
                  <a:pt x="44839" y="15917"/>
                  <a:pt x="44702" y="15815"/>
                  <a:pt x="44566" y="15747"/>
                </a:cubicBezTo>
                <a:cubicBezTo>
                  <a:pt x="44190" y="15576"/>
                  <a:pt x="43849" y="15269"/>
                  <a:pt x="43678" y="14894"/>
                </a:cubicBezTo>
                <a:cubicBezTo>
                  <a:pt x="43439" y="14484"/>
                  <a:pt x="43201" y="14109"/>
                  <a:pt x="42962" y="13665"/>
                </a:cubicBezTo>
                <a:cubicBezTo>
                  <a:pt x="42928" y="13563"/>
                  <a:pt x="42893" y="13460"/>
                  <a:pt x="42859" y="13358"/>
                </a:cubicBezTo>
                <a:lnTo>
                  <a:pt x="42859" y="13358"/>
                </a:lnTo>
                <a:cubicBezTo>
                  <a:pt x="43269" y="13597"/>
                  <a:pt x="43644" y="13870"/>
                  <a:pt x="44054" y="14109"/>
                </a:cubicBezTo>
                <a:cubicBezTo>
                  <a:pt x="44284" y="14262"/>
                  <a:pt x="44553" y="14339"/>
                  <a:pt x="44831" y="14339"/>
                </a:cubicBezTo>
                <a:cubicBezTo>
                  <a:pt x="44924" y="14339"/>
                  <a:pt x="45018" y="14331"/>
                  <a:pt x="45111" y="14313"/>
                </a:cubicBezTo>
                <a:cubicBezTo>
                  <a:pt x="45282" y="14279"/>
                  <a:pt x="45419" y="14245"/>
                  <a:pt x="45589" y="14143"/>
                </a:cubicBezTo>
                <a:cubicBezTo>
                  <a:pt x="45623" y="14075"/>
                  <a:pt x="45657" y="14006"/>
                  <a:pt x="45623" y="13938"/>
                </a:cubicBezTo>
                <a:cubicBezTo>
                  <a:pt x="45589" y="13870"/>
                  <a:pt x="45487" y="13802"/>
                  <a:pt x="45453" y="13802"/>
                </a:cubicBezTo>
                <a:cubicBezTo>
                  <a:pt x="45430" y="13790"/>
                  <a:pt x="45407" y="13786"/>
                  <a:pt x="45386" y="13786"/>
                </a:cubicBezTo>
                <a:cubicBezTo>
                  <a:pt x="45343" y="13786"/>
                  <a:pt x="45305" y="13802"/>
                  <a:pt x="45282" y="13802"/>
                </a:cubicBezTo>
                <a:cubicBezTo>
                  <a:pt x="45166" y="13833"/>
                  <a:pt x="45046" y="13849"/>
                  <a:pt x="44928" y="13849"/>
                </a:cubicBezTo>
                <a:cubicBezTo>
                  <a:pt x="44663" y="13849"/>
                  <a:pt x="44402" y="13772"/>
                  <a:pt x="44190" y="13631"/>
                </a:cubicBezTo>
                <a:cubicBezTo>
                  <a:pt x="43815" y="13358"/>
                  <a:pt x="43439" y="13085"/>
                  <a:pt x="43064" y="12812"/>
                </a:cubicBezTo>
                <a:cubicBezTo>
                  <a:pt x="42893" y="12676"/>
                  <a:pt x="42689" y="12573"/>
                  <a:pt x="42655" y="12300"/>
                </a:cubicBezTo>
                <a:cubicBezTo>
                  <a:pt x="42655" y="12232"/>
                  <a:pt x="42518" y="12130"/>
                  <a:pt x="42416" y="12130"/>
                </a:cubicBezTo>
                <a:cubicBezTo>
                  <a:pt x="42109" y="12061"/>
                  <a:pt x="41972" y="11822"/>
                  <a:pt x="41836" y="11618"/>
                </a:cubicBezTo>
                <a:lnTo>
                  <a:pt x="41836" y="11618"/>
                </a:lnTo>
                <a:cubicBezTo>
                  <a:pt x="41938" y="11652"/>
                  <a:pt x="42075" y="11720"/>
                  <a:pt x="42177" y="11788"/>
                </a:cubicBezTo>
                <a:cubicBezTo>
                  <a:pt x="42655" y="12027"/>
                  <a:pt x="43098" y="12232"/>
                  <a:pt x="43576" y="12437"/>
                </a:cubicBezTo>
                <a:cubicBezTo>
                  <a:pt x="43684" y="12477"/>
                  <a:pt x="43797" y="12496"/>
                  <a:pt x="43911" y="12496"/>
                </a:cubicBezTo>
                <a:cubicBezTo>
                  <a:pt x="44086" y="12496"/>
                  <a:pt x="44264" y="12451"/>
                  <a:pt x="44429" y="12368"/>
                </a:cubicBezTo>
                <a:cubicBezTo>
                  <a:pt x="44566" y="12300"/>
                  <a:pt x="44668" y="12232"/>
                  <a:pt x="44600" y="12061"/>
                </a:cubicBezTo>
                <a:cubicBezTo>
                  <a:pt x="44576" y="11943"/>
                  <a:pt x="44487" y="11907"/>
                  <a:pt x="44390" y="11907"/>
                </a:cubicBezTo>
                <a:cubicBezTo>
                  <a:pt x="44346" y="11907"/>
                  <a:pt x="44301" y="11914"/>
                  <a:pt x="44258" y="11925"/>
                </a:cubicBezTo>
                <a:cubicBezTo>
                  <a:pt x="44130" y="11976"/>
                  <a:pt x="44011" y="11997"/>
                  <a:pt x="43896" y="11997"/>
                </a:cubicBezTo>
                <a:cubicBezTo>
                  <a:pt x="43552" y="11997"/>
                  <a:pt x="43252" y="11805"/>
                  <a:pt x="42893" y="11652"/>
                </a:cubicBezTo>
                <a:cubicBezTo>
                  <a:pt x="43235" y="11584"/>
                  <a:pt x="43508" y="11515"/>
                  <a:pt x="43747" y="11447"/>
                </a:cubicBezTo>
                <a:cubicBezTo>
                  <a:pt x="43917" y="11379"/>
                  <a:pt x="44054" y="11276"/>
                  <a:pt x="43985" y="11106"/>
                </a:cubicBezTo>
                <a:cubicBezTo>
                  <a:pt x="43944" y="11001"/>
                  <a:pt x="43876" y="10961"/>
                  <a:pt x="43799" y="10961"/>
                </a:cubicBezTo>
                <a:cubicBezTo>
                  <a:pt x="43750" y="10961"/>
                  <a:pt x="43697" y="10977"/>
                  <a:pt x="43644" y="11003"/>
                </a:cubicBezTo>
                <a:cubicBezTo>
                  <a:pt x="43455" y="11059"/>
                  <a:pt x="43266" y="11086"/>
                  <a:pt x="43081" y="11086"/>
                </a:cubicBezTo>
                <a:cubicBezTo>
                  <a:pt x="42697" y="11086"/>
                  <a:pt x="42328" y="10972"/>
                  <a:pt x="42006" y="10765"/>
                </a:cubicBezTo>
                <a:cubicBezTo>
                  <a:pt x="41085" y="10287"/>
                  <a:pt x="40266" y="9673"/>
                  <a:pt x="39549" y="8922"/>
                </a:cubicBezTo>
                <a:cubicBezTo>
                  <a:pt x="39447" y="8820"/>
                  <a:pt x="39311" y="8717"/>
                  <a:pt x="39140" y="8615"/>
                </a:cubicBezTo>
                <a:cubicBezTo>
                  <a:pt x="38765" y="8410"/>
                  <a:pt x="38526" y="8069"/>
                  <a:pt x="38423" y="7625"/>
                </a:cubicBezTo>
                <a:lnTo>
                  <a:pt x="38423" y="7625"/>
                </a:lnTo>
                <a:cubicBezTo>
                  <a:pt x="38662" y="7830"/>
                  <a:pt x="38901" y="8035"/>
                  <a:pt x="39174" y="8240"/>
                </a:cubicBezTo>
                <a:cubicBezTo>
                  <a:pt x="39276" y="8308"/>
                  <a:pt x="39379" y="8376"/>
                  <a:pt x="39515" y="8444"/>
                </a:cubicBezTo>
                <a:cubicBezTo>
                  <a:pt x="39618" y="8444"/>
                  <a:pt x="39788" y="8410"/>
                  <a:pt x="39788" y="8376"/>
                </a:cubicBezTo>
                <a:cubicBezTo>
                  <a:pt x="39822" y="8274"/>
                  <a:pt x="39788" y="8171"/>
                  <a:pt x="39754" y="8069"/>
                </a:cubicBezTo>
                <a:cubicBezTo>
                  <a:pt x="39652" y="7967"/>
                  <a:pt x="39515" y="7864"/>
                  <a:pt x="39413" y="7796"/>
                </a:cubicBezTo>
                <a:cubicBezTo>
                  <a:pt x="39072" y="7591"/>
                  <a:pt x="38833" y="7318"/>
                  <a:pt x="38628" y="7011"/>
                </a:cubicBezTo>
                <a:lnTo>
                  <a:pt x="38628" y="7011"/>
                </a:lnTo>
                <a:cubicBezTo>
                  <a:pt x="38696" y="7045"/>
                  <a:pt x="38799" y="7113"/>
                  <a:pt x="38867" y="7182"/>
                </a:cubicBezTo>
                <a:cubicBezTo>
                  <a:pt x="39993" y="8376"/>
                  <a:pt x="41494" y="9093"/>
                  <a:pt x="43098" y="9297"/>
                </a:cubicBezTo>
                <a:cubicBezTo>
                  <a:pt x="43154" y="9307"/>
                  <a:pt x="43209" y="9312"/>
                  <a:pt x="43264" y="9312"/>
                </a:cubicBezTo>
                <a:cubicBezTo>
                  <a:pt x="43581" y="9312"/>
                  <a:pt x="43879" y="9150"/>
                  <a:pt x="44054" y="8888"/>
                </a:cubicBezTo>
                <a:cubicBezTo>
                  <a:pt x="44088" y="8785"/>
                  <a:pt x="44088" y="8683"/>
                  <a:pt x="44020" y="8581"/>
                </a:cubicBezTo>
                <a:cubicBezTo>
                  <a:pt x="43985" y="8564"/>
                  <a:pt x="43943" y="8555"/>
                  <a:pt x="43896" y="8555"/>
                </a:cubicBezTo>
                <a:cubicBezTo>
                  <a:pt x="43849" y="8555"/>
                  <a:pt x="43798" y="8564"/>
                  <a:pt x="43747" y="8581"/>
                </a:cubicBezTo>
                <a:cubicBezTo>
                  <a:pt x="43602" y="8757"/>
                  <a:pt x="43443" y="8820"/>
                  <a:pt x="43279" y="8820"/>
                </a:cubicBezTo>
                <a:cubicBezTo>
                  <a:pt x="43094" y="8820"/>
                  <a:pt x="42904" y="8740"/>
                  <a:pt x="42723" y="8649"/>
                </a:cubicBezTo>
                <a:cubicBezTo>
                  <a:pt x="41938" y="8240"/>
                  <a:pt x="41256" y="7694"/>
                  <a:pt x="40710" y="7011"/>
                </a:cubicBezTo>
                <a:lnTo>
                  <a:pt x="40710" y="6909"/>
                </a:lnTo>
                <a:lnTo>
                  <a:pt x="41119" y="7045"/>
                </a:lnTo>
                <a:cubicBezTo>
                  <a:pt x="41358" y="7113"/>
                  <a:pt x="41631" y="7216"/>
                  <a:pt x="41904" y="7284"/>
                </a:cubicBezTo>
                <a:cubicBezTo>
                  <a:pt x="42006" y="7284"/>
                  <a:pt x="42109" y="7250"/>
                  <a:pt x="42177" y="7182"/>
                </a:cubicBezTo>
                <a:cubicBezTo>
                  <a:pt x="42245" y="7045"/>
                  <a:pt x="42143" y="6943"/>
                  <a:pt x="42040" y="6875"/>
                </a:cubicBezTo>
                <a:cubicBezTo>
                  <a:pt x="41938" y="6806"/>
                  <a:pt x="41836" y="6806"/>
                  <a:pt x="41733" y="6738"/>
                </a:cubicBezTo>
                <a:cubicBezTo>
                  <a:pt x="41426" y="6636"/>
                  <a:pt x="41153" y="6533"/>
                  <a:pt x="40880" y="6397"/>
                </a:cubicBezTo>
                <a:cubicBezTo>
                  <a:pt x="40573" y="6226"/>
                  <a:pt x="40198" y="6124"/>
                  <a:pt x="40095" y="5714"/>
                </a:cubicBezTo>
                <a:cubicBezTo>
                  <a:pt x="40061" y="5680"/>
                  <a:pt x="39959" y="5646"/>
                  <a:pt x="39891" y="5612"/>
                </a:cubicBezTo>
                <a:cubicBezTo>
                  <a:pt x="39822" y="5544"/>
                  <a:pt x="39720" y="5544"/>
                  <a:pt x="39686" y="5476"/>
                </a:cubicBezTo>
                <a:cubicBezTo>
                  <a:pt x="38935" y="4725"/>
                  <a:pt x="38355" y="3838"/>
                  <a:pt x="37912" y="2882"/>
                </a:cubicBezTo>
                <a:cubicBezTo>
                  <a:pt x="37877" y="2780"/>
                  <a:pt x="37809" y="2712"/>
                  <a:pt x="37707" y="2712"/>
                </a:cubicBezTo>
                <a:cubicBezTo>
                  <a:pt x="37689" y="2708"/>
                  <a:pt x="37672" y="2706"/>
                  <a:pt x="37657" y="2706"/>
                </a:cubicBezTo>
                <a:cubicBezTo>
                  <a:pt x="37529" y="2706"/>
                  <a:pt x="37502" y="2828"/>
                  <a:pt x="37502" y="2950"/>
                </a:cubicBezTo>
                <a:cubicBezTo>
                  <a:pt x="37536" y="3121"/>
                  <a:pt x="37570" y="3258"/>
                  <a:pt x="37604" y="3531"/>
                </a:cubicBezTo>
                <a:cubicBezTo>
                  <a:pt x="37536" y="3428"/>
                  <a:pt x="37468" y="3360"/>
                  <a:pt x="37434" y="3292"/>
                </a:cubicBezTo>
                <a:lnTo>
                  <a:pt x="35830" y="562"/>
                </a:lnTo>
                <a:cubicBezTo>
                  <a:pt x="35762" y="425"/>
                  <a:pt x="35694" y="289"/>
                  <a:pt x="35625" y="152"/>
                </a:cubicBezTo>
                <a:cubicBezTo>
                  <a:pt x="35580" y="61"/>
                  <a:pt x="35504" y="1"/>
                  <a:pt x="3541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5" name="Google Shape;2795;p14"/>
          <p:cNvSpPr/>
          <p:nvPr/>
        </p:nvSpPr>
        <p:spPr>
          <a:xfrm>
            <a:off x="1020600" y="4570560"/>
            <a:ext cx="128160" cy="122040"/>
          </a:xfrm>
          <a:custGeom>
            <a:avLst/>
            <a:gdLst>
              <a:gd name="textAreaLeft" fmla="*/ 0 w 128160"/>
              <a:gd name="textAreaRight" fmla="*/ 128520 w 128160"/>
              <a:gd name="textAreaTop" fmla="*/ 0 h 122040"/>
              <a:gd name="textAreaBottom" fmla="*/ 122400 h 122040"/>
            </a:gdLst>
            <a:ahLst/>
            <a:cxnLst/>
            <a:rect l="textAreaLeft" t="textAreaTop" r="textAreaRight" b="textAreaBottom"/>
            <a:pathLst>
              <a:path w="6894" h="6578">
                <a:moveTo>
                  <a:pt x="6691" y="0"/>
                </a:moveTo>
                <a:cubicBezTo>
                  <a:pt x="6618" y="0"/>
                  <a:pt x="6508" y="84"/>
                  <a:pt x="6449" y="143"/>
                </a:cubicBezTo>
                <a:cubicBezTo>
                  <a:pt x="6415" y="212"/>
                  <a:pt x="6415" y="280"/>
                  <a:pt x="6347" y="382"/>
                </a:cubicBezTo>
                <a:cubicBezTo>
                  <a:pt x="6211" y="621"/>
                  <a:pt x="6074" y="860"/>
                  <a:pt x="5938" y="1065"/>
                </a:cubicBezTo>
                <a:cubicBezTo>
                  <a:pt x="5835" y="928"/>
                  <a:pt x="5767" y="792"/>
                  <a:pt x="5665" y="758"/>
                </a:cubicBezTo>
                <a:cubicBezTo>
                  <a:pt x="5650" y="755"/>
                  <a:pt x="5635" y="753"/>
                  <a:pt x="5622" y="753"/>
                </a:cubicBezTo>
                <a:cubicBezTo>
                  <a:pt x="5488" y="753"/>
                  <a:pt x="5454" y="903"/>
                  <a:pt x="5392" y="996"/>
                </a:cubicBezTo>
                <a:cubicBezTo>
                  <a:pt x="5255" y="1269"/>
                  <a:pt x="5050" y="1474"/>
                  <a:pt x="4846" y="1679"/>
                </a:cubicBezTo>
                <a:cubicBezTo>
                  <a:pt x="3686" y="2532"/>
                  <a:pt x="2457" y="3214"/>
                  <a:pt x="1126" y="3760"/>
                </a:cubicBezTo>
                <a:cubicBezTo>
                  <a:pt x="990" y="3812"/>
                  <a:pt x="853" y="3837"/>
                  <a:pt x="717" y="3837"/>
                </a:cubicBezTo>
                <a:cubicBezTo>
                  <a:pt x="580" y="3837"/>
                  <a:pt x="444" y="3812"/>
                  <a:pt x="307" y="3760"/>
                </a:cubicBezTo>
                <a:cubicBezTo>
                  <a:pt x="265" y="3746"/>
                  <a:pt x="223" y="3738"/>
                  <a:pt x="183" y="3738"/>
                </a:cubicBezTo>
                <a:cubicBezTo>
                  <a:pt x="126" y="3738"/>
                  <a:pt x="74" y="3755"/>
                  <a:pt x="34" y="3795"/>
                </a:cubicBezTo>
                <a:cubicBezTo>
                  <a:pt x="0" y="3897"/>
                  <a:pt x="0" y="3999"/>
                  <a:pt x="68" y="4102"/>
                </a:cubicBezTo>
                <a:cubicBezTo>
                  <a:pt x="239" y="4238"/>
                  <a:pt x="444" y="4306"/>
                  <a:pt x="649" y="4340"/>
                </a:cubicBezTo>
                <a:cubicBezTo>
                  <a:pt x="922" y="4306"/>
                  <a:pt x="1160" y="4238"/>
                  <a:pt x="1433" y="4136"/>
                </a:cubicBezTo>
                <a:cubicBezTo>
                  <a:pt x="2594" y="3692"/>
                  <a:pt x="3686" y="3078"/>
                  <a:pt x="4709" y="2361"/>
                </a:cubicBezTo>
                <a:lnTo>
                  <a:pt x="5050" y="2122"/>
                </a:lnTo>
                <a:lnTo>
                  <a:pt x="5050" y="2122"/>
                </a:lnTo>
                <a:cubicBezTo>
                  <a:pt x="4641" y="2737"/>
                  <a:pt x="4129" y="3317"/>
                  <a:pt x="3583" y="3829"/>
                </a:cubicBezTo>
                <a:cubicBezTo>
                  <a:pt x="3481" y="3897"/>
                  <a:pt x="3413" y="3931"/>
                  <a:pt x="3344" y="3999"/>
                </a:cubicBezTo>
                <a:cubicBezTo>
                  <a:pt x="2525" y="4375"/>
                  <a:pt x="1740" y="4784"/>
                  <a:pt x="956" y="5159"/>
                </a:cubicBezTo>
                <a:cubicBezTo>
                  <a:pt x="848" y="5213"/>
                  <a:pt x="749" y="5258"/>
                  <a:pt x="650" y="5258"/>
                </a:cubicBezTo>
                <a:cubicBezTo>
                  <a:pt x="562" y="5258"/>
                  <a:pt x="472" y="5222"/>
                  <a:pt x="376" y="5125"/>
                </a:cubicBezTo>
                <a:cubicBezTo>
                  <a:pt x="341" y="5108"/>
                  <a:pt x="299" y="5100"/>
                  <a:pt x="256" y="5100"/>
                </a:cubicBezTo>
                <a:cubicBezTo>
                  <a:pt x="213" y="5100"/>
                  <a:pt x="171" y="5108"/>
                  <a:pt x="137" y="5125"/>
                </a:cubicBezTo>
                <a:cubicBezTo>
                  <a:pt x="68" y="5194"/>
                  <a:pt x="34" y="5330"/>
                  <a:pt x="68" y="5432"/>
                </a:cubicBezTo>
                <a:cubicBezTo>
                  <a:pt x="100" y="5619"/>
                  <a:pt x="302" y="5778"/>
                  <a:pt x="519" y="5778"/>
                </a:cubicBezTo>
                <a:cubicBezTo>
                  <a:pt x="539" y="5778"/>
                  <a:pt x="560" y="5777"/>
                  <a:pt x="580" y="5774"/>
                </a:cubicBezTo>
                <a:cubicBezTo>
                  <a:pt x="751" y="5740"/>
                  <a:pt x="956" y="5705"/>
                  <a:pt x="1126" y="5637"/>
                </a:cubicBezTo>
                <a:cubicBezTo>
                  <a:pt x="1502" y="5432"/>
                  <a:pt x="1911" y="5262"/>
                  <a:pt x="2286" y="5125"/>
                </a:cubicBezTo>
                <a:cubicBezTo>
                  <a:pt x="2798" y="4955"/>
                  <a:pt x="3242" y="4716"/>
                  <a:pt x="3651" y="4409"/>
                </a:cubicBezTo>
                <a:cubicBezTo>
                  <a:pt x="3754" y="4340"/>
                  <a:pt x="3856" y="4272"/>
                  <a:pt x="3958" y="4204"/>
                </a:cubicBezTo>
                <a:lnTo>
                  <a:pt x="3958" y="4204"/>
                </a:lnTo>
                <a:cubicBezTo>
                  <a:pt x="3481" y="4886"/>
                  <a:pt x="2867" y="5432"/>
                  <a:pt x="2150" y="5842"/>
                </a:cubicBezTo>
                <a:cubicBezTo>
                  <a:pt x="1979" y="5944"/>
                  <a:pt x="1740" y="6047"/>
                  <a:pt x="1604" y="6115"/>
                </a:cubicBezTo>
                <a:cubicBezTo>
                  <a:pt x="1468" y="6217"/>
                  <a:pt x="1399" y="6320"/>
                  <a:pt x="1468" y="6456"/>
                </a:cubicBezTo>
                <a:cubicBezTo>
                  <a:pt x="1513" y="6547"/>
                  <a:pt x="1589" y="6577"/>
                  <a:pt x="1665" y="6577"/>
                </a:cubicBezTo>
                <a:cubicBezTo>
                  <a:pt x="1703" y="6577"/>
                  <a:pt x="1740" y="6570"/>
                  <a:pt x="1775" y="6558"/>
                </a:cubicBezTo>
                <a:lnTo>
                  <a:pt x="1979" y="6456"/>
                </a:lnTo>
                <a:cubicBezTo>
                  <a:pt x="2491" y="6251"/>
                  <a:pt x="2969" y="5944"/>
                  <a:pt x="3378" y="5569"/>
                </a:cubicBezTo>
                <a:cubicBezTo>
                  <a:pt x="3924" y="5091"/>
                  <a:pt x="4436" y="4579"/>
                  <a:pt x="4948" y="4033"/>
                </a:cubicBezTo>
                <a:cubicBezTo>
                  <a:pt x="5119" y="3863"/>
                  <a:pt x="5323" y="3726"/>
                  <a:pt x="5255" y="3419"/>
                </a:cubicBezTo>
                <a:cubicBezTo>
                  <a:pt x="5255" y="3351"/>
                  <a:pt x="5323" y="3249"/>
                  <a:pt x="5392" y="3146"/>
                </a:cubicBezTo>
                <a:cubicBezTo>
                  <a:pt x="5528" y="2941"/>
                  <a:pt x="5699" y="2737"/>
                  <a:pt x="5801" y="2498"/>
                </a:cubicBezTo>
                <a:cubicBezTo>
                  <a:pt x="5904" y="2395"/>
                  <a:pt x="5938" y="2293"/>
                  <a:pt x="5938" y="2157"/>
                </a:cubicBezTo>
                <a:cubicBezTo>
                  <a:pt x="5904" y="2020"/>
                  <a:pt x="5938" y="1850"/>
                  <a:pt x="6040" y="1747"/>
                </a:cubicBezTo>
                <a:cubicBezTo>
                  <a:pt x="6279" y="1406"/>
                  <a:pt x="6484" y="1065"/>
                  <a:pt x="6688" y="723"/>
                </a:cubicBezTo>
                <a:cubicBezTo>
                  <a:pt x="6757" y="587"/>
                  <a:pt x="6825" y="450"/>
                  <a:pt x="6859" y="280"/>
                </a:cubicBezTo>
                <a:cubicBezTo>
                  <a:pt x="6893" y="177"/>
                  <a:pt x="6893" y="7"/>
                  <a:pt x="6722" y="7"/>
                </a:cubicBezTo>
                <a:cubicBezTo>
                  <a:pt x="6713" y="2"/>
                  <a:pt x="6703" y="0"/>
                  <a:pt x="669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0" bIns="61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6" name="Google Shape;2796;p14"/>
          <p:cNvSpPr/>
          <p:nvPr/>
        </p:nvSpPr>
        <p:spPr>
          <a:xfrm>
            <a:off x="580680" y="4814280"/>
            <a:ext cx="76680" cy="39600"/>
          </a:xfrm>
          <a:custGeom>
            <a:avLst/>
            <a:gdLst>
              <a:gd name="textAreaLeft" fmla="*/ 0 w 76680"/>
              <a:gd name="textAreaRight" fmla="*/ 77040 w 76680"/>
              <a:gd name="textAreaTop" fmla="*/ 0 h 39600"/>
              <a:gd name="textAreaBottom" fmla="*/ 39960 h 39600"/>
            </a:gdLst>
            <a:ahLst/>
            <a:cxnLst/>
            <a:rect l="textAreaLeft" t="textAreaTop" r="textAreaRight" b="textAreaBottom"/>
            <a:pathLst>
              <a:path w="4129" h="2150">
                <a:moveTo>
                  <a:pt x="3855" y="1"/>
                </a:moveTo>
                <a:cubicBezTo>
                  <a:pt x="3778" y="1"/>
                  <a:pt x="3705" y="59"/>
                  <a:pt x="3617" y="102"/>
                </a:cubicBezTo>
                <a:cubicBezTo>
                  <a:pt x="2730" y="717"/>
                  <a:pt x="1774" y="1228"/>
                  <a:pt x="751" y="1604"/>
                </a:cubicBezTo>
                <a:cubicBezTo>
                  <a:pt x="683" y="1604"/>
                  <a:pt x="614" y="1638"/>
                  <a:pt x="546" y="1638"/>
                </a:cubicBezTo>
                <a:cubicBezTo>
                  <a:pt x="137" y="1638"/>
                  <a:pt x="0" y="1774"/>
                  <a:pt x="102" y="1945"/>
                </a:cubicBezTo>
                <a:cubicBezTo>
                  <a:pt x="171" y="2047"/>
                  <a:pt x="307" y="2150"/>
                  <a:pt x="444" y="2150"/>
                </a:cubicBezTo>
                <a:cubicBezTo>
                  <a:pt x="614" y="2150"/>
                  <a:pt x="785" y="2116"/>
                  <a:pt x="956" y="2047"/>
                </a:cubicBezTo>
                <a:cubicBezTo>
                  <a:pt x="1809" y="1638"/>
                  <a:pt x="2628" y="1194"/>
                  <a:pt x="3481" y="785"/>
                </a:cubicBezTo>
                <a:cubicBezTo>
                  <a:pt x="3651" y="682"/>
                  <a:pt x="3788" y="546"/>
                  <a:pt x="3924" y="444"/>
                </a:cubicBezTo>
                <a:cubicBezTo>
                  <a:pt x="4027" y="341"/>
                  <a:pt x="4129" y="205"/>
                  <a:pt x="3992" y="68"/>
                </a:cubicBezTo>
                <a:cubicBezTo>
                  <a:pt x="3943" y="19"/>
                  <a:pt x="3899" y="1"/>
                  <a:pt x="385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7" name="Google Shape;2797;p14"/>
          <p:cNvSpPr/>
          <p:nvPr/>
        </p:nvSpPr>
        <p:spPr>
          <a:xfrm>
            <a:off x="1110240" y="4778640"/>
            <a:ext cx="21240" cy="51120"/>
          </a:xfrm>
          <a:custGeom>
            <a:avLst/>
            <a:gdLst>
              <a:gd name="textAreaLeft" fmla="*/ 0 w 21240"/>
              <a:gd name="textAreaRight" fmla="*/ 21600 w 21240"/>
              <a:gd name="textAreaTop" fmla="*/ 0 h 51120"/>
              <a:gd name="textAreaBottom" fmla="*/ 51480 h 51120"/>
            </a:gdLst>
            <a:ahLst/>
            <a:cxnLst/>
            <a:rect l="textAreaLeft" t="textAreaTop" r="textAreaRight" b="textAreaBottom"/>
            <a:pathLst>
              <a:path w="1161" h="2765">
                <a:moveTo>
                  <a:pt x="956" y="0"/>
                </a:moveTo>
                <a:cubicBezTo>
                  <a:pt x="922" y="0"/>
                  <a:pt x="820" y="68"/>
                  <a:pt x="785" y="102"/>
                </a:cubicBezTo>
                <a:cubicBezTo>
                  <a:pt x="717" y="171"/>
                  <a:pt x="717" y="273"/>
                  <a:pt x="683" y="341"/>
                </a:cubicBezTo>
                <a:cubicBezTo>
                  <a:pt x="615" y="751"/>
                  <a:pt x="547" y="1160"/>
                  <a:pt x="444" y="1570"/>
                </a:cubicBezTo>
                <a:cubicBezTo>
                  <a:pt x="376" y="1809"/>
                  <a:pt x="239" y="2082"/>
                  <a:pt x="137" y="2320"/>
                </a:cubicBezTo>
                <a:cubicBezTo>
                  <a:pt x="104" y="2451"/>
                  <a:pt x="72" y="2583"/>
                  <a:pt x="39" y="2744"/>
                </a:cubicBezTo>
                <a:lnTo>
                  <a:pt x="39" y="2744"/>
                </a:lnTo>
                <a:cubicBezTo>
                  <a:pt x="26" y="2740"/>
                  <a:pt x="14" y="2735"/>
                  <a:pt x="1" y="2730"/>
                </a:cubicBezTo>
                <a:lnTo>
                  <a:pt x="1" y="2730"/>
                </a:lnTo>
                <a:lnTo>
                  <a:pt x="35" y="2764"/>
                </a:lnTo>
                <a:cubicBezTo>
                  <a:pt x="36" y="2757"/>
                  <a:pt x="37" y="2750"/>
                  <a:pt x="39" y="2744"/>
                </a:cubicBezTo>
                <a:lnTo>
                  <a:pt x="39" y="2744"/>
                </a:lnTo>
                <a:cubicBezTo>
                  <a:pt x="83" y="2758"/>
                  <a:pt x="124" y="2764"/>
                  <a:pt x="162" y="2764"/>
                </a:cubicBezTo>
                <a:cubicBezTo>
                  <a:pt x="392" y="2764"/>
                  <a:pt x="514" y="2535"/>
                  <a:pt x="683" y="2423"/>
                </a:cubicBezTo>
                <a:cubicBezTo>
                  <a:pt x="820" y="1809"/>
                  <a:pt x="990" y="1160"/>
                  <a:pt x="1127" y="512"/>
                </a:cubicBezTo>
                <a:cubicBezTo>
                  <a:pt x="1127" y="410"/>
                  <a:pt x="1161" y="307"/>
                  <a:pt x="1127" y="205"/>
                </a:cubicBezTo>
                <a:cubicBezTo>
                  <a:pt x="1127" y="102"/>
                  <a:pt x="1058" y="34"/>
                  <a:pt x="95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8" name="Google Shape;2798;p14"/>
          <p:cNvSpPr/>
          <p:nvPr/>
        </p:nvSpPr>
        <p:spPr>
          <a:xfrm>
            <a:off x="3037680" y="4412160"/>
            <a:ext cx="958680" cy="731160"/>
          </a:xfrm>
          <a:custGeom>
            <a:avLst/>
            <a:gdLst>
              <a:gd name="textAreaLeft" fmla="*/ 0 w 958680"/>
              <a:gd name="textAreaRight" fmla="*/ 959040 w 958680"/>
              <a:gd name="textAreaTop" fmla="*/ 0 h 731160"/>
              <a:gd name="textAreaBottom" fmla="*/ 731520 h 731160"/>
            </a:gdLst>
            <a:ahLst/>
            <a:cxnLst/>
            <a:rect l="textAreaLeft" t="textAreaTop" r="textAreaRight" b="textAreaBottom"/>
            <a:pathLst>
              <a:path w="51493" h="39271">
                <a:moveTo>
                  <a:pt x="17165" y="7024"/>
                </a:moveTo>
                <a:lnTo>
                  <a:pt x="17233" y="7366"/>
                </a:lnTo>
                <a:lnTo>
                  <a:pt x="17233" y="7400"/>
                </a:lnTo>
                <a:cubicBezTo>
                  <a:pt x="16994" y="7366"/>
                  <a:pt x="17028" y="7229"/>
                  <a:pt x="17165" y="7024"/>
                </a:cubicBezTo>
                <a:close/>
                <a:moveTo>
                  <a:pt x="12490" y="7093"/>
                </a:moveTo>
                <a:lnTo>
                  <a:pt x="11841" y="8082"/>
                </a:lnTo>
                <a:lnTo>
                  <a:pt x="11773" y="8014"/>
                </a:lnTo>
                <a:cubicBezTo>
                  <a:pt x="11944" y="7639"/>
                  <a:pt x="12183" y="7332"/>
                  <a:pt x="12490" y="7093"/>
                </a:cubicBezTo>
                <a:close/>
                <a:moveTo>
                  <a:pt x="16687" y="3066"/>
                </a:moveTo>
                <a:cubicBezTo>
                  <a:pt x="16892" y="3544"/>
                  <a:pt x="17028" y="4056"/>
                  <a:pt x="17096" y="4568"/>
                </a:cubicBezTo>
                <a:cubicBezTo>
                  <a:pt x="17096" y="4943"/>
                  <a:pt x="17267" y="5318"/>
                  <a:pt x="17506" y="5625"/>
                </a:cubicBezTo>
                <a:cubicBezTo>
                  <a:pt x="17711" y="5898"/>
                  <a:pt x="17881" y="6171"/>
                  <a:pt x="17984" y="6478"/>
                </a:cubicBezTo>
                <a:cubicBezTo>
                  <a:pt x="18018" y="6581"/>
                  <a:pt x="18018" y="6683"/>
                  <a:pt x="18018" y="6786"/>
                </a:cubicBezTo>
                <a:cubicBezTo>
                  <a:pt x="17813" y="7059"/>
                  <a:pt x="17949" y="7263"/>
                  <a:pt x="18120" y="7468"/>
                </a:cubicBezTo>
                <a:lnTo>
                  <a:pt x="19348" y="9174"/>
                </a:lnTo>
                <a:cubicBezTo>
                  <a:pt x="19383" y="9208"/>
                  <a:pt x="19383" y="9277"/>
                  <a:pt x="19417" y="9311"/>
                </a:cubicBezTo>
                <a:lnTo>
                  <a:pt x="19110" y="9481"/>
                </a:lnTo>
                <a:cubicBezTo>
                  <a:pt x="18530" y="8696"/>
                  <a:pt x="18052" y="7843"/>
                  <a:pt x="17642" y="6990"/>
                </a:cubicBezTo>
                <a:cubicBezTo>
                  <a:pt x="17574" y="6854"/>
                  <a:pt x="17506" y="6683"/>
                  <a:pt x="17403" y="6649"/>
                </a:cubicBezTo>
                <a:cubicBezTo>
                  <a:pt x="17165" y="6581"/>
                  <a:pt x="16926" y="6547"/>
                  <a:pt x="16687" y="6547"/>
                </a:cubicBezTo>
                <a:lnTo>
                  <a:pt x="16687" y="3066"/>
                </a:lnTo>
                <a:close/>
                <a:moveTo>
                  <a:pt x="14571" y="6751"/>
                </a:moveTo>
                <a:lnTo>
                  <a:pt x="14605" y="6786"/>
                </a:lnTo>
                <a:cubicBezTo>
                  <a:pt x="14367" y="7707"/>
                  <a:pt x="14059" y="8628"/>
                  <a:pt x="13786" y="9584"/>
                </a:cubicBezTo>
                <a:lnTo>
                  <a:pt x="13513" y="9106"/>
                </a:lnTo>
                <a:cubicBezTo>
                  <a:pt x="13889" y="8287"/>
                  <a:pt x="14230" y="7536"/>
                  <a:pt x="14571" y="6751"/>
                </a:cubicBezTo>
                <a:close/>
                <a:moveTo>
                  <a:pt x="14878" y="3680"/>
                </a:moveTo>
                <a:cubicBezTo>
                  <a:pt x="14878" y="3749"/>
                  <a:pt x="14878" y="3783"/>
                  <a:pt x="14878" y="3851"/>
                </a:cubicBezTo>
                <a:cubicBezTo>
                  <a:pt x="14503" y="5489"/>
                  <a:pt x="13923" y="7093"/>
                  <a:pt x="13138" y="8594"/>
                </a:cubicBezTo>
                <a:cubicBezTo>
                  <a:pt x="13048" y="8714"/>
                  <a:pt x="12984" y="8808"/>
                  <a:pt x="12901" y="8898"/>
                </a:cubicBezTo>
                <a:lnTo>
                  <a:pt x="12901" y="8898"/>
                </a:lnTo>
                <a:cubicBezTo>
                  <a:pt x="12907" y="8815"/>
                  <a:pt x="12933" y="8752"/>
                  <a:pt x="12933" y="8662"/>
                </a:cubicBezTo>
                <a:cubicBezTo>
                  <a:pt x="12933" y="8560"/>
                  <a:pt x="12899" y="8423"/>
                  <a:pt x="12865" y="8321"/>
                </a:cubicBezTo>
                <a:cubicBezTo>
                  <a:pt x="12856" y="8312"/>
                  <a:pt x="12837" y="8308"/>
                  <a:pt x="12813" y="8308"/>
                </a:cubicBezTo>
                <a:cubicBezTo>
                  <a:pt x="12747" y="8308"/>
                  <a:pt x="12642" y="8339"/>
                  <a:pt x="12592" y="8389"/>
                </a:cubicBezTo>
                <a:cubicBezTo>
                  <a:pt x="12524" y="8458"/>
                  <a:pt x="12456" y="8560"/>
                  <a:pt x="12387" y="8628"/>
                </a:cubicBezTo>
                <a:cubicBezTo>
                  <a:pt x="12080" y="9072"/>
                  <a:pt x="11705" y="9447"/>
                  <a:pt x="11261" y="9720"/>
                </a:cubicBezTo>
                <a:cubicBezTo>
                  <a:pt x="12797" y="8048"/>
                  <a:pt x="13786" y="5830"/>
                  <a:pt x="14878" y="3680"/>
                </a:cubicBezTo>
                <a:close/>
                <a:moveTo>
                  <a:pt x="19519" y="8116"/>
                </a:moveTo>
                <a:lnTo>
                  <a:pt x="22044" y="10164"/>
                </a:lnTo>
                <a:cubicBezTo>
                  <a:pt x="21566" y="9993"/>
                  <a:pt x="21157" y="9788"/>
                  <a:pt x="20748" y="9515"/>
                </a:cubicBezTo>
                <a:cubicBezTo>
                  <a:pt x="20475" y="9379"/>
                  <a:pt x="20236" y="9242"/>
                  <a:pt x="19997" y="9072"/>
                </a:cubicBezTo>
                <a:cubicBezTo>
                  <a:pt x="19690" y="8867"/>
                  <a:pt x="19485" y="8560"/>
                  <a:pt x="19417" y="8219"/>
                </a:cubicBezTo>
                <a:lnTo>
                  <a:pt x="19519" y="8116"/>
                </a:lnTo>
                <a:close/>
                <a:moveTo>
                  <a:pt x="10613" y="10266"/>
                </a:moveTo>
                <a:cubicBezTo>
                  <a:pt x="10613" y="10300"/>
                  <a:pt x="10613" y="10300"/>
                  <a:pt x="10613" y="10334"/>
                </a:cubicBezTo>
                <a:cubicBezTo>
                  <a:pt x="10545" y="10437"/>
                  <a:pt x="10442" y="10505"/>
                  <a:pt x="10340" y="10573"/>
                </a:cubicBezTo>
                <a:lnTo>
                  <a:pt x="10306" y="10505"/>
                </a:lnTo>
                <a:lnTo>
                  <a:pt x="10613" y="10266"/>
                </a:lnTo>
                <a:close/>
                <a:moveTo>
                  <a:pt x="35932" y="9277"/>
                </a:moveTo>
                <a:lnTo>
                  <a:pt x="35932" y="9277"/>
                </a:lnTo>
                <a:cubicBezTo>
                  <a:pt x="35898" y="9891"/>
                  <a:pt x="35762" y="10505"/>
                  <a:pt x="35557" y="11051"/>
                </a:cubicBezTo>
                <a:lnTo>
                  <a:pt x="35557" y="11085"/>
                </a:lnTo>
                <a:cubicBezTo>
                  <a:pt x="35489" y="10812"/>
                  <a:pt x="35420" y="10607"/>
                  <a:pt x="35352" y="10369"/>
                </a:cubicBezTo>
                <a:lnTo>
                  <a:pt x="35932" y="9277"/>
                </a:lnTo>
                <a:close/>
                <a:moveTo>
                  <a:pt x="13411" y="10369"/>
                </a:moveTo>
                <a:lnTo>
                  <a:pt x="13411" y="10369"/>
                </a:lnTo>
                <a:cubicBezTo>
                  <a:pt x="13275" y="10983"/>
                  <a:pt x="13002" y="11597"/>
                  <a:pt x="12660" y="12143"/>
                </a:cubicBezTo>
                <a:cubicBezTo>
                  <a:pt x="12592" y="12041"/>
                  <a:pt x="12592" y="11972"/>
                  <a:pt x="12592" y="11972"/>
                </a:cubicBezTo>
                <a:lnTo>
                  <a:pt x="13411" y="10369"/>
                </a:lnTo>
                <a:close/>
                <a:moveTo>
                  <a:pt x="35011" y="10914"/>
                </a:moveTo>
                <a:lnTo>
                  <a:pt x="35011" y="10914"/>
                </a:lnTo>
                <a:cubicBezTo>
                  <a:pt x="35077" y="11513"/>
                  <a:pt x="34755" y="12047"/>
                  <a:pt x="34234" y="12295"/>
                </a:cubicBezTo>
                <a:lnTo>
                  <a:pt x="34234" y="12295"/>
                </a:lnTo>
                <a:cubicBezTo>
                  <a:pt x="34314" y="11769"/>
                  <a:pt x="34615" y="11278"/>
                  <a:pt x="35011" y="10914"/>
                </a:cubicBezTo>
                <a:close/>
                <a:moveTo>
                  <a:pt x="15424" y="7195"/>
                </a:moveTo>
                <a:cubicBezTo>
                  <a:pt x="15527" y="7570"/>
                  <a:pt x="15493" y="7980"/>
                  <a:pt x="15356" y="8355"/>
                </a:cubicBezTo>
                <a:cubicBezTo>
                  <a:pt x="15322" y="8423"/>
                  <a:pt x="15322" y="8492"/>
                  <a:pt x="15356" y="8594"/>
                </a:cubicBezTo>
                <a:cubicBezTo>
                  <a:pt x="15595" y="9345"/>
                  <a:pt x="15663" y="10164"/>
                  <a:pt x="15561" y="10983"/>
                </a:cubicBezTo>
                <a:cubicBezTo>
                  <a:pt x="15527" y="11631"/>
                  <a:pt x="15493" y="12279"/>
                  <a:pt x="15424" y="12996"/>
                </a:cubicBezTo>
                <a:cubicBezTo>
                  <a:pt x="15390" y="12894"/>
                  <a:pt x="15356" y="12894"/>
                  <a:pt x="15356" y="12894"/>
                </a:cubicBezTo>
                <a:cubicBezTo>
                  <a:pt x="15322" y="11665"/>
                  <a:pt x="15185" y="10403"/>
                  <a:pt x="14878" y="9174"/>
                </a:cubicBezTo>
                <a:cubicBezTo>
                  <a:pt x="14878" y="9140"/>
                  <a:pt x="14878" y="9072"/>
                  <a:pt x="14912" y="9038"/>
                </a:cubicBezTo>
                <a:lnTo>
                  <a:pt x="14912" y="9072"/>
                </a:lnTo>
                <a:cubicBezTo>
                  <a:pt x="15083" y="8458"/>
                  <a:pt x="15254" y="7843"/>
                  <a:pt x="15424" y="7195"/>
                </a:cubicBezTo>
                <a:close/>
                <a:moveTo>
                  <a:pt x="33578" y="12075"/>
                </a:moveTo>
                <a:lnTo>
                  <a:pt x="33646" y="12211"/>
                </a:lnTo>
                <a:cubicBezTo>
                  <a:pt x="33407" y="12552"/>
                  <a:pt x="33100" y="12859"/>
                  <a:pt x="32793" y="13167"/>
                </a:cubicBezTo>
                <a:cubicBezTo>
                  <a:pt x="32520" y="13337"/>
                  <a:pt x="32179" y="13405"/>
                  <a:pt x="31838" y="13405"/>
                </a:cubicBezTo>
                <a:cubicBezTo>
                  <a:pt x="31820" y="13409"/>
                  <a:pt x="31803" y="13411"/>
                  <a:pt x="31785" y="13411"/>
                </a:cubicBezTo>
                <a:cubicBezTo>
                  <a:pt x="31626" y="13411"/>
                  <a:pt x="31448" y="13276"/>
                  <a:pt x="31326" y="13030"/>
                </a:cubicBezTo>
                <a:lnTo>
                  <a:pt x="31326" y="13030"/>
                </a:lnTo>
                <a:cubicBezTo>
                  <a:pt x="31365" y="13032"/>
                  <a:pt x="31403" y="13032"/>
                  <a:pt x="31442" y="13032"/>
                </a:cubicBezTo>
                <a:cubicBezTo>
                  <a:pt x="32253" y="13032"/>
                  <a:pt x="33024" y="12693"/>
                  <a:pt x="33578" y="12075"/>
                </a:cubicBezTo>
                <a:close/>
                <a:moveTo>
                  <a:pt x="39618" y="12041"/>
                </a:moveTo>
                <a:lnTo>
                  <a:pt x="39618" y="12041"/>
                </a:lnTo>
                <a:cubicBezTo>
                  <a:pt x="39822" y="12075"/>
                  <a:pt x="40027" y="12075"/>
                  <a:pt x="40232" y="12109"/>
                </a:cubicBezTo>
                <a:cubicBezTo>
                  <a:pt x="40266" y="12109"/>
                  <a:pt x="40300" y="12143"/>
                  <a:pt x="40334" y="12177"/>
                </a:cubicBezTo>
                <a:lnTo>
                  <a:pt x="41528" y="13405"/>
                </a:lnTo>
                <a:lnTo>
                  <a:pt x="41119" y="13883"/>
                </a:lnTo>
                <a:lnTo>
                  <a:pt x="41119" y="13917"/>
                </a:lnTo>
                <a:cubicBezTo>
                  <a:pt x="40573" y="13337"/>
                  <a:pt x="39959" y="12859"/>
                  <a:pt x="39618" y="12041"/>
                </a:cubicBezTo>
                <a:close/>
                <a:moveTo>
                  <a:pt x="36581" y="10198"/>
                </a:moveTo>
                <a:lnTo>
                  <a:pt x="36683" y="10232"/>
                </a:lnTo>
                <a:cubicBezTo>
                  <a:pt x="36785" y="10983"/>
                  <a:pt x="36819" y="11699"/>
                  <a:pt x="36410" y="12314"/>
                </a:cubicBezTo>
                <a:cubicBezTo>
                  <a:pt x="36319" y="12253"/>
                  <a:pt x="36200" y="12138"/>
                  <a:pt x="36103" y="12138"/>
                </a:cubicBezTo>
                <a:cubicBezTo>
                  <a:pt x="36091" y="12138"/>
                  <a:pt x="36080" y="12139"/>
                  <a:pt x="36069" y="12143"/>
                </a:cubicBezTo>
                <a:cubicBezTo>
                  <a:pt x="36001" y="12177"/>
                  <a:pt x="35966" y="12382"/>
                  <a:pt x="35932" y="12518"/>
                </a:cubicBezTo>
                <a:cubicBezTo>
                  <a:pt x="35898" y="12587"/>
                  <a:pt x="35898" y="12655"/>
                  <a:pt x="35898" y="12723"/>
                </a:cubicBezTo>
                <a:lnTo>
                  <a:pt x="35898" y="12791"/>
                </a:lnTo>
                <a:cubicBezTo>
                  <a:pt x="35796" y="13405"/>
                  <a:pt x="35659" y="13986"/>
                  <a:pt x="35455" y="14566"/>
                </a:cubicBezTo>
                <a:cubicBezTo>
                  <a:pt x="35523" y="14122"/>
                  <a:pt x="35591" y="13678"/>
                  <a:pt x="35591" y="13235"/>
                </a:cubicBezTo>
                <a:cubicBezTo>
                  <a:pt x="35557" y="12723"/>
                  <a:pt x="35659" y="12211"/>
                  <a:pt x="35864" y="11733"/>
                </a:cubicBezTo>
                <a:cubicBezTo>
                  <a:pt x="36069" y="11187"/>
                  <a:pt x="36342" y="10710"/>
                  <a:pt x="36581" y="10198"/>
                </a:cubicBezTo>
                <a:close/>
                <a:moveTo>
                  <a:pt x="36581" y="13610"/>
                </a:moveTo>
                <a:lnTo>
                  <a:pt x="36581" y="13644"/>
                </a:lnTo>
                <a:cubicBezTo>
                  <a:pt x="36512" y="13951"/>
                  <a:pt x="36444" y="14224"/>
                  <a:pt x="36376" y="14566"/>
                </a:cubicBezTo>
                <a:lnTo>
                  <a:pt x="36171" y="14429"/>
                </a:lnTo>
                <a:lnTo>
                  <a:pt x="36512" y="13610"/>
                </a:lnTo>
                <a:close/>
                <a:moveTo>
                  <a:pt x="39106" y="12962"/>
                </a:moveTo>
                <a:lnTo>
                  <a:pt x="40675" y="15077"/>
                </a:lnTo>
                <a:lnTo>
                  <a:pt x="40437" y="15453"/>
                </a:lnTo>
                <a:cubicBezTo>
                  <a:pt x="39891" y="14668"/>
                  <a:pt x="39447" y="13849"/>
                  <a:pt x="39106" y="12962"/>
                </a:cubicBezTo>
                <a:close/>
                <a:moveTo>
                  <a:pt x="12797" y="12894"/>
                </a:moveTo>
                <a:lnTo>
                  <a:pt x="12797" y="12894"/>
                </a:lnTo>
                <a:cubicBezTo>
                  <a:pt x="13002" y="13849"/>
                  <a:pt x="12456" y="15180"/>
                  <a:pt x="11841" y="15623"/>
                </a:cubicBezTo>
                <a:cubicBezTo>
                  <a:pt x="11876" y="15487"/>
                  <a:pt x="11910" y="15385"/>
                  <a:pt x="11910" y="15282"/>
                </a:cubicBezTo>
                <a:cubicBezTo>
                  <a:pt x="12114" y="14668"/>
                  <a:pt x="12285" y="14088"/>
                  <a:pt x="12490" y="13474"/>
                </a:cubicBezTo>
                <a:cubicBezTo>
                  <a:pt x="12558" y="13269"/>
                  <a:pt x="12660" y="13064"/>
                  <a:pt x="12797" y="12894"/>
                </a:cubicBezTo>
                <a:close/>
                <a:moveTo>
                  <a:pt x="14640" y="10198"/>
                </a:moveTo>
                <a:lnTo>
                  <a:pt x="14640" y="10198"/>
                </a:lnTo>
                <a:cubicBezTo>
                  <a:pt x="14537" y="11426"/>
                  <a:pt x="14469" y="12552"/>
                  <a:pt x="14332" y="13678"/>
                </a:cubicBezTo>
                <a:cubicBezTo>
                  <a:pt x="14230" y="14668"/>
                  <a:pt x="14094" y="15658"/>
                  <a:pt x="13513" y="16408"/>
                </a:cubicBezTo>
                <a:cubicBezTo>
                  <a:pt x="13411" y="16545"/>
                  <a:pt x="13411" y="16750"/>
                  <a:pt x="13513" y="16886"/>
                </a:cubicBezTo>
                <a:cubicBezTo>
                  <a:pt x="13616" y="17091"/>
                  <a:pt x="13582" y="17364"/>
                  <a:pt x="13411" y="17534"/>
                </a:cubicBezTo>
                <a:cubicBezTo>
                  <a:pt x="13343" y="17637"/>
                  <a:pt x="13172" y="17637"/>
                  <a:pt x="13104" y="17671"/>
                </a:cubicBezTo>
                <a:cubicBezTo>
                  <a:pt x="13206" y="16442"/>
                  <a:pt x="13275" y="15248"/>
                  <a:pt x="13377" y="14088"/>
                </a:cubicBezTo>
                <a:cubicBezTo>
                  <a:pt x="13411" y="13951"/>
                  <a:pt x="13445" y="13815"/>
                  <a:pt x="13479" y="13678"/>
                </a:cubicBezTo>
                <a:cubicBezTo>
                  <a:pt x="13616" y="13064"/>
                  <a:pt x="13752" y="12416"/>
                  <a:pt x="13855" y="11802"/>
                </a:cubicBezTo>
                <a:cubicBezTo>
                  <a:pt x="14025" y="11222"/>
                  <a:pt x="14298" y="10676"/>
                  <a:pt x="14640" y="10198"/>
                </a:cubicBezTo>
                <a:close/>
                <a:moveTo>
                  <a:pt x="10647" y="14702"/>
                </a:moveTo>
                <a:cubicBezTo>
                  <a:pt x="10408" y="15658"/>
                  <a:pt x="9419" y="17466"/>
                  <a:pt x="8907" y="17876"/>
                </a:cubicBezTo>
                <a:cubicBezTo>
                  <a:pt x="9077" y="17330"/>
                  <a:pt x="9248" y="16750"/>
                  <a:pt x="9419" y="16169"/>
                </a:cubicBezTo>
                <a:cubicBezTo>
                  <a:pt x="9419" y="16135"/>
                  <a:pt x="9453" y="16067"/>
                  <a:pt x="9487" y="16033"/>
                </a:cubicBezTo>
                <a:lnTo>
                  <a:pt x="10647" y="14702"/>
                </a:lnTo>
                <a:close/>
                <a:moveTo>
                  <a:pt x="11466" y="16784"/>
                </a:moveTo>
                <a:lnTo>
                  <a:pt x="11534" y="16852"/>
                </a:lnTo>
                <a:cubicBezTo>
                  <a:pt x="11466" y="17227"/>
                  <a:pt x="11364" y="17603"/>
                  <a:pt x="11261" y="18012"/>
                </a:cubicBezTo>
                <a:cubicBezTo>
                  <a:pt x="11091" y="17978"/>
                  <a:pt x="10988" y="17910"/>
                  <a:pt x="11091" y="17705"/>
                </a:cubicBezTo>
                <a:lnTo>
                  <a:pt x="11057" y="17705"/>
                </a:lnTo>
                <a:cubicBezTo>
                  <a:pt x="11193" y="17398"/>
                  <a:pt x="11330" y="17091"/>
                  <a:pt x="11466" y="16784"/>
                </a:cubicBezTo>
                <a:close/>
                <a:moveTo>
                  <a:pt x="39208" y="17671"/>
                </a:moveTo>
                <a:cubicBezTo>
                  <a:pt x="39276" y="17876"/>
                  <a:pt x="39276" y="18012"/>
                  <a:pt x="39310" y="18183"/>
                </a:cubicBezTo>
                <a:lnTo>
                  <a:pt x="39242" y="18217"/>
                </a:lnTo>
                <a:cubicBezTo>
                  <a:pt x="39208" y="18114"/>
                  <a:pt x="39174" y="17978"/>
                  <a:pt x="39174" y="17876"/>
                </a:cubicBezTo>
                <a:cubicBezTo>
                  <a:pt x="39140" y="17841"/>
                  <a:pt x="39174" y="17807"/>
                  <a:pt x="39208" y="17705"/>
                </a:cubicBezTo>
                <a:lnTo>
                  <a:pt x="39208" y="17671"/>
                </a:lnTo>
                <a:close/>
                <a:moveTo>
                  <a:pt x="12967" y="18149"/>
                </a:moveTo>
                <a:lnTo>
                  <a:pt x="13000" y="18182"/>
                </a:lnTo>
                <a:lnTo>
                  <a:pt x="13000" y="18182"/>
                </a:lnTo>
                <a:cubicBezTo>
                  <a:pt x="12994" y="18273"/>
                  <a:pt x="12964" y="18368"/>
                  <a:pt x="12933" y="18490"/>
                </a:cubicBezTo>
                <a:lnTo>
                  <a:pt x="12865" y="18456"/>
                </a:lnTo>
                <a:cubicBezTo>
                  <a:pt x="12899" y="18353"/>
                  <a:pt x="12933" y="18251"/>
                  <a:pt x="12967" y="18149"/>
                </a:cubicBezTo>
                <a:close/>
                <a:moveTo>
                  <a:pt x="35011" y="14259"/>
                </a:moveTo>
                <a:cubicBezTo>
                  <a:pt x="34943" y="14566"/>
                  <a:pt x="34909" y="14839"/>
                  <a:pt x="34874" y="15009"/>
                </a:cubicBezTo>
                <a:cubicBezTo>
                  <a:pt x="34704" y="15180"/>
                  <a:pt x="34533" y="15248"/>
                  <a:pt x="34465" y="15385"/>
                </a:cubicBezTo>
                <a:cubicBezTo>
                  <a:pt x="34021" y="16340"/>
                  <a:pt x="33475" y="17261"/>
                  <a:pt x="32827" y="18114"/>
                </a:cubicBezTo>
                <a:cubicBezTo>
                  <a:pt x="32725" y="18285"/>
                  <a:pt x="32588" y="18422"/>
                  <a:pt x="32418" y="18660"/>
                </a:cubicBezTo>
                <a:cubicBezTo>
                  <a:pt x="32418" y="18558"/>
                  <a:pt x="32418" y="18490"/>
                  <a:pt x="32452" y="18422"/>
                </a:cubicBezTo>
                <a:cubicBezTo>
                  <a:pt x="32759" y="17739"/>
                  <a:pt x="33032" y="17091"/>
                  <a:pt x="33339" y="16442"/>
                </a:cubicBezTo>
                <a:cubicBezTo>
                  <a:pt x="33441" y="16272"/>
                  <a:pt x="33510" y="16135"/>
                  <a:pt x="33646" y="16033"/>
                </a:cubicBezTo>
                <a:cubicBezTo>
                  <a:pt x="34158" y="15487"/>
                  <a:pt x="34567" y="14907"/>
                  <a:pt x="34909" y="14259"/>
                </a:cubicBezTo>
                <a:close/>
                <a:moveTo>
                  <a:pt x="23409" y="17603"/>
                </a:moveTo>
                <a:cubicBezTo>
                  <a:pt x="23819" y="17876"/>
                  <a:pt x="24126" y="18251"/>
                  <a:pt x="24330" y="18695"/>
                </a:cubicBezTo>
                <a:cubicBezTo>
                  <a:pt x="23921" y="18422"/>
                  <a:pt x="23614" y="18046"/>
                  <a:pt x="23409" y="17603"/>
                </a:cubicBezTo>
                <a:close/>
                <a:moveTo>
                  <a:pt x="35796" y="15350"/>
                </a:moveTo>
                <a:lnTo>
                  <a:pt x="35796" y="15350"/>
                </a:lnTo>
                <a:cubicBezTo>
                  <a:pt x="35659" y="16477"/>
                  <a:pt x="35250" y="17603"/>
                  <a:pt x="34670" y="18592"/>
                </a:cubicBezTo>
                <a:cubicBezTo>
                  <a:pt x="34636" y="18660"/>
                  <a:pt x="34567" y="18626"/>
                  <a:pt x="34431" y="18695"/>
                </a:cubicBezTo>
                <a:cubicBezTo>
                  <a:pt x="34567" y="18285"/>
                  <a:pt x="34670" y="17910"/>
                  <a:pt x="34772" y="17534"/>
                </a:cubicBezTo>
                <a:cubicBezTo>
                  <a:pt x="34909" y="16647"/>
                  <a:pt x="35420" y="16067"/>
                  <a:pt x="35796" y="15350"/>
                </a:cubicBezTo>
                <a:close/>
                <a:moveTo>
                  <a:pt x="36444" y="18183"/>
                </a:moveTo>
                <a:lnTo>
                  <a:pt x="36444" y="18183"/>
                </a:lnTo>
                <a:cubicBezTo>
                  <a:pt x="36546" y="18524"/>
                  <a:pt x="36512" y="18695"/>
                  <a:pt x="36205" y="18695"/>
                </a:cubicBezTo>
                <a:lnTo>
                  <a:pt x="36444" y="18183"/>
                </a:lnTo>
                <a:close/>
                <a:moveTo>
                  <a:pt x="41801" y="17398"/>
                </a:moveTo>
                <a:lnTo>
                  <a:pt x="43132" y="18831"/>
                </a:lnTo>
                <a:cubicBezTo>
                  <a:pt x="42518" y="18524"/>
                  <a:pt x="42040" y="18012"/>
                  <a:pt x="41801" y="17398"/>
                </a:cubicBezTo>
                <a:close/>
                <a:moveTo>
                  <a:pt x="33680" y="17773"/>
                </a:moveTo>
                <a:lnTo>
                  <a:pt x="34158" y="17910"/>
                </a:lnTo>
                <a:lnTo>
                  <a:pt x="33578" y="19377"/>
                </a:lnTo>
                <a:cubicBezTo>
                  <a:pt x="33480" y="19221"/>
                  <a:pt x="33383" y="19165"/>
                  <a:pt x="33285" y="19165"/>
                </a:cubicBezTo>
                <a:cubicBezTo>
                  <a:pt x="33218" y="19165"/>
                  <a:pt x="33151" y="19192"/>
                  <a:pt x="33084" y="19230"/>
                </a:cubicBezTo>
                <a:lnTo>
                  <a:pt x="33084" y="19230"/>
                </a:lnTo>
                <a:lnTo>
                  <a:pt x="33680" y="17773"/>
                </a:lnTo>
                <a:close/>
                <a:moveTo>
                  <a:pt x="14025" y="17398"/>
                </a:moveTo>
                <a:lnTo>
                  <a:pt x="14025" y="17398"/>
                </a:lnTo>
                <a:cubicBezTo>
                  <a:pt x="14230" y="18353"/>
                  <a:pt x="14025" y="19104"/>
                  <a:pt x="13479" y="19548"/>
                </a:cubicBezTo>
                <a:cubicBezTo>
                  <a:pt x="13309" y="18660"/>
                  <a:pt x="13821" y="18149"/>
                  <a:pt x="14025" y="17398"/>
                </a:cubicBezTo>
                <a:close/>
                <a:moveTo>
                  <a:pt x="39686" y="15760"/>
                </a:moveTo>
                <a:lnTo>
                  <a:pt x="39686" y="15760"/>
                </a:lnTo>
                <a:cubicBezTo>
                  <a:pt x="39754" y="15777"/>
                  <a:pt x="39814" y="15777"/>
                  <a:pt x="39861" y="15777"/>
                </a:cubicBezTo>
                <a:cubicBezTo>
                  <a:pt x="39908" y="15777"/>
                  <a:pt x="39942" y="15777"/>
                  <a:pt x="39959" y="15794"/>
                </a:cubicBezTo>
                <a:cubicBezTo>
                  <a:pt x="40232" y="16238"/>
                  <a:pt x="40505" y="16681"/>
                  <a:pt x="40812" y="17125"/>
                </a:cubicBezTo>
                <a:cubicBezTo>
                  <a:pt x="40505" y="17432"/>
                  <a:pt x="40505" y="17534"/>
                  <a:pt x="40641" y="17807"/>
                </a:cubicBezTo>
                <a:cubicBezTo>
                  <a:pt x="40744" y="18080"/>
                  <a:pt x="40880" y="18387"/>
                  <a:pt x="41051" y="18660"/>
                </a:cubicBezTo>
                <a:cubicBezTo>
                  <a:pt x="41187" y="18933"/>
                  <a:pt x="41324" y="19206"/>
                  <a:pt x="41460" y="19479"/>
                </a:cubicBezTo>
                <a:lnTo>
                  <a:pt x="41392" y="19548"/>
                </a:lnTo>
                <a:cubicBezTo>
                  <a:pt x="40675" y="18353"/>
                  <a:pt x="40095" y="17091"/>
                  <a:pt x="39686" y="15760"/>
                </a:cubicBezTo>
                <a:close/>
                <a:moveTo>
                  <a:pt x="16141" y="17466"/>
                </a:moveTo>
                <a:cubicBezTo>
                  <a:pt x="16004" y="18319"/>
                  <a:pt x="15766" y="19104"/>
                  <a:pt x="15458" y="19889"/>
                </a:cubicBezTo>
                <a:lnTo>
                  <a:pt x="15356" y="19855"/>
                </a:lnTo>
                <a:cubicBezTo>
                  <a:pt x="15390" y="19241"/>
                  <a:pt x="15424" y="18592"/>
                  <a:pt x="15458" y="17876"/>
                </a:cubicBezTo>
                <a:cubicBezTo>
                  <a:pt x="15540" y="17949"/>
                  <a:pt x="15608" y="17980"/>
                  <a:pt x="15668" y="17980"/>
                </a:cubicBezTo>
                <a:cubicBezTo>
                  <a:pt x="15857" y="17980"/>
                  <a:pt x="15959" y="17674"/>
                  <a:pt x="16141" y="17466"/>
                </a:cubicBezTo>
                <a:close/>
                <a:moveTo>
                  <a:pt x="36990" y="17330"/>
                </a:moveTo>
                <a:cubicBezTo>
                  <a:pt x="37195" y="18183"/>
                  <a:pt x="37570" y="19002"/>
                  <a:pt x="37638" y="19923"/>
                </a:cubicBezTo>
                <a:lnTo>
                  <a:pt x="37536" y="19957"/>
                </a:lnTo>
                <a:cubicBezTo>
                  <a:pt x="37400" y="19786"/>
                  <a:pt x="37263" y="19582"/>
                  <a:pt x="37127" y="19411"/>
                </a:cubicBezTo>
                <a:cubicBezTo>
                  <a:pt x="37024" y="19275"/>
                  <a:pt x="36990" y="19138"/>
                  <a:pt x="36990" y="18968"/>
                </a:cubicBezTo>
                <a:lnTo>
                  <a:pt x="36990" y="17330"/>
                </a:lnTo>
                <a:close/>
                <a:moveTo>
                  <a:pt x="11739" y="13440"/>
                </a:moveTo>
                <a:cubicBezTo>
                  <a:pt x="11705" y="14361"/>
                  <a:pt x="11432" y="15248"/>
                  <a:pt x="10988" y="16067"/>
                </a:cubicBezTo>
                <a:cubicBezTo>
                  <a:pt x="10818" y="16272"/>
                  <a:pt x="10749" y="16545"/>
                  <a:pt x="10852" y="16818"/>
                </a:cubicBezTo>
                <a:cubicBezTo>
                  <a:pt x="10852" y="16886"/>
                  <a:pt x="10818" y="17023"/>
                  <a:pt x="10784" y="17091"/>
                </a:cubicBezTo>
                <a:cubicBezTo>
                  <a:pt x="10681" y="17330"/>
                  <a:pt x="10579" y="17534"/>
                  <a:pt x="10511" y="17773"/>
                </a:cubicBezTo>
                <a:cubicBezTo>
                  <a:pt x="10340" y="18149"/>
                  <a:pt x="10340" y="18183"/>
                  <a:pt x="10681" y="18490"/>
                </a:cubicBezTo>
                <a:cubicBezTo>
                  <a:pt x="10476" y="19036"/>
                  <a:pt x="10169" y="19582"/>
                  <a:pt x="9828" y="20059"/>
                </a:cubicBezTo>
                <a:cubicBezTo>
                  <a:pt x="9862" y="19821"/>
                  <a:pt x="9931" y="19616"/>
                  <a:pt x="9999" y="19377"/>
                </a:cubicBezTo>
                <a:cubicBezTo>
                  <a:pt x="10033" y="19172"/>
                  <a:pt x="10033" y="18968"/>
                  <a:pt x="9999" y="18763"/>
                </a:cubicBezTo>
                <a:cubicBezTo>
                  <a:pt x="9965" y="18592"/>
                  <a:pt x="9794" y="18524"/>
                  <a:pt x="9658" y="18387"/>
                </a:cubicBezTo>
                <a:cubicBezTo>
                  <a:pt x="10033" y="17637"/>
                  <a:pt x="10374" y="16886"/>
                  <a:pt x="10749" y="16135"/>
                </a:cubicBezTo>
                <a:cubicBezTo>
                  <a:pt x="10818" y="15965"/>
                  <a:pt x="10886" y="15794"/>
                  <a:pt x="10920" y="15623"/>
                </a:cubicBezTo>
                <a:cubicBezTo>
                  <a:pt x="11057" y="14805"/>
                  <a:pt x="11466" y="14190"/>
                  <a:pt x="11739" y="13440"/>
                </a:cubicBezTo>
                <a:close/>
                <a:moveTo>
                  <a:pt x="41392" y="18046"/>
                </a:moveTo>
                <a:cubicBezTo>
                  <a:pt x="41801" y="18626"/>
                  <a:pt x="42416" y="18968"/>
                  <a:pt x="42552" y="19821"/>
                </a:cubicBezTo>
                <a:lnTo>
                  <a:pt x="42552" y="19855"/>
                </a:lnTo>
                <a:cubicBezTo>
                  <a:pt x="42620" y="20094"/>
                  <a:pt x="42723" y="20332"/>
                  <a:pt x="42825" y="20571"/>
                </a:cubicBezTo>
                <a:lnTo>
                  <a:pt x="42723" y="20640"/>
                </a:lnTo>
                <a:lnTo>
                  <a:pt x="41324" y="18114"/>
                </a:lnTo>
                <a:lnTo>
                  <a:pt x="41392" y="18046"/>
                </a:lnTo>
                <a:close/>
                <a:moveTo>
                  <a:pt x="10272" y="20401"/>
                </a:moveTo>
                <a:lnTo>
                  <a:pt x="10340" y="20503"/>
                </a:lnTo>
                <a:lnTo>
                  <a:pt x="10101" y="20742"/>
                </a:lnTo>
                <a:cubicBezTo>
                  <a:pt x="10169" y="20640"/>
                  <a:pt x="10204" y="20537"/>
                  <a:pt x="10272" y="20401"/>
                </a:cubicBezTo>
                <a:close/>
                <a:moveTo>
                  <a:pt x="33066" y="19275"/>
                </a:moveTo>
                <a:cubicBezTo>
                  <a:pt x="33066" y="19366"/>
                  <a:pt x="33066" y="19457"/>
                  <a:pt x="33066" y="19548"/>
                </a:cubicBezTo>
                <a:cubicBezTo>
                  <a:pt x="32827" y="20094"/>
                  <a:pt x="32418" y="20503"/>
                  <a:pt x="31906" y="20776"/>
                </a:cubicBezTo>
                <a:lnTo>
                  <a:pt x="33066" y="19275"/>
                </a:lnTo>
                <a:close/>
                <a:moveTo>
                  <a:pt x="37229" y="12245"/>
                </a:moveTo>
                <a:cubicBezTo>
                  <a:pt x="37331" y="12348"/>
                  <a:pt x="37400" y="12518"/>
                  <a:pt x="37434" y="12689"/>
                </a:cubicBezTo>
                <a:cubicBezTo>
                  <a:pt x="37673" y="13678"/>
                  <a:pt x="37911" y="14668"/>
                  <a:pt x="38184" y="15623"/>
                </a:cubicBezTo>
                <a:cubicBezTo>
                  <a:pt x="38287" y="16101"/>
                  <a:pt x="38423" y="16545"/>
                  <a:pt x="38594" y="16988"/>
                </a:cubicBezTo>
                <a:cubicBezTo>
                  <a:pt x="38764" y="17295"/>
                  <a:pt x="38764" y="17671"/>
                  <a:pt x="38662" y="17978"/>
                </a:cubicBezTo>
                <a:cubicBezTo>
                  <a:pt x="38560" y="17705"/>
                  <a:pt x="38457" y="17500"/>
                  <a:pt x="38389" y="17261"/>
                </a:cubicBezTo>
                <a:cubicBezTo>
                  <a:pt x="38219" y="16750"/>
                  <a:pt x="38082" y="16204"/>
                  <a:pt x="37911" y="15658"/>
                </a:cubicBezTo>
                <a:cubicBezTo>
                  <a:pt x="37850" y="15505"/>
                  <a:pt x="37762" y="15379"/>
                  <a:pt x="37646" y="15379"/>
                </a:cubicBezTo>
                <a:cubicBezTo>
                  <a:pt x="37632" y="15379"/>
                  <a:pt x="37619" y="15381"/>
                  <a:pt x="37604" y="15385"/>
                </a:cubicBezTo>
                <a:cubicBezTo>
                  <a:pt x="37434" y="15453"/>
                  <a:pt x="37434" y="15623"/>
                  <a:pt x="37468" y="15828"/>
                </a:cubicBezTo>
                <a:cubicBezTo>
                  <a:pt x="37741" y="16681"/>
                  <a:pt x="37980" y="17568"/>
                  <a:pt x="38321" y="18387"/>
                </a:cubicBezTo>
                <a:cubicBezTo>
                  <a:pt x="38492" y="18763"/>
                  <a:pt x="38730" y="19104"/>
                  <a:pt x="39003" y="19411"/>
                </a:cubicBezTo>
                <a:cubicBezTo>
                  <a:pt x="39140" y="19513"/>
                  <a:pt x="39276" y="19684"/>
                  <a:pt x="39345" y="19855"/>
                </a:cubicBezTo>
                <a:cubicBezTo>
                  <a:pt x="39481" y="20298"/>
                  <a:pt x="39652" y="20776"/>
                  <a:pt x="39788" y="21220"/>
                </a:cubicBezTo>
                <a:cubicBezTo>
                  <a:pt x="39856" y="21322"/>
                  <a:pt x="39856" y="21459"/>
                  <a:pt x="39891" y="21595"/>
                </a:cubicBezTo>
                <a:cubicBezTo>
                  <a:pt x="39515" y="21186"/>
                  <a:pt x="39174" y="20776"/>
                  <a:pt x="38901" y="20298"/>
                </a:cubicBezTo>
                <a:cubicBezTo>
                  <a:pt x="38560" y="19889"/>
                  <a:pt x="38287" y="19377"/>
                  <a:pt x="38184" y="18831"/>
                </a:cubicBezTo>
                <a:cubicBezTo>
                  <a:pt x="38150" y="18763"/>
                  <a:pt x="38116" y="18626"/>
                  <a:pt x="38082" y="18626"/>
                </a:cubicBezTo>
                <a:cubicBezTo>
                  <a:pt x="37809" y="18524"/>
                  <a:pt x="37775" y="18251"/>
                  <a:pt x="37741" y="18012"/>
                </a:cubicBezTo>
                <a:cubicBezTo>
                  <a:pt x="37604" y="17364"/>
                  <a:pt x="37468" y="16715"/>
                  <a:pt x="37331" y="16067"/>
                </a:cubicBezTo>
                <a:cubicBezTo>
                  <a:pt x="37331" y="15999"/>
                  <a:pt x="37365" y="15931"/>
                  <a:pt x="37297" y="15862"/>
                </a:cubicBezTo>
                <a:cubicBezTo>
                  <a:pt x="37263" y="15760"/>
                  <a:pt x="37161" y="15692"/>
                  <a:pt x="37092" y="15658"/>
                </a:cubicBezTo>
                <a:cubicBezTo>
                  <a:pt x="37024" y="15658"/>
                  <a:pt x="36922" y="15760"/>
                  <a:pt x="36922" y="15828"/>
                </a:cubicBezTo>
                <a:cubicBezTo>
                  <a:pt x="36888" y="16067"/>
                  <a:pt x="36785" y="16272"/>
                  <a:pt x="36615" y="16442"/>
                </a:cubicBezTo>
                <a:cubicBezTo>
                  <a:pt x="36546" y="16477"/>
                  <a:pt x="36546" y="16579"/>
                  <a:pt x="36546" y="16647"/>
                </a:cubicBezTo>
                <a:cubicBezTo>
                  <a:pt x="36376" y="17364"/>
                  <a:pt x="36035" y="18080"/>
                  <a:pt x="35557" y="18660"/>
                </a:cubicBezTo>
                <a:cubicBezTo>
                  <a:pt x="35557" y="18626"/>
                  <a:pt x="35557" y="18558"/>
                  <a:pt x="35557" y="18524"/>
                </a:cubicBezTo>
                <a:cubicBezTo>
                  <a:pt x="35898" y="17773"/>
                  <a:pt x="36103" y="16988"/>
                  <a:pt x="36239" y="16204"/>
                </a:cubicBezTo>
                <a:cubicBezTo>
                  <a:pt x="36274" y="16101"/>
                  <a:pt x="36308" y="16033"/>
                  <a:pt x="36342" y="15965"/>
                </a:cubicBezTo>
                <a:cubicBezTo>
                  <a:pt x="36888" y="15009"/>
                  <a:pt x="37161" y="13917"/>
                  <a:pt x="37161" y="12825"/>
                </a:cubicBezTo>
                <a:cubicBezTo>
                  <a:pt x="37195" y="12655"/>
                  <a:pt x="37229" y="12416"/>
                  <a:pt x="37229" y="12245"/>
                </a:cubicBezTo>
                <a:close/>
                <a:moveTo>
                  <a:pt x="10101" y="20742"/>
                </a:moveTo>
                <a:lnTo>
                  <a:pt x="10101" y="20742"/>
                </a:lnTo>
                <a:cubicBezTo>
                  <a:pt x="9999" y="21151"/>
                  <a:pt x="9726" y="21459"/>
                  <a:pt x="9350" y="21629"/>
                </a:cubicBezTo>
                <a:cubicBezTo>
                  <a:pt x="9555" y="21288"/>
                  <a:pt x="9828" y="21015"/>
                  <a:pt x="10101" y="20742"/>
                </a:cubicBezTo>
                <a:close/>
                <a:moveTo>
                  <a:pt x="12967" y="19309"/>
                </a:moveTo>
                <a:cubicBezTo>
                  <a:pt x="12899" y="20332"/>
                  <a:pt x="12694" y="21288"/>
                  <a:pt x="12046" y="22004"/>
                </a:cubicBezTo>
                <a:lnTo>
                  <a:pt x="12285" y="19957"/>
                </a:lnTo>
                <a:cubicBezTo>
                  <a:pt x="12353" y="19377"/>
                  <a:pt x="12456" y="19309"/>
                  <a:pt x="12967" y="19309"/>
                </a:cubicBezTo>
                <a:close/>
                <a:moveTo>
                  <a:pt x="17267" y="22004"/>
                </a:moveTo>
                <a:lnTo>
                  <a:pt x="17267" y="22004"/>
                </a:lnTo>
                <a:cubicBezTo>
                  <a:pt x="17642" y="22141"/>
                  <a:pt x="17642" y="22175"/>
                  <a:pt x="17574" y="22721"/>
                </a:cubicBezTo>
                <a:lnTo>
                  <a:pt x="17267" y="22004"/>
                </a:lnTo>
                <a:close/>
                <a:moveTo>
                  <a:pt x="39686" y="17330"/>
                </a:moveTo>
                <a:cubicBezTo>
                  <a:pt x="40334" y="18660"/>
                  <a:pt x="40846" y="20128"/>
                  <a:pt x="41972" y="20981"/>
                </a:cubicBezTo>
                <a:cubicBezTo>
                  <a:pt x="41945" y="21145"/>
                  <a:pt x="41939" y="21310"/>
                  <a:pt x="41920" y="21475"/>
                </a:cubicBezTo>
                <a:lnTo>
                  <a:pt x="41920" y="21475"/>
                </a:lnTo>
                <a:cubicBezTo>
                  <a:pt x="41901" y="21361"/>
                  <a:pt x="41890" y="21247"/>
                  <a:pt x="41836" y="21220"/>
                </a:cubicBezTo>
                <a:cubicBezTo>
                  <a:pt x="41699" y="21151"/>
                  <a:pt x="41563" y="21117"/>
                  <a:pt x="41392" y="21117"/>
                </a:cubicBezTo>
                <a:cubicBezTo>
                  <a:pt x="41290" y="20810"/>
                  <a:pt x="41187" y="20503"/>
                  <a:pt x="41051" y="20230"/>
                </a:cubicBezTo>
                <a:cubicBezTo>
                  <a:pt x="40982" y="20059"/>
                  <a:pt x="40880" y="19957"/>
                  <a:pt x="40778" y="19821"/>
                </a:cubicBezTo>
                <a:cubicBezTo>
                  <a:pt x="40734" y="19788"/>
                  <a:pt x="40690" y="19773"/>
                  <a:pt x="40649" y="19773"/>
                </a:cubicBezTo>
                <a:cubicBezTo>
                  <a:pt x="40561" y="19773"/>
                  <a:pt x="40483" y="19841"/>
                  <a:pt x="40437" y="19957"/>
                </a:cubicBezTo>
                <a:cubicBezTo>
                  <a:pt x="40334" y="20128"/>
                  <a:pt x="40334" y="20298"/>
                  <a:pt x="40471" y="20367"/>
                </a:cubicBezTo>
                <a:cubicBezTo>
                  <a:pt x="40641" y="20503"/>
                  <a:pt x="40778" y="20674"/>
                  <a:pt x="40812" y="20878"/>
                </a:cubicBezTo>
                <a:cubicBezTo>
                  <a:pt x="40948" y="21288"/>
                  <a:pt x="41119" y="21731"/>
                  <a:pt x="41255" y="22141"/>
                </a:cubicBezTo>
                <a:cubicBezTo>
                  <a:pt x="41324" y="22312"/>
                  <a:pt x="41358" y="22482"/>
                  <a:pt x="41426" y="22721"/>
                </a:cubicBezTo>
                <a:cubicBezTo>
                  <a:pt x="41406" y="22724"/>
                  <a:pt x="41386" y="22725"/>
                  <a:pt x="41366" y="22725"/>
                </a:cubicBezTo>
                <a:cubicBezTo>
                  <a:pt x="41109" y="22725"/>
                  <a:pt x="40841" y="22530"/>
                  <a:pt x="40778" y="22277"/>
                </a:cubicBezTo>
                <a:lnTo>
                  <a:pt x="39993" y="20298"/>
                </a:lnTo>
                <a:cubicBezTo>
                  <a:pt x="40334" y="20025"/>
                  <a:pt x="40334" y="20025"/>
                  <a:pt x="40198" y="19582"/>
                </a:cubicBezTo>
                <a:cubicBezTo>
                  <a:pt x="40061" y="19206"/>
                  <a:pt x="39959" y="18831"/>
                  <a:pt x="39891" y="18456"/>
                </a:cubicBezTo>
                <a:cubicBezTo>
                  <a:pt x="39822" y="18080"/>
                  <a:pt x="39754" y="17705"/>
                  <a:pt x="39686" y="17330"/>
                </a:cubicBezTo>
                <a:close/>
                <a:moveTo>
                  <a:pt x="11534" y="21527"/>
                </a:moveTo>
                <a:lnTo>
                  <a:pt x="11637" y="21561"/>
                </a:lnTo>
                <a:cubicBezTo>
                  <a:pt x="11500" y="22175"/>
                  <a:pt x="11398" y="22789"/>
                  <a:pt x="11261" y="23472"/>
                </a:cubicBezTo>
                <a:lnTo>
                  <a:pt x="11022" y="22653"/>
                </a:lnTo>
                <a:lnTo>
                  <a:pt x="11534" y="21527"/>
                </a:lnTo>
                <a:close/>
                <a:moveTo>
                  <a:pt x="41497" y="23394"/>
                </a:moveTo>
                <a:cubicBezTo>
                  <a:pt x="41526" y="23394"/>
                  <a:pt x="41559" y="23407"/>
                  <a:pt x="41597" y="23438"/>
                </a:cubicBezTo>
                <a:cubicBezTo>
                  <a:pt x="41767" y="23540"/>
                  <a:pt x="41801" y="23779"/>
                  <a:pt x="41767" y="24086"/>
                </a:cubicBezTo>
                <a:lnTo>
                  <a:pt x="41290" y="23745"/>
                </a:lnTo>
                <a:cubicBezTo>
                  <a:pt x="41343" y="23559"/>
                  <a:pt x="41396" y="23394"/>
                  <a:pt x="41497" y="23394"/>
                </a:cubicBezTo>
                <a:close/>
                <a:moveTo>
                  <a:pt x="36615" y="23438"/>
                </a:moveTo>
                <a:lnTo>
                  <a:pt x="36615" y="23438"/>
                </a:lnTo>
                <a:cubicBezTo>
                  <a:pt x="36649" y="24018"/>
                  <a:pt x="36649" y="24018"/>
                  <a:pt x="36410" y="24188"/>
                </a:cubicBezTo>
                <a:cubicBezTo>
                  <a:pt x="36512" y="23915"/>
                  <a:pt x="36444" y="23642"/>
                  <a:pt x="36615" y="23438"/>
                </a:cubicBezTo>
                <a:close/>
                <a:moveTo>
                  <a:pt x="24501" y="22960"/>
                </a:moveTo>
                <a:lnTo>
                  <a:pt x="25968" y="23950"/>
                </a:lnTo>
                <a:lnTo>
                  <a:pt x="25661" y="24291"/>
                </a:lnTo>
                <a:lnTo>
                  <a:pt x="24433" y="23096"/>
                </a:lnTo>
                <a:lnTo>
                  <a:pt x="24501" y="22960"/>
                </a:lnTo>
                <a:close/>
                <a:moveTo>
                  <a:pt x="12729" y="15487"/>
                </a:moveTo>
                <a:lnTo>
                  <a:pt x="12831" y="15555"/>
                </a:lnTo>
                <a:lnTo>
                  <a:pt x="12456" y="18114"/>
                </a:lnTo>
                <a:cubicBezTo>
                  <a:pt x="12046" y="18319"/>
                  <a:pt x="12046" y="18319"/>
                  <a:pt x="11978" y="18729"/>
                </a:cubicBezTo>
                <a:cubicBezTo>
                  <a:pt x="11978" y="18968"/>
                  <a:pt x="11910" y="19206"/>
                  <a:pt x="11739" y="19377"/>
                </a:cubicBezTo>
                <a:cubicBezTo>
                  <a:pt x="11705" y="19445"/>
                  <a:pt x="11671" y="19513"/>
                  <a:pt x="11705" y="19616"/>
                </a:cubicBezTo>
                <a:cubicBezTo>
                  <a:pt x="11978" y="20094"/>
                  <a:pt x="11705" y="20503"/>
                  <a:pt x="11705" y="20981"/>
                </a:cubicBezTo>
                <a:cubicBezTo>
                  <a:pt x="11557" y="20877"/>
                  <a:pt x="11467" y="20819"/>
                  <a:pt x="11401" y="20819"/>
                </a:cubicBezTo>
                <a:cubicBezTo>
                  <a:pt x="11315" y="20819"/>
                  <a:pt x="11270" y="20919"/>
                  <a:pt x="11193" y="21151"/>
                </a:cubicBezTo>
                <a:lnTo>
                  <a:pt x="11193" y="21117"/>
                </a:lnTo>
                <a:cubicBezTo>
                  <a:pt x="10715" y="22312"/>
                  <a:pt x="10067" y="23438"/>
                  <a:pt x="9282" y="24461"/>
                </a:cubicBezTo>
                <a:lnTo>
                  <a:pt x="9214" y="24393"/>
                </a:lnTo>
                <a:cubicBezTo>
                  <a:pt x="9282" y="24222"/>
                  <a:pt x="9385" y="24052"/>
                  <a:pt x="9453" y="23847"/>
                </a:cubicBezTo>
                <a:cubicBezTo>
                  <a:pt x="9521" y="23642"/>
                  <a:pt x="9589" y="23438"/>
                  <a:pt x="9658" y="23233"/>
                </a:cubicBezTo>
                <a:cubicBezTo>
                  <a:pt x="9658" y="23096"/>
                  <a:pt x="9623" y="22994"/>
                  <a:pt x="9521" y="22892"/>
                </a:cubicBezTo>
                <a:cubicBezTo>
                  <a:pt x="9516" y="22887"/>
                  <a:pt x="9510" y="22885"/>
                  <a:pt x="9502" y="22885"/>
                </a:cubicBezTo>
                <a:cubicBezTo>
                  <a:pt x="9451" y="22885"/>
                  <a:pt x="9341" y="22969"/>
                  <a:pt x="9282" y="23028"/>
                </a:cubicBezTo>
                <a:cubicBezTo>
                  <a:pt x="9214" y="23131"/>
                  <a:pt x="9146" y="23267"/>
                  <a:pt x="9112" y="23369"/>
                </a:cubicBezTo>
                <a:lnTo>
                  <a:pt x="9009" y="23335"/>
                </a:lnTo>
                <a:cubicBezTo>
                  <a:pt x="9077" y="23062"/>
                  <a:pt x="9146" y="22789"/>
                  <a:pt x="9180" y="22619"/>
                </a:cubicBezTo>
                <a:cubicBezTo>
                  <a:pt x="9350" y="22550"/>
                  <a:pt x="9521" y="22448"/>
                  <a:pt x="9658" y="22346"/>
                </a:cubicBezTo>
                <a:cubicBezTo>
                  <a:pt x="9965" y="22004"/>
                  <a:pt x="10272" y="21629"/>
                  <a:pt x="10511" y="21220"/>
                </a:cubicBezTo>
                <a:cubicBezTo>
                  <a:pt x="11261" y="19855"/>
                  <a:pt x="11739" y="18353"/>
                  <a:pt x="12012" y="16818"/>
                </a:cubicBezTo>
                <a:cubicBezTo>
                  <a:pt x="12012" y="16545"/>
                  <a:pt x="12114" y="16306"/>
                  <a:pt x="12251" y="16101"/>
                </a:cubicBezTo>
                <a:cubicBezTo>
                  <a:pt x="12422" y="15896"/>
                  <a:pt x="12592" y="15692"/>
                  <a:pt x="12729" y="15487"/>
                </a:cubicBezTo>
                <a:close/>
                <a:moveTo>
                  <a:pt x="35659" y="19445"/>
                </a:moveTo>
                <a:lnTo>
                  <a:pt x="35728" y="19513"/>
                </a:lnTo>
                <a:cubicBezTo>
                  <a:pt x="35523" y="20674"/>
                  <a:pt x="35216" y="21800"/>
                  <a:pt x="34772" y="22926"/>
                </a:cubicBezTo>
                <a:cubicBezTo>
                  <a:pt x="34671" y="22881"/>
                  <a:pt x="34585" y="22861"/>
                  <a:pt x="34512" y="22861"/>
                </a:cubicBezTo>
                <a:cubicBezTo>
                  <a:pt x="34143" y="22861"/>
                  <a:pt x="34096" y="23369"/>
                  <a:pt x="33953" y="23711"/>
                </a:cubicBezTo>
                <a:cubicBezTo>
                  <a:pt x="33802" y="23642"/>
                  <a:pt x="33717" y="23601"/>
                  <a:pt x="33654" y="23601"/>
                </a:cubicBezTo>
                <a:cubicBezTo>
                  <a:pt x="33561" y="23601"/>
                  <a:pt x="33516" y="23691"/>
                  <a:pt x="33373" y="23915"/>
                </a:cubicBezTo>
                <a:cubicBezTo>
                  <a:pt x="33237" y="24222"/>
                  <a:pt x="33066" y="24495"/>
                  <a:pt x="32895" y="24768"/>
                </a:cubicBezTo>
                <a:cubicBezTo>
                  <a:pt x="32895" y="24598"/>
                  <a:pt x="32964" y="24427"/>
                  <a:pt x="32964" y="24325"/>
                </a:cubicBezTo>
                <a:cubicBezTo>
                  <a:pt x="32964" y="24052"/>
                  <a:pt x="33066" y="23779"/>
                  <a:pt x="33305" y="23642"/>
                </a:cubicBezTo>
                <a:cubicBezTo>
                  <a:pt x="33578" y="23335"/>
                  <a:pt x="33817" y="23062"/>
                  <a:pt x="34090" y="22789"/>
                </a:cubicBezTo>
                <a:cubicBezTo>
                  <a:pt x="34192" y="22653"/>
                  <a:pt x="34328" y="22482"/>
                  <a:pt x="34192" y="22277"/>
                </a:cubicBezTo>
                <a:cubicBezTo>
                  <a:pt x="34156" y="22206"/>
                  <a:pt x="34107" y="22180"/>
                  <a:pt x="34057" y="22180"/>
                </a:cubicBezTo>
                <a:cubicBezTo>
                  <a:pt x="33963" y="22180"/>
                  <a:pt x="33861" y="22267"/>
                  <a:pt x="33817" y="22312"/>
                </a:cubicBezTo>
                <a:cubicBezTo>
                  <a:pt x="33714" y="22414"/>
                  <a:pt x="33612" y="22482"/>
                  <a:pt x="33544" y="22585"/>
                </a:cubicBezTo>
                <a:lnTo>
                  <a:pt x="33544" y="22550"/>
                </a:lnTo>
                <a:cubicBezTo>
                  <a:pt x="33817" y="22004"/>
                  <a:pt x="33817" y="22004"/>
                  <a:pt x="33646" y="21527"/>
                </a:cubicBezTo>
                <a:lnTo>
                  <a:pt x="33646" y="21527"/>
                </a:lnTo>
                <a:cubicBezTo>
                  <a:pt x="33685" y="21533"/>
                  <a:pt x="33722" y="21536"/>
                  <a:pt x="33758" y="21536"/>
                </a:cubicBezTo>
                <a:cubicBezTo>
                  <a:pt x="34089" y="21536"/>
                  <a:pt x="34246" y="21262"/>
                  <a:pt x="34431" y="21015"/>
                </a:cubicBezTo>
                <a:cubicBezTo>
                  <a:pt x="34499" y="20913"/>
                  <a:pt x="34533" y="20810"/>
                  <a:pt x="34601" y="20742"/>
                </a:cubicBezTo>
                <a:cubicBezTo>
                  <a:pt x="34943" y="20298"/>
                  <a:pt x="35284" y="19855"/>
                  <a:pt x="35659" y="19445"/>
                </a:cubicBezTo>
                <a:close/>
                <a:moveTo>
                  <a:pt x="42586" y="21356"/>
                </a:moveTo>
                <a:cubicBezTo>
                  <a:pt x="42655" y="21493"/>
                  <a:pt x="42757" y="21595"/>
                  <a:pt x="42859" y="21731"/>
                </a:cubicBezTo>
                <a:cubicBezTo>
                  <a:pt x="43166" y="22380"/>
                  <a:pt x="43644" y="22960"/>
                  <a:pt x="44190" y="23438"/>
                </a:cubicBezTo>
                <a:cubicBezTo>
                  <a:pt x="43951" y="23711"/>
                  <a:pt x="44054" y="23915"/>
                  <a:pt x="44190" y="24154"/>
                </a:cubicBezTo>
                <a:cubicBezTo>
                  <a:pt x="44327" y="24393"/>
                  <a:pt x="44463" y="24666"/>
                  <a:pt x="44634" y="24905"/>
                </a:cubicBezTo>
                <a:lnTo>
                  <a:pt x="44531" y="24973"/>
                </a:lnTo>
                <a:cubicBezTo>
                  <a:pt x="44463" y="24905"/>
                  <a:pt x="44361" y="24803"/>
                  <a:pt x="44292" y="24734"/>
                </a:cubicBezTo>
                <a:cubicBezTo>
                  <a:pt x="43542" y="23677"/>
                  <a:pt x="42962" y="22550"/>
                  <a:pt x="42586" y="21356"/>
                </a:cubicBezTo>
                <a:close/>
                <a:moveTo>
                  <a:pt x="22112" y="23540"/>
                </a:moveTo>
                <a:lnTo>
                  <a:pt x="22112" y="23540"/>
                </a:lnTo>
                <a:cubicBezTo>
                  <a:pt x="22624" y="23881"/>
                  <a:pt x="22590" y="24495"/>
                  <a:pt x="22863" y="25041"/>
                </a:cubicBezTo>
                <a:cubicBezTo>
                  <a:pt x="22454" y="24768"/>
                  <a:pt x="22317" y="24461"/>
                  <a:pt x="22112" y="23540"/>
                </a:cubicBezTo>
                <a:close/>
                <a:moveTo>
                  <a:pt x="41733" y="24768"/>
                </a:moveTo>
                <a:lnTo>
                  <a:pt x="41733" y="24768"/>
                </a:lnTo>
                <a:cubicBezTo>
                  <a:pt x="42006" y="24837"/>
                  <a:pt x="41972" y="25076"/>
                  <a:pt x="42006" y="25314"/>
                </a:cubicBezTo>
                <a:lnTo>
                  <a:pt x="41733" y="24768"/>
                </a:lnTo>
                <a:close/>
                <a:moveTo>
                  <a:pt x="32110" y="24837"/>
                </a:moveTo>
                <a:lnTo>
                  <a:pt x="32110" y="24837"/>
                </a:lnTo>
                <a:cubicBezTo>
                  <a:pt x="31872" y="25349"/>
                  <a:pt x="31565" y="25826"/>
                  <a:pt x="31189" y="26236"/>
                </a:cubicBezTo>
                <a:cubicBezTo>
                  <a:pt x="31155" y="26031"/>
                  <a:pt x="31121" y="25895"/>
                  <a:pt x="31087" y="25758"/>
                </a:cubicBezTo>
                <a:cubicBezTo>
                  <a:pt x="31428" y="25451"/>
                  <a:pt x="31701" y="25007"/>
                  <a:pt x="32110" y="24837"/>
                </a:cubicBezTo>
                <a:close/>
                <a:moveTo>
                  <a:pt x="34909" y="24154"/>
                </a:moveTo>
                <a:lnTo>
                  <a:pt x="34909" y="24154"/>
                </a:lnTo>
                <a:cubicBezTo>
                  <a:pt x="34772" y="24564"/>
                  <a:pt x="34601" y="24939"/>
                  <a:pt x="34465" y="25349"/>
                </a:cubicBezTo>
                <a:cubicBezTo>
                  <a:pt x="34328" y="25758"/>
                  <a:pt x="34192" y="26202"/>
                  <a:pt x="34056" y="26611"/>
                </a:cubicBezTo>
                <a:lnTo>
                  <a:pt x="33987" y="26577"/>
                </a:lnTo>
                <a:cubicBezTo>
                  <a:pt x="34124" y="26031"/>
                  <a:pt x="34260" y="25519"/>
                  <a:pt x="34363" y="24973"/>
                </a:cubicBezTo>
                <a:cubicBezTo>
                  <a:pt x="34397" y="24598"/>
                  <a:pt x="34601" y="24291"/>
                  <a:pt x="34909" y="24154"/>
                </a:cubicBezTo>
                <a:close/>
                <a:moveTo>
                  <a:pt x="42791" y="25349"/>
                </a:moveTo>
                <a:lnTo>
                  <a:pt x="42791" y="25349"/>
                </a:lnTo>
                <a:cubicBezTo>
                  <a:pt x="43030" y="25758"/>
                  <a:pt x="43269" y="26168"/>
                  <a:pt x="43542" y="26611"/>
                </a:cubicBezTo>
                <a:cubicBezTo>
                  <a:pt x="42893" y="26475"/>
                  <a:pt x="42518" y="25826"/>
                  <a:pt x="42791" y="25349"/>
                </a:cubicBezTo>
                <a:close/>
                <a:moveTo>
                  <a:pt x="19587" y="17295"/>
                </a:moveTo>
                <a:cubicBezTo>
                  <a:pt x="19758" y="17568"/>
                  <a:pt x="19997" y="17841"/>
                  <a:pt x="20167" y="18149"/>
                </a:cubicBezTo>
                <a:cubicBezTo>
                  <a:pt x="20577" y="18763"/>
                  <a:pt x="20952" y="19411"/>
                  <a:pt x="21328" y="20025"/>
                </a:cubicBezTo>
                <a:cubicBezTo>
                  <a:pt x="21601" y="20571"/>
                  <a:pt x="22044" y="21049"/>
                  <a:pt x="22590" y="21390"/>
                </a:cubicBezTo>
                <a:cubicBezTo>
                  <a:pt x="22693" y="21493"/>
                  <a:pt x="22795" y="21595"/>
                  <a:pt x="22863" y="21731"/>
                </a:cubicBezTo>
                <a:cubicBezTo>
                  <a:pt x="23000" y="21970"/>
                  <a:pt x="23170" y="22175"/>
                  <a:pt x="23307" y="22380"/>
                </a:cubicBezTo>
                <a:cubicBezTo>
                  <a:pt x="23289" y="22384"/>
                  <a:pt x="23270" y="22386"/>
                  <a:pt x="23250" y="22386"/>
                </a:cubicBezTo>
                <a:cubicBezTo>
                  <a:pt x="23197" y="22386"/>
                  <a:pt x="23137" y="22375"/>
                  <a:pt x="23080" y="22375"/>
                </a:cubicBezTo>
                <a:cubicBezTo>
                  <a:pt x="22986" y="22375"/>
                  <a:pt x="22900" y="22403"/>
                  <a:pt x="22863" y="22550"/>
                </a:cubicBezTo>
                <a:cubicBezTo>
                  <a:pt x="22863" y="22721"/>
                  <a:pt x="22931" y="22926"/>
                  <a:pt x="23000" y="23062"/>
                </a:cubicBezTo>
                <a:cubicBezTo>
                  <a:pt x="23034" y="23165"/>
                  <a:pt x="23068" y="23233"/>
                  <a:pt x="23102" y="23301"/>
                </a:cubicBezTo>
                <a:cubicBezTo>
                  <a:pt x="23580" y="23950"/>
                  <a:pt x="24057" y="24598"/>
                  <a:pt x="24535" y="25246"/>
                </a:cubicBezTo>
                <a:cubicBezTo>
                  <a:pt x="24842" y="25758"/>
                  <a:pt x="25081" y="26338"/>
                  <a:pt x="25218" y="26952"/>
                </a:cubicBezTo>
                <a:cubicBezTo>
                  <a:pt x="24569" y="26236"/>
                  <a:pt x="23955" y="25451"/>
                  <a:pt x="23409" y="24632"/>
                </a:cubicBezTo>
                <a:cubicBezTo>
                  <a:pt x="23102" y="24188"/>
                  <a:pt x="22863" y="23677"/>
                  <a:pt x="22761" y="23131"/>
                </a:cubicBezTo>
                <a:cubicBezTo>
                  <a:pt x="22658" y="22823"/>
                  <a:pt x="22590" y="22482"/>
                  <a:pt x="22522" y="22209"/>
                </a:cubicBezTo>
                <a:cubicBezTo>
                  <a:pt x="22474" y="22016"/>
                  <a:pt x="22425" y="21925"/>
                  <a:pt x="22340" y="21925"/>
                </a:cubicBezTo>
                <a:cubicBezTo>
                  <a:pt x="22306" y="21925"/>
                  <a:pt x="22265" y="21941"/>
                  <a:pt x="22215" y="21970"/>
                </a:cubicBezTo>
                <a:cubicBezTo>
                  <a:pt x="22147" y="22004"/>
                  <a:pt x="22112" y="22073"/>
                  <a:pt x="22010" y="22209"/>
                </a:cubicBezTo>
                <a:cubicBezTo>
                  <a:pt x="21805" y="21629"/>
                  <a:pt x="21601" y="21151"/>
                  <a:pt x="21430" y="20640"/>
                </a:cubicBezTo>
                <a:cubicBezTo>
                  <a:pt x="21396" y="20571"/>
                  <a:pt x="21362" y="20435"/>
                  <a:pt x="21328" y="20435"/>
                </a:cubicBezTo>
                <a:cubicBezTo>
                  <a:pt x="20918" y="20332"/>
                  <a:pt x="20816" y="19821"/>
                  <a:pt x="20543" y="19513"/>
                </a:cubicBezTo>
                <a:cubicBezTo>
                  <a:pt x="20406" y="19377"/>
                  <a:pt x="20304" y="19172"/>
                  <a:pt x="20167" y="19036"/>
                </a:cubicBezTo>
                <a:cubicBezTo>
                  <a:pt x="20091" y="18978"/>
                  <a:pt x="20015" y="18932"/>
                  <a:pt x="19938" y="18932"/>
                </a:cubicBezTo>
                <a:cubicBezTo>
                  <a:pt x="19878" y="18932"/>
                  <a:pt x="19818" y="18961"/>
                  <a:pt x="19758" y="19036"/>
                </a:cubicBezTo>
                <a:cubicBezTo>
                  <a:pt x="19656" y="19206"/>
                  <a:pt x="19792" y="19343"/>
                  <a:pt x="19860" y="19479"/>
                </a:cubicBezTo>
                <a:cubicBezTo>
                  <a:pt x="20167" y="19855"/>
                  <a:pt x="20406" y="20230"/>
                  <a:pt x="20679" y="20640"/>
                </a:cubicBezTo>
                <a:cubicBezTo>
                  <a:pt x="20713" y="20708"/>
                  <a:pt x="20782" y="20810"/>
                  <a:pt x="20782" y="20878"/>
                </a:cubicBezTo>
                <a:cubicBezTo>
                  <a:pt x="20918" y="21527"/>
                  <a:pt x="21089" y="22175"/>
                  <a:pt x="21328" y="22789"/>
                </a:cubicBezTo>
                <a:cubicBezTo>
                  <a:pt x="21362" y="22926"/>
                  <a:pt x="21396" y="23096"/>
                  <a:pt x="21464" y="23301"/>
                </a:cubicBezTo>
                <a:cubicBezTo>
                  <a:pt x="21225" y="23301"/>
                  <a:pt x="20986" y="23199"/>
                  <a:pt x="20918" y="22994"/>
                </a:cubicBezTo>
                <a:cubicBezTo>
                  <a:pt x="20782" y="22823"/>
                  <a:pt x="20679" y="22619"/>
                  <a:pt x="20577" y="22448"/>
                </a:cubicBezTo>
                <a:cubicBezTo>
                  <a:pt x="19963" y="20981"/>
                  <a:pt x="19485" y="19479"/>
                  <a:pt x="19144" y="17944"/>
                </a:cubicBezTo>
                <a:cubicBezTo>
                  <a:pt x="19110" y="17807"/>
                  <a:pt x="19110" y="17637"/>
                  <a:pt x="19110" y="17500"/>
                </a:cubicBezTo>
                <a:lnTo>
                  <a:pt x="19587" y="17295"/>
                </a:lnTo>
                <a:close/>
                <a:moveTo>
                  <a:pt x="8775" y="25753"/>
                </a:moveTo>
                <a:cubicBezTo>
                  <a:pt x="8796" y="25753"/>
                  <a:pt x="8817" y="25755"/>
                  <a:pt x="8839" y="25758"/>
                </a:cubicBezTo>
                <a:cubicBezTo>
                  <a:pt x="8463" y="26475"/>
                  <a:pt x="8088" y="27123"/>
                  <a:pt x="7713" y="27771"/>
                </a:cubicBezTo>
                <a:lnTo>
                  <a:pt x="7644" y="27703"/>
                </a:lnTo>
                <a:lnTo>
                  <a:pt x="8361" y="26065"/>
                </a:lnTo>
                <a:cubicBezTo>
                  <a:pt x="8422" y="25882"/>
                  <a:pt x="8593" y="25753"/>
                  <a:pt x="8775" y="25753"/>
                </a:cubicBezTo>
                <a:close/>
                <a:moveTo>
                  <a:pt x="20577" y="27259"/>
                </a:moveTo>
                <a:lnTo>
                  <a:pt x="20782" y="27771"/>
                </a:lnTo>
                <a:lnTo>
                  <a:pt x="20713" y="27840"/>
                </a:lnTo>
                <a:lnTo>
                  <a:pt x="20475" y="27362"/>
                </a:lnTo>
                <a:lnTo>
                  <a:pt x="20577" y="27259"/>
                </a:lnTo>
                <a:close/>
                <a:moveTo>
                  <a:pt x="19280" y="27123"/>
                </a:moveTo>
                <a:lnTo>
                  <a:pt x="19894" y="27157"/>
                </a:lnTo>
                <a:cubicBezTo>
                  <a:pt x="19929" y="27328"/>
                  <a:pt x="19963" y="27464"/>
                  <a:pt x="19997" y="27567"/>
                </a:cubicBezTo>
                <a:lnTo>
                  <a:pt x="19553" y="28010"/>
                </a:lnTo>
                <a:lnTo>
                  <a:pt x="19280" y="27123"/>
                </a:lnTo>
                <a:close/>
                <a:moveTo>
                  <a:pt x="23000" y="25519"/>
                </a:moveTo>
                <a:lnTo>
                  <a:pt x="24023" y="27942"/>
                </a:lnTo>
                <a:lnTo>
                  <a:pt x="23921" y="28010"/>
                </a:lnTo>
                <a:cubicBezTo>
                  <a:pt x="23580" y="27328"/>
                  <a:pt x="23239" y="26611"/>
                  <a:pt x="22897" y="25929"/>
                </a:cubicBezTo>
                <a:cubicBezTo>
                  <a:pt x="22829" y="25758"/>
                  <a:pt x="22795" y="25622"/>
                  <a:pt x="23000" y="25519"/>
                </a:cubicBezTo>
                <a:close/>
                <a:moveTo>
                  <a:pt x="13104" y="21459"/>
                </a:moveTo>
                <a:cubicBezTo>
                  <a:pt x="13104" y="22004"/>
                  <a:pt x="13172" y="22448"/>
                  <a:pt x="13172" y="22858"/>
                </a:cubicBezTo>
                <a:cubicBezTo>
                  <a:pt x="13206" y="23608"/>
                  <a:pt x="12831" y="24359"/>
                  <a:pt x="12217" y="24803"/>
                </a:cubicBezTo>
                <a:cubicBezTo>
                  <a:pt x="12251" y="24393"/>
                  <a:pt x="12251" y="24120"/>
                  <a:pt x="12251" y="23847"/>
                </a:cubicBezTo>
                <a:cubicBezTo>
                  <a:pt x="12251" y="23711"/>
                  <a:pt x="12114" y="23642"/>
                  <a:pt x="12046" y="23540"/>
                </a:cubicBezTo>
                <a:cubicBezTo>
                  <a:pt x="11978" y="23608"/>
                  <a:pt x="11876" y="23677"/>
                  <a:pt x="11841" y="23779"/>
                </a:cubicBezTo>
                <a:cubicBezTo>
                  <a:pt x="11807" y="23984"/>
                  <a:pt x="11773" y="24154"/>
                  <a:pt x="11773" y="24359"/>
                </a:cubicBezTo>
                <a:cubicBezTo>
                  <a:pt x="11705" y="25451"/>
                  <a:pt x="11568" y="26577"/>
                  <a:pt x="11330" y="27635"/>
                </a:cubicBezTo>
                <a:cubicBezTo>
                  <a:pt x="11227" y="28010"/>
                  <a:pt x="11227" y="28010"/>
                  <a:pt x="10988" y="28147"/>
                </a:cubicBezTo>
                <a:cubicBezTo>
                  <a:pt x="11022" y="27567"/>
                  <a:pt x="11057" y="26986"/>
                  <a:pt x="11091" y="26372"/>
                </a:cubicBezTo>
                <a:cubicBezTo>
                  <a:pt x="11091" y="25860"/>
                  <a:pt x="11159" y="25383"/>
                  <a:pt x="11193" y="24871"/>
                </a:cubicBezTo>
                <a:cubicBezTo>
                  <a:pt x="11193" y="24734"/>
                  <a:pt x="11261" y="24632"/>
                  <a:pt x="11330" y="24564"/>
                </a:cubicBezTo>
                <a:cubicBezTo>
                  <a:pt x="11534" y="24222"/>
                  <a:pt x="11705" y="23847"/>
                  <a:pt x="11807" y="23438"/>
                </a:cubicBezTo>
                <a:cubicBezTo>
                  <a:pt x="11876" y="23165"/>
                  <a:pt x="11910" y="22892"/>
                  <a:pt x="11978" y="22550"/>
                </a:cubicBezTo>
                <a:cubicBezTo>
                  <a:pt x="12068" y="22640"/>
                  <a:pt x="12148" y="22677"/>
                  <a:pt x="12218" y="22677"/>
                </a:cubicBezTo>
                <a:cubicBezTo>
                  <a:pt x="12335" y="22677"/>
                  <a:pt x="12426" y="22576"/>
                  <a:pt x="12490" y="22448"/>
                </a:cubicBezTo>
                <a:cubicBezTo>
                  <a:pt x="12694" y="22141"/>
                  <a:pt x="12865" y="21834"/>
                  <a:pt x="13104" y="21459"/>
                </a:cubicBezTo>
                <a:close/>
                <a:moveTo>
                  <a:pt x="41970" y="21647"/>
                </a:moveTo>
                <a:cubicBezTo>
                  <a:pt x="42038" y="21711"/>
                  <a:pt x="42090" y="21789"/>
                  <a:pt x="42143" y="21868"/>
                </a:cubicBezTo>
                <a:cubicBezTo>
                  <a:pt x="42586" y="22926"/>
                  <a:pt x="43132" y="23950"/>
                  <a:pt x="43746" y="24939"/>
                </a:cubicBezTo>
                <a:cubicBezTo>
                  <a:pt x="44019" y="25485"/>
                  <a:pt x="44497" y="25929"/>
                  <a:pt x="45077" y="26133"/>
                </a:cubicBezTo>
                <a:cubicBezTo>
                  <a:pt x="45145" y="26168"/>
                  <a:pt x="45180" y="26202"/>
                  <a:pt x="45248" y="26236"/>
                </a:cubicBezTo>
                <a:lnTo>
                  <a:pt x="47534" y="28249"/>
                </a:lnTo>
                <a:cubicBezTo>
                  <a:pt x="47500" y="28266"/>
                  <a:pt x="47466" y="28275"/>
                  <a:pt x="47432" y="28275"/>
                </a:cubicBezTo>
                <a:cubicBezTo>
                  <a:pt x="47398" y="28275"/>
                  <a:pt x="47363" y="28266"/>
                  <a:pt x="47329" y="28249"/>
                </a:cubicBezTo>
                <a:cubicBezTo>
                  <a:pt x="46988" y="28010"/>
                  <a:pt x="46579" y="27703"/>
                  <a:pt x="46237" y="27464"/>
                </a:cubicBezTo>
                <a:cubicBezTo>
                  <a:pt x="45930" y="27225"/>
                  <a:pt x="45623" y="26952"/>
                  <a:pt x="45316" y="26679"/>
                </a:cubicBezTo>
                <a:cubicBezTo>
                  <a:pt x="45233" y="26638"/>
                  <a:pt x="45163" y="26571"/>
                  <a:pt x="45090" y="26571"/>
                </a:cubicBezTo>
                <a:cubicBezTo>
                  <a:pt x="45043" y="26571"/>
                  <a:pt x="44994" y="26599"/>
                  <a:pt x="44941" y="26679"/>
                </a:cubicBezTo>
                <a:cubicBezTo>
                  <a:pt x="44804" y="26884"/>
                  <a:pt x="44941" y="27055"/>
                  <a:pt x="45043" y="27157"/>
                </a:cubicBezTo>
                <a:cubicBezTo>
                  <a:pt x="45145" y="27259"/>
                  <a:pt x="45214" y="27328"/>
                  <a:pt x="45316" y="27430"/>
                </a:cubicBezTo>
                <a:cubicBezTo>
                  <a:pt x="45521" y="27567"/>
                  <a:pt x="45623" y="27805"/>
                  <a:pt x="45589" y="28044"/>
                </a:cubicBezTo>
                <a:cubicBezTo>
                  <a:pt x="44975" y="27635"/>
                  <a:pt x="44429" y="27089"/>
                  <a:pt x="44122" y="26406"/>
                </a:cubicBezTo>
                <a:cubicBezTo>
                  <a:pt x="43283" y="24864"/>
                  <a:pt x="42577" y="23288"/>
                  <a:pt x="41970" y="21647"/>
                </a:cubicBezTo>
                <a:close/>
                <a:moveTo>
                  <a:pt x="13309" y="27737"/>
                </a:moveTo>
                <a:lnTo>
                  <a:pt x="13309" y="27737"/>
                </a:lnTo>
                <a:cubicBezTo>
                  <a:pt x="13240" y="27976"/>
                  <a:pt x="13206" y="28147"/>
                  <a:pt x="13172" y="28317"/>
                </a:cubicBezTo>
                <a:cubicBezTo>
                  <a:pt x="12967" y="28044"/>
                  <a:pt x="13104" y="27942"/>
                  <a:pt x="13309" y="27737"/>
                </a:cubicBezTo>
                <a:close/>
                <a:moveTo>
                  <a:pt x="35932" y="27805"/>
                </a:moveTo>
                <a:lnTo>
                  <a:pt x="35932" y="28386"/>
                </a:lnTo>
                <a:lnTo>
                  <a:pt x="35659" y="28386"/>
                </a:lnTo>
                <a:lnTo>
                  <a:pt x="35932" y="27805"/>
                </a:lnTo>
                <a:close/>
                <a:moveTo>
                  <a:pt x="16721" y="17398"/>
                </a:moveTo>
                <a:lnTo>
                  <a:pt x="16721" y="21015"/>
                </a:lnTo>
                <a:cubicBezTo>
                  <a:pt x="16721" y="21049"/>
                  <a:pt x="16721" y="21049"/>
                  <a:pt x="16721" y="21049"/>
                </a:cubicBezTo>
                <a:lnTo>
                  <a:pt x="16653" y="21049"/>
                </a:lnTo>
                <a:cubicBezTo>
                  <a:pt x="16653" y="20878"/>
                  <a:pt x="16619" y="20708"/>
                  <a:pt x="16585" y="20537"/>
                </a:cubicBezTo>
                <a:cubicBezTo>
                  <a:pt x="16585" y="20435"/>
                  <a:pt x="16482" y="20298"/>
                  <a:pt x="16414" y="20298"/>
                </a:cubicBezTo>
                <a:cubicBezTo>
                  <a:pt x="16312" y="20332"/>
                  <a:pt x="16243" y="20435"/>
                  <a:pt x="16209" y="20537"/>
                </a:cubicBezTo>
                <a:cubicBezTo>
                  <a:pt x="16175" y="21083"/>
                  <a:pt x="16141" y="21629"/>
                  <a:pt x="16141" y="22175"/>
                </a:cubicBezTo>
                <a:cubicBezTo>
                  <a:pt x="16141" y="22243"/>
                  <a:pt x="16243" y="22380"/>
                  <a:pt x="16277" y="22380"/>
                </a:cubicBezTo>
                <a:cubicBezTo>
                  <a:pt x="16380" y="22380"/>
                  <a:pt x="16482" y="22346"/>
                  <a:pt x="16516" y="22243"/>
                </a:cubicBezTo>
                <a:cubicBezTo>
                  <a:pt x="16550" y="22073"/>
                  <a:pt x="16619" y="21936"/>
                  <a:pt x="16619" y="21766"/>
                </a:cubicBezTo>
                <a:cubicBezTo>
                  <a:pt x="16721" y="21902"/>
                  <a:pt x="16755" y="22073"/>
                  <a:pt x="16789" y="22209"/>
                </a:cubicBezTo>
                <a:cubicBezTo>
                  <a:pt x="16755" y="22687"/>
                  <a:pt x="16858" y="23131"/>
                  <a:pt x="17062" y="23540"/>
                </a:cubicBezTo>
                <a:cubicBezTo>
                  <a:pt x="17096" y="23677"/>
                  <a:pt x="17096" y="23813"/>
                  <a:pt x="17096" y="23950"/>
                </a:cubicBezTo>
                <a:cubicBezTo>
                  <a:pt x="17233" y="25076"/>
                  <a:pt x="17369" y="26202"/>
                  <a:pt x="17472" y="27328"/>
                </a:cubicBezTo>
                <a:cubicBezTo>
                  <a:pt x="17540" y="27703"/>
                  <a:pt x="17540" y="28113"/>
                  <a:pt x="17574" y="28488"/>
                </a:cubicBezTo>
                <a:cubicBezTo>
                  <a:pt x="17301" y="27021"/>
                  <a:pt x="17062" y="25553"/>
                  <a:pt x="16823" y="24086"/>
                </a:cubicBezTo>
                <a:cubicBezTo>
                  <a:pt x="16823" y="23950"/>
                  <a:pt x="16789" y="23779"/>
                  <a:pt x="16755" y="23642"/>
                </a:cubicBezTo>
                <a:cubicBezTo>
                  <a:pt x="16721" y="23540"/>
                  <a:pt x="16619" y="23438"/>
                  <a:pt x="16550" y="23438"/>
                </a:cubicBezTo>
                <a:cubicBezTo>
                  <a:pt x="16482" y="23438"/>
                  <a:pt x="16414" y="23574"/>
                  <a:pt x="16380" y="23677"/>
                </a:cubicBezTo>
                <a:cubicBezTo>
                  <a:pt x="16346" y="23779"/>
                  <a:pt x="16346" y="23915"/>
                  <a:pt x="16380" y="24018"/>
                </a:cubicBezTo>
                <a:cubicBezTo>
                  <a:pt x="16414" y="24291"/>
                  <a:pt x="16448" y="24564"/>
                  <a:pt x="16482" y="24803"/>
                </a:cubicBezTo>
                <a:cubicBezTo>
                  <a:pt x="16585" y="25519"/>
                  <a:pt x="16687" y="26202"/>
                  <a:pt x="16789" y="26952"/>
                </a:cubicBezTo>
                <a:cubicBezTo>
                  <a:pt x="16243" y="26952"/>
                  <a:pt x="16482" y="27567"/>
                  <a:pt x="16277" y="27908"/>
                </a:cubicBezTo>
                <a:cubicBezTo>
                  <a:pt x="16073" y="27259"/>
                  <a:pt x="15800" y="26713"/>
                  <a:pt x="15868" y="25929"/>
                </a:cubicBezTo>
                <a:cubicBezTo>
                  <a:pt x="16004" y="24939"/>
                  <a:pt x="15970" y="23881"/>
                  <a:pt x="16004" y="22858"/>
                </a:cubicBezTo>
                <a:cubicBezTo>
                  <a:pt x="16004" y="22721"/>
                  <a:pt x="16004" y="22550"/>
                  <a:pt x="15936" y="22414"/>
                </a:cubicBezTo>
                <a:cubicBezTo>
                  <a:pt x="15902" y="22312"/>
                  <a:pt x="15868" y="22209"/>
                  <a:pt x="15697" y="22175"/>
                </a:cubicBezTo>
                <a:cubicBezTo>
                  <a:pt x="15561" y="22175"/>
                  <a:pt x="15527" y="22346"/>
                  <a:pt x="15527" y="22550"/>
                </a:cubicBezTo>
                <a:cubicBezTo>
                  <a:pt x="15561" y="22789"/>
                  <a:pt x="15561" y="23028"/>
                  <a:pt x="15561" y="23267"/>
                </a:cubicBezTo>
                <a:cubicBezTo>
                  <a:pt x="15458" y="24120"/>
                  <a:pt x="15322" y="24905"/>
                  <a:pt x="15185" y="25758"/>
                </a:cubicBezTo>
                <a:cubicBezTo>
                  <a:pt x="15185" y="25860"/>
                  <a:pt x="15151" y="25963"/>
                  <a:pt x="15117" y="26065"/>
                </a:cubicBezTo>
                <a:lnTo>
                  <a:pt x="15049" y="26065"/>
                </a:lnTo>
                <a:lnTo>
                  <a:pt x="15049" y="24837"/>
                </a:lnTo>
                <a:cubicBezTo>
                  <a:pt x="15049" y="24632"/>
                  <a:pt x="15015" y="24461"/>
                  <a:pt x="14981" y="24291"/>
                </a:cubicBezTo>
                <a:cubicBezTo>
                  <a:pt x="14912" y="24188"/>
                  <a:pt x="14776" y="24120"/>
                  <a:pt x="14674" y="24018"/>
                </a:cubicBezTo>
                <a:cubicBezTo>
                  <a:pt x="15015" y="23028"/>
                  <a:pt x="15220" y="22039"/>
                  <a:pt x="15254" y="21015"/>
                </a:cubicBezTo>
                <a:cubicBezTo>
                  <a:pt x="16243" y="20059"/>
                  <a:pt x="16312" y="18660"/>
                  <a:pt x="16721" y="17398"/>
                </a:cubicBezTo>
                <a:close/>
                <a:moveTo>
                  <a:pt x="10715" y="23233"/>
                </a:moveTo>
                <a:lnTo>
                  <a:pt x="10715" y="23233"/>
                </a:lnTo>
                <a:cubicBezTo>
                  <a:pt x="10749" y="24120"/>
                  <a:pt x="10715" y="25007"/>
                  <a:pt x="10647" y="25895"/>
                </a:cubicBezTo>
                <a:cubicBezTo>
                  <a:pt x="10579" y="26236"/>
                  <a:pt x="10545" y="26577"/>
                  <a:pt x="10476" y="26884"/>
                </a:cubicBezTo>
                <a:cubicBezTo>
                  <a:pt x="10452" y="26981"/>
                  <a:pt x="10411" y="27077"/>
                  <a:pt x="10329" y="27077"/>
                </a:cubicBezTo>
                <a:cubicBezTo>
                  <a:pt x="10295" y="27077"/>
                  <a:pt x="10253" y="27061"/>
                  <a:pt x="10204" y="27021"/>
                </a:cubicBezTo>
                <a:cubicBezTo>
                  <a:pt x="10204" y="26918"/>
                  <a:pt x="10238" y="26816"/>
                  <a:pt x="10204" y="26679"/>
                </a:cubicBezTo>
                <a:cubicBezTo>
                  <a:pt x="10204" y="26509"/>
                  <a:pt x="10204" y="26372"/>
                  <a:pt x="10204" y="26202"/>
                </a:cubicBezTo>
                <a:cubicBezTo>
                  <a:pt x="10172" y="26015"/>
                  <a:pt x="10141" y="25856"/>
                  <a:pt x="9980" y="25856"/>
                </a:cubicBezTo>
                <a:cubicBezTo>
                  <a:pt x="9965" y="25856"/>
                  <a:pt x="9948" y="25857"/>
                  <a:pt x="9931" y="25860"/>
                </a:cubicBezTo>
                <a:cubicBezTo>
                  <a:pt x="9760" y="25860"/>
                  <a:pt x="9726" y="26065"/>
                  <a:pt x="9760" y="26236"/>
                </a:cubicBezTo>
                <a:cubicBezTo>
                  <a:pt x="9760" y="26440"/>
                  <a:pt x="9760" y="26645"/>
                  <a:pt x="9760" y="26816"/>
                </a:cubicBezTo>
                <a:cubicBezTo>
                  <a:pt x="9794" y="27225"/>
                  <a:pt x="9692" y="27635"/>
                  <a:pt x="9453" y="27976"/>
                </a:cubicBezTo>
                <a:cubicBezTo>
                  <a:pt x="9180" y="28249"/>
                  <a:pt x="8941" y="28454"/>
                  <a:pt x="8668" y="28658"/>
                </a:cubicBezTo>
                <a:lnTo>
                  <a:pt x="8600" y="28590"/>
                </a:lnTo>
                <a:cubicBezTo>
                  <a:pt x="8668" y="28488"/>
                  <a:pt x="8702" y="28351"/>
                  <a:pt x="8770" y="28249"/>
                </a:cubicBezTo>
                <a:cubicBezTo>
                  <a:pt x="9077" y="27430"/>
                  <a:pt x="9385" y="26611"/>
                  <a:pt x="9692" y="25792"/>
                </a:cubicBezTo>
                <a:cubicBezTo>
                  <a:pt x="9862" y="25519"/>
                  <a:pt x="9794" y="25178"/>
                  <a:pt x="9589" y="24939"/>
                </a:cubicBezTo>
                <a:cubicBezTo>
                  <a:pt x="9794" y="24632"/>
                  <a:pt x="9999" y="24325"/>
                  <a:pt x="10169" y="24086"/>
                </a:cubicBezTo>
                <a:cubicBezTo>
                  <a:pt x="10340" y="23847"/>
                  <a:pt x="10511" y="23608"/>
                  <a:pt x="10715" y="23233"/>
                </a:cubicBezTo>
                <a:close/>
                <a:moveTo>
                  <a:pt x="36376" y="19309"/>
                </a:moveTo>
                <a:cubicBezTo>
                  <a:pt x="36444" y="19479"/>
                  <a:pt x="36478" y="19684"/>
                  <a:pt x="36478" y="19855"/>
                </a:cubicBezTo>
                <a:cubicBezTo>
                  <a:pt x="36546" y="21186"/>
                  <a:pt x="36069" y="22380"/>
                  <a:pt x="36035" y="23711"/>
                </a:cubicBezTo>
                <a:cubicBezTo>
                  <a:pt x="36001" y="23984"/>
                  <a:pt x="35966" y="24257"/>
                  <a:pt x="35898" y="24530"/>
                </a:cubicBezTo>
                <a:cubicBezTo>
                  <a:pt x="35728" y="25485"/>
                  <a:pt x="35591" y="26406"/>
                  <a:pt x="35386" y="27362"/>
                </a:cubicBezTo>
                <a:cubicBezTo>
                  <a:pt x="35318" y="27874"/>
                  <a:pt x="35113" y="28386"/>
                  <a:pt x="34772" y="28795"/>
                </a:cubicBezTo>
                <a:cubicBezTo>
                  <a:pt x="34874" y="28351"/>
                  <a:pt x="35011" y="27976"/>
                  <a:pt x="35113" y="27567"/>
                </a:cubicBezTo>
                <a:cubicBezTo>
                  <a:pt x="35216" y="27191"/>
                  <a:pt x="35284" y="26850"/>
                  <a:pt x="35318" y="26475"/>
                </a:cubicBezTo>
                <a:cubicBezTo>
                  <a:pt x="35386" y="26099"/>
                  <a:pt x="35318" y="25758"/>
                  <a:pt x="34977" y="25622"/>
                </a:cubicBezTo>
                <a:cubicBezTo>
                  <a:pt x="35182" y="24939"/>
                  <a:pt x="35386" y="24325"/>
                  <a:pt x="35557" y="23711"/>
                </a:cubicBezTo>
                <a:cubicBezTo>
                  <a:pt x="35625" y="23506"/>
                  <a:pt x="35659" y="23301"/>
                  <a:pt x="35693" y="23062"/>
                </a:cubicBezTo>
                <a:cubicBezTo>
                  <a:pt x="35659" y="22653"/>
                  <a:pt x="35728" y="22243"/>
                  <a:pt x="35864" y="21868"/>
                </a:cubicBezTo>
                <a:cubicBezTo>
                  <a:pt x="36035" y="21288"/>
                  <a:pt x="36171" y="20674"/>
                  <a:pt x="36274" y="20094"/>
                </a:cubicBezTo>
                <a:cubicBezTo>
                  <a:pt x="36342" y="19855"/>
                  <a:pt x="36342" y="19616"/>
                  <a:pt x="36376" y="19309"/>
                </a:cubicBezTo>
                <a:close/>
                <a:moveTo>
                  <a:pt x="43337" y="28010"/>
                </a:moveTo>
                <a:cubicBezTo>
                  <a:pt x="43781" y="28010"/>
                  <a:pt x="43883" y="28147"/>
                  <a:pt x="44088" y="28897"/>
                </a:cubicBezTo>
                <a:cubicBezTo>
                  <a:pt x="43917" y="28454"/>
                  <a:pt x="43405" y="28590"/>
                  <a:pt x="43337" y="28010"/>
                </a:cubicBezTo>
                <a:close/>
                <a:moveTo>
                  <a:pt x="8395" y="27703"/>
                </a:moveTo>
                <a:lnTo>
                  <a:pt x="8395" y="27703"/>
                </a:lnTo>
                <a:cubicBezTo>
                  <a:pt x="8224" y="28317"/>
                  <a:pt x="7883" y="28863"/>
                  <a:pt x="7371" y="29273"/>
                </a:cubicBezTo>
                <a:lnTo>
                  <a:pt x="8395" y="27703"/>
                </a:lnTo>
                <a:close/>
                <a:moveTo>
                  <a:pt x="33714" y="25417"/>
                </a:moveTo>
                <a:lnTo>
                  <a:pt x="33783" y="25485"/>
                </a:lnTo>
                <a:cubicBezTo>
                  <a:pt x="33646" y="25895"/>
                  <a:pt x="33510" y="26338"/>
                  <a:pt x="33373" y="26748"/>
                </a:cubicBezTo>
                <a:cubicBezTo>
                  <a:pt x="33305" y="26986"/>
                  <a:pt x="33237" y="27191"/>
                  <a:pt x="32998" y="27191"/>
                </a:cubicBezTo>
                <a:cubicBezTo>
                  <a:pt x="32929" y="27191"/>
                  <a:pt x="32827" y="27328"/>
                  <a:pt x="32793" y="27430"/>
                </a:cubicBezTo>
                <a:cubicBezTo>
                  <a:pt x="32622" y="28147"/>
                  <a:pt x="32179" y="28658"/>
                  <a:pt x="32008" y="29375"/>
                </a:cubicBezTo>
                <a:cubicBezTo>
                  <a:pt x="32008" y="29409"/>
                  <a:pt x="31974" y="29409"/>
                  <a:pt x="31940" y="29443"/>
                </a:cubicBezTo>
                <a:lnTo>
                  <a:pt x="31667" y="29307"/>
                </a:lnTo>
                <a:cubicBezTo>
                  <a:pt x="31803" y="29034"/>
                  <a:pt x="31974" y="28829"/>
                  <a:pt x="32076" y="28556"/>
                </a:cubicBezTo>
                <a:cubicBezTo>
                  <a:pt x="32179" y="28420"/>
                  <a:pt x="32247" y="28215"/>
                  <a:pt x="32247" y="28044"/>
                </a:cubicBezTo>
                <a:cubicBezTo>
                  <a:pt x="32281" y="27874"/>
                  <a:pt x="32315" y="27737"/>
                  <a:pt x="32418" y="27601"/>
                </a:cubicBezTo>
                <a:cubicBezTo>
                  <a:pt x="32793" y="27021"/>
                  <a:pt x="33134" y="26440"/>
                  <a:pt x="33510" y="25860"/>
                </a:cubicBezTo>
                <a:cubicBezTo>
                  <a:pt x="33578" y="25690"/>
                  <a:pt x="33646" y="25553"/>
                  <a:pt x="33714" y="25417"/>
                </a:cubicBezTo>
                <a:close/>
                <a:moveTo>
                  <a:pt x="23333" y="22515"/>
                </a:moveTo>
                <a:lnTo>
                  <a:pt x="23333" y="22515"/>
                </a:lnTo>
                <a:cubicBezTo>
                  <a:pt x="23336" y="22516"/>
                  <a:pt x="23338" y="22516"/>
                  <a:pt x="23341" y="22516"/>
                </a:cubicBezTo>
                <a:cubicBezTo>
                  <a:pt x="23921" y="23199"/>
                  <a:pt x="24467" y="23847"/>
                  <a:pt x="25047" y="24461"/>
                </a:cubicBezTo>
                <a:cubicBezTo>
                  <a:pt x="25184" y="24598"/>
                  <a:pt x="25320" y="24734"/>
                  <a:pt x="25525" y="24803"/>
                </a:cubicBezTo>
                <a:cubicBezTo>
                  <a:pt x="25611" y="24851"/>
                  <a:pt x="25693" y="24874"/>
                  <a:pt x="25768" y="24874"/>
                </a:cubicBezTo>
                <a:cubicBezTo>
                  <a:pt x="25959" y="24874"/>
                  <a:pt x="26109" y="24721"/>
                  <a:pt x="26207" y="24427"/>
                </a:cubicBezTo>
                <a:cubicBezTo>
                  <a:pt x="26241" y="24325"/>
                  <a:pt x="26241" y="24257"/>
                  <a:pt x="26275" y="24154"/>
                </a:cubicBezTo>
                <a:cubicBezTo>
                  <a:pt x="26753" y="24427"/>
                  <a:pt x="27197" y="24734"/>
                  <a:pt x="27675" y="25007"/>
                </a:cubicBezTo>
                <a:cubicBezTo>
                  <a:pt x="28118" y="25280"/>
                  <a:pt x="28562" y="25587"/>
                  <a:pt x="29005" y="25929"/>
                </a:cubicBezTo>
                <a:cubicBezTo>
                  <a:pt x="28835" y="26031"/>
                  <a:pt x="28630" y="26168"/>
                  <a:pt x="28425" y="26304"/>
                </a:cubicBezTo>
                <a:cubicBezTo>
                  <a:pt x="28289" y="26372"/>
                  <a:pt x="28255" y="26577"/>
                  <a:pt x="28323" y="26713"/>
                </a:cubicBezTo>
                <a:cubicBezTo>
                  <a:pt x="28365" y="26818"/>
                  <a:pt x="28432" y="26858"/>
                  <a:pt x="28509" y="26858"/>
                </a:cubicBezTo>
                <a:cubicBezTo>
                  <a:pt x="28558" y="26858"/>
                  <a:pt x="28611" y="26842"/>
                  <a:pt x="28664" y="26816"/>
                </a:cubicBezTo>
                <a:cubicBezTo>
                  <a:pt x="28903" y="26679"/>
                  <a:pt x="29176" y="26543"/>
                  <a:pt x="29415" y="26406"/>
                </a:cubicBezTo>
                <a:cubicBezTo>
                  <a:pt x="29490" y="26356"/>
                  <a:pt x="29565" y="26325"/>
                  <a:pt x="29626" y="26325"/>
                </a:cubicBezTo>
                <a:cubicBezTo>
                  <a:pt x="29649" y="26325"/>
                  <a:pt x="29669" y="26329"/>
                  <a:pt x="29688" y="26338"/>
                </a:cubicBezTo>
                <a:cubicBezTo>
                  <a:pt x="29772" y="26410"/>
                  <a:pt x="29847" y="26436"/>
                  <a:pt x="29919" y="26436"/>
                </a:cubicBezTo>
                <a:cubicBezTo>
                  <a:pt x="30051" y="26436"/>
                  <a:pt x="30169" y="26348"/>
                  <a:pt x="30302" y="26304"/>
                </a:cubicBezTo>
                <a:lnTo>
                  <a:pt x="30643" y="26168"/>
                </a:lnTo>
                <a:lnTo>
                  <a:pt x="30643" y="26168"/>
                </a:lnTo>
                <a:cubicBezTo>
                  <a:pt x="30677" y="26440"/>
                  <a:pt x="30541" y="26713"/>
                  <a:pt x="30268" y="26816"/>
                </a:cubicBezTo>
                <a:cubicBezTo>
                  <a:pt x="29824" y="26986"/>
                  <a:pt x="29415" y="27157"/>
                  <a:pt x="28971" y="27294"/>
                </a:cubicBezTo>
                <a:cubicBezTo>
                  <a:pt x="28801" y="27362"/>
                  <a:pt x="28630" y="27464"/>
                  <a:pt x="28664" y="27703"/>
                </a:cubicBezTo>
                <a:cubicBezTo>
                  <a:pt x="28714" y="27876"/>
                  <a:pt x="28817" y="27924"/>
                  <a:pt x="28922" y="27924"/>
                </a:cubicBezTo>
                <a:cubicBezTo>
                  <a:pt x="28962" y="27924"/>
                  <a:pt x="29002" y="27917"/>
                  <a:pt x="29039" y="27908"/>
                </a:cubicBezTo>
                <a:lnTo>
                  <a:pt x="29415" y="27840"/>
                </a:lnTo>
                <a:lnTo>
                  <a:pt x="29415" y="27840"/>
                </a:lnTo>
                <a:cubicBezTo>
                  <a:pt x="29551" y="28078"/>
                  <a:pt x="29517" y="28351"/>
                  <a:pt x="29312" y="28522"/>
                </a:cubicBezTo>
                <a:cubicBezTo>
                  <a:pt x="29176" y="28727"/>
                  <a:pt x="29005" y="28897"/>
                  <a:pt x="28835" y="29102"/>
                </a:cubicBezTo>
                <a:cubicBezTo>
                  <a:pt x="28640" y="29275"/>
                  <a:pt x="28431" y="29462"/>
                  <a:pt x="28209" y="29462"/>
                </a:cubicBezTo>
                <a:cubicBezTo>
                  <a:pt x="28081" y="29462"/>
                  <a:pt x="27948" y="29401"/>
                  <a:pt x="27811" y="29239"/>
                </a:cubicBezTo>
                <a:cubicBezTo>
                  <a:pt x="27743" y="29204"/>
                  <a:pt x="27675" y="29170"/>
                  <a:pt x="27606" y="29136"/>
                </a:cubicBezTo>
                <a:cubicBezTo>
                  <a:pt x="26753" y="28727"/>
                  <a:pt x="26310" y="27771"/>
                  <a:pt x="25866" y="26884"/>
                </a:cubicBezTo>
                <a:lnTo>
                  <a:pt x="25866" y="26884"/>
                </a:lnTo>
                <a:cubicBezTo>
                  <a:pt x="26071" y="26952"/>
                  <a:pt x="26207" y="27055"/>
                  <a:pt x="26412" y="27123"/>
                </a:cubicBezTo>
                <a:cubicBezTo>
                  <a:pt x="26441" y="27138"/>
                  <a:pt x="26473" y="27144"/>
                  <a:pt x="26506" y="27144"/>
                </a:cubicBezTo>
                <a:cubicBezTo>
                  <a:pt x="26627" y="27144"/>
                  <a:pt x="26753" y="27052"/>
                  <a:pt x="26753" y="26918"/>
                </a:cubicBezTo>
                <a:cubicBezTo>
                  <a:pt x="26787" y="26713"/>
                  <a:pt x="26685" y="26645"/>
                  <a:pt x="26548" y="26543"/>
                </a:cubicBezTo>
                <a:cubicBezTo>
                  <a:pt x="26344" y="26372"/>
                  <a:pt x="26105" y="26202"/>
                  <a:pt x="25900" y="25997"/>
                </a:cubicBezTo>
                <a:cubicBezTo>
                  <a:pt x="25252" y="25212"/>
                  <a:pt x="24569" y="24427"/>
                  <a:pt x="23921" y="23642"/>
                </a:cubicBezTo>
                <a:cubicBezTo>
                  <a:pt x="23750" y="23404"/>
                  <a:pt x="23580" y="23165"/>
                  <a:pt x="23443" y="22926"/>
                </a:cubicBezTo>
                <a:cubicBezTo>
                  <a:pt x="23392" y="22798"/>
                  <a:pt x="23360" y="22652"/>
                  <a:pt x="23333" y="22515"/>
                </a:cubicBezTo>
                <a:close/>
                <a:moveTo>
                  <a:pt x="23989" y="26372"/>
                </a:moveTo>
                <a:lnTo>
                  <a:pt x="23989" y="26372"/>
                </a:lnTo>
                <a:cubicBezTo>
                  <a:pt x="24911" y="27430"/>
                  <a:pt x="25866" y="28488"/>
                  <a:pt x="26787" y="29546"/>
                </a:cubicBezTo>
                <a:cubicBezTo>
                  <a:pt x="26241" y="29204"/>
                  <a:pt x="25627" y="29000"/>
                  <a:pt x="25218" y="28351"/>
                </a:cubicBezTo>
                <a:cubicBezTo>
                  <a:pt x="24569" y="27976"/>
                  <a:pt x="24262" y="27191"/>
                  <a:pt x="23989" y="26372"/>
                </a:cubicBezTo>
                <a:close/>
                <a:moveTo>
                  <a:pt x="16926" y="27771"/>
                </a:moveTo>
                <a:cubicBezTo>
                  <a:pt x="16994" y="28488"/>
                  <a:pt x="17096" y="29204"/>
                  <a:pt x="17130" y="29989"/>
                </a:cubicBezTo>
                <a:cubicBezTo>
                  <a:pt x="16721" y="29341"/>
                  <a:pt x="16619" y="28488"/>
                  <a:pt x="16926" y="27771"/>
                </a:cubicBezTo>
                <a:close/>
                <a:moveTo>
                  <a:pt x="40334" y="27805"/>
                </a:moveTo>
                <a:lnTo>
                  <a:pt x="40334" y="27805"/>
                </a:lnTo>
                <a:cubicBezTo>
                  <a:pt x="40778" y="28386"/>
                  <a:pt x="41187" y="29000"/>
                  <a:pt x="41631" y="29614"/>
                </a:cubicBezTo>
                <a:cubicBezTo>
                  <a:pt x="41733" y="29750"/>
                  <a:pt x="41870" y="29887"/>
                  <a:pt x="41972" y="29989"/>
                </a:cubicBezTo>
                <a:cubicBezTo>
                  <a:pt x="41973" y="29992"/>
                  <a:pt x="41975" y="29995"/>
                  <a:pt x="41976" y="29998"/>
                </a:cubicBezTo>
                <a:lnTo>
                  <a:pt x="41976" y="29998"/>
                </a:lnTo>
                <a:cubicBezTo>
                  <a:pt x="41931" y="30008"/>
                  <a:pt x="41888" y="30013"/>
                  <a:pt x="41846" y="30013"/>
                </a:cubicBezTo>
                <a:cubicBezTo>
                  <a:pt x="41578" y="30013"/>
                  <a:pt x="41359" y="29809"/>
                  <a:pt x="41187" y="29580"/>
                </a:cubicBezTo>
                <a:cubicBezTo>
                  <a:pt x="40812" y="29034"/>
                  <a:pt x="40539" y="28454"/>
                  <a:pt x="40334" y="27805"/>
                </a:cubicBezTo>
                <a:close/>
                <a:moveTo>
                  <a:pt x="32656" y="29546"/>
                </a:moveTo>
                <a:lnTo>
                  <a:pt x="32349" y="30399"/>
                </a:lnTo>
                <a:cubicBezTo>
                  <a:pt x="32213" y="30058"/>
                  <a:pt x="32349" y="29682"/>
                  <a:pt x="32656" y="29546"/>
                </a:cubicBezTo>
                <a:close/>
                <a:moveTo>
                  <a:pt x="21386" y="23902"/>
                </a:moveTo>
                <a:cubicBezTo>
                  <a:pt x="21470" y="23902"/>
                  <a:pt x="21563" y="23926"/>
                  <a:pt x="21669" y="23984"/>
                </a:cubicBezTo>
                <a:cubicBezTo>
                  <a:pt x="21703" y="24154"/>
                  <a:pt x="21771" y="24359"/>
                  <a:pt x="21839" y="24564"/>
                </a:cubicBezTo>
                <a:cubicBezTo>
                  <a:pt x="21976" y="25110"/>
                  <a:pt x="22147" y="25622"/>
                  <a:pt x="22351" y="26099"/>
                </a:cubicBezTo>
                <a:cubicBezTo>
                  <a:pt x="23068" y="27464"/>
                  <a:pt x="23819" y="28761"/>
                  <a:pt x="24569" y="30092"/>
                </a:cubicBezTo>
                <a:cubicBezTo>
                  <a:pt x="24603" y="30228"/>
                  <a:pt x="24672" y="30331"/>
                  <a:pt x="24706" y="30433"/>
                </a:cubicBezTo>
                <a:cubicBezTo>
                  <a:pt x="24296" y="30126"/>
                  <a:pt x="23989" y="29716"/>
                  <a:pt x="23853" y="29204"/>
                </a:cubicBezTo>
                <a:cubicBezTo>
                  <a:pt x="23824" y="29060"/>
                  <a:pt x="23795" y="28916"/>
                  <a:pt x="23684" y="28916"/>
                </a:cubicBezTo>
                <a:cubicBezTo>
                  <a:pt x="23663" y="28916"/>
                  <a:pt x="23640" y="28921"/>
                  <a:pt x="23614" y="28931"/>
                </a:cubicBezTo>
                <a:cubicBezTo>
                  <a:pt x="23443" y="29000"/>
                  <a:pt x="23409" y="29170"/>
                  <a:pt x="23443" y="29375"/>
                </a:cubicBezTo>
                <a:cubicBezTo>
                  <a:pt x="23443" y="29512"/>
                  <a:pt x="23477" y="29614"/>
                  <a:pt x="23511" y="29785"/>
                </a:cubicBezTo>
                <a:cubicBezTo>
                  <a:pt x="23239" y="29682"/>
                  <a:pt x="23034" y="29409"/>
                  <a:pt x="23068" y="29136"/>
                </a:cubicBezTo>
                <a:cubicBezTo>
                  <a:pt x="23068" y="28829"/>
                  <a:pt x="23034" y="28488"/>
                  <a:pt x="23000" y="28181"/>
                </a:cubicBezTo>
                <a:cubicBezTo>
                  <a:pt x="23000" y="28078"/>
                  <a:pt x="22931" y="27976"/>
                  <a:pt x="22863" y="27908"/>
                </a:cubicBezTo>
                <a:cubicBezTo>
                  <a:pt x="22851" y="27902"/>
                  <a:pt x="22837" y="27899"/>
                  <a:pt x="22823" y="27899"/>
                </a:cubicBezTo>
                <a:cubicBezTo>
                  <a:pt x="22758" y="27899"/>
                  <a:pt x="22680" y="27954"/>
                  <a:pt x="22624" y="28010"/>
                </a:cubicBezTo>
                <a:cubicBezTo>
                  <a:pt x="22590" y="28078"/>
                  <a:pt x="22590" y="28181"/>
                  <a:pt x="22556" y="28351"/>
                </a:cubicBezTo>
                <a:cubicBezTo>
                  <a:pt x="22454" y="28113"/>
                  <a:pt x="22385" y="27942"/>
                  <a:pt x="22351" y="27771"/>
                </a:cubicBezTo>
                <a:cubicBezTo>
                  <a:pt x="22078" y="26816"/>
                  <a:pt x="21839" y="25826"/>
                  <a:pt x="21601" y="24871"/>
                </a:cubicBezTo>
                <a:cubicBezTo>
                  <a:pt x="21566" y="24734"/>
                  <a:pt x="21532" y="24632"/>
                  <a:pt x="21498" y="24495"/>
                </a:cubicBezTo>
                <a:cubicBezTo>
                  <a:pt x="21430" y="24427"/>
                  <a:pt x="21362" y="24359"/>
                  <a:pt x="21259" y="24291"/>
                </a:cubicBezTo>
                <a:cubicBezTo>
                  <a:pt x="21191" y="24393"/>
                  <a:pt x="21123" y="24495"/>
                  <a:pt x="21089" y="24632"/>
                </a:cubicBezTo>
                <a:cubicBezTo>
                  <a:pt x="21089" y="24734"/>
                  <a:pt x="21123" y="24871"/>
                  <a:pt x="21157" y="25007"/>
                </a:cubicBezTo>
                <a:lnTo>
                  <a:pt x="21874" y="27908"/>
                </a:lnTo>
                <a:cubicBezTo>
                  <a:pt x="21908" y="28078"/>
                  <a:pt x="21942" y="28215"/>
                  <a:pt x="21976" y="28386"/>
                </a:cubicBezTo>
                <a:cubicBezTo>
                  <a:pt x="21396" y="27089"/>
                  <a:pt x="20986" y="25724"/>
                  <a:pt x="20713" y="24325"/>
                </a:cubicBezTo>
                <a:cubicBezTo>
                  <a:pt x="20947" y="24143"/>
                  <a:pt x="21121" y="23902"/>
                  <a:pt x="21386" y="23902"/>
                </a:cubicBezTo>
                <a:close/>
                <a:moveTo>
                  <a:pt x="44361" y="28010"/>
                </a:moveTo>
                <a:lnTo>
                  <a:pt x="44361" y="28010"/>
                </a:lnTo>
                <a:cubicBezTo>
                  <a:pt x="44600" y="28113"/>
                  <a:pt x="44804" y="28283"/>
                  <a:pt x="45043" y="28420"/>
                </a:cubicBezTo>
                <a:cubicBezTo>
                  <a:pt x="45384" y="28590"/>
                  <a:pt x="45691" y="28897"/>
                  <a:pt x="45828" y="29273"/>
                </a:cubicBezTo>
                <a:cubicBezTo>
                  <a:pt x="46033" y="29614"/>
                  <a:pt x="46237" y="29955"/>
                  <a:pt x="46476" y="30296"/>
                </a:cubicBezTo>
                <a:lnTo>
                  <a:pt x="46715" y="30706"/>
                </a:lnTo>
                <a:lnTo>
                  <a:pt x="46647" y="30808"/>
                </a:lnTo>
                <a:cubicBezTo>
                  <a:pt x="45794" y="29955"/>
                  <a:pt x="45043" y="29000"/>
                  <a:pt x="44361" y="28010"/>
                </a:cubicBezTo>
                <a:close/>
                <a:moveTo>
                  <a:pt x="34840" y="26065"/>
                </a:moveTo>
                <a:cubicBezTo>
                  <a:pt x="34909" y="26372"/>
                  <a:pt x="34909" y="26645"/>
                  <a:pt x="34806" y="26918"/>
                </a:cubicBezTo>
                <a:cubicBezTo>
                  <a:pt x="34533" y="27908"/>
                  <a:pt x="34192" y="28863"/>
                  <a:pt x="33714" y="29785"/>
                </a:cubicBezTo>
                <a:cubicBezTo>
                  <a:pt x="33578" y="30092"/>
                  <a:pt x="33373" y="30365"/>
                  <a:pt x="33202" y="30638"/>
                </a:cubicBezTo>
                <a:cubicBezTo>
                  <a:pt x="33100" y="30808"/>
                  <a:pt x="32929" y="30911"/>
                  <a:pt x="32759" y="30945"/>
                </a:cubicBezTo>
                <a:cubicBezTo>
                  <a:pt x="32964" y="30604"/>
                  <a:pt x="33168" y="30262"/>
                  <a:pt x="33373" y="29921"/>
                </a:cubicBezTo>
                <a:cubicBezTo>
                  <a:pt x="33578" y="29409"/>
                  <a:pt x="33783" y="28966"/>
                  <a:pt x="34021" y="28386"/>
                </a:cubicBezTo>
                <a:cubicBezTo>
                  <a:pt x="34226" y="27805"/>
                  <a:pt x="34431" y="27191"/>
                  <a:pt x="34636" y="26577"/>
                </a:cubicBezTo>
                <a:cubicBezTo>
                  <a:pt x="34670" y="26440"/>
                  <a:pt x="34738" y="26304"/>
                  <a:pt x="34840" y="26065"/>
                </a:cubicBezTo>
                <a:close/>
                <a:moveTo>
                  <a:pt x="43951" y="29580"/>
                </a:moveTo>
                <a:cubicBezTo>
                  <a:pt x="44258" y="29989"/>
                  <a:pt x="44531" y="30433"/>
                  <a:pt x="44770" y="30876"/>
                </a:cubicBezTo>
                <a:lnTo>
                  <a:pt x="44668" y="30979"/>
                </a:lnTo>
                <a:lnTo>
                  <a:pt x="43712" y="29819"/>
                </a:lnTo>
                <a:lnTo>
                  <a:pt x="43951" y="29580"/>
                </a:lnTo>
                <a:close/>
                <a:moveTo>
                  <a:pt x="38321" y="21697"/>
                </a:moveTo>
                <a:cubicBezTo>
                  <a:pt x="38423" y="21868"/>
                  <a:pt x="38560" y="22004"/>
                  <a:pt x="38662" y="22141"/>
                </a:cubicBezTo>
                <a:cubicBezTo>
                  <a:pt x="38969" y="22448"/>
                  <a:pt x="39140" y="22858"/>
                  <a:pt x="39208" y="23301"/>
                </a:cubicBezTo>
                <a:cubicBezTo>
                  <a:pt x="39242" y="23779"/>
                  <a:pt x="39345" y="24257"/>
                  <a:pt x="39481" y="24734"/>
                </a:cubicBezTo>
                <a:cubicBezTo>
                  <a:pt x="39583" y="25144"/>
                  <a:pt x="39822" y="25485"/>
                  <a:pt x="40129" y="25724"/>
                </a:cubicBezTo>
                <a:cubicBezTo>
                  <a:pt x="40201" y="25778"/>
                  <a:pt x="40273" y="25822"/>
                  <a:pt x="40340" y="25822"/>
                </a:cubicBezTo>
                <a:cubicBezTo>
                  <a:pt x="40400" y="25822"/>
                  <a:pt x="40456" y="25787"/>
                  <a:pt x="40505" y="25690"/>
                </a:cubicBezTo>
                <a:cubicBezTo>
                  <a:pt x="40607" y="25519"/>
                  <a:pt x="40539" y="25383"/>
                  <a:pt x="40402" y="25246"/>
                </a:cubicBezTo>
                <a:lnTo>
                  <a:pt x="40368" y="25212"/>
                </a:lnTo>
                <a:cubicBezTo>
                  <a:pt x="39891" y="24803"/>
                  <a:pt x="39822" y="24120"/>
                  <a:pt x="39686" y="23404"/>
                </a:cubicBezTo>
                <a:lnTo>
                  <a:pt x="39686" y="23404"/>
                </a:lnTo>
                <a:cubicBezTo>
                  <a:pt x="39891" y="23540"/>
                  <a:pt x="39993" y="23677"/>
                  <a:pt x="40232" y="23711"/>
                </a:cubicBezTo>
                <a:cubicBezTo>
                  <a:pt x="40437" y="23745"/>
                  <a:pt x="40573" y="23915"/>
                  <a:pt x="40710" y="24052"/>
                </a:cubicBezTo>
                <a:cubicBezTo>
                  <a:pt x="40982" y="24291"/>
                  <a:pt x="40948" y="24291"/>
                  <a:pt x="41017" y="24564"/>
                </a:cubicBezTo>
                <a:lnTo>
                  <a:pt x="40471" y="23950"/>
                </a:lnTo>
                <a:cubicBezTo>
                  <a:pt x="40404" y="23883"/>
                  <a:pt x="40337" y="23831"/>
                  <a:pt x="40271" y="23831"/>
                </a:cubicBezTo>
                <a:cubicBezTo>
                  <a:pt x="40235" y="23831"/>
                  <a:pt x="40199" y="23846"/>
                  <a:pt x="40164" y="23881"/>
                </a:cubicBezTo>
                <a:cubicBezTo>
                  <a:pt x="40061" y="24018"/>
                  <a:pt x="40061" y="24188"/>
                  <a:pt x="40164" y="24325"/>
                </a:cubicBezTo>
                <a:cubicBezTo>
                  <a:pt x="40232" y="24427"/>
                  <a:pt x="40300" y="24564"/>
                  <a:pt x="40402" y="24666"/>
                </a:cubicBezTo>
                <a:cubicBezTo>
                  <a:pt x="40812" y="25076"/>
                  <a:pt x="41221" y="25519"/>
                  <a:pt x="41631" y="25929"/>
                </a:cubicBezTo>
                <a:cubicBezTo>
                  <a:pt x="41972" y="26304"/>
                  <a:pt x="42279" y="26713"/>
                  <a:pt x="42552" y="27157"/>
                </a:cubicBezTo>
                <a:cubicBezTo>
                  <a:pt x="42757" y="27635"/>
                  <a:pt x="42893" y="28181"/>
                  <a:pt x="42996" y="28693"/>
                </a:cubicBezTo>
                <a:cubicBezTo>
                  <a:pt x="42962" y="28658"/>
                  <a:pt x="42893" y="28624"/>
                  <a:pt x="42859" y="28590"/>
                </a:cubicBezTo>
                <a:cubicBezTo>
                  <a:pt x="42780" y="28551"/>
                  <a:pt x="42713" y="28511"/>
                  <a:pt x="42650" y="28511"/>
                </a:cubicBezTo>
                <a:cubicBezTo>
                  <a:pt x="42605" y="28511"/>
                  <a:pt x="42561" y="28533"/>
                  <a:pt x="42518" y="28590"/>
                </a:cubicBezTo>
                <a:cubicBezTo>
                  <a:pt x="42416" y="28727"/>
                  <a:pt x="42450" y="28897"/>
                  <a:pt x="42518" y="29034"/>
                </a:cubicBezTo>
                <a:cubicBezTo>
                  <a:pt x="42586" y="29102"/>
                  <a:pt x="42620" y="29204"/>
                  <a:pt x="42689" y="29273"/>
                </a:cubicBezTo>
                <a:cubicBezTo>
                  <a:pt x="43064" y="29785"/>
                  <a:pt x="43439" y="30331"/>
                  <a:pt x="43815" y="30842"/>
                </a:cubicBezTo>
                <a:cubicBezTo>
                  <a:pt x="43917" y="30979"/>
                  <a:pt x="44054" y="31115"/>
                  <a:pt x="44156" y="31252"/>
                </a:cubicBezTo>
                <a:lnTo>
                  <a:pt x="44122" y="31286"/>
                </a:lnTo>
                <a:lnTo>
                  <a:pt x="43030" y="30501"/>
                </a:lnTo>
                <a:cubicBezTo>
                  <a:pt x="43166" y="30160"/>
                  <a:pt x="42962" y="29989"/>
                  <a:pt x="42791" y="29785"/>
                </a:cubicBezTo>
                <a:cubicBezTo>
                  <a:pt x="42655" y="29648"/>
                  <a:pt x="42552" y="29443"/>
                  <a:pt x="42450" y="29273"/>
                </a:cubicBezTo>
                <a:cubicBezTo>
                  <a:pt x="41972" y="28386"/>
                  <a:pt x="41528" y="27498"/>
                  <a:pt x="41051" y="26645"/>
                </a:cubicBezTo>
                <a:cubicBezTo>
                  <a:pt x="40969" y="26482"/>
                  <a:pt x="40888" y="26298"/>
                  <a:pt x="40755" y="26298"/>
                </a:cubicBezTo>
                <a:cubicBezTo>
                  <a:pt x="40721" y="26298"/>
                  <a:pt x="40683" y="26310"/>
                  <a:pt x="40641" y="26338"/>
                </a:cubicBezTo>
                <a:cubicBezTo>
                  <a:pt x="40471" y="26406"/>
                  <a:pt x="40505" y="26611"/>
                  <a:pt x="40675" y="26986"/>
                </a:cubicBezTo>
                <a:cubicBezTo>
                  <a:pt x="40812" y="27259"/>
                  <a:pt x="40982" y="27532"/>
                  <a:pt x="41119" y="27840"/>
                </a:cubicBezTo>
                <a:cubicBezTo>
                  <a:pt x="41153" y="27908"/>
                  <a:pt x="41153" y="27976"/>
                  <a:pt x="41187" y="28044"/>
                </a:cubicBezTo>
                <a:cubicBezTo>
                  <a:pt x="40948" y="27805"/>
                  <a:pt x="40710" y="27498"/>
                  <a:pt x="40539" y="27191"/>
                </a:cubicBezTo>
                <a:cubicBezTo>
                  <a:pt x="40471" y="27089"/>
                  <a:pt x="40368" y="26986"/>
                  <a:pt x="40266" y="26952"/>
                </a:cubicBezTo>
                <a:cubicBezTo>
                  <a:pt x="40256" y="26948"/>
                  <a:pt x="40246" y="26945"/>
                  <a:pt x="40235" y="26945"/>
                </a:cubicBezTo>
                <a:cubicBezTo>
                  <a:pt x="40168" y="26945"/>
                  <a:pt x="40076" y="27025"/>
                  <a:pt x="39959" y="27055"/>
                </a:cubicBezTo>
                <a:cubicBezTo>
                  <a:pt x="39925" y="26884"/>
                  <a:pt x="39891" y="26713"/>
                  <a:pt x="39856" y="26509"/>
                </a:cubicBezTo>
                <a:lnTo>
                  <a:pt x="39856" y="26509"/>
                </a:lnTo>
                <a:lnTo>
                  <a:pt x="40129" y="26611"/>
                </a:lnTo>
                <a:cubicBezTo>
                  <a:pt x="40160" y="26619"/>
                  <a:pt x="40192" y="26623"/>
                  <a:pt x="40224" y="26623"/>
                </a:cubicBezTo>
                <a:cubicBezTo>
                  <a:pt x="40334" y="26623"/>
                  <a:pt x="40437" y="26573"/>
                  <a:pt x="40437" y="26440"/>
                </a:cubicBezTo>
                <a:cubicBezTo>
                  <a:pt x="40437" y="26304"/>
                  <a:pt x="40368" y="26168"/>
                  <a:pt x="40266" y="26065"/>
                </a:cubicBezTo>
                <a:cubicBezTo>
                  <a:pt x="40164" y="25929"/>
                  <a:pt x="39993" y="25826"/>
                  <a:pt x="39856" y="25758"/>
                </a:cubicBezTo>
                <a:cubicBezTo>
                  <a:pt x="39652" y="25690"/>
                  <a:pt x="39515" y="25485"/>
                  <a:pt x="39515" y="25280"/>
                </a:cubicBezTo>
                <a:cubicBezTo>
                  <a:pt x="39379" y="24871"/>
                  <a:pt x="39276" y="24495"/>
                  <a:pt x="39140" y="24052"/>
                </a:cubicBezTo>
                <a:cubicBezTo>
                  <a:pt x="39106" y="23950"/>
                  <a:pt x="39003" y="23847"/>
                  <a:pt x="38901" y="23847"/>
                </a:cubicBezTo>
                <a:cubicBezTo>
                  <a:pt x="38833" y="23881"/>
                  <a:pt x="38730" y="24018"/>
                  <a:pt x="38730" y="24154"/>
                </a:cubicBezTo>
                <a:cubicBezTo>
                  <a:pt x="38730" y="24359"/>
                  <a:pt x="38764" y="24564"/>
                  <a:pt x="38799" y="24803"/>
                </a:cubicBezTo>
                <a:cubicBezTo>
                  <a:pt x="38457" y="24530"/>
                  <a:pt x="38287" y="24120"/>
                  <a:pt x="38287" y="23711"/>
                </a:cubicBezTo>
                <a:cubicBezTo>
                  <a:pt x="38287" y="23062"/>
                  <a:pt x="38253" y="22414"/>
                  <a:pt x="38219" y="21766"/>
                </a:cubicBezTo>
                <a:lnTo>
                  <a:pt x="38321" y="21697"/>
                </a:lnTo>
                <a:close/>
                <a:moveTo>
                  <a:pt x="32861" y="25792"/>
                </a:moveTo>
                <a:cubicBezTo>
                  <a:pt x="32793" y="26031"/>
                  <a:pt x="32691" y="26236"/>
                  <a:pt x="32588" y="26406"/>
                </a:cubicBezTo>
                <a:cubicBezTo>
                  <a:pt x="32179" y="26952"/>
                  <a:pt x="31803" y="27464"/>
                  <a:pt x="31428" y="28010"/>
                </a:cubicBezTo>
                <a:cubicBezTo>
                  <a:pt x="31292" y="28113"/>
                  <a:pt x="31223" y="28283"/>
                  <a:pt x="31189" y="28420"/>
                </a:cubicBezTo>
                <a:cubicBezTo>
                  <a:pt x="31189" y="28556"/>
                  <a:pt x="31292" y="28693"/>
                  <a:pt x="31326" y="28863"/>
                </a:cubicBezTo>
                <a:cubicBezTo>
                  <a:pt x="30711" y="29819"/>
                  <a:pt x="30097" y="30774"/>
                  <a:pt x="29244" y="31422"/>
                </a:cubicBezTo>
                <a:cubicBezTo>
                  <a:pt x="29449" y="30979"/>
                  <a:pt x="29449" y="30365"/>
                  <a:pt x="29961" y="30194"/>
                </a:cubicBezTo>
                <a:cubicBezTo>
                  <a:pt x="30131" y="30160"/>
                  <a:pt x="30131" y="29887"/>
                  <a:pt x="29961" y="29750"/>
                </a:cubicBezTo>
                <a:cubicBezTo>
                  <a:pt x="29893" y="29682"/>
                  <a:pt x="29824" y="29648"/>
                  <a:pt x="29722" y="29614"/>
                </a:cubicBezTo>
                <a:cubicBezTo>
                  <a:pt x="29790" y="29375"/>
                  <a:pt x="29858" y="29170"/>
                  <a:pt x="29961" y="28966"/>
                </a:cubicBezTo>
                <a:cubicBezTo>
                  <a:pt x="30268" y="28624"/>
                  <a:pt x="30575" y="28283"/>
                  <a:pt x="30950" y="28010"/>
                </a:cubicBezTo>
                <a:cubicBezTo>
                  <a:pt x="31599" y="27430"/>
                  <a:pt x="32179" y="26782"/>
                  <a:pt x="32656" y="26065"/>
                </a:cubicBezTo>
                <a:cubicBezTo>
                  <a:pt x="32725" y="25963"/>
                  <a:pt x="32793" y="25895"/>
                  <a:pt x="32861" y="25792"/>
                </a:cubicBezTo>
                <a:close/>
                <a:moveTo>
                  <a:pt x="10101" y="28078"/>
                </a:moveTo>
                <a:lnTo>
                  <a:pt x="10442" y="28386"/>
                </a:lnTo>
                <a:cubicBezTo>
                  <a:pt x="10272" y="29000"/>
                  <a:pt x="10101" y="29614"/>
                  <a:pt x="9931" y="30194"/>
                </a:cubicBezTo>
                <a:cubicBezTo>
                  <a:pt x="9862" y="30399"/>
                  <a:pt x="9794" y="30604"/>
                  <a:pt x="9658" y="30774"/>
                </a:cubicBezTo>
                <a:cubicBezTo>
                  <a:pt x="9419" y="30945"/>
                  <a:pt x="9385" y="31286"/>
                  <a:pt x="9555" y="31491"/>
                </a:cubicBezTo>
                <a:cubicBezTo>
                  <a:pt x="9329" y="31819"/>
                  <a:pt x="9239" y="31950"/>
                  <a:pt x="9144" y="31950"/>
                </a:cubicBezTo>
                <a:cubicBezTo>
                  <a:pt x="9081" y="31950"/>
                  <a:pt x="9016" y="31893"/>
                  <a:pt x="8907" y="31798"/>
                </a:cubicBezTo>
                <a:cubicBezTo>
                  <a:pt x="9487" y="30672"/>
                  <a:pt x="9760" y="29375"/>
                  <a:pt x="10101" y="28078"/>
                </a:cubicBezTo>
                <a:close/>
                <a:moveTo>
                  <a:pt x="9146" y="29000"/>
                </a:moveTo>
                <a:cubicBezTo>
                  <a:pt x="8839" y="30262"/>
                  <a:pt x="8463" y="31320"/>
                  <a:pt x="7713" y="32105"/>
                </a:cubicBezTo>
                <a:lnTo>
                  <a:pt x="7644" y="32037"/>
                </a:lnTo>
                <a:cubicBezTo>
                  <a:pt x="7849" y="31491"/>
                  <a:pt x="8054" y="30979"/>
                  <a:pt x="8224" y="30433"/>
                </a:cubicBezTo>
                <a:cubicBezTo>
                  <a:pt x="8327" y="30228"/>
                  <a:pt x="8361" y="29955"/>
                  <a:pt x="8429" y="29716"/>
                </a:cubicBezTo>
                <a:cubicBezTo>
                  <a:pt x="8463" y="29614"/>
                  <a:pt x="8531" y="29512"/>
                  <a:pt x="8600" y="29443"/>
                </a:cubicBezTo>
                <a:cubicBezTo>
                  <a:pt x="8736" y="29307"/>
                  <a:pt x="8907" y="29170"/>
                  <a:pt x="9146" y="29000"/>
                </a:cubicBezTo>
                <a:close/>
                <a:moveTo>
                  <a:pt x="36001" y="28966"/>
                </a:moveTo>
                <a:lnTo>
                  <a:pt x="36001" y="28966"/>
                </a:lnTo>
                <a:cubicBezTo>
                  <a:pt x="35898" y="30126"/>
                  <a:pt x="36137" y="31252"/>
                  <a:pt x="35728" y="32344"/>
                </a:cubicBezTo>
                <a:lnTo>
                  <a:pt x="35693" y="32378"/>
                </a:lnTo>
                <a:cubicBezTo>
                  <a:pt x="35498" y="31820"/>
                  <a:pt x="35463" y="31718"/>
                  <a:pt x="35288" y="31718"/>
                </a:cubicBezTo>
                <a:cubicBezTo>
                  <a:pt x="35249" y="31718"/>
                  <a:pt x="35204" y="31723"/>
                  <a:pt x="35147" y="31730"/>
                </a:cubicBezTo>
                <a:cubicBezTo>
                  <a:pt x="35045" y="30604"/>
                  <a:pt x="35250" y="29716"/>
                  <a:pt x="36001" y="28966"/>
                </a:cubicBezTo>
                <a:close/>
                <a:moveTo>
                  <a:pt x="18666" y="32139"/>
                </a:moveTo>
                <a:cubicBezTo>
                  <a:pt x="18700" y="32241"/>
                  <a:pt x="18734" y="32378"/>
                  <a:pt x="18734" y="32480"/>
                </a:cubicBezTo>
                <a:lnTo>
                  <a:pt x="18700" y="32480"/>
                </a:lnTo>
                <a:lnTo>
                  <a:pt x="18700" y="32446"/>
                </a:lnTo>
                <a:cubicBezTo>
                  <a:pt x="18666" y="32344"/>
                  <a:pt x="18632" y="32241"/>
                  <a:pt x="18598" y="32173"/>
                </a:cubicBezTo>
                <a:lnTo>
                  <a:pt x="18666" y="32139"/>
                </a:lnTo>
                <a:close/>
                <a:moveTo>
                  <a:pt x="21737" y="29409"/>
                </a:moveTo>
                <a:lnTo>
                  <a:pt x="22795" y="30228"/>
                </a:lnTo>
                <a:lnTo>
                  <a:pt x="22761" y="30228"/>
                </a:lnTo>
                <a:cubicBezTo>
                  <a:pt x="22897" y="30876"/>
                  <a:pt x="23068" y="31661"/>
                  <a:pt x="23273" y="32446"/>
                </a:cubicBezTo>
                <a:lnTo>
                  <a:pt x="23204" y="32480"/>
                </a:lnTo>
                <a:cubicBezTo>
                  <a:pt x="23170" y="32412"/>
                  <a:pt x="23136" y="32378"/>
                  <a:pt x="23102" y="32310"/>
                </a:cubicBezTo>
                <a:cubicBezTo>
                  <a:pt x="23034" y="32173"/>
                  <a:pt x="22966" y="32037"/>
                  <a:pt x="22897" y="31866"/>
                </a:cubicBezTo>
                <a:cubicBezTo>
                  <a:pt x="22693" y="31491"/>
                  <a:pt x="22693" y="31491"/>
                  <a:pt x="22351" y="31491"/>
                </a:cubicBezTo>
                <a:cubicBezTo>
                  <a:pt x="22317" y="31320"/>
                  <a:pt x="22249" y="31115"/>
                  <a:pt x="22181" y="30911"/>
                </a:cubicBezTo>
                <a:cubicBezTo>
                  <a:pt x="22351" y="30842"/>
                  <a:pt x="22556" y="30979"/>
                  <a:pt x="22624" y="30672"/>
                </a:cubicBezTo>
                <a:cubicBezTo>
                  <a:pt x="22658" y="30365"/>
                  <a:pt x="22454" y="30331"/>
                  <a:pt x="22317" y="30262"/>
                </a:cubicBezTo>
                <a:lnTo>
                  <a:pt x="22249" y="30194"/>
                </a:lnTo>
                <a:cubicBezTo>
                  <a:pt x="21942" y="30058"/>
                  <a:pt x="21737" y="29750"/>
                  <a:pt x="21737" y="29409"/>
                </a:cubicBezTo>
                <a:close/>
                <a:moveTo>
                  <a:pt x="24160" y="28317"/>
                </a:moveTo>
                <a:lnTo>
                  <a:pt x="26514" y="30194"/>
                </a:lnTo>
                <a:cubicBezTo>
                  <a:pt x="26412" y="30604"/>
                  <a:pt x="26446" y="30672"/>
                  <a:pt x="26787" y="30808"/>
                </a:cubicBezTo>
                <a:cubicBezTo>
                  <a:pt x="26929" y="30879"/>
                  <a:pt x="27078" y="30915"/>
                  <a:pt x="27224" y="30915"/>
                </a:cubicBezTo>
                <a:cubicBezTo>
                  <a:pt x="27429" y="30915"/>
                  <a:pt x="27632" y="30845"/>
                  <a:pt x="27811" y="30706"/>
                </a:cubicBezTo>
                <a:cubicBezTo>
                  <a:pt x="28152" y="30501"/>
                  <a:pt x="28493" y="30228"/>
                  <a:pt x="28801" y="29955"/>
                </a:cubicBezTo>
                <a:lnTo>
                  <a:pt x="29039" y="29785"/>
                </a:lnTo>
                <a:lnTo>
                  <a:pt x="29108" y="29887"/>
                </a:lnTo>
                <a:cubicBezTo>
                  <a:pt x="28937" y="30058"/>
                  <a:pt x="28801" y="30160"/>
                  <a:pt x="28630" y="30331"/>
                </a:cubicBezTo>
                <a:cubicBezTo>
                  <a:pt x="28493" y="30501"/>
                  <a:pt x="28220" y="30672"/>
                  <a:pt x="28220" y="30876"/>
                </a:cubicBezTo>
                <a:cubicBezTo>
                  <a:pt x="28220" y="31149"/>
                  <a:pt x="28084" y="31388"/>
                  <a:pt x="27879" y="31593"/>
                </a:cubicBezTo>
                <a:cubicBezTo>
                  <a:pt x="27640" y="31866"/>
                  <a:pt x="27367" y="32139"/>
                  <a:pt x="27094" y="32480"/>
                </a:cubicBezTo>
                <a:cubicBezTo>
                  <a:pt x="26548" y="31798"/>
                  <a:pt x="25934" y="31320"/>
                  <a:pt x="25491" y="30569"/>
                </a:cubicBezTo>
                <a:cubicBezTo>
                  <a:pt x="25081" y="29819"/>
                  <a:pt x="24569" y="29136"/>
                  <a:pt x="24160" y="28317"/>
                </a:cubicBezTo>
                <a:close/>
                <a:moveTo>
                  <a:pt x="17676" y="24222"/>
                </a:moveTo>
                <a:cubicBezTo>
                  <a:pt x="17779" y="24461"/>
                  <a:pt x="17847" y="24700"/>
                  <a:pt x="17915" y="24973"/>
                </a:cubicBezTo>
                <a:cubicBezTo>
                  <a:pt x="18018" y="25349"/>
                  <a:pt x="18052" y="25758"/>
                  <a:pt x="18154" y="26133"/>
                </a:cubicBezTo>
                <a:cubicBezTo>
                  <a:pt x="18257" y="26406"/>
                  <a:pt x="18393" y="26645"/>
                  <a:pt x="18564" y="26850"/>
                </a:cubicBezTo>
                <a:cubicBezTo>
                  <a:pt x="18803" y="27191"/>
                  <a:pt x="18973" y="27601"/>
                  <a:pt x="18973" y="28010"/>
                </a:cubicBezTo>
                <a:cubicBezTo>
                  <a:pt x="19076" y="28624"/>
                  <a:pt x="19076" y="29239"/>
                  <a:pt x="19144" y="29853"/>
                </a:cubicBezTo>
                <a:cubicBezTo>
                  <a:pt x="19212" y="30774"/>
                  <a:pt x="19348" y="31695"/>
                  <a:pt x="19485" y="32617"/>
                </a:cubicBezTo>
                <a:cubicBezTo>
                  <a:pt x="18871" y="31286"/>
                  <a:pt x="18393" y="29921"/>
                  <a:pt x="18086" y="28522"/>
                </a:cubicBezTo>
                <a:cubicBezTo>
                  <a:pt x="18393" y="28181"/>
                  <a:pt x="18393" y="28181"/>
                  <a:pt x="18188" y="27771"/>
                </a:cubicBezTo>
                <a:cubicBezTo>
                  <a:pt x="18120" y="27635"/>
                  <a:pt x="18052" y="27464"/>
                  <a:pt x="17984" y="27328"/>
                </a:cubicBezTo>
                <a:lnTo>
                  <a:pt x="18018" y="27328"/>
                </a:lnTo>
                <a:cubicBezTo>
                  <a:pt x="17779" y="26304"/>
                  <a:pt x="17608" y="25280"/>
                  <a:pt x="17574" y="24257"/>
                </a:cubicBezTo>
                <a:lnTo>
                  <a:pt x="17676" y="24222"/>
                </a:lnTo>
                <a:close/>
                <a:moveTo>
                  <a:pt x="43337" y="31491"/>
                </a:moveTo>
                <a:lnTo>
                  <a:pt x="43849" y="31627"/>
                </a:lnTo>
                <a:cubicBezTo>
                  <a:pt x="43985" y="32037"/>
                  <a:pt x="44122" y="32412"/>
                  <a:pt x="44258" y="32787"/>
                </a:cubicBezTo>
                <a:lnTo>
                  <a:pt x="44190" y="32856"/>
                </a:lnTo>
                <a:lnTo>
                  <a:pt x="43337" y="31491"/>
                </a:lnTo>
                <a:close/>
                <a:moveTo>
                  <a:pt x="31223" y="30058"/>
                </a:moveTo>
                <a:cubicBezTo>
                  <a:pt x="30575" y="31422"/>
                  <a:pt x="29688" y="32787"/>
                  <a:pt x="29244" y="33060"/>
                </a:cubicBezTo>
                <a:cubicBezTo>
                  <a:pt x="29312" y="32753"/>
                  <a:pt x="29347" y="32446"/>
                  <a:pt x="29347" y="32241"/>
                </a:cubicBezTo>
                <a:lnTo>
                  <a:pt x="31223" y="30058"/>
                </a:lnTo>
                <a:close/>
                <a:moveTo>
                  <a:pt x="9760" y="32276"/>
                </a:moveTo>
                <a:lnTo>
                  <a:pt x="9350" y="33197"/>
                </a:lnTo>
                <a:cubicBezTo>
                  <a:pt x="9214" y="32514"/>
                  <a:pt x="9214" y="32514"/>
                  <a:pt x="9760" y="32276"/>
                </a:cubicBezTo>
                <a:close/>
                <a:moveTo>
                  <a:pt x="38423" y="25280"/>
                </a:moveTo>
                <a:cubicBezTo>
                  <a:pt x="38901" y="25656"/>
                  <a:pt x="39242" y="26202"/>
                  <a:pt x="39345" y="26850"/>
                </a:cubicBezTo>
                <a:cubicBezTo>
                  <a:pt x="39379" y="26952"/>
                  <a:pt x="39447" y="27089"/>
                  <a:pt x="39481" y="27225"/>
                </a:cubicBezTo>
                <a:cubicBezTo>
                  <a:pt x="39754" y="28283"/>
                  <a:pt x="40232" y="29307"/>
                  <a:pt x="40880" y="30194"/>
                </a:cubicBezTo>
                <a:cubicBezTo>
                  <a:pt x="40948" y="30296"/>
                  <a:pt x="41017" y="30433"/>
                  <a:pt x="41051" y="30569"/>
                </a:cubicBezTo>
                <a:cubicBezTo>
                  <a:pt x="41255" y="31320"/>
                  <a:pt x="41494" y="32105"/>
                  <a:pt x="41733" y="32890"/>
                </a:cubicBezTo>
                <a:cubicBezTo>
                  <a:pt x="41767" y="32992"/>
                  <a:pt x="41767" y="33094"/>
                  <a:pt x="41801" y="33265"/>
                </a:cubicBezTo>
                <a:cubicBezTo>
                  <a:pt x="41494" y="33094"/>
                  <a:pt x="41255" y="32856"/>
                  <a:pt x="41187" y="32514"/>
                </a:cubicBezTo>
                <a:cubicBezTo>
                  <a:pt x="41119" y="32276"/>
                  <a:pt x="41017" y="32071"/>
                  <a:pt x="40880" y="31900"/>
                </a:cubicBezTo>
                <a:cubicBezTo>
                  <a:pt x="40675" y="31627"/>
                  <a:pt x="40539" y="31354"/>
                  <a:pt x="40505" y="31047"/>
                </a:cubicBezTo>
                <a:cubicBezTo>
                  <a:pt x="40402" y="30604"/>
                  <a:pt x="40300" y="30194"/>
                  <a:pt x="40198" y="29750"/>
                </a:cubicBezTo>
                <a:cubicBezTo>
                  <a:pt x="40164" y="29580"/>
                  <a:pt x="40129" y="29443"/>
                  <a:pt x="40027" y="29341"/>
                </a:cubicBezTo>
                <a:cubicBezTo>
                  <a:pt x="39986" y="29280"/>
                  <a:pt x="39908" y="29267"/>
                  <a:pt x="39823" y="29267"/>
                </a:cubicBezTo>
                <a:cubicBezTo>
                  <a:pt x="39766" y="29267"/>
                  <a:pt x="39706" y="29273"/>
                  <a:pt x="39652" y="29273"/>
                </a:cubicBezTo>
                <a:cubicBezTo>
                  <a:pt x="39618" y="29068"/>
                  <a:pt x="39549" y="28863"/>
                  <a:pt x="39515" y="28624"/>
                </a:cubicBezTo>
                <a:cubicBezTo>
                  <a:pt x="39447" y="28386"/>
                  <a:pt x="39447" y="28147"/>
                  <a:pt x="39379" y="27908"/>
                </a:cubicBezTo>
                <a:cubicBezTo>
                  <a:pt x="39379" y="27764"/>
                  <a:pt x="39330" y="27619"/>
                  <a:pt x="39212" y="27619"/>
                </a:cubicBezTo>
                <a:cubicBezTo>
                  <a:pt x="39190" y="27619"/>
                  <a:pt x="39166" y="27624"/>
                  <a:pt x="39140" y="27635"/>
                </a:cubicBezTo>
                <a:cubicBezTo>
                  <a:pt x="39072" y="27635"/>
                  <a:pt x="39003" y="27805"/>
                  <a:pt x="38969" y="27908"/>
                </a:cubicBezTo>
                <a:cubicBezTo>
                  <a:pt x="38969" y="28010"/>
                  <a:pt x="38969" y="28113"/>
                  <a:pt x="38969" y="28181"/>
                </a:cubicBezTo>
                <a:lnTo>
                  <a:pt x="38457" y="28249"/>
                </a:lnTo>
                <a:cubicBezTo>
                  <a:pt x="38287" y="27771"/>
                  <a:pt x="38150" y="27225"/>
                  <a:pt x="38116" y="26713"/>
                </a:cubicBezTo>
                <a:lnTo>
                  <a:pt x="38116" y="26713"/>
                </a:lnTo>
                <a:cubicBezTo>
                  <a:pt x="38184" y="26816"/>
                  <a:pt x="38253" y="26952"/>
                  <a:pt x="38287" y="27055"/>
                </a:cubicBezTo>
                <a:cubicBezTo>
                  <a:pt x="38360" y="27153"/>
                  <a:pt x="38433" y="27233"/>
                  <a:pt x="38519" y="27233"/>
                </a:cubicBezTo>
                <a:cubicBezTo>
                  <a:pt x="38553" y="27233"/>
                  <a:pt x="38589" y="27220"/>
                  <a:pt x="38628" y="27191"/>
                </a:cubicBezTo>
                <a:cubicBezTo>
                  <a:pt x="38696" y="27055"/>
                  <a:pt x="38730" y="26952"/>
                  <a:pt x="38696" y="26816"/>
                </a:cubicBezTo>
                <a:cubicBezTo>
                  <a:pt x="38662" y="26611"/>
                  <a:pt x="38594" y="26440"/>
                  <a:pt x="38560" y="26270"/>
                </a:cubicBezTo>
                <a:cubicBezTo>
                  <a:pt x="38457" y="25963"/>
                  <a:pt x="38389" y="25622"/>
                  <a:pt x="38423" y="25280"/>
                </a:cubicBezTo>
                <a:close/>
                <a:moveTo>
                  <a:pt x="45657" y="30638"/>
                </a:moveTo>
                <a:lnTo>
                  <a:pt x="45657" y="30638"/>
                </a:lnTo>
                <a:cubicBezTo>
                  <a:pt x="45930" y="30876"/>
                  <a:pt x="46135" y="31149"/>
                  <a:pt x="46408" y="31388"/>
                </a:cubicBezTo>
                <a:cubicBezTo>
                  <a:pt x="46681" y="31661"/>
                  <a:pt x="46954" y="31900"/>
                  <a:pt x="47193" y="32139"/>
                </a:cubicBezTo>
                <a:cubicBezTo>
                  <a:pt x="47056" y="32549"/>
                  <a:pt x="47056" y="32549"/>
                  <a:pt x="47261" y="32890"/>
                </a:cubicBezTo>
                <a:cubicBezTo>
                  <a:pt x="47329" y="33026"/>
                  <a:pt x="47432" y="33163"/>
                  <a:pt x="47500" y="33299"/>
                </a:cubicBezTo>
                <a:cubicBezTo>
                  <a:pt x="46783" y="32549"/>
                  <a:pt x="46033" y="31798"/>
                  <a:pt x="45657" y="30638"/>
                </a:cubicBezTo>
                <a:close/>
                <a:moveTo>
                  <a:pt x="44327" y="31457"/>
                </a:moveTo>
                <a:lnTo>
                  <a:pt x="44327" y="31457"/>
                </a:lnTo>
                <a:cubicBezTo>
                  <a:pt x="44907" y="31832"/>
                  <a:pt x="44873" y="32583"/>
                  <a:pt x="45180" y="33094"/>
                </a:cubicBezTo>
                <a:cubicBezTo>
                  <a:pt x="45214" y="33197"/>
                  <a:pt x="45145" y="33367"/>
                  <a:pt x="45145" y="33470"/>
                </a:cubicBezTo>
                <a:cubicBezTo>
                  <a:pt x="44804" y="32822"/>
                  <a:pt x="44531" y="32139"/>
                  <a:pt x="44327" y="31457"/>
                </a:cubicBezTo>
                <a:close/>
                <a:moveTo>
                  <a:pt x="35659" y="32992"/>
                </a:moveTo>
                <a:lnTo>
                  <a:pt x="35932" y="33026"/>
                </a:lnTo>
                <a:lnTo>
                  <a:pt x="35728" y="33572"/>
                </a:lnTo>
                <a:lnTo>
                  <a:pt x="35659" y="33538"/>
                </a:lnTo>
                <a:lnTo>
                  <a:pt x="35659" y="32992"/>
                </a:lnTo>
                <a:close/>
                <a:moveTo>
                  <a:pt x="12763" y="30774"/>
                </a:moveTo>
                <a:lnTo>
                  <a:pt x="12763" y="30774"/>
                </a:lnTo>
                <a:cubicBezTo>
                  <a:pt x="12729" y="31422"/>
                  <a:pt x="12865" y="32071"/>
                  <a:pt x="12558" y="32651"/>
                </a:cubicBezTo>
                <a:cubicBezTo>
                  <a:pt x="12319" y="33197"/>
                  <a:pt x="12012" y="33709"/>
                  <a:pt x="11671" y="34186"/>
                </a:cubicBezTo>
                <a:cubicBezTo>
                  <a:pt x="11671" y="33948"/>
                  <a:pt x="11739" y="33777"/>
                  <a:pt x="11739" y="33606"/>
                </a:cubicBezTo>
                <a:cubicBezTo>
                  <a:pt x="11807" y="33094"/>
                  <a:pt x="11876" y="32583"/>
                  <a:pt x="11910" y="32071"/>
                </a:cubicBezTo>
                <a:cubicBezTo>
                  <a:pt x="11910" y="31764"/>
                  <a:pt x="11910" y="31457"/>
                  <a:pt x="11568" y="31388"/>
                </a:cubicBezTo>
                <a:lnTo>
                  <a:pt x="12763" y="30774"/>
                </a:lnTo>
                <a:close/>
                <a:moveTo>
                  <a:pt x="47978" y="33811"/>
                </a:moveTo>
                <a:lnTo>
                  <a:pt x="48251" y="34221"/>
                </a:lnTo>
                <a:lnTo>
                  <a:pt x="47909" y="33879"/>
                </a:lnTo>
                <a:lnTo>
                  <a:pt x="47978" y="33811"/>
                </a:lnTo>
                <a:close/>
                <a:moveTo>
                  <a:pt x="5529" y="33675"/>
                </a:moveTo>
                <a:lnTo>
                  <a:pt x="5597" y="33743"/>
                </a:lnTo>
                <a:cubicBezTo>
                  <a:pt x="5426" y="34016"/>
                  <a:pt x="5256" y="34289"/>
                  <a:pt x="5085" y="34562"/>
                </a:cubicBezTo>
                <a:lnTo>
                  <a:pt x="5051" y="34494"/>
                </a:lnTo>
                <a:cubicBezTo>
                  <a:pt x="5085" y="34323"/>
                  <a:pt x="5119" y="34118"/>
                  <a:pt x="5153" y="33879"/>
                </a:cubicBezTo>
                <a:lnTo>
                  <a:pt x="5529" y="33675"/>
                </a:lnTo>
                <a:close/>
                <a:moveTo>
                  <a:pt x="20782" y="29239"/>
                </a:moveTo>
                <a:cubicBezTo>
                  <a:pt x="20850" y="29443"/>
                  <a:pt x="20952" y="29614"/>
                  <a:pt x="21089" y="29785"/>
                </a:cubicBezTo>
                <a:cubicBezTo>
                  <a:pt x="21396" y="30228"/>
                  <a:pt x="21635" y="30740"/>
                  <a:pt x="21737" y="31286"/>
                </a:cubicBezTo>
                <a:cubicBezTo>
                  <a:pt x="21976" y="32241"/>
                  <a:pt x="22351" y="33197"/>
                  <a:pt x="22829" y="34084"/>
                </a:cubicBezTo>
                <a:cubicBezTo>
                  <a:pt x="22931" y="34289"/>
                  <a:pt x="22931" y="34494"/>
                  <a:pt x="22863" y="34732"/>
                </a:cubicBezTo>
                <a:cubicBezTo>
                  <a:pt x="22761" y="34528"/>
                  <a:pt x="22658" y="34357"/>
                  <a:pt x="22522" y="34186"/>
                </a:cubicBezTo>
                <a:cubicBezTo>
                  <a:pt x="22471" y="34135"/>
                  <a:pt x="22423" y="34115"/>
                  <a:pt x="22378" y="34115"/>
                </a:cubicBezTo>
                <a:cubicBezTo>
                  <a:pt x="22273" y="34115"/>
                  <a:pt x="22184" y="34227"/>
                  <a:pt x="22112" y="34323"/>
                </a:cubicBezTo>
                <a:cubicBezTo>
                  <a:pt x="21601" y="33777"/>
                  <a:pt x="21601" y="32992"/>
                  <a:pt x="21498" y="32276"/>
                </a:cubicBezTo>
                <a:cubicBezTo>
                  <a:pt x="21464" y="32207"/>
                  <a:pt x="21498" y="32139"/>
                  <a:pt x="21532" y="32105"/>
                </a:cubicBezTo>
                <a:cubicBezTo>
                  <a:pt x="21703" y="31934"/>
                  <a:pt x="21669" y="31661"/>
                  <a:pt x="21464" y="31525"/>
                </a:cubicBezTo>
                <a:lnTo>
                  <a:pt x="20952" y="31115"/>
                </a:lnTo>
                <a:cubicBezTo>
                  <a:pt x="20884" y="30569"/>
                  <a:pt x="20782" y="29921"/>
                  <a:pt x="20679" y="29273"/>
                </a:cubicBezTo>
                <a:lnTo>
                  <a:pt x="20782" y="29239"/>
                </a:lnTo>
                <a:close/>
                <a:moveTo>
                  <a:pt x="45214" y="33743"/>
                </a:moveTo>
                <a:cubicBezTo>
                  <a:pt x="45760" y="34289"/>
                  <a:pt x="45760" y="34289"/>
                  <a:pt x="45896" y="34732"/>
                </a:cubicBezTo>
                <a:cubicBezTo>
                  <a:pt x="45657" y="34459"/>
                  <a:pt x="45316" y="34391"/>
                  <a:pt x="45214" y="33743"/>
                </a:cubicBezTo>
                <a:close/>
                <a:moveTo>
                  <a:pt x="33045" y="31984"/>
                </a:moveTo>
                <a:cubicBezTo>
                  <a:pt x="33042" y="32157"/>
                  <a:pt x="33020" y="32326"/>
                  <a:pt x="32998" y="32480"/>
                </a:cubicBezTo>
                <a:cubicBezTo>
                  <a:pt x="32793" y="33231"/>
                  <a:pt x="32554" y="33948"/>
                  <a:pt x="32315" y="34698"/>
                </a:cubicBezTo>
                <a:cubicBezTo>
                  <a:pt x="32247" y="34801"/>
                  <a:pt x="32213" y="34903"/>
                  <a:pt x="32145" y="35005"/>
                </a:cubicBezTo>
                <a:cubicBezTo>
                  <a:pt x="32349" y="34255"/>
                  <a:pt x="32588" y="33538"/>
                  <a:pt x="32793" y="32822"/>
                </a:cubicBezTo>
                <a:cubicBezTo>
                  <a:pt x="32875" y="32546"/>
                  <a:pt x="32936" y="32249"/>
                  <a:pt x="33045" y="31984"/>
                </a:cubicBezTo>
                <a:close/>
                <a:moveTo>
                  <a:pt x="22249" y="34698"/>
                </a:moveTo>
                <a:lnTo>
                  <a:pt x="22522" y="35074"/>
                </a:lnTo>
                <a:cubicBezTo>
                  <a:pt x="22351" y="35074"/>
                  <a:pt x="22215" y="35005"/>
                  <a:pt x="22249" y="34698"/>
                </a:cubicBezTo>
                <a:close/>
                <a:moveTo>
                  <a:pt x="28819" y="32475"/>
                </a:moveTo>
                <a:cubicBezTo>
                  <a:pt x="28847" y="32475"/>
                  <a:pt x="28875" y="32477"/>
                  <a:pt x="28903" y="32480"/>
                </a:cubicBezTo>
                <a:cubicBezTo>
                  <a:pt x="28835" y="32685"/>
                  <a:pt x="28835" y="32856"/>
                  <a:pt x="28766" y="33026"/>
                </a:cubicBezTo>
                <a:cubicBezTo>
                  <a:pt x="28630" y="33367"/>
                  <a:pt x="28493" y="33709"/>
                  <a:pt x="28357" y="34016"/>
                </a:cubicBezTo>
                <a:cubicBezTo>
                  <a:pt x="28289" y="34255"/>
                  <a:pt x="28118" y="34459"/>
                  <a:pt x="27879" y="34562"/>
                </a:cubicBezTo>
                <a:cubicBezTo>
                  <a:pt x="27572" y="34698"/>
                  <a:pt x="27265" y="34869"/>
                  <a:pt x="26890" y="35074"/>
                </a:cubicBezTo>
                <a:cubicBezTo>
                  <a:pt x="26821" y="34971"/>
                  <a:pt x="26685" y="34869"/>
                  <a:pt x="26548" y="34698"/>
                </a:cubicBezTo>
                <a:cubicBezTo>
                  <a:pt x="26890" y="34357"/>
                  <a:pt x="27163" y="34084"/>
                  <a:pt x="27436" y="33811"/>
                </a:cubicBezTo>
                <a:cubicBezTo>
                  <a:pt x="27709" y="33504"/>
                  <a:pt x="27982" y="33163"/>
                  <a:pt x="28220" y="32822"/>
                </a:cubicBezTo>
                <a:cubicBezTo>
                  <a:pt x="28343" y="32607"/>
                  <a:pt x="28576" y="32475"/>
                  <a:pt x="28819" y="32475"/>
                </a:cubicBezTo>
                <a:close/>
                <a:moveTo>
                  <a:pt x="45521" y="32446"/>
                </a:moveTo>
                <a:cubicBezTo>
                  <a:pt x="45896" y="32446"/>
                  <a:pt x="46237" y="32685"/>
                  <a:pt x="46374" y="33026"/>
                </a:cubicBezTo>
                <a:cubicBezTo>
                  <a:pt x="46476" y="33163"/>
                  <a:pt x="46647" y="33231"/>
                  <a:pt x="46749" y="33367"/>
                </a:cubicBezTo>
                <a:cubicBezTo>
                  <a:pt x="46954" y="33572"/>
                  <a:pt x="47159" y="33811"/>
                  <a:pt x="47363" y="34050"/>
                </a:cubicBezTo>
                <a:lnTo>
                  <a:pt x="47363" y="34084"/>
                </a:lnTo>
                <a:cubicBezTo>
                  <a:pt x="47295" y="34528"/>
                  <a:pt x="47534" y="34801"/>
                  <a:pt x="47739" y="35176"/>
                </a:cubicBezTo>
                <a:cubicBezTo>
                  <a:pt x="46476" y="34391"/>
                  <a:pt x="45657" y="33402"/>
                  <a:pt x="45521" y="32446"/>
                </a:cubicBezTo>
                <a:close/>
                <a:moveTo>
                  <a:pt x="32461" y="31578"/>
                </a:moveTo>
                <a:cubicBezTo>
                  <a:pt x="32493" y="31578"/>
                  <a:pt x="32531" y="31593"/>
                  <a:pt x="32554" y="31593"/>
                </a:cubicBezTo>
                <a:lnTo>
                  <a:pt x="32520" y="31627"/>
                </a:lnTo>
                <a:cubicBezTo>
                  <a:pt x="32588" y="32207"/>
                  <a:pt x="31565" y="34459"/>
                  <a:pt x="30848" y="35244"/>
                </a:cubicBezTo>
                <a:cubicBezTo>
                  <a:pt x="31019" y="34869"/>
                  <a:pt x="31189" y="34528"/>
                  <a:pt x="31360" y="34186"/>
                </a:cubicBezTo>
                <a:cubicBezTo>
                  <a:pt x="31428" y="34050"/>
                  <a:pt x="31530" y="33879"/>
                  <a:pt x="31496" y="33743"/>
                </a:cubicBezTo>
                <a:cubicBezTo>
                  <a:pt x="31394" y="33299"/>
                  <a:pt x="31633" y="32992"/>
                  <a:pt x="31735" y="32549"/>
                </a:cubicBezTo>
                <a:cubicBezTo>
                  <a:pt x="31872" y="32105"/>
                  <a:pt x="32179" y="31900"/>
                  <a:pt x="32418" y="31593"/>
                </a:cubicBezTo>
                <a:cubicBezTo>
                  <a:pt x="32429" y="31582"/>
                  <a:pt x="32444" y="31578"/>
                  <a:pt x="32461" y="31578"/>
                </a:cubicBezTo>
                <a:close/>
                <a:moveTo>
                  <a:pt x="15697" y="27771"/>
                </a:moveTo>
                <a:cubicBezTo>
                  <a:pt x="15868" y="28249"/>
                  <a:pt x="16039" y="28624"/>
                  <a:pt x="16175" y="29068"/>
                </a:cubicBezTo>
                <a:cubicBezTo>
                  <a:pt x="16209" y="29204"/>
                  <a:pt x="16209" y="29341"/>
                  <a:pt x="16175" y="29477"/>
                </a:cubicBezTo>
                <a:cubicBezTo>
                  <a:pt x="16175" y="29716"/>
                  <a:pt x="16107" y="29921"/>
                  <a:pt x="16039" y="30160"/>
                </a:cubicBezTo>
                <a:cubicBezTo>
                  <a:pt x="16039" y="30331"/>
                  <a:pt x="16004" y="30467"/>
                  <a:pt x="15902" y="30604"/>
                </a:cubicBezTo>
                <a:cubicBezTo>
                  <a:pt x="15766" y="30774"/>
                  <a:pt x="15697" y="31013"/>
                  <a:pt x="15697" y="31252"/>
                </a:cubicBezTo>
                <a:cubicBezTo>
                  <a:pt x="15527" y="32241"/>
                  <a:pt x="15356" y="33231"/>
                  <a:pt x="15185" y="34221"/>
                </a:cubicBezTo>
                <a:cubicBezTo>
                  <a:pt x="15083" y="34630"/>
                  <a:pt x="14947" y="34971"/>
                  <a:pt x="14844" y="35347"/>
                </a:cubicBezTo>
                <a:lnTo>
                  <a:pt x="14503" y="35074"/>
                </a:lnTo>
                <a:cubicBezTo>
                  <a:pt x="14571" y="34084"/>
                  <a:pt x="14674" y="33129"/>
                  <a:pt x="14776" y="32207"/>
                </a:cubicBezTo>
                <a:cubicBezTo>
                  <a:pt x="14776" y="32105"/>
                  <a:pt x="14810" y="32003"/>
                  <a:pt x="14844" y="31900"/>
                </a:cubicBezTo>
                <a:cubicBezTo>
                  <a:pt x="14981" y="31627"/>
                  <a:pt x="15151" y="31354"/>
                  <a:pt x="14810" y="31115"/>
                </a:cubicBezTo>
                <a:cubicBezTo>
                  <a:pt x="14776" y="31081"/>
                  <a:pt x="14776" y="30979"/>
                  <a:pt x="14776" y="30911"/>
                </a:cubicBezTo>
                <a:lnTo>
                  <a:pt x="14571" y="30194"/>
                </a:lnTo>
                <a:cubicBezTo>
                  <a:pt x="14640" y="29853"/>
                  <a:pt x="14776" y="29546"/>
                  <a:pt x="15015" y="29307"/>
                </a:cubicBezTo>
                <a:cubicBezTo>
                  <a:pt x="15117" y="29170"/>
                  <a:pt x="15220" y="29000"/>
                  <a:pt x="15288" y="28829"/>
                </a:cubicBezTo>
                <a:cubicBezTo>
                  <a:pt x="15424" y="28488"/>
                  <a:pt x="15527" y="28147"/>
                  <a:pt x="15697" y="27771"/>
                </a:cubicBezTo>
                <a:close/>
                <a:moveTo>
                  <a:pt x="19724" y="29785"/>
                </a:moveTo>
                <a:cubicBezTo>
                  <a:pt x="19860" y="30126"/>
                  <a:pt x="19963" y="30501"/>
                  <a:pt x="20031" y="30876"/>
                </a:cubicBezTo>
                <a:cubicBezTo>
                  <a:pt x="20099" y="31764"/>
                  <a:pt x="20270" y="32651"/>
                  <a:pt x="20577" y="33504"/>
                </a:cubicBezTo>
                <a:cubicBezTo>
                  <a:pt x="20782" y="34050"/>
                  <a:pt x="20952" y="34596"/>
                  <a:pt x="21123" y="35108"/>
                </a:cubicBezTo>
                <a:lnTo>
                  <a:pt x="20679" y="35483"/>
                </a:lnTo>
                <a:lnTo>
                  <a:pt x="20645" y="35483"/>
                </a:lnTo>
                <a:cubicBezTo>
                  <a:pt x="19997" y="33709"/>
                  <a:pt x="19929" y="31730"/>
                  <a:pt x="19587" y="29819"/>
                </a:cubicBezTo>
                <a:lnTo>
                  <a:pt x="19724" y="29785"/>
                </a:lnTo>
                <a:close/>
                <a:moveTo>
                  <a:pt x="29654" y="33948"/>
                </a:moveTo>
                <a:cubicBezTo>
                  <a:pt x="29381" y="34698"/>
                  <a:pt x="28869" y="35381"/>
                  <a:pt x="28220" y="35858"/>
                </a:cubicBezTo>
                <a:cubicBezTo>
                  <a:pt x="28186" y="35790"/>
                  <a:pt x="28186" y="35688"/>
                  <a:pt x="28186" y="35654"/>
                </a:cubicBezTo>
                <a:cubicBezTo>
                  <a:pt x="28255" y="35381"/>
                  <a:pt x="28425" y="35108"/>
                  <a:pt x="28596" y="34869"/>
                </a:cubicBezTo>
                <a:cubicBezTo>
                  <a:pt x="28937" y="34528"/>
                  <a:pt x="29278" y="34221"/>
                  <a:pt x="29654" y="33948"/>
                </a:cubicBezTo>
                <a:close/>
                <a:moveTo>
                  <a:pt x="37297" y="33913"/>
                </a:moveTo>
                <a:lnTo>
                  <a:pt x="37297" y="33913"/>
                </a:lnTo>
                <a:cubicBezTo>
                  <a:pt x="37400" y="34630"/>
                  <a:pt x="37365" y="35381"/>
                  <a:pt x="37195" y="36097"/>
                </a:cubicBezTo>
                <a:cubicBezTo>
                  <a:pt x="37058" y="35347"/>
                  <a:pt x="37092" y="34630"/>
                  <a:pt x="37297" y="33913"/>
                </a:cubicBezTo>
                <a:close/>
                <a:moveTo>
                  <a:pt x="34670" y="31081"/>
                </a:moveTo>
                <a:lnTo>
                  <a:pt x="34670" y="31115"/>
                </a:lnTo>
                <a:cubicBezTo>
                  <a:pt x="34670" y="31388"/>
                  <a:pt x="34636" y="31593"/>
                  <a:pt x="34636" y="31866"/>
                </a:cubicBezTo>
                <a:cubicBezTo>
                  <a:pt x="34499" y="31934"/>
                  <a:pt x="34294" y="32003"/>
                  <a:pt x="34294" y="32276"/>
                </a:cubicBezTo>
                <a:cubicBezTo>
                  <a:pt x="34226" y="33436"/>
                  <a:pt x="33953" y="34562"/>
                  <a:pt x="33441" y="35585"/>
                </a:cubicBezTo>
                <a:cubicBezTo>
                  <a:pt x="33339" y="35790"/>
                  <a:pt x="33237" y="35961"/>
                  <a:pt x="33134" y="36166"/>
                </a:cubicBezTo>
                <a:cubicBezTo>
                  <a:pt x="33100" y="36097"/>
                  <a:pt x="33100" y="36029"/>
                  <a:pt x="33134" y="35961"/>
                </a:cubicBezTo>
                <a:cubicBezTo>
                  <a:pt x="33714" y="34664"/>
                  <a:pt x="34056" y="33265"/>
                  <a:pt x="34226" y="31832"/>
                </a:cubicBezTo>
                <a:cubicBezTo>
                  <a:pt x="34226" y="31525"/>
                  <a:pt x="34397" y="31252"/>
                  <a:pt x="34670" y="31081"/>
                </a:cubicBezTo>
                <a:close/>
                <a:moveTo>
                  <a:pt x="23477" y="34801"/>
                </a:moveTo>
                <a:cubicBezTo>
                  <a:pt x="23546" y="34869"/>
                  <a:pt x="23682" y="34869"/>
                  <a:pt x="23716" y="34937"/>
                </a:cubicBezTo>
                <a:cubicBezTo>
                  <a:pt x="23819" y="35347"/>
                  <a:pt x="23955" y="35756"/>
                  <a:pt x="24126" y="36268"/>
                </a:cubicBezTo>
                <a:cubicBezTo>
                  <a:pt x="23648" y="35927"/>
                  <a:pt x="23409" y="35381"/>
                  <a:pt x="23477" y="34801"/>
                </a:cubicBezTo>
                <a:close/>
                <a:moveTo>
                  <a:pt x="39618" y="34732"/>
                </a:moveTo>
                <a:lnTo>
                  <a:pt x="39618" y="34732"/>
                </a:lnTo>
                <a:cubicBezTo>
                  <a:pt x="39856" y="35244"/>
                  <a:pt x="40061" y="35688"/>
                  <a:pt x="40368" y="36268"/>
                </a:cubicBezTo>
                <a:cubicBezTo>
                  <a:pt x="39652" y="35790"/>
                  <a:pt x="39481" y="35415"/>
                  <a:pt x="39618" y="34732"/>
                </a:cubicBezTo>
                <a:close/>
                <a:moveTo>
                  <a:pt x="39140" y="29273"/>
                </a:moveTo>
                <a:cubicBezTo>
                  <a:pt x="39310" y="29716"/>
                  <a:pt x="39447" y="30160"/>
                  <a:pt x="39652" y="30604"/>
                </a:cubicBezTo>
                <a:cubicBezTo>
                  <a:pt x="40129" y="31695"/>
                  <a:pt x="40539" y="32856"/>
                  <a:pt x="40846" y="34016"/>
                </a:cubicBezTo>
                <a:cubicBezTo>
                  <a:pt x="40948" y="34494"/>
                  <a:pt x="41187" y="34971"/>
                  <a:pt x="41494" y="35347"/>
                </a:cubicBezTo>
                <a:cubicBezTo>
                  <a:pt x="41528" y="35415"/>
                  <a:pt x="41528" y="35449"/>
                  <a:pt x="41563" y="35517"/>
                </a:cubicBezTo>
                <a:cubicBezTo>
                  <a:pt x="41392" y="35654"/>
                  <a:pt x="41221" y="35688"/>
                  <a:pt x="41187" y="35824"/>
                </a:cubicBezTo>
                <a:cubicBezTo>
                  <a:pt x="41153" y="35961"/>
                  <a:pt x="41255" y="36166"/>
                  <a:pt x="41324" y="36439"/>
                </a:cubicBezTo>
                <a:cubicBezTo>
                  <a:pt x="40982" y="36234"/>
                  <a:pt x="40744" y="35927"/>
                  <a:pt x="40710" y="35551"/>
                </a:cubicBezTo>
                <a:cubicBezTo>
                  <a:pt x="40675" y="35244"/>
                  <a:pt x="40675" y="34869"/>
                  <a:pt x="40300" y="34869"/>
                </a:cubicBezTo>
                <a:cubicBezTo>
                  <a:pt x="40266" y="34869"/>
                  <a:pt x="40232" y="34835"/>
                  <a:pt x="40232" y="34767"/>
                </a:cubicBezTo>
                <a:cubicBezTo>
                  <a:pt x="40061" y="34323"/>
                  <a:pt x="39720" y="33948"/>
                  <a:pt x="39822" y="33367"/>
                </a:cubicBezTo>
                <a:cubicBezTo>
                  <a:pt x="39822" y="33265"/>
                  <a:pt x="39822" y="33163"/>
                  <a:pt x="39754" y="33094"/>
                </a:cubicBezTo>
                <a:lnTo>
                  <a:pt x="39754" y="33060"/>
                </a:lnTo>
                <a:cubicBezTo>
                  <a:pt x="39174" y="31900"/>
                  <a:pt x="39276" y="30535"/>
                  <a:pt x="39037" y="29341"/>
                </a:cubicBezTo>
                <a:lnTo>
                  <a:pt x="39140" y="29273"/>
                </a:lnTo>
                <a:close/>
                <a:moveTo>
                  <a:pt x="15970" y="33845"/>
                </a:moveTo>
                <a:cubicBezTo>
                  <a:pt x="15902" y="34596"/>
                  <a:pt x="15834" y="35347"/>
                  <a:pt x="15731" y="36131"/>
                </a:cubicBezTo>
                <a:cubicBezTo>
                  <a:pt x="15702" y="36125"/>
                  <a:pt x="15675" y="36122"/>
                  <a:pt x="15649" y="36122"/>
                </a:cubicBezTo>
                <a:cubicBezTo>
                  <a:pt x="15411" y="36122"/>
                  <a:pt x="15350" y="36396"/>
                  <a:pt x="15288" y="36643"/>
                </a:cubicBezTo>
                <a:lnTo>
                  <a:pt x="15220" y="36609"/>
                </a:lnTo>
                <a:lnTo>
                  <a:pt x="15868" y="33845"/>
                </a:lnTo>
                <a:close/>
                <a:moveTo>
                  <a:pt x="18291" y="35688"/>
                </a:moveTo>
                <a:lnTo>
                  <a:pt x="18291" y="35688"/>
                </a:lnTo>
                <a:cubicBezTo>
                  <a:pt x="18666" y="36166"/>
                  <a:pt x="18666" y="36166"/>
                  <a:pt x="18734" y="36882"/>
                </a:cubicBezTo>
                <a:cubicBezTo>
                  <a:pt x="18495" y="36541"/>
                  <a:pt x="18325" y="36131"/>
                  <a:pt x="18291" y="35688"/>
                </a:cubicBezTo>
                <a:close/>
                <a:moveTo>
                  <a:pt x="47568" y="36780"/>
                </a:moveTo>
                <a:lnTo>
                  <a:pt x="47978" y="36950"/>
                </a:lnTo>
                <a:lnTo>
                  <a:pt x="47909" y="37087"/>
                </a:lnTo>
                <a:lnTo>
                  <a:pt x="47534" y="36848"/>
                </a:lnTo>
                <a:lnTo>
                  <a:pt x="47568" y="36780"/>
                </a:lnTo>
                <a:close/>
                <a:moveTo>
                  <a:pt x="23682" y="29989"/>
                </a:moveTo>
                <a:cubicBezTo>
                  <a:pt x="24023" y="30569"/>
                  <a:pt x="24467" y="31115"/>
                  <a:pt x="25013" y="31525"/>
                </a:cubicBezTo>
                <a:cubicBezTo>
                  <a:pt x="25525" y="31968"/>
                  <a:pt x="26037" y="32412"/>
                  <a:pt x="26583" y="32856"/>
                </a:cubicBezTo>
                <a:cubicBezTo>
                  <a:pt x="26446" y="32992"/>
                  <a:pt x="26275" y="33129"/>
                  <a:pt x="26173" y="33265"/>
                </a:cubicBezTo>
                <a:cubicBezTo>
                  <a:pt x="26105" y="33402"/>
                  <a:pt x="26071" y="33538"/>
                  <a:pt x="26105" y="33640"/>
                </a:cubicBezTo>
                <a:cubicBezTo>
                  <a:pt x="26156" y="33717"/>
                  <a:pt x="26226" y="33756"/>
                  <a:pt x="26302" y="33756"/>
                </a:cubicBezTo>
                <a:cubicBezTo>
                  <a:pt x="26327" y="33756"/>
                  <a:pt x="26352" y="33751"/>
                  <a:pt x="26378" y="33743"/>
                </a:cubicBezTo>
                <a:cubicBezTo>
                  <a:pt x="26514" y="33709"/>
                  <a:pt x="26583" y="33640"/>
                  <a:pt x="26685" y="33538"/>
                </a:cubicBezTo>
                <a:lnTo>
                  <a:pt x="26924" y="33402"/>
                </a:lnTo>
                <a:lnTo>
                  <a:pt x="26924" y="33402"/>
                </a:lnTo>
                <a:cubicBezTo>
                  <a:pt x="26753" y="33709"/>
                  <a:pt x="26480" y="33982"/>
                  <a:pt x="26139" y="34152"/>
                </a:cubicBezTo>
                <a:cubicBezTo>
                  <a:pt x="25695" y="33572"/>
                  <a:pt x="25354" y="32992"/>
                  <a:pt x="25047" y="32344"/>
                </a:cubicBezTo>
                <a:cubicBezTo>
                  <a:pt x="24979" y="32173"/>
                  <a:pt x="24911" y="32003"/>
                  <a:pt x="24808" y="31832"/>
                </a:cubicBezTo>
                <a:cubicBezTo>
                  <a:pt x="24758" y="31782"/>
                  <a:pt x="24672" y="31750"/>
                  <a:pt x="24602" y="31750"/>
                </a:cubicBezTo>
                <a:cubicBezTo>
                  <a:pt x="24577" y="31750"/>
                  <a:pt x="24553" y="31755"/>
                  <a:pt x="24535" y="31764"/>
                </a:cubicBezTo>
                <a:cubicBezTo>
                  <a:pt x="24467" y="31798"/>
                  <a:pt x="24433" y="31968"/>
                  <a:pt x="24433" y="32105"/>
                </a:cubicBezTo>
                <a:cubicBezTo>
                  <a:pt x="24467" y="32207"/>
                  <a:pt x="24501" y="32276"/>
                  <a:pt x="24535" y="32344"/>
                </a:cubicBezTo>
                <a:lnTo>
                  <a:pt x="25457" y="34084"/>
                </a:lnTo>
                <a:cubicBezTo>
                  <a:pt x="25525" y="34221"/>
                  <a:pt x="25593" y="34357"/>
                  <a:pt x="25695" y="34494"/>
                </a:cubicBezTo>
                <a:lnTo>
                  <a:pt x="25354" y="34767"/>
                </a:lnTo>
                <a:cubicBezTo>
                  <a:pt x="25184" y="34835"/>
                  <a:pt x="25115" y="35005"/>
                  <a:pt x="25184" y="35176"/>
                </a:cubicBezTo>
                <a:cubicBezTo>
                  <a:pt x="25224" y="35296"/>
                  <a:pt x="25275" y="35346"/>
                  <a:pt x="25345" y="35346"/>
                </a:cubicBezTo>
                <a:cubicBezTo>
                  <a:pt x="25395" y="35346"/>
                  <a:pt x="25454" y="35321"/>
                  <a:pt x="25525" y="35278"/>
                </a:cubicBezTo>
                <a:cubicBezTo>
                  <a:pt x="25729" y="35210"/>
                  <a:pt x="25900" y="35074"/>
                  <a:pt x="26071" y="34971"/>
                </a:cubicBezTo>
                <a:cubicBezTo>
                  <a:pt x="26446" y="35415"/>
                  <a:pt x="26787" y="35893"/>
                  <a:pt x="27367" y="35961"/>
                </a:cubicBezTo>
                <a:cubicBezTo>
                  <a:pt x="27129" y="36439"/>
                  <a:pt x="26787" y="36848"/>
                  <a:pt x="26412" y="37155"/>
                </a:cubicBezTo>
                <a:cubicBezTo>
                  <a:pt x="26344" y="37087"/>
                  <a:pt x="26275" y="37019"/>
                  <a:pt x="26207" y="36950"/>
                </a:cubicBezTo>
                <a:cubicBezTo>
                  <a:pt x="25627" y="36097"/>
                  <a:pt x="25013" y="35278"/>
                  <a:pt x="24433" y="34425"/>
                </a:cubicBezTo>
                <a:cubicBezTo>
                  <a:pt x="24296" y="34221"/>
                  <a:pt x="24228" y="34016"/>
                  <a:pt x="24160" y="33777"/>
                </a:cubicBezTo>
                <a:cubicBezTo>
                  <a:pt x="23887" y="32787"/>
                  <a:pt x="23648" y="31764"/>
                  <a:pt x="23375" y="30774"/>
                </a:cubicBezTo>
                <a:cubicBezTo>
                  <a:pt x="23341" y="30672"/>
                  <a:pt x="23341" y="30535"/>
                  <a:pt x="23341" y="30433"/>
                </a:cubicBezTo>
                <a:lnTo>
                  <a:pt x="23682" y="29989"/>
                </a:lnTo>
                <a:close/>
                <a:moveTo>
                  <a:pt x="24842" y="36575"/>
                </a:moveTo>
                <a:cubicBezTo>
                  <a:pt x="25593" y="36985"/>
                  <a:pt x="25593" y="36985"/>
                  <a:pt x="25729" y="37360"/>
                </a:cubicBezTo>
                <a:lnTo>
                  <a:pt x="25286" y="37223"/>
                </a:lnTo>
                <a:cubicBezTo>
                  <a:pt x="25047" y="37053"/>
                  <a:pt x="24911" y="36848"/>
                  <a:pt x="24842" y="36575"/>
                </a:cubicBezTo>
                <a:close/>
                <a:moveTo>
                  <a:pt x="37058" y="20128"/>
                </a:moveTo>
                <a:cubicBezTo>
                  <a:pt x="37195" y="20332"/>
                  <a:pt x="37331" y="20503"/>
                  <a:pt x="37468" y="20674"/>
                </a:cubicBezTo>
                <a:cubicBezTo>
                  <a:pt x="37638" y="20878"/>
                  <a:pt x="37741" y="21151"/>
                  <a:pt x="37741" y="21424"/>
                </a:cubicBezTo>
                <a:cubicBezTo>
                  <a:pt x="37707" y="21731"/>
                  <a:pt x="37741" y="22073"/>
                  <a:pt x="37741" y="22312"/>
                </a:cubicBezTo>
                <a:cubicBezTo>
                  <a:pt x="37775" y="22585"/>
                  <a:pt x="37775" y="22823"/>
                  <a:pt x="37775" y="23062"/>
                </a:cubicBezTo>
                <a:cubicBezTo>
                  <a:pt x="37673" y="22926"/>
                  <a:pt x="37570" y="22789"/>
                  <a:pt x="37502" y="22653"/>
                </a:cubicBezTo>
                <a:cubicBezTo>
                  <a:pt x="37443" y="22594"/>
                  <a:pt x="37333" y="22510"/>
                  <a:pt x="37282" y="22510"/>
                </a:cubicBezTo>
                <a:cubicBezTo>
                  <a:pt x="37274" y="22510"/>
                  <a:pt x="37268" y="22512"/>
                  <a:pt x="37263" y="22516"/>
                </a:cubicBezTo>
                <a:cubicBezTo>
                  <a:pt x="37195" y="22619"/>
                  <a:pt x="37127" y="22721"/>
                  <a:pt x="37127" y="22858"/>
                </a:cubicBezTo>
                <a:cubicBezTo>
                  <a:pt x="37127" y="22960"/>
                  <a:pt x="37161" y="23062"/>
                  <a:pt x="37229" y="23165"/>
                </a:cubicBezTo>
                <a:cubicBezTo>
                  <a:pt x="37365" y="23472"/>
                  <a:pt x="37502" y="23745"/>
                  <a:pt x="37638" y="24018"/>
                </a:cubicBezTo>
                <a:cubicBezTo>
                  <a:pt x="37775" y="24257"/>
                  <a:pt x="37843" y="24495"/>
                  <a:pt x="37843" y="24768"/>
                </a:cubicBezTo>
                <a:cubicBezTo>
                  <a:pt x="37843" y="25007"/>
                  <a:pt x="37877" y="25246"/>
                  <a:pt x="37911" y="25519"/>
                </a:cubicBezTo>
                <a:lnTo>
                  <a:pt x="37843" y="25553"/>
                </a:lnTo>
                <a:cubicBezTo>
                  <a:pt x="37809" y="25349"/>
                  <a:pt x="37775" y="25212"/>
                  <a:pt x="37741" y="25041"/>
                </a:cubicBezTo>
                <a:cubicBezTo>
                  <a:pt x="37710" y="24858"/>
                  <a:pt x="37652" y="24729"/>
                  <a:pt x="37517" y="24729"/>
                </a:cubicBezTo>
                <a:cubicBezTo>
                  <a:pt x="37502" y="24729"/>
                  <a:pt x="37485" y="24731"/>
                  <a:pt x="37468" y="24734"/>
                </a:cubicBezTo>
                <a:cubicBezTo>
                  <a:pt x="37297" y="24768"/>
                  <a:pt x="37297" y="25007"/>
                  <a:pt x="37297" y="25144"/>
                </a:cubicBezTo>
                <a:cubicBezTo>
                  <a:pt x="37331" y="25314"/>
                  <a:pt x="37365" y="25451"/>
                  <a:pt x="37365" y="25587"/>
                </a:cubicBezTo>
                <a:cubicBezTo>
                  <a:pt x="37468" y="26099"/>
                  <a:pt x="37570" y="26645"/>
                  <a:pt x="37673" y="27225"/>
                </a:cubicBezTo>
                <a:cubicBezTo>
                  <a:pt x="37365" y="27259"/>
                  <a:pt x="37331" y="27464"/>
                  <a:pt x="37365" y="27771"/>
                </a:cubicBezTo>
                <a:cubicBezTo>
                  <a:pt x="37400" y="28078"/>
                  <a:pt x="37468" y="28420"/>
                  <a:pt x="37229" y="28658"/>
                </a:cubicBezTo>
                <a:cubicBezTo>
                  <a:pt x="37161" y="28693"/>
                  <a:pt x="37161" y="28795"/>
                  <a:pt x="37161" y="28897"/>
                </a:cubicBezTo>
                <a:cubicBezTo>
                  <a:pt x="37092" y="30194"/>
                  <a:pt x="36990" y="31491"/>
                  <a:pt x="36888" y="32787"/>
                </a:cubicBezTo>
                <a:cubicBezTo>
                  <a:pt x="36888" y="32924"/>
                  <a:pt x="36888" y="33060"/>
                  <a:pt x="36854" y="33197"/>
                </a:cubicBezTo>
                <a:cubicBezTo>
                  <a:pt x="36819" y="33299"/>
                  <a:pt x="36785" y="33436"/>
                  <a:pt x="36717" y="33436"/>
                </a:cubicBezTo>
                <a:cubicBezTo>
                  <a:pt x="36512" y="33538"/>
                  <a:pt x="36512" y="33709"/>
                  <a:pt x="36546" y="33948"/>
                </a:cubicBezTo>
                <a:cubicBezTo>
                  <a:pt x="36581" y="34186"/>
                  <a:pt x="36615" y="34391"/>
                  <a:pt x="36615" y="34630"/>
                </a:cubicBezTo>
                <a:cubicBezTo>
                  <a:pt x="36649" y="35005"/>
                  <a:pt x="36546" y="35347"/>
                  <a:pt x="36342" y="35654"/>
                </a:cubicBezTo>
                <a:cubicBezTo>
                  <a:pt x="36239" y="35790"/>
                  <a:pt x="36069" y="35893"/>
                  <a:pt x="36171" y="36131"/>
                </a:cubicBezTo>
                <a:cubicBezTo>
                  <a:pt x="36222" y="36251"/>
                  <a:pt x="36291" y="36285"/>
                  <a:pt x="36363" y="36285"/>
                </a:cubicBezTo>
                <a:cubicBezTo>
                  <a:pt x="36436" y="36285"/>
                  <a:pt x="36512" y="36251"/>
                  <a:pt x="36581" y="36234"/>
                </a:cubicBezTo>
                <a:cubicBezTo>
                  <a:pt x="36615" y="36234"/>
                  <a:pt x="36615" y="36268"/>
                  <a:pt x="36683" y="36302"/>
                </a:cubicBezTo>
                <a:cubicBezTo>
                  <a:pt x="36649" y="36746"/>
                  <a:pt x="36615" y="37223"/>
                  <a:pt x="36512" y="37633"/>
                </a:cubicBezTo>
                <a:cubicBezTo>
                  <a:pt x="36466" y="37913"/>
                  <a:pt x="36403" y="38129"/>
                  <a:pt x="36227" y="38129"/>
                </a:cubicBezTo>
                <a:cubicBezTo>
                  <a:pt x="36145" y="38129"/>
                  <a:pt x="36039" y="38082"/>
                  <a:pt x="35898" y="37974"/>
                </a:cubicBezTo>
                <a:cubicBezTo>
                  <a:pt x="35932" y="37599"/>
                  <a:pt x="35966" y="37258"/>
                  <a:pt x="36001" y="36882"/>
                </a:cubicBezTo>
                <a:cubicBezTo>
                  <a:pt x="36035" y="36677"/>
                  <a:pt x="36001" y="36507"/>
                  <a:pt x="35864" y="36370"/>
                </a:cubicBezTo>
                <a:cubicBezTo>
                  <a:pt x="35591" y="36131"/>
                  <a:pt x="35455" y="35790"/>
                  <a:pt x="35557" y="35449"/>
                </a:cubicBezTo>
                <a:cubicBezTo>
                  <a:pt x="35557" y="35278"/>
                  <a:pt x="35591" y="35142"/>
                  <a:pt x="35591" y="34971"/>
                </a:cubicBezTo>
                <a:cubicBezTo>
                  <a:pt x="35591" y="34732"/>
                  <a:pt x="35659" y="34528"/>
                  <a:pt x="35830" y="34357"/>
                </a:cubicBezTo>
                <a:cubicBezTo>
                  <a:pt x="36035" y="34084"/>
                  <a:pt x="36205" y="33777"/>
                  <a:pt x="36342" y="33470"/>
                </a:cubicBezTo>
                <a:cubicBezTo>
                  <a:pt x="36444" y="33094"/>
                  <a:pt x="36512" y="32719"/>
                  <a:pt x="36581" y="32344"/>
                </a:cubicBezTo>
                <a:cubicBezTo>
                  <a:pt x="36751" y="30979"/>
                  <a:pt x="36819" y="29614"/>
                  <a:pt x="36785" y="28215"/>
                </a:cubicBezTo>
                <a:cubicBezTo>
                  <a:pt x="36785" y="27908"/>
                  <a:pt x="36717" y="27601"/>
                  <a:pt x="36990" y="27362"/>
                </a:cubicBezTo>
                <a:cubicBezTo>
                  <a:pt x="37058" y="27328"/>
                  <a:pt x="37058" y="27123"/>
                  <a:pt x="37058" y="26986"/>
                </a:cubicBezTo>
                <a:cubicBezTo>
                  <a:pt x="37092" y="26543"/>
                  <a:pt x="37161" y="26133"/>
                  <a:pt x="37161" y="25690"/>
                </a:cubicBezTo>
                <a:cubicBezTo>
                  <a:pt x="37161" y="24154"/>
                  <a:pt x="37058" y="22585"/>
                  <a:pt x="36956" y="21015"/>
                </a:cubicBezTo>
                <a:lnTo>
                  <a:pt x="36956" y="20162"/>
                </a:lnTo>
                <a:lnTo>
                  <a:pt x="37058" y="20128"/>
                </a:lnTo>
                <a:close/>
                <a:moveTo>
                  <a:pt x="47432" y="35756"/>
                </a:moveTo>
                <a:cubicBezTo>
                  <a:pt x="48387" y="36404"/>
                  <a:pt x="49309" y="37087"/>
                  <a:pt x="50230" y="37769"/>
                </a:cubicBezTo>
                <a:cubicBezTo>
                  <a:pt x="50400" y="37906"/>
                  <a:pt x="50537" y="38042"/>
                  <a:pt x="50708" y="38179"/>
                </a:cubicBezTo>
                <a:lnTo>
                  <a:pt x="50639" y="38315"/>
                </a:lnTo>
                <a:cubicBezTo>
                  <a:pt x="50264" y="38179"/>
                  <a:pt x="49889" y="38042"/>
                  <a:pt x="49513" y="37906"/>
                </a:cubicBezTo>
                <a:cubicBezTo>
                  <a:pt x="49070" y="37735"/>
                  <a:pt x="48763" y="37428"/>
                  <a:pt x="48524" y="37053"/>
                </a:cubicBezTo>
                <a:cubicBezTo>
                  <a:pt x="48319" y="36677"/>
                  <a:pt x="48012" y="36370"/>
                  <a:pt x="47671" y="36166"/>
                </a:cubicBezTo>
                <a:cubicBezTo>
                  <a:pt x="47534" y="36063"/>
                  <a:pt x="47432" y="35927"/>
                  <a:pt x="47295" y="35824"/>
                </a:cubicBezTo>
                <a:lnTo>
                  <a:pt x="47363" y="35756"/>
                </a:lnTo>
                <a:close/>
                <a:moveTo>
                  <a:pt x="31074" y="32224"/>
                </a:moveTo>
                <a:cubicBezTo>
                  <a:pt x="31138" y="32224"/>
                  <a:pt x="31206" y="32276"/>
                  <a:pt x="31292" y="32412"/>
                </a:cubicBezTo>
                <a:cubicBezTo>
                  <a:pt x="30984" y="33197"/>
                  <a:pt x="30677" y="34016"/>
                  <a:pt x="30336" y="34801"/>
                </a:cubicBezTo>
                <a:cubicBezTo>
                  <a:pt x="30200" y="35074"/>
                  <a:pt x="29995" y="35312"/>
                  <a:pt x="29790" y="35551"/>
                </a:cubicBezTo>
                <a:cubicBezTo>
                  <a:pt x="29688" y="35722"/>
                  <a:pt x="29551" y="35927"/>
                  <a:pt x="29483" y="36131"/>
                </a:cubicBezTo>
                <a:cubicBezTo>
                  <a:pt x="29415" y="36234"/>
                  <a:pt x="29381" y="36336"/>
                  <a:pt x="29312" y="36439"/>
                </a:cubicBezTo>
                <a:cubicBezTo>
                  <a:pt x="29039" y="36882"/>
                  <a:pt x="28630" y="37258"/>
                  <a:pt x="28186" y="37530"/>
                </a:cubicBezTo>
                <a:cubicBezTo>
                  <a:pt x="28050" y="37599"/>
                  <a:pt x="27913" y="37735"/>
                  <a:pt x="27879" y="37872"/>
                </a:cubicBezTo>
                <a:cubicBezTo>
                  <a:pt x="27777" y="38213"/>
                  <a:pt x="27538" y="38281"/>
                  <a:pt x="27265" y="38452"/>
                </a:cubicBezTo>
                <a:cubicBezTo>
                  <a:pt x="27436" y="37940"/>
                  <a:pt x="27709" y="37428"/>
                  <a:pt x="28118" y="37019"/>
                </a:cubicBezTo>
                <a:cubicBezTo>
                  <a:pt x="28937" y="36234"/>
                  <a:pt x="29620" y="35312"/>
                  <a:pt x="30097" y="34255"/>
                </a:cubicBezTo>
                <a:cubicBezTo>
                  <a:pt x="30234" y="33948"/>
                  <a:pt x="30336" y="33675"/>
                  <a:pt x="30097" y="33402"/>
                </a:cubicBezTo>
                <a:cubicBezTo>
                  <a:pt x="30370" y="33026"/>
                  <a:pt x="30643" y="32685"/>
                  <a:pt x="30882" y="32344"/>
                </a:cubicBezTo>
                <a:cubicBezTo>
                  <a:pt x="30950" y="32276"/>
                  <a:pt x="31010" y="32224"/>
                  <a:pt x="31074" y="32224"/>
                </a:cubicBezTo>
                <a:close/>
                <a:moveTo>
                  <a:pt x="24023" y="37019"/>
                </a:moveTo>
                <a:lnTo>
                  <a:pt x="25149" y="38042"/>
                </a:lnTo>
                <a:lnTo>
                  <a:pt x="24740" y="38520"/>
                </a:lnTo>
                <a:cubicBezTo>
                  <a:pt x="24228" y="38247"/>
                  <a:pt x="24160" y="37633"/>
                  <a:pt x="24023" y="37019"/>
                </a:cubicBezTo>
                <a:close/>
                <a:moveTo>
                  <a:pt x="33441" y="36712"/>
                </a:moveTo>
                <a:lnTo>
                  <a:pt x="33441" y="36746"/>
                </a:lnTo>
                <a:cubicBezTo>
                  <a:pt x="33237" y="37394"/>
                  <a:pt x="32964" y="38042"/>
                  <a:pt x="32554" y="38657"/>
                </a:cubicBezTo>
                <a:lnTo>
                  <a:pt x="32827" y="37189"/>
                </a:lnTo>
                <a:lnTo>
                  <a:pt x="33441" y="36712"/>
                </a:lnTo>
                <a:close/>
                <a:moveTo>
                  <a:pt x="46442" y="38349"/>
                </a:moveTo>
                <a:cubicBezTo>
                  <a:pt x="46470" y="38461"/>
                  <a:pt x="46520" y="38572"/>
                  <a:pt x="46557" y="38683"/>
                </a:cubicBezTo>
                <a:lnTo>
                  <a:pt x="46557" y="38683"/>
                </a:lnTo>
                <a:cubicBezTo>
                  <a:pt x="46483" y="38583"/>
                  <a:pt x="46422" y="38500"/>
                  <a:pt x="46340" y="38418"/>
                </a:cubicBezTo>
                <a:lnTo>
                  <a:pt x="46442" y="38349"/>
                </a:lnTo>
                <a:close/>
                <a:moveTo>
                  <a:pt x="16086" y="0"/>
                </a:moveTo>
                <a:cubicBezTo>
                  <a:pt x="16007" y="0"/>
                  <a:pt x="15937" y="84"/>
                  <a:pt x="15868" y="200"/>
                </a:cubicBezTo>
                <a:cubicBezTo>
                  <a:pt x="15800" y="370"/>
                  <a:pt x="15731" y="541"/>
                  <a:pt x="15663" y="712"/>
                </a:cubicBezTo>
                <a:lnTo>
                  <a:pt x="14059" y="4192"/>
                </a:lnTo>
                <a:cubicBezTo>
                  <a:pt x="14025" y="4260"/>
                  <a:pt x="13991" y="4329"/>
                  <a:pt x="13889" y="4499"/>
                </a:cubicBezTo>
                <a:cubicBezTo>
                  <a:pt x="13923" y="4192"/>
                  <a:pt x="13957" y="3953"/>
                  <a:pt x="13991" y="3783"/>
                </a:cubicBezTo>
                <a:cubicBezTo>
                  <a:pt x="13991" y="3612"/>
                  <a:pt x="13957" y="3442"/>
                  <a:pt x="13821" y="3442"/>
                </a:cubicBezTo>
                <a:cubicBezTo>
                  <a:pt x="13684" y="3510"/>
                  <a:pt x="13616" y="3578"/>
                  <a:pt x="13582" y="3680"/>
                </a:cubicBezTo>
                <a:cubicBezTo>
                  <a:pt x="13206" y="4977"/>
                  <a:pt x="12490" y="6001"/>
                  <a:pt x="11807" y="6990"/>
                </a:cubicBezTo>
                <a:cubicBezTo>
                  <a:pt x="11773" y="7093"/>
                  <a:pt x="11671" y="7093"/>
                  <a:pt x="11603" y="7161"/>
                </a:cubicBezTo>
                <a:cubicBezTo>
                  <a:pt x="11534" y="7195"/>
                  <a:pt x="11398" y="7263"/>
                  <a:pt x="11398" y="7332"/>
                </a:cubicBezTo>
                <a:cubicBezTo>
                  <a:pt x="11295" y="7809"/>
                  <a:pt x="10920" y="7980"/>
                  <a:pt x="10613" y="8185"/>
                </a:cubicBezTo>
                <a:cubicBezTo>
                  <a:pt x="10340" y="8355"/>
                  <a:pt x="10067" y="8492"/>
                  <a:pt x="9760" y="8594"/>
                </a:cubicBezTo>
                <a:cubicBezTo>
                  <a:pt x="9658" y="8662"/>
                  <a:pt x="9555" y="8696"/>
                  <a:pt x="9453" y="8765"/>
                </a:cubicBezTo>
                <a:cubicBezTo>
                  <a:pt x="9180" y="8901"/>
                  <a:pt x="9282" y="9311"/>
                  <a:pt x="9589" y="9311"/>
                </a:cubicBezTo>
                <a:cubicBezTo>
                  <a:pt x="9862" y="9208"/>
                  <a:pt x="10135" y="9106"/>
                  <a:pt x="10408" y="8969"/>
                </a:cubicBezTo>
                <a:lnTo>
                  <a:pt x="10784" y="8799"/>
                </a:lnTo>
                <a:cubicBezTo>
                  <a:pt x="10784" y="8867"/>
                  <a:pt x="10784" y="8901"/>
                  <a:pt x="10784" y="8935"/>
                </a:cubicBezTo>
                <a:cubicBezTo>
                  <a:pt x="10272" y="9788"/>
                  <a:pt x="9589" y="10505"/>
                  <a:pt x="8770" y="11051"/>
                </a:cubicBezTo>
                <a:cubicBezTo>
                  <a:pt x="8591" y="11158"/>
                  <a:pt x="8403" y="11256"/>
                  <a:pt x="8220" y="11256"/>
                </a:cubicBezTo>
                <a:cubicBezTo>
                  <a:pt x="8054" y="11256"/>
                  <a:pt x="7893" y="11176"/>
                  <a:pt x="7747" y="10949"/>
                </a:cubicBezTo>
                <a:cubicBezTo>
                  <a:pt x="7695" y="10914"/>
                  <a:pt x="7644" y="10897"/>
                  <a:pt x="7597" y="10897"/>
                </a:cubicBezTo>
                <a:cubicBezTo>
                  <a:pt x="7550" y="10897"/>
                  <a:pt x="7508" y="10914"/>
                  <a:pt x="7474" y="10949"/>
                </a:cubicBezTo>
                <a:cubicBezTo>
                  <a:pt x="7405" y="11051"/>
                  <a:pt x="7405" y="11187"/>
                  <a:pt x="7440" y="11324"/>
                </a:cubicBezTo>
                <a:cubicBezTo>
                  <a:pt x="7560" y="11656"/>
                  <a:pt x="7895" y="11882"/>
                  <a:pt x="8254" y="11882"/>
                </a:cubicBezTo>
                <a:cubicBezTo>
                  <a:pt x="8301" y="11882"/>
                  <a:pt x="8348" y="11878"/>
                  <a:pt x="8395" y="11870"/>
                </a:cubicBezTo>
                <a:cubicBezTo>
                  <a:pt x="10067" y="11665"/>
                  <a:pt x="11432" y="10607"/>
                  <a:pt x="12626" y="9174"/>
                </a:cubicBezTo>
                <a:cubicBezTo>
                  <a:pt x="12683" y="9088"/>
                  <a:pt x="12765" y="9027"/>
                  <a:pt x="12850" y="8969"/>
                </a:cubicBezTo>
                <a:lnTo>
                  <a:pt x="12850" y="8969"/>
                </a:lnTo>
                <a:cubicBezTo>
                  <a:pt x="12678" y="9331"/>
                  <a:pt x="12412" y="9660"/>
                  <a:pt x="12114" y="9925"/>
                </a:cubicBezTo>
                <a:cubicBezTo>
                  <a:pt x="11978" y="10061"/>
                  <a:pt x="11841" y="10164"/>
                  <a:pt x="11739" y="10300"/>
                </a:cubicBezTo>
                <a:cubicBezTo>
                  <a:pt x="11705" y="10403"/>
                  <a:pt x="11671" y="10539"/>
                  <a:pt x="11705" y="10676"/>
                </a:cubicBezTo>
                <a:cubicBezTo>
                  <a:pt x="11730" y="10726"/>
                  <a:pt x="11828" y="10757"/>
                  <a:pt x="11906" y="10757"/>
                </a:cubicBezTo>
                <a:cubicBezTo>
                  <a:pt x="11934" y="10757"/>
                  <a:pt x="11960" y="10753"/>
                  <a:pt x="11978" y="10744"/>
                </a:cubicBezTo>
                <a:cubicBezTo>
                  <a:pt x="12114" y="10676"/>
                  <a:pt x="12217" y="10607"/>
                  <a:pt x="12319" y="10505"/>
                </a:cubicBezTo>
                <a:cubicBezTo>
                  <a:pt x="12592" y="10232"/>
                  <a:pt x="12831" y="9993"/>
                  <a:pt x="13070" y="9720"/>
                </a:cubicBezTo>
                <a:lnTo>
                  <a:pt x="13070" y="9720"/>
                </a:lnTo>
                <a:cubicBezTo>
                  <a:pt x="13002" y="10232"/>
                  <a:pt x="12729" y="10676"/>
                  <a:pt x="12353" y="10983"/>
                </a:cubicBezTo>
                <a:cubicBezTo>
                  <a:pt x="12183" y="11085"/>
                  <a:pt x="12080" y="11222"/>
                  <a:pt x="11944" y="11392"/>
                </a:cubicBezTo>
                <a:cubicBezTo>
                  <a:pt x="11261" y="12279"/>
                  <a:pt x="10442" y="13064"/>
                  <a:pt x="9487" y="13713"/>
                </a:cubicBezTo>
                <a:cubicBezTo>
                  <a:pt x="9138" y="13968"/>
                  <a:pt x="8789" y="14145"/>
                  <a:pt x="8418" y="14145"/>
                </a:cubicBezTo>
                <a:cubicBezTo>
                  <a:pt x="8245" y="14145"/>
                  <a:pt x="8068" y="14107"/>
                  <a:pt x="7883" y="14020"/>
                </a:cubicBezTo>
                <a:cubicBezTo>
                  <a:pt x="7833" y="13995"/>
                  <a:pt x="7779" y="13979"/>
                  <a:pt x="7726" y="13979"/>
                </a:cubicBezTo>
                <a:cubicBezTo>
                  <a:pt x="7635" y="13979"/>
                  <a:pt x="7551" y="14026"/>
                  <a:pt x="7508" y="14156"/>
                </a:cubicBezTo>
                <a:cubicBezTo>
                  <a:pt x="7440" y="14327"/>
                  <a:pt x="7542" y="14532"/>
                  <a:pt x="7747" y="14566"/>
                </a:cubicBezTo>
                <a:cubicBezTo>
                  <a:pt x="8020" y="14668"/>
                  <a:pt x="8293" y="14736"/>
                  <a:pt x="8600" y="14839"/>
                </a:cubicBezTo>
                <a:cubicBezTo>
                  <a:pt x="8235" y="15047"/>
                  <a:pt x="7931" y="15295"/>
                  <a:pt x="7579" y="15295"/>
                </a:cubicBezTo>
                <a:cubicBezTo>
                  <a:pt x="7470" y="15295"/>
                  <a:pt x="7356" y="15271"/>
                  <a:pt x="7235" y="15214"/>
                </a:cubicBezTo>
                <a:cubicBezTo>
                  <a:pt x="7185" y="15189"/>
                  <a:pt x="7135" y="15173"/>
                  <a:pt x="7088" y="15173"/>
                </a:cubicBezTo>
                <a:cubicBezTo>
                  <a:pt x="7008" y="15173"/>
                  <a:pt x="6937" y="15221"/>
                  <a:pt x="6894" y="15350"/>
                </a:cubicBezTo>
                <a:cubicBezTo>
                  <a:pt x="6825" y="15521"/>
                  <a:pt x="6928" y="15726"/>
                  <a:pt x="7098" y="15794"/>
                </a:cubicBezTo>
                <a:cubicBezTo>
                  <a:pt x="7230" y="15907"/>
                  <a:pt x="7382" y="15957"/>
                  <a:pt x="7543" y="15957"/>
                </a:cubicBezTo>
                <a:cubicBezTo>
                  <a:pt x="7675" y="15957"/>
                  <a:pt x="7813" y="15924"/>
                  <a:pt x="7951" y="15862"/>
                </a:cubicBezTo>
                <a:cubicBezTo>
                  <a:pt x="8395" y="15623"/>
                  <a:pt x="8873" y="15316"/>
                  <a:pt x="9316" y="15043"/>
                </a:cubicBezTo>
                <a:cubicBezTo>
                  <a:pt x="9453" y="14975"/>
                  <a:pt x="9555" y="14873"/>
                  <a:pt x="9692" y="14805"/>
                </a:cubicBezTo>
                <a:lnTo>
                  <a:pt x="9692" y="14805"/>
                </a:lnTo>
                <a:cubicBezTo>
                  <a:pt x="9521" y="15077"/>
                  <a:pt x="9385" y="15385"/>
                  <a:pt x="9077" y="15453"/>
                </a:cubicBezTo>
                <a:cubicBezTo>
                  <a:pt x="9009" y="15487"/>
                  <a:pt x="8839" y="15623"/>
                  <a:pt x="8839" y="15692"/>
                </a:cubicBezTo>
                <a:cubicBezTo>
                  <a:pt x="8804" y="15965"/>
                  <a:pt x="8668" y="16204"/>
                  <a:pt x="8463" y="16340"/>
                </a:cubicBezTo>
                <a:cubicBezTo>
                  <a:pt x="8088" y="16715"/>
                  <a:pt x="7713" y="17057"/>
                  <a:pt x="7303" y="17398"/>
                </a:cubicBezTo>
                <a:cubicBezTo>
                  <a:pt x="7110" y="17591"/>
                  <a:pt x="6848" y="17682"/>
                  <a:pt x="6578" y="17682"/>
                </a:cubicBezTo>
                <a:cubicBezTo>
                  <a:pt x="6467" y="17682"/>
                  <a:pt x="6355" y="17667"/>
                  <a:pt x="6245" y="17637"/>
                </a:cubicBezTo>
                <a:cubicBezTo>
                  <a:pt x="6197" y="17613"/>
                  <a:pt x="6149" y="17588"/>
                  <a:pt x="6113" y="17588"/>
                </a:cubicBezTo>
                <a:cubicBezTo>
                  <a:pt x="6098" y="17588"/>
                  <a:pt x="6085" y="17593"/>
                  <a:pt x="6075" y="17603"/>
                </a:cubicBezTo>
                <a:cubicBezTo>
                  <a:pt x="5972" y="17637"/>
                  <a:pt x="5938" y="17705"/>
                  <a:pt x="5904" y="17773"/>
                </a:cubicBezTo>
                <a:cubicBezTo>
                  <a:pt x="5870" y="17876"/>
                  <a:pt x="5870" y="17978"/>
                  <a:pt x="5938" y="18046"/>
                </a:cubicBezTo>
                <a:cubicBezTo>
                  <a:pt x="6075" y="18149"/>
                  <a:pt x="6211" y="18251"/>
                  <a:pt x="6348" y="18285"/>
                </a:cubicBezTo>
                <a:cubicBezTo>
                  <a:pt x="6430" y="18299"/>
                  <a:pt x="6510" y="18306"/>
                  <a:pt x="6589" y="18306"/>
                </a:cubicBezTo>
                <a:cubicBezTo>
                  <a:pt x="6904" y="18306"/>
                  <a:pt x="7194" y="18196"/>
                  <a:pt x="7440" y="17978"/>
                </a:cubicBezTo>
                <a:cubicBezTo>
                  <a:pt x="7815" y="17705"/>
                  <a:pt x="8224" y="17364"/>
                  <a:pt x="8634" y="17023"/>
                </a:cubicBezTo>
                <a:lnTo>
                  <a:pt x="8634" y="17023"/>
                </a:lnTo>
                <a:cubicBezTo>
                  <a:pt x="8600" y="17159"/>
                  <a:pt x="8566" y="17330"/>
                  <a:pt x="8531" y="17466"/>
                </a:cubicBezTo>
                <a:cubicBezTo>
                  <a:pt x="8293" y="17978"/>
                  <a:pt x="8054" y="18490"/>
                  <a:pt x="7815" y="19036"/>
                </a:cubicBezTo>
                <a:cubicBezTo>
                  <a:pt x="7644" y="19479"/>
                  <a:pt x="7337" y="19855"/>
                  <a:pt x="6928" y="20094"/>
                </a:cubicBezTo>
                <a:cubicBezTo>
                  <a:pt x="6791" y="20196"/>
                  <a:pt x="6655" y="20298"/>
                  <a:pt x="6484" y="20401"/>
                </a:cubicBezTo>
                <a:cubicBezTo>
                  <a:pt x="6279" y="20469"/>
                  <a:pt x="6211" y="20742"/>
                  <a:pt x="6313" y="20947"/>
                </a:cubicBezTo>
                <a:cubicBezTo>
                  <a:pt x="6348" y="20981"/>
                  <a:pt x="6279" y="21083"/>
                  <a:pt x="6245" y="21186"/>
                </a:cubicBezTo>
                <a:cubicBezTo>
                  <a:pt x="6245" y="21322"/>
                  <a:pt x="6211" y="21493"/>
                  <a:pt x="6245" y="21527"/>
                </a:cubicBezTo>
                <a:cubicBezTo>
                  <a:pt x="6295" y="21577"/>
                  <a:pt x="6382" y="21608"/>
                  <a:pt x="6465" y="21608"/>
                </a:cubicBezTo>
                <a:cubicBezTo>
                  <a:pt x="6495" y="21608"/>
                  <a:pt x="6525" y="21604"/>
                  <a:pt x="6552" y="21595"/>
                </a:cubicBezTo>
                <a:cubicBezTo>
                  <a:pt x="6825" y="21424"/>
                  <a:pt x="7098" y="21186"/>
                  <a:pt x="7303" y="20878"/>
                </a:cubicBezTo>
                <a:cubicBezTo>
                  <a:pt x="7610" y="20401"/>
                  <a:pt x="8054" y="20025"/>
                  <a:pt x="8566" y="19752"/>
                </a:cubicBezTo>
                <a:cubicBezTo>
                  <a:pt x="8907" y="19445"/>
                  <a:pt x="9248" y="19104"/>
                  <a:pt x="9555" y="18729"/>
                </a:cubicBezTo>
                <a:cubicBezTo>
                  <a:pt x="9589" y="18899"/>
                  <a:pt x="9589" y="19036"/>
                  <a:pt x="9555" y="19172"/>
                </a:cubicBezTo>
                <a:cubicBezTo>
                  <a:pt x="9555" y="19275"/>
                  <a:pt x="9521" y="19377"/>
                  <a:pt x="9487" y="19479"/>
                </a:cubicBezTo>
                <a:cubicBezTo>
                  <a:pt x="9214" y="20128"/>
                  <a:pt x="8873" y="20776"/>
                  <a:pt x="8463" y="21356"/>
                </a:cubicBezTo>
                <a:cubicBezTo>
                  <a:pt x="8429" y="21254"/>
                  <a:pt x="8429" y="21186"/>
                  <a:pt x="8429" y="21083"/>
                </a:cubicBezTo>
                <a:cubicBezTo>
                  <a:pt x="8406" y="20876"/>
                  <a:pt x="8367" y="20777"/>
                  <a:pt x="8282" y="20777"/>
                </a:cubicBezTo>
                <a:cubicBezTo>
                  <a:pt x="8241" y="20777"/>
                  <a:pt x="8188" y="20800"/>
                  <a:pt x="8122" y="20844"/>
                </a:cubicBezTo>
                <a:cubicBezTo>
                  <a:pt x="8020" y="20878"/>
                  <a:pt x="7951" y="20947"/>
                  <a:pt x="7883" y="20947"/>
                </a:cubicBezTo>
                <a:cubicBezTo>
                  <a:pt x="7713" y="20981"/>
                  <a:pt x="7678" y="21083"/>
                  <a:pt x="7610" y="21288"/>
                </a:cubicBezTo>
                <a:cubicBezTo>
                  <a:pt x="7576" y="21629"/>
                  <a:pt x="7474" y="21970"/>
                  <a:pt x="7337" y="22277"/>
                </a:cubicBezTo>
                <a:cubicBezTo>
                  <a:pt x="6894" y="23165"/>
                  <a:pt x="6416" y="24086"/>
                  <a:pt x="5904" y="24939"/>
                </a:cubicBezTo>
                <a:cubicBezTo>
                  <a:pt x="5529" y="25724"/>
                  <a:pt x="4846" y="26270"/>
                  <a:pt x="3993" y="26475"/>
                </a:cubicBezTo>
                <a:cubicBezTo>
                  <a:pt x="3959" y="26475"/>
                  <a:pt x="3933" y="26466"/>
                  <a:pt x="3908" y="26466"/>
                </a:cubicBezTo>
                <a:cubicBezTo>
                  <a:pt x="3882" y="26466"/>
                  <a:pt x="3857" y="26475"/>
                  <a:pt x="3823" y="26509"/>
                </a:cubicBezTo>
                <a:cubicBezTo>
                  <a:pt x="3754" y="26611"/>
                  <a:pt x="3652" y="26713"/>
                  <a:pt x="3652" y="26816"/>
                </a:cubicBezTo>
                <a:cubicBezTo>
                  <a:pt x="3621" y="26969"/>
                  <a:pt x="3728" y="27094"/>
                  <a:pt x="3848" y="27094"/>
                </a:cubicBezTo>
                <a:cubicBezTo>
                  <a:pt x="3862" y="27094"/>
                  <a:pt x="3877" y="27092"/>
                  <a:pt x="3891" y="27089"/>
                </a:cubicBezTo>
                <a:cubicBezTo>
                  <a:pt x="4198" y="27021"/>
                  <a:pt x="4505" y="26986"/>
                  <a:pt x="4812" y="26986"/>
                </a:cubicBezTo>
                <a:cubicBezTo>
                  <a:pt x="4851" y="26992"/>
                  <a:pt x="4889" y="26995"/>
                  <a:pt x="4926" y="26995"/>
                </a:cubicBezTo>
                <a:cubicBezTo>
                  <a:pt x="5315" y="26995"/>
                  <a:pt x="5624" y="26687"/>
                  <a:pt x="5904" y="26406"/>
                </a:cubicBezTo>
                <a:cubicBezTo>
                  <a:pt x="6075" y="26270"/>
                  <a:pt x="6211" y="26099"/>
                  <a:pt x="6348" y="25929"/>
                </a:cubicBezTo>
                <a:cubicBezTo>
                  <a:pt x="6928" y="25076"/>
                  <a:pt x="7508" y="24222"/>
                  <a:pt x="8054" y="23369"/>
                </a:cubicBezTo>
                <a:cubicBezTo>
                  <a:pt x="8293" y="22994"/>
                  <a:pt x="8497" y="22585"/>
                  <a:pt x="8804" y="22209"/>
                </a:cubicBezTo>
                <a:lnTo>
                  <a:pt x="8804" y="22209"/>
                </a:lnTo>
                <a:cubicBezTo>
                  <a:pt x="8770" y="22380"/>
                  <a:pt x="8736" y="22550"/>
                  <a:pt x="8668" y="22721"/>
                </a:cubicBezTo>
                <a:cubicBezTo>
                  <a:pt x="8600" y="23062"/>
                  <a:pt x="8463" y="23404"/>
                  <a:pt x="8395" y="23779"/>
                </a:cubicBezTo>
                <a:cubicBezTo>
                  <a:pt x="8020" y="25519"/>
                  <a:pt x="7132" y="27123"/>
                  <a:pt x="5938" y="28454"/>
                </a:cubicBezTo>
                <a:cubicBezTo>
                  <a:pt x="5597" y="28761"/>
                  <a:pt x="5256" y="29068"/>
                  <a:pt x="4880" y="29307"/>
                </a:cubicBezTo>
                <a:cubicBezTo>
                  <a:pt x="4812" y="29375"/>
                  <a:pt x="4744" y="29409"/>
                  <a:pt x="4676" y="29443"/>
                </a:cubicBezTo>
                <a:cubicBezTo>
                  <a:pt x="4505" y="29512"/>
                  <a:pt x="4437" y="29648"/>
                  <a:pt x="4471" y="29819"/>
                </a:cubicBezTo>
                <a:cubicBezTo>
                  <a:pt x="4518" y="29961"/>
                  <a:pt x="4616" y="30021"/>
                  <a:pt x="4705" y="30021"/>
                </a:cubicBezTo>
                <a:cubicBezTo>
                  <a:pt x="4744" y="30021"/>
                  <a:pt x="4781" y="30010"/>
                  <a:pt x="4812" y="29989"/>
                </a:cubicBezTo>
                <a:cubicBezTo>
                  <a:pt x="5187" y="29785"/>
                  <a:pt x="5563" y="29546"/>
                  <a:pt x="5904" y="29307"/>
                </a:cubicBezTo>
                <a:cubicBezTo>
                  <a:pt x="6143" y="29034"/>
                  <a:pt x="6416" y="28795"/>
                  <a:pt x="6621" y="28488"/>
                </a:cubicBezTo>
                <a:lnTo>
                  <a:pt x="6621" y="28488"/>
                </a:lnTo>
                <a:cubicBezTo>
                  <a:pt x="6552" y="28693"/>
                  <a:pt x="6552" y="28795"/>
                  <a:pt x="6484" y="28863"/>
                </a:cubicBezTo>
                <a:cubicBezTo>
                  <a:pt x="6313" y="29239"/>
                  <a:pt x="6075" y="29580"/>
                  <a:pt x="5870" y="29955"/>
                </a:cubicBezTo>
                <a:cubicBezTo>
                  <a:pt x="5460" y="30740"/>
                  <a:pt x="4710" y="31354"/>
                  <a:pt x="3823" y="31559"/>
                </a:cubicBezTo>
                <a:cubicBezTo>
                  <a:pt x="3550" y="31661"/>
                  <a:pt x="3311" y="31695"/>
                  <a:pt x="3038" y="31798"/>
                </a:cubicBezTo>
                <a:cubicBezTo>
                  <a:pt x="2867" y="31832"/>
                  <a:pt x="2765" y="32003"/>
                  <a:pt x="2799" y="32173"/>
                </a:cubicBezTo>
                <a:cubicBezTo>
                  <a:pt x="2867" y="32378"/>
                  <a:pt x="3004" y="32378"/>
                  <a:pt x="3140" y="32378"/>
                </a:cubicBezTo>
                <a:cubicBezTo>
                  <a:pt x="3311" y="32310"/>
                  <a:pt x="3481" y="32276"/>
                  <a:pt x="3652" y="32241"/>
                </a:cubicBezTo>
                <a:cubicBezTo>
                  <a:pt x="3679" y="32232"/>
                  <a:pt x="3707" y="32228"/>
                  <a:pt x="3734" y="32228"/>
                </a:cubicBezTo>
                <a:cubicBezTo>
                  <a:pt x="3809" y="32228"/>
                  <a:pt x="3884" y="32260"/>
                  <a:pt x="3959" y="32310"/>
                </a:cubicBezTo>
                <a:cubicBezTo>
                  <a:pt x="4032" y="32401"/>
                  <a:pt x="4106" y="32434"/>
                  <a:pt x="4184" y="32434"/>
                </a:cubicBezTo>
                <a:cubicBezTo>
                  <a:pt x="4252" y="32434"/>
                  <a:pt x="4324" y="32410"/>
                  <a:pt x="4403" y="32378"/>
                </a:cubicBezTo>
                <a:cubicBezTo>
                  <a:pt x="4846" y="32105"/>
                  <a:pt x="5256" y="31764"/>
                  <a:pt x="5563" y="31354"/>
                </a:cubicBezTo>
                <a:cubicBezTo>
                  <a:pt x="5972" y="30876"/>
                  <a:pt x="6382" y="30433"/>
                  <a:pt x="6825" y="29921"/>
                </a:cubicBezTo>
                <a:cubicBezTo>
                  <a:pt x="6931" y="30016"/>
                  <a:pt x="7034" y="30049"/>
                  <a:pt x="7137" y="30049"/>
                </a:cubicBezTo>
                <a:cubicBezTo>
                  <a:pt x="7367" y="30049"/>
                  <a:pt x="7601" y="29887"/>
                  <a:pt x="7883" y="29887"/>
                </a:cubicBezTo>
                <a:cubicBezTo>
                  <a:pt x="7815" y="30058"/>
                  <a:pt x="7781" y="30194"/>
                  <a:pt x="7747" y="30296"/>
                </a:cubicBezTo>
                <a:cubicBezTo>
                  <a:pt x="7713" y="30331"/>
                  <a:pt x="7644" y="30365"/>
                  <a:pt x="7644" y="30365"/>
                </a:cubicBezTo>
                <a:cubicBezTo>
                  <a:pt x="7592" y="30338"/>
                  <a:pt x="7544" y="30326"/>
                  <a:pt x="7501" y="30326"/>
                </a:cubicBezTo>
                <a:cubicBezTo>
                  <a:pt x="7374" y="30326"/>
                  <a:pt x="7286" y="30434"/>
                  <a:pt x="7235" y="30638"/>
                </a:cubicBezTo>
                <a:cubicBezTo>
                  <a:pt x="6928" y="31730"/>
                  <a:pt x="6177" y="32651"/>
                  <a:pt x="5187" y="33197"/>
                </a:cubicBezTo>
                <a:cubicBezTo>
                  <a:pt x="4880" y="33367"/>
                  <a:pt x="4676" y="33709"/>
                  <a:pt x="4641" y="34050"/>
                </a:cubicBezTo>
                <a:cubicBezTo>
                  <a:pt x="4573" y="34221"/>
                  <a:pt x="4505" y="34391"/>
                  <a:pt x="4437" y="34562"/>
                </a:cubicBezTo>
                <a:cubicBezTo>
                  <a:pt x="3584" y="35756"/>
                  <a:pt x="2628" y="36814"/>
                  <a:pt x="1502" y="37769"/>
                </a:cubicBezTo>
                <a:cubicBezTo>
                  <a:pt x="1332" y="37906"/>
                  <a:pt x="1161" y="38008"/>
                  <a:pt x="990" y="38145"/>
                </a:cubicBezTo>
                <a:cubicBezTo>
                  <a:pt x="909" y="38194"/>
                  <a:pt x="820" y="38235"/>
                  <a:pt x="730" y="38235"/>
                </a:cubicBezTo>
                <a:cubicBezTo>
                  <a:pt x="632" y="38235"/>
                  <a:pt x="534" y="38185"/>
                  <a:pt x="444" y="38042"/>
                </a:cubicBezTo>
                <a:cubicBezTo>
                  <a:pt x="404" y="38002"/>
                  <a:pt x="341" y="37986"/>
                  <a:pt x="282" y="37986"/>
                </a:cubicBezTo>
                <a:cubicBezTo>
                  <a:pt x="240" y="37986"/>
                  <a:pt x="200" y="37994"/>
                  <a:pt x="171" y="38008"/>
                </a:cubicBezTo>
                <a:cubicBezTo>
                  <a:pt x="35" y="38111"/>
                  <a:pt x="1" y="38315"/>
                  <a:pt x="103" y="38452"/>
                </a:cubicBezTo>
                <a:cubicBezTo>
                  <a:pt x="240" y="38622"/>
                  <a:pt x="376" y="38793"/>
                  <a:pt x="547" y="38964"/>
                </a:cubicBezTo>
                <a:cubicBezTo>
                  <a:pt x="547" y="38964"/>
                  <a:pt x="478" y="39066"/>
                  <a:pt x="478" y="39066"/>
                </a:cubicBezTo>
                <a:cubicBezTo>
                  <a:pt x="513" y="39100"/>
                  <a:pt x="478" y="39134"/>
                  <a:pt x="547" y="39134"/>
                </a:cubicBezTo>
                <a:lnTo>
                  <a:pt x="786" y="39134"/>
                </a:lnTo>
                <a:cubicBezTo>
                  <a:pt x="879" y="39156"/>
                  <a:pt x="969" y="39167"/>
                  <a:pt x="1057" y="39167"/>
                </a:cubicBezTo>
                <a:cubicBezTo>
                  <a:pt x="1517" y="39167"/>
                  <a:pt x="1904" y="38881"/>
                  <a:pt x="2219" y="38452"/>
                </a:cubicBezTo>
                <a:cubicBezTo>
                  <a:pt x="2526" y="38042"/>
                  <a:pt x="2969" y="37735"/>
                  <a:pt x="3481" y="37633"/>
                </a:cubicBezTo>
                <a:lnTo>
                  <a:pt x="3481" y="37633"/>
                </a:lnTo>
                <a:lnTo>
                  <a:pt x="2355" y="39066"/>
                </a:lnTo>
                <a:cubicBezTo>
                  <a:pt x="2457" y="39117"/>
                  <a:pt x="2564" y="39140"/>
                  <a:pt x="2671" y="39140"/>
                </a:cubicBezTo>
                <a:cubicBezTo>
                  <a:pt x="2922" y="39140"/>
                  <a:pt x="3167" y="39009"/>
                  <a:pt x="3311" y="38793"/>
                </a:cubicBezTo>
                <a:cubicBezTo>
                  <a:pt x="3925" y="37872"/>
                  <a:pt x="4607" y="36950"/>
                  <a:pt x="5290" y="36063"/>
                </a:cubicBezTo>
                <a:cubicBezTo>
                  <a:pt x="5426" y="35893"/>
                  <a:pt x="5597" y="35756"/>
                  <a:pt x="5768" y="35585"/>
                </a:cubicBezTo>
                <a:cubicBezTo>
                  <a:pt x="5972" y="35381"/>
                  <a:pt x="6143" y="35176"/>
                  <a:pt x="6279" y="34937"/>
                </a:cubicBezTo>
                <a:cubicBezTo>
                  <a:pt x="6621" y="34323"/>
                  <a:pt x="6894" y="33709"/>
                  <a:pt x="7201" y="33094"/>
                </a:cubicBezTo>
                <a:cubicBezTo>
                  <a:pt x="7269" y="32958"/>
                  <a:pt x="7337" y="32787"/>
                  <a:pt x="7405" y="32651"/>
                </a:cubicBezTo>
                <a:cubicBezTo>
                  <a:pt x="7435" y="32644"/>
                  <a:pt x="7463" y="32639"/>
                  <a:pt x="7488" y="32639"/>
                </a:cubicBezTo>
                <a:cubicBezTo>
                  <a:pt x="7581" y="32639"/>
                  <a:pt x="7644" y="32695"/>
                  <a:pt x="7644" y="32856"/>
                </a:cubicBezTo>
                <a:cubicBezTo>
                  <a:pt x="7713" y="33913"/>
                  <a:pt x="7678" y="35005"/>
                  <a:pt x="7542" y="36063"/>
                </a:cubicBezTo>
                <a:cubicBezTo>
                  <a:pt x="7474" y="36575"/>
                  <a:pt x="7269" y="37087"/>
                  <a:pt x="6928" y="37462"/>
                </a:cubicBezTo>
                <a:cubicBezTo>
                  <a:pt x="6996" y="37223"/>
                  <a:pt x="7030" y="37087"/>
                  <a:pt x="7064" y="36950"/>
                </a:cubicBezTo>
                <a:cubicBezTo>
                  <a:pt x="7201" y="36473"/>
                  <a:pt x="7337" y="36029"/>
                  <a:pt x="7474" y="35585"/>
                </a:cubicBezTo>
                <a:cubicBezTo>
                  <a:pt x="7508" y="35415"/>
                  <a:pt x="7542" y="35244"/>
                  <a:pt x="7542" y="35074"/>
                </a:cubicBezTo>
                <a:cubicBezTo>
                  <a:pt x="7576" y="34903"/>
                  <a:pt x="7508" y="34698"/>
                  <a:pt x="7337" y="34698"/>
                </a:cubicBezTo>
                <a:cubicBezTo>
                  <a:pt x="7201" y="34698"/>
                  <a:pt x="7167" y="34835"/>
                  <a:pt x="7098" y="35005"/>
                </a:cubicBezTo>
                <a:cubicBezTo>
                  <a:pt x="6962" y="35585"/>
                  <a:pt x="6825" y="36131"/>
                  <a:pt x="6655" y="36712"/>
                </a:cubicBezTo>
                <a:cubicBezTo>
                  <a:pt x="6537" y="36653"/>
                  <a:pt x="6444" y="36568"/>
                  <a:pt x="6356" y="36568"/>
                </a:cubicBezTo>
                <a:cubicBezTo>
                  <a:pt x="6341" y="36568"/>
                  <a:pt x="6327" y="36570"/>
                  <a:pt x="6313" y="36575"/>
                </a:cubicBezTo>
                <a:cubicBezTo>
                  <a:pt x="6177" y="36609"/>
                  <a:pt x="6075" y="36780"/>
                  <a:pt x="6006" y="36848"/>
                </a:cubicBezTo>
                <a:cubicBezTo>
                  <a:pt x="5938" y="36916"/>
                  <a:pt x="5870" y="37019"/>
                  <a:pt x="5802" y="37019"/>
                </a:cubicBezTo>
                <a:cubicBezTo>
                  <a:pt x="5770" y="37010"/>
                  <a:pt x="5741" y="37005"/>
                  <a:pt x="5715" y="37005"/>
                </a:cubicBezTo>
                <a:cubicBezTo>
                  <a:pt x="5545" y="37005"/>
                  <a:pt x="5490" y="37187"/>
                  <a:pt x="5460" y="37394"/>
                </a:cubicBezTo>
                <a:cubicBezTo>
                  <a:pt x="5426" y="37735"/>
                  <a:pt x="5290" y="38008"/>
                  <a:pt x="5051" y="38247"/>
                </a:cubicBezTo>
                <a:cubicBezTo>
                  <a:pt x="4812" y="38520"/>
                  <a:pt x="4607" y="38793"/>
                  <a:pt x="4437" y="39100"/>
                </a:cubicBezTo>
                <a:cubicBezTo>
                  <a:pt x="4573" y="39117"/>
                  <a:pt x="4701" y="39126"/>
                  <a:pt x="4829" y="39126"/>
                </a:cubicBezTo>
                <a:cubicBezTo>
                  <a:pt x="4957" y="39126"/>
                  <a:pt x="5085" y="39117"/>
                  <a:pt x="5222" y="39100"/>
                </a:cubicBezTo>
                <a:cubicBezTo>
                  <a:pt x="5290" y="39100"/>
                  <a:pt x="5392" y="38930"/>
                  <a:pt x="5460" y="38793"/>
                </a:cubicBezTo>
                <a:cubicBezTo>
                  <a:pt x="5699" y="38349"/>
                  <a:pt x="5972" y="37906"/>
                  <a:pt x="6245" y="37462"/>
                </a:cubicBezTo>
                <a:lnTo>
                  <a:pt x="6245" y="37462"/>
                </a:lnTo>
                <a:cubicBezTo>
                  <a:pt x="6143" y="38008"/>
                  <a:pt x="5938" y="38554"/>
                  <a:pt x="5699" y="39066"/>
                </a:cubicBezTo>
                <a:cubicBezTo>
                  <a:pt x="5859" y="39112"/>
                  <a:pt x="5965" y="39138"/>
                  <a:pt x="6043" y="39138"/>
                </a:cubicBezTo>
                <a:cubicBezTo>
                  <a:pt x="6200" y="39138"/>
                  <a:pt x="6245" y="39032"/>
                  <a:pt x="6382" y="38759"/>
                </a:cubicBezTo>
                <a:cubicBezTo>
                  <a:pt x="6450" y="38588"/>
                  <a:pt x="6518" y="38418"/>
                  <a:pt x="6621" y="38247"/>
                </a:cubicBezTo>
                <a:cubicBezTo>
                  <a:pt x="6621" y="38213"/>
                  <a:pt x="6655" y="38213"/>
                  <a:pt x="6655" y="38213"/>
                </a:cubicBezTo>
                <a:cubicBezTo>
                  <a:pt x="6723" y="38262"/>
                  <a:pt x="6786" y="38283"/>
                  <a:pt x="6845" y="38283"/>
                </a:cubicBezTo>
                <a:cubicBezTo>
                  <a:pt x="6992" y="38283"/>
                  <a:pt x="7113" y="38154"/>
                  <a:pt x="7235" y="38008"/>
                </a:cubicBezTo>
                <a:cubicBezTo>
                  <a:pt x="7610" y="37565"/>
                  <a:pt x="7849" y="37019"/>
                  <a:pt x="7951" y="36439"/>
                </a:cubicBezTo>
                <a:cubicBezTo>
                  <a:pt x="8122" y="35347"/>
                  <a:pt x="8190" y="34221"/>
                  <a:pt x="8088" y="33129"/>
                </a:cubicBezTo>
                <a:cubicBezTo>
                  <a:pt x="8088" y="32958"/>
                  <a:pt x="8054" y="32822"/>
                  <a:pt x="8020" y="32685"/>
                </a:cubicBezTo>
                <a:lnTo>
                  <a:pt x="8702" y="32173"/>
                </a:lnTo>
                <a:cubicBezTo>
                  <a:pt x="8770" y="32344"/>
                  <a:pt x="8804" y="32514"/>
                  <a:pt x="8804" y="32719"/>
                </a:cubicBezTo>
                <a:cubicBezTo>
                  <a:pt x="8839" y="33333"/>
                  <a:pt x="8736" y="33948"/>
                  <a:pt x="8497" y="34528"/>
                </a:cubicBezTo>
                <a:cubicBezTo>
                  <a:pt x="8463" y="34630"/>
                  <a:pt x="8429" y="34732"/>
                  <a:pt x="8395" y="34835"/>
                </a:cubicBezTo>
                <a:cubicBezTo>
                  <a:pt x="8361" y="35927"/>
                  <a:pt x="8054" y="36985"/>
                  <a:pt x="7542" y="37940"/>
                </a:cubicBezTo>
                <a:cubicBezTo>
                  <a:pt x="7405" y="38179"/>
                  <a:pt x="7235" y="38384"/>
                  <a:pt x="7030" y="38554"/>
                </a:cubicBezTo>
                <a:cubicBezTo>
                  <a:pt x="6894" y="38657"/>
                  <a:pt x="6791" y="38793"/>
                  <a:pt x="6894" y="38998"/>
                </a:cubicBezTo>
                <a:cubicBezTo>
                  <a:pt x="6933" y="39097"/>
                  <a:pt x="6985" y="39150"/>
                  <a:pt x="7054" y="39150"/>
                </a:cubicBezTo>
                <a:cubicBezTo>
                  <a:pt x="7104" y="39150"/>
                  <a:pt x="7164" y="39123"/>
                  <a:pt x="7235" y="39066"/>
                </a:cubicBezTo>
                <a:cubicBezTo>
                  <a:pt x="7405" y="38930"/>
                  <a:pt x="7576" y="38793"/>
                  <a:pt x="7781" y="38657"/>
                </a:cubicBezTo>
                <a:lnTo>
                  <a:pt x="7781" y="38657"/>
                </a:lnTo>
                <a:cubicBezTo>
                  <a:pt x="7747" y="38793"/>
                  <a:pt x="7747" y="38930"/>
                  <a:pt x="7713" y="39066"/>
                </a:cubicBezTo>
                <a:lnTo>
                  <a:pt x="8190" y="39066"/>
                </a:lnTo>
                <a:cubicBezTo>
                  <a:pt x="8259" y="38930"/>
                  <a:pt x="8327" y="38759"/>
                  <a:pt x="8361" y="38554"/>
                </a:cubicBezTo>
                <a:cubicBezTo>
                  <a:pt x="8668" y="37428"/>
                  <a:pt x="9009" y="36302"/>
                  <a:pt x="8975" y="35074"/>
                </a:cubicBezTo>
                <a:cubicBezTo>
                  <a:pt x="9009" y="34869"/>
                  <a:pt x="9077" y="34698"/>
                  <a:pt x="9180" y="34528"/>
                </a:cubicBezTo>
                <a:cubicBezTo>
                  <a:pt x="9350" y="34221"/>
                  <a:pt x="9589" y="33982"/>
                  <a:pt x="9726" y="33640"/>
                </a:cubicBezTo>
                <a:cubicBezTo>
                  <a:pt x="10374" y="32241"/>
                  <a:pt x="10988" y="30808"/>
                  <a:pt x="11603" y="29375"/>
                </a:cubicBezTo>
                <a:cubicBezTo>
                  <a:pt x="12080" y="28181"/>
                  <a:pt x="12456" y="26884"/>
                  <a:pt x="12660" y="25587"/>
                </a:cubicBezTo>
                <a:cubicBezTo>
                  <a:pt x="12660" y="25212"/>
                  <a:pt x="12865" y="24871"/>
                  <a:pt x="13172" y="24598"/>
                </a:cubicBezTo>
                <a:lnTo>
                  <a:pt x="13172" y="24598"/>
                </a:lnTo>
                <a:cubicBezTo>
                  <a:pt x="13377" y="25553"/>
                  <a:pt x="13240" y="26509"/>
                  <a:pt x="12831" y="27362"/>
                </a:cubicBezTo>
                <a:cubicBezTo>
                  <a:pt x="12592" y="27669"/>
                  <a:pt x="12524" y="28044"/>
                  <a:pt x="12626" y="28386"/>
                </a:cubicBezTo>
                <a:cubicBezTo>
                  <a:pt x="12694" y="28590"/>
                  <a:pt x="12694" y="28795"/>
                  <a:pt x="12694" y="29000"/>
                </a:cubicBezTo>
                <a:cubicBezTo>
                  <a:pt x="12797" y="29614"/>
                  <a:pt x="12490" y="30194"/>
                  <a:pt x="11944" y="30467"/>
                </a:cubicBezTo>
                <a:cubicBezTo>
                  <a:pt x="11978" y="30331"/>
                  <a:pt x="12012" y="30228"/>
                  <a:pt x="12012" y="30126"/>
                </a:cubicBezTo>
                <a:cubicBezTo>
                  <a:pt x="12080" y="29989"/>
                  <a:pt x="12114" y="29853"/>
                  <a:pt x="12114" y="29716"/>
                </a:cubicBezTo>
                <a:cubicBezTo>
                  <a:pt x="12114" y="29614"/>
                  <a:pt x="12046" y="29512"/>
                  <a:pt x="11978" y="29443"/>
                </a:cubicBezTo>
                <a:cubicBezTo>
                  <a:pt x="11910" y="29443"/>
                  <a:pt x="11807" y="29477"/>
                  <a:pt x="11739" y="29546"/>
                </a:cubicBezTo>
                <a:cubicBezTo>
                  <a:pt x="11705" y="29648"/>
                  <a:pt x="11637" y="29785"/>
                  <a:pt x="11637" y="29887"/>
                </a:cubicBezTo>
                <a:cubicBezTo>
                  <a:pt x="11295" y="30706"/>
                  <a:pt x="11022" y="31525"/>
                  <a:pt x="10681" y="32310"/>
                </a:cubicBezTo>
                <a:cubicBezTo>
                  <a:pt x="10408" y="32890"/>
                  <a:pt x="10101" y="33436"/>
                  <a:pt x="9828" y="34016"/>
                </a:cubicBezTo>
                <a:cubicBezTo>
                  <a:pt x="9794" y="34084"/>
                  <a:pt x="9760" y="34118"/>
                  <a:pt x="9726" y="34186"/>
                </a:cubicBezTo>
                <a:cubicBezTo>
                  <a:pt x="9623" y="34323"/>
                  <a:pt x="9521" y="34459"/>
                  <a:pt x="9692" y="34664"/>
                </a:cubicBezTo>
                <a:cubicBezTo>
                  <a:pt x="9749" y="34721"/>
                  <a:pt x="9798" y="34744"/>
                  <a:pt x="9842" y="34744"/>
                </a:cubicBezTo>
                <a:cubicBezTo>
                  <a:pt x="9931" y="34744"/>
                  <a:pt x="9999" y="34653"/>
                  <a:pt x="10067" y="34562"/>
                </a:cubicBezTo>
                <a:cubicBezTo>
                  <a:pt x="10272" y="34289"/>
                  <a:pt x="10408" y="34050"/>
                  <a:pt x="10579" y="33743"/>
                </a:cubicBezTo>
                <a:cubicBezTo>
                  <a:pt x="10818" y="33265"/>
                  <a:pt x="11022" y="32787"/>
                  <a:pt x="11227" y="32276"/>
                </a:cubicBezTo>
                <a:cubicBezTo>
                  <a:pt x="11295" y="32139"/>
                  <a:pt x="11364" y="32003"/>
                  <a:pt x="11466" y="31900"/>
                </a:cubicBezTo>
                <a:lnTo>
                  <a:pt x="11466" y="31900"/>
                </a:lnTo>
                <a:cubicBezTo>
                  <a:pt x="11500" y="32139"/>
                  <a:pt x="11466" y="32378"/>
                  <a:pt x="11432" y="32583"/>
                </a:cubicBezTo>
                <a:cubicBezTo>
                  <a:pt x="11295" y="33333"/>
                  <a:pt x="11125" y="34084"/>
                  <a:pt x="10954" y="34835"/>
                </a:cubicBezTo>
                <a:cubicBezTo>
                  <a:pt x="10863" y="35108"/>
                  <a:pt x="10772" y="35229"/>
                  <a:pt x="10631" y="35229"/>
                </a:cubicBezTo>
                <a:cubicBezTo>
                  <a:pt x="10560" y="35229"/>
                  <a:pt x="10476" y="35199"/>
                  <a:pt x="10374" y="35142"/>
                </a:cubicBezTo>
                <a:cubicBezTo>
                  <a:pt x="10238" y="35074"/>
                  <a:pt x="10135" y="35040"/>
                  <a:pt x="9999" y="35005"/>
                </a:cubicBezTo>
                <a:cubicBezTo>
                  <a:pt x="9919" y="34976"/>
                  <a:pt x="9855" y="34957"/>
                  <a:pt x="9802" y="34957"/>
                </a:cubicBezTo>
                <a:cubicBezTo>
                  <a:pt x="9672" y="34957"/>
                  <a:pt x="9614" y="35066"/>
                  <a:pt x="9589" y="35381"/>
                </a:cubicBezTo>
                <a:cubicBezTo>
                  <a:pt x="9521" y="35790"/>
                  <a:pt x="9487" y="36268"/>
                  <a:pt x="9487" y="36677"/>
                </a:cubicBezTo>
                <a:cubicBezTo>
                  <a:pt x="9487" y="37155"/>
                  <a:pt x="9385" y="37633"/>
                  <a:pt x="9214" y="38076"/>
                </a:cubicBezTo>
                <a:cubicBezTo>
                  <a:pt x="9077" y="38384"/>
                  <a:pt x="8975" y="38725"/>
                  <a:pt x="8839" y="39032"/>
                </a:cubicBezTo>
                <a:cubicBezTo>
                  <a:pt x="8839" y="39066"/>
                  <a:pt x="8873" y="39066"/>
                  <a:pt x="8907" y="39100"/>
                </a:cubicBezTo>
                <a:cubicBezTo>
                  <a:pt x="8986" y="39108"/>
                  <a:pt x="9059" y="39112"/>
                  <a:pt x="9126" y="39112"/>
                </a:cubicBezTo>
                <a:cubicBezTo>
                  <a:pt x="9642" y="39112"/>
                  <a:pt x="9836" y="38865"/>
                  <a:pt x="9896" y="38111"/>
                </a:cubicBezTo>
                <a:cubicBezTo>
                  <a:pt x="9931" y="37292"/>
                  <a:pt x="10272" y="36643"/>
                  <a:pt x="10408" y="35824"/>
                </a:cubicBezTo>
                <a:lnTo>
                  <a:pt x="10920" y="36097"/>
                </a:lnTo>
                <a:cubicBezTo>
                  <a:pt x="10579" y="37087"/>
                  <a:pt x="10272" y="38076"/>
                  <a:pt x="9965" y="39066"/>
                </a:cubicBezTo>
                <a:lnTo>
                  <a:pt x="10442" y="39066"/>
                </a:lnTo>
                <a:cubicBezTo>
                  <a:pt x="10920" y="37803"/>
                  <a:pt x="11295" y="36507"/>
                  <a:pt x="11603" y="35176"/>
                </a:cubicBezTo>
                <a:cubicBezTo>
                  <a:pt x="11739" y="35312"/>
                  <a:pt x="11841" y="35449"/>
                  <a:pt x="11944" y="35449"/>
                </a:cubicBezTo>
                <a:cubicBezTo>
                  <a:pt x="12114" y="35381"/>
                  <a:pt x="12251" y="35312"/>
                  <a:pt x="12319" y="35176"/>
                </a:cubicBezTo>
                <a:cubicBezTo>
                  <a:pt x="12797" y="34630"/>
                  <a:pt x="13070" y="33948"/>
                  <a:pt x="13138" y="33231"/>
                </a:cubicBezTo>
                <a:cubicBezTo>
                  <a:pt x="13172" y="32719"/>
                  <a:pt x="13309" y="32207"/>
                  <a:pt x="13479" y="31730"/>
                </a:cubicBezTo>
                <a:cubicBezTo>
                  <a:pt x="13548" y="31627"/>
                  <a:pt x="13582" y="31491"/>
                  <a:pt x="13582" y="31388"/>
                </a:cubicBezTo>
                <a:cubicBezTo>
                  <a:pt x="13718" y="30876"/>
                  <a:pt x="13684" y="30774"/>
                  <a:pt x="13275" y="30638"/>
                </a:cubicBezTo>
                <a:cubicBezTo>
                  <a:pt x="13206" y="30126"/>
                  <a:pt x="13240" y="29614"/>
                  <a:pt x="13411" y="29136"/>
                </a:cubicBezTo>
                <a:cubicBezTo>
                  <a:pt x="13650" y="28420"/>
                  <a:pt x="13821" y="27669"/>
                  <a:pt x="14025" y="26884"/>
                </a:cubicBezTo>
                <a:cubicBezTo>
                  <a:pt x="14059" y="26679"/>
                  <a:pt x="14094" y="26475"/>
                  <a:pt x="14094" y="26270"/>
                </a:cubicBezTo>
                <a:cubicBezTo>
                  <a:pt x="14094" y="25963"/>
                  <a:pt x="14059" y="25690"/>
                  <a:pt x="13718" y="25656"/>
                </a:cubicBezTo>
                <a:lnTo>
                  <a:pt x="13718" y="23506"/>
                </a:lnTo>
                <a:cubicBezTo>
                  <a:pt x="13718" y="23369"/>
                  <a:pt x="13752" y="23199"/>
                  <a:pt x="13786" y="23028"/>
                </a:cubicBezTo>
                <a:cubicBezTo>
                  <a:pt x="13855" y="22550"/>
                  <a:pt x="13957" y="22039"/>
                  <a:pt x="14025" y="21527"/>
                </a:cubicBezTo>
                <a:cubicBezTo>
                  <a:pt x="14059" y="21356"/>
                  <a:pt x="14059" y="21186"/>
                  <a:pt x="14059" y="21015"/>
                </a:cubicBezTo>
                <a:cubicBezTo>
                  <a:pt x="14059" y="20810"/>
                  <a:pt x="13991" y="20640"/>
                  <a:pt x="13821" y="20640"/>
                </a:cubicBezTo>
                <a:cubicBezTo>
                  <a:pt x="13752" y="20640"/>
                  <a:pt x="13650" y="20810"/>
                  <a:pt x="13548" y="20878"/>
                </a:cubicBezTo>
                <a:lnTo>
                  <a:pt x="13309" y="20469"/>
                </a:lnTo>
                <a:cubicBezTo>
                  <a:pt x="13377" y="20367"/>
                  <a:pt x="13445" y="20298"/>
                  <a:pt x="13548" y="20196"/>
                </a:cubicBezTo>
                <a:cubicBezTo>
                  <a:pt x="14401" y="19650"/>
                  <a:pt x="14742" y="18763"/>
                  <a:pt x="14605" y="17568"/>
                </a:cubicBezTo>
                <a:cubicBezTo>
                  <a:pt x="14537" y="17295"/>
                  <a:pt x="14605" y="16988"/>
                  <a:pt x="14810" y="16784"/>
                </a:cubicBezTo>
                <a:cubicBezTo>
                  <a:pt x="15151" y="16408"/>
                  <a:pt x="15356" y="15931"/>
                  <a:pt x="15458" y="15453"/>
                </a:cubicBezTo>
                <a:cubicBezTo>
                  <a:pt x="15629" y="14770"/>
                  <a:pt x="15731" y="14054"/>
                  <a:pt x="15902" y="13337"/>
                </a:cubicBezTo>
                <a:cubicBezTo>
                  <a:pt x="15936" y="13167"/>
                  <a:pt x="15970" y="12996"/>
                  <a:pt x="16073" y="12825"/>
                </a:cubicBezTo>
                <a:cubicBezTo>
                  <a:pt x="16277" y="12518"/>
                  <a:pt x="16380" y="12143"/>
                  <a:pt x="16380" y="11768"/>
                </a:cubicBezTo>
                <a:lnTo>
                  <a:pt x="16380" y="11222"/>
                </a:lnTo>
                <a:cubicBezTo>
                  <a:pt x="16346" y="10539"/>
                  <a:pt x="16380" y="9823"/>
                  <a:pt x="16550" y="9140"/>
                </a:cubicBezTo>
                <a:cubicBezTo>
                  <a:pt x="16619" y="8799"/>
                  <a:pt x="16653" y="8423"/>
                  <a:pt x="16653" y="8048"/>
                </a:cubicBezTo>
                <a:cubicBezTo>
                  <a:pt x="16721" y="8253"/>
                  <a:pt x="16755" y="8389"/>
                  <a:pt x="16789" y="8492"/>
                </a:cubicBezTo>
                <a:cubicBezTo>
                  <a:pt x="16994" y="9515"/>
                  <a:pt x="17301" y="10539"/>
                  <a:pt x="17642" y="11495"/>
                </a:cubicBezTo>
                <a:cubicBezTo>
                  <a:pt x="17711" y="11768"/>
                  <a:pt x="17779" y="12041"/>
                  <a:pt x="17813" y="12314"/>
                </a:cubicBezTo>
                <a:cubicBezTo>
                  <a:pt x="17847" y="12757"/>
                  <a:pt x="18086" y="13201"/>
                  <a:pt x="17881" y="13678"/>
                </a:cubicBezTo>
                <a:cubicBezTo>
                  <a:pt x="17881" y="13781"/>
                  <a:pt x="17881" y="13849"/>
                  <a:pt x="17915" y="13951"/>
                </a:cubicBezTo>
                <a:cubicBezTo>
                  <a:pt x="18325" y="14839"/>
                  <a:pt x="18598" y="15828"/>
                  <a:pt x="18734" y="16784"/>
                </a:cubicBezTo>
                <a:cubicBezTo>
                  <a:pt x="18700" y="17057"/>
                  <a:pt x="18700" y="17295"/>
                  <a:pt x="18632" y="17534"/>
                </a:cubicBezTo>
                <a:cubicBezTo>
                  <a:pt x="18632" y="17637"/>
                  <a:pt x="18564" y="17705"/>
                  <a:pt x="18530" y="17773"/>
                </a:cubicBezTo>
                <a:lnTo>
                  <a:pt x="18530" y="17773"/>
                </a:lnTo>
                <a:cubicBezTo>
                  <a:pt x="18530" y="17762"/>
                  <a:pt x="18530" y="17751"/>
                  <a:pt x="18530" y="17739"/>
                </a:cubicBezTo>
                <a:lnTo>
                  <a:pt x="18530" y="17773"/>
                </a:lnTo>
                <a:cubicBezTo>
                  <a:pt x="18530" y="17773"/>
                  <a:pt x="18530" y="17773"/>
                  <a:pt x="18530" y="17773"/>
                </a:cubicBezTo>
                <a:lnTo>
                  <a:pt x="18530" y="17773"/>
                </a:lnTo>
                <a:cubicBezTo>
                  <a:pt x="18530" y="18032"/>
                  <a:pt x="18531" y="18262"/>
                  <a:pt x="18564" y="18524"/>
                </a:cubicBezTo>
                <a:cubicBezTo>
                  <a:pt x="18734" y="19241"/>
                  <a:pt x="18905" y="19957"/>
                  <a:pt x="19110" y="20640"/>
                </a:cubicBezTo>
                <a:cubicBezTo>
                  <a:pt x="19348" y="21731"/>
                  <a:pt x="19758" y="22755"/>
                  <a:pt x="20304" y="23711"/>
                </a:cubicBezTo>
                <a:cubicBezTo>
                  <a:pt x="20133" y="24530"/>
                  <a:pt x="20543" y="25246"/>
                  <a:pt x="20611" y="26065"/>
                </a:cubicBezTo>
                <a:cubicBezTo>
                  <a:pt x="20372" y="25895"/>
                  <a:pt x="20202" y="25622"/>
                  <a:pt x="20167" y="25349"/>
                </a:cubicBezTo>
                <a:cubicBezTo>
                  <a:pt x="19826" y="24086"/>
                  <a:pt x="19451" y="22858"/>
                  <a:pt x="19110" y="21595"/>
                </a:cubicBezTo>
                <a:cubicBezTo>
                  <a:pt x="18905" y="20844"/>
                  <a:pt x="18768" y="20059"/>
                  <a:pt x="18598" y="19309"/>
                </a:cubicBezTo>
                <a:cubicBezTo>
                  <a:pt x="18535" y="19119"/>
                  <a:pt x="18501" y="18930"/>
                  <a:pt x="18306" y="18930"/>
                </a:cubicBezTo>
                <a:cubicBezTo>
                  <a:pt x="18291" y="18930"/>
                  <a:pt x="18274" y="18931"/>
                  <a:pt x="18257" y="18933"/>
                </a:cubicBezTo>
                <a:cubicBezTo>
                  <a:pt x="18120" y="18968"/>
                  <a:pt x="18086" y="19104"/>
                  <a:pt x="18154" y="19445"/>
                </a:cubicBezTo>
                <a:cubicBezTo>
                  <a:pt x="18188" y="19718"/>
                  <a:pt x="18257" y="19957"/>
                  <a:pt x="18325" y="20230"/>
                </a:cubicBezTo>
                <a:cubicBezTo>
                  <a:pt x="18325" y="20332"/>
                  <a:pt x="18359" y="20435"/>
                  <a:pt x="18359" y="20537"/>
                </a:cubicBezTo>
                <a:cubicBezTo>
                  <a:pt x="18291" y="20947"/>
                  <a:pt x="18325" y="21356"/>
                  <a:pt x="18461" y="21731"/>
                </a:cubicBezTo>
                <a:cubicBezTo>
                  <a:pt x="18632" y="22380"/>
                  <a:pt x="18803" y="22960"/>
                  <a:pt x="18973" y="23677"/>
                </a:cubicBezTo>
                <a:cubicBezTo>
                  <a:pt x="19144" y="24393"/>
                  <a:pt x="19246" y="25110"/>
                  <a:pt x="19383" y="25826"/>
                </a:cubicBezTo>
                <a:cubicBezTo>
                  <a:pt x="19212" y="25656"/>
                  <a:pt x="19076" y="25451"/>
                  <a:pt x="19007" y="25212"/>
                </a:cubicBezTo>
                <a:cubicBezTo>
                  <a:pt x="18837" y="24598"/>
                  <a:pt x="18666" y="23950"/>
                  <a:pt x="18564" y="23335"/>
                </a:cubicBezTo>
                <a:cubicBezTo>
                  <a:pt x="18530" y="22994"/>
                  <a:pt x="18427" y="22721"/>
                  <a:pt x="18086" y="22687"/>
                </a:cubicBezTo>
                <a:cubicBezTo>
                  <a:pt x="18086" y="21800"/>
                  <a:pt x="18052" y="20913"/>
                  <a:pt x="18018" y="20059"/>
                </a:cubicBezTo>
                <a:cubicBezTo>
                  <a:pt x="18018" y="19957"/>
                  <a:pt x="17984" y="19821"/>
                  <a:pt x="17949" y="19718"/>
                </a:cubicBezTo>
                <a:cubicBezTo>
                  <a:pt x="17813" y="19548"/>
                  <a:pt x="17779" y="19343"/>
                  <a:pt x="17813" y="19138"/>
                </a:cubicBezTo>
                <a:cubicBezTo>
                  <a:pt x="17813" y="18558"/>
                  <a:pt x="17847" y="17944"/>
                  <a:pt x="17881" y="17330"/>
                </a:cubicBezTo>
                <a:cubicBezTo>
                  <a:pt x="17741" y="17266"/>
                  <a:pt x="17648" y="17226"/>
                  <a:pt x="17584" y="17226"/>
                </a:cubicBezTo>
                <a:cubicBezTo>
                  <a:pt x="17476" y="17226"/>
                  <a:pt x="17446" y="17338"/>
                  <a:pt x="17403" y="17637"/>
                </a:cubicBezTo>
                <a:cubicBezTo>
                  <a:pt x="17369" y="18149"/>
                  <a:pt x="17369" y="18660"/>
                  <a:pt x="17335" y="19172"/>
                </a:cubicBezTo>
                <a:cubicBezTo>
                  <a:pt x="17335" y="19377"/>
                  <a:pt x="17301" y="19582"/>
                  <a:pt x="17233" y="19752"/>
                </a:cubicBezTo>
                <a:lnTo>
                  <a:pt x="17199" y="17773"/>
                </a:lnTo>
                <a:lnTo>
                  <a:pt x="17199" y="16545"/>
                </a:lnTo>
                <a:cubicBezTo>
                  <a:pt x="17199" y="16272"/>
                  <a:pt x="17267" y="15931"/>
                  <a:pt x="16960" y="15828"/>
                </a:cubicBezTo>
                <a:cubicBezTo>
                  <a:pt x="16994" y="15555"/>
                  <a:pt x="17028" y="15385"/>
                  <a:pt x="17062" y="15146"/>
                </a:cubicBezTo>
                <a:cubicBezTo>
                  <a:pt x="17096" y="14873"/>
                  <a:pt x="17165" y="14668"/>
                  <a:pt x="16960" y="14463"/>
                </a:cubicBezTo>
                <a:cubicBezTo>
                  <a:pt x="16892" y="14361"/>
                  <a:pt x="16892" y="14259"/>
                  <a:pt x="16892" y="14122"/>
                </a:cubicBezTo>
                <a:cubicBezTo>
                  <a:pt x="16926" y="13030"/>
                  <a:pt x="16960" y="11938"/>
                  <a:pt x="16994" y="10846"/>
                </a:cubicBezTo>
                <a:cubicBezTo>
                  <a:pt x="17028" y="10710"/>
                  <a:pt x="16994" y="10539"/>
                  <a:pt x="16994" y="10403"/>
                </a:cubicBezTo>
                <a:cubicBezTo>
                  <a:pt x="16960" y="10334"/>
                  <a:pt x="16858" y="10232"/>
                  <a:pt x="16823" y="10232"/>
                </a:cubicBezTo>
                <a:cubicBezTo>
                  <a:pt x="16721" y="10232"/>
                  <a:pt x="16653" y="10300"/>
                  <a:pt x="16619" y="10403"/>
                </a:cubicBezTo>
                <a:cubicBezTo>
                  <a:pt x="16550" y="10573"/>
                  <a:pt x="16550" y="10744"/>
                  <a:pt x="16550" y="10914"/>
                </a:cubicBezTo>
                <a:cubicBezTo>
                  <a:pt x="16516" y="12484"/>
                  <a:pt x="16380" y="14020"/>
                  <a:pt x="16141" y="15555"/>
                </a:cubicBezTo>
                <a:cubicBezTo>
                  <a:pt x="16073" y="15931"/>
                  <a:pt x="15970" y="16272"/>
                  <a:pt x="15868" y="16613"/>
                </a:cubicBezTo>
                <a:cubicBezTo>
                  <a:pt x="15766" y="16988"/>
                  <a:pt x="15595" y="17295"/>
                  <a:pt x="15424" y="17671"/>
                </a:cubicBezTo>
                <a:cubicBezTo>
                  <a:pt x="15390" y="17534"/>
                  <a:pt x="15288" y="17398"/>
                  <a:pt x="15220" y="17261"/>
                </a:cubicBezTo>
                <a:cubicBezTo>
                  <a:pt x="15164" y="17206"/>
                  <a:pt x="15085" y="17150"/>
                  <a:pt x="15040" y="17150"/>
                </a:cubicBezTo>
                <a:cubicBezTo>
                  <a:pt x="15030" y="17150"/>
                  <a:pt x="15021" y="17153"/>
                  <a:pt x="15015" y="17159"/>
                </a:cubicBezTo>
                <a:cubicBezTo>
                  <a:pt x="14912" y="17227"/>
                  <a:pt x="14878" y="17330"/>
                  <a:pt x="14844" y="17432"/>
                </a:cubicBezTo>
                <a:cubicBezTo>
                  <a:pt x="14844" y="17534"/>
                  <a:pt x="14844" y="17637"/>
                  <a:pt x="14844" y="17739"/>
                </a:cubicBezTo>
                <a:cubicBezTo>
                  <a:pt x="14947" y="18968"/>
                  <a:pt x="14878" y="20230"/>
                  <a:pt x="14605" y="21459"/>
                </a:cubicBezTo>
                <a:cubicBezTo>
                  <a:pt x="14537" y="21936"/>
                  <a:pt x="14332" y="22414"/>
                  <a:pt x="14025" y="22789"/>
                </a:cubicBezTo>
                <a:cubicBezTo>
                  <a:pt x="13923" y="22926"/>
                  <a:pt x="13752" y="23062"/>
                  <a:pt x="13855" y="23335"/>
                </a:cubicBezTo>
                <a:cubicBezTo>
                  <a:pt x="13905" y="23436"/>
                  <a:pt x="13960" y="23471"/>
                  <a:pt x="14021" y="23471"/>
                </a:cubicBezTo>
                <a:cubicBezTo>
                  <a:pt x="14126" y="23471"/>
                  <a:pt x="14250" y="23366"/>
                  <a:pt x="14401" y="23301"/>
                </a:cubicBezTo>
                <a:lnTo>
                  <a:pt x="14401" y="23301"/>
                </a:lnTo>
                <a:cubicBezTo>
                  <a:pt x="14298" y="23608"/>
                  <a:pt x="14196" y="23847"/>
                  <a:pt x="14094" y="24052"/>
                </a:cubicBezTo>
                <a:cubicBezTo>
                  <a:pt x="14059" y="24188"/>
                  <a:pt x="13991" y="24291"/>
                  <a:pt x="13991" y="24393"/>
                </a:cubicBezTo>
                <a:cubicBezTo>
                  <a:pt x="13957" y="24495"/>
                  <a:pt x="13991" y="24700"/>
                  <a:pt x="14025" y="24734"/>
                </a:cubicBezTo>
                <a:cubicBezTo>
                  <a:pt x="14076" y="24751"/>
                  <a:pt x="14128" y="24760"/>
                  <a:pt x="14179" y="24760"/>
                </a:cubicBezTo>
                <a:cubicBezTo>
                  <a:pt x="14230" y="24760"/>
                  <a:pt x="14281" y="24751"/>
                  <a:pt x="14332" y="24734"/>
                </a:cubicBezTo>
                <a:cubicBezTo>
                  <a:pt x="14401" y="24666"/>
                  <a:pt x="14469" y="24564"/>
                  <a:pt x="14571" y="24393"/>
                </a:cubicBezTo>
                <a:cubicBezTo>
                  <a:pt x="14571" y="24530"/>
                  <a:pt x="14605" y="24666"/>
                  <a:pt x="14605" y="24803"/>
                </a:cubicBezTo>
                <a:cubicBezTo>
                  <a:pt x="14571" y="25826"/>
                  <a:pt x="14537" y="26884"/>
                  <a:pt x="14537" y="27908"/>
                </a:cubicBezTo>
                <a:cubicBezTo>
                  <a:pt x="14571" y="28386"/>
                  <a:pt x="14332" y="28829"/>
                  <a:pt x="13923" y="29068"/>
                </a:cubicBezTo>
                <a:cubicBezTo>
                  <a:pt x="13855" y="29102"/>
                  <a:pt x="13786" y="29136"/>
                  <a:pt x="13752" y="29204"/>
                </a:cubicBezTo>
                <a:cubicBezTo>
                  <a:pt x="13684" y="29273"/>
                  <a:pt x="13650" y="29375"/>
                  <a:pt x="13684" y="29477"/>
                </a:cubicBezTo>
                <a:cubicBezTo>
                  <a:pt x="13718" y="29580"/>
                  <a:pt x="13752" y="29648"/>
                  <a:pt x="13855" y="29648"/>
                </a:cubicBezTo>
                <a:cubicBezTo>
                  <a:pt x="13906" y="29665"/>
                  <a:pt x="13966" y="29674"/>
                  <a:pt x="14025" y="29674"/>
                </a:cubicBezTo>
                <a:cubicBezTo>
                  <a:pt x="14085" y="29674"/>
                  <a:pt x="14145" y="29665"/>
                  <a:pt x="14196" y="29648"/>
                </a:cubicBezTo>
                <a:lnTo>
                  <a:pt x="14196" y="29648"/>
                </a:lnTo>
                <a:cubicBezTo>
                  <a:pt x="14094" y="29989"/>
                  <a:pt x="13957" y="30262"/>
                  <a:pt x="13889" y="30535"/>
                </a:cubicBezTo>
                <a:cubicBezTo>
                  <a:pt x="13821" y="30672"/>
                  <a:pt x="13821" y="30842"/>
                  <a:pt x="13855" y="30979"/>
                </a:cubicBezTo>
                <a:cubicBezTo>
                  <a:pt x="13898" y="31065"/>
                  <a:pt x="13947" y="31097"/>
                  <a:pt x="14000" y="31097"/>
                </a:cubicBezTo>
                <a:cubicBezTo>
                  <a:pt x="14072" y="31097"/>
                  <a:pt x="14151" y="31038"/>
                  <a:pt x="14230" y="30979"/>
                </a:cubicBezTo>
                <a:cubicBezTo>
                  <a:pt x="14230" y="30945"/>
                  <a:pt x="14264" y="30945"/>
                  <a:pt x="14332" y="30945"/>
                </a:cubicBezTo>
                <a:cubicBezTo>
                  <a:pt x="14401" y="31354"/>
                  <a:pt x="14332" y="31798"/>
                  <a:pt x="14162" y="32173"/>
                </a:cubicBezTo>
                <a:cubicBezTo>
                  <a:pt x="13479" y="33333"/>
                  <a:pt x="12865" y="34528"/>
                  <a:pt x="12217" y="35688"/>
                </a:cubicBezTo>
                <a:cubicBezTo>
                  <a:pt x="12122" y="35846"/>
                  <a:pt x="12057" y="36033"/>
                  <a:pt x="11858" y="36033"/>
                </a:cubicBezTo>
                <a:cubicBezTo>
                  <a:pt x="11842" y="36033"/>
                  <a:pt x="11825" y="36032"/>
                  <a:pt x="11807" y="36029"/>
                </a:cubicBezTo>
                <a:cubicBezTo>
                  <a:pt x="11773" y="36029"/>
                  <a:pt x="11705" y="36063"/>
                  <a:pt x="11671" y="36097"/>
                </a:cubicBezTo>
                <a:cubicBezTo>
                  <a:pt x="11637" y="36473"/>
                  <a:pt x="11398" y="36677"/>
                  <a:pt x="11261" y="36985"/>
                </a:cubicBezTo>
                <a:cubicBezTo>
                  <a:pt x="11227" y="37053"/>
                  <a:pt x="11330" y="37258"/>
                  <a:pt x="11432" y="37428"/>
                </a:cubicBezTo>
                <a:cubicBezTo>
                  <a:pt x="11295" y="37974"/>
                  <a:pt x="11159" y="38520"/>
                  <a:pt x="11022" y="39134"/>
                </a:cubicBezTo>
                <a:lnTo>
                  <a:pt x="11500" y="39134"/>
                </a:lnTo>
                <a:cubicBezTo>
                  <a:pt x="11637" y="38520"/>
                  <a:pt x="11807" y="37940"/>
                  <a:pt x="11910" y="37326"/>
                </a:cubicBezTo>
                <a:cubicBezTo>
                  <a:pt x="11978" y="36950"/>
                  <a:pt x="12183" y="36575"/>
                  <a:pt x="12490" y="36302"/>
                </a:cubicBezTo>
                <a:lnTo>
                  <a:pt x="12558" y="36336"/>
                </a:lnTo>
                <a:cubicBezTo>
                  <a:pt x="12422" y="37223"/>
                  <a:pt x="12251" y="38145"/>
                  <a:pt x="12114" y="39100"/>
                </a:cubicBezTo>
                <a:lnTo>
                  <a:pt x="12831" y="39100"/>
                </a:lnTo>
                <a:cubicBezTo>
                  <a:pt x="12967" y="38520"/>
                  <a:pt x="13002" y="37906"/>
                  <a:pt x="13002" y="37292"/>
                </a:cubicBezTo>
                <a:lnTo>
                  <a:pt x="13002" y="36507"/>
                </a:lnTo>
                <a:cubicBezTo>
                  <a:pt x="13036" y="36302"/>
                  <a:pt x="13036" y="36063"/>
                  <a:pt x="13036" y="35824"/>
                </a:cubicBezTo>
                <a:cubicBezTo>
                  <a:pt x="13002" y="35483"/>
                  <a:pt x="13104" y="35108"/>
                  <a:pt x="13309" y="34835"/>
                </a:cubicBezTo>
                <a:cubicBezTo>
                  <a:pt x="13582" y="34323"/>
                  <a:pt x="13821" y="33845"/>
                  <a:pt x="14162" y="33333"/>
                </a:cubicBezTo>
                <a:cubicBezTo>
                  <a:pt x="14162" y="33470"/>
                  <a:pt x="14162" y="33572"/>
                  <a:pt x="14162" y="33675"/>
                </a:cubicBezTo>
                <a:cubicBezTo>
                  <a:pt x="14094" y="34391"/>
                  <a:pt x="13889" y="35074"/>
                  <a:pt x="13616" y="35722"/>
                </a:cubicBezTo>
                <a:cubicBezTo>
                  <a:pt x="13548" y="35790"/>
                  <a:pt x="13513" y="35858"/>
                  <a:pt x="13479" y="35927"/>
                </a:cubicBezTo>
                <a:cubicBezTo>
                  <a:pt x="13411" y="36097"/>
                  <a:pt x="13343" y="36302"/>
                  <a:pt x="13513" y="36439"/>
                </a:cubicBezTo>
                <a:cubicBezTo>
                  <a:pt x="13566" y="36480"/>
                  <a:pt x="13611" y="36500"/>
                  <a:pt x="13653" y="36500"/>
                </a:cubicBezTo>
                <a:cubicBezTo>
                  <a:pt x="13747" y="36500"/>
                  <a:pt x="13818" y="36400"/>
                  <a:pt x="13889" y="36234"/>
                </a:cubicBezTo>
                <a:cubicBezTo>
                  <a:pt x="14025" y="36029"/>
                  <a:pt x="14128" y="35790"/>
                  <a:pt x="14264" y="35517"/>
                </a:cubicBezTo>
                <a:lnTo>
                  <a:pt x="14264" y="35517"/>
                </a:lnTo>
                <a:cubicBezTo>
                  <a:pt x="14367" y="36131"/>
                  <a:pt x="14025" y="37872"/>
                  <a:pt x="13548" y="39134"/>
                </a:cubicBezTo>
                <a:lnTo>
                  <a:pt x="14469" y="39134"/>
                </a:lnTo>
                <a:lnTo>
                  <a:pt x="14878" y="38042"/>
                </a:lnTo>
                <a:cubicBezTo>
                  <a:pt x="14981" y="37701"/>
                  <a:pt x="15117" y="37360"/>
                  <a:pt x="15288" y="37053"/>
                </a:cubicBezTo>
                <a:cubicBezTo>
                  <a:pt x="15356" y="37735"/>
                  <a:pt x="15424" y="38384"/>
                  <a:pt x="15493" y="39100"/>
                </a:cubicBezTo>
                <a:lnTo>
                  <a:pt x="15970" y="39100"/>
                </a:lnTo>
                <a:cubicBezTo>
                  <a:pt x="15902" y="38349"/>
                  <a:pt x="15834" y="37599"/>
                  <a:pt x="15731" y="36814"/>
                </a:cubicBezTo>
                <a:cubicBezTo>
                  <a:pt x="16073" y="36780"/>
                  <a:pt x="16141" y="36473"/>
                  <a:pt x="16175" y="36166"/>
                </a:cubicBezTo>
                <a:cubicBezTo>
                  <a:pt x="16243" y="35381"/>
                  <a:pt x="16312" y="34630"/>
                  <a:pt x="16380" y="33845"/>
                </a:cubicBezTo>
                <a:cubicBezTo>
                  <a:pt x="16448" y="33299"/>
                  <a:pt x="16448" y="32753"/>
                  <a:pt x="16482" y="32207"/>
                </a:cubicBezTo>
                <a:cubicBezTo>
                  <a:pt x="16550" y="31968"/>
                  <a:pt x="16448" y="31695"/>
                  <a:pt x="16277" y="31525"/>
                </a:cubicBezTo>
                <a:cubicBezTo>
                  <a:pt x="16380" y="31081"/>
                  <a:pt x="16482" y="30706"/>
                  <a:pt x="16585" y="30228"/>
                </a:cubicBezTo>
                <a:cubicBezTo>
                  <a:pt x="16789" y="30706"/>
                  <a:pt x="16994" y="31081"/>
                  <a:pt x="17199" y="31525"/>
                </a:cubicBezTo>
                <a:cubicBezTo>
                  <a:pt x="17199" y="31593"/>
                  <a:pt x="17233" y="31695"/>
                  <a:pt x="17233" y="31764"/>
                </a:cubicBezTo>
                <a:cubicBezTo>
                  <a:pt x="17267" y="33265"/>
                  <a:pt x="17472" y="34767"/>
                  <a:pt x="17847" y="36234"/>
                </a:cubicBezTo>
                <a:cubicBezTo>
                  <a:pt x="17949" y="36643"/>
                  <a:pt x="18120" y="36985"/>
                  <a:pt x="18359" y="37326"/>
                </a:cubicBezTo>
                <a:cubicBezTo>
                  <a:pt x="18461" y="37496"/>
                  <a:pt x="18666" y="37565"/>
                  <a:pt x="18905" y="37769"/>
                </a:cubicBezTo>
                <a:cubicBezTo>
                  <a:pt x="18973" y="38111"/>
                  <a:pt x="19076" y="38588"/>
                  <a:pt x="19212" y="39100"/>
                </a:cubicBezTo>
                <a:lnTo>
                  <a:pt x="19690" y="39100"/>
                </a:lnTo>
                <a:cubicBezTo>
                  <a:pt x="19485" y="37940"/>
                  <a:pt x="19110" y="36848"/>
                  <a:pt x="19110" y="35620"/>
                </a:cubicBezTo>
                <a:lnTo>
                  <a:pt x="19280" y="35620"/>
                </a:lnTo>
                <a:cubicBezTo>
                  <a:pt x="19485" y="35551"/>
                  <a:pt x="19519" y="35381"/>
                  <a:pt x="19451" y="35176"/>
                </a:cubicBezTo>
                <a:cubicBezTo>
                  <a:pt x="19417" y="35074"/>
                  <a:pt x="19348" y="35005"/>
                  <a:pt x="19280" y="34937"/>
                </a:cubicBezTo>
                <a:cubicBezTo>
                  <a:pt x="18973" y="34391"/>
                  <a:pt x="18768" y="33811"/>
                  <a:pt x="18700" y="33163"/>
                </a:cubicBezTo>
                <a:lnTo>
                  <a:pt x="18905" y="32958"/>
                </a:lnTo>
                <a:cubicBezTo>
                  <a:pt x="18939" y="32958"/>
                  <a:pt x="18973" y="32958"/>
                  <a:pt x="18973" y="32992"/>
                </a:cubicBezTo>
                <a:cubicBezTo>
                  <a:pt x="19246" y="33402"/>
                  <a:pt x="19417" y="33845"/>
                  <a:pt x="19451" y="34289"/>
                </a:cubicBezTo>
                <a:cubicBezTo>
                  <a:pt x="19519" y="34664"/>
                  <a:pt x="19621" y="35040"/>
                  <a:pt x="19758" y="35415"/>
                </a:cubicBezTo>
                <a:cubicBezTo>
                  <a:pt x="20099" y="36404"/>
                  <a:pt x="20440" y="37394"/>
                  <a:pt x="20782" y="38384"/>
                </a:cubicBezTo>
                <a:cubicBezTo>
                  <a:pt x="20884" y="38622"/>
                  <a:pt x="20986" y="38861"/>
                  <a:pt x="21089" y="39100"/>
                </a:cubicBezTo>
                <a:lnTo>
                  <a:pt x="21942" y="39100"/>
                </a:lnTo>
                <a:cubicBezTo>
                  <a:pt x="21532" y="37974"/>
                  <a:pt x="21259" y="36814"/>
                  <a:pt x="21191" y="35620"/>
                </a:cubicBezTo>
                <a:lnTo>
                  <a:pt x="21191" y="35620"/>
                </a:lnTo>
                <a:cubicBezTo>
                  <a:pt x="21430" y="35927"/>
                  <a:pt x="21601" y="36302"/>
                  <a:pt x="21669" y="36677"/>
                </a:cubicBezTo>
                <a:cubicBezTo>
                  <a:pt x="21839" y="37360"/>
                  <a:pt x="22078" y="38042"/>
                  <a:pt x="22385" y="38691"/>
                </a:cubicBezTo>
                <a:cubicBezTo>
                  <a:pt x="22536" y="38967"/>
                  <a:pt x="22687" y="39132"/>
                  <a:pt x="22906" y="39132"/>
                </a:cubicBezTo>
                <a:cubicBezTo>
                  <a:pt x="22984" y="39132"/>
                  <a:pt x="23071" y="39111"/>
                  <a:pt x="23170" y="39066"/>
                </a:cubicBezTo>
                <a:lnTo>
                  <a:pt x="23000" y="38691"/>
                </a:lnTo>
                <a:cubicBezTo>
                  <a:pt x="23068" y="38554"/>
                  <a:pt x="23136" y="38418"/>
                  <a:pt x="23170" y="38247"/>
                </a:cubicBezTo>
                <a:cubicBezTo>
                  <a:pt x="23136" y="38145"/>
                  <a:pt x="23000" y="38042"/>
                  <a:pt x="22897" y="37940"/>
                </a:cubicBezTo>
                <a:lnTo>
                  <a:pt x="22556" y="37462"/>
                </a:lnTo>
                <a:cubicBezTo>
                  <a:pt x="22727" y="37462"/>
                  <a:pt x="22863" y="37428"/>
                  <a:pt x="23034" y="37394"/>
                </a:cubicBezTo>
                <a:cubicBezTo>
                  <a:pt x="23170" y="37394"/>
                  <a:pt x="23273" y="37223"/>
                  <a:pt x="23239" y="37087"/>
                </a:cubicBezTo>
                <a:cubicBezTo>
                  <a:pt x="23204" y="36985"/>
                  <a:pt x="23136" y="36882"/>
                  <a:pt x="23034" y="36814"/>
                </a:cubicBezTo>
                <a:cubicBezTo>
                  <a:pt x="22522" y="36643"/>
                  <a:pt x="22454" y="36575"/>
                  <a:pt x="22283" y="35824"/>
                </a:cubicBezTo>
                <a:lnTo>
                  <a:pt x="23034" y="35824"/>
                </a:lnTo>
                <a:cubicBezTo>
                  <a:pt x="23204" y="36404"/>
                  <a:pt x="23409" y="37019"/>
                  <a:pt x="23580" y="37633"/>
                </a:cubicBezTo>
                <a:cubicBezTo>
                  <a:pt x="23614" y="37701"/>
                  <a:pt x="23580" y="37803"/>
                  <a:pt x="23580" y="37872"/>
                </a:cubicBezTo>
                <a:cubicBezTo>
                  <a:pt x="23580" y="38042"/>
                  <a:pt x="23648" y="38179"/>
                  <a:pt x="23682" y="38315"/>
                </a:cubicBezTo>
                <a:cubicBezTo>
                  <a:pt x="23819" y="38554"/>
                  <a:pt x="23989" y="38793"/>
                  <a:pt x="24160" y="39134"/>
                </a:cubicBezTo>
                <a:lnTo>
                  <a:pt x="25354" y="39134"/>
                </a:lnTo>
                <a:lnTo>
                  <a:pt x="25115" y="38827"/>
                </a:lnTo>
                <a:lnTo>
                  <a:pt x="26344" y="38213"/>
                </a:lnTo>
                <a:cubicBezTo>
                  <a:pt x="26370" y="38202"/>
                  <a:pt x="26395" y="38197"/>
                  <a:pt x="26417" y="38197"/>
                </a:cubicBezTo>
                <a:cubicBezTo>
                  <a:pt x="26537" y="38197"/>
                  <a:pt x="26599" y="38337"/>
                  <a:pt x="26685" y="38452"/>
                </a:cubicBezTo>
                <a:lnTo>
                  <a:pt x="26275" y="39134"/>
                </a:lnTo>
                <a:cubicBezTo>
                  <a:pt x="26457" y="39145"/>
                  <a:pt x="26638" y="39162"/>
                  <a:pt x="26819" y="39162"/>
                </a:cubicBezTo>
                <a:cubicBezTo>
                  <a:pt x="27215" y="39162"/>
                  <a:pt x="27606" y="39079"/>
                  <a:pt x="27982" y="38657"/>
                </a:cubicBezTo>
                <a:lnTo>
                  <a:pt x="27982" y="38657"/>
                </a:lnTo>
                <a:cubicBezTo>
                  <a:pt x="27947" y="38861"/>
                  <a:pt x="27947" y="38998"/>
                  <a:pt x="27947" y="39134"/>
                </a:cubicBezTo>
                <a:lnTo>
                  <a:pt x="28357" y="39134"/>
                </a:lnTo>
                <a:cubicBezTo>
                  <a:pt x="28493" y="38895"/>
                  <a:pt x="28528" y="38588"/>
                  <a:pt x="28493" y="38315"/>
                </a:cubicBezTo>
                <a:lnTo>
                  <a:pt x="29347" y="37428"/>
                </a:lnTo>
                <a:cubicBezTo>
                  <a:pt x="29455" y="37520"/>
                  <a:pt x="29553" y="37557"/>
                  <a:pt x="29646" y="37557"/>
                </a:cubicBezTo>
                <a:cubicBezTo>
                  <a:pt x="29930" y="37557"/>
                  <a:pt x="30155" y="37207"/>
                  <a:pt x="30438" y="37053"/>
                </a:cubicBezTo>
                <a:lnTo>
                  <a:pt x="30438" y="37053"/>
                </a:lnTo>
                <a:cubicBezTo>
                  <a:pt x="30097" y="37940"/>
                  <a:pt x="29449" y="38384"/>
                  <a:pt x="28869" y="39066"/>
                </a:cubicBezTo>
                <a:cubicBezTo>
                  <a:pt x="28971" y="39100"/>
                  <a:pt x="29074" y="39134"/>
                  <a:pt x="29176" y="39134"/>
                </a:cubicBezTo>
                <a:lnTo>
                  <a:pt x="30302" y="39134"/>
                </a:lnTo>
                <a:cubicBezTo>
                  <a:pt x="30328" y="39139"/>
                  <a:pt x="30353" y="39141"/>
                  <a:pt x="30378" y="39141"/>
                </a:cubicBezTo>
                <a:cubicBezTo>
                  <a:pt x="30548" y="39141"/>
                  <a:pt x="30686" y="39040"/>
                  <a:pt x="30746" y="38861"/>
                </a:cubicBezTo>
                <a:cubicBezTo>
                  <a:pt x="30916" y="38520"/>
                  <a:pt x="31087" y="38145"/>
                  <a:pt x="31223" y="37769"/>
                </a:cubicBezTo>
                <a:cubicBezTo>
                  <a:pt x="31292" y="37667"/>
                  <a:pt x="31292" y="37530"/>
                  <a:pt x="31292" y="37428"/>
                </a:cubicBezTo>
                <a:cubicBezTo>
                  <a:pt x="31189" y="36985"/>
                  <a:pt x="31394" y="36541"/>
                  <a:pt x="31769" y="36336"/>
                </a:cubicBezTo>
                <a:cubicBezTo>
                  <a:pt x="32042" y="36166"/>
                  <a:pt x="32247" y="35927"/>
                  <a:pt x="32418" y="35620"/>
                </a:cubicBezTo>
                <a:cubicBezTo>
                  <a:pt x="32964" y="34562"/>
                  <a:pt x="33373" y="33402"/>
                  <a:pt x="33544" y="32173"/>
                </a:cubicBezTo>
                <a:cubicBezTo>
                  <a:pt x="33544" y="32105"/>
                  <a:pt x="33544" y="32003"/>
                  <a:pt x="33544" y="31900"/>
                </a:cubicBezTo>
                <a:cubicBezTo>
                  <a:pt x="33518" y="31697"/>
                  <a:pt x="33455" y="31588"/>
                  <a:pt x="33326" y="31588"/>
                </a:cubicBezTo>
                <a:cubicBezTo>
                  <a:pt x="33290" y="31588"/>
                  <a:pt x="33249" y="31597"/>
                  <a:pt x="33202" y="31614"/>
                </a:cubicBezTo>
                <a:lnTo>
                  <a:pt x="33202" y="31614"/>
                </a:lnTo>
                <a:cubicBezTo>
                  <a:pt x="33214" y="31589"/>
                  <a:pt x="33225" y="31570"/>
                  <a:pt x="33237" y="31559"/>
                </a:cubicBezTo>
                <a:cubicBezTo>
                  <a:pt x="33680" y="31184"/>
                  <a:pt x="34021" y="30740"/>
                  <a:pt x="34260" y="30228"/>
                </a:cubicBezTo>
                <a:cubicBezTo>
                  <a:pt x="34431" y="29887"/>
                  <a:pt x="34431" y="29887"/>
                  <a:pt x="34772" y="29785"/>
                </a:cubicBezTo>
                <a:lnTo>
                  <a:pt x="34772" y="29785"/>
                </a:lnTo>
                <a:cubicBezTo>
                  <a:pt x="34772" y="30228"/>
                  <a:pt x="34499" y="30774"/>
                  <a:pt x="34226" y="30842"/>
                </a:cubicBezTo>
                <a:cubicBezTo>
                  <a:pt x="33953" y="30911"/>
                  <a:pt x="33953" y="31115"/>
                  <a:pt x="33919" y="31388"/>
                </a:cubicBezTo>
                <a:cubicBezTo>
                  <a:pt x="33817" y="32787"/>
                  <a:pt x="33475" y="34152"/>
                  <a:pt x="32929" y="35415"/>
                </a:cubicBezTo>
                <a:cubicBezTo>
                  <a:pt x="32691" y="36029"/>
                  <a:pt x="32349" y="36575"/>
                  <a:pt x="31872" y="37053"/>
                </a:cubicBezTo>
                <a:lnTo>
                  <a:pt x="31838" y="37087"/>
                </a:lnTo>
                <a:cubicBezTo>
                  <a:pt x="31599" y="37326"/>
                  <a:pt x="31565" y="37496"/>
                  <a:pt x="31667" y="37633"/>
                </a:cubicBezTo>
                <a:cubicBezTo>
                  <a:pt x="31725" y="37714"/>
                  <a:pt x="31783" y="37744"/>
                  <a:pt x="31840" y="37744"/>
                </a:cubicBezTo>
                <a:cubicBezTo>
                  <a:pt x="31950" y="37744"/>
                  <a:pt x="32055" y="37632"/>
                  <a:pt x="32145" y="37565"/>
                </a:cubicBezTo>
                <a:cubicBezTo>
                  <a:pt x="32213" y="37496"/>
                  <a:pt x="32315" y="37462"/>
                  <a:pt x="32452" y="37360"/>
                </a:cubicBezTo>
                <a:lnTo>
                  <a:pt x="32452" y="37360"/>
                </a:lnTo>
                <a:cubicBezTo>
                  <a:pt x="32349" y="38008"/>
                  <a:pt x="32213" y="38622"/>
                  <a:pt x="31974" y="39203"/>
                </a:cubicBezTo>
                <a:cubicBezTo>
                  <a:pt x="32076" y="39237"/>
                  <a:pt x="32179" y="39237"/>
                  <a:pt x="32281" y="39237"/>
                </a:cubicBezTo>
                <a:cubicBezTo>
                  <a:pt x="32395" y="39237"/>
                  <a:pt x="32493" y="39176"/>
                  <a:pt x="32607" y="39176"/>
                </a:cubicBezTo>
                <a:cubicBezTo>
                  <a:pt x="32664" y="39176"/>
                  <a:pt x="32725" y="39191"/>
                  <a:pt x="32793" y="39237"/>
                </a:cubicBezTo>
                <a:cubicBezTo>
                  <a:pt x="32800" y="39240"/>
                  <a:pt x="32809" y="39242"/>
                  <a:pt x="32819" y="39242"/>
                </a:cubicBezTo>
                <a:cubicBezTo>
                  <a:pt x="32903" y="39242"/>
                  <a:pt x="33073" y="39120"/>
                  <a:pt x="33134" y="38998"/>
                </a:cubicBezTo>
                <a:cubicBezTo>
                  <a:pt x="33339" y="38554"/>
                  <a:pt x="33578" y="38076"/>
                  <a:pt x="33783" y="37599"/>
                </a:cubicBezTo>
                <a:cubicBezTo>
                  <a:pt x="33851" y="37360"/>
                  <a:pt x="33953" y="37121"/>
                  <a:pt x="34021" y="36848"/>
                </a:cubicBezTo>
                <a:cubicBezTo>
                  <a:pt x="34124" y="36507"/>
                  <a:pt x="34124" y="36507"/>
                  <a:pt x="33919" y="36131"/>
                </a:cubicBezTo>
                <a:cubicBezTo>
                  <a:pt x="34090" y="35790"/>
                  <a:pt x="34158" y="35381"/>
                  <a:pt x="34465" y="35176"/>
                </a:cubicBezTo>
                <a:cubicBezTo>
                  <a:pt x="34567" y="35108"/>
                  <a:pt x="34636" y="34937"/>
                  <a:pt x="34670" y="34767"/>
                </a:cubicBezTo>
                <a:cubicBezTo>
                  <a:pt x="34806" y="34152"/>
                  <a:pt x="34943" y="33538"/>
                  <a:pt x="35079" y="32890"/>
                </a:cubicBezTo>
                <a:cubicBezTo>
                  <a:pt x="35147" y="32685"/>
                  <a:pt x="35147" y="32446"/>
                  <a:pt x="35216" y="32241"/>
                </a:cubicBezTo>
                <a:cubicBezTo>
                  <a:pt x="35318" y="32890"/>
                  <a:pt x="35352" y="33504"/>
                  <a:pt x="35250" y="34152"/>
                </a:cubicBezTo>
                <a:cubicBezTo>
                  <a:pt x="35250" y="34289"/>
                  <a:pt x="35216" y="34425"/>
                  <a:pt x="35147" y="34528"/>
                </a:cubicBezTo>
                <a:cubicBezTo>
                  <a:pt x="34909" y="34767"/>
                  <a:pt x="34909" y="35108"/>
                  <a:pt x="34840" y="35415"/>
                </a:cubicBezTo>
                <a:cubicBezTo>
                  <a:pt x="34738" y="35927"/>
                  <a:pt x="34636" y="36439"/>
                  <a:pt x="34533" y="36950"/>
                </a:cubicBezTo>
                <a:cubicBezTo>
                  <a:pt x="34499" y="37087"/>
                  <a:pt x="34431" y="37223"/>
                  <a:pt x="34397" y="37360"/>
                </a:cubicBezTo>
                <a:cubicBezTo>
                  <a:pt x="34328" y="37530"/>
                  <a:pt x="34260" y="37735"/>
                  <a:pt x="34226" y="37940"/>
                </a:cubicBezTo>
                <a:cubicBezTo>
                  <a:pt x="34192" y="38281"/>
                  <a:pt x="34056" y="38588"/>
                  <a:pt x="33851" y="38861"/>
                </a:cubicBezTo>
                <a:cubicBezTo>
                  <a:pt x="33783" y="38964"/>
                  <a:pt x="33748" y="39100"/>
                  <a:pt x="33714" y="39203"/>
                </a:cubicBezTo>
                <a:lnTo>
                  <a:pt x="34397" y="39203"/>
                </a:lnTo>
                <a:cubicBezTo>
                  <a:pt x="34670" y="38657"/>
                  <a:pt x="34601" y="37872"/>
                  <a:pt x="35182" y="37496"/>
                </a:cubicBezTo>
                <a:lnTo>
                  <a:pt x="35182" y="37496"/>
                </a:lnTo>
                <a:cubicBezTo>
                  <a:pt x="35147" y="38111"/>
                  <a:pt x="35011" y="38657"/>
                  <a:pt x="34806" y="39203"/>
                </a:cubicBezTo>
                <a:lnTo>
                  <a:pt x="35659" y="39203"/>
                </a:lnTo>
                <a:cubicBezTo>
                  <a:pt x="35728" y="39066"/>
                  <a:pt x="35762" y="38895"/>
                  <a:pt x="35830" y="38691"/>
                </a:cubicBezTo>
                <a:lnTo>
                  <a:pt x="36512" y="38964"/>
                </a:lnTo>
                <a:lnTo>
                  <a:pt x="36546" y="39237"/>
                </a:lnTo>
                <a:lnTo>
                  <a:pt x="37161" y="39237"/>
                </a:lnTo>
                <a:cubicBezTo>
                  <a:pt x="37195" y="39066"/>
                  <a:pt x="37195" y="38930"/>
                  <a:pt x="37229" y="38793"/>
                </a:cubicBezTo>
                <a:cubicBezTo>
                  <a:pt x="37263" y="38657"/>
                  <a:pt x="37297" y="38520"/>
                  <a:pt x="37331" y="38384"/>
                </a:cubicBezTo>
                <a:cubicBezTo>
                  <a:pt x="37707" y="37599"/>
                  <a:pt x="37877" y="36712"/>
                  <a:pt x="37877" y="35858"/>
                </a:cubicBezTo>
                <a:cubicBezTo>
                  <a:pt x="37911" y="35040"/>
                  <a:pt x="37877" y="34221"/>
                  <a:pt x="37809" y="33402"/>
                </a:cubicBezTo>
                <a:cubicBezTo>
                  <a:pt x="37775" y="33060"/>
                  <a:pt x="37707" y="32719"/>
                  <a:pt x="37604" y="32378"/>
                </a:cubicBezTo>
                <a:cubicBezTo>
                  <a:pt x="37570" y="32207"/>
                  <a:pt x="37570" y="32037"/>
                  <a:pt x="37604" y="31832"/>
                </a:cubicBezTo>
                <a:cubicBezTo>
                  <a:pt x="37877" y="31149"/>
                  <a:pt x="38014" y="30399"/>
                  <a:pt x="37980" y="29614"/>
                </a:cubicBezTo>
                <a:lnTo>
                  <a:pt x="37980" y="28454"/>
                </a:lnTo>
                <a:cubicBezTo>
                  <a:pt x="38150" y="28693"/>
                  <a:pt x="38389" y="29000"/>
                  <a:pt x="38594" y="29341"/>
                </a:cubicBezTo>
                <a:cubicBezTo>
                  <a:pt x="38662" y="29477"/>
                  <a:pt x="38696" y="29614"/>
                  <a:pt x="38662" y="29785"/>
                </a:cubicBezTo>
                <a:cubicBezTo>
                  <a:pt x="38492" y="30228"/>
                  <a:pt x="38492" y="30706"/>
                  <a:pt x="38628" y="31184"/>
                </a:cubicBezTo>
                <a:cubicBezTo>
                  <a:pt x="38764" y="31832"/>
                  <a:pt x="38935" y="32480"/>
                  <a:pt x="39106" y="33129"/>
                </a:cubicBezTo>
                <a:cubicBezTo>
                  <a:pt x="39174" y="33333"/>
                  <a:pt x="39242" y="33538"/>
                  <a:pt x="39276" y="33675"/>
                </a:cubicBezTo>
                <a:cubicBezTo>
                  <a:pt x="39208" y="33948"/>
                  <a:pt x="39140" y="34152"/>
                  <a:pt x="39072" y="34459"/>
                </a:cubicBezTo>
                <a:cubicBezTo>
                  <a:pt x="38764" y="33913"/>
                  <a:pt x="38560" y="33367"/>
                  <a:pt x="38423" y="32753"/>
                </a:cubicBezTo>
                <a:cubicBezTo>
                  <a:pt x="38423" y="32651"/>
                  <a:pt x="38389" y="32549"/>
                  <a:pt x="38355" y="32412"/>
                </a:cubicBezTo>
                <a:cubicBezTo>
                  <a:pt x="38321" y="32344"/>
                  <a:pt x="38219" y="32276"/>
                  <a:pt x="38150" y="32276"/>
                </a:cubicBezTo>
                <a:cubicBezTo>
                  <a:pt x="38082" y="32310"/>
                  <a:pt x="38014" y="32412"/>
                  <a:pt x="37980" y="32480"/>
                </a:cubicBezTo>
                <a:cubicBezTo>
                  <a:pt x="37980" y="32617"/>
                  <a:pt x="37980" y="32753"/>
                  <a:pt x="37980" y="32856"/>
                </a:cubicBezTo>
                <a:cubicBezTo>
                  <a:pt x="38014" y="33709"/>
                  <a:pt x="38048" y="34528"/>
                  <a:pt x="38048" y="35347"/>
                </a:cubicBezTo>
                <a:cubicBezTo>
                  <a:pt x="38048" y="35483"/>
                  <a:pt x="38048" y="35585"/>
                  <a:pt x="38048" y="35790"/>
                </a:cubicBezTo>
                <a:cubicBezTo>
                  <a:pt x="38048" y="35961"/>
                  <a:pt x="38116" y="36097"/>
                  <a:pt x="38287" y="36097"/>
                </a:cubicBezTo>
                <a:cubicBezTo>
                  <a:pt x="38301" y="36101"/>
                  <a:pt x="38314" y="36103"/>
                  <a:pt x="38327" y="36103"/>
                </a:cubicBezTo>
                <a:cubicBezTo>
                  <a:pt x="38437" y="36103"/>
                  <a:pt x="38492" y="35974"/>
                  <a:pt x="38492" y="35790"/>
                </a:cubicBezTo>
                <a:cubicBezTo>
                  <a:pt x="38526" y="35551"/>
                  <a:pt x="38526" y="35312"/>
                  <a:pt x="38526" y="35074"/>
                </a:cubicBezTo>
                <a:cubicBezTo>
                  <a:pt x="38526" y="34937"/>
                  <a:pt x="38560" y="34835"/>
                  <a:pt x="38560" y="34732"/>
                </a:cubicBezTo>
                <a:cubicBezTo>
                  <a:pt x="38833" y="35244"/>
                  <a:pt x="39208" y="35654"/>
                  <a:pt x="39276" y="36336"/>
                </a:cubicBezTo>
                <a:cubicBezTo>
                  <a:pt x="39345" y="37292"/>
                  <a:pt x="39447" y="38213"/>
                  <a:pt x="39549" y="39237"/>
                </a:cubicBezTo>
                <a:lnTo>
                  <a:pt x="39925" y="39271"/>
                </a:lnTo>
                <a:cubicBezTo>
                  <a:pt x="39959" y="38998"/>
                  <a:pt x="39993" y="38793"/>
                  <a:pt x="39993" y="38554"/>
                </a:cubicBezTo>
                <a:cubicBezTo>
                  <a:pt x="40027" y="38588"/>
                  <a:pt x="40095" y="38588"/>
                  <a:pt x="40129" y="38588"/>
                </a:cubicBezTo>
                <a:cubicBezTo>
                  <a:pt x="40402" y="38588"/>
                  <a:pt x="40471" y="38384"/>
                  <a:pt x="40334" y="38111"/>
                </a:cubicBezTo>
                <a:cubicBezTo>
                  <a:pt x="40266" y="37940"/>
                  <a:pt x="40129" y="37803"/>
                  <a:pt x="40061" y="37667"/>
                </a:cubicBezTo>
                <a:cubicBezTo>
                  <a:pt x="39925" y="37394"/>
                  <a:pt x="39856" y="37087"/>
                  <a:pt x="39891" y="36814"/>
                </a:cubicBezTo>
                <a:lnTo>
                  <a:pt x="39891" y="36814"/>
                </a:lnTo>
                <a:lnTo>
                  <a:pt x="40539" y="37155"/>
                </a:lnTo>
                <a:cubicBezTo>
                  <a:pt x="40641" y="37803"/>
                  <a:pt x="40710" y="38486"/>
                  <a:pt x="40812" y="39203"/>
                </a:cubicBezTo>
                <a:lnTo>
                  <a:pt x="41221" y="39237"/>
                </a:lnTo>
                <a:cubicBezTo>
                  <a:pt x="41255" y="39100"/>
                  <a:pt x="41255" y="38964"/>
                  <a:pt x="41255" y="38759"/>
                </a:cubicBezTo>
                <a:cubicBezTo>
                  <a:pt x="41358" y="38930"/>
                  <a:pt x="41392" y="39066"/>
                  <a:pt x="41460" y="39203"/>
                </a:cubicBezTo>
                <a:lnTo>
                  <a:pt x="41904" y="39203"/>
                </a:lnTo>
                <a:cubicBezTo>
                  <a:pt x="41767" y="38520"/>
                  <a:pt x="41494" y="37940"/>
                  <a:pt x="41358" y="37223"/>
                </a:cubicBezTo>
                <a:lnTo>
                  <a:pt x="41767" y="37121"/>
                </a:lnTo>
                <a:cubicBezTo>
                  <a:pt x="41870" y="37258"/>
                  <a:pt x="41938" y="37428"/>
                  <a:pt x="42006" y="37599"/>
                </a:cubicBezTo>
                <a:cubicBezTo>
                  <a:pt x="42074" y="37701"/>
                  <a:pt x="42074" y="37803"/>
                  <a:pt x="42074" y="37940"/>
                </a:cubicBezTo>
                <a:cubicBezTo>
                  <a:pt x="42018" y="38306"/>
                  <a:pt x="42008" y="38393"/>
                  <a:pt x="42218" y="38393"/>
                </a:cubicBezTo>
                <a:cubicBezTo>
                  <a:pt x="42262" y="38393"/>
                  <a:pt x="42316" y="38390"/>
                  <a:pt x="42382" y="38384"/>
                </a:cubicBezTo>
                <a:lnTo>
                  <a:pt x="42450" y="38384"/>
                </a:lnTo>
                <a:cubicBezTo>
                  <a:pt x="42620" y="38691"/>
                  <a:pt x="42825" y="38964"/>
                  <a:pt x="43064" y="39203"/>
                </a:cubicBezTo>
                <a:cubicBezTo>
                  <a:pt x="43098" y="39225"/>
                  <a:pt x="43144" y="39233"/>
                  <a:pt x="43198" y="39233"/>
                </a:cubicBezTo>
                <a:cubicBezTo>
                  <a:pt x="43307" y="39233"/>
                  <a:pt x="43451" y="39203"/>
                  <a:pt x="43610" y="39203"/>
                </a:cubicBezTo>
                <a:cubicBezTo>
                  <a:pt x="43303" y="38725"/>
                  <a:pt x="43030" y="38349"/>
                  <a:pt x="42825" y="37906"/>
                </a:cubicBezTo>
                <a:cubicBezTo>
                  <a:pt x="42689" y="37667"/>
                  <a:pt x="42586" y="37360"/>
                  <a:pt x="42484" y="37053"/>
                </a:cubicBezTo>
                <a:cubicBezTo>
                  <a:pt x="42211" y="36029"/>
                  <a:pt x="41972" y="34971"/>
                  <a:pt x="41699" y="33913"/>
                </a:cubicBezTo>
                <a:lnTo>
                  <a:pt x="42109" y="33777"/>
                </a:lnTo>
                <a:cubicBezTo>
                  <a:pt x="42382" y="34425"/>
                  <a:pt x="42655" y="35074"/>
                  <a:pt x="42962" y="35756"/>
                </a:cubicBezTo>
                <a:lnTo>
                  <a:pt x="42757" y="35756"/>
                </a:lnTo>
                <a:cubicBezTo>
                  <a:pt x="42518" y="35858"/>
                  <a:pt x="42450" y="35995"/>
                  <a:pt x="42586" y="36234"/>
                </a:cubicBezTo>
                <a:cubicBezTo>
                  <a:pt x="42996" y="36814"/>
                  <a:pt x="43200" y="37599"/>
                  <a:pt x="43781" y="37974"/>
                </a:cubicBezTo>
                <a:cubicBezTo>
                  <a:pt x="43883" y="38111"/>
                  <a:pt x="43951" y="38247"/>
                  <a:pt x="43951" y="38384"/>
                </a:cubicBezTo>
                <a:cubicBezTo>
                  <a:pt x="44019" y="38622"/>
                  <a:pt x="44054" y="38895"/>
                  <a:pt x="44088" y="39237"/>
                </a:cubicBezTo>
                <a:cubicBezTo>
                  <a:pt x="44292" y="39168"/>
                  <a:pt x="44463" y="39134"/>
                  <a:pt x="44668" y="39134"/>
                </a:cubicBezTo>
                <a:cubicBezTo>
                  <a:pt x="44838" y="39134"/>
                  <a:pt x="45043" y="39203"/>
                  <a:pt x="45214" y="39237"/>
                </a:cubicBezTo>
                <a:lnTo>
                  <a:pt x="45248" y="39134"/>
                </a:lnTo>
                <a:lnTo>
                  <a:pt x="45077" y="38793"/>
                </a:lnTo>
                <a:cubicBezTo>
                  <a:pt x="44941" y="38554"/>
                  <a:pt x="44736" y="38384"/>
                  <a:pt x="44770" y="38076"/>
                </a:cubicBezTo>
                <a:cubicBezTo>
                  <a:pt x="44770" y="37974"/>
                  <a:pt x="44668" y="37838"/>
                  <a:pt x="44600" y="37838"/>
                </a:cubicBezTo>
                <a:cubicBezTo>
                  <a:pt x="44361" y="37735"/>
                  <a:pt x="44327" y="37565"/>
                  <a:pt x="44258" y="37326"/>
                </a:cubicBezTo>
                <a:cubicBezTo>
                  <a:pt x="44224" y="36985"/>
                  <a:pt x="44156" y="36677"/>
                  <a:pt x="44054" y="36336"/>
                </a:cubicBezTo>
                <a:cubicBezTo>
                  <a:pt x="43951" y="35893"/>
                  <a:pt x="43917" y="35858"/>
                  <a:pt x="43473" y="35858"/>
                </a:cubicBezTo>
                <a:cubicBezTo>
                  <a:pt x="43473" y="35756"/>
                  <a:pt x="43405" y="35654"/>
                  <a:pt x="43371" y="35517"/>
                </a:cubicBezTo>
                <a:cubicBezTo>
                  <a:pt x="43405" y="35483"/>
                  <a:pt x="43439" y="35483"/>
                  <a:pt x="43473" y="35449"/>
                </a:cubicBezTo>
                <a:cubicBezTo>
                  <a:pt x="43746" y="35210"/>
                  <a:pt x="43746" y="35142"/>
                  <a:pt x="43508" y="34869"/>
                </a:cubicBezTo>
                <a:cubicBezTo>
                  <a:pt x="43473" y="34835"/>
                  <a:pt x="43371" y="34801"/>
                  <a:pt x="43371" y="34767"/>
                </a:cubicBezTo>
                <a:cubicBezTo>
                  <a:pt x="43269" y="33982"/>
                  <a:pt x="42825" y="33436"/>
                  <a:pt x="42586" y="32719"/>
                </a:cubicBezTo>
                <a:cubicBezTo>
                  <a:pt x="42347" y="32037"/>
                  <a:pt x="42040" y="31388"/>
                  <a:pt x="41733" y="30672"/>
                </a:cubicBezTo>
                <a:cubicBezTo>
                  <a:pt x="41976" y="30581"/>
                  <a:pt x="42003" y="30355"/>
                  <a:pt x="42006" y="30090"/>
                </a:cubicBezTo>
                <a:lnTo>
                  <a:pt x="42006" y="30090"/>
                </a:lnTo>
                <a:cubicBezTo>
                  <a:pt x="42014" y="30125"/>
                  <a:pt x="42023" y="30159"/>
                  <a:pt x="42040" y="30194"/>
                </a:cubicBezTo>
                <a:cubicBezTo>
                  <a:pt x="42313" y="30638"/>
                  <a:pt x="42586" y="31013"/>
                  <a:pt x="42825" y="31491"/>
                </a:cubicBezTo>
                <a:cubicBezTo>
                  <a:pt x="43235" y="32378"/>
                  <a:pt x="43644" y="33333"/>
                  <a:pt x="44054" y="34255"/>
                </a:cubicBezTo>
                <a:cubicBezTo>
                  <a:pt x="44122" y="34391"/>
                  <a:pt x="44190" y="34596"/>
                  <a:pt x="44258" y="34767"/>
                </a:cubicBezTo>
                <a:cubicBezTo>
                  <a:pt x="43849" y="34937"/>
                  <a:pt x="43815" y="35074"/>
                  <a:pt x="44054" y="35449"/>
                </a:cubicBezTo>
                <a:cubicBezTo>
                  <a:pt x="44292" y="35824"/>
                  <a:pt x="44600" y="36166"/>
                  <a:pt x="44873" y="36507"/>
                </a:cubicBezTo>
                <a:cubicBezTo>
                  <a:pt x="45009" y="36643"/>
                  <a:pt x="45077" y="36848"/>
                  <a:pt x="45077" y="37053"/>
                </a:cubicBezTo>
                <a:cubicBezTo>
                  <a:pt x="45111" y="37189"/>
                  <a:pt x="45180" y="37326"/>
                  <a:pt x="45248" y="37462"/>
                </a:cubicBezTo>
                <a:cubicBezTo>
                  <a:pt x="45487" y="37906"/>
                  <a:pt x="45760" y="38349"/>
                  <a:pt x="45999" y="38827"/>
                </a:cubicBezTo>
                <a:cubicBezTo>
                  <a:pt x="46125" y="39080"/>
                  <a:pt x="46270" y="39221"/>
                  <a:pt x="46476" y="39221"/>
                </a:cubicBezTo>
                <a:cubicBezTo>
                  <a:pt x="46548" y="39221"/>
                  <a:pt x="46627" y="39204"/>
                  <a:pt x="46715" y="39168"/>
                </a:cubicBezTo>
                <a:cubicBezTo>
                  <a:pt x="46693" y="39079"/>
                  <a:pt x="46685" y="38975"/>
                  <a:pt x="46663" y="38885"/>
                </a:cubicBezTo>
                <a:lnTo>
                  <a:pt x="46663" y="38885"/>
                </a:lnTo>
                <a:cubicBezTo>
                  <a:pt x="46866" y="39140"/>
                  <a:pt x="47126" y="39172"/>
                  <a:pt x="47399" y="39172"/>
                </a:cubicBezTo>
                <a:cubicBezTo>
                  <a:pt x="47489" y="39172"/>
                  <a:pt x="47580" y="39168"/>
                  <a:pt x="47671" y="39168"/>
                </a:cubicBezTo>
                <a:lnTo>
                  <a:pt x="48080" y="39168"/>
                </a:lnTo>
                <a:cubicBezTo>
                  <a:pt x="47909" y="38998"/>
                  <a:pt x="47841" y="38930"/>
                  <a:pt x="47739" y="38827"/>
                </a:cubicBezTo>
                <a:cubicBezTo>
                  <a:pt x="46988" y="38213"/>
                  <a:pt x="46408" y="37394"/>
                  <a:pt x="46033" y="36507"/>
                </a:cubicBezTo>
                <a:cubicBezTo>
                  <a:pt x="45999" y="36404"/>
                  <a:pt x="45930" y="36234"/>
                  <a:pt x="45964" y="36166"/>
                </a:cubicBezTo>
                <a:cubicBezTo>
                  <a:pt x="46101" y="35893"/>
                  <a:pt x="45964" y="35654"/>
                  <a:pt x="45862" y="35449"/>
                </a:cubicBezTo>
                <a:lnTo>
                  <a:pt x="46101" y="35040"/>
                </a:lnTo>
                <a:lnTo>
                  <a:pt x="47295" y="36746"/>
                </a:lnTo>
                <a:lnTo>
                  <a:pt x="46920" y="36473"/>
                </a:lnTo>
                <a:cubicBezTo>
                  <a:pt x="46852" y="36421"/>
                  <a:pt x="46783" y="36387"/>
                  <a:pt x="46719" y="36387"/>
                </a:cubicBezTo>
                <a:cubicBezTo>
                  <a:pt x="46655" y="36387"/>
                  <a:pt x="46596" y="36421"/>
                  <a:pt x="46545" y="36507"/>
                </a:cubicBezTo>
                <a:cubicBezTo>
                  <a:pt x="46476" y="36643"/>
                  <a:pt x="46545" y="36848"/>
                  <a:pt x="46681" y="36916"/>
                </a:cubicBezTo>
                <a:cubicBezTo>
                  <a:pt x="46818" y="37053"/>
                  <a:pt x="46920" y="37155"/>
                  <a:pt x="47056" y="37258"/>
                </a:cubicBezTo>
                <a:cubicBezTo>
                  <a:pt x="47329" y="37428"/>
                  <a:pt x="47636" y="37599"/>
                  <a:pt x="47909" y="37769"/>
                </a:cubicBezTo>
                <a:cubicBezTo>
                  <a:pt x="48592" y="38179"/>
                  <a:pt x="49274" y="38622"/>
                  <a:pt x="49923" y="39032"/>
                </a:cubicBezTo>
                <a:cubicBezTo>
                  <a:pt x="50120" y="39163"/>
                  <a:pt x="50345" y="39224"/>
                  <a:pt x="50571" y="39224"/>
                </a:cubicBezTo>
                <a:cubicBezTo>
                  <a:pt x="50697" y="39224"/>
                  <a:pt x="50824" y="39205"/>
                  <a:pt x="50946" y="39168"/>
                </a:cubicBezTo>
                <a:cubicBezTo>
                  <a:pt x="51083" y="39100"/>
                  <a:pt x="51254" y="38793"/>
                  <a:pt x="51356" y="38554"/>
                </a:cubicBezTo>
                <a:cubicBezTo>
                  <a:pt x="51458" y="38349"/>
                  <a:pt x="51492" y="38111"/>
                  <a:pt x="51492" y="37872"/>
                </a:cubicBezTo>
                <a:cubicBezTo>
                  <a:pt x="51492" y="37803"/>
                  <a:pt x="51356" y="37633"/>
                  <a:pt x="51288" y="37633"/>
                </a:cubicBezTo>
                <a:cubicBezTo>
                  <a:pt x="50878" y="37530"/>
                  <a:pt x="50469" y="37292"/>
                  <a:pt x="50196" y="36950"/>
                </a:cubicBezTo>
                <a:cubicBezTo>
                  <a:pt x="49786" y="36609"/>
                  <a:pt x="49411" y="36234"/>
                  <a:pt x="49036" y="35858"/>
                </a:cubicBezTo>
                <a:cubicBezTo>
                  <a:pt x="48933" y="35756"/>
                  <a:pt x="48831" y="35654"/>
                  <a:pt x="48763" y="35517"/>
                </a:cubicBezTo>
                <a:lnTo>
                  <a:pt x="48763" y="35517"/>
                </a:lnTo>
                <a:cubicBezTo>
                  <a:pt x="48967" y="35620"/>
                  <a:pt x="49206" y="35722"/>
                  <a:pt x="49411" y="35858"/>
                </a:cubicBezTo>
                <a:cubicBezTo>
                  <a:pt x="49601" y="36001"/>
                  <a:pt x="49841" y="36061"/>
                  <a:pt x="50073" y="36061"/>
                </a:cubicBezTo>
                <a:cubicBezTo>
                  <a:pt x="50174" y="36061"/>
                  <a:pt x="50273" y="36050"/>
                  <a:pt x="50366" y="36029"/>
                </a:cubicBezTo>
                <a:cubicBezTo>
                  <a:pt x="50571" y="35995"/>
                  <a:pt x="50708" y="35790"/>
                  <a:pt x="50708" y="35585"/>
                </a:cubicBezTo>
                <a:cubicBezTo>
                  <a:pt x="50708" y="35347"/>
                  <a:pt x="50605" y="35278"/>
                  <a:pt x="50332" y="35278"/>
                </a:cubicBezTo>
                <a:cubicBezTo>
                  <a:pt x="50264" y="35278"/>
                  <a:pt x="50196" y="35244"/>
                  <a:pt x="50127" y="35210"/>
                </a:cubicBezTo>
                <a:cubicBezTo>
                  <a:pt x="49206" y="34459"/>
                  <a:pt x="48387" y="33572"/>
                  <a:pt x="47671" y="32651"/>
                </a:cubicBezTo>
                <a:cubicBezTo>
                  <a:pt x="47671" y="32617"/>
                  <a:pt x="47636" y="32583"/>
                  <a:pt x="47636" y="32549"/>
                </a:cubicBezTo>
                <a:cubicBezTo>
                  <a:pt x="47737" y="32448"/>
                  <a:pt x="47831" y="32408"/>
                  <a:pt x="47925" y="32408"/>
                </a:cubicBezTo>
                <a:cubicBezTo>
                  <a:pt x="48054" y="32408"/>
                  <a:pt x="48181" y="32484"/>
                  <a:pt x="48319" y="32583"/>
                </a:cubicBezTo>
                <a:cubicBezTo>
                  <a:pt x="48967" y="33060"/>
                  <a:pt x="49684" y="33538"/>
                  <a:pt x="50366" y="33948"/>
                </a:cubicBezTo>
                <a:cubicBezTo>
                  <a:pt x="50503" y="34050"/>
                  <a:pt x="50673" y="34118"/>
                  <a:pt x="50844" y="34152"/>
                </a:cubicBezTo>
                <a:cubicBezTo>
                  <a:pt x="50871" y="34161"/>
                  <a:pt x="50898" y="34166"/>
                  <a:pt x="50924" y="34166"/>
                </a:cubicBezTo>
                <a:cubicBezTo>
                  <a:pt x="51099" y="34166"/>
                  <a:pt x="51254" y="33980"/>
                  <a:pt x="51254" y="33743"/>
                </a:cubicBezTo>
                <a:cubicBezTo>
                  <a:pt x="51254" y="33496"/>
                  <a:pt x="51187" y="33381"/>
                  <a:pt x="51037" y="33381"/>
                </a:cubicBezTo>
                <a:cubicBezTo>
                  <a:pt x="51001" y="33381"/>
                  <a:pt x="50959" y="33388"/>
                  <a:pt x="50912" y="33402"/>
                </a:cubicBezTo>
                <a:cubicBezTo>
                  <a:pt x="50864" y="33426"/>
                  <a:pt x="50782" y="33450"/>
                  <a:pt x="50713" y="33450"/>
                </a:cubicBezTo>
                <a:cubicBezTo>
                  <a:pt x="50685" y="33450"/>
                  <a:pt x="50659" y="33446"/>
                  <a:pt x="50639" y="33436"/>
                </a:cubicBezTo>
                <a:cubicBezTo>
                  <a:pt x="50059" y="33094"/>
                  <a:pt x="49513" y="32753"/>
                  <a:pt x="48865" y="32344"/>
                </a:cubicBezTo>
                <a:cubicBezTo>
                  <a:pt x="49001" y="32310"/>
                  <a:pt x="49138" y="32241"/>
                  <a:pt x="49240" y="32173"/>
                </a:cubicBezTo>
                <a:cubicBezTo>
                  <a:pt x="49343" y="32105"/>
                  <a:pt x="49377" y="32037"/>
                  <a:pt x="49411" y="31900"/>
                </a:cubicBezTo>
                <a:cubicBezTo>
                  <a:pt x="49377" y="31832"/>
                  <a:pt x="49309" y="31730"/>
                  <a:pt x="49206" y="31661"/>
                </a:cubicBezTo>
                <a:cubicBezTo>
                  <a:pt x="49138" y="31627"/>
                  <a:pt x="49036" y="31627"/>
                  <a:pt x="48933" y="31627"/>
                </a:cubicBezTo>
                <a:cubicBezTo>
                  <a:pt x="48421" y="31593"/>
                  <a:pt x="47944" y="31354"/>
                  <a:pt x="47602" y="30945"/>
                </a:cubicBezTo>
                <a:cubicBezTo>
                  <a:pt x="47125" y="30433"/>
                  <a:pt x="46715" y="29853"/>
                  <a:pt x="46408" y="29204"/>
                </a:cubicBezTo>
                <a:lnTo>
                  <a:pt x="46408" y="29204"/>
                </a:lnTo>
                <a:cubicBezTo>
                  <a:pt x="46510" y="29307"/>
                  <a:pt x="46613" y="29409"/>
                  <a:pt x="46715" y="29512"/>
                </a:cubicBezTo>
                <a:cubicBezTo>
                  <a:pt x="47363" y="30058"/>
                  <a:pt x="47978" y="30604"/>
                  <a:pt x="48626" y="31115"/>
                </a:cubicBezTo>
                <a:cubicBezTo>
                  <a:pt x="49070" y="31457"/>
                  <a:pt x="49616" y="31627"/>
                  <a:pt x="50162" y="31661"/>
                </a:cubicBezTo>
                <a:cubicBezTo>
                  <a:pt x="50213" y="31678"/>
                  <a:pt x="50264" y="31687"/>
                  <a:pt x="50315" y="31687"/>
                </a:cubicBezTo>
                <a:cubicBezTo>
                  <a:pt x="50366" y="31687"/>
                  <a:pt x="50418" y="31678"/>
                  <a:pt x="50469" y="31661"/>
                </a:cubicBezTo>
                <a:cubicBezTo>
                  <a:pt x="50537" y="31627"/>
                  <a:pt x="50605" y="31559"/>
                  <a:pt x="50639" y="31457"/>
                </a:cubicBezTo>
                <a:cubicBezTo>
                  <a:pt x="50639" y="31354"/>
                  <a:pt x="50571" y="31252"/>
                  <a:pt x="50503" y="31149"/>
                </a:cubicBezTo>
                <a:cubicBezTo>
                  <a:pt x="50400" y="31081"/>
                  <a:pt x="50264" y="31047"/>
                  <a:pt x="50093" y="31047"/>
                </a:cubicBezTo>
                <a:cubicBezTo>
                  <a:pt x="49547" y="30979"/>
                  <a:pt x="49036" y="30740"/>
                  <a:pt x="48592" y="30399"/>
                </a:cubicBezTo>
                <a:cubicBezTo>
                  <a:pt x="47909" y="29921"/>
                  <a:pt x="47329" y="29375"/>
                  <a:pt x="46783" y="28727"/>
                </a:cubicBezTo>
                <a:lnTo>
                  <a:pt x="46783" y="28727"/>
                </a:lnTo>
                <a:lnTo>
                  <a:pt x="47056" y="28863"/>
                </a:lnTo>
                <a:cubicBezTo>
                  <a:pt x="47602" y="29204"/>
                  <a:pt x="48114" y="29580"/>
                  <a:pt x="48660" y="29887"/>
                </a:cubicBezTo>
                <a:cubicBezTo>
                  <a:pt x="48967" y="30023"/>
                  <a:pt x="49309" y="30126"/>
                  <a:pt x="49650" y="30160"/>
                </a:cubicBezTo>
                <a:cubicBezTo>
                  <a:pt x="49692" y="30174"/>
                  <a:pt x="49729" y="30182"/>
                  <a:pt x="49762" y="30182"/>
                </a:cubicBezTo>
                <a:cubicBezTo>
                  <a:pt x="49809" y="30182"/>
                  <a:pt x="49849" y="30166"/>
                  <a:pt x="49889" y="30126"/>
                </a:cubicBezTo>
                <a:cubicBezTo>
                  <a:pt x="49991" y="30058"/>
                  <a:pt x="50059" y="29955"/>
                  <a:pt x="50093" y="29853"/>
                </a:cubicBezTo>
                <a:cubicBezTo>
                  <a:pt x="50093" y="29785"/>
                  <a:pt x="49991" y="29614"/>
                  <a:pt x="49923" y="29614"/>
                </a:cubicBezTo>
                <a:cubicBezTo>
                  <a:pt x="49752" y="29546"/>
                  <a:pt x="49581" y="29512"/>
                  <a:pt x="49377" y="29512"/>
                </a:cubicBezTo>
                <a:cubicBezTo>
                  <a:pt x="49479" y="29409"/>
                  <a:pt x="49581" y="29341"/>
                  <a:pt x="49650" y="29239"/>
                </a:cubicBezTo>
                <a:cubicBezTo>
                  <a:pt x="49718" y="29102"/>
                  <a:pt x="49718" y="28966"/>
                  <a:pt x="49718" y="28863"/>
                </a:cubicBezTo>
                <a:cubicBezTo>
                  <a:pt x="49662" y="28779"/>
                  <a:pt x="49583" y="28718"/>
                  <a:pt x="49499" y="28718"/>
                </a:cubicBezTo>
                <a:cubicBezTo>
                  <a:pt x="49481" y="28718"/>
                  <a:pt x="49463" y="28721"/>
                  <a:pt x="49445" y="28727"/>
                </a:cubicBezTo>
                <a:cubicBezTo>
                  <a:pt x="49392" y="28744"/>
                  <a:pt x="49337" y="28753"/>
                  <a:pt x="49281" y="28753"/>
                </a:cubicBezTo>
                <a:cubicBezTo>
                  <a:pt x="49121" y="28753"/>
                  <a:pt x="48957" y="28683"/>
                  <a:pt x="48831" y="28556"/>
                </a:cubicBezTo>
                <a:cubicBezTo>
                  <a:pt x="48831" y="28420"/>
                  <a:pt x="48831" y="28283"/>
                  <a:pt x="48797" y="28147"/>
                </a:cubicBezTo>
                <a:cubicBezTo>
                  <a:pt x="48694" y="28010"/>
                  <a:pt x="48592" y="27908"/>
                  <a:pt x="48455" y="27840"/>
                </a:cubicBezTo>
                <a:cubicBezTo>
                  <a:pt x="48080" y="27635"/>
                  <a:pt x="47705" y="27464"/>
                  <a:pt x="47363" y="27225"/>
                </a:cubicBezTo>
                <a:cubicBezTo>
                  <a:pt x="47193" y="27157"/>
                  <a:pt x="47022" y="27021"/>
                  <a:pt x="46886" y="26884"/>
                </a:cubicBezTo>
                <a:cubicBezTo>
                  <a:pt x="46203" y="26065"/>
                  <a:pt x="45521" y="25212"/>
                  <a:pt x="44838" y="24359"/>
                </a:cubicBezTo>
                <a:cubicBezTo>
                  <a:pt x="44736" y="24222"/>
                  <a:pt x="44702" y="24086"/>
                  <a:pt x="44668" y="23950"/>
                </a:cubicBezTo>
                <a:lnTo>
                  <a:pt x="44668" y="23950"/>
                </a:lnTo>
                <a:cubicBezTo>
                  <a:pt x="44770" y="24052"/>
                  <a:pt x="44838" y="24188"/>
                  <a:pt x="44941" y="24291"/>
                </a:cubicBezTo>
                <a:cubicBezTo>
                  <a:pt x="45248" y="24666"/>
                  <a:pt x="45521" y="25076"/>
                  <a:pt x="45862" y="25451"/>
                </a:cubicBezTo>
                <a:cubicBezTo>
                  <a:pt x="46033" y="25622"/>
                  <a:pt x="46237" y="25792"/>
                  <a:pt x="46442" y="25895"/>
                </a:cubicBezTo>
                <a:cubicBezTo>
                  <a:pt x="46542" y="25944"/>
                  <a:pt x="46621" y="25971"/>
                  <a:pt x="46683" y="25971"/>
                </a:cubicBezTo>
                <a:cubicBezTo>
                  <a:pt x="46834" y="25971"/>
                  <a:pt x="46886" y="25814"/>
                  <a:pt x="46886" y="25451"/>
                </a:cubicBezTo>
                <a:cubicBezTo>
                  <a:pt x="47022" y="25485"/>
                  <a:pt x="47125" y="25553"/>
                  <a:pt x="47261" y="25587"/>
                </a:cubicBezTo>
                <a:cubicBezTo>
                  <a:pt x="47415" y="25654"/>
                  <a:pt x="47584" y="25691"/>
                  <a:pt x="47748" y="25691"/>
                </a:cubicBezTo>
                <a:cubicBezTo>
                  <a:pt x="47838" y="25691"/>
                  <a:pt x="47927" y="25680"/>
                  <a:pt x="48012" y="25656"/>
                </a:cubicBezTo>
                <a:cubicBezTo>
                  <a:pt x="48114" y="25639"/>
                  <a:pt x="48217" y="25630"/>
                  <a:pt x="48319" y="25630"/>
                </a:cubicBezTo>
                <a:cubicBezTo>
                  <a:pt x="48421" y="25630"/>
                  <a:pt x="48524" y="25639"/>
                  <a:pt x="48626" y="25656"/>
                </a:cubicBezTo>
                <a:cubicBezTo>
                  <a:pt x="48797" y="25656"/>
                  <a:pt x="48933" y="25622"/>
                  <a:pt x="48967" y="25417"/>
                </a:cubicBezTo>
                <a:cubicBezTo>
                  <a:pt x="48967" y="25178"/>
                  <a:pt x="48831" y="25144"/>
                  <a:pt x="48694" y="25076"/>
                </a:cubicBezTo>
                <a:cubicBezTo>
                  <a:pt x="48148" y="24939"/>
                  <a:pt x="47568" y="24871"/>
                  <a:pt x="47125" y="24530"/>
                </a:cubicBezTo>
                <a:cubicBezTo>
                  <a:pt x="46647" y="24154"/>
                  <a:pt x="46169" y="23847"/>
                  <a:pt x="45726" y="23472"/>
                </a:cubicBezTo>
                <a:cubicBezTo>
                  <a:pt x="45248" y="23096"/>
                  <a:pt x="44804" y="22687"/>
                  <a:pt x="44361" y="22243"/>
                </a:cubicBezTo>
                <a:cubicBezTo>
                  <a:pt x="43883" y="21663"/>
                  <a:pt x="43508" y="20981"/>
                  <a:pt x="43269" y="20264"/>
                </a:cubicBezTo>
                <a:lnTo>
                  <a:pt x="43269" y="20264"/>
                </a:lnTo>
                <a:lnTo>
                  <a:pt x="43542" y="20537"/>
                </a:lnTo>
                <a:cubicBezTo>
                  <a:pt x="44156" y="21151"/>
                  <a:pt x="44770" y="21766"/>
                  <a:pt x="45384" y="22346"/>
                </a:cubicBezTo>
                <a:cubicBezTo>
                  <a:pt x="45589" y="22516"/>
                  <a:pt x="45760" y="22653"/>
                  <a:pt x="45999" y="22755"/>
                </a:cubicBezTo>
                <a:cubicBezTo>
                  <a:pt x="46069" y="22797"/>
                  <a:pt x="46151" y="22828"/>
                  <a:pt x="46232" y="22828"/>
                </a:cubicBezTo>
                <a:cubicBezTo>
                  <a:pt x="46348" y="22828"/>
                  <a:pt x="46464" y="22765"/>
                  <a:pt x="46545" y="22585"/>
                </a:cubicBezTo>
                <a:lnTo>
                  <a:pt x="47500" y="23062"/>
                </a:lnTo>
                <a:cubicBezTo>
                  <a:pt x="47602" y="23131"/>
                  <a:pt x="47739" y="23165"/>
                  <a:pt x="47841" y="23165"/>
                </a:cubicBezTo>
                <a:cubicBezTo>
                  <a:pt x="47944" y="23131"/>
                  <a:pt x="48012" y="23062"/>
                  <a:pt x="48046" y="22960"/>
                </a:cubicBezTo>
                <a:cubicBezTo>
                  <a:pt x="48080" y="22858"/>
                  <a:pt x="48046" y="22755"/>
                  <a:pt x="47978" y="22653"/>
                </a:cubicBezTo>
                <a:cubicBezTo>
                  <a:pt x="47875" y="22585"/>
                  <a:pt x="47773" y="22516"/>
                  <a:pt x="47636" y="22448"/>
                </a:cubicBezTo>
                <a:cubicBezTo>
                  <a:pt x="46647" y="21902"/>
                  <a:pt x="45623" y="21424"/>
                  <a:pt x="44634" y="20810"/>
                </a:cubicBezTo>
                <a:cubicBezTo>
                  <a:pt x="44224" y="20503"/>
                  <a:pt x="43883" y="20128"/>
                  <a:pt x="43576" y="19752"/>
                </a:cubicBezTo>
                <a:cubicBezTo>
                  <a:pt x="43632" y="19545"/>
                  <a:pt x="43710" y="19473"/>
                  <a:pt x="43802" y="19473"/>
                </a:cubicBezTo>
                <a:cubicBezTo>
                  <a:pt x="43877" y="19473"/>
                  <a:pt x="43962" y="19521"/>
                  <a:pt x="44054" y="19582"/>
                </a:cubicBezTo>
                <a:cubicBezTo>
                  <a:pt x="44634" y="20025"/>
                  <a:pt x="45248" y="20469"/>
                  <a:pt x="45862" y="20878"/>
                </a:cubicBezTo>
                <a:cubicBezTo>
                  <a:pt x="46203" y="21083"/>
                  <a:pt x="46545" y="21254"/>
                  <a:pt x="46886" y="21424"/>
                </a:cubicBezTo>
                <a:cubicBezTo>
                  <a:pt x="46950" y="21467"/>
                  <a:pt x="47018" y="21487"/>
                  <a:pt x="47082" y="21487"/>
                </a:cubicBezTo>
                <a:cubicBezTo>
                  <a:pt x="47224" y="21487"/>
                  <a:pt x="47351" y="21394"/>
                  <a:pt x="47398" y="21254"/>
                </a:cubicBezTo>
                <a:cubicBezTo>
                  <a:pt x="47500" y="21117"/>
                  <a:pt x="47466" y="20913"/>
                  <a:pt x="47363" y="20776"/>
                </a:cubicBezTo>
                <a:cubicBezTo>
                  <a:pt x="47295" y="20674"/>
                  <a:pt x="47193" y="20674"/>
                  <a:pt x="47091" y="20674"/>
                </a:cubicBezTo>
                <a:cubicBezTo>
                  <a:pt x="47022" y="20674"/>
                  <a:pt x="46939" y="20704"/>
                  <a:pt x="46871" y="20704"/>
                </a:cubicBezTo>
                <a:cubicBezTo>
                  <a:pt x="46836" y="20704"/>
                  <a:pt x="46806" y="20696"/>
                  <a:pt x="46783" y="20674"/>
                </a:cubicBezTo>
                <a:cubicBezTo>
                  <a:pt x="46306" y="20435"/>
                  <a:pt x="45896" y="20196"/>
                  <a:pt x="45453" y="19923"/>
                </a:cubicBezTo>
                <a:cubicBezTo>
                  <a:pt x="45555" y="19445"/>
                  <a:pt x="45521" y="19309"/>
                  <a:pt x="45214" y="19275"/>
                </a:cubicBezTo>
                <a:cubicBezTo>
                  <a:pt x="44668" y="19275"/>
                  <a:pt x="44122" y="19002"/>
                  <a:pt x="43781" y="18558"/>
                </a:cubicBezTo>
                <a:cubicBezTo>
                  <a:pt x="42791" y="17978"/>
                  <a:pt x="42074" y="16886"/>
                  <a:pt x="41290" y="15965"/>
                </a:cubicBezTo>
                <a:cubicBezTo>
                  <a:pt x="41221" y="15862"/>
                  <a:pt x="41153" y="15760"/>
                  <a:pt x="41085" y="15623"/>
                </a:cubicBezTo>
                <a:cubicBezTo>
                  <a:pt x="41051" y="15555"/>
                  <a:pt x="41017" y="15487"/>
                  <a:pt x="41017" y="15419"/>
                </a:cubicBezTo>
                <a:lnTo>
                  <a:pt x="41017" y="15419"/>
                </a:lnTo>
                <a:cubicBezTo>
                  <a:pt x="41153" y="15453"/>
                  <a:pt x="41290" y="15521"/>
                  <a:pt x="41426" y="15589"/>
                </a:cubicBezTo>
                <a:cubicBezTo>
                  <a:pt x="41836" y="15794"/>
                  <a:pt x="42245" y="15999"/>
                  <a:pt x="42689" y="16135"/>
                </a:cubicBezTo>
                <a:cubicBezTo>
                  <a:pt x="42859" y="16238"/>
                  <a:pt x="43064" y="16238"/>
                  <a:pt x="43235" y="16340"/>
                </a:cubicBezTo>
                <a:cubicBezTo>
                  <a:pt x="43644" y="16647"/>
                  <a:pt x="44122" y="16852"/>
                  <a:pt x="44634" y="16954"/>
                </a:cubicBezTo>
                <a:cubicBezTo>
                  <a:pt x="44702" y="16954"/>
                  <a:pt x="44755" y="16969"/>
                  <a:pt x="44803" y="16969"/>
                </a:cubicBezTo>
                <a:cubicBezTo>
                  <a:pt x="44827" y="16969"/>
                  <a:pt x="44850" y="16966"/>
                  <a:pt x="44873" y="16954"/>
                </a:cubicBezTo>
                <a:cubicBezTo>
                  <a:pt x="44975" y="16920"/>
                  <a:pt x="45043" y="16818"/>
                  <a:pt x="45077" y="16750"/>
                </a:cubicBezTo>
                <a:cubicBezTo>
                  <a:pt x="45077" y="16613"/>
                  <a:pt x="45043" y="16511"/>
                  <a:pt x="44975" y="16442"/>
                </a:cubicBezTo>
                <a:cubicBezTo>
                  <a:pt x="44838" y="16374"/>
                  <a:pt x="44668" y="16306"/>
                  <a:pt x="44531" y="16272"/>
                </a:cubicBezTo>
                <a:cubicBezTo>
                  <a:pt x="44224" y="16135"/>
                  <a:pt x="43883" y="15999"/>
                  <a:pt x="43576" y="15862"/>
                </a:cubicBezTo>
                <a:lnTo>
                  <a:pt x="43576" y="15726"/>
                </a:lnTo>
                <a:cubicBezTo>
                  <a:pt x="43712" y="15794"/>
                  <a:pt x="43815" y="15828"/>
                  <a:pt x="43951" y="15862"/>
                </a:cubicBezTo>
                <a:cubicBezTo>
                  <a:pt x="44224" y="15896"/>
                  <a:pt x="44497" y="15896"/>
                  <a:pt x="44770" y="15896"/>
                </a:cubicBezTo>
                <a:cubicBezTo>
                  <a:pt x="44941" y="15862"/>
                  <a:pt x="45077" y="15658"/>
                  <a:pt x="45009" y="15487"/>
                </a:cubicBezTo>
                <a:cubicBezTo>
                  <a:pt x="44984" y="15314"/>
                  <a:pt x="44888" y="15266"/>
                  <a:pt x="44784" y="15266"/>
                </a:cubicBezTo>
                <a:cubicBezTo>
                  <a:pt x="44745" y="15266"/>
                  <a:pt x="44705" y="15273"/>
                  <a:pt x="44668" y="15282"/>
                </a:cubicBezTo>
                <a:cubicBezTo>
                  <a:pt x="44587" y="15296"/>
                  <a:pt x="44506" y="15302"/>
                  <a:pt x="44424" y="15302"/>
                </a:cubicBezTo>
                <a:cubicBezTo>
                  <a:pt x="44090" y="15302"/>
                  <a:pt x="43754" y="15188"/>
                  <a:pt x="43508" y="14941"/>
                </a:cubicBezTo>
                <a:cubicBezTo>
                  <a:pt x="43576" y="14668"/>
                  <a:pt x="43473" y="14395"/>
                  <a:pt x="43269" y="14224"/>
                </a:cubicBezTo>
                <a:cubicBezTo>
                  <a:pt x="42927" y="13917"/>
                  <a:pt x="42586" y="13644"/>
                  <a:pt x="42279" y="13371"/>
                </a:cubicBezTo>
                <a:cubicBezTo>
                  <a:pt x="42143" y="13235"/>
                  <a:pt x="42040" y="13132"/>
                  <a:pt x="41904" y="13030"/>
                </a:cubicBezTo>
                <a:lnTo>
                  <a:pt x="41972" y="12928"/>
                </a:lnTo>
                <a:lnTo>
                  <a:pt x="42552" y="13201"/>
                </a:lnTo>
                <a:cubicBezTo>
                  <a:pt x="42620" y="13235"/>
                  <a:pt x="42689" y="13269"/>
                  <a:pt x="42791" y="13303"/>
                </a:cubicBezTo>
                <a:cubicBezTo>
                  <a:pt x="42821" y="13313"/>
                  <a:pt x="42853" y="13320"/>
                  <a:pt x="42886" y="13320"/>
                </a:cubicBezTo>
                <a:cubicBezTo>
                  <a:pt x="42967" y="13320"/>
                  <a:pt x="43050" y="13278"/>
                  <a:pt x="43098" y="13132"/>
                </a:cubicBezTo>
                <a:cubicBezTo>
                  <a:pt x="43166" y="12962"/>
                  <a:pt x="43098" y="12791"/>
                  <a:pt x="42927" y="12723"/>
                </a:cubicBezTo>
                <a:cubicBezTo>
                  <a:pt x="42859" y="12689"/>
                  <a:pt x="42825" y="12655"/>
                  <a:pt x="42757" y="12655"/>
                </a:cubicBezTo>
                <a:cubicBezTo>
                  <a:pt x="41733" y="12109"/>
                  <a:pt x="40846" y="11324"/>
                  <a:pt x="40232" y="10300"/>
                </a:cubicBezTo>
                <a:cubicBezTo>
                  <a:pt x="39754" y="9584"/>
                  <a:pt x="39310" y="8799"/>
                  <a:pt x="38867" y="8014"/>
                </a:cubicBezTo>
                <a:cubicBezTo>
                  <a:pt x="38901" y="7946"/>
                  <a:pt x="38969" y="7912"/>
                  <a:pt x="39003" y="7843"/>
                </a:cubicBezTo>
                <a:cubicBezTo>
                  <a:pt x="39106" y="7639"/>
                  <a:pt x="39072" y="7468"/>
                  <a:pt x="38901" y="7366"/>
                </a:cubicBezTo>
                <a:cubicBezTo>
                  <a:pt x="38901" y="7332"/>
                  <a:pt x="38867" y="7332"/>
                  <a:pt x="38833" y="7332"/>
                </a:cubicBezTo>
                <a:cubicBezTo>
                  <a:pt x="38389" y="7263"/>
                  <a:pt x="38219" y="6854"/>
                  <a:pt x="38048" y="6410"/>
                </a:cubicBezTo>
                <a:cubicBezTo>
                  <a:pt x="38014" y="6342"/>
                  <a:pt x="37980" y="6274"/>
                  <a:pt x="37946" y="6171"/>
                </a:cubicBezTo>
                <a:cubicBezTo>
                  <a:pt x="37887" y="6112"/>
                  <a:pt x="37802" y="6028"/>
                  <a:pt x="37758" y="6028"/>
                </a:cubicBezTo>
                <a:cubicBezTo>
                  <a:pt x="37751" y="6028"/>
                  <a:pt x="37745" y="6030"/>
                  <a:pt x="37741" y="6035"/>
                </a:cubicBezTo>
                <a:cubicBezTo>
                  <a:pt x="37604" y="6103"/>
                  <a:pt x="37536" y="6205"/>
                  <a:pt x="37536" y="6308"/>
                </a:cubicBezTo>
                <a:cubicBezTo>
                  <a:pt x="37536" y="6478"/>
                  <a:pt x="37570" y="6683"/>
                  <a:pt x="37604" y="6820"/>
                </a:cubicBezTo>
                <a:cubicBezTo>
                  <a:pt x="37707" y="7195"/>
                  <a:pt x="37809" y="7536"/>
                  <a:pt x="37911" y="7878"/>
                </a:cubicBezTo>
                <a:cubicBezTo>
                  <a:pt x="38048" y="8185"/>
                  <a:pt x="38184" y="8458"/>
                  <a:pt x="38355" y="8765"/>
                </a:cubicBezTo>
                <a:cubicBezTo>
                  <a:pt x="38628" y="9208"/>
                  <a:pt x="38901" y="9686"/>
                  <a:pt x="39208" y="10130"/>
                </a:cubicBezTo>
                <a:cubicBezTo>
                  <a:pt x="39310" y="10266"/>
                  <a:pt x="39345" y="10403"/>
                  <a:pt x="39140" y="10573"/>
                </a:cubicBezTo>
                <a:cubicBezTo>
                  <a:pt x="39072" y="10471"/>
                  <a:pt x="38969" y="10334"/>
                  <a:pt x="38901" y="10198"/>
                </a:cubicBezTo>
                <a:cubicBezTo>
                  <a:pt x="38526" y="9584"/>
                  <a:pt x="38184" y="8969"/>
                  <a:pt x="37843" y="8355"/>
                </a:cubicBezTo>
                <a:cubicBezTo>
                  <a:pt x="37809" y="8321"/>
                  <a:pt x="37809" y="8253"/>
                  <a:pt x="37775" y="8219"/>
                </a:cubicBezTo>
                <a:cubicBezTo>
                  <a:pt x="37721" y="8111"/>
                  <a:pt x="37668" y="7983"/>
                  <a:pt x="37581" y="7983"/>
                </a:cubicBezTo>
                <a:cubicBezTo>
                  <a:pt x="37557" y="7983"/>
                  <a:pt x="37531" y="7992"/>
                  <a:pt x="37502" y="8014"/>
                </a:cubicBezTo>
                <a:cubicBezTo>
                  <a:pt x="37400" y="8116"/>
                  <a:pt x="37331" y="8219"/>
                  <a:pt x="37331" y="8355"/>
                </a:cubicBezTo>
                <a:cubicBezTo>
                  <a:pt x="37331" y="8560"/>
                  <a:pt x="37263" y="8628"/>
                  <a:pt x="37127" y="8662"/>
                </a:cubicBezTo>
                <a:cubicBezTo>
                  <a:pt x="37365" y="9481"/>
                  <a:pt x="37570" y="10266"/>
                  <a:pt x="37775" y="11051"/>
                </a:cubicBezTo>
                <a:cubicBezTo>
                  <a:pt x="37877" y="11460"/>
                  <a:pt x="38014" y="11836"/>
                  <a:pt x="38150" y="12245"/>
                </a:cubicBezTo>
                <a:lnTo>
                  <a:pt x="37877" y="12382"/>
                </a:lnTo>
                <a:cubicBezTo>
                  <a:pt x="37638" y="11733"/>
                  <a:pt x="37434" y="11119"/>
                  <a:pt x="37195" y="10505"/>
                </a:cubicBezTo>
                <a:cubicBezTo>
                  <a:pt x="37161" y="10403"/>
                  <a:pt x="37195" y="10266"/>
                  <a:pt x="37161" y="10198"/>
                </a:cubicBezTo>
                <a:cubicBezTo>
                  <a:pt x="37092" y="9891"/>
                  <a:pt x="37024" y="9652"/>
                  <a:pt x="36956" y="9345"/>
                </a:cubicBezTo>
                <a:lnTo>
                  <a:pt x="37127" y="8662"/>
                </a:lnTo>
                <a:cubicBezTo>
                  <a:pt x="37097" y="8545"/>
                  <a:pt x="37068" y="8376"/>
                  <a:pt x="36950" y="8376"/>
                </a:cubicBezTo>
                <a:cubicBezTo>
                  <a:pt x="36932" y="8376"/>
                  <a:pt x="36911" y="8380"/>
                  <a:pt x="36888" y="8389"/>
                </a:cubicBezTo>
                <a:cubicBezTo>
                  <a:pt x="36819" y="8423"/>
                  <a:pt x="36751" y="8560"/>
                  <a:pt x="36683" y="8662"/>
                </a:cubicBezTo>
                <a:cubicBezTo>
                  <a:pt x="36615" y="8765"/>
                  <a:pt x="36581" y="8901"/>
                  <a:pt x="36512" y="9038"/>
                </a:cubicBezTo>
                <a:lnTo>
                  <a:pt x="36239" y="8799"/>
                </a:lnTo>
                <a:cubicBezTo>
                  <a:pt x="36444" y="8253"/>
                  <a:pt x="36649" y="7741"/>
                  <a:pt x="36854" y="7229"/>
                </a:cubicBezTo>
                <a:cubicBezTo>
                  <a:pt x="36990" y="6922"/>
                  <a:pt x="37092" y="6581"/>
                  <a:pt x="37195" y="6274"/>
                </a:cubicBezTo>
                <a:cubicBezTo>
                  <a:pt x="37229" y="6137"/>
                  <a:pt x="37263" y="5967"/>
                  <a:pt x="37263" y="5830"/>
                </a:cubicBezTo>
                <a:cubicBezTo>
                  <a:pt x="37263" y="5625"/>
                  <a:pt x="37195" y="5455"/>
                  <a:pt x="37024" y="5455"/>
                </a:cubicBezTo>
                <a:cubicBezTo>
                  <a:pt x="36888" y="5455"/>
                  <a:pt x="36854" y="5591"/>
                  <a:pt x="36819" y="5762"/>
                </a:cubicBezTo>
                <a:cubicBezTo>
                  <a:pt x="36581" y="6751"/>
                  <a:pt x="36205" y="7707"/>
                  <a:pt x="35693" y="8560"/>
                </a:cubicBezTo>
                <a:cubicBezTo>
                  <a:pt x="35728" y="8423"/>
                  <a:pt x="35728" y="8287"/>
                  <a:pt x="35762" y="8116"/>
                </a:cubicBezTo>
                <a:cubicBezTo>
                  <a:pt x="35796" y="7946"/>
                  <a:pt x="35796" y="7775"/>
                  <a:pt x="35625" y="7707"/>
                </a:cubicBezTo>
                <a:cubicBezTo>
                  <a:pt x="35599" y="7696"/>
                  <a:pt x="35575" y="7691"/>
                  <a:pt x="35553" y="7691"/>
                </a:cubicBezTo>
                <a:cubicBezTo>
                  <a:pt x="35434" y="7691"/>
                  <a:pt x="35381" y="7836"/>
                  <a:pt x="35352" y="7980"/>
                </a:cubicBezTo>
                <a:cubicBezTo>
                  <a:pt x="34977" y="9174"/>
                  <a:pt x="34397" y="10266"/>
                  <a:pt x="33612" y="11256"/>
                </a:cubicBezTo>
                <a:cubicBezTo>
                  <a:pt x="33168" y="11904"/>
                  <a:pt x="32452" y="12348"/>
                  <a:pt x="31667" y="12450"/>
                </a:cubicBezTo>
                <a:cubicBezTo>
                  <a:pt x="31463" y="12484"/>
                  <a:pt x="31226" y="12450"/>
                  <a:pt x="31156" y="12852"/>
                </a:cubicBezTo>
                <a:lnTo>
                  <a:pt x="31156" y="12852"/>
                </a:lnTo>
                <a:cubicBezTo>
                  <a:pt x="31149" y="12854"/>
                  <a:pt x="31130" y="12865"/>
                  <a:pt x="31087" y="12894"/>
                </a:cubicBezTo>
                <a:cubicBezTo>
                  <a:pt x="31019" y="12996"/>
                  <a:pt x="30882" y="13064"/>
                  <a:pt x="30882" y="13132"/>
                </a:cubicBezTo>
                <a:cubicBezTo>
                  <a:pt x="30882" y="13303"/>
                  <a:pt x="30916" y="13474"/>
                  <a:pt x="31019" y="13610"/>
                </a:cubicBezTo>
                <a:cubicBezTo>
                  <a:pt x="31292" y="13815"/>
                  <a:pt x="31565" y="14020"/>
                  <a:pt x="31838" y="14259"/>
                </a:cubicBezTo>
                <a:cubicBezTo>
                  <a:pt x="31701" y="14361"/>
                  <a:pt x="31565" y="14429"/>
                  <a:pt x="31326" y="14634"/>
                </a:cubicBezTo>
                <a:cubicBezTo>
                  <a:pt x="31087" y="14805"/>
                  <a:pt x="30882" y="14975"/>
                  <a:pt x="30677" y="15180"/>
                </a:cubicBezTo>
                <a:cubicBezTo>
                  <a:pt x="30541" y="15282"/>
                  <a:pt x="30507" y="15453"/>
                  <a:pt x="30575" y="15589"/>
                </a:cubicBezTo>
                <a:cubicBezTo>
                  <a:pt x="30611" y="15697"/>
                  <a:pt x="30676" y="15739"/>
                  <a:pt x="30744" y="15739"/>
                </a:cubicBezTo>
                <a:cubicBezTo>
                  <a:pt x="30804" y="15739"/>
                  <a:pt x="30868" y="15706"/>
                  <a:pt x="30916" y="15658"/>
                </a:cubicBezTo>
                <a:cubicBezTo>
                  <a:pt x="31530" y="15146"/>
                  <a:pt x="32110" y="14702"/>
                  <a:pt x="32691" y="14156"/>
                </a:cubicBezTo>
                <a:cubicBezTo>
                  <a:pt x="32929" y="13917"/>
                  <a:pt x="33202" y="13713"/>
                  <a:pt x="33510" y="13542"/>
                </a:cubicBezTo>
                <a:cubicBezTo>
                  <a:pt x="33783" y="13405"/>
                  <a:pt x="34056" y="13201"/>
                  <a:pt x="34363" y="13030"/>
                </a:cubicBezTo>
                <a:lnTo>
                  <a:pt x="34363" y="13030"/>
                </a:lnTo>
                <a:cubicBezTo>
                  <a:pt x="34226" y="13644"/>
                  <a:pt x="33885" y="14224"/>
                  <a:pt x="33441" y="14668"/>
                </a:cubicBezTo>
                <a:cubicBezTo>
                  <a:pt x="32895" y="15146"/>
                  <a:pt x="32315" y="15521"/>
                  <a:pt x="31735" y="15965"/>
                </a:cubicBezTo>
                <a:cubicBezTo>
                  <a:pt x="31530" y="16101"/>
                  <a:pt x="31360" y="16238"/>
                  <a:pt x="31155" y="16374"/>
                </a:cubicBezTo>
                <a:cubicBezTo>
                  <a:pt x="31019" y="16477"/>
                  <a:pt x="30950" y="16715"/>
                  <a:pt x="31053" y="16886"/>
                </a:cubicBezTo>
                <a:cubicBezTo>
                  <a:pt x="31094" y="16955"/>
                  <a:pt x="31141" y="16979"/>
                  <a:pt x="31191" y="16979"/>
                </a:cubicBezTo>
                <a:cubicBezTo>
                  <a:pt x="31265" y="16979"/>
                  <a:pt x="31347" y="16927"/>
                  <a:pt x="31428" y="16886"/>
                </a:cubicBezTo>
                <a:cubicBezTo>
                  <a:pt x="31974" y="16511"/>
                  <a:pt x="32520" y="16169"/>
                  <a:pt x="33100" y="15760"/>
                </a:cubicBezTo>
                <a:lnTo>
                  <a:pt x="33100" y="15760"/>
                </a:lnTo>
                <a:cubicBezTo>
                  <a:pt x="33100" y="15862"/>
                  <a:pt x="33066" y="15931"/>
                  <a:pt x="32998" y="16033"/>
                </a:cubicBezTo>
                <a:cubicBezTo>
                  <a:pt x="32725" y="16442"/>
                  <a:pt x="32383" y="16818"/>
                  <a:pt x="31940" y="17125"/>
                </a:cubicBezTo>
                <a:cubicBezTo>
                  <a:pt x="31838" y="17193"/>
                  <a:pt x="31735" y="17398"/>
                  <a:pt x="31633" y="17500"/>
                </a:cubicBezTo>
                <a:cubicBezTo>
                  <a:pt x="31394" y="17671"/>
                  <a:pt x="31189" y="17807"/>
                  <a:pt x="30984" y="17978"/>
                </a:cubicBezTo>
                <a:cubicBezTo>
                  <a:pt x="30848" y="18046"/>
                  <a:pt x="30643" y="18114"/>
                  <a:pt x="30677" y="18353"/>
                </a:cubicBezTo>
                <a:cubicBezTo>
                  <a:pt x="30711" y="18490"/>
                  <a:pt x="30848" y="18592"/>
                  <a:pt x="30950" y="18763"/>
                </a:cubicBezTo>
                <a:cubicBezTo>
                  <a:pt x="30711" y="19138"/>
                  <a:pt x="30370" y="19411"/>
                  <a:pt x="29995" y="19650"/>
                </a:cubicBezTo>
                <a:cubicBezTo>
                  <a:pt x="29790" y="19752"/>
                  <a:pt x="29620" y="19855"/>
                  <a:pt x="29415" y="19991"/>
                </a:cubicBezTo>
                <a:cubicBezTo>
                  <a:pt x="29278" y="20059"/>
                  <a:pt x="29210" y="20264"/>
                  <a:pt x="29278" y="20401"/>
                </a:cubicBezTo>
                <a:cubicBezTo>
                  <a:pt x="29318" y="20521"/>
                  <a:pt x="29382" y="20570"/>
                  <a:pt x="29455" y="20570"/>
                </a:cubicBezTo>
                <a:cubicBezTo>
                  <a:pt x="29506" y="20570"/>
                  <a:pt x="29563" y="20545"/>
                  <a:pt x="29620" y="20503"/>
                </a:cubicBezTo>
                <a:cubicBezTo>
                  <a:pt x="30302" y="20196"/>
                  <a:pt x="30882" y="19752"/>
                  <a:pt x="31292" y="19172"/>
                </a:cubicBezTo>
                <a:lnTo>
                  <a:pt x="31599" y="18729"/>
                </a:lnTo>
                <a:lnTo>
                  <a:pt x="31667" y="18797"/>
                </a:lnTo>
                <a:cubicBezTo>
                  <a:pt x="31633" y="18865"/>
                  <a:pt x="31633" y="18968"/>
                  <a:pt x="31599" y="19036"/>
                </a:cubicBezTo>
                <a:cubicBezTo>
                  <a:pt x="31223" y="19718"/>
                  <a:pt x="30780" y="20332"/>
                  <a:pt x="30268" y="20913"/>
                </a:cubicBezTo>
                <a:cubicBezTo>
                  <a:pt x="30234" y="20947"/>
                  <a:pt x="30165" y="20981"/>
                  <a:pt x="30131" y="21049"/>
                </a:cubicBezTo>
                <a:cubicBezTo>
                  <a:pt x="29893" y="21356"/>
                  <a:pt x="29927" y="21493"/>
                  <a:pt x="30302" y="21629"/>
                </a:cubicBezTo>
                <a:cubicBezTo>
                  <a:pt x="30131" y="21834"/>
                  <a:pt x="29927" y="22004"/>
                  <a:pt x="29654" y="22073"/>
                </a:cubicBezTo>
                <a:cubicBezTo>
                  <a:pt x="29551" y="22107"/>
                  <a:pt x="29449" y="22175"/>
                  <a:pt x="29347" y="22243"/>
                </a:cubicBezTo>
                <a:cubicBezTo>
                  <a:pt x="29278" y="22312"/>
                  <a:pt x="29244" y="22414"/>
                  <a:pt x="29244" y="22550"/>
                </a:cubicBezTo>
                <a:cubicBezTo>
                  <a:pt x="29244" y="22619"/>
                  <a:pt x="29312" y="22721"/>
                  <a:pt x="29415" y="22755"/>
                </a:cubicBezTo>
                <a:cubicBezTo>
                  <a:pt x="29646" y="22847"/>
                  <a:pt x="29888" y="22893"/>
                  <a:pt x="30128" y="22893"/>
                </a:cubicBezTo>
                <a:cubicBezTo>
                  <a:pt x="30597" y="22893"/>
                  <a:pt x="31055" y="22719"/>
                  <a:pt x="31394" y="22380"/>
                </a:cubicBezTo>
                <a:cubicBezTo>
                  <a:pt x="31872" y="22039"/>
                  <a:pt x="32247" y="21663"/>
                  <a:pt x="32691" y="21288"/>
                </a:cubicBezTo>
                <a:cubicBezTo>
                  <a:pt x="32861" y="21151"/>
                  <a:pt x="32998" y="21015"/>
                  <a:pt x="33168" y="20844"/>
                </a:cubicBezTo>
                <a:cubicBezTo>
                  <a:pt x="33237" y="20947"/>
                  <a:pt x="33271" y="21015"/>
                  <a:pt x="33339" y="21117"/>
                </a:cubicBezTo>
                <a:cubicBezTo>
                  <a:pt x="32827" y="22073"/>
                  <a:pt x="32281" y="22892"/>
                  <a:pt x="31394" y="23165"/>
                </a:cubicBezTo>
                <a:cubicBezTo>
                  <a:pt x="31019" y="23267"/>
                  <a:pt x="30984" y="23404"/>
                  <a:pt x="31223" y="23847"/>
                </a:cubicBezTo>
                <a:cubicBezTo>
                  <a:pt x="30677" y="24393"/>
                  <a:pt x="29995" y="24803"/>
                  <a:pt x="29278" y="25041"/>
                </a:cubicBezTo>
                <a:cubicBezTo>
                  <a:pt x="29248" y="25051"/>
                  <a:pt x="29218" y="25056"/>
                  <a:pt x="29188" y="25056"/>
                </a:cubicBezTo>
                <a:cubicBezTo>
                  <a:pt x="29116" y="25056"/>
                  <a:pt x="29044" y="25031"/>
                  <a:pt x="28971" y="25007"/>
                </a:cubicBezTo>
                <a:cubicBezTo>
                  <a:pt x="28698" y="24871"/>
                  <a:pt x="28425" y="24768"/>
                  <a:pt x="28186" y="24598"/>
                </a:cubicBezTo>
                <a:cubicBezTo>
                  <a:pt x="26992" y="23881"/>
                  <a:pt x="25832" y="23131"/>
                  <a:pt x="24672" y="22380"/>
                </a:cubicBezTo>
                <a:cubicBezTo>
                  <a:pt x="24399" y="22175"/>
                  <a:pt x="24126" y="21936"/>
                  <a:pt x="23887" y="21731"/>
                </a:cubicBezTo>
                <a:cubicBezTo>
                  <a:pt x="23765" y="21609"/>
                  <a:pt x="23670" y="21487"/>
                  <a:pt x="23505" y="21487"/>
                </a:cubicBezTo>
                <a:cubicBezTo>
                  <a:pt x="23485" y="21487"/>
                  <a:pt x="23465" y="21489"/>
                  <a:pt x="23443" y="21493"/>
                </a:cubicBezTo>
                <a:cubicBezTo>
                  <a:pt x="23435" y="21495"/>
                  <a:pt x="23428" y="21496"/>
                  <a:pt x="23420" y="21496"/>
                </a:cubicBezTo>
                <a:cubicBezTo>
                  <a:pt x="23326" y="21496"/>
                  <a:pt x="23233" y="21317"/>
                  <a:pt x="23170" y="21254"/>
                </a:cubicBezTo>
                <a:cubicBezTo>
                  <a:pt x="23204" y="21151"/>
                  <a:pt x="23204" y="21117"/>
                  <a:pt x="23204" y="21117"/>
                </a:cubicBezTo>
                <a:cubicBezTo>
                  <a:pt x="23341" y="21049"/>
                  <a:pt x="23511" y="21015"/>
                  <a:pt x="23511" y="20776"/>
                </a:cubicBezTo>
                <a:cubicBezTo>
                  <a:pt x="23477" y="20571"/>
                  <a:pt x="23341" y="20537"/>
                  <a:pt x="23204" y="20469"/>
                </a:cubicBezTo>
                <a:cubicBezTo>
                  <a:pt x="23102" y="20401"/>
                  <a:pt x="23000" y="20332"/>
                  <a:pt x="22931" y="20264"/>
                </a:cubicBezTo>
                <a:cubicBezTo>
                  <a:pt x="22875" y="20151"/>
                  <a:pt x="22771" y="20085"/>
                  <a:pt x="22679" y="20085"/>
                </a:cubicBezTo>
                <a:cubicBezTo>
                  <a:pt x="22660" y="20085"/>
                  <a:pt x="22642" y="20088"/>
                  <a:pt x="22624" y="20094"/>
                </a:cubicBezTo>
                <a:cubicBezTo>
                  <a:pt x="22592" y="20098"/>
                  <a:pt x="22563" y="20100"/>
                  <a:pt x="22536" y="20100"/>
                </a:cubicBezTo>
                <a:cubicBezTo>
                  <a:pt x="22329" y="20100"/>
                  <a:pt x="22249" y="19978"/>
                  <a:pt x="22249" y="19616"/>
                </a:cubicBezTo>
                <a:cubicBezTo>
                  <a:pt x="22215" y="19411"/>
                  <a:pt x="22147" y="19309"/>
                  <a:pt x="22010" y="19309"/>
                </a:cubicBezTo>
                <a:cubicBezTo>
                  <a:pt x="21737" y="19241"/>
                  <a:pt x="21601" y="19002"/>
                  <a:pt x="21498" y="18729"/>
                </a:cubicBezTo>
                <a:cubicBezTo>
                  <a:pt x="21293" y="18285"/>
                  <a:pt x="21089" y="17841"/>
                  <a:pt x="20918" y="17398"/>
                </a:cubicBezTo>
                <a:cubicBezTo>
                  <a:pt x="20825" y="17211"/>
                  <a:pt x="20731" y="17052"/>
                  <a:pt x="20560" y="17052"/>
                </a:cubicBezTo>
                <a:cubicBezTo>
                  <a:pt x="20543" y="17052"/>
                  <a:pt x="20526" y="17054"/>
                  <a:pt x="20509" y="17057"/>
                </a:cubicBezTo>
                <a:cubicBezTo>
                  <a:pt x="20304" y="17057"/>
                  <a:pt x="20065" y="16852"/>
                  <a:pt x="19929" y="16613"/>
                </a:cubicBezTo>
                <a:cubicBezTo>
                  <a:pt x="19383" y="15658"/>
                  <a:pt x="18905" y="14668"/>
                  <a:pt x="18530" y="13644"/>
                </a:cubicBezTo>
                <a:cubicBezTo>
                  <a:pt x="18461" y="13508"/>
                  <a:pt x="18461" y="13371"/>
                  <a:pt x="18495" y="13235"/>
                </a:cubicBezTo>
                <a:lnTo>
                  <a:pt x="18495" y="13235"/>
                </a:lnTo>
                <a:cubicBezTo>
                  <a:pt x="18666" y="13474"/>
                  <a:pt x="18871" y="13747"/>
                  <a:pt x="18973" y="13883"/>
                </a:cubicBezTo>
                <a:cubicBezTo>
                  <a:pt x="19069" y="14003"/>
                  <a:pt x="19165" y="14139"/>
                  <a:pt x="19284" y="14139"/>
                </a:cubicBezTo>
                <a:cubicBezTo>
                  <a:pt x="19335" y="14139"/>
                  <a:pt x="19390" y="14115"/>
                  <a:pt x="19451" y="14054"/>
                </a:cubicBezTo>
                <a:cubicBezTo>
                  <a:pt x="19587" y="13951"/>
                  <a:pt x="19553" y="13747"/>
                  <a:pt x="19348" y="13474"/>
                </a:cubicBezTo>
                <a:cubicBezTo>
                  <a:pt x="18393" y="12177"/>
                  <a:pt x="17711" y="10710"/>
                  <a:pt x="17335" y="9174"/>
                </a:cubicBezTo>
                <a:cubicBezTo>
                  <a:pt x="17335" y="9072"/>
                  <a:pt x="17335" y="9004"/>
                  <a:pt x="17335" y="8901"/>
                </a:cubicBezTo>
                <a:cubicBezTo>
                  <a:pt x="17608" y="9447"/>
                  <a:pt x="17984" y="9925"/>
                  <a:pt x="18086" y="10607"/>
                </a:cubicBezTo>
                <a:cubicBezTo>
                  <a:pt x="18120" y="10744"/>
                  <a:pt x="18154" y="10846"/>
                  <a:pt x="18257" y="10983"/>
                </a:cubicBezTo>
                <a:cubicBezTo>
                  <a:pt x="18632" y="11597"/>
                  <a:pt x="19007" y="12245"/>
                  <a:pt x="19383" y="12859"/>
                </a:cubicBezTo>
                <a:cubicBezTo>
                  <a:pt x="19587" y="13337"/>
                  <a:pt x="19963" y="13747"/>
                  <a:pt x="20406" y="14020"/>
                </a:cubicBezTo>
                <a:cubicBezTo>
                  <a:pt x="20338" y="14259"/>
                  <a:pt x="20372" y="14532"/>
                  <a:pt x="20543" y="14736"/>
                </a:cubicBezTo>
                <a:cubicBezTo>
                  <a:pt x="20748" y="15077"/>
                  <a:pt x="20918" y="15385"/>
                  <a:pt x="21123" y="15726"/>
                </a:cubicBezTo>
                <a:cubicBezTo>
                  <a:pt x="21157" y="15828"/>
                  <a:pt x="21191" y="15931"/>
                  <a:pt x="21225" y="16033"/>
                </a:cubicBezTo>
                <a:lnTo>
                  <a:pt x="21123" y="16135"/>
                </a:lnTo>
                <a:cubicBezTo>
                  <a:pt x="21089" y="16033"/>
                  <a:pt x="21055" y="15931"/>
                  <a:pt x="20986" y="15828"/>
                </a:cubicBezTo>
                <a:cubicBezTo>
                  <a:pt x="20748" y="15385"/>
                  <a:pt x="20509" y="14975"/>
                  <a:pt x="20270" y="14532"/>
                </a:cubicBezTo>
                <a:cubicBezTo>
                  <a:pt x="20202" y="14395"/>
                  <a:pt x="20133" y="14293"/>
                  <a:pt x="20031" y="14190"/>
                </a:cubicBezTo>
                <a:cubicBezTo>
                  <a:pt x="19980" y="14156"/>
                  <a:pt x="19929" y="14139"/>
                  <a:pt x="19877" y="14139"/>
                </a:cubicBezTo>
                <a:cubicBezTo>
                  <a:pt x="19826" y="14139"/>
                  <a:pt x="19775" y="14156"/>
                  <a:pt x="19724" y="14190"/>
                </a:cubicBezTo>
                <a:cubicBezTo>
                  <a:pt x="19621" y="14293"/>
                  <a:pt x="19656" y="14429"/>
                  <a:pt x="19724" y="14566"/>
                </a:cubicBezTo>
                <a:cubicBezTo>
                  <a:pt x="20440" y="15760"/>
                  <a:pt x="21123" y="17023"/>
                  <a:pt x="21874" y="18183"/>
                </a:cubicBezTo>
                <a:cubicBezTo>
                  <a:pt x="22420" y="19036"/>
                  <a:pt x="23068" y="19821"/>
                  <a:pt x="23682" y="20640"/>
                </a:cubicBezTo>
                <a:cubicBezTo>
                  <a:pt x="24262" y="21424"/>
                  <a:pt x="25013" y="22073"/>
                  <a:pt x="25866" y="22585"/>
                </a:cubicBezTo>
                <a:cubicBezTo>
                  <a:pt x="26002" y="22670"/>
                  <a:pt x="26105" y="22713"/>
                  <a:pt x="26182" y="22713"/>
                </a:cubicBezTo>
                <a:cubicBezTo>
                  <a:pt x="26258" y="22713"/>
                  <a:pt x="26310" y="22670"/>
                  <a:pt x="26344" y="22585"/>
                </a:cubicBezTo>
                <a:cubicBezTo>
                  <a:pt x="26412" y="22277"/>
                  <a:pt x="26241" y="22209"/>
                  <a:pt x="26071" y="22073"/>
                </a:cubicBezTo>
                <a:cubicBezTo>
                  <a:pt x="25900" y="21936"/>
                  <a:pt x="25695" y="21800"/>
                  <a:pt x="25525" y="21663"/>
                </a:cubicBezTo>
                <a:cubicBezTo>
                  <a:pt x="25354" y="21595"/>
                  <a:pt x="25252" y="21424"/>
                  <a:pt x="25252" y="21254"/>
                </a:cubicBezTo>
                <a:cubicBezTo>
                  <a:pt x="25218" y="21151"/>
                  <a:pt x="25149" y="21049"/>
                  <a:pt x="25047" y="21015"/>
                </a:cubicBezTo>
                <a:cubicBezTo>
                  <a:pt x="24569" y="20776"/>
                  <a:pt x="24160" y="20401"/>
                  <a:pt x="23887" y="19957"/>
                </a:cubicBezTo>
                <a:cubicBezTo>
                  <a:pt x="23716" y="19752"/>
                  <a:pt x="23580" y="19548"/>
                  <a:pt x="23443" y="19309"/>
                </a:cubicBezTo>
                <a:cubicBezTo>
                  <a:pt x="23375" y="19206"/>
                  <a:pt x="23341" y="19070"/>
                  <a:pt x="23273" y="18933"/>
                </a:cubicBezTo>
                <a:cubicBezTo>
                  <a:pt x="23239" y="18797"/>
                  <a:pt x="23170" y="18660"/>
                  <a:pt x="23102" y="18592"/>
                </a:cubicBezTo>
                <a:cubicBezTo>
                  <a:pt x="22795" y="18319"/>
                  <a:pt x="22556" y="17978"/>
                  <a:pt x="22385" y="17603"/>
                </a:cubicBezTo>
                <a:lnTo>
                  <a:pt x="22385" y="17603"/>
                </a:lnTo>
                <a:cubicBezTo>
                  <a:pt x="22658" y="17637"/>
                  <a:pt x="22863" y="17773"/>
                  <a:pt x="23000" y="18012"/>
                </a:cubicBezTo>
                <a:cubicBezTo>
                  <a:pt x="23136" y="18285"/>
                  <a:pt x="23341" y="18524"/>
                  <a:pt x="23546" y="18763"/>
                </a:cubicBezTo>
                <a:cubicBezTo>
                  <a:pt x="23819" y="19002"/>
                  <a:pt x="24092" y="19241"/>
                  <a:pt x="24399" y="19479"/>
                </a:cubicBezTo>
                <a:cubicBezTo>
                  <a:pt x="24467" y="19513"/>
                  <a:pt x="24569" y="19548"/>
                  <a:pt x="24672" y="19582"/>
                </a:cubicBezTo>
                <a:cubicBezTo>
                  <a:pt x="24740" y="19582"/>
                  <a:pt x="24876" y="19513"/>
                  <a:pt x="24876" y="19445"/>
                </a:cubicBezTo>
                <a:cubicBezTo>
                  <a:pt x="24876" y="19070"/>
                  <a:pt x="25354" y="19138"/>
                  <a:pt x="25286" y="18729"/>
                </a:cubicBezTo>
                <a:cubicBezTo>
                  <a:pt x="25286" y="18524"/>
                  <a:pt x="25218" y="18387"/>
                  <a:pt x="25047" y="18387"/>
                </a:cubicBezTo>
                <a:cubicBezTo>
                  <a:pt x="24911" y="18353"/>
                  <a:pt x="24808" y="18285"/>
                  <a:pt x="24706" y="18183"/>
                </a:cubicBezTo>
                <a:cubicBezTo>
                  <a:pt x="23989" y="17364"/>
                  <a:pt x="23341" y="16477"/>
                  <a:pt x="22795" y="15521"/>
                </a:cubicBezTo>
                <a:lnTo>
                  <a:pt x="22795" y="15521"/>
                </a:lnTo>
                <a:cubicBezTo>
                  <a:pt x="22863" y="15555"/>
                  <a:pt x="22931" y="15589"/>
                  <a:pt x="22966" y="15658"/>
                </a:cubicBezTo>
                <a:cubicBezTo>
                  <a:pt x="23273" y="16033"/>
                  <a:pt x="23546" y="16408"/>
                  <a:pt x="23887" y="16784"/>
                </a:cubicBezTo>
                <a:cubicBezTo>
                  <a:pt x="24228" y="17193"/>
                  <a:pt x="24535" y="17637"/>
                  <a:pt x="24876" y="18012"/>
                </a:cubicBezTo>
                <a:cubicBezTo>
                  <a:pt x="25081" y="18149"/>
                  <a:pt x="25286" y="18285"/>
                  <a:pt x="25525" y="18319"/>
                </a:cubicBezTo>
                <a:cubicBezTo>
                  <a:pt x="25549" y="18331"/>
                  <a:pt x="25573" y="18337"/>
                  <a:pt x="25595" y="18337"/>
                </a:cubicBezTo>
                <a:cubicBezTo>
                  <a:pt x="25695" y="18337"/>
                  <a:pt x="25764" y="18220"/>
                  <a:pt x="25764" y="18080"/>
                </a:cubicBezTo>
                <a:cubicBezTo>
                  <a:pt x="25764" y="17944"/>
                  <a:pt x="25695" y="17841"/>
                  <a:pt x="25593" y="17773"/>
                </a:cubicBezTo>
                <a:cubicBezTo>
                  <a:pt x="25218" y="17568"/>
                  <a:pt x="24911" y="17295"/>
                  <a:pt x="24672" y="16920"/>
                </a:cubicBezTo>
                <a:cubicBezTo>
                  <a:pt x="24501" y="16784"/>
                  <a:pt x="24399" y="16579"/>
                  <a:pt x="24433" y="16340"/>
                </a:cubicBezTo>
                <a:cubicBezTo>
                  <a:pt x="24433" y="16204"/>
                  <a:pt x="24365" y="16101"/>
                  <a:pt x="24262" y="16033"/>
                </a:cubicBezTo>
                <a:cubicBezTo>
                  <a:pt x="23682" y="15623"/>
                  <a:pt x="23273" y="15077"/>
                  <a:pt x="22966" y="14463"/>
                </a:cubicBezTo>
                <a:cubicBezTo>
                  <a:pt x="22863" y="14293"/>
                  <a:pt x="22795" y="14156"/>
                  <a:pt x="22590" y="14156"/>
                </a:cubicBezTo>
                <a:cubicBezTo>
                  <a:pt x="22590" y="14156"/>
                  <a:pt x="22522" y="14156"/>
                  <a:pt x="22522" y="14122"/>
                </a:cubicBezTo>
                <a:cubicBezTo>
                  <a:pt x="22112" y="13610"/>
                  <a:pt x="21737" y="13064"/>
                  <a:pt x="21396" y="12518"/>
                </a:cubicBezTo>
                <a:cubicBezTo>
                  <a:pt x="21225" y="12177"/>
                  <a:pt x="20918" y="12075"/>
                  <a:pt x="20748" y="11802"/>
                </a:cubicBezTo>
                <a:cubicBezTo>
                  <a:pt x="20743" y="11797"/>
                  <a:pt x="20736" y="11795"/>
                  <a:pt x="20726" y="11795"/>
                </a:cubicBezTo>
                <a:cubicBezTo>
                  <a:pt x="20669" y="11795"/>
                  <a:pt x="20533" y="11879"/>
                  <a:pt x="20475" y="11938"/>
                </a:cubicBezTo>
                <a:cubicBezTo>
                  <a:pt x="20406" y="12109"/>
                  <a:pt x="20372" y="12279"/>
                  <a:pt x="20338" y="12484"/>
                </a:cubicBezTo>
                <a:lnTo>
                  <a:pt x="20270" y="12484"/>
                </a:lnTo>
                <a:cubicBezTo>
                  <a:pt x="19826" y="11904"/>
                  <a:pt x="19246" y="11426"/>
                  <a:pt x="18905" y="10710"/>
                </a:cubicBezTo>
                <a:cubicBezTo>
                  <a:pt x="18598" y="10061"/>
                  <a:pt x="18291" y="9447"/>
                  <a:pt x="17984" y="8799"/>
                </a:cubicBezTo>
                <a:cubicBezTo>
                  <a:pt x="17949" y="8731"/>
                  <a:pt x="17949" y="8662"/>
                  <a:pt x="17984" y="8628"/>
                </a:cubicBezTo>
                <a:cubicBezTo>
                  <a:pt x="18086" y="8765"/>
                  <a:pt x="18154" y="8901"/>
                  <a:pt x="18257" y="9038"/>
                </a:cubicBezTo>
                <a:cubicBezTo>
                  <a:pt x="18598" y="9652"/>
                  <a:pt x="19007" y="10198"/>
                  <a:pt x="19485" y="10676"/>
                </a:cubicBezTo>
                <a:cubicBezTo>
                  <a:pt x="19656" y="10812"/>
                  <a:pt x="19826" y="10949"/>
                  <a:pt x="19997" y="11051"/>
                </a:cubicBezTo>
                <a:cubicBezTo>
                  <a:pt x="20119" y="11124"/>
                  <a:pt x="20207" y="11163"/>
                  <a:pt x="20275" y="11163"/>
                </a:cubicBezTo>
                <a:cubicBezTo>
                  <a:pt x="20396" y="11163"/>
                  <a:pt x="20455" y="11040"/>
                  <a:pt x="20543" y="10778"/>
                </a:cubicBezTo>
                <a:cubicBezTo>
                  <a:pt x="21055" y="11153"/>
                  <a:pt x="21532" y="11563"/>
                  <a:pt x="22078" y="11904"/>
                </a:cubicBezTo>
                <a:cubicBezTo>
                  <a:pt x="22590" y="12279"/>
                  <a:pt x="23136" y="12587"/>
                  <a:pt x="23682" y="12894"/>
                </a:cubicBezTo>
                <a:cubicBezTo>
                  <a:pt x="23832" y="12944"/>
                  <a:pt x="23982" y="12975"/>
                  <a:pt x="24132" y="12975"/>
                </a:cubicBezTo>
                <a:cubicBezTo>
                  <a:pt x="24187" y="12975"/>
                  <a:pt x="24241" y="12971"/>
                  <a:pt x="24296" y="12962"/>
                </a:cubicBezTo>
                <a:cubicBezTo>
                  <a:pt x="24365" y="12962"/>
                  <a:pt x="24535" y="12791"/>
                  <a:pt x="24535" y="12655"/>
                </a:cubicBezTo>
                <a:cubicBezTo>
                  <a:pt x="24569" y="12518"/>
                  <a:pt x="24433" y="12382"/>
                  <a:pt x="24296" y="12382"/>
                </a:cubicBezTo>
                <a:cubicBezTo>
                  <a:pt x="24023" y="12382"/>
                  <a:pt x="23784" y="12245"/>
                  <a:pt x="23614" y="12075"/>
                </a:cubicBezTo>
                <a:cubicBezTo>
                  <a:pt x="23136" y="11733"/>
                  <a:pt x="22693" y="11392"/>
                  <a:pt x="22283" y="10983"/>
                </a:cubicBezTo>
                <a:lnTo>
                  <a:pt x="22283" y="10983"/>
                </a:lnTo>
                <a:cubicBezTo>
                  <a:pt x="22420" y="11051"/>
                  <a:pt x="22556" y="11119"/>
                  <a:pt x="22693" y="11153"/>
                </a:cubicBezTo>
                <a:cubicBezTo>
                  <a:pt x="23034" y="11290"/>
                  <a:pt x="23375" y="11392"/>
                  <a:pt x="23716" y="11495"/>
                </a:cubicBezTo>
                <a:cubicBezTo>
                  <a:pt x="23778" y="11518"/>
                  <a:pt x="23839" y="11529"/>
                  <a:pt x="23898" y="11529"/>
                </a:cubicBezTo>
                <a:cubicBezTo>
                  <a:pt x="24102" y="11529"/>
                  <a:pt x="24278" y="11399"/>
                  <a:pt x="24330" y="11187"/>
                </a:cubicBezTo>
                <a:cubicBezTo>
                  <a:pt x="24433" y="11051"/>
                  <a:pt x="24433" y="10812"/>
                  <a:pt x="24296" y="10676"/>
                </a:cubicBezTo>
                <a:cubicBezTo>
                  <a:pt x="24261" y="10628"/>
                  <a:pt x="24226" y="10610"/>
                  <a:pt x="24190" y="10610"/>
                </a:cubicBezTo>
                <a:cubicBezTo>
                  <a:pt x="24123" y="10610"/>
                  <a:pt x="24056" y="10677"/>
                  <a:pt x="23989" y="10744"/>
                </a:cubicBezTo>
                <a:cubicBezTo>
                  <a:pt x="23887" y="10812"/>
                  <a:pt x="23750" y="10880"/>
                  <a:pt x="23648" y="10914"/>
                </a:cubicBezTo>
                <a:cubicBezTo>
                  <a:pt x="23682" y="10744"/>
                  <a:pt x="23682" y="10539"/>
                  <a:pt x="23648" y="10369"/>
                </a:cubicBezTo>
                <a:cubicBezTo>
                  <a:pt x="23614" y="10266"/>
                  <a:pt x="23443" y="10198"/>
                  <a:pt x="23341" y="10130"/>
                </a:cubicBezTo>
                <a:cubicBezTo>
                  <a:pt x="23068" y="9959"/>
                  <a:pt x="22761" y="9857"/>
                  <a:pt x="22488" y="9720"/>
                </a:cubicBezTo>
                <a:lnTo>
                  <a:pt x="22522" y="9584"/>
                </a:lnTo>
                <a:cubicBezTo>
                  <a:pt x="22693" y="9652"/>
                  <a:pt x="22863" y="9720"/>
                  <a:pt x="23068" y="9754"/>
                </a:cubicBezTo>
                <a:cubicBezTo>
                  <a:pt x="23273" y="9788"/>
                  <a:pt x="23511" y="9823"/>
                  <a:pt x="23750" y="9823"/>
                </a:cubicBezTo>
                <a:cubicBezTo>
                  <a:pt x="24023" y="9788"/>
                  <a:pt x="24194" y="9515"/>
                  <a:pt x="24126" y="9174"/>
                </a:cubicBezTo>
                <a:cubicBezTo>
                  <a:pt x="24103" y="9017"/>
                  <a:pt x="24007" y="8904"/>
                  <a:pt x="23914" y="8904"/>
                </a:cubicBezTo>
                <a:cubicBezTo>
                  <a:pt x="23866" y="8904"/>
                  <a:pt x="23819" y="8934"/>
                  <a:pt x="23784" y="9004"/>
                </a:cubicBezTo>
                <a:cubicBezTo>
                  <a:pt x="23687" y="9160"/>
                  <a:pt x="23578" y="9215"/>
                  <a:pt x="23465" y="9215"/>
                </a:cubicBezTo>
                <a:cubicBezTo>
                  <a:pt x="23380" y="9215"/>
                  <a:pt x="23292" y="9184"/>
                  <a:pt x="23204" y="9140"/>
                </a:cubicBezTo>
                <a:cubicBezTo>
                  <a:pt x="22283" y="8833"/>
                  <a:pt x="21362" y="8423"/>
                  <a:pt x="20440" y="7980"/>
                </a:cubicBezTo>
                <a:cubicBezTo>
                  <a:pt x="19621" y="7468"/>
                  <a:pt x="18939" y="6786"/>
                  <a:pt x="18393" y="6001"/>
                </a:cubicBezTo>
                <a:cubicBezTo>
                  <a:pt x="18257" y="5830"/>
                  <a:pt x="18188" y="5625"/>
                  <a:pt x="18154" y="5421"/>
                </a:cubicBezTo>
                <a:cubicBezTo>
                  <a:pt x="17745" y="4158"/>
                  <a:pt x="17233" y="2930"/>
                  <a:pt x="16858" y="1667"/>
                </a:cubicBezTo>
                <a:cubicBezTo>
                  <a:pt x="16823" y="1496"/>
                  <a:pt x="16755" y="1326"/>
                  <a:pt x="16653" y="1189"/>
                </a:cubicBezTo>
                <a:cubicBezTo>
                  <a:pt x="16585" y="1121"/>
                  <a:pt x="16516" y="1121"/>
                  <a:pt x="16414" y="1121"/>
                </a:cubicBezTo>
                <a:cubicBezTo>
                  <a:pt x="16346" y="1189"/>
                  <a:pt x="16312" y="1292"/>
                  <a:pt x="16312" y="1394"/>
                </a:cubicBezTo>
                <a:cubicBezTo>
                  <a:pt x="16346" y="1531"/>
                  <a:pt x="16380" y="1667"/>
                  <a:pt x="16414" y="1804"/>
                </a:cubicBezTo>
                <a:cubicBezTo>
                  <a:pt x="16346" y="2111"/>
                  <a:pt x="16277" y="2452"/>
                  <a:pt x="16243" y="2759"/>
                </a:cubicBezTo>
                <a:cubicBezTo>
                  <a:pt x="16243" y="4226"/>
                  <a:pt x="16209" y="5728"/>
                  <a:pt x="16209" y="7229"/>
                </a:cubicBezTo>
                <a:cubicBezTo>
                  <a:pt x="16209" y="7775"/>
                  <a:pt x="16141" y="8321"/>
                  <a:pt x="16073" y="8867"/>
                </a:cubicBezTo>
                <a:cubicBezTo>
                  <a:pt x="16073" y="8731"/>
                  <a:pt x="16039" y="8628"/>
                  <a:pt x="16039" y="8492"/>
                </a:cubicBezTo>
                <a:cubicBezTo>
                  <a:pt x="16039" y="6820"/>
                  <a:pt x="16073" y="5148"/>
                  <a:pt x="16073" y="3476"/>
                </a:cubicBezTo>
                <a:cubicBezTo>
                  <a:pt x="16073" y="3271"/>
                  <a:pt x="16141" y="3032"/>
                  <a:pt x="16141" y="2827"/>
                </a:cubicBezTo>
                <a:cubicBezTo>
                  <a:pt x="16141" y="2725"/>
                  <a:pt x="16073" y="2588"/>
                  <a:pt x="16004" y="2486"/>
                </a:cubicBezTo>
                <a:cubicBezTo>
                  <a:pt x="15976" y="2458"/>
                  <a:pt x="15945" y="2445"/>
                  <a:pt x="15915" y="2445"/>
                </a:cubicBezTo>
                <a:cubicBezTo>
                  <a:pt x="15835" y="2445"/>
                  <a:pt x="15756" y="2533"/>
                  <a:pt x="15731" y="2657"/>
                </a:cubicBezTo>
                <a:cubicBezTo>
                  <a:pt x="15663" y="2827"/>
                  <a:pt x="15629" y="2998"/>
                  <a:pt x="15629" y="3169"/>
                </a:cubicBezTo>
                <a:cubicBezTo>
                  <a:pt x="15595" y="4022"/>
                  <a:pt x="15561" y="4875"/>
                  <a:pt x="15527" y="5728"/>
                </a:cubicBezTo>
                <a:lnTo>
                  <a:pt x="15288" y="5933"/>
                </a:lnTo>
                <a:lnTo>
                  <a:pt x="14947" y="5625"/>
                </a:lnTo>
                <a:cubicBezTo>
                  <a:pt x="15117" y="4977"/>
                  <a:pt x="15288" y="4329"/>
                  <a:pt x="15458" y="3646"/>
                </a:cubicBezTo>
                <a:cubicBezTo>
                  <a:pt x="15561" y="3373"/>
                  <a:pt x="15527" y="3032"/>
                  <a:pt x="15322" y="2793"/>
                </a:cubicBezTo>
                <a:cubicBezTo>
                  <a:pt x="15595" y="2077"/>
                  <a:pt x="15902" y="1394"/>
                  <a:pt x="16175" y="678"/>
                </a:cubicBezTo>
                <a:lnTo>
                  <a:pt x="16243" y="473"/>
                </a:lnTo>
                <a:cubicBezTo>
                  <a:pt x="16312" y="336"/>
                  <a:pt x="16380" y="166"/>
                  <a:pt x="16209" y="63"/>
                </a:cubicBezTo>
                <a:cubicBezTo>
                  <a:pt x="16165" y="19"/>
                  <a:pt x="16125" y="0"/>
                  <a:pt x="160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19" name="Google Shape;2799;p14"/>
          <p:cNvSpPr/>
          <p:nvPr/>
        </p:nvSpPr>
        <p:spPr>
          <a:xfrm>
            <a:off x="3344040" y="4412520"/>
            <a:ext cx="128160" cy="155880"/>
          </a:xfrm>
          <a:custGeom>
            <a:avLst/>
            <a:gdLst>
              <a:gd name="textAreaLeft" fmla="*/ 0 w 128160"/>
              <a:gd name="textAreaRight" fmla="*/ 128520 w 128160"/>
              <a:gd name="textAreaTop" fmla="*/ 0 h 155880"/>
              <a:gd name="textAreaBottom" fmla="*/ 156240 h 155880"/>
            </a:gdLst>
            <a:ahLst/>
            <a:cxnLst/>
            <a:rect l="textAreaLeft" t="textAreaTop" r="textAreaRight" b="textAreaBottom"/>
            <a:pathLst>
              <a:path w="6893" h="8382">
                <a:moveTo>
                  <a:pt x="204" y="1"/>
                </a:moveTo>
                <a:cubicBezTo>
                  <a:pt x="193" y="1"/>
                  <a:pt x="182" y="3"/>
                  <a:pt x="171" y="6"/>
                </a:cubicBezTo>
                <a:cubicBezTo>
                  <a:pt x="34" y="6"/>
                  <a:pt x="0" y="211"/>
                  <a:pt x="34" y="382"/>
                </a:cubicBezTo>
                <a:cubicBezTo>
                  <a:pt x="68" y="552"/>
                  <a:pt x="137" y="757"/>
                  <a:pt x="205" y="928"/>
                </a:cubicBezTo>
                <a:cubicBezTo>
                  <a:pt x="410" y="1337"/>
                  <a:pt x="648" y="1781"/>
                  <a:pt x="853" y="2190"/>
                </a:cubicBezTo>
                <a:cubicBezTo>
                  <a:pt x="955" y="2361"/>
                  <a:pt x="1024" y="2531"/>
                  <a:pt x="990" y="2736"/>
                </a:cubicBezTo>
                <a:cubicBezTo>
                  <a:pt x="990" y="2873"/>
                  <a:pt x="1024" y="3009"/>
                  <a:pt x="1092" y="3146"/>
                </a:cubicBezTo>
                <a:cubicBezTo>
                  <a:pt x="1228" y="3453"/>
                  <a:pt x="1365" y="3726"/>
                  <a:pt x="1501" y="3999"/>
                </a:cubicBezTo>
                <a:cubicBezTo>
                  <a:pt x="1570" y="4101"/>
                  <a:pt x="1638" y="4237"/>
                  <a:pt x="1638" y="4340"/>
                </a:cubicBezTo>
                <a:cubicBezTo>
                  <a:pt x="1604" y="4613"/>
                  <a:pt x="1706" y="4920"/>
                  <a:pt x="1945" y="5125"/>
                </a:cubicBezTo>
                <a:cubicBezTo>
                  <a:pt x="2457" y="5807"/>
                  <a:pt x="3003" y="6455"/>
                  <a:pt x="3515" y="7104"/>
                </a:cubicBezTo>
                <a:cubicBezTo>
                  <a:pt x="3924" y="7547"/>
                  <a:pt x="4402" y="7923"/>
                  <a:pt x="4914" y="8230"/>
                </a:cubicBezTo>
                <a:lnTo>
                  <a:pt x="5118" y="8332"/>
                </a:lnTo>
                <a:cubicBezTo>
                  <a:pt x="5153" y="8366"/>
                  <a:pt x="5194" y="8382"/>
                  <a:pt x="5236" y="8382"/>
                </a:cubicBezTo>
                <a:cubicBezTo>
                  <a:pt x="5319" y="8382"/>
                  <a:pt x="5403" y="8321"/>
                  <a:pt x="5426" y="8230"/>
                </a:cubicBezTo>
                <a:cubicBezTo>
                  <a:pt x="5528" y="8059"/>
                  <a:pt x="5460" y="7889"/>
                  <a:pt x="5289" y="7786"/>
                </a:cubicBezTo>
                <a:cubicBezTo>
                  <a:pt x="5118" y="7650"/>
                  <a:pt x="4914" y="7547"/>
                  <a:pt x="4743" y="7411"/>
                </a:cubicBezTo>
                <a:cubicBezTo>
                  <a:pt x="3992" y="6899"/>
                  <a:pt x="3378" y="6182"/>
                  <a:pt x="2969" y="5364"/>
                </a:cubicBezTo>
                <a:lnTo>
                  <a:pt x="2969" y="5364"/>
                </a:lnTo>
                <a:cubicBezTo>
                  <a:pt x="3071" y="5432"/>
                  <a:pt x="3173" y="5534"/>
                  <a:pt x="3276" y="5637"/>
                </a:cubicBezTo>
                <a:cubicBezTo>
                  <a:pt x="3617" y="6012"/>
                  <a:pt x="4095" y="6319"/>
                  <a:pt x="4607" y="6524"/>
                </a:cubicBezTo>
                <a:cubicBezTo>
                  <a:pt x="5016" y="6728"/>
                  <a:pt x="5391" y="6933"/>
                  <a:pt x="5767" y="7172"/>
                </a:cubicBezTo>
                <a:cubicBezTo>
                  <a:pt x="5972" y="7274"/>
                  <a:pt x="6142" y="7343"/>
                  <a:pt x="6347" y="7377"/>
                </a:cubicBezTo>
                <a:cubicBezTo>
                  <a:pt x="6586" y="7377"/>
                  <a:pt x="6825" y="7172"/>
                  <a:pt x="6859" y="6933"/>
                </a:cubicBezTo>
                <a:cubicBezTo>
                  <a:pt x="6859" y="6797"/>
                  <a:pt x="6859" y="6660"/>
                  <a:pt x="6791" y="6558"/>
                </a:cubicBezTo>
                <a:cubicBezTo>
                  <a:pt x="6776" y="6529"/>
                  <a:pt x="6737" y="6518"/>
                  <a:pt x="6692" y="6518"/>
                </a:cubicBezTo>
                <a:cubicBezTo>
                  <a:pt x="6630" y="6518"/>
                  <a:pt x="6557" y="6538"/>
                  <a:pt x="6518" y="6558"/>
                </a:cubicBezTo>
                <a:cubicBezTo>
                  <a:pt x="6439" y="6683"/>
                  <a:pt x="6353" y="6729"/>
                  <a:pt x="6267" y="6729"/>
                </a:cubicBezTo>
                <a:cubicBezTo>
                  <a:pt x="6166" y="6729"/>
                  <a:pt x="6064" y="6666"/>
                  <a:pt x="5972" y="6592"/>
                </a:cubicBezTo>
                <a:cubicBezTo>
                  <a:pt x="5153" y="6114"/>
                  <a:pt x="4368" y="5602"/>
                  <a:pt x="3583" y="5091"/>
                </a:cubicBezTo>
                <a:cubicBezTo>
                  <a:pt x="3481" y="5056"/>
                  <a:pt x="3412" y="4988"/>
                  <a:pt x="3344" y="4886"/>
                </a:cubicBezTo>
                <a:cubicBezTo>
                  <a:pt x="2764" y="4237"/>
                  <a:pt x="2252" y="3487"/>
                  <a:pt x="1843" y="2702"/>
                </a:cubicBezTo>
                <a:lnTo>
                  <a:pt x="1843" y="2702"/>
                </a:lnTo>
                <a:lnTo>
                  <a:pt x="2218" y="3009"/>
                </a:lnTo>
                <a:cubicBezTo>
                  <a:pt x="3208" y="3896"/>
                  <a:pt x="4300" y="4681"/>
                  <a:pt x="5494" y="5295"/>
                </a:cubicBezTo>
                <a:cubicBezTo>
                  <a:pt x="5733" y="5432"/>
                  <a:pt x="6006" y="5500"/>
                  <a:pt x="6279" y="5534"/>
                </a:cubicBezTo>
                <a:cubicBezTo>
                  <a:pt x="6483" y="5500"/>
                  <a:pt x="6688" y="5398"/>
                  <a:pt x="6825" y="5227"/>
                </a:cubicBezTo>
                <a:cubicBezTo>
                  <a:pt x="6893" y="5125"/>
                  <a:pt x="6893" y="4988"/>
                  <a:pt x="6859" y="4886"/>
                </a:cubicBezTo>
                <a:cubicBezTo>
                  <a:pt x="6808" y="4809"/>
                  <a:pt x="6737" y="4771"/>
                  <a:pt x="6662" y="4771"/>
                </a:cubicBezTo>
                <a:cubicBezTo>
                  <a:pt x="6637" y="4771"/>
                  <a:pt x="6611" y="4775"/>
                  <a:pt x="6586" y="4783"/>
                </a:cubicBezTo>
                <a:cubicBezTo>
                  <a:pt x="6466" y="4869"/>
                  <a:pt x="6330" y="4911"/>
                  <a:pt x="6193" y="4911"/>
                </a:cubicBezTo>
                <a:cubicBezTo>
                  <a:pt x="6057" y="4911"/>
                  <a:pt x="5920" y="4869"/>
                  <a:pt x="5801" y="4783"/>
                </a:cubicBezTo>
                <a:cubicBezTo>
                  <a:pt x="4436" y="4101"/>
                  <a:pt x="3173" y="3214"/>
                  <a:pt x="2047" y="2122"/>
                </a:cubicBezTo>
                <a:cubicBezTo>
                  <a:pt x="1843" y="1883"/>
                  <a:pt x="1638" y="1610"/>
                  <a:pt x="1536" y="1269"/>
                </a:cubicBezTo>
                <a:cubicBezTo>
                  <a:pt x="1446" y="1149"/>
                  <a:pt x="1435" y="950"/>
                  <a:pt x="1317" y="950"/>
                </a:cubicBezTo>
                <a:cubicBezTo>
                  <a:pt x="1301" y="950"/>
                  <a:pt x="1283" y="953"/>
                  <a:pt x="1263" y="962"/>
                </a:cubicBezTo>
                <a:cubicBezTo>
                  <a:pt x="1160" y="1030"/>
                  <a:pt x="1092" y="1201"/>
                  <a:pt x="955" y="1371"/>
                </a:cubicBezTo>
                <a:lnTo>
                  <a:pt x="546" y="484"/>
                </a:lnTo>
                <a:cubicBezTo>
                  <a:pt x="512" y="382"/>
                  <a:pt x="512" y="245"/>
                  <a:pt x="444" y="177"/>
                </a:cubicBezTo>
                <a:cubicBezTo>
                  <a:pt x="383" y="116"/>
                  <a:pt x="295" y="1"/>
                  <a:pt x="2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8120" bIns="78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20" name="Google Shape;2800;p14"/>
          <p:cNvSpPr/>
          <p:nvPr/>
        </p:nvSpPr>
        <p:spPr>
          <a:xfrm>
            <a:off x="3835800" y="4723560"/>
            <a:ext cx="76680" cy="50760"/>
          </a:xfrm>
          <a:custGeom>
            <a:avLst/>
            <a:gdLst>
              <a:gd name="textAreaLeft" fmla="*/ 0 w 76680"/>
              <a:gd name="textAreaRight" fmla="*/ 77040 w 76680"/>
              <a:gd name="textAreaTop" fmla="*/ 0 h 50760"/>
              <a:gd name="textAreaBottom" fmla="*/ 51120 h 50760"/>
            </a:gdLst>
            <a:ahLst/>
            <a:cxnLst/>
            <a:rect l="textAreaLeft" t="textAreaTop" r="textAreaRight" b="textAreaBottom"/>
            <a:pathLst>
              <a:path w="4130" h="2752">
                <a:moveTo>
                  <a:pt x="254" y="0"/>
                </a:moveTo>
                <a:cubicBezTo>
                  <a:pt x="205" y="0"/>
                  <a:pt x="154" y="26"/>
                  <a:pt x="103" y="90"/>
                </a:cubicBezTo>
                <a:cubicBezTo>
                  <a:pt x="0" y="226"/>
                  <a:pt x="34" y="431"/>
                  <a:pt x="171" y="533"/>
                </a:cubicBezTo>
                <a:cubicBezTo>
                  <a:pt x="307" y="704"/>
                  <a:pt x="478" y="875"/>
                  <a:pt x="614" y="1011"/>
                </a:cubicBezTo>
                <a:cubicBezTo>
                  <a:pt x="1468" y="1557"/>
                  <a:pt x="2321" y="2069"/>
                  <a:pt x="3140" y="2615"/>
                </a:cubicBezTo>
                <a:cubicBezTo>
                  <a:pt x="3310" y="2717"/>
                  <a:pt x="3481" y="2751"/>
                  <a:pt x="3686" y="2751"/>
                </a:cubicBezTo>
                <a:cubicBezTo>
                  <a:pt x="3822" y="2717"/>
                  <a:pt x="3924" y="2615"/>
                  <a:pt x="3993" y="2513"/>
                </a:cubicBezTo>
                <a:cubicBezTo>
                  <a:pt x="4129" y="2240"/>
                  <a:pt x="3959" y="2103"/>
                  <a:pt x="3583" y="2103"/>
                </a:cubicBezTo>
                <a:cubicBezTo>
                  <a:pt x="3481" y="2103"/>
                  <a:pt x="3413" y="2069"/>
                  <a:pt x="3344" y="2035"/>
                </a:cubicBezTo>
                <a:cubicBezTo>
                  <a:pt x="2286" y="1557"/>
                  <a:pt x="1331" y="909"/>
                  <a:pt x="478" y="158"/>
                </a:cubicBezTo>
                <a:cubicBezTo>
                  <a:pt x="414" y="73"/>
                  <a:pt x="336" y="0"/>
                  <a:pt x="25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21" name="Google Shape;2801;p14"/>
          <p:cNvSpPr/>
          <p:nvPr/>
        </p:nvSpPr>
        <p:spPr>
          <a:xfrm>
            <a:off x="3354840" y="5061600"/>
            <a:ext cx="14400" cy="78480"/>
          </a:xfrm>
          <a:custGeom>
            <a:avLst/>
            <a:gdLst>
              <a:gd name="textAreaLeft" fmla="*/ 0 w 14400"/>
              <a:gd name="textAreaRight" fmla="*/ 14760 w 14400"/>
              <a:gd name="textAreaTop" fmla="*/ 0 h 78480"/>
              <a:gd name="textAreaBottom" fmla="*/ 78840 h 78480"/>
            </a:gdLst>
            <a:ahLst/>
            <a:cxnLst/>
            <a:rect l="textAreaLeft" t="textAreaTop" r="textAreaRight" b="textAreaBottom"/>
            <a:pathLst>
              <a:path w="785" h="4233">
                <a:moveTo>
                  <a:pt x="205" y="1"/>
                </a:moveTo>
                <a:cubicBezTo>
                  <a:pt x="34" y="1"/>
                  <a:pt x="0" y="206"/>
                  <a:pt x="0" y="376"/>
                </a:cubicBezTo>
                <a:cubicBezTo>
                  <a:pt x="0" y="1059"/>
                  <a:pt x="0" y="1741"/>
                  <a:pt x="34" y="2424"/>
                </a:cubicBezTo>
                <a:cubicBezTo>
                  <a:pt x="68" y="3038"/>
                  <a:pt x="68" y="3618"/>
                  <a:pt x="102" y="4232"/>
                </a:cubicBezTo>
                <a:lnTo>
                  <a:pt x="785" y="4232"/>
                </a:lnTo>
                <a:cubicBezTo>
                  <a:pt x="717" y="3584"/>
                  <a:pt x="683" y="2970"/>
                  <a:pt x="614" y="2321"/>
                </a:cubicBezTo>
                <a:cubicBezTo>
                  <a:pt x="614" y="2117"/>
                  <a:pt x="614" y="1912"/>
                  <a:pt x="614" y="1707"/>
                </a:cubicBezTo>
                <a:cubicBezTo>
                  <a:pt x="614" y="1400"/>
                  <a:pt x="717" y="1161"/>
                  <a:pt x="478" y="922"/>
                </a:cubicBezTo>
                <a:cubicBezTo>
                  <a:pt x="410" y="820"/>
                  <a:pt x="444" y="547"/>
                  <a:pt x="444" y="376"/>
                </a:cubicBezTo>
                <a:cubicBezTo>
                  <a:pt x="410" y="172"/>
                  <a:pt x="375" y="1"/>
                  <a:pt x="20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240" bIns="39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22" name="Google Shape;2802;p14"/>
          <p:cNvSpPr/>
          <p:nvPr/>
        </p:nvSpPr>
        <p:spPr>
          <a:xfrm>
            <a:off x="3361680" y="4678200"/>
            <a:ext cx="20520" cy="65880"/>
          </a:xfrm>
          <a:custGeom>
            <a:avLst/>
            <a:gdLst>
              <a:gd name="textAreaLeft" fmla="*/ 0 w 20520"/>
              <a:gd name="textAreaRight" fmla="*/ 20880 w 20520"/>
              <a:gd name="textAreaTop" fmla="*/ 0 h 65880"/>
              <a:gd name="textAreaBottom" fmla="*/ 66240 h 65880"/>
            </a:gdLst>
            <a:ahLst/>
            <a:cxnLst/>
            <a:rect l="textAreaLeft" t="textAreaTop" r="textAreaRight" b="textAreaBottom"/>
            <a:pathLst>
              <a:path w="1127" h="3563">
                <a:moveTo>
                  <a:pt x="201" y="1"/>
                </a:moveTo>
                <a:cubicBezTo>
                  <a:pt x="190" y="1"/>
                  <a:pt x="180" y="3"/>
                  <a:pt x="171" y="8"/>
                </a:cubicBezTo>
                <a:cubicBezTo>
                  <a:pt x="69" y="42"/>
                  <a:pt x="35" y="144"/>
                  <a:pt x="0" y="247"/>
                </a:cubicBezTo>
                <a:cubicBezTo>
                  <a:pt x="0" y="383"/>
                  <a:pt x="0" y="520"/>
                  <a:pt x="35" y="656"/>
                </a:cubicBezTo>
                <a:cubicBezTo>
                  <a:pt x="171" y="1475"/>
                  <a:pt x="308" y="2294"/>
                  <a:pt x="444" y="3079"/>
                </a:cubicBezTo>
                <a:cubicBezTo>
                  <a:pt x="615" y="3250"/>
                  <a:pt x="738" y="3563"/>
                  <a:pt x="973" y="3563"/>
                </a:cubicBezTo>
                <a:cubicBezTo>
                  <a:pt x="1019" y="3563"/>
                  <a:pt x="1070" y="3551"/>
                  <a:pt x="1127" y="3522"/>
                </a:cubicBezTo>
                <a:lnTo>
                  <a:pt x="1092" y="3488"/>
                </a:lnTo>
                <a:cubicBezTo>
                  <a:pt x="1058" y="3318"/>
                  <a:pt x="1058" y="3147"/>
                  <a:pt x="990" y="2976"/>
                </a:cubicBezTo>
                <a:cubicBezTo>
                  <a:pt x="922" y="2635"/>
                  <a:pt x="785" y="2328"/>
                  <a:pt x="717" y="1987"/>
                </a:cubicBezTo>
                <a:cubicBezTo>
                  <a:pt x="615" y="1475"/>
                  <a:pt x="546" y="963"/>
                  <a:pt x="444" y="451"/>
                </a:cubicBezTo>
                <a:cubicBezTo>
                  <a:pt x="444" y="315"/>
                  <a:pt x="410" y="247"/>
                  <a:pt x="376" y="144"/>
                </a:cubicBezTo>
                <a:cubicBezTo>
                  <a:pt x="346" y="85"/>
                  <a:pt x="266" y="1"/>
                  <a:pt x="20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120" bIns="33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23" name="Google Shape;2803;p14"/>
          <p:cNvSpPr/>
          <p:nvPr/>
        </p:nvSpPr>
        <p:spPr>
          <a:xfrm>
            <a:off x="1921320" y="27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124" name="Google Shape;2804;p14"/>
          <p:cNvGrpSpPr/>
          <p:nvPr/>
        </p:nvGrpSpPr>
        <p:grpSpPr>
          <a:xfrm>
            <a:off x="1170720" y="1401480"/>
            <a:ext cx="1837800" cy="1809000"/>
            <a:chOff x="1170720" y="1401480"/>
            <a:chExt cx="1837800" cy="1809000"/>
          </a:xfrm>
        </p:grpSpPr>
        <p:sp>
          <p:nvSpPr>
            <p:cNvPr id="2125" name="Google Shape;2805;p14"/>
            <p:cNvSpPr/>
            <p:nvPr/>
          </p:nvSpPr>
          <p:spPr>
            <a:xfrm>
              <a:off x="1170720" y="1401480"/>
              <a:ext cx="1837800" cy="1809000"/>
            </a:xfrm>
            <a:custGeom>
              <a:avLst/>
              <a:gdLst>
                <a:gd name="textAreaLeft" fmla="*/ 0 w 1837800"/>
                <a:gd name="textAreaRight" fmla="*/ 1838160 w 1837800"/>
                <a:gd name="textAreaTop" fmla="*/ 0 h 1809000"/>
                <a:gd name="textAreaBottom" fmla="*/ 1809360 h 1809000"/>
              </a:gdLst>
              <a:ahLst/>
              <a:cxnLst/>
              <a:rect l="textAreaLeft" t="textAreaTop" r="textAreaRight" b="textAreaBottom"/>
              <a:pathLst>
                <a:path w="98685" h="97150">
                  <a:moveTo>
                    <a:pt x="51526" y="4027"/>
                  </a:moveTo>
                  <a:cubicBezTo>
                    <a:pt x="51628" y="4062"/>
                    <a:pt x="51663" y="4164"/>
                    <a:pt x="51697" y="4266"/>
                  </a:cubicBezTo>
                  <a:lnTo>
                    <a:pt x="51731" y="4266"/>
                  </a:lnTo>
                  <a:cubicBezTo>
                    <a:pt x="51765" y="4437"/>
                    <a:pt x="51628" y="4573"/>
                    <a:pt x="51458" y="4573"/>
                  </a:cubicBezTo>
                  <a:cubicBezTo>
                    <a:pt x="51390" y="4573"/>
                    <a:pt x="51287" y="4437"/>
                    <a:pt x="51151" y="4300"/>
                  </a:cubicBezTo>
                  <a:cubicBezTo>
                    <a:pt x="51253" y="4198"/>
                    <a:pt x="51390" y="4096"/>
                    <a:pt x="51526" y="4027"/>
                  </a:cubicBezTo>
                  <a:close/>
                  <a:moveTo>
                    <a:pt x="53676" y="4062"/>
                  </a:moveTo>
                  <a:cubicBezTo>
                    <a:pt x="53846" y="4062"/>
                    <a:pt x="53983" y="4096"/>
                    <a:pt x="54119" y="4096"/>
                  </a:cubicBezTo>
                  <a:cubicBezTo>
                    <a:pt x="55484" y="4232"/>
                    <a:pt x="56815" y="4676"/>
                    <a:pt x="58009" y="5426"/>
                  </a:cubicBezTo>
                  <a:cubicBezTo>
                    <a:pt x="58487" y="5734"/>
                    <a:pt x="58965" y="6075"/>
                    <a:pt x="59374" y="6484"/>
                  </a:cubicBezTo>
                  <a:cubicBezTo>
                    <a:pt x="59477" y="6518"/>
                    <a:pt x="59511" y="6587"/>
                    <a:pt x="59545" y="6689"/>
                  </a:cubicBezTo>
                  <a:cubicBezTo>
                    <a:pt x="59579" y="6791"/>
                    <a:pt x="59545" y="6928"/>
                    <a:pt x="59477" y="7030"/>
                  </a:cubicBezTo>
                  <a:cubicBezTo>
                    <a:pt x="59460" y="7047"/>
                    <a:pt x="59408" y="7056"/>
                    <a:pt x="59353" y="7056"/>
                  </a:cubicBezTo>
                  <a:cubicBezTo>
                    <a:pt x="59298" y="7056"/>
                    <a:pt x="59238" y="7047"/>
                    <a:pt x="59204" y="7030"/>
                  </a:cubicBezTo>
                  <a:cubicBezTo>
                    <a:pt x="59101" y="6962"/>
                    <a:pt x="59033" y="6894"/>
                    <a:pt x="58965" y="6791"/>
                  </a:cubicBezTo>
                  <a:cubicBezTo>
                    <a:pt x="57532" y="5563"/>
                    <a:pt x="55791" y="4778"/>
                    <a:pt x="53915" y="4573"/>
                  </a:cubicBezTo>
                  <a:cubicBezTo>
                    <a:pt x="53812" y="4573"/>
                    <a:pt x="53744" y="4573"/>
                    <a:pt x="53642" y="4539"/>
                  </a:cubicBezTo>
                  <a:cubicBezTo>
                    <a:pt x="53471" y="4539"/>
                    <a:pt x="53300" y="4505"/>
                    <a:pt x="53300" y="4300"/>
                  </a:cubicBezTo>
                  <a:cubicBezTo>
                    <a:pt x="53335" y="4096"/>
                    <a:pt x="53505" y="4062"/>
                    <a:pt x="53676" y="4062"/>
                  </a:cubicBezTo>
                  <a:close/>
                  <a:moveTo>
                    <a:pt x="60990" y="7895"/>
                  </a:moveTo>
                  <a:cubicBezTo>
                    <a:pt x="61030" y="7895"/>
                    <a:pt x="61072" y="7903"/>
                    <a:pt x="61115" y="7917"/>
                  </a:cubicBezTo>
                  <a:cubicBezTo>
                    <a:pt x="61251" y="7952"/>
                    <a:pt x="61353" y="8020"/>
                    <a:pt x="61422" y="8122"/>
                  </a:cubicBezTo>
                  <a:cubicBezTo>
                    <a:pt x="61797" y="8566"/>
                    <a:pt x="62172" y="8975"/>
                    <a:pt x="62548" y="9419"/>
                  </a:cubicBezTo>
                  <a:cubicBezTo>
                    <a:pt x="62616" y="9487"/>
                    <a:pt x="62684" y="9590"/>
                    <a:pt x="62753" y="9692"/>
                  </a:cubicBezTo>
                  <a:cubicBezTo>
                    <a:pt x="62753" y="9882"/>
                    <a:pt x="62644" y="9986"/>
                    <a:pt x="62514" y="9986"/>
                  </a:cubicBezTo>
                  <a:cubicBezTo>
                    <a:pt x="62481" y="9986"/>
                    <a:pt x="62446" y="9979"/>
                    <a:pt x="62411" y="9965"/>
                  </a:cubicBezTo>
                  <a:cubicBezTo>
                    <a:pt x="62309" y="9897"/>
                    <a:pt x="62241" y="9828"/>
                    <a:pt x="62172" y="9726"/>
                  </a:cubicBezTo>
                  <a:lnTo>
                    <a:pt x="60944" y="8361"/>
                  </a:lnTo>
                  <a:cubicBezTo>
                    <a:pt x="60910" y="8327"/>
                    <a:pt x="60842" y="8293"/>
                    <a:pt x="60842" y="8259"/>
                  </a:cubicBezTo>
                  <a:cubicBezTo>
                    <a:pt x="60842" y="8190"/>
                    <a:pt x="60773" y="8020"/>
                    <a:pt x="60842" y="7952"/>
                  </a:cubicBezTo>
                  <a:cubicBezTo>
                    <a:pt x="60882" y="7912"/>
                    <a:pt x="60933" y="7895"/>
                    <a:pt x="60990" y="7895"/>
                  </a:cubicBezTo>
                  <a:close/>
                  <a:moveTo>
                    <a:pt x="63092" y="11389"/>
                  </a:moveTo>
                  <a:cubicBezTo>
                    <a:pt x="63115" y="11389"/>
                    <a:pt x="63139" y="11392"/>
                    <a:pt x="63162" y="11398"/>
                  </a:cubicBezTo>
                  <a:cubicBezTo>
                    <a:pt x="63264" y="11432"/>
                    <a:pt x="63333" y="11535"/>
                    <a:pt x="63469" y="11671"/>
                  </a:cubicBezTo>
                  <a:cubicBezTo>
                    <a:pt x="63298" y="11773"/>
                    <a:pt x="63196" y="11876"/>
                    <a:pt x="63094" y="11876"/>
                  </a:cubicBezTo>
                  <a:cubicBezTo>
                    <a:pt x="62957" y="11876"/>
                    <a:pt x="62855" y="11739"/>
                    <a:pt x="62889" y="11569"/>
                  </a:cubicBezTo>
                  <a:cubicBezTo>
                    <a:pt x="62889" y="11456"/>
                    <a:pt x="62983" y="11389"/>
                    <a:pt x="63092" y="11389"/>
                  </a:cubicBezTo>
                  <a:close/>
                  <a:moveTo>
                    <a:pt x="47453" y="567"/>
                  </a:moveTo>
                  <a:cubicBezTo>
                    <a:pt x="48321" y="567"/>
                    <a:pt x="49190" y="591"/>
                    <a:pt x="50059" y="615"/>
                  </a:cubicBezTo>
                  <a:cubicBezTo>
                    <a:pt x="52857" y="786"/>
                    <a:pt x="55553" y="1502"/>
                    <a:pt x="58044" y="2765"/>
                  </a:cubicBezTo>
                  <a:cubicBezTo>
                    <a:pt x="59204" y="3277"/>
                    <a:pt x="60330" y="3857"/>
                    <a:pt x="61388" y="4505"/>
                  </a:cubicBezTo>
                  <a:cubicBezTo>
                    <a:pt x="63367" y="5699"/>
                    <a:pt x="64971" y="7440"/>
                    <a:pt x="65994" y="9521"/>
                  </a:cubicBezTo>
                  <a:cubicBezTo>
                    <a:pt x="66506" y="10545"/>
                    <a:pt x="66779" y="11637"/>
                    <a:pt x="66813" y="12763"/>
                  </a:cubicBezTo>
                  <a:cubicBezTo>
                    <a:pt x="66813" y="13036"/>
                    <a:pt x="66847" y="13309"/>
                    <a:pt x="66881" y="13684"/>
                  </a:cubicBezTo>
                  <a:lnTo>
                    <a:pt x="65312" y="13309"/>
                  </a:lnTo>
                  <a:cubicBezTo>
                    <a:pt x="65073" y="12490"/>
                    <a:pt x="64834" y="11671"/>
                    <a:pt x="64629" y="10852"/>
                  </a:cubicBezTo>
                  <a:cubicBezTo>
                    <a:pt x="64322" y="9692"/>
                    <a:pt x="63879" y="8600"/>
                    <a:pt x="63230" y="7610"/>
                  </a:cubicBezTo>
                  <a:cubicBezTo>
                    <a:pt x="62889" y="7099"/>
                    <a:pt x="62480" y="6621"/>
                    <a:pt x="62036" y="6211"/>
                  </a:cubicBezTo>
                  <a:cubicBezTo>
                    <a:pt x="60910" y="5188"/>
                    <a:pt x="59647" y="4403"/>
                    <a:pt x="58282" y="3857"/>
                  </a:cubicBezTo>
                  <a:cubicBezTo>
                    <a:pt x="56576" y="3174"/>
                    <a:pt x="54836" y="2628"/>
                    <a:pt x="53027" y="2219"/>
                  </a:cubicBezTo>
                  <a:cubicBezTo>
                    <a:pt x="51843" y="1950"/>
                    <a:pt x="50631" y="1813"/>
                    <a:pt x="49415" y="1813"/>
                  </a:cubicBezTo>
                  <a:cubicBezTo>
                    <a:pt x="48318" y="1813"/>
                    <a:pt x="47219" y="1924"/>
                    <a:pt x="46135" y="2151"/>
                  </a:cubicBezTo>
                  <a:cubicBezTo>
                    <a:pt x="44326" y="2526"/>
                    <a:pt x="42449" y="2936"/>
                    <a:pt x="40641" y="3481"/>
                  </a:cubicBezTo>
                  <a:cubicBezTo>
                    <a:pt x="38866" y="3959"/>
                    <a:pt x="37297" y="4949"/>
                    <a:pt x="36034" y="6314"/>
                  </a:cubicBezTo>
                  <a:cubicBezTo>
                    <a:pt x="35010" y="7474"/>
                    <a:pt x="33953" y="8600"/>
                    <a:pt x="32929" y="9726"/>
                  </a:cubicBezTo>
                  <a:cubicBezTo>
                    <a:pt x="32247" y="10477"/>
                    <a:pt x="31666" y="11330"/>
                    <a:pt x="31223" y="12217"/>
                  </a:cubicBezTo>
                  <a:cubicBezTo>
                    <a:pt x="31189" y="12353"/>
                    <a:pt x="31086" y="12422"/>
                    <a:pt x="30984" y="12490"/>
                  </a:cubicBezTo>
                  <a:cubicBezTo>
                    <a:pt x="30472" y="12626"/>
                    <a:pt x="29926" y="12763"/>
                    <a:pt x="29312" y="12899"/>
                  </a:cubicBezTo>
                  <a:cubicBezTo>
                    <a:pt x="29483" y="12729"/>
                    <a:pt x="29517" y="12626"/>
                    <a:pt x="29585" y="12490"/>
                  </a:cubicBezTo>
                  <a:cubicBezTo>
                    <a:pt x="30165" y="11671"/>
                    <a:pt x="30711" y="10852"/>
                    <a:pt x="31257" y="10033"/>
                  </a:cubicBezTo>
                  <a:cubicBezTo>
                    <a:pt x="31974" y="9044"/>
                    <a:pt x="32724" y="8122"/>
                    <a:pt x="33577" y="7269"/>
                  </a:cubicBezTo>
                  <a:cubicBezTo>
                    <a:pt x="34806" y="5870"/>
                    <a:pt x="36205" y="4608"/>
                    <a:pt x="37672" y="3481"/>
                  </a:cubicBezTo>
                  <a:cubicBezTo>
                    <a:pt x="40197" y="1639"/>
                    <a:pt x="43234" y="649"/>
                    <a:pt x="46373" y="581"/>
                  </a:cubicBezTo>
                  <a:cubicBezTo>
                    <a:pt x="46733" y="571"/>
                    <a:pt x="47093" y="567"/>
                    <a:pt x="47453" y="567"/>
                  </a:cubicBezTo>
                  <a:close/>
                  <a:moveTo>
                    <a:pt x="18904" y="19042"/>
                  </a:moveTo>
                  <a:cubicBezTo>
                    <a:pt x="19314" y="19485"/>
                    <a:pt x="19348" y="20168"/>
                    <a:pt x="18973" y="20645"/>
                  </a:cubicBezTo>
                  <a:cubicBezTo>
                    <a:pt x="18582" y="21166"/>
                    <a:pt x="17974" y="21501"/>
                    <a:pt x="17326" y="21501"/>
                  </a:cubicBezTo>
                  <a:cubicBezTo>
                    <a:pt x="17295" y="21501"/>
                    <a:pt x="17264" y="21500"/>
                    <a:pt x="17232" y="21498"/>
                  </a:cubicBezTo>
                  <a:cubicBezTo>
                    <a:pt x="16925" y="21498"/>
                    <a:pt x="16789" y="21362"/>
                    <a:pt x="16550" y="21055"/>
                  </a:cubicBezTo>
                  <a:lnTo>
                    <a:pt x="18904" y="19042"/>
                  </a:lnTo>
                  <a:close/>
                  <a:moveTo>
                    <a:pt x="80802" y="24768"/>
                  </a:moveTo>
                  <a:cubicBezTo>
                    <a:pt x="80834" y="24768"/>
                    <a:pt x="80869" y="24770"/>
                    <a:pt x="80906" y="24774"/>
                  </a:cubicBezTo>
                  <a:cubicBezTo>
                    <a:pt x="81213" y="24843"/>
                    <a:pt x="81452" y="25013"/>
                    <a:pt x="81588" y="25252"/>
                  </a:cubicBezTo>
                  <a:cubicBezTo>
                    <a:pt x="81896" y="25730"/>
                    <a:pt x="82203" y="26173"/>
                    <a:pt x="82544" y="26685"/>
                  </a:cubicBezTo>
                  <a:cubicBezTo>
                    <a:pt x="81623" y="26685"/>
                    <a:pt x="80769" y="26071"/>
                    <a:pt x="80496" y="25184"/>
                  </a:cubicBezTo>
                  <a:cubicBezTo>
                    <a:pt x="80436" y="24883"/>
                    <a:pt x="80561" y="24768"/>
                    <a:pt x="80802" y="24768"/>
                  </a:cubicBezTo>
                  <a:close/>
                  <a:moveTo>
                    <a:pt x="44599" y="28391"/>
                  </a:moveTo>
                  <a:cubicBezTo>
                    <a:pt x="44701" y="28937"/>
                    <a:pt x="44770" y="29449"/>
                    <a:pt x="44872" y="30029"/>
                  </a:cubicBezTo>
                  <a:cubicBezTo>
                    <a:pt x="44701" y="30063"/>
                    <a:pt x="44531" y="30097"/>
                    <a:pt x="44360" y="30097"/>
                  </a:cubicBezTo>
                  <a:cubicBezTo>
                    <a:pt x="43507" y="30132"/>
                    <a:pt x="42654" y="30166"/>
                    <a:pt x="41801" y="30200"/>
                  </a:cubicBezTo>
                  <a:cubicBezTo>
                    <a:pt x="41767" y="30217"/>
                    <a:pt x="41724" y="30225"/>
                    <a:pt x="41677" y="30225"/>
                  </a:cubicBezTo>
                  <a:cubicBezTo>
                    <a:pt x="41630" y="30225"/>
                    <a:pt x="41579" y="30217"/>
                    <a:pt x="41528" y="30200"/>
                  </a:cubicBezTo>
                  <a:cubicBezTo>
                    <a:pt x="40914" y="29927"/>
                    <a:pt x="40368" y="29483"/>
                    <a:pt x="39992" y="28937"/>
                  </a:cubicBezTo>
                  <a:cubicBezTo>
                    <a:pt x="40607" y="28835"/>
                    <a:pt x="41153" y="28733"/>
                    <a:pt x="41699" y="28698"/>
                  </a:cubicBezTo>
                  <a:cubicBezTo>
                    <a:pt x="41801" y="28698"/>
                    <a:pt x="41869" y="28767"/>
                    <a:pt x="41972" y="28767"/>
                  </a:cubicBezTo>
                  <a:cubicBezTo>
                    <a:pt x="42023" y="28767"/>
                    <a:pt x="42091" y="28775"/>
                    <a:pt x="42151" y="28775"/>
                  </a:cubicBezTo>
                  <a:cubicBezTo>
                    <a:pt x="42210" y="28775"/>
                    <a:pt x="42262" y="28767"/>
                    <a:pt x="42279" y="28733"/>
                  </a:cubicBezTo>
                  <a:cubicBezTo>
                    <a:pt x="42449" y="28528"/>
                    <a:pt x="42722" y="28562"/>
                    <a:pt x="42961" y="28528"/>
                  </a:cubicBezTo>
                  <a:lnTo>
                    <a:pt x="44599" y="28391"/>
                  </a:lnTo>
                  <a:close/>
                  <a:moveTo>
                    <a:pt x="44075" y="11881"/>
                  </a:moveTo>
                  <a:cubicBezTo>
                    <a:pt x="45393" y="11881"/>
                    <a:pt x="46727" y="11920"/>
                    <a:pt x="48045" y="11944"/>
                  </a:cubicBezTo>
                  <a:cubicBezTo>
                    <a:pt x="50673" y="11978"/>
                    <a:pt x="53300" y="12115"/>
                    <a:pt x="55894" y="12353"/>
                  </a:cubicBezTo>
                  <a:cubicBezTo>
                    <a:pt x="58726" y="12626"/>
                    <a:pt x="61558" y="13070"/>
                    <a:pt x="64356" y="13684"/>
                  </a:cubicBezTo>
                  <a:cubicBezTo>
                    <a:pt x="65755" y="13957"/>
                    <a:pt x="67154" y="14367"/>
                    <a:pt x="68519" y="14844"/>
                  </a:cubicBezTo>
                  <a:cubicBezTo>
                    <a:pt x="68895" y="15015"/>
                    <a:pt x="69270" y="15220"/>
                    <a:pt x="69645" y="15425"/>
                  </a:cubicBezTo>
                  <a:cubicBezTo>
                    <a:pt x="69748" y="15493"/>
                    <a:pt x="69850" y="15527"/>
                    <a:pt x="69987" y="15561"/>
                  </a:cubicBezTo>
                  <a:cubicBezTo>
                    <a:pt x="70123" y="15561"/>
                    <a:pt x="70260" y="15595"/>
                    <a:pt x="70396" y="15629"/>
                  </a:cubicBezTo>
                  <a:cubicBezTo>
                    <a:pt x="72205" y="16653"/>
                    <a:pt x="73979" y="17745"/>
                    <a:pt x="75685" y="18939"/>
                  </a:cubicBezTo>
                  <a:cubicBezTo>
                    <a:pt x="77528" y="20407"/>
                    <a:pt x="79200" y="22113"/>
                    <a:pt x="80633" y="23989"/>
                  </a:cubicBezTo>
                  <a:cubicBezTo>
                    <a:pt x="80667" y="24024"/>
                    <a:pt x="80701" y="24092"/>
                    <a:pt x="80735" y="24160"/>
                  </a:cubicBezTo>
                  <a:cubicBezTo>
                    <a:pt x="80701" y="24194"/>
                    <a:pt x="80701" y="24228"/>
                    <a:pt x="80667" y="24228"/>
                  </a:cubicBezTo>
                  <a:cubicBezTo>
                    <a:pt x="79985" y="24365"/>
                    <a:pt x="79848" y="24945"/>
                    <a:pt x="80087" y="25525"/>
                  </a:cubicBezTo>
                  <a:cubicBezTo>
                    <a:pt x="80462" y="26549"/>
                    <a:pt x="81418" y="27231"/>
                    <a:pt x="82510" y="27265"/>
                  </a:cubicBezTo>
                  <a:cubicBezTo>
                    <a:pt x="82783" y="27265"/>
                    <a:pt x="83056" y="27402"/>
                    <a:pt x="83158" y="27675"/>
                  </a:cubicBezTo>
                  <a:cubicBezTo>
                    <a:pt x="83499" y="28425"/>
                    <a:pt x="83875" y="29142"/>
                    <a:pt x="84216" y="29859"/>
                  </a:cubicBezTo>
                  <a:cubicBezTo>
                    <a:pt x="84250" y="29995"/>
                    <a:pt x="84318" y="30132"/>
                    <a:pt x="84352" y="30268"/>
                  </a:cubicBezTo>
                  <a:cubicBezTo>
                    <a:pt x="84148" y="30132"/>
                    <a:pt x="84045" y="30097"/>
                    <a:pt x="83943" y="30029"/>
                  </a:cubicBezTo>
                  <a:lnTo>
                    <a:pt x="81418" y="28118"/>
                  </a:lnTo>
                  <a:cubicBezTo>
                    <a:pt x="78722" y="26139"/>
                    <a:pt x="75753" y="24535"/>
                    <a:pt x="72648" y="23273"/>
                  </a:cubicBezTo>
                  <a:cubicBezTo>
                    <a:pt x="69338" y="21874"/>
                    <a:pt x="65858" y="20850"/>
                    <a:pt x="62309" y="20168"/>
                  </a:cubicBezTo>
                  <a:cubicBezTo>
                    <a:pt x="57020" y="19178"/>
                    <a:pt x="51663" y="18598"/>
                    <a:pt x="46305" y="18427"/>
                  </a:cubicBezTo>
                  <a:cubicBezTo>
                    <a:pt x="45562" y="18405"/>
                    <a:pt x="44819" y="18394"/>
                    <a:pt x="44077" y="18394"/>
                  </a:cubicBezTo>
                  <a:cubicBezTo>
                    <a:pt x="39198" y="18394"/>
                    <a:pt x="34349" y="18879"/>
                    <a:pt x="29551" y="19826"/>
                  </a:cubicBezTo>
                  <a:cubicBezTo>
                    <a:pt x="26309" y="20407"/>
                    <a:pt x="23136" y="21225"/>
                    <a:pt x="19996" y="22249"/>
                  </a:cubicBezTo>
                  <a:cubicBezTo>
                    <a:pt x="17778" y="23000"/>
                    <a:pt x="15629" y="23955"/>
                    <a:pt x="13615" y="25150"/>
                  </a:cubicBezTo>
                  <a:cubicBezTo>
                    <a:pt x="13206" y="25389"/>
                    <a:pt x="12831" y="25661"/>
                    <a:pt x="12455" y="25900"/>
                  </a:cubicBezTo>
                  <a:cubicBezTo>
                    <a:pt x="13479" y="24297"/>
                    <a:pt x="14741" y="22795"/>
                    <a:pt x="16140" y="21498"/>
                  </a:cubicBezTo>
                  <a:cubicBezTo>
                    <a:pt x="16472" y="21851"/>
                    <a:pt x="16929" y="22027"/>
                    <a:pt x="17390" y="22027"/>
                  </a:cubicBezTo>
                  <a:cubicBezTo>
                    <a:pt x="17688" y="22027"/>
                    <a:pt x="17988" y="21953"/>
                    <a:pt x="18256" y="21806"/>
                  </a:cubicBezTo>
                  <a:cubicBezTo>
                    <a:pt x="19075" y="21533"/>
                    <a:pt x="19689" y="20816"/>
                    <a:pt x="19792" y="19963"/>
                  </a:cubicBezTo>
                  <a:cubicBezTo>
                    <a:pt x="19860" y="19485"/>
                    <a:pt x="19655" y="19042"/>
                    <a:pt x="19314" y="18803"/>
                  </a:cubicBezTo>
                  <a:cubicBezTo>
                    <a:pt x="19450" y="18666"/>
                    <a:pt x="19587" y="18564"/>
                    <a:pt x="19723" y="18462"/>
                  </a:cubicBezTo>
                  <a:cubicBezTo>
                    <a:pt x="21191" y="17404"/>
                    <a:pt x="22760" y="16482"/>
                    <a:pt x="24432" y="15698"/>
                  </a:cubicBezTo>
                  <a:cubicBezTo>
                    <a:pt x="25593" y="15117"/>
                    <a:pt x="26787" y="14571"/>
                    <a:pt x="28015" y="13991"/>
                  </a:cubicBezTo>
                  <a:cubicBezTo>
                    <a:pt x="28186" y="13923"/>
                    <a:pt x="28391" y="13889"/>
                    <a:pt x="28595" y="13855"/>
                  </a:cubicBezTo>
                  <a:cubicBezTo>
                    <a:pt x="28664" y="13855"/>
                    <a:pt x="28800" y="13821"/>
                    <a:pt x="28834" y="13787"/>
                  </a:cubicBezTo>
                  <a:cubicBezTo>
                    <a:pt x="28971" y="13514"/>
                    <a:pt x="29210" y="13514"/>
                    <a:pt x="29448" y="13445"/>
                  </a:cubicBezTo>
                  <a:cubicBezTo>
                    <a:pt x="31803" y="12797"/>
                    <a:pt x="34226" y="12422"/>
                    <a:pt x="36648" y="12251"/>
                  </a:cubicBezTo>
                  <a:cubicBezTo>
                    <a:pt x="38559" y="12080"/>
                    <a:pt x="40436" y="11944"/>
                    <a:pt x="42313" y="11910"/>
                  </a:cubicBezTo>
                  <a:cubicBezTo>
                    <a:pt x="42895" y="11889"/>
                    <a:pt x="43483" y="11881"/>
                    <a:pt x="44075" y="11881"/>
                  </a:cubicBezTo>
                  <a:close/>
                  <a:moveTo>
                    <a:pt x="47512" y="28289"/>
                  </a:moveTo>
                  <a:cubicBezTo>
                    <a:pt x="48310" y="28289"/>
                    <a:pt x="49103" y="28323"/>
                    <a:pt x="49888" y="28391"/>
                  </a:cubicBezTo>
                  <a:cubicBezTo>
                    <a:pt x="49649" y="29040"/>
                    <a:pt x="49410" y="29688"/>
                    <a:pt x="49172" y="30336"/>
                  </a:cubicBezTo>
                  <a:lnTo>
                    <a:pt x="45384" y="29893"/>
                  </a:lnTo>
                  <a:lnTo>
                    <a:pt x="45111" y="28391"/>
                  </a:lnTo>
                  <a:cubicBezTo>
                    <a:pt x="45913" y="28323"/>
                    <a:pt x="46715" y="28289"/>
                    <a:pt x="47512" y="28289"/>
                  </a:cubicBezTo>
                  <a:close/>
                  <a:moveTo>
                    <a:pt x="50468" y="28289"/>
                  </a:moveTo>
                  <a:cubicBezTo>
                    <a:pt x="51048" y="28289"/>
                    <a:pt x="51663" y="28323"/>
                    <a:pt x="52243" y="28391"/>
                  </a:cubicBezTo>
                  <a:cubicBezTo>
                    <a:pt x="52447" y="28443"/>
                    <a:pt x="52652" y="28468"/>
                    <a:pt x="52857" y="28468"/>
                  </a:cubicBezTo>
                  <a:cubicBezTo>
                    <a:pt x="53062" y="28468"/>
                    <a:pt x="53266" y="28443"/>
                    <a:pt x="53471" y="28391"/>
                  </a:cubicBezTo>
                  <a:cubicBezTo>
                    <a:pt x="53536" y="28354"/>
                    <a:pt x="53611" y="28340"/>
                    <a:pt x="53693" y="28340"/>
                  </a:cubicBezTo>
                  <a:cubicBezTo>
                    <a:pt x="53914" y="28340"/>
                    <a:pt x="54187" y="28444"/>
                    <a:pt x="54461" y="28494"/>
                  </a:cubicBezTo>
                  <a:cubicBezTo>
                    <a:pt x="53983" y="29517"/>
                    <a:pt x="53266" y="30234"/>
                    <a:pt x="52652" y="31053"/>
                  </a:cubicBezTo>
                  <a:lnTo>
                    <a:pt x="49683" y="30439"/>
                  </a:lnTo>
                  <a:lnTo>
                    <a:pt x="50468" y="28289"/>
                  </a:lnTo>
                  <a:close/>
                  <a:moveTo>
                    <a:pt x="39549" y="28937"/>
                  </a:moveTo>
                  <a:cubicBezTo>
                    <a:pt x="39685" y="29552"/>
                    <a:pt x="40231" y="29893"/>
                    <a:pt x="40641" y="30336"/>
                  </a:cubicBezTo>
                  <a:cubicBezTo>
                    <a:pt x="40538" y="30370"/>
                    <a:pt x="40470" y="30405"/>
                    <a:pt x="40368" y="30439"/>
                  </a:cubicBezTo>
                  <a:cubicBezTo>
                    <a:pt x="39481" y="30643"/>
                    <a:pt x="38559" y="30848"/>
                    <a:pt x="37638" y="31053"/>
                  </a:cubicBezTo>
                  <a:cubicBezTo>
                    <a:pt x="37584" y="31075"/>
                    <a:pt x="37527" y="31086"/>
                    <a:pt x="37469" y="31086"/>
                  </a:cubicBezTo>
                  <a:cubicBezTo>
                    <a:pt x="37345" y="31086"/>
                    <a:pt x="37219" y="31033"/>
                    <a:pt x="37126" y="30916"/>
                  </a:cubicBezTo>
                  <a:cubicBezTo>
                    <a:pt x="36785" y="30507"/>
                    <a:pt x="36410" y="30132"/>
                    <a:pt x="35966" y="29654"/>
                  </a:cubicBezTo>
                  <a:cubicBezTo>
                    <a:pt x="37160" y="29347"/>
                    <a:pt x="38355" y="29108"/>
                    <a:pt x="39549" y="28937"/>
                  </a:cubicBezTo>
                  <a:close/>
                  <a:moveTo>
                    <a:pt x="55109" y="28630"/>
                  </a:moveTo>
                  <a:cubicBezTo>
                    <a:pt x="56303" y="28835"/>
                    <a:pt x="57498" y="29176"/>
                    <a:pt x="58658" y="29688"/>
                  </a:cubicBezTo>
                  <a:cubicBezTo>
                    <a:pt x="58419" y="29825"/>
                    <a:pt x="58282" y="29961"/>
                    <a:pt x="58112" y="30097"/>
                  </a:cubicBezTo>
                  <a:cubicBezTo>
                    <a:pt x="57498" y="30541"/>
                    <a:pt x="56883" y="30951"/>
                    <a:pt x="56269" y="31394"/>
                  </a:cubicBezTo>
                  <a:cubicBezTo>
                    <a:pt x="55996" y="31531"/>
                    <a:pt x="55791" y="31770"/>
                    <a:pt x="55655" y="32077"/>
                  </a:cubicBezTo>
                  <a:lnTo>
                    <a:pt x="53266" y="31258"/>
                  </a:lnTo>
                  <a:lnTo>
                    <a:pt x="55109" y="28630"/>
                  </a:lnTo>
                  <a:close/>
                  <a:moveTo>
                    <a:pt x="35659" y="29756"/>
                  </a:moveTo>
                  <a:cubicBezTo>
                    <a:pt x="35761" y="30439"/>
                    <a:pt x="36375" y="30780"/>
                    <a:pt x="36751" y="31326"/>
                  </a:cubicBezTo>
                  <a:cubicBezTo>
                    <a:pt x="36000" y="31735"/>
                    <a:pt x="35147" y="32043"/>
                    <a:pt x="34533" y="32759"/>
                  </a:cubicBezTo>
                  <a:lnTo>
                    <a:pt x="31325" y="31872"/>
                  </a:lnTo>
                  <a:cubicBezTo>
                    <a:pt x="31564" y="31667"/>
                    <a:pt x="31803" y="31462"/>
                    <a:pt x="32042" y="31292"/>
                  </a:cubicBezTo>
                  <a:cubicBezTo>
                    <a:pt x="32622" y="30985"/>
                    <a:pt x="33202" y="30678"/>
                    <a:pt x="33748" y="30405"/>
                  </a:cubicBezTo>
                  <a:cubicBezTo>
                    <a:pt x="33848" y="30325"/>
                    <a:pt x="33960" y="30292"/>
                    <a:pt x="34076" y="30292"/>
                  </a:cubicBezTo>
                  <a:cubicBezTo>
                    <a:pt x="34158" y="30292"/>
                    <a:pt x="34243" y="30308"/>
                    <a:pt x="34328" y="30336"/>
                  </a:cubicBezTo>
                  <a:cubicBezTo>
                    <a:pt x="34355" y="30346"/>
                    <a:pt x="34383" y="30350"/>
                    <a:pt x="34410" y="30350"/>
                  </a:cubicBezTo>
                  <a:cubicBezTo>
                    <a:pt x="34483" y="30350"/>
                    <a:pt x="34551" y="30318"/>
                    <a:pt x="34601" y="30268"/>
                  </a:cubicBezTo>
                  <a:cubicBezTo>
                    <a:pt x="34840" y="29825"/>
                    <a:pt x="35283" y="29927"/>
                    <a:pt x="35659" y="29756"/>
                  </a:cubicBezTo>
                  <a:close/>
                  <a:moveTo>
                    <a:pt x="59204" y="29893"/>
                  </a:moveTo>
                  <a:cubicBezTo>
                    <a:pt x="60432" y="30439"/>
                    <a:pt x="61592" y="31189"/>
                    <a:pt x="62582" y="32145"/>
                  </a:cubicBezTo>
                  <a:cubicBezTo>
                    <a:pt x="61695" y="32350"/>
                    <a:pt x="60910" y="32520"/>
                    <a:pt x="60125" y="32725"/>
                  </a:cubicBezTo>
                  <a:cubicBezTo>
                    <a:pt x="59306" y="32896"/>
                    <a:pt x="58521" y="33100"/>
                    <a:pt x="57736" y="33339"/>
                  </a:cubicBezTo>
                  <a:lnTo>
                    <a:pt x="56133" y="32247"/>
                  </a:lnTo>
                  <a:cubicBezTo>
                    <a:pt x="56269" y="32077"/>
                    <a:pt x="56406" y="31940"/>
                    <a:pt x="56576" y="31804"/>
                  </a:cubicBezTo>
                  <a:cubicBezTo>
                    <a:pt x="57429" y="31155"/>
                    <a:pt x="58317" y="30507"/>
                    <a:pt x="59204" y="29893"/>
                  </a:cubicBezTo>
                  <a:close/>
                  <a:moveTo>
                    <a:pt x="42821" y="18953"/>
                  </a:moveTo>
                  <a:cubicBezTo>
                    <a:pt x="43301" y="18953"/>
                    <a:pt x="43780" y="18960"/>
                    <a:pt x="44258" y="18973"/>
                  </a:cubicBezTo>
                  <a:cubicBezTo>
                    <a:pt x="46715" y="19007"/>
                    <a:pt x="49172" y="19110"/>
                    <a:pt x="51628" y="19280"/>
                  </a:cubicBezTo>
                  <a:cubicBezTo>
                    <a:pt x="55518" y="19588"/>
                    <a:pt x="59340" y="20099"/>
                    <a:pt x="63162" y="20918"/>
                  </a:cubicBezTo>
                  <a:cubicBezTo>
                    <a:pt x="64288" y="21123"/>
                    <a:pt x="65414" y="21430"/>
                    <a:pt x="66506" y="21703"/>
                  </a:cubicBezTo>
                  <a:cubicBezTo>
                    <a:pt x="66574" y="21703"/>
                    <a:pt x="66643" y="21771"/>
                    <a:pt x="66677" y="21771"/>
                  </a:cubicBezTo>
                  <a:cubicBezTo>
                    <a:pt x="66574" y="21976"/>
                    <a:pt x="66472" y="22147"/>
                    <a:pt x="66404" y="22352"/>
                  </a:cubicBezTo>
                  <a:cubicBezTo>
                    <a:pt x="66301" y="22659"/>
                    <a:pt x="66097" y="22932"/>
                    <a:pt x="65858" y="23171"/>
                  </a:cubicBezTo>
                  <a:cubicBezTo>
                    <a:pt x="65755" y="23273"/>
                    <a:pt x="65687" y="23409"/>
                    <a:pt x="65789" y="23546"/>
                  </a:cubicBezTo>
                  <a:cubicBezTo>
                    <a:pt x="65833" y="23604"/>
                    <a:pt x="65888" y="23625"/>
                    <a:pt x="65946" y="23625"/>
                  </a:cubicBezTo>
                  <a:cubicBezTo>
                    <a:pt x="66024" y="23625"/>
                    <a:pt x="66106" y="23585"/>
                    <a:pt x="66165" y="23546"/>
                  </a:cubicBezTo>
                  <a:cubicBezTo>
                    <a:pt x="66233" y="23512"/>
                    <a:pt x="66267" y="23478"/>
                    <a:pt x="66301" y="23443"/>
                  </a:cubicBezTo>
                  <a:cubicBezTo>
                    <a:pt x="66745" y="23034"/>
                    <a:pt x="66984" y="22420"/>
                    <a:pt x="66916" y="21806"/>
                  </a:cubicBezTo>
                  <a:lnTo>
                    <a:pt x="66916" y="21806"/>
                  </a:lnTo>
                  <a:cubicBezTo>
                    <a:pt x="67359" y="21942"/>
                    <a:pt x="67734" y="22044"/>
                    <a:pt x="68110" y="22147"/>
                  </a:cubicBezTo>
                  <a:cubicBezTo>
                    <a:pt x="71556" y="23239"/>
                    <a:pt x="74866" y="24672"/>
                    <a:pt x="77971" y="26480"/>
                  </a:cubicBezTo>
                  <a:cubicBezTo>
                    <a:pt x="79166" y="27197"/>
                    <a:pt x="80292" y="28016"/>
                    <a:pt x="81452" y="28801"/>
                  </a:cubicBezTo>
                  <a:cubicBezTo>
                    <a:pt x="82237" y="29347"/>
                    <a:pt x="83022" y="29961"/>
                    <a:pt x="83806" y="30541"/>
                  </a:cubicBezTo>
                  <a:cubicBezTo>
                    <a:pt x="84011" y="30678"/>
                    <a:pt x="84182" y="30916"/>
                    <a:pt x="84250" y="31155"/>
                  </a:cubicBezTo>
                  <a:cubicBezTo>
                    <a:pt x="78278" y="34568"/>
                    <a:pt x="71625" y="36103"/>
                    <a:pt x="64459" y="36274"/>
                  </a:cubicBezTo>
                  <a:cubicBezTo>
                    <a:pt x="64493" y="36103"/>
                    <a:pt x="64493" y="35933"/>
                    <a:pt x="64527" y="35830"/>
                  </a:cubicBezTo>
                  <a:cubicBezTo>
                    <a:pt x="64698" y="35079"/>
                    <a:pt x="64595" y="34295"/>
                    <a:pt x="64254" y="33612"/>
                  </a:cubicBezTo>
                  <a:cubicBezTo>
                    <a:pt x="64049" y="33237"/>
                    <a:pt x="63810" y="32861"/>
                    <a:pt x="63606" y="32486"/>
                  </a:cubicBezTo>
                  <a:lnTo>
                    <a:pt x="63367" y="32077"/>
                  </a:lnTo>
                  <a:cubicBezTo>
                    <a:pt x="63333" y="32077"/>
                    <a:pt x="63264" y="32077"/>
                    <a:pt x="63264" y="32008"/>
                  </a:cubicBezTo>
                  <a:cubicBezTo>
                    <a:pt x="62036" y="30746"/>
                    <a:pt x="60535" y="29790"/>
                    <a:pt x="58897" y="29142"/>
                  </a:cubicBezTo>
                  <a:lnTo>
                    <a:pt x="58419" y="28937"/>
                  </a:lnTo>
                  <a:cubicBezTo>
                    <a:pt x="58487" y="28835"/>
                    <a:pt x="58555" y="28733"/>
                    <a:pt x="58658" y="28664"/>
                  </a:cubicBezTo>
                  <a:cubicBezTo>
                    <a:pt x="60364" y="27095"/>
                    <a:pt x="61592" y="25252"/>
                    <a:pt x="62718" y="23273"/>
                  </a:cubicBezTo>
                  <a:cubicBezTo>
                    <a:pt x="63026" y="22761"/>
                    <a:pt x="63298" y="22249"/>
                    <a:pt x="63571" y="21737"/>
                  </a:cubicBezTo>
                  <a:cubicBezTo>
                    <a:pt x="63810" y="21328"/>
                    <a:pt x="63810" y="21225"/>
                    <a:pt x="63640" y="21123"/>
                  </a:cubicBezTo>
                  <a:cubicBezTo>
                    <a:pt x="63598" y="21098"/>
                    <a:pt x="63558" y="21085"/>
                    <a:pt x="63519" y="21085"/>
                  </a:cubicBezTo>
                  <a:cubicBezTo>
                    <a:pt x="63398" y="21085"/>
                    <a:pt x="63282" y="21207"/>
                    <a:pt x="63128" y="21464"/>
                  </a:cubicBezTo>
                  <a:cubicBezTo>
                    <a:pt x="62411" y="22659"/>
                    <a:pt x="61661" y="23853"/>
                    <a:pt x="60910" y="25081"/>
                  </a:cubicBezTo>
                  <a:cubicBezTo>
                    <a:pt x="60125" y="26242"/>
                    <a:pt x="59238" y="27299"/>
                    <a:pt x="58248" y="28255"/>
                  </a:cubicBezTo>
                  <a:cubicBezTo>
                    <a:pt x="58061" y="28513"/>
                    <a:pt x="57776" y="28642"/>
                    <a:pt x="57484" y="28642"/>
                  </a:cubicBezTo>
                  <a:cubicBezTo>
                    <a:pt x="57351" y="28642"/>
                    <a:pt x="57216" y="28615"/>
                    <a:pt x="57088" y="28562"/>
                  </a:cubicBezTo>
                  <a:cubicBezTo>
                    <a:pt x="55860" y="28187"/>
                    <a:pt x="54597" y="27914"/>
                    <a:pt x="53300" y="27777"/>
                  </a:cubicBezTo>
                  <a:cubicBezTo>
                    <a:pt x="52993" y="27777"/>
                    <a:pt x="52686" y="27811"/>
                    <a:pt x="52379" y="27845"/>
                  </a:cubicBezTo>
                  <a:cubicBezTo>
                    <a:pt x="52311" y="27879"/>
                    <a:pt x="52243" y="27879"/>
                    <a:pt x="52174" y="27879"/>
                  </a:cubicBezTo>
                  <a:lnTo>
                    <a:pt x="50195" y="27777"/>
                  </a:lnTo>
                  <a:lnTo>
                    <a:pt x="50195" y="27436"/>
                  </a:lnTo>
                  <a:cubicBezTo>
                    <a:pt x="50298" y="25832"/>
                    <a:pt x="50400" y="24262"/>
                    <a:pt x="50502" y="22659"/>
                  </a:cubicBezTo>
                  <a:cubicBezTo>
                    <a:pt x="50571" y="21840"/>
                    <a:pt x="50673" y="21021"/>
                    <a:pt x="50775" y="20202"/>
                  </a:cubicBezTo>
                  <a:cubicBezTo>
                    <a:pt x="50809" y="20031"/>
                    <a:pt x="50809" y="19826"/>
                    <a:pt x="50809" y="19656"/>
                  </a:cubicBezTo>
                  <a:cubicBezTo>
                    <a:pt x="50809" y="19553"/>
                    <a:pt x="50741" y="19451"/>
                    <a:pt x="50639" y="19383"/>
                  </a:cubicBezTo>
                  <a:cubicBezTo>
                    <a:pt x="50608" y="19370"/>
                    <a:pt x="50579" y="19365"/>
                    <a:pt x="50552" y="19365"/>
                  </a:cubicBezTo>
                  <a:cubicBezTo>
                    <a:pt x="50434" y="19365"/>
                    <a:pt x="50366" y="19476"/>
                    <a:pt x="50366" y="19588"/>
                  </a:cubicBezTo>
                  <a:cubicBezTo>
                    <a:pt x="50263" y="20065"/>
                    <a:pt x="50161" y="20509"/>
                    <a:pt x="50127" y="20987"/>
                  </a:cubicBezTo>
                  <a:cubicBezTo>
                    <a:pt x="49956" y="23136"/>
                    <a:pt x="49820" y="25286"/>
                    <a:pt x="49649" y="27470"/>
                  </a:cubicBezTo>
                  <a:cubicBezTo>
                    <a:pt x="49649" y="27538"/>
                    <a:pt x="49649" y="27607"/>
                    <a:pt x="49683" y="27709"/>
                  </a:cubicBezTo>
                  <a:cubicBezTo>
                    <a:pt x="49581" y="27709"/>
                    <a:pt x="49479" y="27743"/>
                    <a:pt x="49376" y="27743"/>
                  </a:cubicBezTo>
                  <a:cubicBezTo>
                    <a:pt x="48784" y="27717"/>
                    <a:pt x="48189" y="27704"/>
                    <a:pt x="47593" y="27704"/>
                  </a:cubicBezTo>
                  <a:cubicBezTo>
                    <a:pt x="45855" y="27704"/>
                    <a:pt x="44109" y="27813"/>
                    <a:pt x="42381" y="28016"/>
                  </a:cubicBezTo>
                  <a:cubicBezTo>
                    <a:pt x="42359" y="28020"/>
                    <a:pt x="42336" y="28023"/>
                    <a:pt x="42314" y="28023"/>
                  </a:cubicBezTo>
                  <a:cubicBezTo>
                    <a:pt x="42159" y="28023"/>
                    <a:pt x="41992" y="27926"/>
                    <a:pt x="41903" y="27777"/>
                  </a:cubicBezTo>
                  <a:cubicBezTo>
                    <a:pt x="40777" y="26105"/>
                    <a:pt x="39754" y="24297"/>
                    <a:pt x="38935" y="22454"/>
                  </a:cubicBezTo>
                  <a:cubicBezTo>
                    <a:pt x="38559" y="21567"/>
                    <a:pt x="38320" y="20611"/>
                    <a:pt x="38013" y="19724"/>
                  </a:cubicBezTo>
                  <a:cubicBezTo>
                    <a:pt x="38013" y="19656"/>
                    <a:pt x="38013" y="19588"/>
                    <a:pt x="37979" y="19588"/>
                  </a:cubicBezTo>
                  <a:cubicBezTo>
                    <a:pt x="37979" y="19553"/>
                    <a:pt x="37809" y="19383"/>
                    <a:pt x="37774" y="19383"/>
                  </a:cubicBezTo>
                  <a:cubicBezTo>
                    <a:pt x="37672" y="19451"/>
                    <a:pt x="37570" y="19519"/>
                    <a:pt x="37536" y="19622"/>
                  </a:cubicBezTo>
                  <a:cubicBezTo>
                    <a:pt x="37501" y="19792"/>
                    <a:pt x="37501" y="19929"/>
                    <a:pt x="37570" y="20065"/>
                  </a:cubicBezTo>
                  <a:cubicBezTo>
                    <a:pt x="37911" y="21055"/>
                    <a:pt x="38184" y="22044"/>
                    <a:pt x="38593" y="23000"/>
                  </a:cubicBezTo>
                  <a:cubicBezTo>
                    <a:pt x="39276" y="24604"/>
                    <a:pt x="40163" y="26139"/>
                    <a:pt x="41153" y="27572"/>
                  </a:cubicBezTo>
                  <a:cubicBezTo>
                    <a:pt x="41255" y="27743"/>
                    <a:pt x="41357" y="27914"/>
                    <a:pt x="41460" y="28118"/>
                  </a:cubicBezTo>
                  <a:lnTo>
                    <a:pt x="38662" y="28562"/>
                  </a:lnTo>
                  <a:cubicBezTo>
                    <a:pt x="37228" y="28767"/>
                    <a:pt x="35864" y="29108"/>
                    <a:pt x="34499" y="29552"/>
                  </a:cubicBezTo>
                  <a:cubicBezTo>
                    <a:pt x="34422" y="29582"/>
                    <a:pt x="34338" y="29599"/>
                    <a:pt x="34254" y="29599"/>
                  </a:cubicBezTo>
                  <a:cubicBezTo>
                    <a:pt x="34151" y="29599"/>
                    <a:pt x="34047" y="29574"/>
                    <a:pt x="33953" y="29517"/>
                  </a:cubicBezTo>
                  <a:cubicBezTo>
                    <a:pt x="31257" y="27948"/>
                    <a:pt x="28698" y="26105"/>
                    <a:pt x="26343" y="24058"/>
                  </a:cubicBezTo>
                  <a:cubicBezTo>
                    <a:pt x="25797" y="23546"/>
                    <a:pt x="25285" y="22966"/>
                    <a:pt x="24910" y="22352"/>
                  </a:cubicBezTo>
                  <a:cubicBezTo>
                    <a:pt x="24808" y="22215"/>
                    <a:pt x="24705" y="22079"/>
                    <a:pt x="24603" y="21976"/>
                  </a:cubicBezTo>
                  <a:cubicBezTo>
                    <a:pt x="24569" y="21959"/>
                    <a:pt x="24526" y="21951"/>
                    <a:pt x="24484" y="21951"/>
                  </a:cubicBezTo>
                  <a:cubicBezTo>
                    <a:pt x="24441" y="21951"/>
                    <a:pt x="24398" y="21959"/>
                    <a:pt x="24364" y="21976"/>
                  </a:cubicBezTo>
                  <a:cubicBezTo>
                    <a:pt x="24296" y="22044"/>
                    <a:pt x="24228" y="22147"/>
                    <a:pt x="24262" y="22249"/>
                  </a:cubicBezTo>
                  <a:cubicBezTo>
                    <a:pt x="24262" y="22352"/>
                    <a:pt x="24330" y="22420"/>
                    <a:pt x="24364" y="22488"/>
                  </a:cubicBezTo>
                  <a:cubicBezTo>
                    <a:pt x="24944" y="23409"/>
                    <a:pt x="25661" y="24228"/>
                    <a:pt x="26480" y="24911"/>
                  </a:cubicBezTo>
                  <a:cubicBezTo>
                    <a:pt x="28527" y="26651"/>
                    <a:pt x="30677" y="28187"/>
                    <a:pt x="32997" y="29552"/>
                  </a:cubicBezTo>
                  <a:lnTo>
                    <a:pt x="33509" y="29893"/>
                  </a:lnTo>
                  <a:lnTo>
                    <a:pt x="32997" y="30132"/>
                  </a:lnTo>
                  <a:cubicBezTo>
                    <a:pt x="32178" y="30507"/>
                    <a:pt x="31428" y="31019"/>
                    <a:pt x="30779" y="31667"/>
                  </a:cubicBezTo>
                  <a:cubicBezTo>
                    <a:pt x="30267" y="32111"/>
                    <a:pt x="29926" y="32725"/>
                    <a:pt x="29756" y="33373"/>
                  </a:cubicBezTo>
                  <a:cubicBezTo>
                    <a:pt x="29687" y="33851"/>
                    <a:pt x="29653" y="34295"/>
                    <a:pt x="29653" y="34772"/>
                  </a:cubicBezTo>
                  <a:cubicBezTo>
                    <a:pt x="29551" y="34772"/>
                    <a:pt x="29380" y="34772"/>
                    <a:pt x="29210" y="34738"/>
                  </a:cubicBezTo>
                  <a:cubicBezTo>
                    <a:pt x="27879" y="34602"/>
                    <a:pt x="26548" y="34499"/>
                    <a:pt x="25217" y="34329"/>
                  </a:cubicBezTo>
                  <a:cubicBezTo>
                    <a:pt x="21737" y="33851"/>
                    <a:pt x="18324" y="33203"/>
                    <a:pt x="15151" y="31906"/>
                  </a:cubicBezTo>
                  <a:cubicBezTo>
                    <a:pt x="13581" y="31292"/>
                    <a:pt x="12114" y="30473"/>
                    <a:pt x="10783" y="29483"/>
                  </a:cubicBezTo>
                  <a:cubicBezTo>
                    <a:pt x="10647" y="29381"/>
                    <a:pt x="10510" y="29279"/>
                    <a:pt x="10374" y="29142"/>
                  </a:cubicBezTo>
                  <a:cubicBezTo>
                    <a:pt x="10578" y="28630"/>
                    <a:pt x="10920" y="28152"/>
                    <a:pt x="11363" y="27811"/>
                  </a:cubicBezTo>
                  <a:cubicBezTo>
                    <a:pt x="11534" y="27675"/>
                    <a:pt x="11773" y="27538"/>
                    <a:pt x="11704" y="27231"/>
                  </a:cubicBezTo>
                  <a:cubicBezTo>
                    <a:pt x="11704" y="27163"/>
                    <a:pt x="11841" y="27026"/>
                    <a:pt x="11943" y="26958"/>
                  </a:cubicBezTo>
                  <a:cubicBezTo>
                    <a:pt x="12967" y="26173"/>
                    <a:pt x="14059" y="25457"/>
                    <a:pt x="15219" y="24877"/>
                  </a:cubicBezTo>
                  <a:cubicBezTo>
                    <a:pt x="17949" y="23478"/>
                    <a:pt x="20849" y="22386"/>
                    <a:pt x="23818" y="21669"/>
                  </a:cubicBezTo>
                  <a:cubicBezTo>
                    <a:pt x="28152" y="20509"/>
                    <a:pt x="32588" y="19724"/>
                    <a:pt x="37058" y="19280"/>
                  </a:cubicBezTo>
                  <a:cubicBezTo>
                    <a:pt x="38969" y="19062"/>
                    <a:pt x="40901" y="18953"/>
                    <a:pt x="42821" y="18953"/>
                  </a:cubicBezTo>
                  <a:close/>
                  <a:moveTo>
                    <a:pt x="30950" y="32281"/>
                  </a:moveTo>
                  <a:lnTo>
                    <a:pt x="34430" y="33271"/>
                  </a:lnTo>
                  <a:cubicBezTo>
                    <a:pt x="34396" y="33442"/>
                    <a:pt x="34328" y="33578"/>
                    <a:pt x="34294" y="33715"/>
                  </a:cubicBezTo>
                  <a:cubicBezTo>
                    <a:pt x="34294" y="33783"/>
                    <a:pt x="34192" y="33817"/>
                    <a:pt x="34157" y="33851"/>
                  </a:cubicBezTo>
                  <a:cubicBezTo>
                    <a:pt x="33919" y="34261"/>
                    <a:pt x="33475" y="34499"/>
                    <a:pt x="32997" y="34534"/>
                  </a:cubicBezTo>
                  <a:cubicBezTo>
                    <a:pt x="32315" y="34602"/>
                    <a:pt x="31632" y="34738"/>
                    <a:pt x="30950" y="34841"/>
                  </a:cubicBezTo>
                  <a:cubicBezTo>
                    <a:pt x="30779" y="34841"/>
                    <a:pt x="30677" y="34943"/>
                    <a:pt x="30677" y="35079"/>
                  </a:cubicBezTo>
                  <a:cubicBezTo>
                    <a:pt x="30745" y="35182"/>
                    <a:pt x="30813" y="35250"/>
                    <a:pt x="30916" y="35284"/>
                  </a:cubicBezTo>
                  <a:cubicBezTo>
                    <a:pt x="31018" y="35301"/>
                    <a:pt x="31112" y="35310"/>
                    <a:pt x="31202" y="35310"/>
                  </a:cubicBezTo>
                  <a:cubicBezTo>
                    <a:pt x="31291" y="35310"/>
                    <a:pt x="31376" y="35301"/>
                    <a:pt x="31462" y="35284"/>
                  </a:cubicBezTo>
                  <a:cubicBezTo>
                    <a:pt x="32008" y="35216"/>
                    <a:pt x="32554" y="35148"/>
                    <a:pt x="33168" y="35045"/>
                  </a:cubicBezTo>
                  <a:lnTo>
                    <a:pt x="33168" y="35045"/>
                  </a:lnTo>
                  <a:lnTo>
                    <a:pt x="32076" y="36922"/>
                  </a:lnTo>
                  <a:cubicBezTo>
                    <a:pt x="31632" y="36683"/>
                    <a:pt x="31257" y="36308"/>
                    <a:pt x="30984" y="35898"/>
                  </a:cubicBezTo>
                  <a:cubicBezTo>
                    <a:pt x="30711" y="35523"/>
                    <a:pt x="30506" y="35114"/>
                    <a:pt x="30370" y="34704"/>
                  </a:cubicBezTo>
                  <a:cubicBezTo>
                    <a:pt x="30029" y="33817"/>
                    <a:pt x="30336" y="33066"/>
                    <a:pt x="30950" y="32281"/>
                  </a:cubicBezTo>
                  <a:close/>
                  <a:moveTo>
                    <a:pt x="64385" y="36919"/>
                  </a:moveTo>
                  <a:lnTo>
                    <a:pt x="64385" y="36919"/>
                  </a:lnTo>
                  <a:cubicBezTo>
                    <a:pt x="64375" y="36920"/>
                    <a:pt x="64366" y="36921"/>
                    <a:pt x="64356" y="36922"/>
                  </a:cubicBezTo>
                  <a:lnTo>
                    <a:pt x="64390" y="36922"/>
                  </a:lnTo>
                  <a:cubicBezTo>
                    <a:pt x="64389" y="36921"/>
                    <a:pt x="64387" y="36920"/>
                    <a:pt x="64385" y="36919"/>
                  </a:cubicBezTo>
                  <a:close/>
                  <a:moveTo>
                    <a:pt x="62957" y="32657"/>
                  </a:moveTo>
                  <a:cubicBezTo>
                    <a:pt x="64288" y="34226"/>
                    <a:pt x="64322" y="35864"/>
                    <a:pt x="63401" y="36990"/>
                  </a:cubicBezTo>
                  <a:cubicBezTo>
                    <a:pt x="63162" y="36888"/>
                    <a:pt x="62923" y="36717"/>
                    <a:pt x="62650" y="36615"/>
                  </a:cubicBezTo>
                  <a:cubicBezTo>
                    <a:pt x="61490" y="36137"/>
                    <a:pt x="60330" y="35625"/>
                    <a:pt x="59135" y="35148"/>
                  </a:cubicBezTo>
                  <a:cubicBezTo>
                    <a:pt x="58794" y="35011"/>
                    <a:pt x="58521" y="34875"/>
                    <a:pt x="58555" y="34465"/>
                  </a:cubicBezTo>
                  <a:cubicBezTo>
                    <a:pt x="58555" y="34295"/>
                    <a:pt x="58419" y="34158"/>
                    <a:pt x="58317" y="33988"/>
                  </a:cubicBezTo>
                  <a:cubicBezTo>
                    <a:pt x="58214" y="33919"/>
                    <a:pt x="58112" y="33817"/>
                    <a:pt x="58009" y="33715"/>
                  </a:cubicBezTo>
                  <a:lnTo>
                    <a:pt x="62957" y="32657"/>
                  </a:lnTo>
                  <a:close/>
                  <a:moveTo>
                    <a:pt x="58658" y="35489"/>
                  </a:moveTo>
                  <a:lnTo>
                    <a:pt x="63094" y="37366"/>
                  </a:lnTo>
                  <a:cubicBezTo>
                    <a:pt x="62343" y="38321"/>
                    <a:pt x="61285" y="38765"/>
                    <a:pt x="60227" y="39311"/>
                  </a:cubicBezTo>
                  <a:cubicBezTo>
                    <a:pt x="59408" y="38185"/>
                    <a:pt x="58862" y="36854"/>
                    <a:pt x="58658" y="35489"/>
                  </a:cubicBezTo>
                  <a:close/>
                  <a:moveTo>
                    <a:pt x="84830" y="31497"/>
                  </a:moveTo>
                  <a:cubicBezTo>
                    <a:pt x="84864" y="31770"/>
                    <a:pt x="84864" y="32008"/>
                    <a:pt x="84864" y="32247"/>
                  </a:cubicBezTo>
                  <a:cubicBezTo>
                    <a:pt x="84421" y="35387"/>
                    <a:pt x="82783" y="38253"/>
                    <a:pt x="80292" y="40232"/>
                  </a:cubicBezTo>
                  <a:cubicBezTo>
                    <a:pt x="79029" y="41256"/>
                    <a:pt x="77664" y="42109"/>
                    <a:pt x="76231" y="42791"/>
                  </a:cubicBezTo>
                  <a:cubicBezTo>
                    <a:pt x="75344" y="43235"/>
                    <a:pt x="74423" y="43610"/>
                    <a:pt x="73535" y="44020"/>
                  </a:cubicBezTo>
                  <a:cubicBezTo>
                    <a:pt x="73302" y="44136"/>
                    <a:pt x="73037" y="44189"/>
                    <a:pt x="72784" y="44189"/>
                  </a:cubicBezTo>
                  <a:cubicBezTo>
                    <a:pt x="72666" y="44189"/>
                    <a:pt x="72551" y="44178"/>
                    <a:pt x="72443" y="44156"/>
                  </a:cubicBezTo>
                  <a:cubicBezTo>
                    <a:pt x="70737" y="43849"/>
                    <a:pt x="69065" y="43474"/>
                    <a:pt x="67427" y="42996"/>
                  </a:cubicBezTo>
                  <a:cubicBezTo>
                    <a:pt x="66062" y="42552"/>
                    <a:pt x="64766" y="42006"/>
                    <a:pt x="63503" y="41324"/>
                  </a:cubicBezTo>
                  <a:cubicBezTo>
                    <a:pt x="62753" y="40915"/>
                    <a:pt x="61934" y="40471"/>
                    <a:pt x="61183" y="40061"/>
                  </a:cubicBezTo>
                  <a:cubicBezTo>
                    <a:pt x="61012" y="39959"/>
                    <a:pt x="60876" y="39857"/>
                    <a:pt x="60671" y="39720"/>
                  </a:cubicBezTo>
                  <a:cubicBezTo>
                    <a:pt x="60773" y="39652"/>
                    <a:pt x="60876" y="39584"/>
                    <a:pt x="60978" y="39550"/>
                  </a:cubicBezTo>
                  <a:cubicBezTo>
                    <a:pt x="62241" y="39038"/>
                    <a:pt x="63298" y="38185"/>
                    <a:pt x="64049" y="37059"/>
                  </a:cubicBezTo>
                  <a:cubicBezTo>
                    <a:pt x="64100" y="36982"/>
                    <a:pt x="64152" y="36886"/>
                    <a:pt x="64260" y="36886"/>
                  </a:cubicBezTo>
                  <a:cubicBezTo>
                    <a:pt x="64295" y="36886"/>
                    <a:pt x="64336" y="36896"/>
                    <a:pt x="64385" y="36919"/>
                  </a:cubicBezTo>
                  <a:lnTo>
                    <a:pt x="64385" y="36919"/>
                  </a:lnTo>
                  <a:cubicBezTo>
                    <a:pt x="64752" y="36885"/>
                    <a:pt x="65151" y="36819"/>
                    <a:pt x="65516" y="36786"/>
                  </a:cubicBezTo>
                  <a:cubicBezTo>
                    <a:pt x="68212" y="36683"/>
                    <a:pt x="70874" y="36376"/>
                    <a:pt x="73501" y="35830"/>
                  </a:cubicBezTo>
                  <a:cubicBezTo>
                    <a:pt x="76163" y="35284"/>
                    <a:pt x="78756" y="34431"/>
                    <a:pt x="81247" y="33305"/>
                  </a:cubicBezTo>
                  <a:cubicBezTo>
                    <a:pt x="82271" y="32793"/>
                    <a:pt x="83295" y="32247"/>
                    <a:pt x="84352" y="31735"/>
                  </a:cubicBezTo>
                  <a:lnTo>
                    <a:pt x="84830" y="31497"/>
                  </a:lnTo>
                  <a:close/>
                  <a:moveTo>
                    <a:pt x="10135" y="29654"/>
                  </a:moveTo>
                  <a:cubicBezTo>
                    <a:pt x="10203" y="29688"/>
                    <a:pt x="10237" y="29722"/>
                    <a:pt x="10305" y="29756"/>
                  </a:cubicBezTo>
                  <a:cubicBezTo>
                    <a:pt x="12387" y="31360"/>
                    <a:pt x="14741" y="32520"/>
                    <a:pt x="17267" y="33237"/>
                  </a:cubicBezTo>
                  <a:cubicBezTo>
                    <a:pt x="19587" y="33919"/>
                    <a:pt x="21941" y="34431"/>
                    <a:pt x="24364" y="34738"/>
                  </a:cubicBezTo>
                  <a:cubicBezTo>
                    <a:pt x="26070" y="34977"/>
                    <a:pt x="27776" y="35114"/>
                    <a:pt x="29483" y="35284"/>
                  </a:cubicBezTo>
                  <a:lnTo>
                    <a:pt x="29994" y="35352"/>
                  </a:lnTo>
                  <a:cubicBezTo>
                    <a:pt x="30438" y="36206"/>
                    <a:pt x="31086" y="36956"/>
                    <a:pt x="31871" y="37502"/>
                  </a:cubicBezTo>
                  <a:cubicBezTo>
                    <a:pt x="31393" y="38662"/>
                    <a:pt x="31120" y="39891"/>
                    <a:pt x="31018" y="41153"/>
                  </a:cubicBezTo>
                  <a:cubicBezTo>
                    <a:pt x="30916" y="41188"/>
                    <a:pt x="30813" y="41256"/>
                    <a:pt x="30711" y="41256"/>
                  </a:cubicBezTo>
                  <a:cubicBezTo>
                    <a:pt x="29380" y="41631"/>
                    <a:pt x="28049" y="41904"/>
                    <a:pt x="26684" y="42075"/>
                  </a:cubicBezTo>
                  <a:cubicBezTo>
                    <a:pt x="26514" y="42075"/>
                    <a:pt x="26343" y="42109"/>
                    <a:pt x="26173" y="42177"/>
                  </a:cubicBezTo>
                  <a:cubicBezTo>
                    <a:pt x="26036" y="42245"/>
                    <a:pt x="25968" y="42314"/>
                    <a:pt x="25934" y="42450"/>
                  </a:cubicBezTo>
                  <a:cubicBezTo>
                    <a:pt x="25934" y="42621"/>
                    <a:pt x="26070" y="42655"/>
                    <a:pt x="26241" y="42655"/>
                  </a:cubicBezTo>
                  <a:cubicBezTo>
                    <a:pt x="26684" y="42621"/>
                    <a:pt x="27060" y="42587"/>
                    <a:pt x="27469" y="42518"/>
                  </a:cubicBezTo>
                  <a:cubicBezTo>
                    <a:pt x="28459" y="42314"/>
                    <a:pt x="29414" y="42109"/>
                    <a:pt x="30404" y="41904"/>
                  </a:cubicBezTo>
                  <a:lnTo>
                    <a:pt x="30950" y="41802"/>
                  </a:lnTo>
                  <a:lnTo>
                    <a:pt x="30950" y="41802"/>
                  </a:lnTo>
                  <a:cubicBezTo>
                    <a:pt x="30984" y="42348"/>
                    <a:pt x="30882" y="42894"/>
                    <a:pt x="30711" y="43440"/>
                  </a:cubicBezTo>
                  <a:cubicBezTo>
                    <a:pt x="30677" y="43542"/>
                    <a:pt x="30574" y="43610"/>
                    <a:pt x="30438" y="43678"/>
                  </a:cubicBezTo>
                  <a:cubicBezTo>
                    <a:pt x="28971" y="44293"/>
                    <a:pt x="27435" y="44805"/>
                    <a:pt x="25900" y="45180"/>
                  </a:cubicBezTo>
                  <a:cubicBezTo>
                    <a:pt x="25558" y="45248"/>
                    <a:pt x="25217" y="45282"/>
                    <a:pt x="24842" y="45282"/>
                  </a:cubicBezTo>
                  <a:cubicBezTo>
                    <a:pt x="24739" y="45282"/>
                    <a:pt x="24603" y="45282"/>
                    <a:pt x="24535" y="45351"/>
                  </a:cubicBezTo>
                  <a:cubicBezTo>
                    <a:pt x="24460" y="45407"/>
                    <a:pt x="24364" y="45432"/>
                    <a:pt x="24264" y="45432"/>
                  </a:cubicBezTo>
                  <a:cubicBezTo>
                    <a:pt x="24183" y="45432"/>
                    <a:pt x="24100" y="45415"/>
                    <a:pt x="24023" y="45385"/>
                  </a:cubicBezTo>
                  <a:cubicBezTo>
                    <a:pt x="20303" y="44088"/>
                    <a:pt x="16891" y="42143"/>
                    <a:pt x="13888" y="39584"/>
                  </a:cubicBezTo>
                  <a:cubicBezTo>
                    <a:pt x="12319" y="38287"/>
                    <a:pt x="11056" y="36581"/>
                    <a:pt x="10271" y="34704"/>
                  </a:cubicBezTo>
                  <a:cubicBezTo>
                    <a:pt x="9725" y="33407"/>
                    <a:pt x="9555" y="31974"/>
                    <a:pt x="9794" y="30609"/>
                  </a:cubicBezTo>
                  <a:cubicBezTo>
                    <a:pt x="9862" y="30370"/>
                    <a:pt x="9930" y="30132"/>
                    <a:pt x="9998" y="29893"/>
                  </a:cubicBezTo>
                  <a:cubicBezTo>
                    <a:pt x="10032" y="29790"/>
                    <a:pt x="10067" y="29722"/>
                    <a:pt x="10135" y="29654"/>
                  </a:cubicBezTo>
                  <a:close/>
                  <a:moveTo>
                    <a:pt x="62480" y="41392"/>
                  </a:moveTo>
                  <a:lnTo>
                    <a:pt x="62480" y="41392"/>
                  </a:lnTo>
                  <a:cubicBezTo>
                    <a:pt x="62582" y="41460"/>
                    <a:pt x="62684" y="41495"/>
                    <a:pt x="62787" y="41563"/>
                  </a:cubicBezTo>
                  <a:cubicBezTo>
                    <a:pt x="65175" y="42860"/>
                    <a:pt x="67734" y="43781"/>
                    <a:pt x="70362" y="44293"/>
                  </a:cubicBezTo>
                  <a:lnTo>
                    <a:pt x="71761" y="44600"/>
                  </a:lnTo>
                  <a:lnTo>
                    <a:pt x="71795" y="44736"/>
                  </a:lnTo>
                  <a:lnTo>
                    <a:pt x="66847" y="46306"/>
                  </a:lnTo>
                  <a:cubicBezTo>
                    <a:pt x="66404" y="45282"/>
                    <a:pt x="65755" y="44361"/>
                    <a:pt x="64936" y="43610"/>
                  </a:cubicBezTo>
                  <a:cubicBezTo>
                    <a:pt x="64117" y="42860"/>
                    <a:pt x="63264" y="42177"/>
                    <a:pt x="62480" y="41392"/>
                  </a:cubicBezTo>
                  <a:close/>
                  <a:moveTo>
                    <a:pt x="30438" y="44327"/>
                  </a:moveTo>
                  <a:lnTo>
                    <a:pt x="30438" y="44327"/>
                  </a:lnTo>
                  <a:cubicBezTo>
                    <a:pt x="30063" y="45248"/>
                    <a:pt x="29585" y="46101"/>
                    <a:pt x="29005" y="46886"/>
                  </a:cubicBezTo>
                  <a:lnTo>
                    <a:pt x="25524" y="45896"/>
                  </a:lnTo>
                  <a:lnTo>
                    <a:pt x="30438" y="44327"/>
                  </a:lnTo>
                  <a:close/>
                  <a:moveTo>
                    <a:pt x="46544" y="1"/>
                  </a:moveTo>
                  <a:cubicBezTo>
                    <a:pt x="43234" y="35"/>
                    <a:pt x="40061" y="1093"/>
                    <a:pt x="37399" y="3038"/>
                  </a:cubicBezTo>
                  <a:cubicBezTo>
                    <a:pt x="35864" y="4164"/>
                    <a:pt x="34465" y="5461"/>
                    <a:pt x="33168" y="6894"/>
                  </a:cubicBezTo>
                  <a:cubicBezTo>
                    <a:pt x="31974" y="8156"/>
                    <a:pt x="30882" y="9521"/>
                    <a:pt x="29960" y="11023"/>
                  </a:cubicBezTo>
                  <a:cubicBezTo>
                    <a:pt x="29551" y="11637"/>
                    <a:pt x="29141" y="12251"/>
                    <a:pt x="28732" y="12865"/>
                  </a:cubicBezTo>
                  <a:cubicBezTo>
                    <a:pt x="28664" y="13002"/>
                    <a:pt x="28561" y="13104"/>
                    <a:pt x="28425" y="13172"/>
                  </a:cubicBezTo>
                  <a:cubicBezTo>
                    <a:pt x="27606" y="13480"/>
                    <a:pt x="26787" y="13855"/>
                    <a:pt x="26070" y="14298"/>
                  </a:cubicBezTo>
                  <a:cubicBezTo>
                    <a:pt x="25388" y="14674"/>
                    <a:pt x="24671" y="14981"/>
                    <a:pt x="23989" y="15322"/>
                  </a:cubicBezTo>
                  <a:cubicBezTo>
                    <a:pt x="20952" y="16755"/>
                    <a:pt x="18188" y="18735"/>
                    <a:pt x="15765" y="21089"/>
                  </a:cubicBezTo>
                  <a:cubicBezTo>
                    <a:pt x="14161" y="22625"/>
                    <a:pt x="12728" y="24297"/>
                    <a:pt x="11500" y="26139"/>
                  </a:cubicBezTo>
                  <a:cubicBezTo>
                    <a:pt x="11193" y="26719"/>
                    <a:pt x="10783" y="27231"/>
                    <a:pt x="10271" y="27675"/>
                  </a:cubicBezTo>
                  <a:cubicBezTo>
                    <a:pt x="10203" y="27743"/>
                    <a:pt x="10135" y="27811"/>
                    <a:pt x="10101" y="27879"/>
                  </a:cubicBezTo>
                  <a:cubicBezTo>
                    <a:pt x="10032" y="27982"/>
                    <a:pt x="9998" y="28118"/>
                    <a:pt x="10032" y="28187"/>
                  </a:cubicBezTo>
                  <a:cubicBezTo>
                    <a:pt x="10135" y="28391"/>
                    <a:pt x="10032" y="28494"/>
                    <a:pt x="9964" y="28664"/>
                  </a:cubicBezTo>
                  <a:cubicBezTo>
                    <a:pt x="9521" y="29415"/>
                    <a:pt x="9213" y="30234"/>
                    <a:pt x="9111" y="31087"/>
                  </a:cubicBezTo>
                  <a:cubicBezTo>
                    <a:pt x="8975" y="32384"/>
                    <a:pt x="9179" y="33715"/>
                    <a:pt x="9691" y="34943"/>
                  </a:cubicBezTo>
                  <a:cubicBezTo>
                    <a:pt x="10544" y="36922"/>
                    <a:pt x="11841" y="38662"/>
                    <a:pt x="13513" y="40061"/>
                  </a:cubicBezTo>
                  <a:cubicBezTo>
                    <a:pt x="16140" y="42279"/>
                    <a:pt x="19109" y="44054"/>
                    <a:pt x="22317" y="45351"/>
                  </a:cubicBezTo>
                  <a:cubicBezTo>
                    <a:pt x="24296" y="46067"/>
                    <a:pt x="26275" y="46715"/>
                    <a:pt x="28288" y="47261"/>
                  </a:cubicBezTo>
                  <a:cubicBezTo>
                    <a:pt x="28425" y="47296"/>
                    <a:pt x="28527" y="47330"/>
                    <a:pt x="28629" y="47398"/>
                  </a:cubicBezTo>
                  <a:cubicBezTo>
                    <a:pt x="28015" y="48183"/>
                    <a:pt x="27401" y="48968"/>
                    <a:pt x="26787" y="49718"/>
                  </a:cubicBezTo>
                  <a:cubicBezTo>
                    <a:pt x="25593" y="51083"/>
                    <a:pt x="24501" y="52482"/>
                    <a:pt x="23511" y="53984"/>
                  </a:cubicBezTo>
                  <a:cubicBezTo>
                    <a:pt x="22965" y="54803"/>
                    <a:pt x="22556" y="55656"/>
                    <a:pt x="22248" y="56577"/>
                  </a:cubicBezTo>
                  <a:cubicBezTo>
                    <a:pt x="21941" y="57805"/>
                    <a:pt x="21771" y="59034"/>
                    <a:pt x="21771" y="60296"/>
                  </a:cubicBezTo>
                  <a:cubicBezTo>
                    <a:pt x="21737" y="61764"/>
                    <a:pt x="21703" y="63231"/>
                    <a:pt x="21703" y="64698"/>
                  </a:cubicBezTo>
                  <a:cubicBezTo>
                    <a:pt x="21703" y="66439"/>
                    <a:pt x="20986" y="68111"/>
                    <a:pt x="19757" y="69305"/>
                  </a:cubicBezTo>
                  <a:cubicBezTo>
                    <a:pt x="19109" y="69919"/>
                    <a:pt x="18427" y="70533"/>
                    <a:pt x="17744" y="71148"/>
                  </a:cubicBezTo>
                  <a:cubicBezTo>
                    <a:pt x="16584" y="72171"/>
                    <a:pt x="15356" y="73195"/>
                    <a:pt x="14230" y="74253"/>
                  </a:cubicBezTo>
                  <a:cubicBezTo>
                    <a:pt x="12592" y="75720"/>
                    <a:pt x="11397" y="77563"/>
                    <a:pt x="10715" y="79644"/>
                  </a:cubicBezTo>
                  <a:cubicBezTo>
                    <a:pt x="10340" y="80804"/>
                    <a:pt x="9998" y="81965"/>
                    <a:pt x="9657" y="83091"/>
                  </a:cubicBezTo>
                  <a:cubicBezTo>
                    <a:pt x="9111" y="85104"/>
                    <a:pt x="8122" y="86947"/>
                    <a:pt x="6722" y="88482"/>
                  </a:cubicBezTo>
                  <a:cubicBezTo>
                    <a:pt x="6040" y="89233"/>
                    <a:pt x="5460" y="89984"/>
                    <a:pt x="4777" y="90734"/>
                  </a:cubicBezTo>
                  <a:cubicBezTo>
                    <a:pt x="3583" y="92133"/>
                    <a:pt x="2355" y="93498"/>
                    <a:pt x="1195" y="94931"/>
                  </a:cubicBezTo>
                  <a:cubicBezTo>
                    <a:pt x="785" y="95443"/>
                    <a:pt x="444" y="95989"/>
                    <a:pt x="103" y="96535"/>
                  </a:cubicBezTo>
                  <a:cubicBezTo>
                    <a:pt x="34" y="96638"/>
                    <a:pt x="0" y="96774"/>
                    <a:pt x="0" y="96911"/>
                  </a:cubicBezTo>
                  <a:cubicBezTo>
                    <a:pt x="34" y="97013"/>
                    <a:pt x="103" y="97081"/>
                    <a:pt x="171" y="97149"/>
                  </a:cubicBezTo>
                  <a:cubicBezTo>
                    <a:pt x="307" y="97149"/>
                    <a:pt x="410" y="97115"/>
                    <a:pt x="512" y="97047"/>
                  </a:cubicBezTo>
                  <a:cubicBezTo>
                    <a:pt x="546" y="97013"/>
                    <a:pt x="580" y="96945"/>
                    <a:pt x="614" y="96876"/>
                  </a:cubicBezTo>
                  <a:cubicBezTo>
                    <a:pt x="1160" y="95853"/>
                    <a:pt x="1843" y="94897"/>
                    <a:pt x="2662" y="94078"/>
                  </a:cubicBezTo>
                  <a:cubicBezTo>
                    <a:pt x="4334" y="92133"/>
                    <a:pt x="6006" y="90222"/>
                    <a:pt x="7678" y="88277"/>
                  </a:cubicBezTo>
                  <a:cubicBezTo>
                    <a:pt x="8565" y="87254"/>
                    <a:pt x="9248" y="86094"/>
                    <a:pt x="9691" y="84831"/>
                  </a:cubicBezTo>
                  <a:cubicBezTo>
                    <a:pt x="10169" y="83500"/>
                    <a:pt x="10578" y="82169"/>
                    <a:pt x="10954" y="80839"/>
                  </a:cubicBezTo>
                  <a:cubicBezTo>
                    <a:pt x="11602" y="78416"/>
                    <a:pt x="12899" y="76266"/>
                    <a:pt x="14741" y="74594"/>
                  </a:cubicBezTo>
                  <a:cubicBezTo>
                    <a:pt x="15867" y="73536"/>
                    <a:pt x="17062" y="72513"/>
                    <a:pt x="18256" y="71489"/>
                  </a:cubicBezTo>
                  <a:cubicBezTo>
                    <a:pt x="19212" y="70704"/>
                    <a:pt x="20099" y="69817"/>
                    <a:pt x="20918" y="68895"/>
                  </a:cubicBezTo>
                  <a:cubicBezTo>
                    <a:pt x="21600" y="68077"/>
                    <a:pt x="22044" y="67087"/>
                    <a:pt x="22180" y="66029"/>
                  </a:cubicBezTo>
                  <a:cubicBezTo>
                    <a:pt x="22283" y="65108"/>
                    <a:pt x="22317" y="64221"/>
                    <a:pt x="22351" y="63299"/>
                  </a:cubicBezTo>
                  <a:cubicBezTo>
                    <a:pt x="22419" y="61764"/>
                    <a:pt x="22453" y="60194"/>
                    <a:pt x="22521" y="58659"/>
                  </a:cubicBezTo>
                  <a:cubicBezTo>
                    <a:pt x="22624" y="57021"/>
                    <a:pt x="23170" y="55485"/>
                    <a:pt x="24125" y="54154"/>
                  </a:cubicBezTo>
                  <a:cubicBezTo>
                    <a:pt x="24705" y="53335"/>
                    <a:pt x="25285" y="52516"/>
                    <a:pt x="25900" y="51697"/>
                  </a:cubicBezTo>
                  <a:cubicBezTo>
                    <a:pt x="26992" y="50333"/>
                    <a:pt x="28118" y="49002"/>
                    <a:pt x="29210" y="47637"/>
                  </a:cubicBezTo>
                  <a:cubicBezTo>
                    <a:pt x="29210" y="47603"/>
                    <a:pt x="29278" y="47569"/>
                    <a:pt x="29312" y="47534"/>
                  </a:cubicBezTo>
                  <a:lnTo>
                    <a:pt x="30336" y="47773"/>
                  </a:lnTo>
                  <a:lnTo>
                    <a:pt x="30540" y="47296"/>
                  </a:lnTo>
                  <a:lnTo>
                    <a:pt x="29687" y="47023"/>
                  </a:lnTo>
                  <a:cubicBezTo>
                    <a:pt x="29687" y="46988"/>
                    <a:pt x="29687" y="46954"/>
                    <a:pt x="29687" y="46920"/>
                  </a:cubicBezTo>
                  <a:cubicBezTo>
                    <a:pt x="29721" y="46886"/>
                    <a:pt x="29756" y="46818"/>
                    <a:pt x="29790" y="46750"/>
                  </a:cubicBezTo>
                  <a:cubicBezTo>
                    <a:pt x="30984" y="45043"/>
                    <a:pt x="31666" y="42996"/>
                    <a:pt x="31666" y="40880"/>
                  </a:cubicBezTo>
                  <a:cubicBezTo>
                    <a:pt x="31701" y="39857"/>
                    <a:pt x="31905" y="38833"/>
                    <a:pt x="32315" y="37878"/>
                  </a:cubicBezTo>
                  <a:lnTo>
                    <a:pt x="32690" y="37946"/>
                  </a:lnTo>
                  <a:lnTo>
                    <a:pt x="32895" y="37536"/>
                  </a:lnTo>
                  <a:lnTo>
                    <a:pt x="32622" y="37263"/>
                  </a:lnTo>
                  <a:cubicBezTo>
                    <a:pt x="32622" y="37229"/>
                    <a:pt x="32622" y="37195"/>
                    <a:pt x="32622" y="37161"/>
                  </a:cubicBezTo>
                  <a:cubicBezTo>
                    <a:pt x="32656" y="37024"/>
                    <a:pt x="32724" y="36922"/>
                    <a:pt x="32758" y="36820"/>
                  </a:cubicBezTo>
                  <a:cubicBezTo>
                    <a:pt x="33304" y="35694"/>
                    <a:pt x="34055" y="34670"/>
                    <a:pt x="34942" y="33749"/>
                  </a:cubicBezTo>
                  <a:cubicBezTo>
                    <a:pt x="35181" y="33510"/>
                    <a:pt x="35352" y="33237"/>
                    <a:pt x="35079" y="32896"/>
                  </a:cubicBezTo>
                  <a:cubicBezTo>
                    <a:pt x="35352" y="32691"/>
                    <a:pt x="35556" y="32554"/>
                    <a:pt x="35795" y="32418"/>
                  </a:cubicBezTo>
                  <a:cubicBezTo>
                    <a:pt x="36512" y="31974"/>
                    <a:pt x="37263" y="31633"/>
                    <a:pt x="38082" y="31462"/>
                  </a:cubicBezTo>
                  <a:cubicBezTo>
                    <a:pt x="38935" y="31258"/>
                    <a:pt x="39822" y="31019"/>
                    <a:pt x="40709" y="30882"/>
                  </a:cubicBezTo>
                  <a:cubicBezTo>
                    <a:pt x="41744" y="30675"/>
                    <a:pt x="42811" y="30561"/>
                    <a:pt x="43887" y="30561"/>
                  </a:cubicBezTo>
                  <a:cubicBezTo>
                    <a:pt x="44407" y="30561"/>
                    <a:pt x="44930" y="30588"/>
                    <a:pt x="45452" y="30643"/>
                  </a:cubicBezTo>
                  <a:cubicBezTo>
                    <a:pt x="45482" y="30653"/>
                    <a:pt x="45512" y="30658"/>
                    <a:pt x="45542" y="30658"/>
                  </a:cubicBezTo>
                  <a:cubicBezTo>
                    <a:pt x="45614" y="30658"/>
                    <a:pt x="45687" y="30633"/>
                    <a:pt x="45759" y="30609"/>
                  </a:cubicBezTo>
                  <a:cubicBezTo>
                    <a:pt x="45882" y="30536"/>
                    <a:pt x="46005" y="30480"/>
                    <a:pt x="46141" y="30480"/>
                  </a:cubicBezTo>
                  <a:cubicBezTo>
                    <a:pt x="46194" y="30480"/>
                    <a:pt x="46248" y="30488"/>
                    <a:pt x="46305" y="30507"/>
                  </a:cubicBezTo>
                  <a:cubicBezTo>
                    <a:pt x="46988" y="30575"/>
                    <a:pt x="47704" y="30643"/>
                    <a:pt x="48387" y="30746"/>
                  </a:cubicBezTo>
                  <a:cubicBezTo>
                    <a:pt x="50707" y="31053"/>
                    <a:pt x="52993" y="31633"/>
                    <a:pt x="55211" y="32486"/>
                  </a:cubicBezTo>
                  <a:cubicBezTo>
                    <a:pt x="55757" y="32725"/>
                    <a:pt x="56303" y="32998"/>
                    <a:pt x="56781" y="33305"/>
                  </a:cubicBezTo>
                  <a:cubicBezTo>
                    <a:pt x="57088" y="33510"/>
                    <a:pt x="57361" y="33749"/>
                    <a:pt x="57566" y="34022"/>
                  </a:cubicBezTo>
                  <a:cubicBezTo>
                    <a:pt x="58078" y="34636"/>
                    <a:pt x="57975" y="35148"/>
                    <a:pt x="57327" y="35591"/>
                  </a:cubicBezTo>
                  <a:cubicBezTo>
                    <a:pt x="57156" y="35694"/>
                    <a:pt x="56952" y="35796"/>
                    <a:pt x="56747" y="35933"/>
                  </a:cubicBezTo>
                  <a:lnTo>
                    <a:pt x="57088" y="36342"/>
                  </a:lnTo>
                  <a:cubicBezTo>
                    <a:pt x="57293" y="36240"/>
                    <a:pt x="57463" y="36171"/>
                    <a:pt x="57634" y="36069"/>
                  </a:cubicBezTo>
                  <a:cubicBezTo>
                    <a:pt x="57771" y="35967"/>
                    <a:pt x="57941" y="35864"/>
                    <a:pt x="58112" y="35728"/>
                  </a:cubicBezTo>
                  <a:cubicBezTo>
                    <a:pt x="58146" y="35830"/>
                    <a:pt x="58180" y="35898"/>
                    <a:pt x="58180" y="35967"/>
                  </a:cubicBezTo>
                  <a:cubicBezTo>
                    <a:pt x="58590" y="38151"/>
                    <a:pt x="59784" y="40096"/>
                    <a:pt x="61524" y="41426"/>
                  </a:cubicBezTo>
                  <a:cubicBezTo>
                    <a:pt x="62343" y="42075"/>
                    <a:pt x="63128" y="42723"/>
                    <a:pt x="63913" y="43406"/>
                  </a:cubicBezTo>
                  <a:cubicBezTo>
                    <a:pt x="64902" y="44190"/>
                    <a:pt x="65687" y="45214"/>
                    <a:pt x="66233" y="46340"/>
                  </a:cubicBezTo>
                  <a:cubicBezTo>
                    <a:pt x="66028" y="46579"/>
                    <a:pt x="66028" y="46818"/>
                    <a:pt x="66199" y="46988"/>
                  </a:cubicBezTo>
                  <a:lnTo>
                    <a:pt x="66540" y="46988"/>
                  </a:lnTo>
                  <a:cubicBezTo>
                    <a:pt x="66574" y="47091"/>
                    <a:pt x="66643" y="47227"/>
                    <a:pt x="66677" y="47330"/>
                  </a:cubicBezTo>
                  <a:cubicBezTo>
                    <a:pt x="66950" y="48149"/>
                    <a:pt x="67257" y="48968"/>
                    <a:pt x="67496" y="49787"/>
                  </a:cubicBezTo>
                  <a:cubicBezTo>
                    <a:pt x="67871" y="51254"/>
                    <a:pt x="68349" y="52721"/>
                    <a:pt x="68895" y="54154"/>
                  </a:cubicBezTo>
                  <a:cubicBezTo>
                    <a:pt x="69441" y="55417"/>
                    <a:pt x="70225" y="56543"/>
                    <a:pt x="71249" y="57464"/>
                  </a:cubicBezTo>
                  <a:cubicBezTo>
                    <a:pt x="73365" y="59409"/>
                    <a:pt x="74969" y="61900"/>
                    <a:pt x="75890" y="64664"/>
                  </a:cubicBezTo>
                  <a:cubicBezTo>
                    <a:pt x="76333" y="65927"/>
                    <a:pt x="76675" y="67223"/>
                    <a:pt x="77016" y="68486"/>
                  </a:cubicBezTo>
                  <a:cubicBezTo>
                    <a:pt x="77425" y="70056"/>
                    <a:pt x="77971" y="71591"/>
                    <a:pt x="78654" y="73024"/>
                  </a:cubicBezTo>
                  <a:cubicBezTo>
                    <a:pt x="79268" y="74321"/>
                    <a:pt x="80189" y="75481"/>
                    <a:pt x="81350" y="76334"/>
                  </a:cubicBezTo>
                  <a:cubicBezTo>
                    <a:pt x="82134" y="76880"/>
                    <a:pt x="82919" y="77358"/>
                    <a:pt x="83772" y="77802"/>
                  </a:cubicBezTo>
                  <a:cubicBezTo>
                    <a:pt x="84694" y="78348"/>
                    <a:pt x="85683" y="78825"/>
                    <a:pt x="86639" y="79371"/>
                  </a:cubicBezTo>
                  <a:cubicBezTo>
                    <a:pt x="87696" y="79951"/>
                    <a:pt x="88550" y="80839"/>
                    <a:pt x="89130" y="81896"/>
                  </a:cubicBezTo>
                  <a:cubicBezTo>
                    <a:pt x="89607" y="82715"/>
                    <a:pt x="89949" y="83568"/>
                    <a:pt x="90222" y="84490"/>
                  </a:cubicBezTo>
                  <a:cubicBezTo>
                    <a:pt x="90563" y="85616"/>
                    <a:pt x="90870" y="86742"/>
                    <a:pt x="91245" y="87902"/>
                  </a:cubicBezTo>
                  <a:cubicBezTo>
                    <a:pt x="91962" y="90359"/>
                    <a:pt x="93497" y="92509"/>
                    <a:pt x="95545" y="94044"/>
                  </a:cubicBezTo>
                  <a:cubicBezTo>
                    <a:pt x="95954" y="94385"/>
                    <a:pt x="96364" y="94761"/>
                    <a:pt x="96773" y="95136"/>
                  </a:cubicBezTo>
                  <a:cubicBezTo>
                    <a:pt x="97319" y="95716"/>
                    <a:pt x="97797" y="96330"/>
                    <a:pt x="98240" y="97013"/>
                  </a:cubicBezTo>
                  <a:cubicBezTo>
                    <a:pt x="98377" y="96876"/>
                    <a:pt x="98513" y="96740"/>
                    <a:pt x="98684" y="96603"/>
                  </a:cubicBezTo>
                  <a:cubicBezTo>
                    <a:pt x="97967" y="95477"/>
                    <a:pt x="97046" y="94454"/>
                    <a:pt x="95988" y="93635"/>
                  </a:cubicBezTo>
                  <a:cubicBezTo>
                    <a:pt x="95681" y="93396"/>
                    <a:pt x="95374" y="93123"/>
                    <a:pt x="95067" y="92884"/>
                  </a:cubicBezTo>
                  <a:cubicBezTo>
                    <a:pt x="94112" y="92031"/>
                    <a:pt x="93293" y="91007"/>
                    <a:pt x="92713" y="89847"/>
                  </a:cubicBezTo>
                  <a:cubicBezTo>
                    <a:pt x="92235" y="88857"/>
                    <a:pt x="91825" y="87834"/>
                    <a:pt x="91518" y="86776"/>
                  </a:cubicBezTo>
                  <a:cubicBezTo>
                    <a:pt x="91143" y="85582"/>
                    <a:pt x="90836" y="84387"/>
                    <a:pt x="90426" y="83227"/>
                  </a:cubicBezTo>
                  <a:cubicBezTo>
                    <a:pt x="89744" y="81146"/>
                    <a:pt x="88242" y="79440"/>
                    <a:pt x="86297" y="78484"/>
                  </a:cubicBezTo>
                  <a:cubicBezTo>
                    <a:pt x="85751" y="78211"/>
                    <a:pt x="85240" y="77904"/>
                    <a:pt x="84728" y="77631"/>
                  </a:cubicBezTo>
                  <a:lnTo>
                    <a:pt x="83124" y="76812"/>
                  </a:lnTo>
                  <a:cubicBezTo>
                    <a:pt x="81588" y="76027"/>
                    <a:pt x="80292" y="74765"/>
                    <a:pt x="79473" y="73263"/>
                  </a:cubicBezTo>
                  <a:cubicBezTo>
                    <a:pt x="79132" y="72615"/>
                    <a:pt x="78824" y="71932"/>
                    <a:pt x="78551" y="71250"/>
                  </a:cubicBezTo>
                  <a:cubicBezTo>
                    <a:pt x="78006" y="69578"/>
                    <a:pt x="77494" y="67906"/>
                    <a:pt x="77050" y="66234"/>
                  </a:cubicBezTo>
                  <a:cubicBezTo>
                    <a:pt x="76129" y="62617"/>
                    <a:pt x="74184" y="59341"/>
                    <a:pt x="71420" y="56850"/>
                  </a:cubicBezTo>
                  <a:cubicBezTo>
                    <a:pt x="70635" y="56168"/>
                    <a:pt x="70021" y="55280"/>
                    <a:pt x="69645" y="54325"/>
                  </a:cubicBezTo>
                  <a:cubicBezTo>
                    <a:pt x="69270" y="53506"/>
                    <a:pt x="68963" y="52653"/>
                    <a:pt x="68690" y="51800"/>
                  </a:cubicBezTo>
                  <a:cubicBezTo>
                    <a:pt x="68144" y="50196"/>
                    <a:pt x="67666" y="48558"/>
                    <a:pt x="67154" y="46954"/>
                  </a:cubicBezTo>
                  <a:cubicBezTo>
                    <a:pt x="67154" y="46886"/>
                    <a:pt x="67154" y="46818"/>
                    <a:pt x="67154" y="46784"/>
                  </a:cubicBezTo>
                  <a:lnTo>
                    <a:pt x="67734" y="46579"/>
                  </a:lnTo>
                  <a:lnTo>
                    <a:pt x="72409" y="45078"/>
                  </a:lnTo>
                  <a:cubicBezTo>
                    <a:pt x="72716" y="44907"/>
                    <a:pt x="73024" y="44839"/>
                    <a:pt x="73365" y="44839"/>
                  </a:cubicBezTo>
                  <a:cubicBezTo>
                    <a:pt x="73433" y="44839"/>
                    <a:pt x="73501" y="44770"/>
                    <a:pt x="73570" y="44736"/>
                  </a:cubicBezTo>
                  <a:cubicBezTo>
                    <a:pt x="73740" y="44600"/>
                    <a:pt x="73945" y="44497"/>
                    <a:pt x="74150" y="44395"/>
                  </a:cubicBezTo>
                  <a:cubicBezTo>
                    <a:pt x="74934" y="44020"/>
                    <a:pt x="75719" y="43713"/>
                    <a:pt x="76470" y="43337"/>
                  </a:cubicBezTo>
                  <a:cubicBezTo>
                    <a:pt x="77903" y="42621"/>
                    <a:pt x="79268" y="41802"/>
                    <a:pt x="80531" y="40812"/>
                  </a:cubicBezTo>
                  <a:cubicBezTo>
                    <a:pt x="83090" y="38799"/>
                    <a:pt x="84830" y="35898"/>
                    <a:pt x="85376" y="32691"/>
                  </a:cubicBezTo>
                  <a:cubicBezTo>
                    <a:pt x="85478" y="32213"/>
                    <a:pt x="85444" y="31701"/>
                    <a:pt x="85308" y="31258"/>
                  </a:cubicBezTo>
                  <a:cubicBezTo>
                    <a:pt x="84864" y="29859"/>
                    <a:pt x="84284" y="28528"/>
                    <a:pt x="83533" y="27265"/>
                  </a:cubicBezTo>
                  <a:cubicBezTo>
                    <a:pt x="82783" y="26003"/>
                    <a:pt x="81964" y="24774"/>
                    <a:pt x="81042" y="23614"/>
                  </a:cubicBezTo>
                  <a:cubicBezTo>
                    <a:pt x="79268" y="21328"/>
                    <a:pt x="77289" y="19246"/>
                    <a:pt x="74866" y="17677"/>
                  </a:cubicBezTo>
                  <a:cubicBezTo>
                    <a:pt x="73706" y="16926"/>
                    <a:pt x="72512" y="16278"/>
                    <a:pt x="71352" y="15561"/>
                  </a:cubicBezTo>
                  <a:cubicBezTo>
                    <a:pt x="70396" y="14981"/>
                    <a:pt x="69372" y="14503"/>
                    <a:pt x="68315" y="14162"/>
                  </a:cubicBezTo>
                  <a:cubicBezTo>
                    <a:pt x="68042" y="14060"/>
                    <a:pt x="67769" y="13957"/>
                    <a:pt x="67461" y="13855"/>
                  </a:cubicBezTo>
                  <a:cubicBezTo>
                    <a:pt x="67427" y="13480"/>
                    <a:pt x="67393" y="13138"/>
                    <a:pt x="67393" y="12797"/>
                  </a:cubicBezTo>
                  <a:cubicBezTo>
                    <a:pt x="67325" y="11569"/>
                    <a:pt x="67018" y="10340"/>
                    <a:pt x="66506" y="9248"/>
                  </a:cubicBezTo>
                  <a:cubicBezTo>
                    <a:pt x="65414" y="7099"/>
                    <a:pt x="63776" y="5324"/>
                    <a:pt x="61729" y="4096"/>
                  </a:cubicBezTo>
                  <a:cubicBezTo>
                    <a:pt x="60432" y="3311"/>
                    <a:pt x="59135" y="2628"/>
                    <a:pt x="57805" y="2014"/>
                  </a:cubicBezTo>
                  <a:cubicBezTo>
                    <a:pt x="55348" y="854"/>
                    <a:pt x="52686" y="172"/>
                    <a:pt x="49991" y="69"/>
                  </a:cubicBezTo>
                  <a:cubicBezTo>
                    <a:pt x="48830" y="35"/>
                    <a:pt x="47670" y="1"/>
                    <a:pt x="46544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6" name="Google Shape;2806;p14"/>
            <p:cNvSpPr/>
            <p:nvPr/>
          </p:nvSpPr>
          <p:spPr>
            <a:xfrm>
              <a:off x="2134080" y="2146320"/>
              <a:ext cx="34560" cy="2124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878" h="1161">
                  <a:moveTo>
                    <a:pt x="1878" y="0"/>
                  </a:moveTo>
                  <a:lnTo>
                    <a:pt x="1366" y="68"/>
                  </a:lnTo>
                  <a:lnTo>
                    <a:pt x="1366" y="512"/>
                  </a:lnTo>
                  <a:lnTo>
                    <a:pt x="1" y="649"/>
                  </a:lnTo>
                  <a:cubicBezTo>
                    <a:pt x="69" y="853"/>
                    <a:pt x="103" y="1024"/>
                    <a:pt x="171" y="1160"/>
                  </a:cubicBezTo>
                  <a:lnTo>
                    <a:pt x="1673" y="1058"/>
                  </a:lnTo>
                  <a:cubicBezTo>
                    <a:pt x="1741" y="717"/>
                    <a:pt x="1809" y="376"/>
                    <a:pt x="1878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7" name="Google Shape;2807;p14"/>
            <p:cNvSpPr/>
            <p:nvPr/>
          </p:nvSpPr>
          <p:spPr>
            <a:xfrm>
              <a:off x="1874160" y="2138040"/>
              <a:ext cx="39240" cy="194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117" h="1059">
                  <a:moveTo>
                    <a:pt x="171" y="1"/>
                  </a:moveTo>
                  <a:cubicBezTo>
                    <a:pt x="137" y="69"/>
                    <a:pt x="69" y="137"/>
                    <a:pt x="35" y="205"/>
                  </a:cubicBezTo>
                  <a:cubicBezTo>
                    <a:pt x="35" y="274"/>
                    <a:pt x="0" y="342"/>
                    <a:pt x="0" y="444"/>
                  </a:cubicBezTo>
                  <a:lnTo>
                    <a:pt x="2082" y="1058"/>
                  </a:lnTo>
                  <a:cubicBezTo>
                    <a:pt x="2116" y="820"/>
                    <a:pt x="2116" y="683"/>
                    <a:pt x="2116" y="581"/>
                  </a:cubicBezTo>
                  <a:cubicBezTo>
                    <a:pt x="1434" y="444"/>
                    <a:pt x="888" y="35"/>
                    <a:pt x="171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8" name="Google Shape;2808;p14"/>
            <p:cNvSpPr/>
            <p:nvPr/>
          </p:nvSpPr>
          <p:spPr>
            <a:xfrm>
              <a:off x="2050200" y="2159640"/>
              <a:ext cx="32040" cy="1116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741" h="623">
                  <a:moveTo>
                    <a:pt x="854" y="0"/>
                  </a:moveTo>
                  <a:cubicBezTo>
                    <a:pt x="564" y="0"/>
                    <a:pt x="274" y="60"/>
                    <a:pt x="1" y="179"/>
                  </a:cubicBezTo>
                  <a:lnTo>
                    <a:pt x="1" y="623"/>
                  </a:lnTo>
                  <a:lnTo>
                    <a:pt x="1741" y="623"/>
                  </a:lnTo>
                  <a:cubicBezTo>
                    <a:pt x="1741" y="384"/>
                    <a:pt x="1707" y="248"/>
                    <a:pt x="1707" y="179"/>
                  </a:cubicBezTo>
                  <a:cubicBezTo>
                    <a:pt x="1434" y="60"/>
                    <a:pt x="1144" y="0"/>
                    <a:pt x="854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9" name="Google Shape;2809;p14"/>
            <p:cNvSpPr/>
            <p:nvPr/>
          </p:nvSpPr>
          <p:spPr>
            <a:xfrm>
              <a:off x="1825920" y="2123640"/>
              <a:ext cx="36000" cy="187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946" h="1025">
                  <a:moveTo>
                    <a:pt x="307" y="1"/>
                  </a:moveTo>
                  <a:lnTo>
                    <a:pt x="0" y="478"/>
                  </a:lnTo>
                  <a:lnTo>
                    <a:pt x="1672" y="1024"/>
                  </a:lnTo>
                  <a:cubicBezTo>
                    <a:pt x="1775" y="854"/>
                    <a:pt x="1843" y="717"/>
                    <a:pt x="1945" y="547"/>
                  </a:cubicBezTo>
                  <a:lnTo>
                    <a:pt x="307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0" name="Google Shape;2810;p14"/>
            <p:cNvSpPr/>
            <p:nvPr/>
          </p:nvSpPr>
          <p:spPr>
            <a:xfrm>
              <a:off x="2194920" y="2076480"/>
              <a:ext cx="32040" cy="230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741" h="1264">
                  <a:moveTo>
                    <a:pt x="922" y="1"/>
                  </a:moveTo>
                  <a:lnTo>
                    <a:pt x="1" y="205"/>
                  </a:lnTo>
                  <a:lnTo>
                    <a:pt x="205" y="683"/>
                  </a:lnTo>
                  <a:lnTo>
                    <a:pt x="922" y="581"/>
                  </a:lnTo>
                  <a:cubicBezTo>
                    <a:pt x="990" y="888"/>
                    <a:pt x="1195" y="1127"/>
                    <a:pt x="1502" y="1263"/>
                  </a:cubicBezTo>
                  <a:lnTo>
                    <a:pt x="1741" y="956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1" name="Google Shape;2811;p14"/>
            <p:cNvSpPr/>
            <p:nvPr/>
          </p:nvSpPr>
          <p:spPr>
            <a:xfrm>
              <a:off x="1870200" y="2310480"/>
              <a:ext cx="33480" cy="1368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810" h="752">
                  <a:moveTo>
                    <a:pt x="35" y="1"/>
                  </a:moveTo>
                  <a:cubicBezTo>
                    <a:pt x="35" y="172"/>
                    <a:pt x="1" y="308"/>
                    <a:pt x="1" y="513"/>
                  </a:cubicBezTo>
                  <a:lnTo>
                    <a:pt x="1639" y="752"/>
                  </a:lnTo>
                  <a:cubicBezTo>
                    <a:pt x="1707" y="581"/>
                    <a:pt x="1741" y="445"/>
                    <a:pt x="1809" y="240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2" name="Google Shape;2812;p14"/>
            <p:cNvSpPr/>
            <p:nvPr/>
          </p:nvSpPr>
          <p:spPr>
            <a:xfrm>
              <a:off x="1964880" y="2155320"/>
              <a:ext cx="36360" cy="129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980" h="718">
                  <a:moveTo>
                    <a:pt x="68" y="1"/>
                  </a:moveTo>
                  <a:cubicBezTo>
                    <a:pt x="34" y="172"/>
                    <a:pt x="34" y="308"/>
                    <a:pt x="0" y="513"/>
                  </a:cubicBezTo>
                  <a:lnTo>
                    <a:pt x="1877" y="718"/>
                  </a:lnTo>
                  <a:cubicBezTo>
                    <a:pt x="1911" y="581"/>
                    <a:pt x="1945" y="445"/>
                    <a:pt x="1979" y="308"/>
                  </a:cubicBezTo>
                  <a:cubicBezTo>
                    <a:pt x="1672" y="274"/>
                    <a:pt x="1331" y="274"/>
                    <a:pt x="1024" y="240"/>
                  </a:cubicBezTo>
                  <a:cubicBezTo>
                    <a:pt x="717" y="172"/>
                    <a:pt x="410" y="69"/>
                    <a:pt x="6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3" name="Google Shape;2813;p14"/>
            <p:cNvSpPr/>
            <p:nvPr/>
          </p:nvSpPr>
          <p:spPr>
            <a:xfrm>
              <a:off x="1789560" y="2295000"/>
              <a:ext cx="27720" cy="1440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502" h="785">
                  <a:moveTo>
                    <a:pt x="205" y="0"/>
                  </a:moveTo>
                  <a:lnTo>
                    <a:pt x="0" y="512"/>
                  </a:lnTo>
                  <a:lnTo>
                    <a:pt x="1399" y="785"/>
                  </a:lnTo>
                  <a:cubicBezTo>
                    <a:pt x="1433" y="580"/>
                    <a:pt x="1467" y="444"/>
                    <a:pt x="1502" y="273"/>
                  </a:cubicBezTo>
                  <a:lnTo>
                    <a:pt x="205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4" name="Google Shape;2814;p14"/>
            <p:cNvSpPr/>
            <p:nvPr/>
          </p:nvSpPr>
          <p:spPr>
            <a:xfrm>
              <a:off x="1831680" y="2303280"/>
              <a:ext cx="23040" cy="136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263" h="752">
                  <a:moveTo>
                    <a:pt x="137" y="1"/>
                  </a:moveTo>
                  <a:cubicBezTo>
                    <a:pt x="68" y="171"/>
                    <a:pt x="34" y="308"/>
                    <a:pt x="0" y="512"/>
                  </a:cubicBezTo>
                  <a:lnTo>
                    <a:pt x="1195" y="751"/>
                  </a:lnTo>
                  <a:cubicBezTo>
                    <a:pt x="1229" y="547"/>
                    <a:pt x="1229" y="410"/>
                    <a:pt x="1263" y="205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5" name="Google Shape;2815;p14"/>
            <p:cNvSpPr/>
            <p:nvPr/>
          </p:nvSpPr>
          <p:spPr>
            <a:xfrm>
              <a:off x="2210400" y="2147760"/>
              <a:ext cx="24480" cy="1296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332" h="718">
                  <a:moveTo>
                    <a:pt x="1161" y="0"/>
                  </a:moveTo>
                  <a:lnTo>
                    <a:pt x="1" y="171"/>
                  </a:lnTo>
                  <a:cubicBezTo>
                    <a:pt x="69" y="376"/>
                    <a:pt x="103" y="512"/>
                    <a:pt x="171" y="717"/>
                  </a:cubicBezTo>
                  <a:lnTo>
                    <a:pt x="1331" y="512"/>
                  </a:lnTo>
                  <a:cubicBezTo>
                    <a:pt x="1263" y="308"/>
                    <a:pt x="1229" y="171"/>
                    <a:pt x="116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6" name="Google Shape;2816;p14"/>
            <p:cNvSpPr/>
            <p:nvPr/>
          </p:nvSpPr>
          <p:spPr>
            <a:xfrm>
              <a:off x="1751400" y="2286360"/>
              <a:ext cx="25200" cy="1440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366" h="786">
                  <a:moveTo>
                    <a:pt x="171" y="0"/>
                  </a:moveTo>
                  <a:lnTo>
                    <a:pt x="1" y="512"/>
                  </a:lnTo>
                  <a:lnTo>
                    <a:pt x="1195" y="785"/>
                  </a:lnTo>
                  <a:lnTo>
                    <a:pt x="1366" y="273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7" name="Google Shape;2817;p14"/>
            <p:cNvSpPr/>
            <p:nvPr/>
          </p:nvSpPr>
          <p:spPr>
            <a:xfrm>
              <a:off x="2006280" y="2322360"/>
              <a:ext cx="23040" cy="972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1263" h="547">
                  <a:moveTo>
                    <a:pt x="0" y="0"/>
                  </a:moveTo>
                  <a:cubicBezTo>
                    <a:pt x="34" y="205"/>
                    <a:pt x="68" y="342"/>
                    <a:pt x="68" y="478"/>
                  </a:cubicBezTo>
                  <a:lnTo>
                    <a:pt x="1263" y="546"/>
                  </a:lnTo>
                  <a:lnTo>
                    <a:pt x="1263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8" name="Google Shape;2818;p14"/>
            <p:cNvSpPr/>
            <p:nvPr/>
          </p:nvSpPr>
          <p:spPr>
            <a:xfrm>
              <a:off x="2053440" y="2091600"/>
              <a:ext cx="25200" cy="792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1366" h="445">
                  <a:moveTo>
                    <a:pt x="0" y="1"/>
                  </a:moveTo>
                  <a:cubicBezTo>
                    <a:pt x="0" y="137"/>
                    <a:pt x="0" y="239"/>
                    <a:pt x="0" y="376"/>
                  </a:cubicBezTo>
                  <a:lnTo>
                    <a:pt x="1365" y="444"/>
                  </a:lnTo>
                  <a:cubicBezTo>
                    <a:pt x="1331" y="308"/>
                    <a:pt x="1331" y="137"/>
                    <a:pt x="1297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9" name="Google Shape;2819;p14"/>
            <p:cNvSpPr/>
            <p:nvPr/>
          </p:nvSpPr>
          <p:spPr>
            <a:xfrm>
              <a:off x="1792800" y="2108880"/>
              <a:ext cx="23040" cy="1692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1264" h="923">
                  <a:moveTo>
                    <a:pt x="240" y="1"/>
                  </a:moveTo>
                  <a:cubicBezTo>
                    <a:pt x="137" y="172"/>
                    <a:pt x="69" y="308"/>
                    <a:pt x="1" y="479"/>
                  </a:cubicBezTo>
                  <a:lnTo>
                    <a:pt x="956" y="922"/>
                  </a:lnTo>
                  <a:lnTo>
                    <a:pt x="1263" y="479"/>
                  </a:lnTo>
                  <a:lnTo>
                    <a:pt x="240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0" name="Google Shape;2820;p14"/>
            <p:cNvSpPr/>
            <p:nvPr/>
          </p:nvSpPr>
          <p:spPr>
            <a:xfrm>
              <a:off x="2113200" y="2319120"/>
              <a:ext cx="21240" cy="1116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161" h="615">
                  <a:moveTo>
                    <a:pt x="1127" y="1"/>
                  </a:moveTo>
                  <a:lnTo>
                    <a:pt x="1" y="103"/>
                  </a:lnTo>
                  <a:lnTo>
                    <a:pt x="137" y="615"/>
                  </a:lnTo>
                  <a:lnTo>
                    <a:pt x="1161" y="513"/>
                  </a:lnTo>
                  <a:cubicBezTo>
                    <a:pt x="1161" y="342"/>
                    <a:pt x="1127" y="205"/>
                    <a:pt x="1127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1" name="Google Shape;2821;p14"/>
            <p:cNvSpPr/>
            <p:nvPr/>
          </p:nvSpPr>
          <p:spPr>
            <a:xfrm>
              <a:off x="2213280" y="2306520"/>
              <a:ext cx="22680" cy="129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229" h="717">
                  <a:moveTo>
                    <a:pt x="1092" y="0"/>
                  </a:moveTo>
                  <a:lnTo>
                    <a:pt x="0" y="205"/>
                  </a:lnTo>
                  <a:cubicBezTo>
                    <a:pt x="68" y="376"/>
                    <a:pt x="103" y="546"/>
                    <a:pt x="137" y="717"/>
                  </a:cubicBezTo>
                  <a:lnTo>
                    <a:pt x="1229" y="546"/>
                  </a:lnTo>
                  <a:lnTo>
                    <a:pt x="1092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2" name="Google Shape;2822;p14"/>
            <p:cNvSpPr/>
            <p:nvPr/>
          </p:nvSpPr>
          <p:spPr>
            <a:xfrm>
              <a:off x="2097720" y="2159640"/>
              <a:ext cx="21960" cy="1044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196" h="581">
                  <a:moveTo>
                    <a:pt x="1059" y="1"/>
                  </a:moveTo>
                  <a:lnTo>
                    <a:pt x="1" y="35"/>
                  </a:lnTo>
                  <a:cubicBezTo>
                    <a:pt x="35" y="240"/>
                    <a:pt x="35" y="376"/>
                    <a:pt x="69" y="581"/>
                  </a:cubicBezTo>
                  <a:lnTo>
                    <a:pt x="1195" y="513"/>
                  </a:lnTo>
                  <a:cubicBezTo>
                    <a:pt x="1161" y="308"/>
                    <a:pt x="1093" y="171"/>
                    <a:pt x="1059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3" name="Google Shape;2823;p14"/>
            <p:cNvSpPr/>
            <p:nvPr/>
          </p:nvSpPr>
          <p:spPr>
            <a:xfrm>
              <a:off x="2093400" y="2089800"/>
              <a:ext cx="20520" cy="111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127" h="615">
                  <a:moveTo>
                    <a:pt x="1093" y="0"/>
                  </a:moveTo>
                  <a:lnTo>
                    <a:pt x="1" y="68"/>
                  </a:lnTo>
                  <a:cubicBezTo>
                    <a:pt x="35" y="273"/>
                    <a:pt x="35" y="410"/>
                    <a:pt x="69" y="614"/>
                  </a:cubicBezTo>
                  <a:lnTo>
                    <a:pt x="1127" y="546"/>
                  </a:lnTo>
                  <a:cubicBezTo>
                    <a:pt x="1093" y="376"/>
                    <a:pt x="1093" y="205"/>
                    <a:pt x="1093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4" name="Google Shape;2824;p14"/>
            <p:cNvSpPr/>
            <p:nvPr/>
          </p:nvSpPr>
          <p:spPr>
            <a:xfrm>
              <a:off x="1929240" y="2150280"/>
              <a:ext cx="20160" cy="1224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093" h="684">
                  <a:moveTo>
                    <a:pt x="103" y="1"/>
                  </a:moveTo>
                  <a:cubicBezTo>
                    <a:pt x="34" y="172"/>
                    <a:pt x="34" y="308"/>
                    <a:pt x="0" y="513"/>
                  </a:cubicBezTo>
                  <a:lnTo>
                    <a:pt x="1058" y="683"/>
                  </a:lnTo>
                  <a:lnTo>
                    <a:pt x="1092" y="137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5" name="Google Shape;2825;p14"/>
            <p:cNvSpPr/>
            <p:nvPr/>
          </p:nvSpPr>
          <p:spPr>
            <a:xfrm>
              <a:off x="1912320" y="2078280"/>
              <a:ext cx="24480" cy="1116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332" h="615">
                  <a:moveTo>
                    <a:pt x="206" y="0"/>
                  </a:moveTo>
                  <a:lnTo>
                    <a:pt x="1" y="444"/>
                  </a:lnTo>
                  <a:lnTo>
                    <a:pt x="1263" y="614"/>
                  </a:lnTo>
                  <a:cubicBezTo>
                    <a:pt x="1298" y="478"/>
                    <a:pt x="1298" y="341"/>
                    <a:pt x="1332" y="205"/>
                  </a:cubicBezTo>
                  <a:lnTo>
                    <a:pt x="206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6" name="Google Shape;2826;p14"/>
            <p:cNvSpPr/>
            <p:nvPr/>
          </p:nvSpPr>
          <p:spPr>
            <a:xfrm>
              <a:off x="2077920" y="2322360"/>
              <a:ext cx="20160" cy="1008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093" h="559">
                  <a:moveTo>
                    <a:pt x="991" y="0"/>
                  </a:moveTo>
                  <a:lnTo>
                    <a:pt x="1" y="34"/>
                  </a:lnTo>
                  <a:cubicBezTo>
                    <a:pt x="1" y="205"/>
                    <a:pt x="35" y="342"/>
                    <a:pt x="35" y="546"/>
                  </a:cubicBezTo>
                  <a:cubicBezTo>
                    <a:pt x="124" y="554"/>
                    <a:pt x="210" y="559"/>
                    <a:pt x="296" y="559"/>
                  </a:cubicBezTo>
                  <a:cubicBezTo>
                    <a:pt x="572" y="559"/>
                    <a:pt x="832" y="514"/>
                    <a:pt x="1093" y="410"/>
                  </a:cubicBezTo>
                  <a:lnTo>
                    <a:pt x="991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7" name="Google Shape;2827;p14"/>
            <p:cNvSpPr/>
            <p:nvPr/>
          </p:nvSpPr>
          <p:spPr>
            <a:xfrm>
              <a:off x="2160000" y="2082960"/>
              <a:ext cx="22680" cy="118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1230" h="650">
                  <a:moveTo>
                    <a:pt x="1093" y="1"/>
                  </a:moveTo>
                  <a:lnTo>
                    <a:pt x="1" y="172"/>
                  </a:lnTo>
                  <a:lnTo>
                    <a:pt x="376" y="649"/>
                  </a:lnTo>
                  <a:lnTo>
                    <a:pt x="1229" y="513"/>
                  </a:lnTo>
                  <a:cubicBezTo>
                    <a:pt x="1161" y="308"/>
                    <a:pt x="1127" y="172"/>
                    <a:pt x="1093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8" name="Google Shape;2828;p14"/>
            <p:cNvSpPr/>
            <p:nvPr/>
          </p:nvSpPr>
          <p:spPr>
            <a:xfrm>
              <a:off x="2278800" y="2295000"/>
              <a:ext cx="20520" cy="1296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127" h="717">
                  <a:moveTo>
                    <a:pt x="922" y="0"/>
                  </a:moveTo>
                  <a:lnTo>
                    <a:pt x="1" y="205"/>
                  </a:lnTo>
                  <a:lnTo>
                    <a:pt x="137" y="717"/>
                  </a:lnTo>
                  <a:lnTo>
                    <a:pt x="1127" y="478"/>
                  </a:lnTo>
                  <a:cubicBezTo>
                    <a:pt x="1059" y="307"/>
                    <a:pt x="990" y="171"/>
                    <a:pt x="92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9" name="Google Shape;2829;p14"/>
            <p:cNvSpPr/>
            <p:nvPr/>
          </p:nvSpPr>
          <p:spPr>
            <a:xfrm>
              <a:off x="1981440" y="2088720"/>
              <a:ext cx="25560" cy="756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396" h="417">
                  <a:moveTo>
                    <a:pt x="68" y="1"/>
                  </a:moveTo>
                  <a:cubicBezTo>
                    <a:pt x="34" y="137"/>
                    <a:pt x="0" y="274"/>
                    <a:pt x="0" y="342"/>
                  </a:cubicBezTo>
                  <a:cubicBezTo>
                    <a:pt x="376" y="376"/>
                    <a:pt x="717" y="376"/>
                    <a:pt x="1092" y="410"/>
                  </a:cubicBezTo>
                  <a:cubicBezTo>
                    <a:pt x="1122" y="415"/>
                    <a:pt x="1148" y="417"/>
                    <a:pt x="1173" y="417"/>
                  </a:cubicBezTo>
                  <a:cubicBezTo>
                    <a:pt x="1346" y="417"/>
                    <a:pt x="1395" y="309"/>
                    <a:pt x="1365" y="69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0" name="Google Shape;2830;p14"/>
            <p:cNvSpPr/>
            <p:nvPr/>
          </p:nvSpPr>
          <p:spPr>
            <a:xfrm>
              <a:off x="2129400" y="2087280"/>
              <a:ext cx="18000" cy="1188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991" h="650">
                  <a:moveTo>
                    <a:pt x="956" y="1"/>
                  </a:moveTo>
                  <a:lnTo>
                    <a:pt x="1" y="103"/>
                  </a:lnTo>
                  <a:cubicBezTo>
                    <a:pt x="35" y="308"/>
                    <a:pt x="35" y="444"/>
                    <a:pt x="35" y="649"/>
                  </a:cubicBezTo>
                  <a:lnTo>
                    <a:pt x="990" y="547"/>
                  </a:lnTo>
                  <a:cubicBezTo>
                    <a:pt x="990" y="342"/>
                    <a:pt x="956" y="205"/>
                    <a:pt x="956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1" name="Google Shape;2831;p14"/>
            <p:cNvSpPr/>
            <p:nvPr/>
          </p:nvSpPr>
          <p:spPr>
            <a:xfrm>
              <a:off x="2149920" y="2316240"/>
              <a:ext cx="18720" cy="11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025" h="615">
                  <a:moveTo>
                    <a:pt x="922" y="0"/>
                  </a:moveTo>
                  <a:lnTo>
                    <a:pt x="1" y="102"/>
                  </a:lnTo>
                  <a:cubicBezTo>
                    <a:pt x="35" y="307"/>
                    <a:pt x="69" y="444"/>
                    <a:pt x="103" y="614"/>
                  </a:cubicBezTo>
                  <a:lnTo>
                    <a:pt x="1025" y="512"/>
                  </a:lnTo>
                  <a:cubicBezTo>
                    <a:pt x="990" y="307"/>
                    <a:pt x="956" y="171"/>
                    <a:pt x="92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2" name="Google Shape;2832;p14"/>
            <p:cNvSpPr/>
            <p:nvPr/>
          </p:nvSpPr>
          <p:spPr>
            <a:xfrm>
              <a:off x="2017080" y="2159640"/>
              <a:ext cx="16200" cy="972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888" h="547">
                  <a:moveTo>
                    <a:pt x="68" y="1"/>
                  </a:moveTo>
                  <a:cubicBezTo>
                    <a:pt x="34" y="171"/>
                    <a:pt x="34" y="342"/>
                    <a:pt x="0" y="513"/>
                  </a:cubicBezTo>
                  <a:lnTo>
                    <a:pt x="887" y="547"/>
                  </a:lnTo>
                  <a:cubicBezTo>
                    <a:pt x="853" y="376"/>
                    <a:pt x="853" y="206"/>
                    <a:pt x="853" y="69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3" name="Google Shape;2833;p14"/>
            <p:cNvSpPr/>
            <p:nvPr/>
          </p:nvSpPr>
          <p:spPr>
            <a:xfrm>
              <a:off x="2311920" y="2288160"/>
              <a:ext cx="18720" cy="129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024" h="718">
                  <a:moveTo>
                    <a:pt x="853" y="1"/>
                  </a:moveTo>
                  <a:lnTo>
                    <a:pt x="0" y="205"/>
                  </a:lnTo>
                  <a:cubicBezTo>
                    <a:pt x="103" y="376"/>
                    <a:pt x="137" y="547"/>
                    <a:pt x="239" y="717"/>
                  </a:cubicBezTo>
                  <a:lnTo>
                    <a:pt x="1024" y="478"/>
                  </a:lnTo>
                  <a:cubicBezTo>
                    <a:pt x="956" y="308"/>
                    <a:pt x="922" y="171"/>
                    <a:pt x="853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4" name="Google Shape;2834;p14"/>
            <p:cNvSpPr/>
            <p:nvPr/>
          </p:nvSpPr>
          <p:spPr>
            <a:xfrm>
              <a:off x="1827000" y="2044800"/>
              <a:ext cx="20160" cy="147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1093" h="820">
                  <a:moveTo>
                    <a:pt x="444" y="1"/>
                  </a:moveTo>
                  <a:lnTo>
                    <a:pt x="0" y="342"/>
                  </a:lnTo>
                  <a:lnTo>
                    <a:pt x="649" y="819"/>
                  </a:lnTo>
                  <a:lnTo>
                    <a:pt x="1092" y="478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5" name="Google Shape;2835;p14"/>
            <p:cNvSpPr/>
            <p:nvPr/>
          </p:nvSpPr>
          <p:spPr>
            <a:xfrm>
              <a:off x="2343240" y="2279880"/>
              <a:ext cx="17280" cy="129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956" h="717">
                  <a:moveTo>
                    <a:pt x="785" y="0"/>
                  </a:moveTo>
                  <a:lnTo>
                    <a:pt x="0" y="205"/>
                  </a:lnTo>
                  <a:cubicBezTo>
                    <a:pt x="69" y="375"/>
                    <a:pt x="137" y="546"/>
                    <a:pt x="205" y="717"/>
                  </a:cubicBezTo>
                  <a:lnTo>
                    <a:pt x="956" y="512"/>
                  </a:lnTo>
                  <a:cubicBezTo>
                    <a:pt x="887" y="341"/>
                    <a:pt x="853" y="171"/>
                    <a:pt x="78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6" name="Google Shape;2836;p14"/>
            <p:cNvSpPr/>
            <p:nvPr/>
          </p:nvSpPr>
          <p:spPr>
            <a:xfrm>
              <a:off x="2022120" y="2091240"/>
              <a:ext cx="13680" cy="936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751" h="513">
                  <a:moveTo>
                    <a:pt x="68" y="0"/>
                  </a:moveTo>
                  <a:cubicBezTo>
                    <a:pt x="34" y="171"/>
                    <a:pt x="0" y="308"/>
                    <a:pt x="0" y="478"/>
                  </a:cubicBezTo>
                  <a:lnTo>
                    <a:pt x="751" y="512"/>
                  </a:lnTo>
                  <a:cubicBezTo>
                    <a:pt x="751" y="342"/>
                    <a:pt x="751" y="205"/>
                    <a:pt x="751" y="35"/>
                  </a:cubicBezTo>
                  <a:lnTo>
                    <a:pt x="68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7" name="Google Shape;2837;p14"/>
            <p:cNvSpPr/>
            <p:nvPr/>
          </p:nvSpPr>
          <p:spPr>
            <a:xfrm>
              <a:off x="1947960" y="2319840"/>
              <a:ext cx="14760" cy="93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820" h="513">
                  <a:moveTo>
                    <a:pt x="1" y="1"/>
                  </a:moveTo>
                  <a:lnTo>
                    <a:pt x="1" y="1"/>
                  </a:lnTo>
                  <a:cubicBezTo>
                    <a:pt x="35" y="171"/>
                    <a:pt x="35" y="308"/>
                    <a:pt x="69" y="479"/>
                  </a:cubicBezTo>
                  <a:lnTo>
                    <a:pt x="820" y="513"/>
                  </a:lnTo>
                  <a:cubicBezTo>
                    <a:pt x="786" y="342"/>
                    <a:pt x="751" y="171"/>
                    <a:pt x="751" y="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8" name="Google Shape;2838;p14"/>
            <p:cNvSpPr/>
            <p:nvPr/>
          </p:nvSpPr>
          <p:spPr>
            <a:xfrm>
              <a:off x="2249640" y="2302200"/>
              <a:ext cx="15480" cy="118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854" h="649">
                  <a:moveTo>
                    <a:pt x="717" y="0"/>
                  </a:moveTo>
                  <a:lnTo>
                    <a:pt x="0" y="137"/>
                  </a:lnTo>
                  <a:cubicBezTo>
                    <a:pt x="34" y="307"/>
                    <a:pt x="103" y="444"/>
                    <a:pt x="137" y="649"/>
                  </a:cubicBezTo>
                  <a:lnTo>
                    <a:pt x="853" y="512"/>
                  </a:lnTo>
                  <a:cubicBezTo>
                    <a:pt x="819" y="307"/>
                    <a:pt x="785" y="171"/>
                    <a:pt x="717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9" name="Google Shape;2839;p14"/>
            <p:cNvSpPr/>
            <p:nvPr/>
          </p:nvSpPr>
          <p:spPr>
            <a:xfrm>
              <a:off x="2046240" y="2323800"/>
              <a:ext cx="16200" cy="936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888" h="513">
                  <a:moveTo>
                    <a:pt x="1" y="1"/>
                  </a:moveTo>
                  <a:cubicBezTo>
                    <a:pt x="35" y="171"/>
                    <a:pt x="35" y="308"/>
                    <a:pt x="35" y="512"/>
                  </a:cubicBezTo>
                  <a:lnTo>
                    <a:pt x="888" y="512"/>
                  </a:lnTo>
                  <a:cubicBezTo>
                    <a:pt x="854" y="308"/>
                    <a:pt x="820" y="171"/>
                    <a:pt x="786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0" name="Google Shape;2840;p14"/>
            <p:cNvSpPr/>
            <p:nvPr/>
          </p:nvSpPr>
          <p:spPr>
            <a:xfrm>
              <a:off x="1951560" y="2085480"/>
              <a:ext cx="14760" cy="972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820" h="547">
                  <a:moveTo>
                    <a:pt x="103" y="0"/>
                  </a:moveTo>
                  <a:cubicBezTo>
                    <a:pt x="69" y="137"/>
                    <a:pt x="35" y="273"/>
                    <a:pt x="0" y="478"/>
                  </a:cubicBezTo>
                  <a:lnTo>
                    <a:pt x="683" y="546"/>
                  </a:lnTo>
                  <a:cubicBezTo>
                    <a:pt x="751" y="376"/>
                    <a:pt x="751" y="205"/>
                    <a:pt x="819" y="35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1" name="Google Shape;2841;p14"/>
            <p:cNvSpPr/>
            <p:nvPr/>
          </p:nvSpPr>
          <p:spPr>
            <a:xfrm>
              <a:off x="2183040" y="2312280"/>
              <a:ext cx="15480" cy="111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854" h="615">
                  <a:moveTo>
                    <a:pt x="819" y="0"/>
                  </a:moveTo>
                  <a:lnTo>
                    <a:pt x="0" y="103"/>
                  </a:lnTo>
                  <a:cubicBezTo>
                    <a:pt x="68" y="307"/>
                    <a:pt x="103" y="444"/>
                    <a:pt x="137" y="615"/>
                  </a:cubicBezTo>
                  <a:lnTo>
                    <a:pt x="853" y="512"/>
                  </a:lnTo>
                  <a:cubicBezTo>
                    <a:pt x="853" y="342"/>
                    <a:pt x="853" y="205"/>
                    <a:pt x="81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2" name="Google Shape;2842;p14"/>
            <p:cNvSpPr/>
            <p:nvPr/>
          </p:nvSpPr>
          <p:spPr>
            <a:xfrm>
              <a:off x="1918080" y="2316600"/>
              <a:ext cx="14400" cy="97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786" h="547">
                  <a:moveTo>
                    <a:pt x="103" y="0"/>
                  </a:moveTo>
                  <a:cubicBezTo>
                    <a:pt x="69" y="171"/>
                    <a:pt x="35" y="307"/>
                    <a:pt x="1" y="512"/>
                  </a:cubicBezTo>
                  <a:lnTo>
                    <a:pt x="786" y="546"/>
                  </a:lnTo>
                  <a:cubicBezTo>
                    <a:pt x="752" y="341"/>
                    <a:pt x="752" y="205"/>
                    <a:pt x="752" y="34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3" name="Google Shape;2843;p14"/>
            <p:cNvSpPr/>
            <p:nvPr/>
          </p:nvSpPr>
          <p:spPr>
            <a:xfrm>
              <a:off x="2181600" y="2152800"/>
              <a:ext cx="15480" cy="111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854" h="615">
                  <a:moveTo>
                    <a:pt x="648" y="0"/>
                  </a:moveTo>
                  <a:lnTo>
                    <a:pt x="102" y="69"/>
                  </a:lnTo>
                  <a:cubicBezTo>
                    <a:pt x="68" y="239"/>
                    <a:pt x="34" y="410"/>
                    <a:pt x="0" y="615"/>
                  </a:cubicBezTo>
                  <a:lnTo>
                    <a:pt x="853" y="512"/>
                  </a:lnTo>
                  <a:cubicBezTo>
                    <a:pt x="785" y="342"/>
                    <a:pt x="717" y="171"/>
                    <a:pt x="648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4" name="Google Shape;2844;p14"/>
            <p:cNvSpPr/>
            <p:nvPr/>
          </p:nvSpPr>
          <p:spPr>
            <a:xfrm>
              <a:off x="1883160" y="2072160"/>
              <a:ext cx="16920" cy="1116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922" h="616">
                  <a:moveTo>
                    <a:pt x="273" y="1"/>
                  </a:moveTo>
                  <a:cubicBezTo>
                    <a:pt x="205" y="137"/>
                    <a:pt x="103" y="274"/>
                    <a:pt x="0" y="444"/>
                  </a:cubicBezTo>
                  <a:lnTo>
                    <a:pt x="683" y="615"/>
                  </a:lnTo>
                  <a:cubicBezTo>
                    <a:pt x="785" y="444"/>
                    <a:pt x="853" y="308"/>
                    <a:pt x="922" y="171"/>
                  </a:cubicBezTo>
                  <a:cubicBezTo>
                    <a:pt x="819" y="137"/>
                    <a:pt x="785" y="103"/>
                    <a:pt x="683" y="69"/>
                  </a:cubicBezTo>
                  <a:cubicBezTo>
                    <a:pt x="546" y="35"/>
                    <a:pt x="444" y="35"/>
                    <a:pt x="273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5" name="Google Shape;2845;p14"/>
            <p:cNvSpPr/>
            <p:nvPr/>
          </p:nvSpPr>
          <p:spPr>
            <a:xfrm>
              <a:off x="1856160" y="2062440"/>
              <a:ext cx="16200" cy="1188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888" h="662">
                  <a:moveTo>
                    <a:pt x="332" y="0"/>
                  </a:moveTo>
                  <a:cubicBezTo>
                    <a:pt x="200" y="0"/>
                    <a:pt x="100" y="86"/>
                    <a:pt x="0" y="286"/>
                  </a:cubicBezTo>
                  <a:lnTo>
                    <a:pt x="648" y="661"/>
                  </a:lnTo>
                  <a:lnTo>
                    <a:pt x="887" y="252"/>
                  </a:lnTo>
                  <a:cubicBezTo>
                    <a:pt x="643" y="95"/>
                    <a:pt x="470" y="0"/>
                    <a:pt x="33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6" name="Google Shape;2846;p14"/>
            <p:cNvSpPr/>
            <p:nvPr/>
          </p:nvSpPr>
          <p:spPr>
            <a:xfrm>
              <a:off x="1978200" y="2321280"/>
              <a:ext cx="11880" cy="97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649" h="547">
                  <a:moveTo>
                    <a:pt x="1" y="0"/>
                  </a:moveTo>
                  <a:lnTo>
                    <a:pt x="1" y="0"/>
                  </a:lnTo>
                  <a:cubicBezTo>
                    <a:pt x="35" y="205"/>
                    <a:pt x="35" y="341"/>
                    <a:pt x="69" y="512"/>
                  </a:cubicBezTo>
                  <a:lnTo>
                    <a:pt x="649" y="546"/>
                  </a:lnTo>
                  <a:cubicBezTo>
                    <a:pt x="649" y="375"/>
                    <a:pt x="649" y="239"/>
                    <a:pt x="649" y="6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7" name="Google Shape;2847;p14"/>
            <p:cNvSpPr/>
            <p:nvPr/>
          </p:nvSpPr>
          <p:spPr>
            <a:xfrm>
              <a:off x="2373480" y="2273040"/>
              <a:ext cx="13680" cy="1224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751" h="684">
                  <a:moveTo>
                    <a:pt x="580" y="1"/>
                  </a:moveTo>
                  <a:lnTo>
                    <a:pt x="0" y="171"/>
                  </a:lnTo>
                  <a:lnTo>
                    <a:pt x="171" y="683"/>
                  </a:lnTo>
                  <a:lnTo>
                    <a:pt x="751" y="478"/>
                  </a:lnTo>
                  <a:cubicBezTo>
                    <a:pt x="683" y="308"/>
                    <a:pt x="648" y="171"/>
                    <a:pt x="580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8" name="Google Shape;2848;p14"/>
            <p:cNvSpPr/>
            <p:nvPr/>
          </p:nvSpPr>
          <p:spPr>
            <a:xfrm>
              <a:off x="1987920" y="2111400"/>
              <a:ext cx="11880" cy="1116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649" h="615">
                  <a:moveTo>
                    <a:pt x="137" y="0"/>
                  </a:moveTo>
                  <a:cubicBezTo>
                    <a:pt x="103" y="205"/>
                    <a:pt x="69" y="376"/>
                    <a:pt x="0" y="581"/>
                  </a:cubicBezTo>
                  <a:lnTo>
                    <a:pt x="546" y="615"/>
                  </a:lnTo>
                  <a:lnTo>
                    <a:pt x="649" y="35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9" name="Google Shape;2849;p14"/>
            <p:cNvSpPr/>
            <p:nvPr/>
          </p:nvSpPr>
          <p:spPr>
            <a:xfrm>
              <a:off x="1830240" y="2079000"/>
              <a:ext cx="17640" cy="97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957" h="542">
                  <a:moveTo>
                    <a:pt x="547" y="1"/>
                  </a:moveTo>
                  <a:cubicBezTo>
                    <a:pt x="406" y="1"/>
                    <a:pt x="267" y="93"/>
                    <a:pt x="1" y="302"/>
                  </a:cubicBezTo>
                  <a:lnTo>
                    <a:pt x="479" y="541"/>
                  </a:lnTo>
                  <a:lnTo>
                    <a:pt x="956" y="166"/>
                  </a:lnTo>
                  <a:cubicBezTo>
                    <a:pt x="775" y="60"/>
                    <a:pt x="660" y="1"/>
                    <a:pt x="547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0" name="Google Shape;2850;p14"/>
            <p:cNvSpPr/>
            <p:nvPr/>
          </p:nvSpPr>
          <p:spPr>
            <a:xfrm>
              <a:off x="2233800" y="2103840"/>
              <a:ext cx="12960" cy="1296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717" h="718">
                  <a:moveTo>
                    <a:pt x="341" y="1"/>
                  </a:moveTo>
                  <a:lnTo>
                    <a:pt x="0" y="376"/>
                  </a:lnTo>
                  <a:lnTo>
                    <a:pt x="444" y="718"/>
                  </a:lnTo>
                  <a:cubicBezTo>
                    <a:pt x="546" y="581"/>
                    <a:pt x="648" y="445"/>
                    <a:pt x="717" y="308"/>
                  </a:cubicBezTo>
                  <a:lnTo>
                    <a:pt x="341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1" name="Google Shape;2851;p14"/>
            <p:cNvSpPr/>
            <p:nvPr/>
          </p:nvSpPr>
          <p:spPr>
            <a:xfrm>
              <a:off x="1909800" y="2102040"/>
              <a:ext cx="12240" cy="864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683" h="491">
                  <a:moveTo>
                    <a:pt x="205" y="1"/>
                  </a:moveTo>
                  <a:cubicBezTo>
                    <a:pt x="137" y="171"/>
                    <a:pt x="69" y="274"/>
                    <a:pt x="0" y="410"/>
                  </a:cubicBezTo>
                  <a:cubicBezTo>
                    <a:pt x="183" y="459"/>
                    <a:pt x="300" y="490"/>
                    <a:pt x="384" y="490"/>
                  </a:cubicBezTo>
                  <a:cubicBezTo>
                    <a:pt x="534" y="490"/>
                    <a:pt x="573" y="388"/>
                    <a:pt x="683" y="103"/>
                  </a:cubicBezTo>
                  <a:lnTo>
                    <a:pt x="205" y="1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2" name="Google Shape;2852;p14"/>
            <p:cNvSpPr/>
            <p:nvPr/>
          </p:nvSpPr>
          <p:spPr>
            <a:xfrm>
              <a:off x="2254680" y="2119680"/>
              <a:ext cx="11880" cy="1188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649" h="649">
                  <a:moveTo>
                    <a:pt x="307" y="0"/>
                  </a:moveTo>
                  <a:lnTo>
                    <a:pt x="0" y="375"/>
                  </a:lnTo>
                  <a:lnTo>
                    <a:pt x="341" y="648"/>
                  </a:lnTo>
                  <a:lnTo>
                    <a:pt x="648" y="239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3" name="Google Shape;2853;p14"/>
            <p:cNvSpPr/>
            <p:nvPr/>
          </p:nvSpPr>
          <p:spPr>
            <a:xfrm>
              <a:off x="1983960" y="2138040"/>
              <a:ext cx="9360" cy="68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513" h="383">
                  <a:moveTo>
                    <a:pt x="173" y="0"/>
                  </a:moveTo>
                  <a:cubicBezTo>
                    <a:pt x="59" y="0"/>
                    <a:pt x="43" y="89"/>
                    <a:pt x="1" y="323"/>
                  </a:cubicBezTo>
                  <a:cubicBezTo>
                    <a:pt x="170" y="359"/>
                    <a:pt x="279" y="382"/>
                    <a:pt x="351" y="382"/>
                  </a:cubicBezTo>
                  <a:cubicBezTo>
                    <a:pt x="483" y="382"/>
                    <a:pt x="491" y="304"/>
                    <a:pt x="513" y="84"/>
                  </a:cubicBezTo>
                  <a:cubicBezTo>
                    <a:pt x="346" y="32"/>
                    <a:pt x="242" y="0"/>
                    <a:pt x="173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4" name="Google Shape;2854;p14"/>
            <p:cNvSpPr/>
            <p:nvPr/>
          </p:nvSpPr>
          <p:spPr>
            <a:xfrm>
              <a:off x="2248560" y="2144160"/>
              <a:ext cx="9720" cy="1008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547" h="557">
                  <a:moveTo>
                    <a:pt x="256" y="1"/>
                  </a:moveTo>
                  <a:cubicBezTo>
                    <a:pt x="197" y="1"/>
                    <a:pt x="120" y="32"/>
                    <a:pt x="1" y="79"/>
                  </a:cubicBezTo>
                  <a:cubicBezTo>
                    <a:pt x="35" y="216"/>
                    <a:pt x="103" y="386"/>
                    <a:pt x="172" y="557"/>
                  </a:cubicBezTo>
                  <a:lnTo>
                    <a:pt x="547" y="420"/>
                  </a:lnTo>
                  <a:cubicBezTo>
                    <a:pt x="413" y="109"/>
                    <a:pt x="367" y="1"/>
                    <a:pt x="256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5" name="Google Shape;2855;p14"/>
            <p:cNvSpPr/>
            <p:nvPr/>
          </p:nvSpPr>
          <p:spPr>
            <a:xfrm>
              <a:off x="1899000" y="2124720"/>
              <a:ext cx="11160" cy="68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615" h="396">
                  <a:moveTo>
                    <a:pt x="248" y="0"/>
                  </a:moveTo>
                  <a:cubicBezTo>
                    <a:pt x="142" y="0"/>
                    <a:pt x="100" y="83"/>
                    <a:pt x="0" y="283"/>
                  </a:cubicBezTo>
                  <a:cubicBezTo>
                    <a:pt x="184" y="354"/>
                    <a:pt x="292" y="395"/>
                    <a:pt x="367" y="395"/>
                  </a:cubicBezTo>
                  <a:cubicBezTo>
                    <a:pt x="473" y="395"/>
                    <a:pt x="515" y="312"/>
                    <a:pt x="614" y="112"/>
                  </a:cubicBezTo>
                  <a:cubicBezTo>
                    <a:pt x="431" y="42"/>
                    <a:pt x="323" y="0"/>
                    <a:pt x="248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6" name="Google Shape;2856;p14"/>
            <p:cNvSpPr/>
            <p:nvPr/>
          </p:nvSpPr>
          <p:spPr>
            <a:xfrm>
              <a:off x="2059200" y="2115000"/>
              <a:ext cx="8640" cy="68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478" h="390">
                  <a:moveTo>
                    <a:pt x="255" y="1"/>
                  </a:moveTo>
                  <a:cubicBezTo>
                    <a:pt x="190" y="1"/>
                    <a:pt x="107" y="7"/>
                    <a:pt x="0" y="14"/>
                  </a:cubicBezTo>
                  <a:lnTo>
                    <a:pt x="0" y="355"/>
                  </a:lnTo>
                  <a:lnTo>
                    <a:pt x="478" y="390"/>
                  </a:lnTo>
                  <a:cubicBezTo>
                    <a:pt x="478" y="72"/>
                    <a:pt x="478" y="1"/>
                    <a:pt x="255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7" name="Google Shape;2857;p14"/>
            <p:cNvSpPr/>
            <p:nvPr/>
          </p:nvSpPr>
          <p:spPr>
            <a:xfrm>
              <a:off x="2272680" y="2136960"/>
              <a:ext cx="7200" cy="1116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411" h="615">
                  <a:moveTo>
                    <a:pt x="239" y="0"/>
                  </a:moveTo>
                  <a:cubicBezTo>
                    <a:pt x="171" y="103"/>
                    <a:pt x="69" y="239"/>
                    <a:pt x="35" y="376"/>
                  </a:cubicBezTo>
                  <a:cubicBezTo>
                    <a:pt x="1" y="410"/>
                    <a:pt x="137" y="512"/>
                    <a:pt x="205" y="615"/>
                  </a:cubicBezTo>
                  <a:cubicBezTo>
                    <a:pt x="239" y="546"/>
                    <a:pt x="376" y="512"/>
                    <a:pt x="376" y="444"/>
                  </a:cubicBezTo>
                  <a:cubicBezTo>
                    <a:pt x="410" y="307"/>
                    <a:pt x="410" y="171"/>
                    <a:pt x="376" y="34"/>
                  </a:cubicBezTo>
                  <a:lnTo>
                    <a:pt x="239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8" name="Google Shape;2858;p14"/>
            <p:cNvSpPr/>
            <p:nvPr/>
          </p:nvSpPr>
          <p:spPr>
            <a:xfrm>
              <a:off x="1811880" y="2095200"/>
              <a:ext cx="12240" cy="6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683" h="354">
                  <a:moveTo>
                    <a:pt x="251" y="0"/>
                  </a:moveTo>
                  <a:cubicBezTo>
                    <a:pt x="173" y="0"/>
                    <a:pt x="113" y="68"/>
                    <a:pt x="0" y="197"/>
                  </a:cubicBezTo>
                  <a:cubicBezTo>
                    <a:pt x="140" y="244"/>
                    <a:pt x="280" y="354"/>
                    <a:pt x="442" y="354"/>
                  </a:cubicBezTo>
                  <a:cubicBezTo>
                    <a:pt x="517" y="354"/>
                    <a:pt x="596" y="330"/>
                    <a:pt x="683" y="265"/>
                  </a:cubicBezTo>
                  <a:cubicBezTo>
                    <a:pt x="449" y="85"/>
                    <a:pt x="338" y="0"/>
                    <a:pt x="25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9" name="Google Shape;2859;p14"/>
            <p:cNvSpPr/>
            <p:nvPr/>
          </p:nvSpPr>
          <p:spPr>
            <a:xfrm>
              <a:off x="2153880" y="2103840"/>
              <a:ext cx="7920" cy="612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445" h="343">
                  <a:moveTo>
                    <a:pt x="1" y="1"/>
                  </a:moveTo>
                  <a:cubicBezTo>
                    <a:pt x="1" y="342"/>
                    <a:pt x="1" y="342"/>
                    <a:pt x="444" y="342"/>
                  </a:cubicBezTo>
                  <a:cubicBezTo>
                    <a:pt x="444" y="1"/>
                    <a:pt x="444" y="1"/>
                    <a:pt x="1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0" name="Google Shape;2860;p14"/>
            <p:cNvSpPr/>
            <p:nvPr/>
          </p:nvSpPr>
          <p:spPr>
            <a:xfrm>
              <a:off x="2059200" y="2137320"/>
              <a:ext cx="9720" cy="576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547" h="324">
                  <a:moveTo>
                    <a:pt x="208" y="1"/>
                  </a:moveTo>
                  <a:cubicBezTo>
                    <a:pt x="143" y="1"/>
                    <a:pt x="73" y="5"/>
                    <a:pt x="0" y="5"/>
                  </a:cubicBezTo>
                  <a:cubicBezTo>
                    <a:pt x="46" y="278"/>
                    <a:pt x="167" y="324"/>
                    <a:pt x="314" y="324"/>
                  </a:cubicBezTo>
                  <a:cubicBezTo>
                    <a:pt x="387" y="324"/>
                    <a:pt x="467" y="313"/>
                    <a:pt x="546" y="313"/>
                  </a:cubicBezTo>
                  <a:cubicBezTo>
                    <a:pt x="521" y="37"/>
                    <a:pt x="386" y="1"/>
                    <a:pt x="20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1" name="Google Shape;2861;p14"/>
            <p:cNvSpPr/>
            <p:nvPr/>
          </p:nvSpPr>
          <p:spPr>
            <a:xfrm>
              <a:off x="2155680" y="2126520"/>
              <a:ext cx="9720" cy="576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547" h="324">
                  <a:moveTo>
                    <a:pt x="236" y="0"/>
                  </a:moveTo>
                  <a:cubicBezTo>
                    <a:pt x="179" y="0"/>
                    <a:pt x="104" y="7"/>
                    <a:pt x="1" y="16"/>
                  </a:cubicBezTo>
                  <a:cubicBezTo>
                    <a:pt x="1" y="119"/>
                    <a:pt x="35" y="187"/>
                    <a:pt x="69" y="323"/>
                  </a:cubicBezTo>
                  <a:lnTo>
                    <a:pt x="547" y="221"/>
                  </a:lnTo>
                  <a:cubicBezTo>
                    <a:pt x="423" y="48"/>
                    <a:pt x="389" y="0"/>
                    <a:pt x="236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2" name="Google Shape;2862;p14"/>
            <p:cNvSpPr/>
            <p:nvPr/>
          </p:nvSpPr>
          <p:spPr>
            <a:xfrm>
              <a:off x="2351520" y="1868040"/>
              <a:ext cx="215280" cy="13608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11569" h="7328">
                  <a:moveTo>
                    <a:pt x="11227" y="0"/>
                  </a:moveTo>
                  <a:cubicBezTo>
                    <a:pt x="11159" y="34"/>
                    <a:pt x="11091" y="69"/>
                    <a:pt x="11057" y="137"/>
                  </a:cubicBezTo>
                  <a:cubicBezTo>
                    <a:pt x="10443" y="649"/>
                    <a:pt x="9794" y="1195"/>
                    <a:pt x="9146" y="1706"/>
                  </a:cubicBezTo>
                  <a:cubicBezTo>
                    <a:pt x="7098" y="3310"/>
                    <a:pt x="4915" y="4709"/>
                    <a:pt x="2594" y="5904"/>
                  </a:cubicBezTo>
                  <a:cubicBezTo>
                    <a:pt x="1878" y="6245"/>
                    <a:pt x="1093" y="6484"/>
                    <a:pt x="342" y="6791"/>
                  </a:cubicBezTo>
                  <a:cubicBezTo>
                    <a:pt x="206" y="6859"/>
                    <a:pt x="103" y="6961"/>
                    <a:pt x="1" y="7064"/>
                  </a:cubicBezTo>
                  <a:cubicBezTo>
                    <a:pt x="109" y="7237"/>
                    <a:pt x="285" y="7327"/>
                    <a:pt x="470" y="7327"/>
                  </a:cubicBezTo>
                  <a:cubicBezTo>
                    <a:pt x="576" y="7327"/>
                    <a:pt x="686" y="7297"/>
                    <a:pt x="786" y="7234"/>
                  </a:cubicBezTo>
                  <a:cubicBezTo>
                    <a:pt x="1639" y="6893"/>
                    <a:pt x="2560" y="6552"/>
                    <a:pt x="3345" y="6108"/>
                  </a:cubicBezTo>
                  <a:cubicBezTo>
                    <a:pt x="4607" y="5426"/>
                    <a:pt x="5802" y="4675"/>
                    <a:pt x="7030" y="3924"/>
                  </a:cubicBezTo>
                  <a:cubicBezTo>
                    <a:pt x="8532" y="2935"/>
                    <a:pt x="9965" y="1843"/>
                    <a:pt x="11261" y="649"/>
                  </a:cubicBezTo>
                  <a:cubicBezTo>
                    <a:pt x="11364" y="546"/>
                    <a:pt x="11466" y="444"/>
                    <a:pt x="11534" y="342"/>
                  </a:cubicBezTo>
                  <a:cubicBezTo>
                    <a:pt x="11569" y="239"/>
                    <a:pt x="11569" y="137"/>
                    <a:pt x="11500" y="34"/>
                  </a:cubicBezTo>
                  <a:cubicBezTo>
                    <a:pt x="11466" y="0"/>
                    <a:pt x="11330" y="0"/>
                    <a:pt x="11227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3" name="Google Shape;2863;p14"/>
            <p:cNvSpPr/>
            <p:nvPr/>
          </p:nvSpPr>
          <p:spPr>
            <a:xfrm>
              <a:off x="1419120" y="1930680"/>
              <a:ext cx="203760" cy="89280"/>
            </a:xfrm>
            <a:custGeom>
              <a:avLst/>
              <a:gdLst>
                <a:gd name="textAreaLeft" fmla="*/ 0 w 203760"/>
                <a:gd name="textAreaRight" fmla="*/ 204120 w 20376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0954" h="4808">
                  <a:moveTo>
                    <a:pt x="325" y="1"/>
                  </a:moveTo>
                  <a:cubicBezTo>
                    <a:pt x="256" y="1"/>
                    <a:pt x="188" y="27"/>
                    <a:pt x="137" y="78"/>
                  </a:cubicBezTo>
                  <a:cubicBezTo>
                    <a:pt x="0" y="214"/>
                    <a:pt x="69" y="351"/>
                    <a:pt x="205" y="487"/>
                  </a:cubicBezTo>
                  <a:cubicBezTo>
                    <a:pt x="580" y="828"/>
                    <a:pt x="990" y="1136"/>
                    <a:pt x="1468" y="1340"/>
                  </a:cubicBezTo>
                  <a:cubicBezTo>
                    <a:pt x="2491" y="1784"/>
                    <a:pt x="3481" y="2296"/>
                    <a:pt x="4470" y="2739"/>
                  </a:cubicBezTo>
                  <a:cubicBezTo>
                    <a:pt x="5392" y="3115"/>
                    <a:pt x="6313" y="3490"/>
                    <a:pt x="7234" y="3797"/>
                  </a:cubicBezTo>
                  <a:cubicBezTo>
                    <a:pt x="8326" y="4172"/>
                    <a:pt x="9487" y="4480"/>
                    <a:pt x="10613" y="4787"/>
                  </a:cubicBezTo>
                  <a:cubicBezTo>
                    <a:pt x="10647" y="4801"/>
                    <a:pt x="10681" y="4807"/>
                    <a:pt x="10712" y="4807"/>
                  </a:cubicBezTo>
                  <a:cubicBezTo>
                    <a:pt x="10835" y="4807"/>
                    <a:pt x="10927" y="4704"/>
                    <a:pt x="10954" y="4514"/>
                  </a:cubicBezTo>
                  <a:cubicBezTo>
                    <a:pt x="10920" y="4377"/>
                    <a:pt x="10817" y="4275"/>
                    <a:pt x="10749" y="4207"/>
                  </a:cubicBezTo>
                  <a:cubicBezTo>
                    <a:pt x="10613" y="4138"/>
                    <a:pt x="10442" y="4070"/>
                    <a:pt x="10306" y="4036"/>
                  </a:cubicBezTo>
                  <a:cubicBezTo>
                    <a:pt x="8736" y="3695"/>
                    <a:pt x="7200" y="3251"/>
                    <a:pt x="5699" y="2671"/>
                  </a:cubicBezTo>
                  <a:cubicBezTo>
                    <a:pt x="4948" y="2330"/>
                    <a:pt x="4163" y="1989"/>
                    <a:pt x="3447" y="1613"/>
                  </a:cubicBezTo>
                  <a:cubicBezTo>
                    <a:pt x="2457" y="1101"/>
                    <a:pt x="1331" y="863"/>
                    <a:pt x="512" y="78"/>
                  </a:cubicBezTo>
                  <a:cubicBezTo>
                    <a:pt x="461" y="27"/>
                    <a:pt x="393" y="1"/>
                    <a:pt x="325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640" bIns="44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4" name="Google Shape;2864;p14"/>
            <p:cNvSpPr/>
            <p:nvPr/>
          </p:nvSpPr>
          <p:spPr>
            <a:xfrm>
              <a:off x="2334240" y="1877040"/>
              <a:ext cx="147600" cy="96480"/>
            </a:xfrm>
            <a:custGeom>
              <a:avLst/>
              <a:gdLst>
                <a:gd name="textAreaLeft" fmla="*/ 0 w 147600"/>
                <a:gd name="textAreaRight" fmla="*/ 147960 w 14760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7952" h="5197">
                  <a:moveTo>
                    <a:pt x="7636" y="1"/>
                  </a:moveTo>
                  <a:cubicBezTo>
                    <a:pt x="7593" y="1"/>
                    <a:pt x="7550" y="10"/>
                    <a:pt x="7508" y="31"/>
                  </a:cubicBezTo>
                  <a:cubicBezTo>
                    <a:pt x="7235" y="168"/>
                    <a:pt x="6996" y="304"/>
                    <a:pt x="6757" y="475"/>
                  </a:cubicBezTo>
                  <a:cubicBezTo>
                    <a:pt x="5426" y="1396"/>
                    <a:pt x="4095" y="2351"/>
                    <a:pt x="2730" y="3273"/>
                  </a:cubicBezTo>
                  <a:cubicBezTo>
                    <a:pt x="1980" y="3785"/>
                    <a:pt x="1195" y="4194"/>
                    <a:pt x="410" y="4672"/>
                  </a:cubicBezTo>
                  <a:cubicBezTo>
                    <a:pt x="239" y="4740"/>
                    <a:pt x="1" y="4808"/>
                    <a:pt x="137" y="5047"/>
                  </a:cubicBezTo>
                  <a:cubicBezTo>
                    <a:pt x="185" y="5160"/>
                    <a:pt x="257" y="5197"/>
                    <a:pt x="337" y="5197"/>
                  </a:cubicBezTo>
                  <a:cubicBezTo>
                    <a:pt x="425" y="5197"/>
                    <a:pt x="525" y="5151"/>
                    <a:pt x="615" y="5115"/>
                  </a:cubicBezTo>
                  <a:cubicBezTo>
                    <a:pt x="717" y="5081"/>
                    <a:pt x="819" y="5047"/>
                    <a:pt x="922" y="4979"/>
                  </a:cubicBezTo>
                  <a:cubicBezTo>
                    <a:pt x="1434" y="4706"/>
                    <a:pt x="1980" y="4467"/>
                    <a:pt x="2457" y="4126"/>
                  </a:cubicBezTo>
                  <a:cubicBezTo>
                    <a:pt x="4232" y="2932"/>
                    <a:pt x="6006" y="1737"/>
                    <a:pt x="7746" y="509"/>
                  </a:cubicBezTo>
                  <a:cubicBezTo>
                    <a:pt x="7815" y="441"/>
                    <a:pt x="7883" y="372"/>
                    <a:pt x="7951" y="304"/>
                  </a:cubicBezTo>
                  <a:cubicBezTo>
                    <a:pt x="7951" y="142"/>
                    <a:pt x="7801" y="1"/>
                    <a:pt x="7636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5" name="Google Shape;2865;p14"/>
            <p:cNvSpPr/>
            <p:nvPr/>
          </p:nvSpPr>
          <p:spPr>
            <a:xfrm>
              <a:off x="1831680" y="1778400"/>
              <a:ext cx="70200" cy="11772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117720"/>
                <a:gd name="textAreaBottom" fmla="*/ 118080 h 117720"/>
              </a:gdLst>
              <a:ahLst/>
              <a:cxnLst/>
              <a:rect l="textAreaLeft" t="textAreaTop" r="textAreaRight" b="textAreaBottom"/>
              <a:pathLst>
                <a:path w="3788" h="6348">
                  <a:moveTo>
                    <a:pt x="239" y="1"/>
                  </a:moveTo>
                  <a:cubicBezTo>
                    <a:pt x="171" y="1"/>
                    <a:pt x="68" y="137"/>
                    <a:pt x="0" y="206"/>
                  </a:cubicBezTo>
                  <a:cubicBezTo>
                    <a:pt x="68" y="547"/>
                    <a:pt x="137" y="854"/>
                    <a:pt x="239" y="1195"/>
                  </a:cubicBezTo>
                  <a:cubicBezTo>
                    <a:pt x="751" y="2628"/>
                    <a:pt x="1433" y="3993"/>
                    <a:pt x="2252" y="5290"/>
                  </a:cubicBezTo>
                  <a:cubicBezTo>
                    <a:pt x="2423" y="5529"/>
                    <a:pt x="2628" y="5768"/>
                    <a:pt x="2832" y="5972"/>
                  </a:cubicBezTo>
                  <a:cubicBezTo>
                    <a:pt x="3037" y="6143"/>
                    <a:pt x="3242" y="6280"/>
                    <a:pt x="3447" y="6348"/>
                  </a:cubicBezTo>
                  <a:cubicBezTo>
                    <a:pt x="3549" y="6348"/>
                    <a:pt x="3686" y="6314"/>
                    <a:pt x="3754" y="6245"/>
                  </a:cubicBezTo>
                  <a:cubicBezTo>
                    <a:pt x="3788" y="6177"/>
                    <a:pt x="3720" y="5972"/>
                    <a:pt x="3720" y="5938"/>
                  </a:cubicBezTo>
                  <a:cubicBezTo>
                    <a:pt x="3686" y="5904"/>
                    <a:pt x="3651" y="5904"/>
                    <a:pt x="3583" y="5870"/>
                  </a:cubicBezTo>
                  <a:cubicBezTo>
                    <a:pt x="3105" y="5563"/>
                    <a:pt x="2730" y="5119"/>
                    <a:pt x="2491" y="4608"/>
                  </a:cubicBezTo>
                  <a:cubicBezTo>
                    <a:pt x="1911" y="3516"/>
                    <a:pt x="1365" y="2424"/>
                    <a:pt x="853" y="1298"/>
                  </a:cubicBezTo>
                  <a:cubicBezTo>
                    <a:pt x="683" y="956"/>
                    <a:pt x="614" y="547"/>
                    <a:pt x="512" y="172"/>
                  </a:cubicBezTo>
                  <a:cubicBezTo>
                    <a:pt x="444" y="69"/>
                    <a:pt x="341" y="1"/>
                    <a:pt x="239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040" bIns="59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6" name="Google Shape;2866;p14"/>
            <p:cNvSpPr/>
            <p:nvPr/>
          </p:nvSpPr>
          <p:spPr>
            <a:xfrm>
              <a:off x="1578600" y="1819800"/>
              <a:ext cx="99360" cy="8532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5351" h="4602">
                  <a:moveTo>
                    <a:pt x="283" y="0"/>
                  </a:moveTo>
                  <a:cubicBezTo>
                    <a:pt x="81" y="0"/>
                    <a:pt x="1" y="187"/>
                    <a:pt x="96" y="345"/>
                  </a:cubicBezTo>
                  <a:cubicBezTo>
                    <a:pt x="198" y="550"/>
                    <a:pt x="334" y="721"/>
                    <a:pt x="505" y="857"/>
                  </a:cubicBezTo>
                  <a:cubicBezTo>
                    <a:pt x="1768" y="2188"/>
                    <a:pt x="3167" y="3382"/>
                    <a:pt x="4668" y="4440"/>
                  </a:cubicBezTo>
                  <a:cubicBezTo>
                    <a:pt x="4736" y="4474"/>
                    <a:pt x="4805" y="4508"/>
                    <a:pt x="4873" y="4542"/>
                  </a:cubicBezTo>
                  <a:cubicBezTo>
                    <a:pt x="4927" y="4583"/>
                    <a:pt x="4986" y="4602"/>
                    <a:pt x="5042" y="4602"/>
                  </a:cubicBezTo>
                  <a:cubicBezTo>
                    <a:pt x="5128" y="4602"/>
                    <a:pt x="5207" y="4557"/>
                    <a:pt x="5248" y="4474"/>
                  </a:cubicBezTo>
                  <a:cubicBezTo>
                    <a:pt x="5351" y="4372"/>
                    <a:pt x="5316" y="4201"/>
                    <a:pt x="5180" y="4133"/>
                  </a:cubicBezTo>
                  <a:cubicBezTo>
                    <a:pt x="5112" y="4065"/>
                    <a:pt x="5043" y="3996"/>
                    <a:pt x="4941" y="3928"/>
                  </a:cubicBezTo>
                  <a:cubicBezTo>
                    <a:pt x="3337" y="2836"/>
                    <a:pt x="1870" y="1574"/>
                    <a:pt x="573" y="140"/>
                  </a:cubicBezTo>
                  <a:cubicBezTo>
                    <a:pt x="505" y="106"/>
                    <a:pt x="403" y="38"/>
                    <a:pt x="334" y="4"/>
                  </a:cubicBezTo>
                  <a:cubicBezTo>
                    <a:pt x="317" y="1"/>
                    <a:pt x="300" y="0"/>
                    <a:pt x="283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7" name="Google Shape;2867;p14"/>
            <p:cNvSpPr/>
            <p:nvPr/>
          </p:nvSpPr>
          <p:spPr>
            <a:xfrm>
              <a:off x="2259720" y="1798560"/>
              <a:ext cx="65880" cy="9720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3549" h="5240">
                  <a:moveTo>
                    <a:pt x="3271" y="0"/>
                  </a:moveTo>
                  <a:cubicBezTo>
                    <a:pt x="3171" y="0"/>
                    <a:pt x="3093" y="106"/>
                    <a:pt x="3037" y="189"/>
                  </a:cubicBezTo>
                  <a:cubicBezTo>
                    <a:pt x="3003" y="224"/>
                    <a:pt x="2969" y="258"/>
                    <a:pt x="2969" y="292"/>
                  </a:cubicBezTo>
                  <a:cubicBezTo>
                    <a:pt x="2423" y="1247"/>
                    <a:pt x="1843" y="2203"/>
                    <a:pt x="1229" y="3124"/>
                  </a:cubicBezTo>
                  <a:cubicBezTo>
                    <a:pt x="887" y="3704"/>
                    <a:pt x="512" y="4250"/>
                    <a:pt x="137" y="4796"/>
                  </a:cubicBezTo>
                  <a:cubicBezTo>
                    <a:pt x="0" y="4967"/>
                    <a:pt x="103" y="5240"/>
                    <a:pt x="341" y="5240"/>
                  </a:cubicBezTo>
                  <a:cubicBezTo>
                    <a:pt x="410" y="5206"/>
                    <a:pt x="512" y="5171"/>
                    <a:pt x="580" y="5103"/>
                  </a:cubicBezTo>
                  <a:cubicBezTo>
                    <a:pt x="683" y="5035"/>
                    <a:pt x="785" y="4933"/>
                    <a:pt x="853" y="4796"/>
                  </a:cubicBezTo>
                  <a:cubicBezTo>
                    <a:pt x="1672" y="3465"/>
                    <a:pt x="2491" y="2100"/>
                    <a:pt x="3310" y="735"/>
                  </a:cubicBezTo>
                  <a:cubicBezTo>
                    <a:pt x="3378" y="633"/>
                    <a:pt x="3412" y="531"/>
                    <a:pt x="3481" y="428"/>
                  </a:cubicBezTo>
                  <a:cubicBezTo>
                    <a:pt x="3549" y="258"/>
                    <a:pt x="3515" y="87"/>
                    <a:pt x="3344" y="19"/>
                  </a:cubicBezTo>
                  <a:cubicBezTo>
                    <a:pt x="3319" y="6"/>
                    <a:pt x="3294" y="0"/>
                    <a:pt x="327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8" name="Google Shape;2868;p14"/>
            <p:cNvSpPr/>
            <p:nvPr/>
          </p:nvSpPr>
          <p:spPr>
            <a:xfrm>
              <a:off x="2067840" y="1765800"/>
              <a:ext cx="14760" cy="8244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82440"/>
                <a:gd name="textAreaBottom" fmla="*/ 82800 h 82440"/>
              </a:gdLst>
              <a:ahLst/>
              <a:cxnLst/>
              <a:rect l="textAreaLeft" t="textAreaTop" r="textAreaRight" b="textAreaBottom"/>
              <a:pathLst>
                <a:path w="820" h="4437">
                  <a:moveTo>
                    <a:pt x="649" y="0"/>
                  </a:moveTo>
                  <a:cubicBezTo>
                    <a:pt x="547" y="0"/>
                    <a:pt x="445" y="35"/>
                    <a:pt x="376" y="103"/>
                  </a:cubicBezTo>
                  <a:cubicBezTo>
                    <a:pt x="342" y="239"/>
                    <a:pt x="274" y="410"/>
                    <a:pt x="274" y="546"/>
                  </a:cubicBezTo>
                  <a:cubicBezTo>
                    <a:pt x="206" y="1195"/>
                    <a:pt x="103" y="1877"/>
                    <a:pt x="35" y="2526"/>
                  </a:cubicBezTo>
                  <a:lnTo>
                    <a:pt x="69" y="2526"/>
                  </a:lnTo>
                  <a:cubicBezTo>
                    <a:pt x="35" y="2901"/>
                    <a:pt x="1" y="3276"/>
                    <a:pt x="1" y="3652"/>
                  </a:cubicBezTo>
                  <a:cubicBezTo>
                    <a:pt x="35" y="3856"/>
                    <a:pt x="103" y="4095"/>
                    <a:pt x="240" y="4300"/>
                  </a:cubicBezTo>
                  <a:cubicBezTo>
                    <a:pt x="308" y="4402"/>
                    <a:pt x="445" y="4436"/>
                    <a:pt x="581" y="4436"/>
                  </a:cubicBezTo>
                  <a:cubicBezTo>
                    <a:pt x="752" y="4368"/>
                    <a:pt x="718" y="4232"/>
                    <a:pt x="683" y="4061"/>
                  </a:cubicBezTo>
                  <a:cubicBezTo>
                    <a:pt x="581" y="3754"/>
                    <a:pt x="547" y="3447"/>
                    <a:pt x="547" y="3140"/>
                  </a:cubicBezTo>
                  <a:cubicBezTo>
                    <a:pt x="615" y="2287"/>
                    <a:pt x="718" y="1434"/>
                    <a:pt x="786" y="581"/>
                  </a:cubicBezTo>
                  <a:cubicBezTo>
                    <a:pt x="820" y="444"/>
                    <a:pt x="820" y="342"/>
                    <a:pt x="820" y="205"/>
                  </a:cubicBezTo>
                  <a:cubicBezTo>
                    <a:pt x="820" y="103"/>
                    <a:pt x="752" y="35"/>
                    <a:pt x="64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9" name="Google Shape;2869;p14"/>
            <p:cNvSpPr/>
            <p:nvPr/>
          </p:nvSpPr>
          <p:spPr>
            <a:xfrm>
              <a:off x="2123280" y="1868040"/>
              <a:ext cx="12960" cy="4464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718" h="2424">
                  <a:moveTo>
                    <a:pt x="513" y="0"/>
                  </a:moveTo>
                  <a:cubicBezTo>
                    <a:pt x="410" y="34"/>
                    <a:pt x="308" y="69"/>
                    <a:pt x="240" y="137"/>
                  </a:cubicBezTo>
                  <a:cubicBezTo>
                    <a:pt x="205" y="205"/>
                    <a:pt x="205" y="273"/>
                    <a:pt x="205" y="342"/>
                  </a:cubicBezTo>
                  <a:cubicBezTo>
                    <a:pt x="137" y="751"/>
                    <a:pt x="103" y="1195"/>
                    <a:pt x="35" y="1604"/>
                  </a:cubicBezTo>
                  <a:lnTo>
                    <a:pt x="1" y="1638"/>
                  </a:lnTo>
                  <a:cubicBezTo>
                    <a:pt x="1" y="1809"/>
                    <a:pt x="1" y="2014"/>
                    <a:pt x="1" y="2184"/>
                  </a:cubicBezTo>
                  <a:cubicBezTo>
                    <a:pt x="35" y="2287"/>
                    <a:pt x="103" y="2355"/>
                    <a:pt x="205" y="2423"/>
                  </a:cubicBezTo>
                  <a:cubicBezTo>
                    <a:pt x="274" y="2423"/>
                    <a:pt x="410" y="2287"/>
                    <a:pt x="444" y="2252"/>
                  </a:cubicBezTo>
                  <a:cubicBezTo>
                    <a:pt x="513" y="2218"/>
                    <a:pt x="513" y="2150"/>
                    <a:pt x="513" y="2082"/>
                  </a:cubicBezTo>
                  <a:cubicBezTo>
                    <a:pt x="547" y="1570"/>
                    <a:pt x="615" y="1092"/>
                    <a:pt x="683" y="580"/>
                  </a:cubicBezTo>
                  <a:cubicBezTo>
                    <a:pt x="717" y="444"/>
                    <a:pt x="717" y="307"/>
                    <a:pt x="683" y="171"/>
                  </a:cubicBezTo>
                  <a:cubicBezTo>
                    <a:pt x="649" y="103"/>
                    <a:pt x="547" y="0"/>
                    <a:pt x="513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0" name="Google Shape;2870;p14"/>
            <p:cNvSpPr/>
            <p:nvPr/>
          </p:nvSpPr>
          <p:spPr>
            <a:xfrm>
              <a:off x="2388240" y="1692000"/>
              <a:ext cx="87480" cy="7668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4710" h="4128">
                  <a:moveTo>
                    <a:pt x="1933" y="529"/>
                  </a:moveTo>
                  <a:cubicBezTo>
                    <a:pt x="2109" y="529"/>
                    <a:pt x="2287" y="567"/>
                    <a:pt x="2458" y="647"/>
                  </a:cubicBezTo>
                  <a:cubicBezTo>
                    <a:pt x="2936" y="920"/>
                    <a:pt x="3379" y="1261"/>
                    <a:pt x="3789" y="1636"/>
                  </a:cubicBezTo>
                  <a:cubicBezTo>
                    <a:pt x="4198" y="1943"/>
                    <a:pt x="4300" y="2523"/>
                    <a:pt x="4028" y="2967"/>
                  </a:cubicBezTo>
                  <a:cubicBezTo>
                    <a:pt x="3816" y="3360"/>
                    <a:pt x="3416" y="3593"/>
                    <a:pt x="2971" y="3593"/>
                  </a:cubicBezTo>
                  <a:cubicBezTo>
                    <a:pt x="2915" y="3593"/>
                    <a:pt x="2857" y="3589"/>
                    <a:pt x="2799" y="3581"/>
                  </a:cubicBezTo>
                  <a:cubicBezTo>
                    <a:pt x="2014" y="3410"/>
                    <a:pt x="1298" y="2899"/>
                    <a:pt x="854" y="2216"/>
                  </a:cubicBezTo>
                  <a:cubicBezTo>
                    <a:pt x="581" y="1841"/>
                    <a:pt x="649" y="1295"/>
                    <a:pt x="991" y="954"/>
                  </a:cubicBezTo>
                  <a:cubicBezTo>
                    <a:pt x="1241" y="681"/>
                    <a:pt x="1582" y="529"/>
                    <a:pt x="1933" y="529"/>
                  </a:cubicBezTo>
                  <a:close/>
                  <a:moveTo>
                    <a:pt x="1888" y="1"/>
                  </a:moveTo>
                  <a:cubicBezTo>
                    <a:pt x="1309" y="1"/>
                    <a:pt x="744" y="295"/>
                    <a:pt x="410" y="783"/>
                  </a:cubicBezTo>
                  <a:cubicBezTo>
                    <a:pt x="1" y="1363"/>
                    <a:pt x="69" y="2182"/>
                    <a:pt x="547" y="2728"/>
                  </a:cubicBezTo>
                  <a:cubicBezTo>
                    <a:pt x="1025" y="3342"/>
                    <a:pt x="1639" y="3786"/>
                    <a:pt x="2390" y="4025"/>
                  </a:cubicBezTo>
                  <a:cubicBezTo>
                    <a:pt x="2616" y="4094"/>
                    <a:pt x="2838" y="4127"/>
                    <a:pt x="3050" y="4127"/>
                  </a:cubicBezTo>
                  <a:cubicBezTo>
                    <a:pt x="3984" y="4127"/>
                    <a:pt x="4710" y="3478"/>
                    <a:pt x="4710" y="2421"/>
                  </a:cubicBezTo>
                  <a:cubicBezTo>
                    <a:pt x="4710" y="2046"/>
                    <a:pt x="4608" y="1704"/>
                    <a:pt x="4369" y="1431"/>
                  </a:cubicBezTo>
                  <a:cubicBezTo>
                    <a:pt x="3857" y="817"/>
                    <a:pt x="3209" y="339"/>
                    <a:pt x="2458" y="101"/>
                  </a:cubicBezTo>
                  <a:cubicBezTo>
                    <a:pt x="2272" y="33"/>
                    <a:pt x="2079" y="1"/>
                    <a:pt x="188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1" name="Google Shape;2871;p14"/>
            <p:cNvSpPr/>
            <p:nvPr/>
          </p:nvSpPr>
          <p:spPr>
            <a:xfrm>
              <a:off x="1787040" y="1659240"/>
              <a:ext cx="84240" cy="7416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4539" h="3998">
                  <a:moveTo>
                    <a:pt x="2208" y="631"/>
                  </a:moveTo>
                  <a:cubicBezTo>
                    <a:pt x="2369" y="631"/>
                    <a:pt x="2530" y="668"/>
                    <a:pt x="2662" y="734"/>
                  </a:cubicBezTo>
                  <a:cubicBezTo>
                    <a:pt x="2969" y="871"/>
                    <a:pt x="3242" y="1042"/>
                    <a:pt x="3481" y="1246"/>
                  </a:cubicBezTo>
                  <a:cubicBezTo>
                    <a:pt x="3788" y="1451"/>
                    <a:pt x="3925" y="1861"/>
                    <a:pt x="3788" y="2202"/>
                  </a:cubicBezTo>
                  <a:cubicBezTo>
                    <a:pt x="3618" y="2918"/>
                    <a:pt x="3003" y="3430"/>
                    <a:pt x="2253" y="3430"/>
                  </a:cubicBezTo>
                  <a:cubicBezTo>
                    <a:pt x="2184" y="3447"/>
                    <a:pt x="2125" y="3456"/>
                    <a:pt x="2065" y="3456"/>
                  </a:cubicBezTo>
                  <a:cubicBezTo>
                    <a:pt x="2005" y="3456"/>
                    <a:pt x="1946" y="3447"/>
                    <a:pt x="1877" y="3430"/>
                  </a:cubicBezTo>
                  <a:lnTo>
                    <a:pt x="1877" y="3464"/>
                  </a:lnTo>
                  <a:cubicBezTo>
                    <a:pt x="1468" y="3464"/>
                    <a:pt x="1058" y="3260"/>
                    <a:pt x="820" y="2918"/>
                  </a:cubicBezTo>
                  <a:cubicBezTo>
                    <a:pt x="512" y="2543"/>
                    <a:pt x="512" y="2031"/>
                    <a:pt x="751" y="1656"/>
                  </a:cubicBezTo>
                  <a:cubicBezTo>
                    <a:pt x="990" y="1178"/>
                    <a:pt x="1434" y="803"/>
                    <a:pt x="1946" y="666"/>
                  </a:cubicBezTo>
                  <a:cubicBezTo>
                    <a:pt x="2030" y="642"/>
                    <a:pt x="2119" y="631"/>
                    <a:pt x="2208" y="631"/>
                  </a:cubicBezTo>
                  <a:close/>
                  <a:moveTo>
                    <a:pt x="2219" y="1"/>
                  </a:moveTo>
                  <a:cubicBezTo>
                    <a:pt x="2116" y="1"/>
                    <a:pt x="2014" y="18"/>
                    <a:pt x="1911" y="52"/>
                  </a:cubicBezTo>
                  <a:cubicBezTo>
                    <a:pt x="1127" y="325"/>
                    <a:pt x="478" y="905"/>
                    <a:pt x="171" y="1656"/>
                  </a:cubicBezTo>
                  <a:cubicBezTo>
                    <a:pt x="1" y="1997"/>
                    <a:pt x="1" y="2372"/>
                    <a:pt x="103" y="2714"/>
                  </a:cubicBezTo>
                  <a:cubicBezTo>
                    <a:pt x="334" y="3474"/>
                    <a:pt x="1014" y="3978"/>
                    <a:pt x="1800" y="3978"/>
                  </a:cubicBezTo>
                  <a:cubicBezTo>
                    <a:pt x="1826" y="3978"/>
                    <a:pt x="1852" y="3977"/>
                    <a:pt x="1877" y="3976"/>
                  </a:cubicBezTo>
                  <a:cubicBezTo>
                    <a:pt x="1979" y="3990"/>
                    <a:pt x="2080" y="3997"/>
                    <a:pt x="2180" y="3997"/>
                  </a:cubicBezTo>
                  <a:cubicBezTo>
                    <a:pt x="3057" y="3997"/>
                    <a:pt x="3864" y="3476"/>
                    <a:pt x="4232" y="2680"/>
                  </a:cubicBezTo>
                  <a:cubicBezTo>
                    <a:pt x="4539" y="2099"/>
                    <a:pt x="4437" y="1417"/>
                    <a:pt x="4027" y="973"/>
                  </a:cubicBezTo>
                  <a:cubicBezTo>
                    <a:pt x="3584" y="530"/>
                    <a:pt x="3072" y="223"/>
                    <a:pt x="2526" y="52"/>
                  </a:cubicBezTo>
                  <a:cubicBezTo>
                    <a:pt x="2423" y="18"/>
                    <a:pt x="2321" y="1"/>
                    <a:pt x="2219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08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2" name="Google Shape;2872;p14"/>
            <p:cNvSpPr/>
            <p:nvPr/>
          </p:nvSpPr>
          <p:spPr>
            <a:xfrm>
              <a:off x="2193840" y="1656000"/>
              <a:ext cx="84600" cy="727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4564" h="3920">
                  <a:moveTo>
                    <a:pt x="2361" y="712"/>
                  </a:moveTo>
                  <a:cubicBezTo>
                    <a:pt x="2619" y="712"/>
                    <a:pt x="2867" y="774"/>
                    <a:pt x="3071" y="913"/>
                  </a:cubicBezTo>
                  <a:cubicBezTo>
                    <a:pt x="3856" y="1357"/>
                    <a:pt x="3993" y="2449"/>
                    <a:pt x="3310" y="3029"/>
                  </a:cubicBezTo>
                  <a:cubicBezTo>
                    <a:pt x="3056" y="3255"/>
                    <a:pt x="2755" y="3388"/>
                    <a:pt x="2426" y="3388"/>
                  </a:cubicBezTo>
                  <a:cubicBezTo>
                    <a:pt x="2358" y="3388"/>
                    <a:pt x="2289" y="3382"/>
                    <a:pt x="2218" y="3370"/>
                  </a:cubicBezTo>
                  <a:cubicBezTo>
                    <a:pt x="1672" y="3302"/>
                    <a:pt x="1195" y="2995"/>
                    <a:pt x="888" y="2551"/>
                  </a:cubicBezTo>
                  <a:cubicBezTo>
                    <a:pt x="580" y="2210"/>
                    <a:pt x="580" y="1732"/>
                    <a:pt x="888" y="1425"/>
                  </a:cubicBezTo>
                  <a:cubicBezTo>
                    <a:pt x="1191" y="1005"/>
                    <a:pt x="1800" y="712"/>
                    <a:pt x="2361" y="712"/>
                  </a:cubicBezTo>
                  <a:close/>
                  <a:moveTo>
                    <a:pt x="2777" y="1"/>
                  </a:moveTo>
                  <a:cubicBezTo>
                    <a:pt x="2692" y="1"/>
                    <a:pt x="2606" y="20"/>
                    <a:pt x="2525" y="60"/>
                  </a:cubicBezTo>
                  <a:cubicBezTo>
                    <a:pt x="2321" y="129"/>
                    <a:pt x="2116" y="197"/>
                    <a:pt x="1877" y="231"/>
                  </a:cubicBezTo>
                  <a:cubicBezTo>
                    <a:pt x="1297" y="333"/>
                    <a:pt x="751" y="640"/>
                    <a:pt x="410" y="1152"/>
                  </a:cubicBezTo>
                  <a:cubicBezTo>
                    <a:pt x="0" y="1630"/>
                    <a:pt x="0" y="2313"/>
                    <a:pt x="376" y="2790"/>
                  </a:cubicBezTo>
                  <a:cubicBezTo>
                    <a:pt x="785" y="3404"/>
                    <a:pt x="1434" y="3814"/>
                    <a:pt x="2184" y="3916"/>
                  </a:cubicBezTo>
                  <a:cubicBezTo>
                    <a:pt x="2223" y="3918"/>
                    <a:pt x="2262" y="3919"/>
                    <a:pt x="2300" y="3919"/>
                  </a:cubicBezTo>
                  <a:cubicBezTo>
                    <a:pt x="3700" y="3919"/>
                    <a:pt x="4564" y="2724"/>
                    <a:pt x="4232" y="1562"/>
                  </a:cubicBezTo>
                  <a:cubicBezTo>
                    <a:pt x="4027" y="982"/>
                    <a:pt x="3652" y="470"/>
                    <a:pt x="3140" y="129"/>
                  </a:cubicBezTo>
                  <a:cubicBezTo>
                    <a:pt x="3036" y="46"/>
                    <a:pt x="2908" y="1"/>
                    <a:pt x="2777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3" name="Google Shape;2873;p14"/>
            <p:cNvSpPr/>
            <p:nvPr/>
          </p:nvSpPr>
          <p:spPr>
            <a:xfrm>
              <a:off x="1988640" y="1644480"/>
              <a:ext cx="86040" cy="7164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71640"/>
                <a:gd name="textAreaBottom" fmla="*/ 72000 h 71640"/>
              </a:gdLst>
              <a:ahLst/>
              <a:cxnLst/>
              <a:rect l="textAreaLeft" t="textAreaTop" r="textAreaRight" b="textAreaBottom"/>
              <a:pathLst>
                <a:path w="4636" h="3862">
                  <a:moveTo>
                    <a:pt x="2025" y="501"/>
                  </a:moveTo>
                  <a:cubicBezTo>
                    <a:pt x="2087" y="501"/>
                    <a:pt x="2150" y="506"/>
                    <a:pt x="2213" y="516"/>
                  </a:cubicBezTo>
                  <a:cubicBezTo>
                    <a:pt x="2793" y="550"/>
                    <a:pt x="3339" y="823"/>
                    <a:pt x="3680" y="1301"/>
                  </a:cubicBezTo>
                  <a:cubicBezTo>
                    <a:pt x="3953" y="1608"/>
                    <a:pt x="3987" y="2085"/>
                    <a:pt x="3782" y="2427"/>
                  </a:cubicBezTo>
                  <a:cubicBezTo>
                    <a:pt x="3434" y="3007"/>
                    <a:pt x="2832" y="3319"/>
                    <a:pt x="2215" y="3319"/>
                  </a:cubicBezTo>
                  <a:cubicBezTo>
                    <a:pt x="1925" y="3319"/>
                    <a:pt x="1632" y="3251"/>
                    <a:pt x="1360" y="3109"/>
                  </a:cubicBezTo>
                  <a:cubicBezTo>
                    <a:pt x="814" y="2768"/>
                    <a:pt x="575" y="2120"/>
                    <a:pt x="779" y="1505"/>
                  </a:cubicBezTo>
                  <a:cubicBezTo>
                    <a:pt x="903" y="920"/>
                    <a:pt x="1444" y="501"/>
                    <a:pt x="2025" y="501"/>
                  </a:cubicBezTo>
                  <a:close/>
                  <a:moveTo>
                    <a:pt x="2069" y="1"/>
                  </a:moveTo>
                  <a:cubicBezTo>
                    <a:pt x="894" y="1"/>
                    <a:pt x="1" y="1063"/>
                    <a:pt x="199" y="2222"/>
                  </a:cubicBezTo>
                  <a:cubicBezTo>
                    <a:pt x="336" y="3212"/>
                    <a:pt x="1052" y="3792"/>
                    <a:pt x="2315" y="3860"/>
                  </a:cubicBezTo>
                  <a:cubicBezTo>
                    <a:pt x="2345" y="3861"/>
                    <a:pt x="2376" y="3862"/>
                    <a:pt x="2406" y="3862"/>
                  </a:cubicBezTo>
                  <a:cubicBezTo>
                    <a:pt x="3157" y="3862"/>
                    <a:pt x="3865" y="3458"/>
                    <a:pt x="4226" y="2802"/>
                  </a:cubicBezTo>
                  <a:cubicBezTo>
                    <a:pt x="4635" y="2188"/>
                    <a:pt x="4567" y="1335"/>
                    <a:pt x="3987" y="823"/>
                  </a:cubicBezTo>
                  <a:cubicBezTo>
                    <a:pt x="3543" y="311"/>
                    <a:pt x="2861" y="4"/>
                    <a:pt x="2178" y="4"/>
                  </a:cubicBezTo>
                  <a:cubicBezTo>
                    <a:pt x="2142" y="2"/>
                    <a:pt x="2105" y="1"/>
                    <a:pt x="2069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0" bIns="36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4" name="Google Shape;2874;p14"/>
            <p:cNvSpPr/>
            <p:nvPr/>
          </p:nvSpPr>
          <p:spPr>
            <a:xfrm>
              <a:off x="1603440" y="1688040"/>
              <a:ext cx="91080" cy="71640"/>
            </a:xfrm>
            <a:custGeom>
              <a:avLst/>
              <a:gdLst>
                <a:gd name="textAreaLeft" fmla="*/ 0 w 91080"/>
                <a:gd name="textAreaRight" fmla="*/ 91440 w 91080"/>
                <a:gd name="textAreaTop" fmla="*/ 0 h 71640"/>
                <a:gd name="textAreaBottom" fmla="*/ 72000 h 71640"/>
              </a:gdLst>
              <a:ahLst/>
              <a:cxnLst/>
              <a:rect l="textAreaLeft" t="textAreaTop" r="textAreaRight" b="textAreaBottom"/>
              <a:pathLst>
                <a:path w="4914" h="3863">
                  <a:moveTo>
                    <a:pt x="3310" y="478"/>
                  </a:moveTo>
                  <a:cubicBezTo>
                    <a:pt x="3310" y="785"/>
                    <a:pt x="3412" y="888"/>
                    <a:pt x="3719" y="956"/>
                  </a:cubicBezTo>
                  <a:cubicBezTo>
                    <a:pt x="4129" y="1024"/>
                    <a:pt x="4334" y="1672"/>
                    <a:pt x="4129" y="2116"/>
                  </a:cubicBezTo>
                  <a:cubicBezTo>
                    <a:pt x="3686" y="2854"/>
                    <a:pt x="2887" y="3311"/>
                    <a:pt x="2039" y="3311"/>
                  </a:cubicBezTo>
                  <a:cubicBezTo>
                    <a:pt x="1906" y="3311"/>
                    <a:pt x="1772" y="3299"/>
                    <a:pt x="1638" y="3276"/>
                  </a:cubicBezTo>
                  <a:cubicBezTo>
                    <a:pt x="1092" y="3208"/>
                    <a:pt x="785" y="2662"/>
                    <a:pt x="1024" y="2184"/>
                  </a:cubicBezTo>
                  <a:cubicBezTo>
                    <a:pt x="1467" y="1297"/>
                    <a:pt x="2320" y="649"/>
                    <a:pt x="3310" y="478"/>
                  </a:cubicBezTo>
                  <a:close/>
                  <a:moveTo>
                    <a:pt x="3310" y="0"/>
                  </a:moveTo>
                  <a:cubicBezTo>
                    <a:pt x="3139" y="0"/>
                    <a:pt x="2969" y="35"/>
                    <a:pt x="2798" y="103"/>
                  </a:cubicBezTo>
                  <a:cubicBezTo>
                    <a:pt x="1945" y="342"/>
                    <a:pt x="1228" y="888"/>
                    <a:pt x="717" y="1604"/>
                  </a:cubicBezTo>
                  <a:cubicBezTo>
                    <a:pt x="0" y="2628"/>
                    <a:pt x="546" y="3754"/>
                    <a:pt x="1809" y="3856"/>
                  </a:cubicBezTo>
                  <a:cubicBezTo>
                    <a:pt x="1870" y="3860"/>
                    <a:pt x="1931" y="3862"/>
                    <a:pt x="1992" y="3862"/>
                  </a:cubicBezTo>
                  <a:cubicBezTo>
                    <a:pt x="3014" y="3862"/>
                    <a:pt x="3959" y="3327"/>
                    <a:pt x="4538" y="2457"/>
                  </a:cubicBezTo>
                  <a:cubicBezTo>
                    <a:pt x="4914" y="1911"/>
                    <a:pt x="4846" y="1195"/>
                    <a:pt x="4368" y="717"/>
                  </a:cubicBezTo>
                  <a:cubicBezTo>
                    <a:pt x="4129" y="478"/>
                    <a:pt x="3754" y="410"/>
                    <a:pt x="3583" y="69"/>
                  </a:cubicBezTo>
                  <a:cubicBezTo>
                    <a:pt x="3549" y="0"/>
                    <a:pt x="3412" y="0"/>
                    <a:pt x="3310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0" bIns="36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5" name="Google Shape;2875;p14"/>
            <p:cNvSpPr/>
            <p:nvPr/>
          </p:nvSpPr>
          <p:spPr>
            <a:xfrm>
              <a:off x="2557800" y="1788120"/>
              <a:ext cx="62640" cy="572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380" h="3090">
                  <a:moveTo>
                    <a:pt x="1656" y="516"/>
                  </a:moveTo>
                  <a:cubicBezTo>
                    <a:pt x="1869" y="516"/>
                    <a:pt x="2082" y="593"/>
                    <a:pt x="2253" y="746"/>
                  </a:cubicBezTo>
                  <a:cubicBezTo>
                    <a:pt x="2560" y="1054"/>
                    <a:pt x="2765" y="1497"/>
                    <a:pt x="2799" y="1941"/>
                  </a:cubicBezTo>
                  <a:cubicBezTo>
                    <a:pt x="2799" y="2292"/>
                    <a:pt x="2523" y="2542"/>
                    <a:pt x="2187" y="2542"/>
                  </a:cubicBezTo>
                  <a:cubicBezTo>
                    <a:pt x="2130" y="2542"/>
                    <a:pt x="2073" y="2536"/>
                    <a:pt x="2014" y="2521"/>
                  </a:cubicBezTo>
                  <a:cubicBezTo>
                    <a:pt x="1639" y="2419"/>
                    <a:pt x="1263" y="2214"/>
                    <a:pt x="990" y="1907"/>
                  </a:cubicBezTo>
                  <a:cubicBezTo>
                    <a:pt x="649" y="1600"/>
                    <a:pt x="683" y="1054"/>
                    <a:pt x="1059" y="746"/>
                  </a:cubicBezTo>
                  <a:cubicBezTo>
                    <a:pt x="1229" y="593"/>
                    <a:pt x="1443" y="516"/>
                    <a:pt x="1656" y="516"/>
                  </a:cubicBezTo>
                  <a:close/>
                  <a:moveTo>
                    <a:pt x="1641" y="0"/>
                  </a:moveTo>
                  <a:cubicBezTo>
                    <a:pt x="1227" y="0"/>
                    <a:pt x="820" y="176"/>
                    <a:pt x="547" y="508"/>
                  </a:cubicBezTo>
                  <a:cubicBezTo>
                    <a:pt x="1" y="1122"/>
                    <a:pt x="137" y="2043"/>
                    <a:pt x="786" y="2453"/>
                  </a:cubicBezTo>
                  <a:cubicBezTo>
                    <a:pt x="1127" y="2726"/>
                    <a:pt x="1502" y="2896"/>
                    <a:pt x="1912" y="3033"/>
                  </a:cubicBezTo>
                  <a:cubicBezTo>
                    <a:pt x="2028" y="3071"/>
                    <a:pt x="2145" y="3089"/>
                    <a:pt x="2259" y="3089"/>
                  </a:cubicBezTo>
                  <a:cubicBezTo>
                    <a:pt x="2852" y="3089"/>
                    <a:pt x="3379" y="2604"/>
                    <a:pt x="3379" y="1975"/>
                  </a:cubicBezTo>
                  <a:cubicBezTo>
                    <a:pt x="3311" y="1327"/>
                    <a:pt x="3038" y="712"/>
                    <a:pt x="2526" y="303"/>
                  </a:cubicBezTo>
                  <a:cubicBezTo>
                    <a:pt x="2263" y="98"/>
                    <a:pt x="1950" y="0"/>
                    <a:pt x="164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6" name="Google Shape;2876;p14"/>
            <p:cNvSpPr/>
            <p:nvPr/>
          </p:nvSpPr>
          <p:spPr>
            <a:xfrm>
              <a:off x="1380960" y="1990080"/>
              <a:ext cx="144720" cy="55080"/>
            </a:xfrm>
            <a:custGeom>
              <a:avLst/>
              <a:gdLst>
                <a:gd name="textAreaLeft" fmla="*/ 0 w 144720"/>
                <a:gd name="textAreaRight" fmla="*/ 145080 w 144720"/>
                <a:gd name="textAreaTop" fmla="*/ 0 h 55080"/>
                <a:gd name="textAreaBottom" fmla="*/ 55440 h 55080"/>
              </a:gdLst>
              <a:ahLst/>
              <a:cxnLst/>
              <a:rect l="textAreaLeft" t="textAreaTop" r="textAreaRight" b="textAreaBottom"/>
              <a:pathLst>
                <a:path w="7782" h="2970">
                  <a:moveTo>
                    <a:pt x="342" y="1"/>
                  </a:moveTo>
                  <a:cubicBezTo>
                    <a:pt x="240" y="1"/>
                    <a:pt x="103" y="1"/>
                    <a:pt x="35" y="69"/>
                  </a:cubicBezTo>
                  <a:cubicBezTo>
                    <a:pt x="1" y="137"/>
                    <a:pt x="1" y="274"/>
                    <a:pt x="35" y="342"/>
                  </a:cubicBezTo>
                  <a:cubicBezTo>
                    <a:pt x="103" y="445"/>
                    <a:pt x="206" y="513"/>
                    <a:pt x="308" y="547"/>
                  </a:cubicBezTo>
                  <a:cubicBezTo>
                    <a:pt x="615" y="786"/>
                    <a:pt x="956" y="956"/>
                    <a:pt x="1332" y="1093"/>
                  </a:cubicBezTo>
                  <a:cubicBezTo>
                    <a:pt x="2492" y="1536"/>
                    <a:pt x="3652" y="1946"/>
                    <a:pt x="4846" y="2321"/>
                  </a:cubicBezTo>
                  <a:cubicBezTo>
                    <a:pt x="5631" y="2594"/>
                    <a:pt x="6484" y="2765"/>
                    <a:pt x="7337" y="2970"/>
                  </a:cubicBezTo>
                  <a:cubicBezTo>
                    <a:pt x="7440" y="2901"/>
                    <a:pt x="7645" y="2867"/>
                    <a:pt x="7679" y="2765"/>
                  </a:cubicBezTo>
                  <a:cubicBezTo>
                    <a:pt x="7781" y="2560"/>
                    <a:pt x="7576" y="2458"/>
                    <a:pt x="7406" y="2424"/>
                  </a:cubicBezTo>
                  <a:cubicBezTo>
                    <a:pt x="7303" y="2390"/>
                    <a:pt x="7235" y="2355"/>
                    <a:pt x="7133" y="2355"/>
                  </a:cubicBezTo>
                  <a:cubicBezTo>
                    <a:pt x="6211" y="2117"/>
                    <a:pt x="5290" y="1912"/>
                    <a:pt x="4369" y="1639"/>
                  </a:cubicBezTo>
                  <a:cubicBezTo>
                    <a:pt x="3004" y="1195"/>
                    <a:pt x="1605" y="820"/>
                    <a:pt x="410" y="35"/>
                  </a:cubicBezTo>
                  <a:cubicBezTo>
                    <a:pt x="410" y="35"/>
                    <a:pt x="376" y="1"/>
                    <a:pt x="34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7" name="Google Shape;2877;p14"/>
            <p:cNvSpPr/>
            <p:nvPr/>
          </p:nvSpPr>
          <p:spPr>
            <a:xfrm>
              <a:off x="1588680" y="2066760"/>
              <a:ext cx="131760" cy="2016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7098" h="1107">
                  <a:moveTo>
                    <a:pt x="321" y="1"/>
                  </a:moveTo>
                  <a:cubicBezTo>
                    <a:pt x="296" y="1"/>
                    <a:pt x="269" y="5"/>
                    <a:pt x="239" y="15"/>
                  </a:cubicBezTo>
                  <a:cubicBezTo>
                    <a:pt x="137" y="49"/>
                    <a:pt x="0" y="117"/>
                    <a:pt x="0" y="185"/>
                  </a:cubicBezTo>
                  <a:cubicBezTo>
                    <a:pt x="0" y="288"/>
                    <a:pt x="34" y="390"/>
                    <a:pt x="137" y="458"/>
                  </a:cubicBezTo>
                  <a:cubicBezTo>
                    <a:pt x="273" y="493"/>
                    <a:pt x="410" y="527"/>
                    <a:pt x="546" y="561"/>
                  </a:cubicBezTo>
                  <a:lnTo>
                    <a:pt x="4231" y="1039"/>
                  </a:lnTo>
                  <a:cubicBezTo>
                    <a:pt x="4675" y="1073"/>
                    <a:pt x="5255" y="1107"/>
                    <a:pt x="5835" y="1107"/>
                  </a:cubicBezTo>
                  <a:cubicBezTo>
                    <a:pt x="6176" y="1107"/>
                    <a:pt x="6484" y="1039"/>
                    <a:pt x="6791" y="902"/>
                  </a:cubicBezTo>
                  <a:cubicBezTo>
                    <a:pt x="6961" y="868"/>
                    <a:pt x="7098" y="697"/>
                    <a:pt x="6995" y="527"/>
                  </a:cubicBezTo>
                  <a:cubicBezTo>
                    <a:pt x="6959" y="435"/>
                    <a:pt x="6893" y="402"/>
                    <a:pt x="6813" y="402"/>
                  </a:cubicBezTo>
                  <a:cubicBezTo>
                    <a:pt x="6744" y="402"/>
                    <a:pt x="6665" y="427"/>
                    <a:pt x="6586" y="458"/>
                  </a:cubicBezTo>
                  <a:cubicBezTo>
                    <a:pt x="6340" y="532"/>
                    <a:pt x="6076" y="588"/>
                    <a:pt x="5821" y="588"/>
                  </a:cubicBezTo>
                  <a:cubicBezTo>
                    <a:pt x="5721" y="588"/>
                    <a:pt x="5623" y="580"/>
                    <a:pt x="5528" y="561"/>
                  </a:cubicBezTo>
                  <a:lnTo>
                    <a:pt x="478" y="49"/>
                  </a:lnTo>
                  <a:cubicBezTo>
                    <a:pt x="430" y="25"/>
                    <a:pt x="381" y="1"/>
                    <a:pt x="321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8" name="Google Shape;2878;p14"/>
            <p:cNvSpPr/>
            <p:nvPr/>
          </p:nvSpPr>
          <p:spPr>
            <a:xfrm>
              <a:off x="1400040" y="2029320"/>
              <a:ext cx="112680" cy="3204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6075" h="1741">
                  <a:moveTo>
                    <a:pt x="316" y="1"/>
                  </a:moveTo>
                  <a:cubicBezTo>
                    <a:pt x="248" y="1"/>
                    <a:pt x="188" y="35"/>
                    <a:pt x="137" y="137"/>
                  </a:cubicBezTo>
                  <a:cubicBezTo>
                    <a:pt x="1" y="342"/>
                    <a:pt x="171" y="444"/>
                    <a:pt x="342" y="512"/>
                  </a:cubicBezTo>
                  <a:cubicBezTo>
                    <a:pt x="410" y="547"/>
                    <a:pt x="478" y="581"/>
                    <a:pt x="547" y="615"/>
                  </a:cubicBezTo>
                  <a:cubicBezTo>
                    <a:pt x="2116" y="1058"/>
                    <a:pt x="3686" y="1434"/>
                    <a:pt x="5290" y="1707"/>
                  </a:cubicBezTo>
                  <a:cubicBezTo>
                    <a:pt x="5460" y="1707"/>
                    <a:pt x="5665" y="1741"/>
                    <a:pt x="5836" y="1741"/>
                  </a:cubicBezTo>
                  <a:cubicBezTo>
                    <a:pt x="5938" y="1707"/>
                    <a:pt x="6075" y="1604"/>
                    <a:pt x="6075" y="1570"/>
                  </a:cubicBezTo>
                  <a:cubicBezTo>
                    <a:pt x="6075" y="1434"/>
                    <a:pt x="6006" y="1331"/>
                    <a:pt x="5904" y="1297"/>
                  </a:cubicBezTo>
                  <a:cubicBezTo>
                    <a:pt x="5733" y="1229"/>
                    <a:pt x="5563" y="1195"/>
                    <a:pt x="5392" y="1161"/>
                  </a:cubicBezTo>
                  <a:cubicBezTo>
                    <a:pt x="4266" y="956"/>
                    <a:pt x="3140" y="717"/>
                    <a:pt x="2014" y="478"/>
                  </a:cubicBezTo>
                  <a:cubicBezTo>
                    <a:pt x="1536" y="376"/>
                    <a:pt x="1024" y="205"/>
                    <a:pt x="547" y="69"/>
                  </a:cubicBezTo>
                  <a:cubicBezTo>
                    <a:pt x="461" y="35"/>
                    <a:pt x="385" y="1"/>
                    <a:pt x="316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9" name="Google Shape;2879;p14"/>
            <p:cNvSpPr/>
            <p:nvPr/>
          </p:nvSpPr>
          <p:spPr>
            <a:xfrm>
              <a:off x="2367720" y="2083680"/>
              <a:ext cx="196560" cy="1836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0579" h="1009">
                  <a:moveTo>
                    <a:pt x="10028" y="1"/>
                  </a:moveTo>
                  <a:cubicBezTo>
                    <a:pt x="9955" y="1"/>
                    <a:pt x="9879" y="9"/>
                    <a:pt x="9793" y="26"/>
                  </a:cubicBezTo>
                  <a:cubicBezTo>
                    <a:pt x="8838" y="94"/>
                    <a:pt x="7917" y="197"/>
                    <a:pt x="6961" y="265"/>
                  </a:cubicBezTo>
                  <a:cubicBezTo>
                    <a:pt x="5656" y="367"/>
                    <a:pt x="4351" y="469"/>
                    <a:pt x="3039" y="469"/>
                  </a:cubicBezTo>
                  <a:cubicBezTo>
                    <a:pt x="2155" y="469"/>
                    <a:pt x="1268" y="423"/>
                    <a:pt x="375" y="299"/>
                  </a:cubicBezTo>
                  <a:lnTo>
                    <a:pt x="102" y="299"/>
                  </a:lnTo>
                  <a:cubicBezTo>
                    <a:pt x="0" y="709"/>
                    <a:pt x="34" y="743"/>
                    <a:pt x="410" y="811"/>
                  </a:cubicBezTo>
                  <a:lnTo>
                    <a:pt x="717" y="845"/>
                  </a:lnTo>
                  <a:cubicBezTo>
                    <a:pt x="1641" y="945"/>
                    <a:pt x="2565" y="1008"/>
                    <a:pt x="3489" y="1008"/>
                  </a:cubicBezTo>
                  <a:cubicBezTo>
                    <a:pt x="3828" y="1008"/>
                    <a:pt x="4166" y="1000"/>
                    <a:pt x="4504" y="982"/>
                  </a:cubicBezTo>
                  <a:cubicBezTo>
                    <a:pt x="6142" y="879"/>
                    <a:pt x="7712" y="743"/>
                    <a:pt x="9316" y="606"/>
                  </a:cubicBezTo>
                  <a:cubicBezTo>
                    <a:pt x="9657" y="572"/>
                    <a:pt x="9964" y="572"/>
                    <a:pt x="10305" y="504"/>
                  </a:cubicBezTo>
                  <a:cubicBezTo>
                    <a:pt x="10476" y="504"/>
                    <a:pt x="10578" y="401"/>
                    <a:pt x="10510" y="231"/>
                  </a:cubicBezTo>
                  <a:cubicBezTo>
                    <a:pt x="10442" y="129"/>
                    <a:pt x="10339" y="60"/>
                    <a:pt x="10237" y="26"/>
                  </a:cubicBezTo>
                  <a:cubicBezTo>
                    <a:pt x="10169" y="9"/>
                    <a:pt x="10100" y="1"/>
                    <a:pt x="1002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0" name="Google Shape;2880;p14"/>
            <p:cNvSpPr/>
            <p:nvPr/>
          </p:nvSpPr>
          <p:spPr>
            <a:xfrm>
              <a:off x="2656440" y="2016360"/>
              <a:ext cx="73440" cy="3564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3960" h="1942">
                  <a:moveTo>
                    <a:pt x="3643" y="1"/>
                  </a:moveTo>
                  <a:cubicBezTo>
                    <a:pt x="3538" y="1"/>
                    <a:pt x="3405" y="43"/>
                    <a:pt x="3243" y="133"/>
                  </a:cubicBezTo>
                  <a:cubicBezTo>
                    <a:pt x="2390" y="748"/>
                    <a:pt x="1434" y="1157"/>
                    <a:pt x="410" y="1396"/>
                  </a:cubicBezTo>
                  <a:cubicBezTo>
                    <a:pt x="376" y="1396"/>
                    <a:pt x="308" y="1396"/>
                    <a:pt x="274" y="1430"/>
                  </a:cubicBezTo>
                  <a:cubicBezTo>
                    <a:pt x="137" y="1464"/>
                    <a:pt x="1" y="1567"/>
                    <a:pt x="69" y="1737"/>
                  </a:cubicBezTo>
                  <a:cubicBezTo>
                    <a:pt x="103" y="1840"/>
                    <a:pt x="240" y="1874"/>
                    <a:pt x="308" y="1942"/>
                  </a:cubicBezTo>
                  <a:cubicBezTo>
                    <a:pt x="547" y="1908"/>
                    <a:pt x="683" y="1874"/>
                    <a:pt x="854" y="1840"/>
                  </a:cubicBezTo>
                  <a:cubicBezTo>
                    <a:pt x="1809" y="1567"/>
                    <a:pt x="2731" y="1157"/>
                    <a:pt x="3584" y="577"/>
                  </a:cubicBezTo>
                  <a:cubicBezTo>
                    <a:pt x="3754" y="475"/>
                    <a:pt x="3959" y="372"/>
                    <a:pt x="3857" y="99"/>
                  </a:cubicBezTo>
                  <a:cubicBezTo>
                    <a:pt x="3808" y="35"/>
                    <a:pt x="3737" y="1"/>
                    <a:pt x="3643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1" name="Google Shape;2881;p14"/>
            <p:cNvSpPr/>
            <p:nvPr/>
          </p:nvSpPr>
          <p:spPr>
            <a:xfrm>
              <a:off x="2326680" y="2131920"/>
              <a:ext cx="57600" cy="3276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3106" h="1781">
                  <a:moveTo>
                    <a:pt x="239" y="0"/>
                  </a:moveTo>
                  <a:cubicBezTo>
                    <a:pt x="171" y="34"/>
                    <a:pt x="68" y="69"/>
                    <a:pt x="34" y="137"/>
                  </a:cubicBezTo>
                  <a:cubicBezTo>
                    <a:pt x="0" y="239"/>
                    <a:pt x="34" y="307"/>
                    <a:pt x="102" y="376"/>
                  </a:cubicBezTo>
                  <a:cubicBezTo>
                    <a:pt x="205" y="478"/>
                    <a:pt x="341" y="546"/>
                    <a:pt x="478" y="615"/>
                  </a:cubicBezTo>
                  <a:cubicBezTo>
                    <a:pt x="1194" y="1024"/>
                    <a:pt x="2047" y="1195"/>
                    <a:pt x="2730" y="1741"/>
                  </a:cubicBezTo>
                  <a:cubicBezTo>
                    <a:pt x="2750" y="1760"/>
                    <a:pt x="2826" y="1780"/>
                    <a:pt x="2894" y="1780"/>
                  </a:cubicBezTo>
                  <a:cubicBezTo>
                    <a:pt x="2944" y="1780"/>
                    <a:pt x="2988" y="1769"/>
                    <a:pt x="3003" y="1741"/>
                  </a:cubicBezTo>
                  <a:cubicBezTo>
                    <a:pt x="3071" y="1638"/>
                    <a:pt x="3105" y="1468"/>
                    <a:pt x="3037" y="1399"/>
                  </a:cubicBezTo>
                  <a:cubicBezTo>
                    <a:pt x="2832" y="1195"/>
                    <a:pt x="2593" y="1024"/>
                    <a:pt x="2355" y="888"/>
                  </a:cubicBezTo>
                  <a:cubicBezTo>
                    <a:pt x="1740" y="615"/>
                    <a:pt x="1160" y="342"/>
                    <a:pt x="546" y="103"/>
                  </a:cubicBezTo>
                  <a:cubicBezTo>
                    <a:pt x="444" y="69"/>
                    <a:pt x="341" y="34"/>
                    <a:pt x="23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2" name="Google Shape;2882;p14"/>
            <p:cNvSpPr/>
            <p:nvPr/>
          </p:nvSpPr>
          <p:spPr>
            <a:xfrm>
              <a:off x="1776960" y="2703240"/>
              <a:ext cx="506520" cy="446760"/>
            </a:xfrm>
            <a:custGeom>
              <a:avLst/>
              <a:gdLst>
                <a:gd name="textAreaLeft" fmla="*/ 0 w 506520"/>
                <a:gd name="textAreaRight" fmla="*/ 506880 w 506520"/>
                <a:gd name="textAreaTop" fmla="*/ 0 h 446760"/>
                <a:gd name="textAreaBottom" fmla="*/ 447120 h 446760"/>
              </a:gdLst>
              <a:ahLst/>
              <a:cxnLst/>
              <a:rect l="textAreaLeft" t="textAreaTop" r="textAreaRight" b="textAreaBottom"/>
              <a:pathLst>
                <a:path w="11717" h="10341">
                  <a:moveTo>
                    <a:pt x="3599" y="1249"/>
                  </a:moveTo>
                  <a:cubicBezTo>
                    <a:pt x="3610" y="1249"/>
                    <a:pt x="3618" y="1252"/>
                    <a:pt x="3618" y="1264"/>
                  </a:cubicBezTo>
                  <a:cubicBezTo>
                    <a:pt x="3618" y="1400"/>
                    <a:pt x="3515" y="1468"/>
                    <a:pt x="3379" y="1503"/>
                  </a:cubicBezTo>
                  <a:cubicBezTo>
                    <a:pt x="3447" y="1434"/>
                    <a:pt x="3413" y="1400"/>
                    <a:pt x="3447" y="1366"/>
                  </a:cubicBezTo>
                  <a:lnTo>
                    <a:pt x="3515" y="1264"/>
                  </a:lnTo>
                  <a:cubicBezTo>
                    <a:pt x="3538" y="1264"/>
                    <a:pt x="3576" y="1249"/>
                    <a:pt x="3599" y="1249"/>
                  </a:cubicBezTo>
                  <a:close/>
                  <a:moveTo>
                    <a:pt x="3379" y="1503"/>
                  </a:moveTo>
                  <a:lnTo>
                    <a:pt x="3379" y="1503"/>
                  </a:lnTo>
                  <a:cubicBezTo>
                    <a:pt x="3413" y="1571"/>
                    <a:pt x="3345" y="1605"/>
                    <a:pt x="3310" y="1673"/>
                  </a:cubicBezTo>
                  <a:cubicBezTo>
                    <a:pt x="3242" y="1776"/>
                    <a:pt x="3174" y="1912"/>
                    <a:pt x="3038" y="1912"/>
                  </a:cubicBezTo>
                  <a:lnTo>
                    <a:pt x="3072" y="1776"/>
                  </a:lnTo>
                  <a:cubicBezTo>
                    <a:pt x="3100" y="1776"/>
                    <a:pt x="3129" y="1752"/>
                    <a:pt x="3137" y="1704"/>
                  </a:cubicBezTo>
                  <a:lnTo>
                    <a:pt x="3137" y="1704"/>
                  </a:lnTo>
                  <a:lnTo>
                    <a:pt x="3140" y="1707"/>
                  </a:lnTo>
                  <a:cubicBezTo>
                    <a:pt x="3194" y="1707"/>
                    <a:pt x="3227" y="1664"/>
                    <a:pt x="3256" y="1664"/>
                  </a:cubicBezTo>
                  <a:cubicBezTo>
                    <a:pt x="3263" y="1664"/>
                    <a:pt x="3270" y="1666"/>
                    <a:pt x="3276" y="1673"/>
                  </a:cubicBezTo>
                  <a:cubicBezTo>
                    <a:pt x="3276" y="1571"/>
                    <a:pt x="3310" y="1537"/>
                    <a:pt x="3379" y="1503"/>
                  </a:cubicBezTo>
                  <a:close/>
                  <a:moveTo>
                    <a:pt x="3003" y="1912"/>
                  </a:moveTo>
                  <a:cubicBezTo>
                    <a:pt x="3003" y="1980"/>
                    <a:pt x="3003" y="2014"/>
                    <a:pt x="2935" y="2014"/>
                  </a:cubicBezTo>
                  <a:lnTo>
                    <a:pt x="2901" y="2014"/>
                  </a:lnTo>
                  <a:cubicBezTo>
                    <a:pt x="2923" y="2079"/>
                    <a:pt x="2931" y="2103"/>
                    <a:pt x="2907" y="2103"/>
                  </a:cubicBezTo>
                  <a:cubicBezTo>
                    <a:pt x="2894" y="2103"/>
                    <a:pt x="2870" y="2095"/>
                    <a:pt x="2833" y="2083"/>
                  </a:cubicBezTo>
                  <a:lnTo>
                    <a:pt x="2833" y="2083"/>
                  </a:lnTo>
                  <a:cubicBezTo>
                    <a:pt x="2867" y="2117"/>
                    <a:pt x="2867" y="2151"/>
                    <a:pt x="2833" y="2151"/>
                  </a:cubicBezTo>
                  <a:lnTo>
                    <a:pt x="2799" y="2151"/>
                  </a:lnTo>
                  <a:lnTo>
                    <a:pt x="2833" y="2083"/>
                  </a:lnTo>
                  <a:lnTo>
                    <a:pt x="2901" y="2014"/>
                  </a:lnTo>
                  <a:cubicBezTo>
                    <a:pt x="2901" y="1946"/>
                    <a:pt x="2935" y="1946"/>
                    <a:pt x="3003" y="1912"/>
                  </a:cubicBezTo>
                  <a:close/>
                  <a:moveTo>
                    <a:pt x="2667" y="2273"/>
                  </a:moveTo>
                  <a:cubicBezTo>
                    <a:pt x="2676" y="2273"/>
                    <a:pt x="2686" y="2277"/>
                    <a:pt x="2696" y="2287"/>
                  </a:cubicBezTo>
                  <a:cubicBezTo>
                    <a:pt x="2696" y="2287"/>
                    <a:pt x="2696" y="2322"/>
                    <a:pt x="2696" y="2322"/>
                  </a:cubicBezTo>
                  <a:cubicBezTo>
                    <a:pt x="2696" y="2356"/>
                    <a:pt x="2662" y="2390"/>
                    <a:pt x="2628" y="2424"/>
                  </a:cubicBezTo>
                  <a:cubicBezTo>
                    <a:pt x="2594" y="2390"/>
                    <a:pt x="2628" y="2356"/>
                    <a:pt x="2628" y="2322"/>
                  </a:cubicBezTo>
                  <a:cubicBezTo>
                    <a:pt x="2628" y="2297"/>
                    <a:pt x="2645" y="2273"/>
                    <a:pt x="2667" y="2273"/>
                  </a:cubicBezTo>
                  <a:close/>
                  <a:moveTo>
                    <a:pt x="3549" y="3857"/>
                  </a:moveTo>
                  <a:lnTo>
                    <a:pt x="3549" y="3857"/>
                  </a:lnTo>
                  <a:cubicBezTo>
                    <a:pt x="3549" y="3857"/>
                    <a:pt x="3549" y="3872"/>
                    <a:pt x="3559" y="3891"/>
                  </a:cubicBezTo>
                  <a:lnTo>
                    <a:pt x="3559" y="3891"/>
                  </a:lnTo>
                  <a:cubicBezTo>
                    <a:pt x="3553" y="3881"/>
                    <a:pt x="3549" y="3869"/>
                    <a:pt x="3549" y="3857"/>
                  </a:cubicBezTo>
                  <a:close/>
                  <a:moveTo>
                    <a:pt x="6928" y="6587"/>
                  </a:moveTo>
                  <a:cubicBezTo>
                    <a:pt x="6962" y="6587"/>
                    <a:pt x="7030" y="6621"/>
                    <a:pt x="7064" y="6655"/>
                  </a:cubicBezTo>
                  <a:lnTo>
                    <a:pt x="7064" y="6723"/>
                  </a:lnTo>
                  <a:cubicBezTo>
                    <a:pt x="7064" y="6723"/>
                    <a:pt x="7030" y="6758"/>
                    <a:pt x="7030" y="6758"/>
                  </a:cubicBezTo>
                  <a:cubicBezTo>
                    <a:pt x="6996" y="6775"/>
                    <a:pt x="6953" y="6783"/>
                    <a:pt x="6910" y="6783"/>
                  </a:cubicBezTo>
                  <a:cubicBezTo>
                    <a:pt x="6868" y="6783"/>
                    <a:pt x="6825" y="6775"/>
                    <a:pt x="6791" y="6758"/>
                  </a:cubicBezTo>
                  <a:cubicBezTo>
                    <a:pt x="6757" y="6758"/>
                    <a:pt x="6723" y="6689"/>
                    <a:pt x="6723" y="6655"/>
                  </a:cubicBezTo>
                  <a:cubicBezTo>
                    <a:pt x="6757" y="6655"/>
                    <a:pt x="6791" y="6621"/>
                    <a:pt x="6825" y="6587"/>
                  </a:cubicBezTo>
                  <a:close/>
                  <a:moveTo>
                    <a:pt x="6321" y="0"/>
                  </a:moveTo>
                  <a:cubicBezTo>
                    <a:pt x="6275" y="0"/>
                    <a:pt x="6226" y="11"/>
                    <a:pt x="6177" y="35"/>
                  </a:cubicBezTo>
                  <a:cubicBezTo>
                    <a:pt x="6006" y="69"/>
                    <a:pt x="5836" y="172"/>
                    <a:pt x="5665" y="240"/>
                  </a:cubicBezTo>
                  <a:cubicBezTo>
                    <a:pt x="5597" y="274"/>
                    <a:pt x="5494" y="308"/>
                    <a:pt x="5392" y="342"/>
                  </a:cubicBezTo>
                  <a:cubicBezTo>
                    <a:pt x="5085" y="411"/>
                    <a:pt x="4778" y="547"/>
                    <a:pt x="4471" y="615"/>
                  </a:cubicBezTo>
                  <a:cubicBezTo>
                    <a:pt x="4164" y="684"/>
                    <a:pt x="3891" y="923"/>
                    <a:pt x="3583" y="1025"/>
                  </a:cubicBezTo>
                  <a:cubicBezTo>
                    <a:pt x="3515" y="1025"/>
                    <a:pt x="3481" y="1127"/>
                    <a:pt x="3447" y="1196"/>
                  </a:cubicBezTo>
                  <a:cubicBezTo>
                    <a:pt x="3379" y="1196"/>
                    <a:pt x="3345" y="1230"/>
                    <a:pt x="3345" y="1298"/>
                  </a:cubicBezTo>
                  <a:cubicBezTo>
                    <a:pt x="3242" y="1366"/>
                    <a:pt x="3140" y="1468"/>
                    <a:pt x="3072" y="1605"/>
                  </a:cubicBezTo>
                  <a:lnTo>
                    <a:pt x="3003" y="1707"/>
                  </a:lnTo>
                  <a:cubicBezTo>
                    <a:pt x="2799" y="1878"/>
                    <a:pt x="2628" y="2014"/>
                    <a:pt x="2423" y="2185"/>
                  </a:cubicBezTo>
                  <a:cubicBezTo>
                    <a:pt x="2406" y="2219"/>
                    <a:pt x="2372" y="2236"/>
                    <a:pt x="2338" y="2236"/>
                  </a:cubicBezTo>
                  <a:cubicBezTo>
                    <a:pt x="2304" y="2236"/>
                    <a:pt x="2270" y="2219"/>
                    <a:pt x="2253" y="2185"/>
                  </a:cubicBezTo>
                  <a:cubicBezTo>
                    <a:pt x="2184" y="2117"/>
                    <a:pt x="2082" y="2049"/>
                    <a:pt x="2150" y="1980"/>
                  </a:cubicBezTo>
                  <a:cubicBezTo>
                    <a:pt x="2253" y="1844"/>
                    <a:pt x="2253" y="1673"/>
                    <a:pt x="2184" y="1537"/>
                  </a:cubicBezTo>
                  <a:cubicBezTo>
                    <a:pt x="2150" y="1366"/>
                    <a:pt x="2014" y="1196"/>
                    <a:pt x="1843" y="1127"/>
                  </a:cubicBezTo>
                  <a:cubicBezTo>
                    <a:pt x="1809" y="1093"/>
                    <a:pt x="1775" y="1059"/>
                    <a:pt x="1741" y="991"/>
                  </a:cubicBezTo>
                  <a:cubicBezTo>
                    <a:pt x="1673" y="888"/>
                    <a:pt x="1604" y="786"/>
                    <a:pt x="1741" y="684"/>
                  </a:cubicBezTo>
                  <a:cubicBezTo>
                    <a:pt x="1775" y="650"/>
                    <a:pt x="1775" y="581"/>
                    <a:pt x="1741" y="547"/>
                  </a:cubicBezTo>
                  <a:cubicBezTo>
                    <a:pt x="1717" y="523"/>
                    <a:pt x="1693" y="499"/>
                    <a:pt x="1656" y="499"/>
                  </a:cubicBezTo>
                  <a:cubicBezTo>
                    <a:pt x="1641" y="499"/>
                    <a:pt x="1624" y="503"/>
                    <a:pt x="1604" y="513"/>
                  </a:cubicBezTo>
                  <a:cubicBezTo>
                    <a:pt x="1519" y="547"/>
                    <a:pt x="1425" y="547"/>
                    <a:pt x="1331" y="547"/>
                  </a:cubicBezTo>
                  <a:cubicBezTo>
                    <a:pt x="1238" y="547"/>
                    <a:pt x="1144" y="547"/>
                    <a:pt x="1058" y="581"/>
                  </a:cubicBezTo>
                  <a:cubicBezTo>
                    <a:pt x="983" y="631"/>
                    <a:pt x="890" y="663"/>
                    <a:pt x="792" y="663"/>
                  </a:cubicBezTo>
                  <a:cubicBezTo>
                    <a:pt x="756" y="663"/>
                    <a:pt x="720" y="659"/>
                    <a:pt x="683" y="650"/>
                  </a:cubicBezTo>
                  <a:cubicBezTo>
                    <a:pt x="674" y="640"/>
                    <a:pt x="662" y="636"/>
                    <a:pt x="650" y="636"/>
                  </a:cubicBezTo>
                  <a:cubicBezTo>
                    <a:pt x="615" y="636"/>
                    <a:pt x="572" y="668"/>
                    <a:pt x="547" y="718"/>
                  </a:cubicBezTo>
                  <a:cubicBezTo>
                    <a:pt x="410" y="888"/>
                    <a:pt x="239" y="1059"/>
                    <a:pt x="274" y="1332"/>
                  </a:cubicBezTo>
                  <a:cubicBezTo>
                    <a:pt x="308" y="1366"/>
                    <a:pt x="308" y="1400"/>
                    <a:pt x="274" y="1434"/>
                  </a:cubicBezTo>
                  <a:cubicBezTo>
                    <a:pt x="171" y="1741"/>
                    <a:pt x="274" y="2083"/>
                    <a:pt x="547" y="2219"/>
                  </a:cubicBezTo>
                  <a:cubicBezTo>
                    <a:pt x="615" y="2287"/>
                    <a:pt x="683" y="2322"/>
                    <a:pt x="751" y="2390"/>
                  </a:cubicBezTo>
                  <a:cubicBezTo>
                    <a:pt x="820" y="2424"/>
                    <a:pt x="888" y="2458"/>
                    <a:pt x="956" y="2458"/>
                  </a:cubicBezTo>
                  <a:cubicBezTo>
                    <a:pt x="993" y="2449"/>
                    <a:pt x="1027" y="2445"/>
                    <a:pt x="1060" y="2445"/>
                  </a:cubicBezTo>
                  <a:cubicBezTo>
                    <a:pt x="1267" y="2445"/>
                    <a:pt x="1389" y="2618"/>
                    <a:pt x="1536" y="2765"/>
                  </a:cubicBezTo>
                  <a:cubicBezTo>
                    <a:pt x="1570" y="2799"/>
                    <a:pt x="1570" y="2868"/>
                    <a:pt x="1536" y="2902"/>
                  </a:cubicBezTo>
                  <a:cubicBezTo>
                    <a:pt x="1468" y="3004"/>
                    <a:pt x="1400" y="3072"/>
                    <a:pt x="1331" y="3141"/>
                  </a:cubicBezTo>
                  <a:cubicBezTo>
                    <a:pt x="1092" y="3448"/>
                    <a:pt x="888" y="3755"/>
                    <a:pt x="717" y="4096"/>
                  </a:cubicBezTo>
                  <a:cubicBezTo>
                    <a:pt x="615" y="4198"/>
                    <a:pt x="581" y="4369"/>
                    <a:pt x="547" y="4505"/>
                  </a:cubicBezTo>
                  <a:cubicBezTo>
                    <a:pt x="478" y="4881"/>
                    <a:pt x="410" y="5256"/>
                    <a:pt x="376" y="5632"/>
                  </a:cubicBezTo>
                  <a:cubicBezTo>
                    <a:pt x="308" y="5870"/>
                    <a:pt x="308" y="6143"/>
                    <a:pt x="376" y="6382"/>
                  </a:cubicBezTo>
                  <a:cubicBezTo>
                    <a:pt x="410" y="6485"/>
                    <a:pt x="376" y="6587"/>
                    <a:pt x="308" y="6689"/>
                  </a:cubicBezTo>
                  <a:cubicBezTo>
                    <a:pt x="239" y="6758"/>
                    <a:pt x="171" y="6826"/>
                    <a:pt x="137" y="6928"/>
                  </a:cubicBezTo>
                  <a:cubicBezTo>
                    <a:pt x="1" y="7099"/>
                    <a:pt x="1" y="7304"/>
                    <a:pt x="137" y="7474"/>
                  </a:cubicBezTo>
                  <a:cubicBezTo>
                    <a:pt x="171" y="7542"/>
                    <a:pt x="171" y="7645"/>
                    <a:pt x="308" y="7645"/>
                  </a:cubicBezTo>
                  <a:cubicBezTo>
                    <a:pt x="410" y="7645"/>
                    <a:pt x="444" y="7542"/>
                    <a:pt x="478" y="7474"/>
                  </a:cubicBezTo>
                  <a:cubicBezTo>
                    <a:pt x="512" y="7372"/>
                    <a:pt x="512" y="7338"/>
                    <a:pt x="512" y="7304"/>
                  </a:cubicBezTo>
                  <a:cubicBezTo>
                    <a:pt x="529" y="7269"/>
                    <a:pt x="555" y="7252"/>
                    <a:pt x="581" y="7252"/>
                  </a:cubicBezTo>
                  <a:cubicBezTo>
                    <a:pt x="606" y="7252"/>
                    <a:pt x="632" y="7269"/>
                    <a:pt x="649" y="7304"/>
                  </a:cubicBezTo>
                  <a:cubicBezTo>
                    <a:pt x="696" y="7327"/>
                    <a:pt x="743" y="7367"/>
                    <a:pt x="801" y="7367"/>
                  </a:cubicBezTo>
                  <a:cubicBezTo>
                    <a:pt x="828" y="7367"/>
                    <a:pt x="856" y="7359"/>
                    <a:pt x="888" y="7338"/>
                  </a:cubicBezTo>
                  <a:cubicBezTo>
                    <a:pt x="956" y="7269"/>
                    <a:pt x="956" y="7167"/>
                    <a:pt x="956" y="7099"/>
                  </a:cubicBezTo>
                  <a:cubicBezTo>
                    <a:pt x="956" y="7065"/>
                    <a:pt x="922" y="6996"/>
                    <a:pt x="922" y="6962"/>
                  </a:cubicBezTo>
                  <a:cubicBezTo>
                    <a:pt x="854" y="6826"/>
                    <a:pt x="854" y="6655"/>
                    <a:pt x="854" y="6519"/>
                  </a:cubicBezTo>
                  <a:cubicBezTo>
                    <a:pt x="888" y="6109"/>
                    <a:pt x="956" y="5734"/>
                    <a:pt x="990" y="5324"/>
                  </a:cubicBezTo>
                  <a:cubicBezTo>
                    <a:pt x="990" y="5256"/>
                    <a:pt x="990" y="5120"/>
                    <a:pt x="1058" y="5051"/>
                  </a:cubicBezTo>
                  <a:cubicBezTo>
                    <a:pt x="1081" y="5029"/>
                    <a:pt x="1104" y="5021"/>
                    <a:pt x="1127" y="5021"/>
                  </a:cubicBezTo>
                  <a:cubicBezTo>
                    <a:pt x="1172" y="5021"/>
                    <a:pt x="1218" y="5051"/>
                    <a:pt x="1263" y="5051"/>
                  </a:cubicBezTo>
                  <a:lnTo>
                    <a:pt x="1331" y="5051"/>
                  </a:lnTo>
                  <a:cubicBezTo>
                    <a:pt x="1434" y="4915"/>
                    <a:pt x="1604" y="4847"/>
                    <a:pt x="1673" y="4676"/>
                  </a:cubicBezTo>
                  <a:cubicBezTo>
                    <a:pt x="1741" y="4574"/>
                    <a:pt x="1809" y="4471"/>
                    <a:pt x="1877" y="4403"/>
                  </a:cubicBezTo>
                  <a:cubicBezTo>
                    <a:pt x="2116" y="4676"/>
                    <a:pt x="2321" y="4949"/>
                    <a:pt x="2457" y="5256"/>
                  </a:cubicBezTo>
                  <a:cubicBezTo>
                    <a:pt x="2628" y="5529"/>
                    <a:pt x="2765" y="5836"/>
                    <a:pt x="2935" y="6143"/>
                  </a:cubicBezTo>
                  <a:cubicBezTo>
                    <a:pt x="3038" y="6450"/>
                    <a:pt x="3174" y="6758"/>
                    <a:pt x="3310" y="7031"/>
                  </a:cubicBezTo>
                  <a:cubicBezTo>
                    <a:pt x="3481" y="6928"/>
                    <a:pt x="3549" y="6723"/>
                    <a:pt x="3754" y="6621"/>
                  </a:cubicBezTo>
                  <a:cubicBezTo>
                    <a:pt x="3822" y="6723"/>
                    <a:pt x="3856" y="6826"/>
                    <a:pt x="3891" y="6894"/>
                  </a:cubicBezTo>
                  <a:cubicBezTo>
                    <a:pt x="3993" y="7235"/>
                    <a:pt x="4300" y="7440"/>
                    <a:pt x="4641" y="7440"/>
                  </a:cubicBezTo>
                  <a:cubicBezTo>
                    <a:pt x="5017" y="7440"/>
                    <a:pt x="5392" y="7474"/>
                    <a:pt x="5733" y="7577"/>
                  </a:cubicBezTo>
                  <a:cubicBezTo>
                    <a:pt x="5782" y="7585"/>
                    <a:pt x="5830" y="7589"/>
                    <a:pt x="5878" y="7589"/>
                  </a:cubicBezTo>
                  <a:cubicBezTo>
                    <a:pt x="6033" y="7589"/>
                    <a:pt x="6183" y="7544"/>
                    <a:pt x="6313" y="7440"/>
                  </a:cubicBezTo>
                  <a:cubicBezTo>
                    <a:pt x="6330" y="7432"/>
                    <a:pt x="6350" y="7427"/>
                    <a:pt x="6369" y="7427"/>
                  </a:cubicBezTo>
                  <a:cubicBezTo>
                    <a:pt x="6426" y="7427"/>
                    <a:pt x="6484" y="7466"/>
                    <a:pt x="6484" y="7542"/>
                  </a:cubicBezTo>
                  <a:cubicBezTo>
                    <a:pt x="6484" y="7986"/>
                    <a:pt x="6518" y="8464"/>
                    <a:pt x="6586" y="8907"/>
                  </a:cubicBezTo>
                  <a:cubicBezTo>
                    <a:pt x="6620" y="8941"/>
                    <a:pt x="6620" y="8976"/>
                    <a:pt x="6586" y="9010"/>
                  </a:cubicBezTo>
                  <a:cubicBezTo>
                    <a:pt x="6586" y="9010"/>
                    <a:pt x="6552" y="9044"/>
                    <a:pt x="6552" y="9044"/>
                  </a:cubicBezTo>
                  <a:cubicBezTo>
                    <a:pt x="6416" y="9044"/>
                    <a:pt x="6416" y="9180"/>
                    <a:pt x="6382" y="9283"/>
                  </a:cubicBezTo>
                  <a:cubicBezTo>
                    <a:pt x="6382" y="9487"/>
                    <a:pt x="6382" y="9726"/>
                    <a:pt x="6382" y="9965"/>
                  </a:cubicBezTo>
                  <a:cubicBezTo>
                    <a:pt x="6382" y="10068"/>
                    <a:pt x="6450" y="10170"/>
                    <a:pt x="6552" y="10204"/>
                  </a:cubicBezTo>
                  <a:cubicBezTo>
                    <a:pt x="6859" y="10272"/>
                    <a:pt x="7132" y="10341"/>
                    <a:pt x="7439" y="10341"/>
                  </a:cubicBezTo>
                  <a:cubicBezTo>
                    <a:pt x="7610" y="10341"/>
                    <a:pt x="7678" y="10238"/>
                    <a:pt x="7644" y="10102"/>
                  </a:cubicBezTo>
                  <a:cubicBezTo>
                    <a:pt x="7610" y="9965"/>
                    <a:pt x="7542" y="9863"/>
                    <a:pt x="7405" y="9863"/>
                  </a:cubicBezTo>
                  <a:cubicBezTo>
                    <a:pt x="7303" y="9829"/>
                    <a:pt x="7235" y="9795"/>
                    <a:pt x="7132" y="9760"/>
                  </a:cubicBezTo>
                  <a:cubicBezTo>
                    <a:pt x="7098" y="9760"/>
                    <a:pt x="7030" y="9658"/>
                    <a:pt x="7030" y="9624"/>
                  </a:cubicBezTo>
                  <a:cubicBezTo>
                    <a:pt x="7098" y="9385"/>
                    <a:pt x="7030" y="9146"/>
                    <a:pt x="7098" y="8907"/>
                  </a:cubicBezTo>
                  <a:cubicBezTo>
                    <a:pt x="7303" y="8327"/>
                    <a:pt x="7405" y="7713"/>
                    <a:pt x="7405" y="7099"/>
                  </a:cubicBezTo>
                  <a:cubicBezTo>
                    <a:pt x="7439" y="7031"/>
                    <a:pt x="7439" y="6928"/>
                    <a:pt x="7405" y="6860"/>
                  </a:cubicBezTo>
                  <a:cubicBezTo>
                    <a:pt x="7405" y="6689"/>
                    <a:pt x="7303" y="6587"/>
                    <a:pt x="7166" y="6519"/>
                  </a:cubicBezTo>
                  <a:cubicBezTo>
                    <a:pt x="7098" y="6485"/>
                    <a:pt x="6996" y="6485"/>
                    <a:pt x="6928" y="6450"/>
                  </a:cubicBezTo>
                  <a:cubicBezTo>
                    <a:pt x="6825" y="6450"/>
                    <a:pt x="6723" y="6416"/>
                    <a:pt x="6689" y="6348"/>
                  </a:cubicBezTo>
                  <a:cubicBezTo>
                    <a:pt x="6620" y="6143"/>
                    <a:pt x="6484" y="6143"/>
                    <a:pt x="6313" y="6109"/>
                  </a:cubicBezTo>
                  <a:cubicBezTo>
                    <a:pt x="6177" y="6041"/>
                    <a:pt x="6006" y="6075"/>
                    <a:pt x="5904" y="5870"/>
                  </a:cubicBezTo>
                  <a:lnTo>
                    <a:pt x="6689" y="5597"/>
                  </a:lnTo>
                  <a:cubicBezTo>
                    <a:pt x="6757" y="5563"/>
                    <a:pt x="6859" y="5529"/>
                    <a:pt x="6859" y="5461"/>
                  </a:cubicBezTo>
                  <a:cubicBezTo>
                    <a:pt x="6893" y="5359"/>
                    <a:pt x="6996" y="5256"/>
                    <a:pt x="7132" y="5256"/>
                  </a:cubicBezTo>
                  <a:cubicBezTo>
                    <a:pt x="7235" y="5256"/>
                    <a:pt x="7371" y="5222"/>
                    <a:pt x="7508" y="5188"/>
                  </a:cubicBezTo>
                  <a:cubicBezTo>
                    <a:pt x="7559" y="5179"/>
                    <a:pt x="7610" y="5175"/>
                    <a:pt x="7661" y="5175"/>
                  </a:cubicBezTo>
                  <a:cubicBezTo>
                    <a:pt x="7813" y="5175"/>
                    <a:pt x="7960" y="5214"/>
                    <a:pt x="8088" y="5290"/>
                  </a:cubicBezTo>
                  <a:cubicBezTo>
                    <a:pt x="8292" y="5427"/>
                    <a:pt x="8497" y="5529"/>
                    <a:pt x="8702" y="5597"/>
                  </a:cubicBezTo>
                  <a:cubicBezTo>
                    <a:pt x="8941" y="5666"/>
                    <a:pt x="9180" y="5768"/>
                    <a:pt x="9453" y="5870"/>
                  </a:cubicBezTo>
                  <a:cubicBezTo>
                    <a:pt x="9521" y="5870"/>
                    <a:pt x="9555" y="5939"/>
                    <a:pt x="9589" y="6007"/>
                  </a:cubicBezTo>
                  <a:cubicBezTo>
                    <a:pt x="9623" y="6075"/>
                    <a:pt x="9657" y="6109"/>
                    <a:pt x="9692" y="6143"/>
                  </a:cubicBezTo>
                  <a:cubicBezTo>
                    <a:pt x="10067" y="6280"/>
                    <a:pt x="10408" y="6485"/>
                    <a:pt x="10715" y="6723"/>
                  </a:cubicBezTo>
                  <a:cubicBezTo>
                    <a:pt x="10740" y="6736"/>
                    <a:pt x="10770" y="6744"/>
                    <a:pt x="10801" y="6744"/>
                  </a:cubicBezTo>
                  <a:cubicBezTo>
                    <a:pt x="10854" y="6744"/>
                    <a:pt x="10911" y="6720"/>
                    <a:pt x="10954" y="6655"/>
                  </a:cubicBezTo>
                  <a:cubicBezTo>
                    <a:pt x="11193" y="6348"/>
                    <a:pt x="11398" y="6041"/>
                    <a:pt x="11602" y="5700"/>
                  </a:cubicBezTo>
                  <a:cubicBezTo>
                    <a:pt x="11717" y="5643"/>
                    <a:pt x="11639" y="5513"/>
                    <a:pt x="11551" y="5513"/>
                  </a:cubicBezTo>
                  <a:cubicBezTo>
                    <a:pt x="11534" y="5513"/>
                    <a:pt x="11517" y="5518"/>
                    <a:pt x="11500" y="5529"/>
                  </a:cubicBezTo>
                  <a:cubicBezTo>
                    <a:pt x="11469" y="5523"/>
                    <a:pt x="11439" y="5520"/>
                    <a:pt x="11409" y="5520"/>
                  </a:cubicBezTo>
                  <a:cubicBezTo>
                    <a:pt x="11279" y="5520"/>
                    <a:pt x="11168" y="5576"/>
                    <a:pt x="11056" y="5632"/>
                  </a:cubicBezTo>
                  <a:cubicBezTo>
                    <a:pt x="10811" y="5807"/>
                    <a:pt x="10700" y="5883"/>
                    <a:pt x="10595" y="5883"/>
                  </a:cubicBezTo>
                  <a:cubicBezTo>
                    <a:pt x="10496" y="5883"/>
                    <a:pt x="10402" y="5816"/>
                    <a:pt x="10203" y="5700"/>
                  </a:cubicBezTo>
                  <a:cubicBezTo>
                    <a:pt x="9930" y="5495"/>
                    <a:pt x="9623" y="5359"/>
                    <a:pt x="9350" y="5120"/>
                  </a:cubicBezTo>
                  <a:cubicBezTo>
                    <a:pt x="9111" y="4915"/>
                    <a:pt x="8804" y="4710"/>
                    <a:pt x="8497" y="4505"/>
                  </a:cubicBezTo>
                  <a:cubicBezTo>
                    <a:pt x="8463" y="4437"/>
                    <a:pt x="8395" y="4369"/>
                    <a:pt x="8292" y="4369"/>
                  </a:cubicBezTo>
                  <a:cubicBezTo>
                    <a:pt x="8258" y="4335"/>
                    <a:pt x="8190" y="4301"/>
                    <a:pt x="8122" y="4267"/>
                  </a:cubicBezTo>
                  <a:cubicBezTo>
                    <a:pt x="7974" y="4244"/>
                    <a:pt x="7826" y="4232"/>
                    <a:pt x="7678" y="4232"/>
                  </a:cubicBezTo>
                  <a:cubicBezTo>
                    <a:pt x="7383" y="4232"/>
                    <a:pt x="7087" y="4278"/>
                    <a:pt x="6791" y="4369"/>
                  </a:cubicBezTo>
                  <a:cubicBezTo>
                    <a:pt x="6705" y="4391"/>
                    <a:pt x="6619" y="4453"/>
                    <a:pt x="6532" y="4453"/>
                  </a:cubicBezTo>
                  <a:cubicBezTo>
                    <a:pt x="6482" y="4453"/>
                    <a:pt x="6432" y="4432"/>
                    <a:pt x="6382" y="4369"/>
                  </a:cubicBezTo>
                  <a:cubicBezTo>
                    <a:pt x="6370" y="4358"/>
                    <a:pt x="6355" y="4354"/>
                    <a:pt x="6337" y="4354"/>
                  </a:cubicBezTo>
                  <a:cubicBezTo>
                    <a:pt x="6302" y="4354"/>
                    <a:pt x="6256" y="4369"/>
                    <a:pt x="6211" y="4369"/>
                  </a:cubicBezTo>
                  <a:cubicBezTo>
                    <a:pt x="6040" y="4403"/>
                    <a:pt x="5870" y="4437"/>
                    <a:pt x="5699" y="4471"/>
                  </a:cubicBezTo>
                  <a:cubicBezTo>
                    <a:pt x="5653" y="4490"/>
                    <a:pt x="5605" y="4498"/>
                    <a:pt x="5557" y="4498"/>
                  </a:cubicBezTo>
                  <a:cubicBezTo>
                    <a:pt x="5424" y="4498"/>
                    <a:pt x="5287" y="4435"/>
                    <a:pt x="5187" y="4335"/>
                  </a:cubicBezTo>
                  <a:cubicBezTo>
                    <a:pt x="4778" y="3925"/>
                    <a:pt x="4300" y="3516"/>
                    <a:pt x="3856" y="3072"/>
                  </a:cubicBezTo>
                  <a:cubicBezTo>
                    <a:pt x="3754" y="2970"/>
                    <a:pt x="3583" y="2902"/>
                    <a:pt x="3549" y="2731"/>
                  </a:cubicBezTo>
                  <a:cubicBezTo>
                    <a:pt x="3515" y="2595"/>
                    <a:pt x="3720" y="2458"/>
                    <a:pt x="3822" y="2322"/>
                  </a:cubicBezTo>
                  <a:cubicBezTo>
                    <a:pt x="3959" y="2117"/>
                    <a:pt x="4061" y="1878"/>
                    <a:pt x="4232" y="1707"/>
                  </a:cubicBezTo>
                  <a:cubicBezTo>
                    <a:pt x="4300" y="1605"/>
                    <a:pt x="4164" y="1468"/>
                    <a:pt x="4232" y="1366"/>
                  </a:cubicBezTo>
                  <a:cubicBezTo>
                    <a:pt x="4471" y="1298"/>
                    <a:pt x="4675" y="1196"/>
                    <a:pt x="4880" y="1059"/>
                  </a:cubicBezTo>
                  <a:cubicBezTo>
                    <a:pt x="4914" y="1025"/>
                    <a:pt x="4983" y="1025"/>
                    <a:pt x="5051" y="991"/>
                  </a:cubicBezTo>
                  <a:cubicBezTo>
                    <a:pt x="5166" y="895"/>
                    <a:pt x="5314" y="853"/>
                    <a:pt x="5464" y="853"/>
                  </a:cubicBezTo>
                  <a:cubicBezTo>
                    <a:pt x="5580" y="853"/>
                    <a:pt x="5697" y="878"/>
                    <a:pt x="5801" y="923"/>
                  </a:cubicBezTo>
                  <a:cubicBezTo>
                    <a:pt x="5828" y="940"/>
                    <a:pt x="5852" y="949"/>
                    <a:pt x="5875" y="949"/>
                  </a:cubicBezTo>
                  <a:cubicBezTo>
                    <a:pt x="5939" y="949"/>
                    <a:pt x="5990" y="878"/>
                    <a:pt x="6040" y="752"/>
                  </a:cubicBezTo>
                  <a:cubicBezTo>
                    <a:pt x="6061" y="647"/>
                    <a:pt x="6095" y="607"/>
                    <a:pt x="6149" y="607"/>
                  </a:cubicBezTo>
                  <a:cubicBezTo>
                    <a:pt x="6184" y="607"/>
                    <a:pt x="6226" y="623"/>
                    <a:pt x="6279" y="650"/>
                  </a:cubicBezTo>
                  <a:cubicBezTo>
                    <a:pt x="6313" y="650"/>
                    <a:pt x="6313" y="684"/>
                    <a:pt x="6347" y="684"/>
                  </a:cubicBezTo>
                  <a:cubicBezTo>
                    <a:pt x="6382" y="718"/>
                    <a:pt x="6416" y="735"/>
                    <a:pt x="6450" y="735"/>
                  </a:cubicBezTo>
                  <a:cubicBezTo>
                    <a:pt x="6484" y="735"/>
                    <a:pt x="6518" y="718"/>
                    <a:pt x="6552" y="684"/>
                  </a:cubicBezTo>
                  <a:cubicBezTo>
                    <a:pt x="6689" y="581"/>
                    <a:pt x="6689" y="615"/>
                    <a:pt x="6620" y="377"/>
                  </a:cubicBezTo>
                  <a:lnTo>
                    <a:pt x="6620" y="240"/>
                  </a:lnTo>
                  <a:cubicBezTo>
                    <a:pt x="6594" y="110"/>
                    <a:pt x="6470" y="0"/>
                    <a:pt x="632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03" name="Google Shape;2883;p14"/>
          <p:cNvSpPr/>
          <p:nvPr/>
        </p:nvSpPr>
        <p:spPr>
          <a:xfrm>
            <a:off x="1923120" y="27666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4" name="Google Shape;2884;p14"/>
          <p:cNvSpPr/>
          <p:nvPr/>
        </p:nvSpPr>
        <p:spPr>
          <a:xfrm>
            <a:off x="1918440" y="27756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5" name="Google Shape;2885;p14"/>
          <p:cNvSpPr/>
          <p:nvPr/>
        </p:nvSpPr>
        <p:spPr>
          <a:xfrm>
            <a:off x="445320" y="914040"/>
            <a:ext cx="93960" cy="95760"/>
          </a:xfrm>
          <a:custGeom>
            <a:avLst/>
            <a:gdLst>
              <a:gd name="textAreaLeft" fmla="*/ 0 w 93960"/>
              <a:gd name="textAreaRight" fmla="*/ 94320 w 93960"/>
              <a:gd name="textAreaTop" fmla="*/ 0 h 95760"/>
              <a:gd name="textAreaBottom" fmla="*/ 96120 h 9576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880" bIns="47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6" name="Google Shape;2886;p14"/>
          <p:cNvSpPr/>
          <p:nvPr/>
        </p:nvSpPr>
        <p:spPr>
          <a:xfrm>
            <a:off x="3475080" y="445320"/>
            <a:ext cx="100800" cy="101880"/>
          </a:xfrm>
          <a:custGeom>
            <a:avLst/>
            <a:gdLst>
              <a:gd name="textAreaLeft" fmla="*/ 0 w 100800"/>
              <a:gd name="textAreaRight" fmla="*/ 101160 w 100800"/>
              <a:gd name="textAreaTop" fmla="*/ 0 h 101880"/>
              <a:gd name="textAreaBottom" fmla="*/ 102240 h 10188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1120" bIns="51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7" name="Google Shape;2887;p14"/>
          <p:cNvSpPr/>
          <p:nvPr/>
        </p:nvSpPr>
        <p:spPr>
          <a:xfrm>
            <a:off x="3749760" y="1380240"/>
            <a:ext cx="101160" cy="102240"/>
          </a:xfrm>
          <a:custGeom>
            <a:avLst/>
            <a:gdLst>
              <a:gd name="textAreaLeft" fmla="*/ 0 w 101160"/>
              <a:gd name="textAreaRight" fmla="*/ 101520 w 101160"/>
              <a:gd name="textAreaTop" fmla="*/ 0 h 102240"/>
              <a:gd name="textAreaBottom" fmla="*/ 102600 h 10224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1120" bIns="51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8" name="Google Shape;2888;p14"/>
          <p:cNvSpPr/>
          <p:nvPr/>
        </p:nvSpPr>
        <p:spPr>
          <a:xfrm>
            <a:off x="3436200" y="607320"/>
            <a:ext cx="24480" cy="20160"/>
          </a:xfrm>
          <a:custGeom>
            <a:avLst/>
            <a:gdLst>
              <a:gd name="textAreaLeft" fmla="*/ 0 w 24480"/>
              <a:gd name="textAreaRight" fmla="*/ 24840 w 2448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9" name="Google Shape;2889;p14"/>
          <p:cNvSpPr/>
          <p:nvPr/>
        </p:nvSpPr>
        <p:spPr>
          <a:xfrm>
            <a:off x="610200" y="1128600"/>
            <a:ext cx="24480" cy="20160"/>
          </a:xfrm>
          <a:custGeom>
            <a:avLst/>
            <a:gdLst>
              <a:gd name="textAreaLeft" fmla="*/ 0 w 24480"/>
              <a:gd name="textAreaRight" fmla="*/ 24840 w 2448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0" name="Google Shape;2890;p14"/>
          <p:cNvSpPr/>
          <p:nvPr/>
        </p:nvSpPr>
        <p:spPr>
          <a:xfrm>
            <a:off x="690840" y="1053360"/>
            <a:ext cx="22680" cy="18360"/>
          </a:xfrm>
          <a:custGeom>
            <a:avLst/>
            <a:gdLst>
              <a:gd name="textAreaLeft" fmla="*/ 0 w 22680"/>
              <a:gd name="textAreaRight" fmla="*/ 23040 w 2268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1" name="Google Shape;2891;p14"/>
          <p:cNvSpPr/>
          <p:nvPr/>
        </p:nvSpPr>
        <p:spPr>
          <a:xfrm>
            <a:off x="1278000" y="2545200"/>
            <a:ext cx="22680" cy="18720"/>
          </a:xfrm>
          <a:custGeom>
            <a:avLst/>
            <a:gdLst>
              <a:gd name="textAreaLeft" fmla="*/ 0 w 22680"/>
              <a:gd name="textAreaRight" fmla="*/ 23040 w 2268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2" name="Google Shape;2892;p14"/>
          <p:cNvSpPr/>
          <p:nvPr/>
        </p:nvSpPr>
        <p:spPr>
          <a:xfrm>
            <a:off x="885960" y="1586520"/>
            <a:ext cx="22680" cy="18360"/>
          </a:xfrm>
          <a:custGeom>
            <a:avLst/>
            <a:gdLst>
              <a:gd name="textAreaLeft" fmla="*/ 0 w 22680"/>
              <a:gd name="textAreaRight" fmla="*/ 23040 w 2268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3" name="Google Shape;2893;p14"/>
          <p:cNvSpPr/>
          <p:nvPr/>
        </p:nvSpPr>
        <p:spPr>
          <a:xfrm>
            <a:off x="433440" y="3879360"/>
            <a:ext cx="19440" cy="21600"/>
          </a:xfrm>
          <a:custGeom>
            <a:avLst/>
            <a:gdLst>
              <a:gd name="textAreaLeft" fmla="*/ 0 w 19440"/>
              <a:gd name="textAreaRight" fmla="*/ 19800 w 1944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1059" h="1170">
                <a:moveTo>
                  <a:pt x="462" y="1"/>
                </a:moveTo>
                <a:cubicBezTo>
                  <a:pt x="353" y="1"/>
                  <a:pt x="239" y="46"/>
                  <a:pt x="171" y="137"/>
                </a:cubicBezTo>
                <a:cubicBezTo>
                  <a:pt x="69" y="240"/>
                  <a:pt x="1" y="376"/>
                  <a:pt x="35" y="513"/>
                </a:cubicBezTo>
                <a:lnTo>
                  <a:pt x="35" y="649"/>
                </a:lnTo>
                <a:cubicBezTo>
                  <a:pt x="69" y="922"/>
                  <a:pt x="274" y="1127"/>
                  <a:pt x="512" y="1161"/>
                </a:cubicBezTo>
                <a:cubicBezTo>
                  <a:pt x="537" y="1167"/>
                  <a:pt x="561" y="1170"/>
                  <a:pt x="585" y="1170"/>
                </a:cubicBezTo>
                <a:cubicBezTo>
                  <a:pt x="695" y="1170"/>
                  <a:pt x="797" y="1109"/>
                  <a:pt x="854" y="1025"/>
                </a:cubicBezTo>
                <a:cubicBezTo>
                  <a:pt x="922" y="922"/>
                  <a:pt x="990" y="820"/>
                  <a:pt x="1024" y="718"/>
                </a:cubicBezTo>
                <a:cubicBezTo>
                  <a:pt x="1058" y="615"/>
                  <a:pt x="1058" y="547"/>
                  <a:pt x="1024" y="445"/>
                </a:cubicBezTo>
                <a:cubicBezTo>
                  <a:pt x="956" y="274"/>
                  <a:pt x="785" y="137"/>
                  <a:pt x="615" y="35"/>
                </a:cubicBezTo>
                <a:cubicBezTo>
                  <a:pt x="569" y="12"/>
                  <a:pt x="516" y="1"/>
                  <a:pt x="46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4" name="Google Shape;2894;p14"/>
          <p:cNvSpPr/>
          <p:nvPr/>
        </p:nvSpPr>
        <p:spPr>
          <a:xfrm>
            <a:off x="312840" y="3494160"/>
            <a:ext cx="18720" cy="21600"/>
          </a:xfrm>
          <a:custGeom>
            <a:avLst/>
            <a:gdLst>
              <a:gd name="textAreaLeft" fmla="*/ 0 w 18720"/>
              <a:gd name="textAreaRight" fmla="*/ 19080 w 1872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1024" h="1172">
                <a:moveTo>
                  <a:pt x="435" y="1"/>
                </a:moveTo>
                <a:cubicBezTo>
                  <a:pt x="327" y="1"/>
                  <a:pt x="225" y="39"/>
                  <a:pt x="137" y="105"/>
                </a:cubicBezTo>
                <a:cubicBezTo>
                  <a:pt x="34" y="241"/>
                  <a:pt x="0" y="378"/>
                  <a:pt x="0" y="514"/>
                </a:cubicBezTo>
                <a:lnTo>
                  <a:pt x="0" y="651"/>
                </a:lnTo>
                <a:cubicBezTo>
                  <a:pt x="34" y="924"/>
                  <a:pt x="239" y="1128"/>
                  <a:pt x="512" y="1162"/>
                </a:cubicBezTo>
                <a:cubicBezTo>
                  <a:pt x="536" y="1169"/>
                  <a:pt x="560" y="1171"/>
                  <a:pt x="584" y="1171"/>
                </a:cubicBezTo>
                <a:cubicBezTo>
                  <a:pt x="695" y="1171"/>
                  <a:pt x="797" y="1110"/>
                  <a:pt x="853" y="1026"/>
                </a:cubicBezTo>
                <a:cubicBezTo>
                  <a:pt x="921" y="924"/>
                  <a:pt x="956" y="821"/>
                  <a:pt x="990" y="719"/>
                </a:cubicBezTo>
                <a:cubicBezTo>
                  <a:pt x="1024" y="617"/>
                  <a:pt x="1024" y="548"/>
                  <a:pt x="990" y="446"/>
                </a:cubicBezTo>
                <a:cubicBezTo>
                  <a:pt x="921" y="275"/>
                  <a:pt x="785" y="139"/>
                  <a:pt x="614" y="36"/>
                </a:cubicBezTo>
                <a:cubicBezTo>
                  <a:pt x="554" y="12"/>
                  <a:pt x="494" y="1"/>
                  <a:pt x="43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5" name="Google Shape;2895;p14"/>
          <p:cNvSpPr/>
          <p:nvPr/>
        </p:nvSpPr>
        <p:spPr>
          <a:xfrm>
            <a:off x="3576600" y="1418760"/>
            <a:ext cx="23040" cy="17640"/>
          </a:xfrm>
          <a:custGeom>
            <a:avLst/>
            <a:gdLst>
              <a:gd name="textAreaLeft" fmla="*/ 0 w 23040"/>
              <a:gd name="textAreaRight" fmla="*/ 23400 w 2304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6" name="Google Shape;2896;p14"/>
          <p:cNvSpPr/>
          <p:nvPr/>
        </p:nvSpPr>
        <p:spPr>
          <a:xfrm>
            <a:off x="1085400" y="3803760"/>
            <a:ext cx="23040" cy="17640"/>
          </a:xfrm>
          <a:custGeom>
            <a:avLst/>
            <a:gdLst>
              <a:gd name="textAreaLeft" fmla="*/ 0 w 23040"/>
              <a:gd name="textAreaRight" fmla="*/ 23400 w 2304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264" h="968">
                <a:moveTo>
                  <a:pt x="637" y="0"/>
                </a:moveTo>
                <a:cubicBezTo>
                  <a:pt x="440" y="0"/>
                  <a:pt x="246" y="84"/>
                  <a:pt x="103" y="251"/>
                </a:cubicBezTo>
                <a:cubicBezTo>
                  <a:pt x="1" y="388"/>
                  <a:pt x="1" y="558"/>
                  <a:pt x="103" y="661"/>
                </a:cubicBezTo>
                <a:cubicBezTo>
                  <a:pt x="240" y="831"/>
                  <a:pt x="410" y="934"/>
                  <a:pt x="615" y="968"/>
                </a:cubicBezTo>
                <a:cubicBezTo>
                  <a:pt x="751" y="968"/>
                  <a:pt x="888" y="934"/>
                  <a:pt x="990" y="831"/>
                </a:cubicBezTo>
                <a:cubicBezTo>
                  <a:pt x="1263" y="592"/>
                  <a:pt x="1195" y="217"/>
                  <a:pt x="888" y="46"/>
                </a:cubicBezTo>
                <a:cubicBezTo>
                  <a:pt x="806" y="16"/>
                  <a:pt x="721" y="0"/>
                  <a:pt x="63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7" name="Google Shape;2897;p14"/>
          <p:cNvSpPr/>
          <p:nvPr/>
        </p:nvSpPr>
        <p:spPr>
          <a:xfrm>
            <a:off x="378000" y="804240"/>
            <a:ext cx="23040" cy="17640"/>
          </a:xfrm>
          <a:custGeom>
            <a:avLst/>
            <a:gdLst>
              <a:gd name="textAreaLeft" fmla="*/ 0 w 23040"/>
              <a:gd name="textAreaRight" fmla="*/ 23400 w 2304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264" h="965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8" name="Google Shape;2898;p14"/>
          <p:cNvSpPr/>
          <p:nvPr/>
        </p:nvSpPr>
        <p:spPr>
          <a:xfrm>
            <a:off x="3227040" y="416520"/>
            <a:ext cx="21960" cy="18720"/>
          </a:xfrm>
          <a:custGeom>
            <a:avLst/>
            <a:gdLst>
              <a:gd name="textAreaLeft" fmla="*/ 0 w 21960"/>
              <a:gd name="textAreaRight" fmla="*/ 22320 w 2196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19" name="Google Shape;2899;p14"/>
          <p:cNvSpPr/>
          <p:nvPr/>
        </p:nvSpPr>
        <p:spPr>
          <a:xfrm>
            <a:off x="3111480" y="2810520"/>
            <a:ext cx="18000" cy="24120"/>
          </a:xfrm>
          <a:custGeom>
            <a:avLst/>
            <a:gdLst>
              <a:gd name="textAreaLeft" fmla="*/ 0 w 18000"/>
              <a:gd name="textAreaRight" fmla="*/ 18360 w 1800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0" name="Google Shape;2900;p14"/>
          <p:cNvSpPr/>
          <p:nvPr/>
        </p:nvSpPr>
        <p:spPr>
          <a:xfrm>
            <a:off x="3096000" y="1404720"/>
            <a:ext cx="21240" cy="19800"/>
          </a:xfrm>
          <a:custGeom>
            <a:avLst/>
            <a:gdLst>
              <a:gd name="textAreaLeft" fmla="*/ 0 w 21240"/>
              <a:gd name="textAreaRight" fmla="*/ 21600 w 2124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1" name="Google Shape;2901;p14"/>
          <p:cNvSpPr/>
          <p:nvPr/>
        </p:nvSpPr>
        <p:spPr>
          <a:xfrm>
            <a:off x="1255680" y="4143240"/>
            <a:ext cx="20520" cy="19800"/>
          </a:xfrm>
          <a:custGeom>
            <a:avLst/>
            <a:gdLst>
              <a:gd name="textAreaLeft" fmla="*/ 0 w 20520"/>
              <a:gd name="textAreaRight" fmla="*/ 20880 w 2052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127" h="1088">
                <a:moveTo>
                  <a:pt x="519" y="0"/>
                </a:moveTo>
                <a:cubicBezTo>
                  <a:pt x="442" y="0"/>
                  <a:pt x="368" y="23"/>
                  <a:pt x="308" y="71"/>
                </a:cubicBezTo>
                <a:cubicBezTo>
                  <a:pt x="103" y="208"/>
                  <a:pt x="1" y="412"/>
                  <a:pt x="35" y="651"/>
                </a:cubicBezTo>
                <a:cubicBezTo>
                  <a:pt x="119" y="904"/>
                  <a:pt x="388" y="1087"/>
                  <a:pt x="671" y="1087"/>
                </a:cubicBezTo>
                <a:cubicBezTo>
                  <a:pt x="732" y="1087"/>
                  <a:pt x="793" y="1079"/>
                  <a:pt x="854" y="1061"/>
                </a:cubicBezTo>
                <a:cubicBezTo>
                  <a:pt x="990" y="1027"/>
                  <a:pt x="1093" y="890"/>
                  <a:pt x="1093" y="754"/>
                </a:cubicBezTo>
                <a:cubicBezTo>
                  <a:pt x="1127" y="549"/>
                  <a:pt x="1059" y="344"/>
                  <a:pt x="922" y="208"/>
                </a:cubicBezTo>
                <a:cubicBezTo>
                  <a:pt x="812" y="76"/>
                  <a:pt x="65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2" name="Google Shape;2902;p14"/>
          <p:cNvSpPr/>
          <p:nvPr/>
        </p:nvSpPr>
        <p:spPr>
          <a:xfrm>
            <a:off x="3303360" y="345600"/>
            <a:ext cx="22680" cy="17640"/>
          </a:xfrm>
          <a:custGeom>
            <a:avLst/>
            <a:gdLst>
              <a:gd name="textAreaLeft" fmla="*/ 0 w 22680"/>
              <a:gd name="textAreaRight" fmla="*/ 23040 w 2268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3" name="Google Shape;2903;p14"/>
          <p:cNvSpPr/>
          <p:nvPr/>
        </p:nvSpPr>
        <p:spPr>
          <a:xfrm>
            <a:off x="2838240" y="1737720"/>
            <a:ext cx="18000" cy="23760"/>
          </a:xfrm>
          <a:custGeom>
            <a:avLst/>
            <a:gdLst>
              <a:gd name="textAreaLeft" fmla="*/ 0 w 18000"/>
              <a:gd name="textAreaRight" fmla="*/ 18360 w 1800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4" name="Google Shape;2904;p14"/>
          <p:cNvSpPr/>
          <p:nvPr/>
        </p:nvSpPr>
        <p:spPr>
          <a:xfrm>
            <a:off x="2822760" y="1454760"/>
            <a:ext cx="20520" cy="19800"/>
          </a:xfrm>
          <a:custGeom>
            <a:avLst/>
            <a:gdLst>
              <a:gd name="textAreaLeft" fmla="*/ 0 w 20520"/>
              <a:gd name="textAreaRight" fmla="*/ 20880 w 2052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127" h="109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5" name="Google Shape;2905;p14"/>
          <p:cNvSpPr/>
          <p:nvPr/>
        </p:nvSpPr>
        <p:spPr>
          <a:xfrm>
            <a:off x="1605240" y="1454760"/>
            <a:ext cx="22680" cy="18000"/>
          </a:xfrm>
          <a:custGeom>
            <a:avLst/>
            <a:gdLst>
              <a:gd name="textAreaLeft" fmla="*/ 0 w 22680"/>
              <a:gd name="textAreaRight" fmla="*/ 23040 w 22680"/>
              <a:gd name="textAreaTop" fmla="*/ 0 h 18000"/>
              <a:gd name="textAreaBottom" fmla="*/ 18360 h 180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6" name="Google Shape;2906;p14"/>
          <p:cNvSpPr/>
          <p:nvPr/>
        </p:nvSpPr>
        <p:spPr>
          <a:xfrm>
            <a:off x="1682280" y="1383480"/>
            <a:ext cx="22680" cy="17640"/>
          </a:xfrm>
          <a:custGeom>
            <a:avLst/>
            <a:gdLst>
              <a:gd name="textAreaLeft" fmla="*/ 0 w 22680"/>
              <a:gd name="textAreaRight" fmla="*/ 23040 w 2268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7" name="Google Shape;2907;p14"/>
          <p:cNvSpPr/>
          <p:nvPr/>
        </p:nvSpPr>
        <p:spPr>
          <a:xfrm>
            <a:off x="1201680" y="1369440"/>
            <a:ext cx="20520" cy="19440"/>
          </a:xfrm>
          <a:custGeom>
            <a:avLst/>
            <a:gdLst>
              <a:gd name="textAreaLeft" fmla="*/ 0 w 20520"/>
              <a:gd name="textAreaRight" fmla="*/ 20880 w 2052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8" name="Google Shape;2908;p14"/>
          <p:cNvSpPr/>
          <p:nvPr/>
        </p:nvSpPr>
        <p:spPr>
          <a:xfrm>
            <a:off x="767160" y="229680"/>
            <a:ext cx="25200" cy="16200"/>
          </a:xfrm>
          <a:custGeom>
            <a:avLst/>
            <a:gdLst>
              <a:gd name="textAreaLeft" fmla="*/ 0 w 25200"/>
              <a:gd name="textAreaRight" fmla="*/ 25560 w 25200"/>
              <a:gd name="textAreaTop" fmla="*/ 0 h 16200"/>
              <a:gd name="textAreaBottom" fmla="*/ 16560 h 162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" bIns="8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9" name="Google Shape;2909;p14"/>
          <p:cNvSpPr/>
          <p:nvPr/>
        </p:nvSpPr>
        <p:spPr>
          <a:xfrm>
            <a:off x="486000" y="193680"/>
            <a:ext cx="21960" cy="19440"/>
          </a:xfrm>
          <a:custGeom>
            <a:avLst/>
            <a:gdLst>
              <a:gd name="textAreaLeft" fmla="*/ 0 w 21960"/>
              <a:gd name="textAreaRight" fmla="*/ 22320 w 21960"/>
              <a:gd name="textAreaTop" fmla="*/ 0 h 19440"/>
              <a:gd name="textAreaBottom" fmla="*/ 19800 h 1944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0" name="Google Shape;2910;p14"/>
          <p:cNvSpPr/>
          <p:nvPr/>
        </p:nvSpPr>
        <p:spPr>
          <a:xfrm>
            <a:off x="282240" y="581040"/>
            <a:ext cx="23760" cy="21240"/>
          </a:xfrm>
          <a:custGeom>
            <a:avLst/>
            <a:gdLst>
              <a:gd name="textAreaLeft" fmla="*/ 0 w 23760"/>
              <a:gd name="textAreaRight" fmla="*/ 24120 w 2376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1" name="Google Shape;2911;p14"/>
          <p:cNvSpPr/>
          <p:nvPr/>
        </p:nvSpPr>
        <p:spPr>
          <a:xfrm>
            <a:off x="107280" y="358560"/>
            <a:ext cx="22680" cy="18360"/>
          </a:xfrm>
          <a:custGeom>
            <a:avLst/>
            <a:gdLst>
              <a:gd name="textAreaLeft" fmla="*/ 0 w 22680"/>
              <a:gd name="textAreaRight" fmla="*/ 23040 w 2268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2" name="Google Shape;2912;p14"/>
          <p:cNvSpPr/>
          <p:nvPr/>
        </p:nvSpPr>
        <p:spPr>
          <a:xfrm>
            <a:off x="2706480" y="928080"/>
            <a:ext cx="16920" cy="24120"/>
          </a:xfrm>
          <a:custGeom>
            <a:avLst/>
            <a:gdLst>
              <a:gd name="textAreaLeft" fmla="*/ 0 w 16920"/>
              <a:gd name="textAreaRight" fmla="*/ 17280 w 1692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3" name="Google Shape;2913;p14"/>
          <p:cNvSpPr/>
          <p:nvPr/>
        </p:nvSpPr>
        <p:spPr>
          <a:xfrm>
            <a:off x="2756160" y="649800"/>
            <a:ext cx="20160" cy="20520"/>
          </a:xfrm>
          <a:custGeom>
            <a:avLst/>
            <a:gdLst>
              <a:gd name="textAreaLeft" fmla="*/ 0 w 20160"/>
              <a:gd name="textAreaRight" fmla="*/ 20520 w 2016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4" name="Google Shape;2914;p14"/>
          <p:cNvSpPr/>
          <p:nvPr/>
        </p:nvSpPr>
        <p:spPr>
          <a:xfrm>
            <a:off x="2858400" y="676440"/>
            <a:ext cx="18720" cy="19800"/>
          </a:xfrm>
          <a:custGeom>
            <a:avLst/>
            <a:gdLst>
              <a:gd name="textAreaLeft" fmla="*/ 0 w 18720"/>
              <a:gd name="textAreaRight" fmla="*/ 19080 w 1872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5" name="Google Shape;2915;p14"/>
          <p:cNvSpPr/>
          <p:nvPr/>
        </p:nvSpPr>
        <p:spPr>
          <a:xfrm>
            <a:off x="3387240" y="3774960"/>
            <a:ext cx="25200" cy="17640"/>
          </a:xfrm>
          <a:custGeom>
            <a:avLst/>
            <a:gdLst>
              <a:gd name="textAreaLeft" fmla="*/ 0 w 25200"/>
              <a:gd name="textAreaRight" fmla="*/ 25560 w 2520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366" h="971">
                <a:moveTo>
                  <a:pt x="873" y="0"/>
                </a:moveTo>
                <a:cubicBezTo>
                  <a:pt x="613" y="0"/>
                  <a:pt x="379" y="97"/>
                  <a:pt x="171" y="246"/>
                </a:cubicBezTo>
                <a:cubicBezTo>
                  <a:pt x="35" y="382"/>
                  <a:pt x="0" y="587"/>
                  <a:pt x="103" y="757"/>
                </a:cubicBezTo>
                <a:cubicBezTo>
                  <a:pt x="160" y="900"/>
                  <a:pt x="288" y="971"/>
                  <a:pt x="427" y="971"/>
                </a:cubicBezTo>
                <a:cubicBezTo>
                  <a:pt x="455" y="971"/>
                  <a:pt x="484" y="968"/>
                  <a:pt x="512" y="962"/>
                </a:cubicBezTo>
                <a:cubicBezTo>
                  <a:pt x="717" y="928"/>
                  <a:pt x="888" y="894"/>
                  <a:pt x="1092" y="792"/>
                </a:cubicBezTo>
                <a:cubicBezTo>
                  <a:pt x="1263" y="723"/>
                  <a:pt x="1365" y="519"/>
                  <a:pt x="1331" y="314"/>
                </a:cubicBezTo>
                <a:cubicBezTo>
                  <a:pt x="1297" y="143"/>
                  <a:pt x="1161" y="7"/>
                  <a:pt x="990" y="7"/>
                </a:cubicBezTo>
                <a:cubicBezTo>
                  <a:pt x="950" y="2"/>
                  <a:pt x="911" y="0"/>
                  <a:pt x="8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6" name="Google Shape;2916;p14"/>
          <p:cNvSpPr/>
          <p:nvPr/>
        </p:nvSpPr>
        <p:spPr>
          <a:xfrm>
            <a:off x="3669480" y="3729600"/>
            <a:ext cx="22680" cy="20520"/>
          </a:xfrm>
          <a:custGeom>
            <a:avLst/>
            <a:gdLst>
              <a:gd name="textAreaLeft" fmla="*/ 0 w 22680"/>
              <a:gd name="textAreaRight" fmla="*/ 23040 w 22680"/>
              <a:gd name="textAreaTop" fmla="*/ 0 h 20520"/>
              <a:gd name="textAreaBottom" fmla="*/ 20880 h 20520"/>
            </a:gdLst>
            <a:ahLst/>
            <a:cxnLst/>
            <a:rect l="textAreaLeft" t="textAreaTop" r="textAreaRight" b="textAreaBottom"/>
            <a:pathLst>
              <a:path w="1229" h="1118">
                <a:moveTo>
                  <a:pt x="655" y="0"/>
                </a:moveTo>
                <a:cubicBezTo>
                  <a:pt x="597" y="0"/>
                  <a:pt x="537" y="9"/>
                  <a:pt x="478" y="26"/>
                </a:cubicBezTo>
                <a:cubicBezTo>
                  <a:pt x="171" y="162"/>
                  <a:pt x="0" y="572"/>
                  <a:pt x="137" y="879"/>
                </a:cubicBezTo>
                <a:cubicBezTo>
                  <a:pt x="205" y="1016"/>
                  <a:pt x="341" y="1118"/>
                  <a:pt x="512" y="1118"/>
                </a:cubicBezTo>
                <a:cubicBezTo>
                  <a:pt x="717" y="1118"/>
                  <a:pt x="921" y="1016"/>
                  <a:pt x="1058" y="879"/>
                </a:cubicBezTo>
                <a:cubicBezTo>
                  <a:pt x="1228" y="674"/>
                  <a:pt x="1228" y="401"/>
                  <a:pt x="1092" y="231"/>
                </a:cubicBezTo>
                <a:cubicBezTo>
                  <a:pt x="990" y="77"/>
                  <a:pt x="830" y="0"/>
                  <a:pt x="65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7" name="Google Shape;2917;p14"/>
          <p:cNvSpPr/>
          <p:nvPr/>
        </p:nvSpPr>
        <p:spPr>
          <a:xfrm>
            <a:off x="2798640" y="3870720"/>
            <a:ext cx="22680" cy="19800"/>
          </a:xfrm>
          <a:custGeom>
            <a:avLst/>
            <a:gdLst>
              <a:gd name="textAreaLeft" fmla="*/ 0 w 22680"/>
              <a:gd name="textAreaRight" fmla="*/ 23040 w 2268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229" h="1091">
                <a:moveTo>
                  <a:pt x="675" y="0"/>
                </a:moveTo>
                <a:cubicBezTo>
                  <a:pt x="620" y="0"/>
                  <a:pt x="565" y="9"/>
                  <a:pt x="512" y="26"/>
                </a:cubicBezTo>
                <a:cubicBezTo>
                  <a:pt x="171" y="163"/>
                  <a:pt x="0" y="538"/>
                  <a:pt x="137" y="879"/>
                </a:cubicBezTo>
                <a:cubicBezTo>
                  <a:pt x="196" y="998"/>
                  <a:pt x="307" y="1091"/>
                  <a:pt x="447" y="1091"/>
                </a:cubicBezTo>
                <a:cubicBezTo>
                  <a:pt x="468" y="1091"/>
                  <a:pt x="490" y="1089"/>
                  <a:pt x="512" y="1084"/>
                </a:cubicBezTo>
                <a:cubicBezTo>
                  <a:pt x="717" y="1084"/>
                  <a:pt x="922" y="1016"/>
                  <a:pt x="1024" y="845"/>
                </a:cubicBezTo>
                <a:cubicBezTo>
                  <a:pt x="1195" y="675"/>
                  <a:pt x="1229" y="402"/>
                  <a:pt x="1092" y="197"/>
                </a:cubicBezTo>
                <a:cubicBezTo>
                  <a:pt x="991" y="70"/>
                  <a:pt x="834" y="0"/>
                  <a:pt x="67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8" name="Google Shape;2918;p14"/>
          <p:cNvSpPr/>
          <p:nvPr/>
        </p:nvSpPr>
        <p:spPr>
          <a:xfrm>
            <a:off x="3679560" y="3835080"/>
            <a:ext cx="20160" cy="18720"/>
          </a:xfrm>
          <a:custGeom>
            <a:avLst/>
            <a:gdLst>
              <a:gd name="textAreaLeft" fmla="*/ 0 w 20160"/>
              <a:gd name="textAreaRight" fmla="*/ 20520 w 20160"/>
              <a:gd name="textAreaTop" fmla="*/ 0 h 18720"/>
              <a:gd name="textAreaBottom" fmla="*/ 19080 h 18720"/>
            </a:gdLst>
            <a:ahLst/>
            <a:cxnLst/>
            <a:rect l="textAreaLeft" t="textAreaTop" r="textAreaRight" b="textAreaBottom"/>
            <a:pathLst>
              <a:path w="1093" h="1033">
                <a:moveTo>
                  <a:pt x="683" y="0"/>
                </a:moveTo>
                <a:cubicBezTo>
                  <a:pt x="479" y="0"/>
                  <a:pt x="308" y="69"/>
                  <a:pt x="172" y="205"/>
                </a:cubicBezTo>
                <a:cubicBezTo>
                  <a:pt x="35" y="307"/>
                  <a:pt x="1" y="444"/>
                  <a:pt x="1" y="615"/>
                </a:cubicBezTo>
                <a:cubicBezTo>
                  <a:pt x="28" y="855"/>
                  <a:pt x="243" y="1033"/>
                  <a:pt x="483" y="1033"/>
                </a:cubicBezTo>
                <a:cubicBezTo>
                  <a:pt x="549" y="1033"/>
                  <a:pt x="617" y="1019"/>
                  <a:pt x="683" y="990"/>
                </a:cubicBezTo>
                <a:cubicBezTo>
                  <a:pt x="956" y="853"/>
                  <a:pt x="1093" y="546"/>
                  <a:pt x="1025" y="273"/>
                </a:cubicBezTo>
                <a:cubicBezTo>
                  <a:pt x="991" y="103"/>
                  <a:pt x="854" y="0"/>
                  <a:pt x="68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39" name="Google Shape;2919;p14"/>
          <p:cNvSpPr/>
          <p:nvPr/>
        </p:nvSpPr>
        <p:spPr>
          <a:xfrm>
            <a:off x="3614040" y="2067840"/>
            <a:ext cx="21240" cy="21240"/>
          </a:xfrm>
          <a:custGeom>
            <a:avLst/>
            <a:gdLst>
              <a:gd name="textAreaLeft" fmla="*/ 0 w 21240"/>
              <a:gd name="textAreaRight" fmla="*/ 21600 w 21240"/>
              <a:gd name="textAreaTop" fmla="*/ 0 h 21240"/>
              <a:gd name="textAreaBottom" fmla="*/ 21600 h 2124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0" name="Google Shape;2920;p14"/>
          <p:cNvSpPr/>
          <p:nvPr/>
        </p:nvSpPr>
        <p:spPr>
          <a:xfrm>
            <a:off x="3769920" y="705600"/>
            <a:ext cx="24480" cy="18360"/>
          </a:xfrm>
          <a:custGeom>
            <a:avLst/>
            <a:gdLst>
              <a:gd name="textAreaLeft" fmla="*/ 0 w 24480"/>
              <a:gd name="textAreaRight" fmla="*/ 24840 w 2448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1" name="Google Shape;2921;p14"/>
          <p:cNvSpPr/>
          <p:nvPr/>
        </p:nvSpPr>
        <p:spPr>
          <a:xfrm>
            <a:off x="3863880" y="412200"/>
            <a:ext cx="24480" cy="20160"/>
          </a:xfrm>
          <a:custGeom>
            <a:avLst/>
            <a:gdLst>
              <a:gd name="textAreaLeft" fmla="*/ 0 w 24480"/>
              <a:gd name="textAreaRight" fmla="*/ 24840 w 24480"/>
              <a:gd name="textAreaTop" fmla="*/ 0 h 20160"/>
              <a:gd name="textAreaBottom" fmla="*/ 20520 h 2016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2" name="Google Shape;2922;p14"/>
          <p:cNvSpPr/>
          <p:nvPr/>
        </p:nvSpPr>
        <p:spPr>
          <a:xfrm>
            <a:off x="3662280" y="212760"/>
            <a:ext cx="23040" cy="18360"/>
          </a:xfrm>
          <a:custGeom>
            <a:avLst/>
            <a:gdLst>
              <a:gd name="textAreaLeft" fmla="*/ 0 w 23040"/>
              <a:gd name="textAreaRight" fmla="*/ 23400 w 23040"/>
              <a:gd name="textAreaTop" fmla="*/ 0 h 18360"/>
              <a:gd name="textAreaBottom" fmla="*/ 18720 h 1836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3" name="Google Shape;2923;p14"/>
          <p:cNvSpPr/>
          <p:nvPr/>
        </p:nvSpPr>
        <p:spPr>
          <a:xfrm>
            <a:off x="253440" y="1007280"/>
            <a:ext cx="23040" cy="17640"/>
          </a:xfrm>
          <a:custGeom>
            <a:avLst/>
            <a:gdLst>
              <a:gd name="textAreaLeft" fmla="*/ 0 w 23040"/>
              <a:gd name="textAreaRight" fmla="*/ 23400 w 2304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4" name="Google Shape;2924;p14"/>
          <p:cNvSpPr/>
          <p:nvPr/>
        </p:nvSpPr>
        <p:spPr>
          <a:xfrm>
            <a:off x="136080" y="1502280"/>
            <a:ext cx="22680" cy="21960"/>
          </a:xfrm>
          <a:custGeom>
            <a:avLst/>
            <a:gdLst>
              <a:gd name="textAreaLeft" fmla="*/ 0 w 22680"/>
              <a:gd name="textAreaRight" fmla="*/ 23040 w 2268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5" name="Google Shape;2925;p14"/>
          <p:cNvSpPr/>
          <p:nvPr/>
        </p:nvSpPr>
        <p:spPr>
          <a:xfrm>
            <a:off x="291600" y="1261080"/>
            <a:ext cx="21240" cy="20880"/>
          </a:xfrm>
          <a:custGeom>
            <a:avLst/>
            <a:gdLst>
              <a:gd name="textAreaLeft" fmla="*/ 0 w 21240"/>
              <a:gd name="textAreaRight" fmla="*/ 21600 w 2124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6" name="Google Shape;2926;p14"/>
          <p:cNvSpPr/>
          <p:nvPr/>
        </p:nvSpPr>
        <p:spPr>
          <a:xfrm>
            <a:off x="2737800" y="4139640"/>
            <a:ext cx="23040" cy="17640"/>
          </a:xfrm>
          <a:custGeom>
            <a:avLst/>
            <a:gdLst>
              <a:gd name="textAreaLeft" fmla="*/ 0 w 23040"/>
              <a:gd name="textAreaRight" fmla="*/ 23400 w 2304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264" h="968">
                <a:moveTo>
                  <a:pt x="637" y="0"/>
                </a:moveTo>
                <a:cubicBezTo>
                  <a:pt x="440" y="0"/>
                  <a:pt x="246" y="84"/>
                  <a:pt x="103" y="251"/>
                </a:cubicBezTo>
                <a:cubicBezTo>
                  <a:pt x="1" y="388"/>
                  <a:pt x="1" y="558"/>
                  <a:pt x="103" y="661"/>
                </a:cubicBezTo>
                <a:cubicBezTo>
                  <a:pt x="240" y="831"/>
                  <a:pt x="410" y="934"/>
                  <a:pt x="615" y="968"/>
                </a:cubicBezTo>
                <a:cubicBezTo>
                  <a:pt x="751" y="968"/>
                  <a:pt x="888" y="934"/>
                  <a:pt x="990" y="831"/>
                </a:cubicBezTo>
                <a:cubicBezTo>
                  <a:pt x="1263" y="592"/>
                  <a:pt x="1195" y="217"/>
                  <a:pt x="888" y="47"/>
                </a:cubicBezTo>
                <a:cubicBezTo>
                  <a:pt x="806" y="16"/>
                  <a:pt x="721" y="0"/>
                  <a:pt x="63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7" name="Google Shape;2927;p14"/>
          <p:cNvSpPr/>
          <p:nvPr/>
        </p:nvSpPr>
        <p:spPr>
          <a:xfrm>
            <a:off x="1132560" y="3067920"/>
            <a:ext cx="18000" cy="24120"/>
          </a:xfrm>
          <a:custGeom>
            <a:avLst/>
            <a:gdLst>
              <a:gd name="textAreaLeft" fmla="*/ 0 w 18000"/>
              <a:gd name="textAreaRight" fmla="*/ 18360 w 18000"/>
              <a:gd name="textAreaTop" fmla="*/ 0 h 24120"/>
              <a:gd name="textAreaBottom" fmla="*/ 24480 h 2412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240" bIns="12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8" name="Google Shape;2928;p14"/>
          <p:cNvSpPr/>
          <p:nvPr/>
        </p:nvSpPr>
        <p:spPr>
          <a:xfrm>
            <a:off x="1117800" y="2785320"/>
            <a:ext cx="20520" cy="19800"/>
          </a:xfrm>
          <a:custGeom>
            <a:avLst/>
            <a:gdLst>
              <a:gd name="textAreaLeft" fmla="*/ 0 w 20520"/>
              <a:gd name="textAreaRight" fmla="*/ 20880 w 2052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080" bIns="10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49" name="Google Shape;2929;p14"/>
          <p:cNvSpPr/>
          <p:nvPr/>
        </p:nvSpPr>
        <p:spPr>
          <a:xfrm>
            <a:off x="2081880" y="3848400"/>
            <a:ext cx="22680" cy="21960"/>
          </a:xfrm>
          <a:custGeom>
            <a:avLst/>
            <a:gdLst>
              <a:gd name="textAreaLeft" fmla="*/ 0 w 22680"/>
              <a:gd name="textAreaRight" fmla="*/ 23040 w 2268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230" h="1196">
                <a:moveTo>
                  <a:pt x="819" y="0"/>
                </a:moveTo>
                <a:cubicBezTo>
                  <a:pt x="775" y="0"/>
                  <a:pt x="729" y="9"/>
                  <a:pt x="683" y="27"/>
                </a:cubicBezTo>
                <a:cubicBezTo>
                  <a:pt x="410" y="129"/>
                  <a:pt x="205" y="368"/>
                  <a:pt x="69" y="641"/>
                </a:cubicBezTo>
                <a:cubicBezTo>
                  <a:pt x="1" y="812"/>
                  <a:pt x="69" y="982"/>
                  <a:pt x="205" y="1119"/>
                </a:cubicBezTo>
                <a:cubicBezTo>
                  <a:pt x="274" y="1170"/>
                  <a:pt x="359" y="1196"/>
                  <a:pt x="444" y="1196"/>
                </a:cubicBezTo>
                <a:cubicBezTo>
                  <a:pt x="530" y="1196"/>
                  <a:pt x="615" y="1170"/>
                  <a:pt x="683" y="1119"/>
                </a:cubicBezTo>
                <a:cubicBezTo>
                  <a:pt x="854" y="982"/>
                  <a:pt x="990" y="846"/>
                  <a:pt x="1127" y="709"/>
                </a:cubicBezTo>
                <a:cubicBezTo>
                  <a:pt x="1229" y="539"/>
                  <a:pt x="1229" y="334"/>
                  <a:pt x="1127" y="164"/>
                </a:cubicBezTo>
                <a:cubicBezTo>
                  <a:pt x="1052" y="64"/>
                  <a:pt x="940" y="0"/>
                  <a:pt x="8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0" name="Google Shape;2930;p14"/>
          <p:cNvSpPr/>
          <p:nvPr/>
        </p:nvSpPr>
        <p:spPr>
          <a:xfrm>
            <a:off x="1263960" y="3859920"/>
            <a:ext cx="21240" cy="20880"/>
          </a:xfrm>
          <a:custGeom>
            <a:avLst/>
            <a:gdLst>
              <a:gd name="textAreaLeft" fmla="*/ 0 w 21240"/>
              <a:gd name="textAreaRight" fmla="*/ 21600 w 21240"/>
              <a:gd name="textAreaTop" fmla="*/ 0 h 20880"/>
              <a:gd name="textAreaBottom" fmla="*/ 21240 h 20880"/>
            </a:gdLst>
            <a:ahLst/>
            <a:cxnLst/>
            <a:rect l="textAreaLeft" t="textAreaTop" r="textAreaRight" b="textAreaBottom"/>
            <a:pathLst>
              <a:path w="1161" h="1144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00"/>
                  <a:pt x="34" y="809"/>
                  <a:pt x="307" y="1048"/>
                </a:cubicBezTo>
                <a:cubicBezTo>
                  <a:pt x="367" y="1107"/>
                  <a:pt x="449" y="1144"/>
                  <a:pt x="535" y="1144"/>
                </a:cubicBezTo>
                <a:cubicBezTo>
                  <a:pt x="597" y="1144"/>
                  <a:pt x="660" y="1125"/>
                  <a:pt x="717" y="1082"/>
                </a:cubicBezTo>
                <a:cubicBezTo>
                  <a:pt x="922" y="1014"/>
                  <a:pt x="1058" y="843"/>
                  <a:pt x="1092" y="638"/>
                </a:cubicBezTo>
                <a:cubicBezTo>
                  <a:pt x="1161" y="400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440" bIns="10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1" name="Google Shape;2931;p14"/>
          <p:cNvSpPr/>
          <p:nvPr/>
        </p:nvSpPr>
        <p:spPr>
          <a:xfrm>
            <a:off x="1516680" y="4428000"/>
            <a:ext cx="958680" cy="731160"/>
          </a:xfrm>
          <a:custGeom>
            <a:avLst/>
            <a:gdLst>
              <a:gd name="textAreaLeft" fmla="*/ 0 w 958680"/>
              <a:gd name="textAreaRight" fmla="*/ 959040 w 958680"/>
              <a:gd name="textAreaTop" fmla="*/ 0 h 731160"/>
              <a:gd name="textAreaBottom" fmla="*/ 731520 h 731160"/>
            </a:gdLst>
            <a:ahLst/>
            <a:cxnLst/>
            <a:rect l="textAreaLeft" t="textAreaTop" r="textAreaRight" b="textAreaBottom"/>
            <a:pathLst>
              <a:path w="51493" h="39271">
                <a:moveTo>
                  <a:pt x="17165" y="7024"/>
                </a:moveTo>
                <a:lnTo>
                  <a:pt x="17233" y="7366"/>
                </a:lnTo>
                <a:lnTo>
                  <a:pt x="17233" y="7400"/>
                </a:lnTo>
                <a:cubicBezTo>
                  <a:pt x="16994" y="7366"/>
                  <a:pt x="17028" y="7229"/>
                  <a:pt x="17165" y="7024"/>
                </a:cubicBezTo>
                <a:close/>
                <a:moveTo>
                  <a:pt x="12490" y="7093"/>
                </a:moveTo>
                <a:lnTo>
                  <a:pt x="11841" y="8082"/>
                </a:lnTo>
                <a:lnTo>
                  <a:pt x="11773" y="8014"/>
                </a:lnTo>
                <a:cubicBezTo>
                  <a:pt x="11944" y="7639"/>
                  <a:pt x="12183" y="7332"/>
                  <a:pt x="12490" y="7093"/>
                </a:cubicBezTo>
                <a:close/>
                <a:moveTo>
                  <a:pt x="16687" y="3066"/>
                </a:moveTo>
                <a:cubicBezTo>
                  <a:pt x="16892" y="3544"/>
                  <a:pt x="17028" y="4056"/>
                  <a:pt x="17096" y="4568"/>
                </a:cubicBezTo>
                <a:cubicBezTo>
                  <a:pt x="17096" y="4943"/>
                  <a:pt x="17267" y="5318"/>
                  <a:pt x="17506" y="5625"/>
                </a:cubicBezTo>
                <a:cubicBezTo>
                  <a:pt x="17711" y="5898"/>
                  <a:pt x="17881" y="6171"/>
                  <a:pt x="17984" y="6478"/>
                </a:cubicBezTo>
                <a:cubicBezTo>
                  <a:pt x="18018" y="6581"/>
                  <a:pt x="18018" y="6683"/>
                  <a:pt x="18018" y="6786"/>
                </a:cubicBezTo>
                <a:cubicBezTo>
                  <a:pt x="17813" y="7059"/>
                  <a:pt x="17949" y="7263"/>
                  <a:pt x="18120" y="7468"/>
                </a:cubicBezTo>
                <a:lnTo>
                  <a:pt x="19348" y="9174"/>
                </a:lnTo>
                <a:cubicBezTo>
                  <a:pt x="19383" y="9208"/>
                  <a:pt x="19383" y="9277"/>
                  <a:pt x="19417" y="9311"/>
                </a:cubicBezTo>
                <a:lnTo>
                  <a:pt x="19110" y="9481"/>
                </a:lnTo>
                <a:cubicBezTo>
                  <a:pt x="18530" y="8696"/>
                  <a:pt x="18052" y="7843"/>
                  <a:pt x="17642" y="6990"/>
                </a:cubicBezTo>
                <a:cubicBezTo>
                  <a:pt x="17574" y="6854"/>
                  <a:pt x="17506" y="6683"/>
                  <a:pt x="17403" y="6649"/>
                </a:cubicBezTo>
                <a:cubicBezTo>
                  <a:pt x="17165" y="6581"/>
                  <a:pt x="16926" y="6547"/>
                  <a:pt x="16687" y="6547"/>
                </a:cubicBezTo>
                <a:lnTo>
                  <a:pt x="16687" y="3066"/>
                </a:lnTo>
                <a:close/>
                <a:moveTo>
                  <a:pt x="14571" y="6751"/>
                </a:moveTo>
                <a:lnTo>
                  <a:pt x="14605" y="6786"/>
                </a:lnTo>
                <a:cubicBezTo>
                  <a:pt x="14367" y="7707"/>
                  <a:pt x="14059" y="8628"/>
                  <a:pt x="13786" y="9584"/>
                </a:cubicBezTo>
                <a:lnTo>
                  <a:pt x="13513" y="9106"/>
                </a:lnTo>
                <a:cubicBezTo>
                  <a:pt x="13889" y="8287"/>
                  <a:pt x="14230" y="7536"/>
                  <a:pt x="14571" y="6751"/>
                </a:cubicBezTo>
                <a:close/>
                <a:moveTo>
                  <a:pt x="14878" y="3680"/>
                </a:moveTo>
                <a:cubicBezTo>
                  <a:pt x="14878" y="3749"/>
                  <a:pt x="14878" y="3783"/>
                  <a:pt x="14878" y="3851"/>
                </a:cubicBezTo>
                <a:cubicBezTo>
                  <a:pt x="14503" y="5489"/>
                  <a:pt x="13923" y="7093"/>
                  <a:pt x="13138" y="8594"/>
                </a:cubicBezTo>
                <a:cubicBezTo>
                  <a:pt x="13048" y="8714"/>
                  <a:pt x="12984" y="8808"/>
                  <a:pt x="12901" y="8898"/>
                </a:cubicBezTo>
                <a:lnTo>
                  <a:pt x="12901" y="8898"/>
                </a:lnTo>
                <a:cubicBezTo>
                  <a:pt x="12907" y="8815"/>
                  <a:pt x="12933" y="8752"/>
                  <a:pt x="12933" y="8662"/>
                </a:cubicBezTo>
                <a:cubicBezTo>
                  <a:pt x="12933" y="8560"/>
                  <a:pt x="12899" y="8423"/>
                  <a:pt x="12865" y="8321"/>
                </a:cubicBezTo>
                <a:cubicBezTo>
                  <a:pt x="12856" y="8312"/>
                  <a:pt x="12837" y="8308"/>
                  <a:pt x="12813" y="8308"/>
                </a:cubicBezTo>
                <a:cubicBezTo>
                  <a:pt x="12747" y="8308"/>
                  <a:pt x="12642" y="8339"/>
                  <a:pt x="12592" y="8389"/>
                </a:cubicBezTo>
                <a:cubicBezTo>
                  <a:pt x="12524" y="8458"/>
                  <a:pt x="12456" y="8560"/>
                  <a:pt x="12387" y="8628"/>
                </a:cubicBezTo>
                <a:cubicBezTo>
                  <a:pt x="12080" y="9072"/>
                  <a:pt x="11705" y="9447"/>
                  <a:pt x="11261" y="9720"/>
                </a:cubicBezTo>
                <a:cubicBezTo>
                  <a:pt x="12797" y="8048"/>
                  <a:pt x="13786" y="5830"/>
                  <a:pt x="14878" y="3680"/>
                </a:cubicBezTo>
                <a:close/>
                <a:moveTo>
                  <a:pt x="19519" y="8116"/>
                </a:moveTo>
                <a:lnTo>
                  <a:pt x="22044" y="10164"/>
                </a:lnTo>
                <a:cubicBezTo>
                  <a:pt x="21566" y="9993"/>
                  <a:pt x="21157" y="9788"/>
                  <a:pt x="20748" y="9515"/>
                </a:cubicBezTo>
                <a:cubicBezTo>
                  <a:pt x="20475" y="9379"/>
                  <a:pt x="20236" y="9242"/>
                  <a:pt x="19997" y="9072"/>
                </a:cubicBezTo>
                <a:cubicBezTo>
                  <a:pt x="19690" y="8867"/>
                  <a:pt x="19485" y="8560"/>
                  <a:pt x="19417" y="8219"/>
                </a:cubicBezTo>
                <a:lnTo>
                  <a:pt x="19519" y="8116"/>
                </a:lnTo>
                <a:close/>
                <a:moveTo>
                  <a:pt x="10613" y="10266"/>
                </a:moveTo>
                <a:cubicBezTo>
                  <a:pt x="10613" y="10300"/>
                  <a:pt x="10613" y="10300"/>
                  <a:pt x="10613" y="10334"/>
                </a:cubicBezTo>
                <a:cubicBezTo>
                  <a:pt x="10545" y="10437"/>
                  <a:pt x="10442" y="10505"/>
                  <a:pt x="10340" y="10573"/>
                </a:cubicBezTo>
                <a:lnTo>
                  <a:pt x="10306" y="10505"/>
                </a:lnTo>
                <a:lnTo>
                  <a:pt x="10613" y="10266"/>
                </a:lnTo>
                <a:close/>
                <a:moveTo>
                  <a:pt x="35932" y="9277"/>
                </a:moveTo>
                <a:lnTo>
                  <a:pt x="35932" y="9277"/>
                </a:lnTo>
                <a:cubicBezTo>
                  <a:pt x="35898" y="9891"/>
                  <a:pt x="35762" y="10505"/>
                  <a:pt x="35557" y="11051"/>
                </a:cubicBezTo>
                <a:lnTo>
                  <a:pt x="35557" y="11085"/>
                </a:lnTo>
                <a:cubicBezTo>
                  <a:pt x="35489" y="10812"/>
                  <a:pt x="35420" y="10607"/>
                  <a:pt x="35352" y="10369"/>
                </a:cubicBezTo>
                <a:lnTo>
                  <a:pt x="35932" y="9277"/>
                </a:lnTo>
                <a:close/>
                <a:moveTo>
                  <a:pt x="13411" y="10369"/>
                </a:moveTo>
                <a:lnTo>
                  <a:pt x="13411" y="10369"/>
                </a:lnTo>
                <a:cubicBezTo>
                  <a:pt x="13275" y="10983"/>
                  <a:pt x="13002" y="11597"/>
                  <a:pt x="12660" y="12143"/>
                </a:cubicBezTo>
                <a:cubicBezTo>
                  <a:pt x="12592" y="12041"/>
                  <a:pt x="12592" y="11972"/>
                  <a:pt x="12592" y="11972"/>
                </a:cubicBezTo>
                <a:lnTo>
                  <a:pt x="13411" y="10369"/>
                </a:lnTo>
                <a:close/>
                <a:moveTo>
                  <a:pt x="35011" y="10914"/>
                </a:moveTo>
                <a:lnTo>
                  <a:pt x="35011" y="10914"/>
                </a:lnTo>
                <a:cubicBezTo>
                  <a:pt x="35077" y="11513"/>
                  <a:pt x="34755" y="12047"/>
                  <a:pt x="34234" y="12295"/>
                </a:cubicBezTo>
                <a:lnTo>
                  <a:pt x="34234" y="12295"/>
                </a:lnTo>
                <a:cubicBezTo>
                  <a:pt x="34314" y="11769"/>
                  <a:pt x="34615" y="11278"/>
                  <a:pt x="35011" y="10914"/>
                </a:cubicBezTo>
                <a:close/>
                <a:moveTo>
                  <a:pt x="15424" y="7195"/>
                </a:moveTo>
                <a:cubicBezTo>
                  <a:pt x="15527" y="7570"/>
                  <a:pt x="15493" y="7980"/>
                  <a:pt x="15356" y="8355"/>
                </a:cubicBezTo>
                <a:cubicBezTo>
                  <a:pt x="15322" y="8423"/>
                  <a:pt x="15322" y="8492"/>
                  <a:pt x="15356" y="8594"/>
                </a:cubicBezTo>
                <a:cubicBezTo>
                  <a:pt x="15595" y="9345"/>
                  <a:pt x="15663" y="10164"/>
                  <a:pt x="15561" y="10983"/>
                </a:cubicBezTo>
                <a:cubicBezTo>
                  <a:pt x="15527" y="11631"/>
                  <a:pt x="15493" y="12279"/>
                  <a:pt x="15424" y="12996"/>
                </a:cubicBezTo>
                <a:cubicBezTo>
                  <a:pt x="15390" y="12894"/>
                  <a:pt x="15356" y="12894"/>
                  <a:pt x="15356" y="12894"/>
                </a:cubicBezTo>
                <a:cubicBezTo>
                  <a:pt x="15322" y="11665"/>
                  <a:pt x="15185" y="10403"/>
                  <a:pt x="14878" y="9174"/>
                </a:cubicBezTo>
                <a:cubicBezTo>
                  <a:pt x="14878" y="9140"/>
                  <a:pt x="14878" y="9072"/>
                  <a:pt x="14912" y="9038"/>
                </a:cubicBezTo>
                <a:lnTo>
                  <a:pt x="14912" y="9072"/>
                </a:lnTo>
                <a:cubicBezTo>
                  <a:pt x="15083" y="8458"/>
                  <a:pt x="15254" y="7843"/>
                  <a:pt x="15424" y="7195"/>
                </a:cubicBezTo>
                <a:close/>
                <a:moveTo>
                  <a:pt x="33578" y="12075"/>
                </a:moveTo>
                <a:lnTo>
                  <a:pt x="33646" y="12211"/>
                </a:lnTo>
                <a:cubicBezTo>
                  <a:pt x="33407" y="12552"/>
                  <a:pt x="33100" y="12859"/>
                  <a:pt x="32793" y="13167"/>
                </a:cubicBezTo>
                <a:cubicBezTo>
                  <a:pt x="32520" y="13337"/>
                  <a:pt x="32179" y="13405"/>
                  <a:pt x="31838" y="13405"/>
                </a:cubicBezTo>
                <a:cubicBezTo>
                  <a:pt x="31820" y="13409"/>
                  <a:pt x="31803" y="13411"/>
                  <a:pt x="31785" y="13411"/>
                </a:cubicBezTo>
                <a:cubicBezTo>
                  <a:pt x="31626" y="13411"/>
                  <a:pt x="31448" y="13276"/>
                  <a:pt x="31326" y="13030"/>
                </a:cubicBezTo>
                <a:lnTo>
                  <a:pt x="31326" y="13030"/>
                </a:lnTo>
                <a:cubicBezTo>
                  <a:pt x="31365" y="13032"/>
                  <a:pt x="31403" y="13032"/>
                  <a:pt x="31442" y="13032"/>
                </a:cubicBezTo>
                <a:cubicBezTo>
                  <a:pt x="32253" y="13032"/>
                  <a:pt x="33024" y="12693"/>
                  <a:pt x="33578" y="12075"/>
                </a:cubicBezTo>
                <a:close/>
                <a:moveTo>
                  <a:pt x="39618" y="12041"/>
                </a:moveTo>
                <a:lnTo>
                  <a:pt x="39618" y="12041"/>
                </a:lnTo>
                <a:cubicBezTo>
                  <a:pt x="39822" y="12075"/>
                  <a:pt x="40027" y="12075"/>
                  <a:pt x="40232" y="12109"/>
                </a:cubicBezTo>
                <a:cubicBezTo>
                  <a:pt x="40266" y="12109"/>
                  <a:pt x="40300" y="12143"/>
                  <a:pt x="40334" y="12177"/>
                </a:cubicBezTo>
                <a:lnTo>
                  <a:pt x="41528" y="13405"/>
                </a:lnTo>
                <a:lnTo>
                  <a:pt x="41119" y="13883"/>
                </a:lnTo>
                <a:lnTo>
                  <a:pt x="41119" y="13917"/>
                </a:lnTo>
                <a:cubicBezTo>
                  <a:pt x="40573" y="13337"/>
                  <a:pt x="39959" y="12859"/>
                  <a:pt x="39618" y="12041"/>
                </a:cubicBezTo>
                <a:close/>
                <a:moveTo>
                  <a:pt x="36581" y="10198"/>
                </a:moveTo>
                <a:lnTo>
                  <a:pt x="36683" y="10232"/>
                </a:lnTo>
                <a:cubicBezTo>
                  <a:pt x="36785" y="10983"/>
                  <a:pt x="36819" y="11699"/>
                  <a:pt x="36410" y="12314"/>
                </a:cubicBezTo>
                <a:cubicBezTo>
                  <a:pt x="36319" y="12253"/>
                  <a:pt x="36200" y="12138"/>
                  <a:pt x="36103" y="12138"/>
                </a:cubicBezTo>
                <a:cubicBezTo>
                  <a:pt x="36091" y="12138"/>
                  <a:pt x="36080" y="12139"/>
                  <a:pt x="36069" y="12143"/>
                </a:cubicBezTo>
                <a:cubicBezTo>
                  <a:pt x="36001" y="12177"/>
                  <a:pt x="35966" y="12382"/>
                  <a:pt x="35932" y="12518"/>
                </a:cubicBezTo>
                <a:cubicBezTo>
                  <a:pt x="35898" y="12587"/>
                  <a:pt x="35898" y="12655"/>
                  <a:pt x="35898" y="12723"/>
                </a:cubicBezTo>
                <a:lnTo>
                  <a:pt x="35898" y="12791"/>
                </a:lnTo>
                <a:cubicBezTo>
                  <a:pt x="35796" y="13405"/>
                  <a:pt x="35659" y="13986"/>
                  <a:pt x="35455" y="14566"/>
                </a:cubicBezTo>
                <a:cubicBezTo>
                  <a:pt x="35523" y="14122"/>
                  <a:pt x="35591" y="13678"/>
                  <a:pt x="35591" y="13235"/>
                </a:cubicBezTo>
                <a:cubicBezTo>
                  <a:pt x="35557" y="12723"/>
                  <a:pt x="35659" y="12211"/>
                  <a:pt x="35864" y="11733"/>
                </a:cubicBezTo>
                <a:cubicBezTo>
                  <a:pt x="36069" y="11187"/>
                  <a:pt x="36342" y="10710"/>
                  <a:pt x="36581" y="10198"/>
                </a:cubicBezTo>
                <a:close/>
                <a:moveTo>
                  <a:pt x="36581" y="13610"/>
                </a:moveTo>
                <a:lnTo>
                  <a:pt x="36581" y="13644"/>
                </a:lnTo>
                <a:cubicBezTo>
                  <a:pt x="36512" y="13951"/>
                  <a:pt x="36444" y="14224"/>
                  <a:pt x="36376" y="14566"/>
                </a:cubicBezTo>
                <a:lnTo>
                  <a:pt x="36171" y="14429"/>
                </a:lnTo>
                <a:lnTo>
                  <a:pt x="36512" y="13610"/>
                </a:lnTo>
                <a:close/>
                <a:moveTo>
                  <a:pt x="39106" y="12962"/>
                </a:moveTo>
                <a:lnTo>
                  <a:pt x="40675" y="15077"/>
                </a:lnTo>
                <a:lnTo>
                  <a:pt x="40437" y="15453"/>
                </a:lnTo>
                <a:cubicBezTo>
                  <a:pt x="39891" y="14668"/>
                  <a:pt x="39447" y="13849"/>
                  <a:pt x="39106" y="12962"/>
                </a:cubicBezTo>
                <a:close/>
                <a:moveTo>
                  <a:pt x="12797" y="12894"/>
                </a:moveTo>
                <a:lnTo>
                  <a:pt x="12797" y="12894"/>
                </a:lnTo>
                <a:cubicBezTo>
                  <a:pt x="13002" y="13849"/>
                  <a:pt x="12456" y="15180"/>
                  <a:pt x="11841" y="15623"/>
                </a:cubicBezTo>
                <a:cubicBezTo>
                  <a:pt x="11876" y="15487"/>
                  <a:pt x="11910" y="15385"/>
                  <a:pt x="11910" y="15282"/>
                </a:cubicBezTo>
                <a:cubicBezTo>
                  <a:pt x="12114" y="14668"/>
                  <a:pt x="12285" y="14088"/>
                  <a:pt x="12490" y="13474"/>
                </a:cubicBezTo>
                <a:cubicBezTo>
                  <a:pt x="12558" y="13269"/>
                  <a:pt x="12660" y="13064"/>
                  <a:pt x="12797" y="12894"/>
                </a:cubicBezTo>
                <a:close/>
                <a:moveTo>
                  <a:pt x="14640" y="10198"/>
                </a:moveTo>
                <a:lnTo>
                  <a:pt x="14640" y="10198"/>
                </a:lnTo>
                <a:cubicBezTo>
                  <a:pt x="14537" y="11426"/>
                  <a:pt x="14469" y="12552"/>
                  <a:pt x="14332" y="13678"/>
                </a:cubicBezTo>
                <a:cubicBezTo>
                  <a:pt x="14230" y="14668"/>
                  <a:pt x="14094" y="15658"/>
                  <a:pt x="13513" y="16408"/>
                </a:cubicBezTo>
                <a:cubicBezTo>
                  <a:pt x="13411" y="16545"/>
                  <a:pt x="13411" y="16750"/>
                  <a:pt x="13513" y="16886"/>
                </a:cubicBezTo>
                <a:cubicBezTo>
                  <a:pt x="13616" y="17091"/>
                  <a:pt x="13582" y="17364"/>
                  <a:pt x="13411" y="17534"/>
                </a:cubicBezTo>
                <a:cubicBezTo>
                  <a:pt x="13343" y="17637"/>
                  <a:pt x="13172" y="17637"/>
                  <a:pt x="13104" y="17671"/>
                </a:cubicBezTo>
                <a:cubicBezTo>
                  <a:pt x="13206" y="16442"/>
                  <a:pt x="13275" y="15248"/>
                  <a:pt x="13377" y="14088"/>
                </a:cubicBezTo>
                <a:cubicBezTo>
                  <a:pt x="13411" y="13951"/>
                  <a:pt x="13445" y="13815"/>
                  <a:pt x="13479" y="13678"/>
                </a:cubicBezTo>
                <a:cubicBezTo>
                  <a:pt x="13616" y="13064"/>
                  <a:pt x="13752" y="12416"/>
                  <a:pt x="13855" y="11802"/>
                </a:cubicBezTo>
                <a:cubicBezTo>
                  <a:pt x="14025" y="11222"/>
                  <a:pt x="14298" y="10676"/>
                  <a:pt x="14640" y="10198"/>
                </a:cubicBezTo>
                <a:close/>
                <a:moveTo>
                  <a:pt x="10647" y="14702"/>
                </a:moveTo>
                <a:cubicBezTo>
                  <a:pt x="10408" y="15658"/>
                  <a:pt x="9419" y="17466"/>
                  <a:pt x="8907" y="17876"/>
                </a:cubicBezTo>
                <a:cubicBezTo>
                  <a:pt x="9077" y="17330"/>
                  <a:pt x="9248" y="16750"/>
                  <a:pt x="9419" y="16169"/>
                </a:cubicBezTo>
                <a:cubicBezTo>
                  <a:pt x="9419" y="16135"/>
                  <a:pt x="9453" y="16067"/>
                  <a:pt x="9487" y="16033"/>
                </a:cubicBezTo>
                <a:lnTo>
                  <a:pt x="10647" y="14702"/>
                </a:lnTo>
                <a:close/>
                <a:moveTo>
                  <a:pt x="11466" y="16784"/>
                </a:moveTo>
                <a:lnTo>
                  <a:pt x="11534" y="16852"/>
                </a:lnTo>
                <a:cubicBezTo>
                  <a:pt x="11466" y="17227"/>
                  <a:pt x="11364" y="17603"/>
                  <a:pt x="11261" y="18012"/>
                </a:cubicBezTo>
                <a:cubicBezTo>
                  <a:pt x="11091" y="17978"/>
                  <a:pt x="10988" y="17910"/>
                  <a:pt x="11091" y="17705"/>
                </a:cubicBezTo>
                <a:lnTo>
                  <a:pt x="11057" y="17705"/>
                </a:lnTo>
                <a:cubicBezTo>
                  <a:pt x="11193" y="17398"/>
                  <a:pt x="11330" y="17091"/>
                  <a:pt x="11466" y="16784"/>
                </a:cubicBezTo>
                <a:close/>
                <a:moveTo>
                  <a:pt x="39208" y="17671"/>
                </a:moveTo>
                <a:cubicBezTo>
                  <a:pt x="39276" y="17876"/>
                  <a:pt x="39276" y="18012"/>
                  <a:pt x="39310" y="18183"/>
                </a:cubicBezTo>
                <a:lnTo>
                  <a:pt x="39242" y="18217"/>
                </a:lnTo>
                <a:cubicBezTo>
                  <a:pt x="39208" y="18114"/>
                  <a:pt x="39174" y="17978"/>
                  <a:pt x="39174" y="17876"/>
                </a:cubicBezTo>
                <a:cubicBezTo>
                  <a:pt x="39140" y="17841"/>
                  <a:pt x="39174" y="17807"/>
                  <a:pt x="39208" y="17705"/>
                </a:cubicBezTo>
                <a:lnTo>
                  <a:pt x="39208" y="17671"/>
                </a:lnTo>
                <a:close/>
                <a:moveTo>
                  <a:pt x="12967" y="18149"/>
                </a:moveTo>
                <a:lnTo>
                  <a:pt x="13000" y="18182"/>
                </a:lnTo>
                <a:lnTo>
                  <a:pt x="13000" y="18182"/>
                </a:lnTo>
                <a:cubicBezTo>
                  <a:pt x="12994" y="18273"/>
                  <a:pt x="12964" y="18368"/>
                  <a:pt x="12933" y="18490"/>
                </a:cubicBezTo>
                <a:lnTo>
                  <a:pt x="12865" y="18456"/>
                </a:lnTo>
                <a:cubicBezTo>
                  <a:pt x="12899" y="18353"/>
                  <a:pt x="12933" y="18251"/>
                  <a:pt x="12967" y="18149"/>
                </a:cubicBezTo>
                <a:close/>
                <a:moveTo>
                  <a:pt x="35011" y="14259"/>
                </a:moveTo>
                <a:cubicBezTo>
                  <a:pt x="34943" y="14566"/>
                  <a:pt x="34909" y="14839"/>
                  <a:pt x="34874" y="15009"/>
                </a:cubicBezTo>
                <a:cubicBezTo>
                  <a:pt x="34704" y="15180"/>
                  <a:pt x="34533" y="15248"/>
                  <a:pt x="34465" y="15385"/>
                </a:cubicBezTo>
                <a:cubicBezTo>
                  <a:pt x="34021" y="16340"/>
                  <a:pt x="33475" y="17261"/>
                  <a:pt x="32827" y="18114"/>
                </a:cubicBezTo>
                <a:cubicBezTo>
                  <a:pt x="32725" y="18285"/>
                  <a:pt x="32588" y="18422"/>
                  <a:pt x="32418" y="18660"/>
                </a:cubicBezTo>
                <a:cubicBezTo>
                  <a:pt x="32418" y="18558"/>
                  <a:pt x="32418" y="18490"/>
                  <a:pt x="32452" y="18422"/>
                </a:cubicBezTo>
                <a:cubicBezTo>
                  <a:pt x="32759" y="17739"/>
                  <a:pt x="33032" y="17091"/>
                  <a:pt x="33339" y="16442"/>
                </a:cubicBezTo>
                <a:cubicBezTo>
                  <a:pt x="33441" y="16272"/>
                  <a:pt x="33510" y="16135"/>
                  <a:pt x="33646" y="16033"/>
                </a:cubicBezTo>
                <a:cubicBezTo>
                  <a:pt x="34158" y="15487"/>
                  <a:pt x="34567" y="14907"/>
                  <a:pt x="34909" y="14259"/>
                </a:cubicBezTo>
                <a:close/>
                <a:moveTo>
                  <a:pt x="23409" y="17603"/>
                </a:moveTo>
                <a:cubicBezTo>
                  <a:pt x="23819" y="17876"/>
                  <a:pt x="24126" y="18251"/>
                  <a:pt x="24330" y="18695"/>
                </a:cubicBezTo>
                <a:cubicBezTo>
                  <a:pt x="23921" y="18422"/>
                  <a:pt x="23614" y="18046"/>
                  <a:pt x="23409" y="17603"/>
                </a:cubicBezTo>
                <a:close/>
                <a:moveTo>
                  <a:pt x="35796" y="15350"/>
                </a:moveTo>
                <a:lnTo>
                  <a:pt x="35796" y="15350"/>
                </a:lnTo>
                <a:cubicBezTo>
                  <a:pt x="35659" y="16477"/>
                  <a:pt x="35250" y="17603"/>
                  <a:pt x="34670" y="18592"/>
                </a:cubicBezTo>
                <a:cubicBezTo>
                  <a:pt x="34636" y="18660"/>
                  <a:pt x="34567" y="18626"/>
                  <a:pt x="34431" y="18695"/>
                </a:cubicBezTo>
                <a:cubicBezTo>
                  <a:pt x="34567" y="18285"/>
                  <a:pt x="34670" y="17910"/>
                  <a:pt x="34772" y="17534"/>
                </a:cubicBezTo>
                <a:cubicBezTo>
                  <a:pt x="34909" y="16647"/>
                  <a:pt x="35420" y="16067"/>
                  <a:pt x="35796" y="15350"/>
                </a:cubicBezTo>
                <a:close/>
                <a:moveTo>
                  <a:pt x="36444" y="18183"/>
                </a:moveTo>
                <a:lnTo>
                  <a:pt x="36444" y="18183"/>
                </a:lnTo>
                <a:cubicBezTo>
                  <a:pt x="36546" y="18524"/>
                  <a:pt x="36512" y="18695"/>
                  <a:pt x="36205" y="18695"/>
                </a:cubicBezTo>
                <a:lnTo>
                  <a:pt x="36444" y="18183"/>
                </a:lnTo>
                <a:close/>
                <a:moveTo>
                  <a:pt x="41801" y="17398"/>
                </a:moveTo>
                <a:lnTo>
                  <a:pt x="43132" y="18831"/>
                </a:lnTo>
                <a:cubicBezTo>
                  <a:pt x="42518" y="18524"/>
                  <a:pt x="42040" y="18012"/>
                  <a:pt x="41801" y="17398"/>
                </a:cubicBezTo>
                <a:close/>
                <a:moveTo>
                  <a:pt x="33680" y="17773"/>
                </a:moveTo>
                <a:lnTo>
                  <a:pt x="34158" y="17910"/>
                </a:lnTo>
                <a:lnTo>
                  <a:pt x="33578" y="19377"/>
                </a:lnTo>
                <a:cubicBezTo>
                  <a:pt x="33480" y="19221"/>
                  <a:pt x="33383" y="19165"/>
                  <a:pt x="33285" y="19165"/>
                </a:cubicBezTo>
                <a:cubicBezTo>
                  <a:pt x="33218" y="19165"/>
                  <a:pt x="33151" y="19192"/>
                  <a:pt x="33084" y="19230"/>
                </a:cubicBezTo>
                <a:lnTo>
                  <a:pt x="33084" y="19230"/>
                </a:lnTo>
                <a:lnTo>
                  <a:pt x="33680" y="17773"/>
                </a:lnTo>
                <a:close/>
                <a:moveTo>
                  <a:pt x="14025" y="17398"/>
                </a:moveTo>
                <a:lnTo>
                  <a:pt x="14025" y="17398"/>
                </a:lnTo>
                <a:cubicBezTo>
                  <a:pt x="14230" y="18353"/>
                  <a:pt x="14025" y="19104"/>
                  <a:pt x="13479" y="19548"/>
                </a:cubicBezTo>
                <a:cubicBezTo>
                  <a:pt x="13309" y="18660"/>
                  <a:pt x="13821" y="18149"/>
                  <a:pt x="14025" y="17398"/>
                </a:cubicBezTo>
                <a:close/>
                <a:moveTo>
                  <a:pt x="39686" y="15760"/>
                </a:moveTo>
                <a:lnTo>
                  <a:pt x="39686" y="15760"/>
                </a:lnTo>
                <a:cubicBezTo>
                  <a:pt x="39754" y="15777"/>
                  <a:pt x="39814" y="15777"/>
                  <a:pt x="39861" y="15777"/>
                </a:cubicBezTo>
                <a:cubicBezTo>
                  <a:pt x="39908" y="15777"/>
                  <a:pt x="39942" y="15777"/>
                  <a:pt x="39959" y="15794"/>
                </a:cubicBezTo>
                <a:cubicBezTo>
                  <a:pt x="40232" y="16238"/>
                  <a:pt x="40505" y="16681"/>
                  <a:pt x="40812" y="17125"/>
                </a:cubicBezTo>
                <a:cubicBezTo>
                  <a:pt x="40505" y="17432"/>
                  <a:pt x="40505" y="17534"/>
                  <a:pt x="40641" y="17807"/>
                </a:cubicBezTo>
                <a:cubicBezTo>
                  <a:pt x="40744" y="18080"/>
                  <a:pt x="40880" y="18387"/>
                  <a:pt x="41051" y="18660"/>
                </a:cubicBezTo>
                <a:cubicBezTo>
                  <a:pt x="41187" y="18933"/>
                  <a:pt x="41324" y="19206"/>
                  <a:pt x="41460" y="19479"/>
                </a:cubicBezTo>
                <a:lnTo>
                  <a:pt x="41392" y="19548"/>
                </a:lnTo>
                <a:cubicBezTo>
                  <a:pt x="40675" y="18353"/>
                  <a:pt x="40095" y="17091"/>
                  <a:pt x="39686" y="15760"/>
                </a:cubicBezTo>
                <a:close/>
                <a:moveTo>
                  <a:pt x="16141" y="17466"/>
                </a:moveTo>
                <a:cubicBezTo>
                  <a:pt x="16004" y="18319"/>
                  <a:pt x="15766" y="19104"/>
                  <a:pt x="15458" y="19889"/>
                </a:cubicBezTo>
                <a:lnTo>
                  <a:pt x="15356" y="19855"/>
                </a:lnTo>
                <a:cubicBezTo>
                  <a:pt x="15390" y="19241"/>
                  <a:pt x="15424" y="18592"/>
                  <a:pt x="15458" y="17876"/>
                </a:cubicBezTo>
                <a:cubicBezTo>
                  <a:pt x="15540" y="17949"/>
                  <a:pt x="15608" y="17980"/>
                  <a:pt x="15668" y="17980"/>
                </a:cubicBezTo>
                <a:cubicBezTo>
                  <a:pt x="15857" y="17980"/>
                  <a:pt x="15959" y="17674"/>
                  <a:pt x="16141" y="17466"/>
                </a:cubicBezTo>
                <a:close/>
                <a:moveTo>
                  <a:pt x="36990" y="17330"/>
                </a:moveTo>
                <a:cubicBezTo>
                  <a:pt x="37195" y="18183"/>
                  <a:pt x="37570" y="19002"/>
                  <a:pt x="37638" y="19923"/>
                </a:cubicBezTo>
                <a:lnTo>
                  <a:pt x="37536" y="19957"/>
                </a:lnTo>
                <a:cubicBezTo>
                  <a:pt x="37400" y="19786"/>
                  <a:pt x="37263" y="19582"/>
                  <a:pt x="37127" y="19411"/>
                </a:cubicBezTo>
                <a:cubicBezTo>
                  <a:pt x="37024" y="19275"/>
                  <a:pt x="36990" y="19138"/>
                  <a:pt x="36990" y="18968"/>
                </a:cubicBezTo>
                <a:lnTo>
                  <a:pt x="36990" y="17330"/>
                </a:lnTo>
                <a:close/>
                <a:moveTo>
                  <a:pt x="11739" y="13440"/>
                </a:moveTo>
                <a:cubicBezTo>
                  <a:pt x="11705" y="14361"/>
                  <a:pt x="11432" y="15248"/>
                  <a:pt x="10988" y="16067"/>
                </a:cubicBezTo>
                <a:cubicBezTo>
                  <a:pt x="10818" y="16272"/>
                  <a:pt x="10749" y="16545"/>
                  <a:pt x="10852" y="16818"/>
                </a:cubicBezTo>
                <a:cubicBezTo>
                  <a:pt x="10852" y="16886"/>
                  <a:pt x="10818" y="17023"/>
                  <a:pt x="10784" y="17091"/>
                </a:cubicBezTo>
                <a:cubicBezTo>
                  <a:pt x="10681" y="17330"/>
                  <a:pt x="10579" y="17534"/>
                  <a:pt x="10511" y="17773"/>
                </a:cubicBezTo>
                <a:cubicBezTo>
                  <a:pt x="10340" y="18149"/>
                  <a:pt x="10340" y="18183"/>
                  <a:pt x="10681" y="18490"/>
                </a:cubicBezTo>
                <a:cubicBezTo>
                  <a:pt x="10476" y="19036"/>
                  <a:pt x="10169" y="19582"/>
                  <a:pt x="9828" y="20059"/>
                </a:cubicBezTo>
                <a:cubicBezTo>
                  <a:pt x="9862" y="19821"/>
                  <a:pt x="9931" y="19616"/>
                  <a:pt x="9999" y="19377"/>
                </a:cubicBezTo>
                <a:cubicBezTo>
                  <a:pt x="10033" y="19172"/>
                  <a:pt x="10033" y="18968"/>
                  <a:pt x="9999" y="18763"/>
                </a:cubicBezTo>
                <a:cubicBezTo>
                  <a:pt x="9965" y="18592"/>
                  <a:pt x="9794" y="18524"/>
                  <a:pt x="9658" y="18387"/>
                </a:cubicBezTo>
                <a:cubicBezTo>
                  <a:pt x="10033" y="17637"/>
                  <a:pt x="10374" y="16886"/>
                  <a:pt x="10749" y="16135"/>
                </a:cubicBezTo>
                <a:cubicBezTo>
                  <a:pt x="10818" y="15965"/>
                  <a:pt x="10886" y="15794"/>
                  <a:pt x="10920" y="15623"/>
                </a:cubicBezTo>
                <a:cubicBezTo>
                  <a:pt x="11057" y="14805"/>
                  <a:pt x="11466" y="14190"/>
                  <a:pt x="11739" y="13440"/>
                </a:cubicBezTo>
                <a:close/>
                <a:moveTo>
                  <a:pt x="41392" y="18046"/>
                </a:moveTo>
                <a:cubicBezTo>
                  <a:pt x="41801" y="18626"/>
                  <a:pt x="42416" y="18968"/>
                  <a:pt x="42552" y="19821"/>
                </a:cubicBezTo>
                <a:lnTo>
                  <a:pt x="42552" y="19855"/>
                </a:lnTo>
                <a:cubicBezTo>
                  <a:pt x="42620" y="20094"/>
                  <a:pt x="42723" y="20332"/>
                  <a:pt x="42825" y="20571"/>
                </a:cubicBezTo>
                <a:lnTo>
                  <a:pt x="42723" y="20640"/>
                </a:lnTo>
                <a:lnTo>
                  <a:pt x="41324" y="18114"/>
                </a:lnTo>
                <a:lnTo>
                  <a:pt x="41392" y="18046"/>
                </a:lnTo>
                <a:close/>
                <a:moveTo>
                  <a:pt x="10272" y="20401"/>
                </a:moveTo>
                <a:lnTo>
                  <a:pt x="10340" y="20503"/>
                </a:lnTo>
                <a:lnTo>
                  <a:pt x="10101" y="20742"/>
                </a:lnTo>
                <a:cubicBezTo>
                  <a:pt x="10169" y="20640"/>
                  <a:pt x="10204" y="20537"/>
                  <a:pt x="10272" y="20401"/>
                </a:cubicBezTo>
                <a:close/>
                <a:moveTo>
                  <a:pt x="33066" y="19275"/>
                </a:moveTo>
                <a:cubicBezTo>
                  <a:pt x="33066" y="19366"/>
                  <a:pt x="33066" y="19457"/>
                  <a:pt x="33066" y="19548"/>
                </a:cubicBezTo>
                <a:cubicBezTo>
                  <a:pt x="32827" y="20094"/>
                  <a:pt x="32418" y="20503"/>
                  <a:pt x="31906" y="20776"/>
                </a:cubicBezTo>
                <a:lnTo>
                  <a:pt x="33066" y="19275"/>
                </a:lnTo>
                <a:close/>
                <a:moveTo>
                  <a:pt x="37229" y="12245"/>
                </a:moveTo>
                <a:cubicBezTo>
                  <a:pt x="37331" y="12348"/>
                  <a:pt x="37400" y="12518"/>
                  <a:pt x="37434" y="12689"/>
                </a:cubicBezTo>
                <a:cubicBezTo>
                  <a:pt x="37673" y="13678"/>
                  <a:pt x="37911" y="14668"/>
                  <a:pt x="38184" y="15623"/>
                </a:cubicBezTo>
                <a:cubicBezTo>
                  <a:pt x="38287" y="16101"/>
                  <a:pt x="38423" y="16545"/>
                  <a:pt x="38594" y="16988"/>
                </a:cubicBezTo>
                <a:cubicBezTo>
                  <a:pt x="38764" y="17295"/>
                  <a:pt x="38764" y="17671"/>
                  <a:pt x="38662" y="17978"/>
                </a:cubicBezTo>
                <a:cubicBezTo>
                  <a:pt x="38560" y="17705"/>
                  <a:pt x="38457" y="17500"/>
                  <a:pt x="38389" y="17261"/>
                </a:cubicBezTo>
                <a:cubicBezTo>
                  <a:pt x="38219" y="16750"/>
                  <a:pt x="38082" y="16204"/>
                  <a:pt x="37911" y="15658"/>
                </a:cubicBezTo>
                <a:cubicBezTo>
                  <a:pt x="37850" y="15505"/>
                  <a:pt x="37762" y="15379"/>
                  <a:pt x="37646" y="15379"/>
                </a:cubicBezTo>
                <a:cubicBezTo>
                  <a:pt x="37632" y="15379"/>
                  <a:pt x="37619" y="15381"/>
                  <a:pt x="37604" y="15385"/>
                </a:cubicBezTo>
                <a:cubicBezTo>
                  <a:pt x="37434" y="15453"/>
                  <a:pt x="37434" y="15623"/>
                  <a:pt x="37468" y="15828"/>
                </a:cubicBezTo>
                <a:cubicBezTo>
                  <a:pt x="37741" y="16681"/>
                  <a:pt x="37980" y="17568"/>
                  <a:pt x="38321" y="18387"/>
                </a:cubicBezTo>
                <a:cubicBezTo>
                  <a:pt x="38492" y="18763"/>
                  <a:pt x="38730" y="19104"/>
                  <a:pt x="39003" y="19411"/>
                </a:cubicBezTo>
                <a:cubicBezTo>
                  <a:pt x="39140" y="19513"/>
                  <a:pt x="39276" y="19684"/>
                  <a:pt x="39345" y="19855"/>
                </a:cubicBezTo>
                <a:cubicBezTo>
                  <a:pt x="39481" y="20298"/>
                  <a:pt x="39652" y="20776"/>
                  <a:pt x="39788" y="21220"/>
                </a:cubicBezTo>
                <a:cubicBezTo>
                  <a:pt x="39856" y="21322"/>
                  <a:pt x="39856" y="21459"/>
                  <a:pt x="39891" y="21595"/>
                </a:cubicBezTo>
                <a:cubicBezTo>
                  <a:pt x="39515" y="21186"/>
                  <a:pt x="39174" y="20776"/>
                  <a:pt x="38901" y="20298"/>
                </a:cubicBezTo>
                <a:cubicBezTo>
                  <a:pt x="38560" y="19889"/>
                  <a:pt x="38287" y="19377"/>
                  <a:pt x="38184" y="18831"/>
                </a:cubicBezTo>
                <a:cubicBezTo>
                  <a:pt x="38150" y="18763"/>
                  <a:pt x="38116" y="18626"/>
                  <a:pt x="38082" y="18626"/>
                </a:cubicBezTo>
                <a:cubicBezTo>
                  <a:pt x="37809" y="18524"/>
                  <a:pt x="37775" y="18251"/>
                  <a:pt x="37741" y="18012"/>
                </a:cubicBezTo>
                <a:cubicBezTo>
                  <a:pt x="37604" y="17364"/>
                  <a:pt x="37468" y="16715"/>
                  <a:pt x="37331" y="16067"/>
                </a:cubicBezTo>
                <a:cubicBezTo>
                  <a:pt x="37331" y="15999"/>
                  <a:pt x="37365" y="15931"/>
                  <a:pt x="37297" y="15862"/>
                </a:cubicBezTo>
                <a:cubicBezTo>
                  <a:pt x="37263" y="15760"/>
                  <a:pt x="37161" y="15692"/>
                  <a:pt x="37092" y="15658"/>
                </a:cubicBezTo>
                <a:cubicBezTo>
                  <a:pt x="37024" y="15658"/>
                  <a:pt x="36922" y="15760"/>
                  <a:pt x="36922" y="15828"/>
                </a:cubicBezTo>
                <a:cubicBezTo>
                  <a:pt x="36888" y="16067"/>
                  <a:pt x="36785" y="16272"/>
                  <a:pt x="36615" y="16442"/>
                </a:cubicBezTo>
                <a:cubicBezTo>
                  <a:pt x="36546" y="16477"/>
                  <a:pt x="36546" y="16579"/>
                  <a:pt x="36546" y="16647"/>
                </a:cubicBezTo>
                <a:cubicBezTo>
                  <a:pt x="36376" y="17364"/>
                  <a:pt x="36035" y="18080"/>
                  <a:pt x="35557" y="18660"/>
                </a:cubicBezTo>
                <a:cubicBezTo>
                  <a:pt x="35557" y="18626"/>
                  <a:pt x="35557" y="18558"/>
                  <a:pt x="35557" y="18524"/>
                </a:cubicBezTo>
                <a:cubicBezTo>
                  <a:pt x="35898" y="17773"/>
                  <a:pt x="36103" y="16988"/>
                  <a:pt x="36239" y="16204"/>
                </a:cubicBezTo>
                <a:cubicBezTo>
                  <a:pt x="36274" y="16101"/>
                  <a:pt x="36308" y="16033"/>
                  <a:pt x="36342" y="15965"/>
                </a:cubicBezTo>
                <a:cubicBezTo>
                  <a:pt x="36888" y="15009"/>
                  <a:pt x="37161" y="13917"/>
                  <a:pt x="37161" y="12825"/>
                </a:cubicBezTo>
                <a:cubicBezTo>
                  <a:pt x="37195" y="12655"/>
                  <a:pt x="37229" y="12416"/>
                  <a:pt x="37229" y="12245"/>
                </a:cubicBezTo>
                <a:close/>
                <a:moveTo>
                  <a:pt x="10101" y="20742"/>
                </a:moveTo>
                <a:lnTo>
                  <a:pt x="10101" y="20742"/>
                </a:lnTo>
                <a:cubicBezTo>
                  <a:pt x="9999" y="21151"/>
                  <a:pt x="9726" y="21459"/>
                  <a:pt x="9350" y="21629"/>
                </a:cubicBezTo>
                <a:cubicBezTo>
                  <a:pt x="9555" y="21288"/>
                  <a:pt x="9828" y="21015"/>
                  <a:pt x="10101" y="20742"/>
                </a:cubicBezTo>
                <a:close/>
                <a:moveTo>
                  <a:pt x="12967" y="19309"/>
                </a:moveTo>
                <a:cubicBezTo>
                  <a:pt x="12899" y="20332"/>
                  <a:pt x="12694" y="21288"/>
                  <a:pt x="12046" y="22004"/>
                </a:cubicBezTo>
                <a:lnTo>
                  <a:pt x="12285" y="19957"/>
                </a:lnTo>
                <a:cubicBezTo>
                  <a:pt x="12353" y="19377"/>
                  <a:pt x="12456" y="19309"/>
                  <a:pt x="12967" y="19309"/>
                </a:cubicBezTo>
                <a:close/>
                <a:moveTo>
                  <a:pt x="17267" y="22004"/>
                </a:moveTo>
                <a:lnTo>
                  <a:pt x="17267" y="22004"/>
                </a:lnTo>
                <a:cubicBezTo>
                  <a:pt x="17642" y="22141"/>
                  <a:pt x="17642" y="22175"/>
                  <a:pt x="17574" y="22721"/>
                </a:cubicBezTo>
                <a:lnTo>
                  <a:pt x="17267" y="22004"/>
                </a:lnTo>
                <a:close/>
                <a:moveTo>
                  <a:pt x="39686" y="17330"/>
                </a:moveTo>
                <a:cubicBezTo>
                  <a:pt x="40334" y="18660"/>
                  <a:pt x="40846" y="20128"/>
                  <a:pt x="41972" y="20981"/>
                </a:cubicBezTo>
                <a:cubicBezTo>
                  <a:pt x="41945" y="21145"/>
                  <a:pt x="41939" y="21310"/>
                  <a:pt x="41920" y="21475"/>
                </a:cubicBezTo>
                <a:lnTo>
                  <a:pt x="41920" y="21475"/>
                </a:lnTo>
                <a:cubicBezTo>
                  <a:pt x="41901" y="21361"/>
                  <a:pt x="41890" y="21247"/>
                  <a:pt x="41836" y="21220"/>
                </a:cubicBezTo>
                <a:cubicBezTo>
                  <a:pt x="41699" y="21151"/>
                  <a:pt x="41563" y="21117"/>
                  <a:pt x="41392" y="21117"/>
                </a:cubicBezTo>
                <a:cubicBezTo>
                  <a:pt x="41290" y="20810"/>
                  <a:pt x="41187" y="20503"/>
                  <a:pt x="41051" y="20230"/>
                </a:cubicBezTo>
                <a:cubicBezTo>
                  <a:pt x="40982" y="20059"/>
                  <a:pt x="40880" y="19957"/>
                  <a:pt x="40778" y="19821"/>
                </a:cubicBezTo>
                <a:cubicBezTo>
                  <a:pt x="40734" y="19788"/>
                  <a:pt x="40690" y="19773"/>
                  <a:pt x="40649" y="19773"/>
                </a:cubicBezTo>
                <a:cubicBezTo>
                  <a:pt x="40561" y="19773"/>
                  <a:pt x="40483" y="19841"/>
                  <a:pt x="40437" y="19957"/>
                </a:cubicBezTo>
                <a:cubicBezTo>
                  <a:pt x="40334" y="20128"/>
                  <a:pt x="40334" y="20298"/>
                  <a:pt x="40471" y="20367"/>
                </a:cubicBezTo>
                <a:cubicBezTo>
                  <a:pt x="40641" y="20503"/>
                  <a:pt x="40778" y="20674"/>
                  <a:pt x="40812" y="20878"/>
                </a:cubicBezTo>
                <a:cubicBezTo>
                  <a:pt x="40948" y="21288"/>
                  <a:pt x="41119" y="21731"/>
                  <a:pt x="41255" y="22141"/>
                </a:cubicBezTo>
                <a:cubicBezTo>
                  <a:pt x="41324" y="22312"/>
                  <a:pt x="41358" y="22482"/>
                  <a:pt x="41426" y="22721"/>
                </a:cubicBezTo>
                <a:cubicBezTo>
                  <a:pt x="41406" y="22724"/>
                  <a:pt x="41386" y="22725"/>
                  <a:pt x="41366" y="22725"/>
                </a:cubicBezTo>
                <a:cubicBezTo>
                  <a:pt x="41109" y="22725"/>
                  <a:pt x="40841" y="22530"/>
                  <a:pt x="40778" y="22277"/>
                </a:cubicBezTo>
                <a:lnTo>
                  <a:pt x="39993" y="20298"/>
                </a:lnTo>
                <a:cubicBezTo>
                  <a:pt x="40334" y="20025"/>
                  <a:pt x="40334" y="20025"/>
                  <a:pt x="40198" y="19582"/>
                </a:cubicBezTo>
                <a:cubicBezTo>
                  <a:pt x="40061" y="19206"/>
                  <a:pt x="39959" y="18831"/>
                  <a:pt x="39891" y="18456"/>
                </a:cubicBezTo>
                <a:cubicBezTo>
                  <a:pt x="39822" y="18080"/>
                  <a:pt x="39754" y="17705"/>
                  <a:pt x="39686" y="17330"/>
                </a:cubicBezTo>
                <a:close/>
                <a:moveTo>
                  <a:pt x="11534" y="21527"/>
                </a:moveTo>
                <a:lnTo>
                  <a:pt x="11637" y="21561"/>
                </a:lnTo>
                <a:cubicBezTo>
                  <a:pt x="11500" y="22175"/>
                  <a:pt x="11398" y="22789"/>
                  <a:pt x="11261" y="23472"/>
                </a:cubicBezTo>
                <a:lnTo>
                  <a:pt x="11022" y="22653"/>
                </a:lnTo>
                <a:lnTo>
                  <a:pt x="11534" y="21527"/>
                </a:lnTo>
                <a:close/>
                <a:moveTo>
                  <a:pt x="41497" y="23394"/>
                </a:moveTo>
                <a:cubicBezTo>
                  <a:pt x="41526" y="23394"/>
                  <a:pt x="41559" y="23407"/>
                  <a:pt x="41597" y="23438"/>
                </a:cubicBezTo>
                <a:cubicBezTo>
                  <a:pt x="41767" y="23540"/>
                  <a:pt x="41801" y="23779"/>
                  <a:pt x="41767" y="24086"/>
                </a:cubicBezTo>
                <a:lnTo>
                  <a:pt x="41290" y="23745"/>
                </a:lnTo>
                <a:cubicBezTo>
                  <a:pt x="41343" y="23559"/>
                  <a:pt x="41396" y="23394"/>
                  <a:pt x="41497" y="23394"/>
                </a:cubicBezTo>
                <a:close/>
                <a:moveTo>
                  <a:pt x="36615" y="23438"/>
                </a:moveTo>
                <a:lnTo>
                  <a:pt x="36615" y="23438"/>
                </a:lnTo>
                <a:cubicBezTo>
                  <a:pt x="36649" y="24018"/>
                  <a:pt x="36649" y="24018"/>
                  <a:pt x="36410" y="24188"/>
                </a:cubicBezTo>
                <a:cubicBezTo>
                  <a:pt x="36512" y="23915"/>
                  <a:pt x="36444" y="23642"/>
                  <a:pt x="36615" y="23438"/>
                </a:cubicBezTo>
                <a:close/>
                <a:moveTo>
                  <a:pt x="24501" y="22960"/>
                </a:moveTo>
                <a:lnTo>
                  <a:pt x="25968" y="23950"/>
                </a:lnTo>
                <a:lnTo>
                  <a:pt x="25661" y="24291"/>
                </a:lnTo>
                <a:lnTo>
                  <a:pt x="24433" y="23096"/>
                </a:lnTo>
                <a:lnTo>
                  <a:pt x="24501" y="22960"/>
                </a:lnTo>
                <a:close/>
                <a:moveTo>
                  <a:pt x="12729" y="15487"/>
                </a:moveTo>
                <a:lnTo>
                  <a:pt x="12831" y="15555"/>
                </a:lnTo>
                <a:lnTo>
                  <a:pt x="12456" y="18114"/>
                </a:lnTo>
                <a:cubicBezTo>
                  <a:pt x="12046" y="18319"/>
                  <a:pt x="12046" y="18319"/>
                  <a:pt x="11978" y="18729"/>
                </a:cubicBezTo>
                <a:cubicBezTo>
                  <a:pt x="11978" y="18968"/>
                  <a:pt x="11910" y="19206"/>
                  <a:pt x="11739" y="19377"/>
                </a:cubicBezTo>
                <a:cubicBezTo>
                  <a:pt x="11705" y="19445"/>
                  <a:pt x="11671" y="19513"/>
                  <a:pt x="11705" y="19616"/>
                </a:cubicBezTo>
                <a:cubicBezTo>
                  <a:pt x="11978" y="20094"/>
                  <a:pt x="11705" y="20503"/>
                  <a:pt x="11705" y="20981"/>
                </a:cubicBezTo>
                <a:cubicBezTo>
                  <a:pt x="11557" y="20877"/>
                  <a:pt x="11467" y="20819"/>
                  <a:pt x="11401" y="20819"/>
                </a:cubicBezTo>
                <a:cubicBezTo>
                  <a:pt x="11315" y="20819"/>
                  <a:pt x="11270" y="20919"/>
                  <a:pt x="11193" y="21151"/>
                </a:cubicBezTo>
                <a:lnTo>
                  <a:pt x="11193" y="21117"/>
                </a:lnTo>
                <a:cubicBezTo>
                  <a:pt x="10715" y="22312"/>
                  <a:pt x="10067" y="23438"/>
                  <a:pt x="9282" y="24461"/>
                </a:cubicBezTo>
                <a:lnTo>
                  <a:pt x="9214" y="24393"/>
                </a:lnTo>
                <a:cubicBezTo>
                  <a:pt x="9282" y="24222"/>
                  <a:pt x="9385" y="24052"/>
                  <a:pt x="9453" y="23847"/>
                </a:cubicBezTo>
                <a:cubicBezTo>
                  <a:pt x="9521" y="23642"/>
                  <a:pt x="9589" y="23438"/>
                  <a:pt x="9658" y="23233"/>
                </a:cubicBezTo>
                <a:cubicBezTo>
                  <a:pt x="9658" y="23096"/>
                  <a:pt x="9623" y="22994"/>
                  <a:pt x="9521" y="22892"/>
                </a:cubicBezTo>
                <a:cubicBezTo>
                  <a:pt x="9516" y="22887"/>
                  <a:pt x="9510" y="22885"/>
                  <a:pt x="9502" y="22885"/>
                </a:cubicBezTo>
                <a:cubicBezTo>
                  <a:pt x="9451" y="22885"/>
                  <a:pt x="9341" y="22969"/>
                  <a:pt x="9282" y="23028"/>
                </a:cubicBezTo>
                <a:cubicBezTo>
                  <a:pt x="9214" y="23131"/>
                  <a:pt x="9146" y="23267"/>
                  <a:pt x="9112" y="23369"/>
                </a:cubicBezTo>
                <a:lnTo>
                  <a:pt x="9009" y="23335"/>
                </a:lnTo>
                <a:cubicBezTo>
                  <a:pt x="9077" y="23062"/>
                  <a:pt x="9146" y="22789"/>
                  <a:pt x="9180" y="22619"/>
                </a:cubicBezTo>
                <a:cubicBezTo>
                  <a:pt x="9350" y="22550"/>
                  <a:pt x="9521" y="22448"/>
                  <a:pt x="9658" y="22346"/>
                </a:cubicBezTo>
                <a:cubicBezTo>
                  <a:pt x="9965" y="22004"/>
                  <a:pt x="10272" y="21629"/>
                  <a:pt x="10511" y="21220"/>
                </a:cubicBezTo>
                <a:cubicBezTo>
                  <a:pt x="11261" y="19855"/>
                  <a:pt x="11739" y="18353"/>
                  <a:pt x="12012" y="16818"/>
                </a:cubicBezTo>
                <a:cubicBezTo>
                  <a:pt x="12012" y="16545"/>
                  <a:pt x="12114" y="16306"/>
                  <a:pt x="12251" y="16101"/>
                </a:cubicBezTo>
                <a:cubicBezTo>
                  <a:pt x="12422" y="15896"/>
                  <a:pt x="12592" y="15692"/>
                  <a:pt x="12729" y="15487"/>
                </a:cubicBezTo>
                <a:close/>
                <a:moveTo>
                  <a:pt x="35659" y="19445"/>
                </a:moveTo>
                <a:lnTo>
                  <a:pt x="35728" y="19513"/>
                </a:lnTo>
                <a:cubicBezTo>
                  <a:pt x="35523" y="20674"/>
                  <a:pt x="35216" y="21800"/>
                  <a:pt x="34772" y="22926"/>
                </a:cubicBezTo>
                <a:cubicBezTo>
                  <a:pt x="34671" y="22881"/>
                  <a:pt x="34585" y="22861"/>
                  <a:pt x="34512" y="22861"/>
                </a:cubicBezTo>
                <a:cubicBezTo>
                  <a:pt x="34143" y="22861"/>
                  <a:pt x="34096" y="23369"/>
                  <a:pt x="33953" y="23711"/>
                </a:cubicBezTo>
                <a:cubicBezTo>
                  <a:pt x="33802" y="23642"/>
                  <a:pt x="33717" y="23601"/>
                  <a:pt x="33654" y="23601"/>
                </a:cubicBezTo>
                <a:cubicBezTo>
                  <a:pt x="33561" y="23601"/>
                  <a:pt x="33516" y="23691"/>
                  <a:pt x="33373" y="23915"/>
                </a:cubicBezTo>
                <a:cubicBezTo>
                  <a:pt x="33237" y="24222"/>
                  <a:pt x="33066" y="24495"/>
                  <a:pt x="32895" y="24768"/>
                </a:cubicBezTo>
                <a:cubicBezTo>
                  <a:pt x="32895" y="24598"/>
                  <a:pt x="32964" y="24427"/>
                  <a:pt x="32964" y="24325"/>
                </a:cubicBezTo>
                <a:cubicBezTo>
                  <a:pt x="32964" y="24052"/>
                  <a:pt x="33066" y="23779"/>
                  <a:pt x="33305" y="23642"/>
                </a:cubicBezTo>
                <a:cubicBezTo>
                  <a:pt x="33578" y="23335"/>
                  <a:pt x="33817" y="23062"/>
                  <a:pt x="34090" y="22789"/>
                </a:cubicBezTo>
                <a:cubicBezTo>
                  <a:pt x="34192" y="22653"/>
                  <a:pt x="34328" y="22482"/>
                  <a:pt x="34192" y="22277"/>
                </a:cubicBezTo>
                <a:cubicBezTo>
                  <a:pt x="34156" y="22206"/>
                  <a:pt x="34107" y="22180"/>
                  <a:pt x="34057" y="22180"/>
                </a:cubicBezTo>
                <a:cubicBezTo>
                  <a:pt x="33963" y="22180"/>
                  <a:pt x="33861" y="22267"/>
                  <a:pt x="33817" y="22312"/>
                </a:cubicBezTo>
                <a:cubicBezTo>
                  <a:pt x="33714" y="22414"/>
                  <a:pt x="33612" y="22482"/>
                  <a:pt x="33544" y="22585"/>
                </a:cubicBezTo>
                <a:lnTo>
                  <a:pt x="33544" y="22550"/>
                </a:lnTo>
                <a:cubicBezTo>
                  <a:pt x="33817" y="22004"/>
                  <a:pt x="33817" y="22004"/>
                  <a:pt x="33646" y="21527"/>
                </a:cubicBezTo>
                <a:lnTo>
                  <a:pt x="33646" y="21527"/>
                </a:lnTo>
                <a:cubicBezTo>
                  <a:pt x="33685" y="21533"/>
                  <a:pt x="33722" y="21536"/>
                  <a:pt x="33758" y="21536"/>
                </a:cubicBezTo>
                <a:cubicBezTo>
                  <a:pt x="34089" y="21536"/>
                  <a:pt x="34246" y="21262"/>
                  <a:pt x="34431" y="21015"/>
                </a:cubicBezTo>
                <a:cubicBezTo>
                  <a:pt x="34499" y="20913"/>
                  <a:pt x="34533" y="20810"/>
                  <a:pt x="34601" y="20742"/>
                </a:cubicBezTo>
                <a:cubicBezTo>
                  <a:pt x="34943" y="20298"/>
                  <a:pt x="35284" y="19855"/>
                  <a:pt x="35659" y="19445"/>
                </a:cubicBezTo>
                <a:close/>
                <a:moveTo>
                  <a:pt x="42586" y="21356"/>
                </a:moveTo>
                <a:cubicBezTo>
                  <a:pt x="42655" y="21493"/>
                  <a:pt x="42757" y="21595"/>
                  <a:pt x="42859" y="21731"/>
                </a:cubicBezTo>
                <a:cubicBezTo>
                  <a:pt x="43166" y="22380"/>
                  <a:pt x="43644" y="22960"/>
                  <a:pt x="44190" y="23438"/>
                </a:cubicBezTo>
                <a:cubicBezTo>
                  <a:pt x="43951" y="23711"/>
                  <a:pt x="44054" y="23915"/>
                  <a:pt x="44190" y="24154"/>
                </a:cubicBezTo>
                <a:cubicBezTo>
                  <a:pt x="44327" y="24393"/>
                  <a:pt x="44463" y="24666"/>
                  <a:pt x="44634" y="24905"/>
                </a:cubicBezTo>
                <a:lnTo>
                  <a:pt x="44531" y="24973"/>
                </a:lnTo>
                <a:cubicBezTo>
                  <a:pt x="44463" y="24905"/>
                  <a:pt x="44361" y="24803"/>
                  <a:pt x="44292" y="24734"/>
                </a:cubicBezTo>
                <a:cubicBezTo>
                  <a:pt x="43542" y="23677"/>
                  <a:pt x="42962" y="22550"/>
                  <a:pt x="42586" y="21356"/>
                </a:cubicBezTo>
                <a:close/>
                <a:moveTo>
                  <a:pt x="22112" y="23540"/>
                </a:moveTo>
                <a:lnTo>
                  <a:pt x="22112" y="23540"/>
                </a:lnTo>
                <a:cubicBezTo>
                  <a:pt x="22624" y="23881"/>
                  <a:pt x="22590" y="24495"/>
                  <a:pt x="22863" y="25041"/>
                </a:cubicBezTo>
                <a:cubicBezTo>
                  <a:pt x="22454" y="24768"/>
                  <a:pt x="22317" y="24461"/>
                  <a:pt x="22112" y="23540"/>
                </a:cubicBezTo>
                <a:close/>
                <a:moveTo>
                  <a:pt x="41733" y="24768"/>
                </a:moveTo>
                <a:lnTo>
                  <a:pt x="41733" y="24768"/>
                </a:lnTo>
                <a:cubicBezTo>
                  <a:pt x="42006" y="24837"/>
                  <a:pt x="41972" y="25076"/>
                  <a:pt x="42006" y="25314"/>
                </a:cubicBezTo>
                <a:lnTo>
                  <a:pt x="41733" y="24768"/>
                </a:lnTo>
                <a:close/>
                <a:moveTo>
                  <a:pt x="32110" y="24837"/>
                </a:moveTo>
                <a:lnTo>
                  <a:pt x="32110" y="24837"/>
                </a:lnTo>
                <a:cubicBezTo>
                  <a:pt x="31872" y="25349"/>
                  <a:pt x="31565" y="25826"/>
                  <a:pt x="31189" y="26236"/>
                </a:cubicBezTo>
                <a:cubicBezTo>
                  <a:pt x="31155" y="26031"/>
                  <a:pt x="31121" y="25895"/>
                  <a:pt x="31087" y="25758"/>
                </a:cubicBezTo>
                <a:cubicBezTo>
                  <a:pt x="31428" y="25451"/>
                  <a:pt x="31701" y="25007"/>
                  <a:pt x="32110" y="24837"/>
                </a:cubicBezTo>
                <a:close/>
                <a:moveTo>
                  <a:pt x="34909" y="24154"/>
                </a:moveTo>
                <a:lnTo>
                  <a:pt x="34909" y="24154"/>
                </a:lnTo>
                <a:cubicBezTo>
                  <a:pt x="34772" y="24564"/>
                  <a:pt x="34601" y="24939"/>
                  <a:pt x="34465" y="25349"/>
                </a:cubicBezTo>
                <a:cubicBezTo>
                  <a:pt x="34328" y="25758"/>
                  <a:pt x="34192" y="26202"/>
                  <a:pt x="34056" y="26611"/>
                </a:cubicBezTo>
                <a:lnTo>
                  <a:pt x="33987" y="26577"/>
                </a:lnTo>
                <a:cubicBezTo>
                  <a:pt x="34124" y="26031"/>
                  <a:pt x="34260" y="25519"/>
                  <a:pt x="34363" y="24973"/>
                </a:cubicBezTo>
                <a:cubicBezTo>
                  <a:pt x="34397" y="24598"/>
                  <a:pt x="34601" y="24291"/>
                  <a:pt x="34909" y="24154"/>
                </a:cubicBezTo>
                <a:close/>
                <a:moveTo>
                  <a:pt x="42791" y="25349"/>
                </a:moveTo>
                <a:lnTo>
                  <a:pt x="42791" y="25349"/>
                </a:lnTo>
                <a:cubicBezTo>
                  <a:pt x="43030" y="25758"/>
                  <a:pt x="43269" y="26168"/>
                  <a:pt x="43542" y="26611"/>
                </a:cubicBezTo>
                <a:cubicBezTo>
                  <a:pt x="42893" y="26475"/>
                  <a:pt x="42518" y="25826"/>
                  <a:pt x="42791" y="25349"/>
                </a:cubicBezTo>
                <a:close/>
                <a:moveTo>
                  <a:pt x="19587" y="17295"/>
                </a:moveTo>
                <a:cubicBezTo>
                  <a:pt x="19758" y="17568"/>
                  <a:pt x="19997" y="17841"/>
                  <a:pt x="20167" y="18149"/>
                </a:cubicBezTo>
                <a:cubicBezTo>
                  <a:pt x="20577" y="18763"/>
                  <a:pt x="20952" y="19411"/>
                  <a:pt x="21328" y="20025"/>
                </a:cubicBezTo>
                <a:cubicBezTo>
                  <a:pt x="21601" y="20571"/>
                  <a:pt x="22044" y="21049"/>
                  <a:pt x="22590" y="21390"/>
                </a:cubicBezTo>
                <a:cubicBezTo>
                  <a:pt x="22693" y="21493"/>
                  <a:pt x="22795" y="21595"/>
                  <a:pt x="22863" y="21731"/>
                </a:cubicBezTo>
                <a:cubicBezTo>
                  <a:pt x="23000" y="21970"/>
                  <a:pt x="23170" y="22175"/>
                  <a:pt x="23307" y="22380"/>
                </a:cubicBezTo>
                <a:cubicBezTo>
                  <a:pt x="23289" y="22384"/>
                  <a:pt x="23270" y="22386"/>
                  <a:pt x="23250" y="22386"/>
                </a:cubicBezTo>
                <a:cubicBezTo>
                  <a:pt x="23197" y="22386"/>
                  <a:pt x="23137" y="22375"/>
                  <a:pt x="23080" y="22375"/>
                </a:cubicBezTo>
                <a:cubicBezTo>
                  <a:pt x="22986" y="22375"/>
                  <a:pt x="22900" y="22403"/>
                  <a:pt x="22863" y="22550"/>
                </a:cubicBezTo>
                <a:cubicBezTo>
                  <a:pt x="22863" y="22721"/>
                  <a:pt x="22931" y="22926"/>
                  <a:pt x="23000" y="23062"/>
                </a:cubicBezTo>
                <a:cubicBezTo>
                  <a:pt x="23034" y="23165"/>
                  <a:pt x="23068" y="23233"/>
                  <a:pt x="23102" y="23301"/>
                </a:cubicBezTo>
                <a:cubicBezTo>
                  <a:pt x="23580" y="23950"/>
                  <a:pt x="24057" y="24598"/>
                  <a:pt x="24535" y="25246"/>
                </a:cubicBezTo>
                <a:cubicBezTo>
                  <a:pt x="24842" y="25758"/>
                  <a:pt x="25081" y="26338"/>
                  <a:pt x="25218" y="26952"/>
                </a:cubicBezTo>
                <a:cubicBezTo>
                  <a:pt x="24569" y="26236"/>
                  <a:pt x="23955" y="25451"/>
                  <a:pt x="23409" y="24632"/>
                </a:cubicBezTo>
                <a:cubicBezTo>
                  <a:pt x="23102" y="24188"/>
                  <a:pt x="22863" y="23677"/>
                  <a:pt x="22761" y="23131"/>
                </a:cubicBezTo>
                <a:cubicBezTo>
                  <a:pt x="22658" y="22823"/>
                  <a:pt x="22590" y="22482"/>
                  <a:pt x="22522" y="22209"/>
                </a:cubicBezTo>
                <a:cubicBezTo>
                  <a:pt x="22474" y="22016"/>
                  <a:pt x="22425" y="21925"/>
                  <a:pt x="22340" y="21925"/>
                </a:cubicBezTo>
                <a:cubicBezTo>
                  <a:pt x="22306" y="21925"/>
                  <a:pt x="22265" y="21941"/>
                  <a:pt x="22215" y="21970"/>
                </a:cubicBezTo>
                <a:cubicBezTo>
                  <a:pt x="22147" y="22004"/>
                  <a:pt x="22112" y="22073"/>
                  <a:pt x="22010" y="22209"/>
                </a:cubicBezTo>
                <a:cubicBezTo>
                  <a:pt x="21805" y="21629"/>
                  <a:pt x="21601" y="21151"/>
                  <a:pt x="21430" y="20640"/>
                </a:cubicBezTo>
                <a:cubicBezTo>
                  <a:pt x="21396" y="20571"/>
                  <a:pt x="21362" y="20435"/>
                  <a:pt x="21328" y="20435"/>
                </a:cubicBezTo>
                <a:cubicBezTo>
                  <a:pt x="20918" y="20332"/>
                  <a:pt x="20816" y="19821"/>
                  <a:pt x="20543" y="19513"/>
                </a:cubicBezTo>
                <a:cubicBezTo>
                  <a:pt x="20406" y="19377"/>
                  <a:pt x="20304" y="19172"/>
                  <a:pt x="20167" y="19036"/>
                </a:cubicBezTo>
                <a:cubicBezTo>
                  <a:pt x="20091" y="18978"/>
                  <a:pt x="20015" y="18932"/>
                  <a:pt x="19938" y="18932"/>
                </a:cubicBezTo>
                <a:cubicBezTo>
                  <a:pt x="19878" y="18932"/>
                  <a:pt x="19818" y="18961"/>
                  <a:pt x="19758" y="19036"/>
                </a:cubicBezTo>
                <a:cubicBezTo>
                  <a:pt x="19656" y="19206"/>
                  <a:pt x="19792" y="19343"/>
                  <a:pt x="19860" y="19479"/>
                </a:cubicBezTo>
                <a:cubicBezTo>
                  <a:pt x="20167" y="19855"/>
                  <a:pt x="20406" y="20230"/>
                  <a:pt x="20679" y="20640"/>
                </a:cubicBezTo>
                <a:cubicBezTo>
                  <a:pt x="20713" y="20708"/>
                  <a:pt x="20782" y="20810"/>
                  <a:pt x="20782" y="20878"/>
                </a:cubicBezTo>
                <a:cubicBezTo>
                  <a:pt x="20918" y="21527"/>
                  <a:pt x="21089" y="22175"/>
                  <a:pt x="21328" y="22789"/>
                </a:cubicBezTo>
                <a:cubicBezTo>
                  <a:pt x="21362" y="22926"/>
                  <a:pt x="21396" y="23096"/>
                  <a:pt x="21464" y="23301"/>
                </a:cubicBezTo>
                <a:cubicBezTo>
                  <a:pt x="21225" y="23301"/>
                  <a:pt x="20986" y="23199"/>
                  <a:pt x="20918" y="22994"/>
                </a:cubicBezTo>
                <a:cubicBezTo>
                  <a:pt x="20782" y="22823"/>
                  <a:pt x="20679" y="22619"/>
                  <a:pt x="20577" y="22448"/>
                </a:cubicBezTo>
                <a:cubicBezTo>
                  <a:pt x="19963" y="20981"/>
                  <a:pt x="19485" y="19479"/>
                  <a:pt x="19144" y="17944"/>
                </a:cubicBezTo>
                <a:cubicBezTo>
                  <a:pt x="19110" y="17807"/>
                  <a:pt x="19110" y="17637"/>
                  <a:pt x="19110" y="17500"/>
                </a:cubicBezTo>
                <a:lnTo>
                  <a:pt x="19587" y="17295"/>
                </a:lnTo>
                <a:close/>
                <a:moveTo>
                  <a:pt x="8775" y="25753"/>
                </a:moveTo>
                <a:cubicBezTo>
                  <a:pt x="8796" y="25753"/>
                  <a:pt x="8817" y="25755"/>
                  <a:pt x="8839" y="25758"/>
                </a:cubicBezTo>
                <a:cubicBezTo>
                  <a:pt x="8463" y="26475"/>
                  <a:pt x="8088" y="27123"/>
                  <a:pt x="7713" y="27771"/>
                </a:cubicBezTo>
                <a:lnTo>
                  <a:pt x="7644" y="27703"/>
                </a:lnTo>
                <a:lnTo>
                  <a:pt x="8361" y="26065"/>
                </a:lnTo>
                <a:cubicBezTo>
                  <a:pt x="8422" y="25882"/>
                  <a:pt x="8593" y="25753"/>
                  <a:pt x="8775" y="25753"/>
                </a:cubicBezTo>
                <a:close/>
                <a:moveTo>
                  <a:pt x="20577" y="27259"/>
                </a:moveTo>
                <a:lnTo>
                  <a:pt x="20782" y="27771"/>
                </a:lnTo>
                <a:lnTo>
                  <a:pt x="20713" y="27840"/>
                </a:lnTo>
                <a:lnTo>
                  <a:pt x="20475" y="27362"/>
                </a:lnTo>
                <a:lnTo>
                  <a:pt x="20577" y="27259"/>
                </a:lnTo>
                <a:close/>
                <a:moveTo>
                  <a:pt x="19280" y="27123"/>
                </a:moveTo>
                <a:lnTo>
                  <a:pt x="19894" y="27157"/>
                </a:lnTo>
                <a:cubicBezTo>
                  <a:pt x="19929" y="27328"/>
                  <a:pt x="19963" y="27464"/>
                  <a:pt x="19997" y="27567"/>
                </a:cubicBezTo>
                <a:lnTo>
                  <a:pt x="19553" y="28010"/>
                </a:lnTo>
                <a:lnTo>
                  <a:pt x="19280" y="27123"/>
                </a:lnTo>
                <a:close/>
                <a:moveTo>
                  <a:pt x="23000" y="25519"/>
                </a:moveTo>
                <a:lnTo>
                  <a:pt x="24023" y="27942"/>
                </a:lnTo>
                <a:lnTo>
                  <a:pt x="23921" y="28010"/>
                </a:lnTo>
                <a:cubicBezTo>
                  <a:pt x="23580" y="27328"/>
                  <a:pt x="23239" y="26611"/>
                  <a:pt x="22897" y="25929"/>
                </a:cubicBezTo>
                <a:cubicBezTo>
                  <a:pt x="22829" y="25758"/>
                  <a:pt x="22795" y="25622"/>
                  <a:pt x="23000" y="25519"/>
                </a:cubicBezTo>
                <a:close/>
                <a:moveTo>
                  <a:pt x="13104" y="21459"/>
                </a:moveTo>
                <a:cubicBezTo>
                  <a:pt x="13104" y="22004"/>
                  <a:pt x="13172" y="22448"/>
                  <a:pt x="13172" y="22858"/>
                </a:cubicBezTo>
                <a:cubicBezTo>
                  <a:pt x="13206" y="23608"/>
                  <a:pt x="12831" y="24359"/>
                  <a:pt x="12217" y="24803"/>
                </a:cubicBezTo>
                <a:cubicBezTo>
                  <a:pt x="12251" y="24393"/>
                  <a:pt x="12251" y="24120"/>
                  <a:pt x="12251" y="23847"/>
                </a:cubicBezTo>
                <a:cubicBezTo>
                  <a:pt x="12251" y="23711"/>
                  <a:pt x="12114" y="23642"/>
                  <a:pt x="12046" y="23540"/>
                </a:cubicBezTo>
                <a:cubicBezTo>
                  <a:pt x="11978" y="23608"/>
                  <a:pt x="11876" y="23677"/>
                  <a:pt x="11841" y="23779"/>
                </a:cubicBezTo>
                <a:cubicBezTo>
                  <a:pt x="11807" y="23984"/>
                  <a:pt x="11773" y="24154"/>
                  <a:pt x="11773" y="24359"/>
                </a:cubicBezTo>
                <a:cubicBezTo>
                  <a:pt x="11705" y="25451"/>
                  <a:pt x="11568" y="26577"/>
                  <a:pt x="11330" y="27635"/>
                </a:cubicBezTo>
                <a:cubicBezTo>
                  <a:pt x="11227" y="28010"/>
                  <a:pt x="11227" y="28010"/>
                  <a:pt x="10988" y="28147"/>
                </a:cubicBezTo>
                <a:cubicBezTo>
                  <a:pt x="11022" y="27567"/>
                  <a:pt x="11057" y="26986"/>
                  <a:pt x="11091" y="26372"/>
                </a:cubicBezTo>
                <a:cubicBezTo>
                  <a:pt x="11091" y="25860"/>
                  <a:pt x="11159" y="25383"/>
                  <a:pt x="11193" y="24871"/>
                </a:cubicBezTo>
                <a:cubicBezTo>
                  <a:pt x="11193" y="24734"/>
                  <a:pt x="11261" y="24632"/>
                  <a:pt x="11330" y="24564"/>
                </a:cubicBezTo>
                <a:cubicBezTo>
                  <a:pt x="11534" y="24222"/>
                  <a:pt x="11705" y="23847"/>
                  <a:pt x="11807" y="23438"/>
                </a:cubicBezTo>
                <a:cubicBezTo>
                  <a:pt x="11876" y="23165"/>
                  <a:pt x="11910" y="22892"/>
                  <a:pt x="11978" y="22550"/>
                </a:cubicBezTo>
                <a:cubicBezTo>
                  <a:pt x="12068" y="22640"/>
                  <a:pt x="12148" y="22677"/>
                  <a:pt x="12218" y="22677"/>
                </a:cubicBezTo>
                <a:cubicBezTo>
                  <a:pt x="12335" y="22677"/>
                  <a:pt x="12426" y="22576"/>
                  <a:pt x="12490" y="22448"/>
                </a:cubicBezTo>
                <a:cubicBezTo>
                  <a:pt x="12694" y="22141"/>
                  <a:pt x="12865" y="21834"/>
                  <a:pt x="13104" y="21459"/>
                </a:cubicBezTo>
                <a:close/>
                <a:moveTo>
                  <a:pt x="41970" y="21647"/>
                </a:moveTo>
                <a:cubicBezTo>
                  <a:pt x="42038" y="21711"/>
                  <a:pt x="42090" y="21789"/>
                  <a:pt x="42143" y="21868"/>
                </a:cubicBezTo>
                <a:cubicBezTo>
                  <a:pt x="42586" y="22926"/>
                  <a:pt x="43132" y="23950"/>
                  <a:pt x="43746" y="24939"/>
                </a:cubicBezTo>
                <a:cubicBezTo>
                  <a:pt x="44019" y="25485"/>
                  <a:pt x="44497" y="25929"/>
                  <a:pt x="45077" y="26133"/>
                </a:cubicBezTo>
                <a:cubicBezTo>
                  <a:pt x="45145" y="26168"/>
                  <a:pt x="45180" y="26202"/>
                  <a:pt x="45248" y="26236"/>
                </a:cubicBezTo>
                <a:lnTo>
                  <a:pt x="47534" y="28249"/>
                </a:lnTo>
                <a:cubicBezTo>
                  <a:pt x="47500" y="28266"/>
                  <a:pt x="47466" y="28275"/>
                  <a:pt x="47432" y="28275"/>
                </a:cubicBezTo>
                <a:cubicBezTo>
                  <a:pt x="47398" y="28275"/>
                  <a:pt x="47363" y="28266"/>
                  <a:pt x="47329" y="28249"/>
                </a:cubicBezTo>
                <a:cubicBezTo>
                  <a:pt x="46988" y="28010"/>
                  <a:pt x="46579" y="27703"/>
                  <a:pt x="46237" y="27464"/>
                </a:cubicBezTo>
                <a:cubicBezTo>
                  <a:pt x="45930" y="27225"/>
                  <a:pt x="45623" y="26952"/>
                  <a:pt x="45316" y="26679"/>
                </a:cubicBezTo>
                <a:cubicBezTo>
                  <a:pt x="45233" y="26638"/>
                  <a:pt x="45163" y="26571"/>
                  <a:pt x="45090" y="26571"/>
                </a:cubicBezTo>
                <a:cubicBezTo>
                  <a:pt x="45043" y="26571"/>
                  <a:pt x="44994" y="26599"/>
                  <a:pt x="44941" y="26679"/>
                </a:cubicBezTo>
                <a:cubicBezTo>
                  <a:pt x="44804" y="26884"/>
                  <a:pt x="44941" y="27055"/>
                  <a:pt x="45043" y="27157"/>
                </a:cubicBezTo>
                <a:cubicBezTo>
                  <a:pt x="45145" y="27259"/>
                  <a:pt x="45214" y="27328"/>
                  <a:pt x="45316" y="27430"/>
                </a:cubicBezTo>
                <a:cubicBezTo>
                  <a:pt x="45521" y="27567"/>
                  <a:pt x="45623" y="27805"/>
                  <a:pt x="45589" y="28044"/>
                </a:cubicBezTo>
                <a:cubicBezTo>
                  <a:pt x="44975" y="27635"/>
                  <a:pt x="44429" y="27089"/>
                  <a:pt x="44122" y="26406"/>
                </a:cubicBezTo>
                <a:cubicBezTo>
                  <a:pt x="43283" y="24864"/>
                  <a:pt x="42577" y="23288"/>
                  <a:pt x="41970" y="21647"/>
                </a:cubicBezTo>
                <a:close/>
                <a:moveTo>
                  <a:pt x="13309" y="27737"/>
                </a:moveTo>
                <a:lnTo>
                  <a:pt x="13309" y="27737"/>
                </a:lnTo>
                <a:cubicBezTo>
                  <a:pt x="13240" y="27976"/>
                  <a:pt x="13206" y="28147"/>
                  <a:pt x="13172" y="28317"/>
                </a:cubicBezTo>
                <a:cubicBezTo>
                  <a:pt x="12967" y="28044"/>
                  <a:pt x="13104" y="27942"/>
                  <a:pt x="13309" y="27737"/>
                </a:cubicBezTo>
                <a:close/>
                <a:moveTo>
                  <a:pt x="35932" y="27805"/>
                </a:moveTo>
                <a:lnTo>
                  <a:pt x="35932" y="28386"/>
                </a:lnTo>
                <a:lnTo>
                  <a:pt x="35659" y="28386"/>
                </a:lnTo>
                <a:lnTo>
                  <a:pt x="35932" y="27805"/>
                </a:lnTo>
                <a:close/>
                <a:moveTo>
                  <a:pt x="16721" y="17398"/>
                </a:moveTo>
                <a:lnTo>
                  <a:pt x="16721" y="21015"/>
                </a:lnTo>
                <a:cubicBezTo>
                  <a:pt x="16721" y="21049"/>
                  <a:pt x="16721" y="21049"/>
                  <a:pt x="16721" y="21049"/>
                </a:cubicBezTo>
                <a:lnTo>
                  <a:pt x="16653" y="21049"/>
                </a:lnTo>
                <a:cubicBezTo>
                  <a:pt x="16653" y="20878"/>
                  <a:pt x="16619" y="20708"/>
                  <a:pt x="16585" y="20537"/>
                </a:cubicBezTo>
                <a:cubicBezTo>
                  <a:pt x="16585" y="20435"/>
                  <a:pt x="16482" y="20298"/>
                  <a:pt x="16414" y="20298"/>
                </a:cubicBezTo>
                <a:cubicBezTo>
                  <a:pt x="16312" y="20332"/>
                  <a:pt x="16243" y="20435"/>
                  <a:pt x="16209" y="20537"/>
                </a:cubicBezTo>
                <a:cubicBezTo>
                  <a:pt x="16175" y="21083"/>
                  <a:pt x="16141" y="21629"/>
                  <a:pt x="16141" y="22175"/>
                </a:cubicBezTo>
                <a:cubicBezTo>
                  <a:pt x="16141" y="22243"/>
                  <a:pt x="16243" y="22380"/>
                  <a:pt x="16277" y="22380"/>
                </a:cubicBezTo>
                <a:cubicBezTo>
                  <a:pt x="16380" y="22380"/>
                  <a:pt x="16482" y="22346"/>
                  <a:pt x="16516" y="22243"/>
                </a:cubicBezTo>
                <a:cubicBezTo>
                  <a:pt x="16550" y="22073"/>
                  <a:pt x="16619" y="21936"/>
                  <a:pt x="16619" y="21766"/>
                </a:cubicBezTo>
                <a:cubicBezTo>
                  <a:pt x="16721" y="21902"/>
                  <a:pt x="16755" y="22073"/>
                  <a:pt x="16789" y="22209"/>
                </a:cubicBezTo>
                <a:cubicBezTo>
                  <a:pt x="16755" y="22687"/>
                  <a:pt x="16858" y="23131"/>
                  <a:pt x="17062" y="23540"/>
                </a:cubicBezTo>
                <a:cubicBezTo>
                  <a:pt x="17096" y="23677"/>
                  <a:pt x="17096" y="23813"/>
                  <a:pt x="17096" y="23950"/>
                </a:cubicBezTo>
                <a:cubicBezTo>
                  <a:pt x="17233" y="25076"/>
                  <a:pt x="17369" y="26202"/>
                  <a:pt x="17472" y="27328"/>
                </a:cubicBezTo>
                <a:cubicBezTo>
                  <a:pt x="17540" y="27703"/>
                  <a:pt x="17540" y="28113"/>
                  <a:pt x="17574" y="28488"/>
                </a:cubicBezTo>
                <a:cubicBezTo>
                  <a:pt x="17301" y="27021"/>
                  <a:pt x="17062" y="25553"/>
                  <a:pt x="16823" y="24086"/>
                </a:cubicBezTo>
                <a:cubicBezTo>
                  <a:pt x="16823" y="23950"/>
                  <a:pt x="16789" y="23779"/>
                  <a:pt x="16755" y="23642"/>
                </a:cubicBezTo>
                <a:cubicBezTo>
                  <a:pt x="16721" y="23540"/>
                  <a:pt x="16619" y="23438"/>
                  <a:pt x="16550" y="23438"/>
                </a:cubicBezTo>
                <a:cubicBezTo>
                  <a:pt x="16482" y="23438"/>
                  <a:pt x="16414" y="23574"/>
                  <a:pt x="16380" y="23677"/>
                </a:cubicBezTo>
                <a:cubicBezTo>
                  <a:pt x="16346" y="23779"/>
                  <a:pt x="16346" y="23915"/>
                  <a:pt x="16380" y="24018"/>
                </a:cubicBezTo>
                <a:cubicBezTo>
                  <a:pt x="16414" y="24291"/>
                  <a:pt x="16448" y="24564"/>
                  <a:pt x="16482" y="24803"/>
                </a:cubicBezTo>
                <a:cubicBezTo>
                  <a:pt x="16585" y="25519"/>
                  <a:pt x="16687" y="26202"/>
                  <a:pt x="16789" y="26952"/>
                </a:cubicBezTo>
                <a:cubicBezTo>
                  <a:pt x="16243" y="26952"/>
                  <a:pt x="16482" y="27567"/>
                  <a:pt x="16277" y="27908"/>
                </a:cubicBezTo>
                <a:cubicBezTo>
                  <a:pt x="16073" y="27259"/>
                  <a:pt x="15800" y="26713"/>
                  <a:pt x="15868" y="25929"/>
                </a:cubicBezTo>
                <a:cubicBezTo>
                  <a:pt x="16004" y="24939"/>
                  <a:pt x="15970" y="23881"/>
                  <a:pt x="16004" y="22858"/>
                </a:cubicBezTo>
                <a:cubicBezTo>
                  <a:pt x="16004" y="22721"/>
                  <a:pt x="16004" y="22550"/>
                  <a:pt x="15936" y="22414"/>
                </a:cubicBezTo>
                <a:cubicBezTo>
                  <a:pt x="15902" y="22312"/>
                  <a:pt x="15868" y="22209"/>
                  <a:pt x="15697" y="22175"/>
                </a:cubicBezTo>
                <a:cubicBezTo>
                  <a:pt x="15561" y="22175"/>
                  <a:pt x="15527" y="22346"/>
                  <a:pt x="15527" y="22550"/>
                </a:cubicBezTo>
                <a:cubicBezTo>
                  <a:pt x="15561" y="22789"/>
                  <a:pt x="15561" y="23028"/>
                  <a:pt x="15561" y="23267"/>
                </a:cubicBezTo>
                <a:cubicBezTo>
                  <a:pt x="15458" y="24120"/>
                  <a:pt x="15322" y="24905"/>
                  <a:pt x="15185" y="25758"/>
                </a:cubicBezTo>
                <a:cubicBezTo>
                  <a:pt x="15185" y="25860"/>
                  <a:pt x="15151" y="25963"/>
                  <a:pt x="15117" y="26065"/>
                </a:cubicBezTo>
                <a:lnTo>
                  <a:pt x="15049" y="26065"/>
                </a:lnTo>
                <a:lnTo>
                  <a:pt x="15049" y="24837"/>
                </a:lnTo>
                <a:cubicBezTo>
                  <a:pt x="15049" y="24632"/>
                  <a:pt x="15015" y="24461"/>
                  <a:pt x="14981" y="24291"/>
                </a:cubicBezTo>
                <a:cubicBezTo>
                  <a:pt x="14912" y="24188"/>
                  <a:pt x="14776" y="24120"/>
                  <a:pt x="14674" y="24018"/>
                </a:cubicBezTo>
                <a:cubicBezTo>
                  <a:pt x="15015" y="23028"/>
                  <a:pt x="15220" y="22039"/>
                  <a:pt x="15254" y="21015"/>
                </a:cubicBezTo>
                <a:cubicBezTo>
                  <a:pt x="16243" y="20059"/>
                  <a:pt x="16312" y="18660"/>
                  <a:pt x="16721" y="17398"/>
                </a:cubicBezTo>
                <a:close/>
                <a:moveTo>
                  <a:pt x="10715" y="23233"/>
                </a:moveTo>
                <a:lnTo>
                  <a:pt x="10715" y="23233"/>
                </a:lnTo>
                <a:cubicBezTo>
                  <a:pt x="10749" y="24120"/>
                  <a:pt x="10715" y="25007"/>
                  <a:pt x="10647" y="25895"/>
                </a:cubicBezTo>
                <a:cubicBezTo>
                  <a:pt x="10579" y="26236"/>
                  <a:pt x="10545" y="26577"/>
                  <a:pt x="10476" y="26884"/>
                </a:cubicBezTo>
                <a:cubicBezTo>
                  <a:pt x="10452" y="26981"/>
                  <a:pt x="10411" y="27077"/>
                  <a:pt x="10329" y="27077"/>
                </a:cubicBezTo>
                <a:cubicBezTo>
                  <a:pt x="10295" y="27077"/>
                  <a:pt x="10253" y="27061"/>
                  <a:pt x="10204" y="27021"/>
                </a:cubicBezTo>
                <a:cubicBezTo>
                  <a:pt x="10204" y="26918"/>
                  <a:pt x="10238" y="26816"/>
                  <a:pt x="10204" y="26679"/>
                </a:cubicBezTo>
                <a:cubicBezTo>
                  <a:pt x="10204" y="26509"/>
                  <a:pt x="10204" y="26372"/>
                  <a:pt x="10204" y="26202"/>
                </a:cubicBezTo>
                <a:cubicBezTo>
                  <a:pt x="10172" y="26015"/>
                  <a:pt x="10141" y="25856"/>
                  <a:pt x="9980" y="25856"/>
                </a:cubicBezTo>
                <a:cubicBezTo>
                  <a:pt x="9965" y="25856"/>
                  <a:pt x="9948" y="25857"/>
                  <a:pt x="9931" y="25860"/>
                </a:cubicBezTo>
                <a:cubicBezTo>
                  <a:pt x="9760" y="25860"/>
                  <a:pt x="9726" y="26065"/>
                  <a:pt x="9760" y="26236"/>
                </a:cubicBezTo>
                <a:cubicBezTo>
                  <a:pt x="9760" y="26440"/>
                  <a:pt x="9760" y="26645"/>
                  <a:pt x="9760" y="26816"/>
                </a:cubicBezTo>
                <a:cubicBezTo>
                  <a:pt x="9794" y="27225"/>
                  <a:pt x="9692" y="27635"/>
                  <a:pt x="9453" y="27976"/>
                </a:cubicBezTo>
                <a:cubicBezTo>
                  <a:pt x="9180" y="28249"/>
                  <a:pt x="8941" y="28454"/>
                  <a:pt x="8668" y="28658"/>
                </a:cubicBezTo>
                <a:lnTo>
                  <a:pt x="8600" y="28590"/>
                </a:lnTo>
                <a:cubicBezTo>
                  <a:pt x="8668" y="28488"/>
                  <a:pt x="8702" y="28351"/>
                  <a:pt x="8770" y="28249"/>
                </a:cubicBezTo>
                <a:cubicBezTo>
                  <a:pt x="9077" y="27430"/>
                  <a:pt x="9385" y="26611"/>
                  <a:pt x="9692" y="25792"/>
                </a:cubicBezTo>
                <a:cubicBezTo>
                  <a:pt x="9862" y="25519"/>
                  <a:pt x="9794" y="25178"/>
                  <a:pt x="9589" y="24939"/>
                </a:cubicBezTo>
                <a:cubicBezTo>
                  <a:pt x="9794" y="24632"/>
                  <a:pt x="9999" y="24325"/>
                  <a:pt x="10169" y="24086"/>
                </a:cubicBezTo>
                <a:cubicBezTo>
                  <a:pt x="10340" y="23847"/>
                  <a:pt x="10511" y="23608"/>
                  <a:pt x="10715" y="23233"/>
                </a:cubicBezTo>
                <a:close/>
                <a:moveTo>
                  <a:pt x="36376" y="19309"/>
                </a:moveTo>
                <a:cubicBezTo>
                  <a:pt x="36444" y="19479"/>
                  <a:pt x="36478" y="19684"/>
                  <a:pt x="36478" y="19855"/>
                </a:cubicBezTo>
                <a:cubicBezTo>
                  <a:pt x="36546" y="21186"/>
                  <a:pt x="36069" y="22380"/>
                  <a:pt x="36035" y="23711"/>
                </a:cubicBezTo>
                <a:cubicBezTo>
                  <a:pt x="36001" y="23984"/>
                  <a:pt x="35966" y="24257"/>
                  <a:pt x="35898" y="24530"/>
                </a:cubicBezTo>
                <a:cubicBezTo>
                  <a:pt x="35728" y="25485"/>
                  <a:pt x="35591" y="26406"/>
                  <a:pt x="35386" y="27362"/>
                </a:cubicBezTo>
                <a:cubicBezTo>
                  <a:pt x="35318" y="27874"/>
                  <a:pt x="35113" y="28386"/>
                  <a:pt x="34772" y="28795"/>
                </a:cubicBezTo>
                <a:cubicBezTo>
                  <a:pt x="34874" y="28351"/>
                  <a:pt x="35011" y="27976"/>
                  <a:pt x="35113" y="27567"/>
                </a:cubicBezTo>
                <a:cubicBezTo>
                  <a:pt x="35216" y="27191"/>
                  <a:pt x="35284" y="26850"/>
                  <a:pt x="35318" y="26475"/>
                </a:cubicBezTo>
                <a:cubicBezTo>
                  <a:pt x="35386" y="26099"/>
                  <a:pt x="35318" y="25758"/>
                  <a:pt x="34977" y="25622"/>
                </a:cubicBezTo>
                <a:cubicBezTo>
                  <a:pt x="35182" y="24939"/>
                  <a:pt x="35386" y="24325"/>
                  <a:pt x="35557" y="23711"/>
                </a:cubicBezTo>
                <a:cubicBezTo>
                  <a:pt x="35625" y="23506"/>
                  <a:pt x="35659" y="23301"/>
                  <a:pt x="35693" y="23062"/>
                </a:cubicBezTo>
                <a:cubicBezTo>
                  <a:pt x="35659" y="22653"/>
                  <a:pt x="35728" y="22243"/>
                  <a:pt x="35864" y="21868"/>
                </a:cubicBezTo>
                <a:cubicBezTo>
                  <a:pt x="36035" y="21288"/>
                  <a:pt x="36171" y="20674"/>
                  <a:pt x="36274" y="20094"/>
                </a:cubicBezTo>
                <a:cubicBezTo>
                  <a:pt x="36342" y="19855"/>
                  <a:pt x="36342" y="19616"/>
                  <a:pt x="36376" y="19309"/>
                </a:cubicBezTo>
                <a:close/>
                <a:moveTo>
                  <a:pt x="43337" y="28010"/>
                </a:moveTo>
                <a:cubicBezTo>
                  <a:pt x="43781" y="28010"/>
                  <a:pt x="43883" y="28147"/>
                  <a:pt x="44088" y="28897"/>
                </a:cubicBezTo>
                <a:cubicBezTo>
                  <a:pt x="43917" y="28454"/>
                  <a:pt x="43405" y="28590"/>
                  <a:pt x="43337" y="28010"/>
                </a:cubicBezTo>
                <a:close/>
                <a:moveTo>
                  <a:pt x="8395" y="27703"/>
                </a:moveTo>
                <a:lnTo>
                  <a:pt x="8395" y="27703"/>
                </a:lnTo>
                <a:cubicBezTo>
                  <a:pt x="8224" y="28317"/>
                  <a:pt x="7883" y="28863"/>
                  <a:pt x="7371" y="29273"/>
                </a:cubicBezTo>
                <a:lnTo>
                  <a:pt x="8395" y="27703"/>
                </a:lnTo>
                <a:close/>
                <a:moveTo>
                  <a:pt x="33714" y="25417"/>
                </a:moveTo>
                <a:lnTo>
                  <a:pt x="33783" y="25485"/>
                </a:lnTo>
                <a:cubicBezTo>
                  <a:pt x="33646" y="25895"/>
                  <a:pt x="33510" y="26338"/>
                  <a:pt x="33373" y="26748"/>
                </a:cubicBezTo>
                <a:cubicBezTo>
                  <a:pt x="33305" y="26986"/>
                  <a:pt x="33237" y="27191"/>
                  <a:pt x="32998" y="27191"/>
                </a:cubicBezTo>
                <a:cubicBezTo>
                  <a:pt x="32929" y="27191"/>
                  <a:pt x="32827" y="27328"/>
                  <a:pt x="32793" y="27430"/>
                </a:cubicBezTo>
                <a:cubicBezTo>
                  <a:pt x="32622" y="28147"/>
                  <a:pt x="32179" y="28658"/>
                  <a:pt x="32008" y="29375"/>
                </a:cubicBezTo>
                <a:cubicBezTo>
                  <a:pt x="32008" y="29409"/>
                  <a:pt x="31974" y="29409"/>
                  <a:pt x="31940" y="29443"/>
                </a:cubicBezTo>
                <a:lnTo>
                  <a:pt x="31667" y="29307"/>
                </a:lnTo>
                <a:cubicBezTo>
                  <a:pt x="31803" y="29034"/>
                  <a:pt x="31974" y="28829"/>
                  <a:pt x="32076" y="28556"/>
                </a:cubicBezTo>
                <a:cubicBezTo>
                  <a:pt x="32179" y="28420"/>
                  <a:pt x="32247" y="28215"/>
                  <a:pt x="32247" y="28044"/>
                </a:cubicBezTo>
                <a:cubicBezTo>
                  <a:pt x="32281" y="27874"/>
                  <a:pt x="32315" y="27737"/>
                  <a:pt x="32418" y="27601"/>
                </a:cubicBezTo>
                <a:cubicBezTo>
                  <a:pt x="32793" y="27021"/>
                  <a:pt x="33134" y="26440"/>
                  <a:pt x="33510" y="25860"/>
                </a:cubicBezTo>
                <a:cubicBezTo>
                  <a:pt x="33578" y="25690"/>
                  <a:pt x="33646" y="25553"/>
                  <a:pt x="33714" y="25417"/>
                </a:cubicBezTo>
                <a:close/>
                <a:moveTo>
                  <a:pt x="23333" y="22515"/>
                </a:moveTo>
                <a:lnTo>
                  <a:pt x="23333" y="22515"/>
                </a:lnTo>
                <a:cubicBezTo>
                  <a:pt x="23336" y="22516"/>
                  <a:pt x="23338" y="22516"/>
                  <a:pt x="23341" y="22516"/>
                </a:cubicBezTo>
                <a:cubicBezTo>
                  <a:pt x="23921" y="23199"/>
                  <a:pt x="24467" y="23847"/>
                  <a:pt x="25047" y="24461"/>
                </a:cubicBezTo>
                <a:cubicBezTo>
                  <a:pt x="25184" y="24598"/>
                  <a:pt x="25320" y="24734"/>
                  <a:pt x="25525" y="24803"/>
                </a:cubicBezTo>
                <a:cubicBezTo>
                  <a:pt x="25611" y="24851"/>
                  <a:pt x="25693" y="24874"/>
                  <a:pt x="25768" y="24874"/>
                </a:cubicBezTo>
                <a:cubicBezTo>
                  <a:pt x="25959" y="24874"/>
                  <a:pt x="26109" y="24721"/>
                  <a:pt x="26207" y="24427"/>
                </a:cubicBezTo>
                <a:cubicBezTo>
                  <a:pt x="26241" y="24325"/>
                  <a:pt x="26241" y="24257"/>
                  <a:pt x="26275" y="24154"/>
                </a:cubicBezTo>
                <a:cubicBezTo>
                  <a:pt x="26753" y="24427"/>
                  <a:pt x="27197" y="24734"/>
                  <a:pt x="27675" y="25007"/>
                </a:cubicBezTo>
                <a:cubicBezTo>
                  <a:pt x="28118" y="25280"/>
                  <a:pt x="28562" y="25587"/>
                  <a:pt x="29005" y="25929"/>
                </a:cubicBezTo>
                <a:cubicBezTo>
                  <a:pt x="28835" y="26031"/>
                  <a:pt x="28630" y="26168"/>
                  <a:pt x="28425" y="26304"/>
                </a:cubicBezTo>
                <a:cubicBezTo>
                  <a:pt x="28289" y="26372"/>
                  <a:pt x="28255" y="26577"/>
                  <a:pt x="28323" y="26713"/>
                </a:cubicBezTo>
                <a:cubicBezTo>
                  <a:pt x="28365" y="26818"/>
                  <a:pt x="28432" y="26858"/>
                  <a:pt x="28509" y="26858"/>
                </a:cubicBezTo>
                <a:cubicBezTo>
                  <a:pt x="28558" y="26858"/>
                  <a:pt x="28611" y="26842"/>
                  <a:pt x="28664" y="26816"/>
                </a:cubicBezTo>
                <a:cubicBezTo>
                  <a:pt x="28903" y="26679"/>
                  <a:pt x="29176" y="26543"/>
                  <a:pt x="29415" y="26406"/>
                </a:cubicBezTo>
                <a:cubicBezTo>
                  <a:pt x="29490" y="26356"/>
                  <a:pt x="29565" y="26325"/>
                  <a:pt x="29626" y="26325"/>
                </a:cubicBezTo>
                <a:cubicBezTo>
                  <a:pt x="29649" y="26325"/>
                  <a:pt x="29669" y="26329"/>
                  <a:pt x="29688" y="26338"/>
                </a:cubicBezTo>
                <a:cubicBezTo>
                  <a:pt x="29772" y="26410"/>
                  <a:pt x="29847" y="26436"/>
                  <a:pt x="29919" y="26436"/>
                </a:cubicBezTo>
                <a:cubicBezTo>
                  <a:pt x="30051" y="26436"/>
                  <a:pt x="30169" y="26348"/>
                  <a:pt x="30302" y="26304"/>
                </a:cubicBezTo>
                <a:lnTo>
                  <a:pt x="30643" y="26168"/>
                </a:lnTo>
                <a:lnTo>
                  <a:pt x="30643" y="26168"/>
                </a:lnTo>
                <a:cubicBezTo>
                  <a:pt x="30677" y="26440"/>
                  <a:pt x="30541" y="26713"/>
                  <a:pt x="30268" y="26816"/>
                </a:cubicBezTo>
                <a:cubicBezTo>
                  <a:pt x="29824" y="26986"/>
                  <a:pt x="29415" y="27157"/>
                  <a:pt x="28971" y="27294"/>
                </a:cubicBezTo>
                <a:cubicBezTo>
                  <a:pt x="28801" y="27362"/>
                  <a:pt x="28630" y="27464"/>
                  <a:pt x="28664" y="27703"/>
                </a:cubicBezTo>
                <a:cubicBezTo>
                  <a:pt x="28714" y="27876"/>
                  <a:pt x="28817" y="27924"/>
                  <a:pt x="28922" y="27924"/>
                </a:cubicBezTo>
                <a:cubicBezTo>
                  <a:pt x="28962" y="27924"/>
                  <a:pt x="29002" y="27917"/>
                  <a:pt x="29039" y="27908"/>
                </a:cubicBezTo>
                <a:lnTo>
                  <a:pt x="29415" y="27840"/>
                </a:lnTo>
                <a:lnTo>
                  <a:pt x="29415" y="27840"/>
                </a:lnTo>
                <a:cubicBezTo>
                  <a:pt x="29551" y="28078"/>
                  <a:pt x="29517" y="28351"/>
                  <a:pt x="29312" y="28522"/>
                </a:cubicBezTo>
                <a:cubicBezTo>
                  <a:pt x="29176" y="28727"/>
                  <a:pt x="29005" y="28897"/>
                  <a:pt x="28835" y="29102"/>
                </a:cubicBezTo>
                <a:cubicBezTo>
                  <a:pt x="28640" y="29275"/>
                  <a:pt x="28431" y="29462"/>
                  <a:pt x="28209" y="29462"/>
                </a:cubicBezTo>
                <a:cubicBezTo>
                  <a:pt x="28081" y="29462"/>
                  <a:pt x="27948" y="29401"/>
                  <a:pt x="27811" y="29239"/>
                </a:cubicBezTo>
                <a:cubicBezTo>
                  <a:pt x="27743" y="29204"/>
                  <a:pt x="27675" y="29170"/>
                  <a:pt x="27606" y="29136"/>
                </a:cubicBezTo>
                <a:cubicBezTo>
                  <a:pt x="26753" y="28727"/>
                  <a:pt x="26310" y="27771"/>
                  <a:pt x="25866" y="26884"/>
                </a:cubicBezTo>
                <a:lnTo>
                  <a:pt x="25866" y="26884"/>
                </a:lnTo>
                <a:cubicBezTo>
                  <a:pt x="26071" y="26952"/>
                  <a:pt x="26207" y="27055"/>
                  <a:pt x="26412" y="27123"/>
                </a:cubicBezTo>
                <a:cubicBezTo>
                  <a:pt x="26441" y="27138"/>
                  <a:pt x="26473" y="27144"/>
                  <a:pt x="26506" y="27144"/>
                </a:cubicBezTo>
                <a:cubicBezTo>
                  <a:pt x="26627" y="27144"/>
                  <a:pt x="26753" y="27052"/>
                  <a:pt x="26753" y="26918"/>
                </a:cubicBezTo>
                <a:cubicBezTo>
                  <a:pt x="26787" y="26713"/>
                  <a:pt x="26685" y="26645"/>
                  <a:pt x="26548" y="26543"/>
                </a:cubicBezTo>
                <a:cubicBezTo>
                  <a:pt x="26344" y="26372"/>
                  <a:pt x="26105" y="26202"/>
                  <a:pt x="25900" y="25997"/>
                </a:cubicBezTo>
                <a:cubicBezTo>
                  <a:pt x="25252" y="25212"/>
                  <a:pt x="24569" y="24427"/>
                  <a:pt x="23921" y="23642"/>
                </a:cubicBezTo>
                <a:cubicBezTo>
                  <a:pt x="23750" y="23404"/>
                  <a:pt x="23580" y="23165"/>
                  <a:pt x="23443" y="22926"/>
                </a:cubicBezTo>
                <a:cubicBezTo>
                  <a:pt x="23392" y="22798"/>
                  <a:pt x="23360" y="22652"/>
                  <a:pt x="23333" y="22515"/>
                </a:cubicBezTo>
                <a:close/>
                <a:moveTo>
                  <a:pt x="23989" y="26372"/>
                </a:moveTo>
                <a:lnTo>
                  <a:pt x="23989" y="26372"/>
                </a:lnTo>
                <a:cubicBezTo>
                  <a:pt x="24911" y="27430"/>
                  <a:pt x="25866" y="28488"/>
                  <a:pt x="26787" y="29546"/>
                </a:cubicBezTo>
                <a:cubicBezTo>
                  <a:pt x="26241" y="29204"/>
                  <a:pt x="25627" y="29000"/>
                  <a:pt x="25218" y="28351"/>
                </a:cubicBezTo>
                <a:cubicBezTo>
                  <a:pt x="24569" y="27976"/>
                  <a:pt x="24262" y="27191"/>
                  <a:pt x="23989" y="26372"/>
                </a:cubicBezTo>
                <a:close/>
                <a:moveTo>
                  <a:pt x="16926" y="27771"/>
                </a:moveTo>
                <a:cubicBezTo>
                  <a:pt x="16994" y="28488"/>
                  <a:pt x="17096" y="29204"/>
                  <a:pt x="17130" y="29989"/>
                </a:cubicBezTo>
                <a:cubicBezTo>
                  <a:pt x="16721" y="29341"/>
                  <a:pt x="16619" y="28488"/>
                  <a:pt x="16926" y="27771"/>
                </a:cubicBezTo>
                <a:close/>
                <a:moveTo>
                  <a:pt x="40334" y="27805"/>
                </a:moveTo>
                <a:lnTo>
                  <a:pt x="40334" y="27805"/>
                </a:lnTo>
                <a:cubicBezTo>
                  <a:pt x="40778" y="28386"/>
                  <a:pt x="41187" y="29000"/>
                  <a:pt x="41631" y="29614"/>
                </a:cubicBezTo>
                <a:cubicBezTo>
                  <a:pt x="41733" y="29750"/>
                  <a:pt x="41870" y="29887"/>
                  <a:pt x="41972" y="29989"/>
                </a:cubicBezTo>
                <a:cubicBezTo>
                  <a:pt x="41973" y="29992"/>
                  <a:pt x="41975" y="29995"/>
                  <a:pt x="41976" y="29998"/>
                </a:cubicBezTo>
                <a:lnTo>
                  <a:pt x="41976" y="29998"/>
                </a:lnTo>
                <a:cubicBezTo>
                  <a:pt x="41931" y="30008"/>
                  <a:pt x="41888" y="30013"/>
                  <a:pt x="41846" y="30013"/>
                </a:cubicBezTo>
                <a:cubicBezTo>
                  <a:pt x="41578" y="30013"/>
                  <a:pt x="41359" y="29809"/>
                  <a:pt x="41187" y="29580"/>
                </a:cubicBezTo>
                <a:cubicBezTo>
                  <a:pt x="40812" y="29034"/>
                  <a:pt x="40539" y="28454"/>
                  <a:pt x="40334" y="27805"/>
                </a:cubicBezTo>
                <a:close/>
                <a:moveTo>
                  <a:pt x="32656" y="29546"/>
                </a:moveTo>
                <a:lnTo>
                  <a:pt x="32349" y="30399"/>
                </a:lnTo>
                <a:cubicBezTo>
                  <a:pt x="32213" y="30058"/>
                  <a:pt x="32349" y="29682"/>
                  <a:pt x="32656" y="29546"/>
                </a:cubicBezTo>
                <a:close/>
                <a:moveTo>
                  <a:pt x="21386" y="23902"/>
                </a:moveTo>
                <a:cubicBezTo>
                  <a:pt x="21470" y="23902"/>
                  <a:pt x="21563" y="23926"/>
                  <a:pt x="21669" y="23984"/>
                </a:cubicBezTo>
                <a:cubicBezTo>
                  <a:pt x="21703" y="24154"/>
                  <a:pt x="21771" y="24359"/>
                  <a:pt x="21839" y="24564"/>
                </a:cubicBezTo>
                <a:cubicBezTo>
                  <a:pt x="21976" y="25110"/>
                  <a:pt x="22147" y="25622"/>
                  <a:pt x="22351" y="26099"/>
                </a:cubicBezTo>
                <a:cubicBezTo>
                  <a:pt x="23068" y="27464"/>
                  <a:pt x="23819" y="28761"/>
                  <a:pt x="24569" y="30092"/>
                </a:cubicBezTo>
                <a:cubicBezTo>
                  <a:pt x="24603" y="30228"/>
                  <a:pt x="24672" y="30331"/>
                  <a:pt x="24706" y="30433"/>
                </a:cubicBezTo>
                <a:cubicBezTo>
                  <a:pt x="24296" y="30126"/>
                  <a:pt x="23989" y="29716"/>
                  <a:pt x="23853" y="29204"/>
                </a:cubicBezTo>
                <a:cubicBezTo>
                  <a:pt x="23824" y="29060"/>
                  <a:pt x="23795" y="28916"/>
                  <a:pt x="23684" y="28916"/>
                </a:cubicBezTo>
                <a:cubicBezTo>
                  <a:pt x="23663" y="28916"/>
                  <a:pt x="23640" y="28921"/>
                  <a:pt x="23614" y="28931"/>
                </a:cubicBezTo>
                <a:cubicBezTo>
                  <a:pt x="23443" y="29000"/>
                  <a:pt x="23409" y="29170"/>
                  <a:pt x="23443" y="29375"/>
                </a:cubicBezTo>
                <a:cubicBezTo>
                  <a:pt x="23443" y="29512"/>
                  <a:pt x="23477" y="29614"/>
                  <a:pt x="23511" y="29785"/>
                </a:cubicBezTo>
                <a:cubicBezTo>
                  <a:pt x="23239" y="29682"/>
                  <a:pt x="23034" y="29409"/>
                  <a:pt x="23068" y="29136"/>
                </a:cubicBezTo>
                <a:cubicBezTo>
                  <a:pt x="23068" y="28829"/>
                  <a:pt x="23034" y="28488"/>
                  <a:pt x="23000" y="28181"/>
                </a:cubicBezTo>
                <a:cubicBezTo>
                  <a:pt x="23000" y="28078"/>
                  <a:pt x="22931" y="27976"/>
                  <a:pt x="22863" y="27908"/>
                </a:cubicBezTo>
                <a:cubicBezTo>
                  <a:pt x="22851" y="27902"/>
                  <a:pt x="22837" y="27899"/>
                  <a:pt x="22823" y="27899"/>
                </a:cubicBezTo>
                <a:cubicBezTo>
                  <a:pt x="22758" y="27899"/>
                  <a:pt x="22680" y="27954"/>
                  <a:pt x="22624" y="28010"/>
                </a:cubicBezTo>
                <a:cubicBezTo>
                  <a:pt x="22590" y="28078"/>
                  <a:pt x="22590" y="28181"/>
                  <a:pt x="22556" y="28351"/>
                </a:cubicBezTo>
                <a:cubicBezTo>
                  <a:pt x="22454" y="28113"/>
                  <a:pt x="22385" y="27942"/>
                  <a:pt x="22351" y="27771"/>
                </a:cubicBezTo>
                <a:cubicBezTo>
                  <a:pt x="22078" y="26816"/>
                  <a:pt x="21839" y="25826"/>
                  <a:pt x="21601" y="24871"/>
                </a:cubicBezTo>
                <a:cubicBezTo>
                  <a:pt x="21566" y="24734"/>
                  <a:pt x="21532" y="24632"/>
                  <a:pt x="21498" y="24495"/>
                </a:cubicBezTo>
                <a:cubicBezTo>
                  <a:pt x="21430" y="24427"/>
                  <a:pt x="21362" y="24359"/>
                  <a:pt x="21259" y="24291"/>
                </a:cubicBezTo>
                <a:cubicBezTo>
                  <a:pt x="21191" y="24393"/>
                  <a:pt x="21123" y="24495"/>
                  <a:pt x="21089" y="24632"/>
                </a:cubicBezTo>
                <a:cubicBezTo>
                  <a:pt x="21089" y="24734"/>
                  <a:pt x="21123" y="24871"/>
                  <a:pt x="21157" y="25007"/>
                </a:cubicBezTo>
                <a:lnTo>
                  <a:pt x="21874" y="27908"/>
                </a:lnTo>
                <a:cubicBezTo>
                  <a:pt x="21908" y="28078"/>
                  <a:pt x="21942" y="28215"/>
                  <a:pt x="21976" y="28386"/>
                </a:cubicBezTo>
                <a:cubicBezTo>
                  <a:pt x="21396" y="27089"/>
                  <a:pt x="20986" y="25724"/>
                  <a:pt x="20713" y="24325"/>
                </a:cubicBezTo>
                <a:cubicBezTo>
                  <a:pt x="20947" y="24143"/>
                  <a:pt x="21121" y="23902"/>
                  <a:pt x="21386" y="23902"/>
                </a:cubicBezTo>
                <a:close/>
                <a:moveTo>
                  <a:pt x="44361" y="28010"/>
                </a:moveTo>
                <a:lnTo>
                  <a:pt x="44361" y="28010"/>
                </a:lnTo>
                <a:cubicBezTo>
                  <a:pt x="44600" y="28113"/>
                  <a:pt x="44804" y="28283"/>
                  <a:pt x="45043" y="28420"/>
                </a:cubicBezTo>
                <a:cubicBezTo>
                  <a:pt x="45384" y="28590"/>
                  <a:pt x="45691" y="28897"/>
                  <a:pt x="45828" y="29273"/>
                </a:cubicBezTo>
                <a:cubicBezTo>
                  <a:pt x="46033" y="29614"/>
                  <a:pt x="46237" y="29955"/>
                  <a:pt x="46476" y="30296"/>
                </a:cubicBezTo>
                <a:lnTo>
                  <a:pt x="46715" y="30706"/>
                </a:lnTo>
                <a:lnTo>
                  <a:pt x="46647" y="30808"/>
                </a:lnTo>
                <a:cubicBezTo>
                  <a:pt x="45794" y="29955"/>
                  <a:pt x="45043" y="29000"/>
                  <a:pt x="44361" y="28010"/>
                </a:cubicBezTo>
                <a:close/>
                <a:moveTo>
                  <a:pt x="34840" y="26065"/>
                </a:moveTo>
                <a:cubicBezTo>
                  <a:pt x="34909" y="26372"/>
                  <a:pt x="34909" y="26645"/>
                  <a:pt x="34806" y="26918"/>
                </a:cubicBezTo>
                <a:cubicBezTo>
                  <a:pt x="34533" y="27908"/>
                  <a:pt x="34192" y="28863"/>
                  <a:pt x="33714" y="29785"/>
                </a:cubicBezTo>
                <a:cubicBezTo>
                  <a:pt x="33578" y="30092"/>
                  <a:pt x="33373" y="30365"/>
                  <a:pt x="33202" y="30638"/>
                </a:cubicBezTo>
                <a:cubicBezTo>
                  <a:pt x="33100" y="30808"/>
                  <a:pt x="32929" y="30911"/>
                  <a:pt x="32759" y="30945"/>
                </a:cubicBezTo>
                <a:cubicBezTo>
                  <a:pt x="32964" y="30604"/>
                  <a:pt x="33168" y="30262"/>
                  <a:pt x="33373" y="29921"/>
                </a:cubicBezTo>
                <a:cubicBezTo>
                  <a:pt x="33578" y="29409"/>
                  <a:pt x="33783" y="28966"/>
                  <a:pt x="34021" y="28386"/>
                </a:cubicBezTo>
                <a:cubicBezTo>
                  <a:pt x="34226" y="27805"/>
                  <a:pt x="34431" y="27191"/>
                  <a:pt x="34636" y="26577"/>
                </a:cubicBezTo>
                <a:cubicBezTo>
                  <a:pt x="34670" y="26440"/>
                  <a:pt x="34738" y="26304"/>
                  <a:pt x="34840" y="26065"/>
                </a:cubicBezTo>
                <a:close/>
                <a:moveTo>
                  <a:pt x="43951" y="29580"/>
                </a:moveTo>
                <a:cubicBezTo>
                  <a:pt x="44258" y="29989"/>
                  <a:pt x="44531" y="30433"/>
                  <a:pt x="44770" y="30876"/>
                </a:cubicBezTo>
                <a:lnTo>
                  <a:pt x="44668" y="30979"/>
                </a:lnTo>
                <a:lnTo>
                  <a:pt x="43712" y="29819"/>
                </a:lnTo>
                <a:lnTo>
                  <a:pt x="43951" y="29580"/>
                </a:lnTo>
                <a:close/>
                <a:moveTo>
                  <a:pt x="38321" y="21697"/>
                </a:moveTo>
                <a:cubicBezTo>
                  <a:pt x="38423" y="21868"/>
                  <a:pt x="38560" y="22004"/>
                  <a:pt x="38662" y="22141"/>
                </a:cubicBezTo>
                <a:cubicBezTo>
                  <a:pt x="38969" y="22448"/>
                  <a:pt x="39140" y="22858"/>
                  <a:pt x="39208" y="23301"/>
                </a:cubicBezTo>
                <a:cubicBezTo>
                  <a:pt x="39242" y="23779"/>
                  <a:pt x="39345" y="24257"/>
                  <a:pt x="39481" y="24734"/>
                </a:cubicBezTo>
                <a:cubicBezTo>
                  <a:pt x="39583" y="25144"/>
                  <a:pt x="39822" y="25485"/>
                  <a:pt x="40129" y="25724"/>
                </a:cubicBezTo>
                <a:cubicBezTo>
                  <a:pt x="40201" y="25778"/>
                  <a:pt x="40273" y="25822"/>
                  <a:pt x="40340" y="25822"/>
                </a:cubicBezTo>
                <a:cubicBezTo>
                  <a:pt x="40400" y="25822"/>
                  <a:pt x="40456" y="25787"/>
                  <a:pt x="40505" y="25690"/>
                </a:cubicBezTo>
                <a:cubicBezTo>
                  <a:pt x="40607" y="25519"/>
                  <a:pt x="40539" y="25383"/>
                  <a:pt x="40402" y="25246"/>
                </a:cubicBezTo>
                <a:lnTo>
                  <a:pt x="40368" y="25212"/>
                </a:lnTo>
                <a:cubicBezTo>
                  <a:pt x="39891" y="24803"/>
                  <a:pt x="39822" y="24120"/>
                  <a:pt x="39686" y="23404"/>
                </a:cubicBezTo>
                <a:lnTo>
                  <a:pt x="39686" y="23404"/>
                </a:lnTo>
                <a:cubicBezTo>
                  <a:pt x="39891" y="23540"/>
                  <a:pt x="39993" y="23677"/>
                  <a:pt x="40232" y="23711"/>
                </a:cubicBezTo>
                <a:cubicBezTo>
                  <a:pt x="40437" y="23745"/>
                  <a:pt x="40573" y="23915"/>
                  <a:pt x="40710" y="24052"/>
                </a:cubicBezTo>
                <a:cubicBezTo>
                  <a:pt x="40982" y="24291"/>
                  <a:pt x="40948" y="24291"/>
                  <a:pt x="41017" y="24564"/>
                </a:cubicBezTo>
                <a:lnTo>
                  <a:pt x="40471" y="23950"/>
                </a:lnTo>
                <a:cubicBezTo>
                  <a:pt x="40404" y="23883"/>
                  <a:pt x="40337" y="23831"/>
                  <a:pt x="40271" y="23831"/>
                </a:cubicBezTo>
                <a:cubicBezTo>
                  <a:pt x="40235" y="23831"/>
                  <a:pt x="40199" y="23846"/>
                  <a:pt x="40164" y="23881"/>
                </a:cubicBezTo>
                <a:cubicBezTo>
                  <a:pt x="40061" y="24018"/>
                  <a:pt x="40061" y="24188"/>
                  <a:pt x="40164" y="24325"/>
                </a:cubicBezTo>
                <a:cubicBezTo>
                  <a:pt x="40232" y="24427"/>
                  <a:pt x="40300" y="24564"/>
                  <a:pt x="40402" y="24666"/>
                </a:cubicBezTo>
                <a:cubicBezTo>
                  <a:pt x="40812" y="25076"/>
                  <a:pt x="41221" y="25519"/>
                  <a:pt x="41631" y="25929"/>
                </a:cubicBezTo>
                <a:cubicBezTo>
                  <a:pt x="41972" y="26304"/>
                  <a:pt x="42279" y="26713"/>
                  <a:pt x="42552" y="27157"/>
                </a:cubicBezTo>
                <a:cubicBezTo>
                  <a:pt x="42757" y="27635"/>
                  <a:pt x="42893" y="28181"/>
                  <a:pt x="42996" y="28693"/>
                </a:cubicBezTo>
                <a:cubicBezTo>
                  <a:pt x="42962" y="28658"/>
                  <a:pt x="42893" y="28624"/>
                  <a:pt x="42859" y="28590"/>
                </a:cubicBezTo>
                <a:cubicBezTo>
                  <a:pt x="42780" y="28551"/>
                  <a:pt x="42713" y="28511"/>
                  <a:pt x="42650" y="28511"/>
                </a:cubicBezTo>
                <a:cubicBezTo>
                  <a:pt x="42605" y="28511"/>
                  <a:pt x="42561" y="28533"/>
                  <a:pt x="42518" y="28590"/>
                </a:cubicBezTo>
                <a:cubicBezTo>
                  <a:pt x="42416" y="28727"/>
                  <a:pt x="42450" y="28897"/>
                  <a:pt x="42518" y="29034"/>
                </a:cubicBezTo>
                <a:cubicBezTo>
                  <a:pt x="42586" y="29102"/>
                  <a:pt x="42620" y="29204"/>
                  <a:pt x="42689" y="29273"/>
                </a:cubicBezTo>
                <a:cubicBezTo>
                  <a:pt x="43064" y="29785"/>
                  <a:pt x="43439" y="30331"/>
                  <a:pt x="43815" y="30842"/>
                </a:cubicBezTo>
                <a:cubicBezTo>
                  <a:pt x="43917" y="30979"/>
                  <a:pt x="44054" y="31115"/>
                  <a:pt x="44156" y="31252"/>
                </a:cubicBezTo>
                <a:lnTo>
                  <a:pt x="44122" y="31286"/>
                </a:lnTo>
                <a:lnTo>
                  <a:pt x="43030" y="30501"/>
                </a:lnTo>
                <a:cubicBezTo>
                  <a:pt x="43166" y="30160"/>
                  <a:pt x="42962" y="29989"/>
                  <a:pt x="42791" y="29785"/>
                </a:cubicBezTo>
                <a:cubicBezTo>
                  <a:pt x="42655" y="29648"/>
                  <a:pt x="42552" y="29443"/>
                  <a:pt x="42450" y="29273"/>
                </a:cubicBezTo>
                <a:cubicBezTo>
                  <a:pt x="41972" y="28386"/>
                  <a:pt x="41528" y="27498"/>
                  <a:pt x="41051" y="26645"/>
                </a:cubicBezTo>
                <a:cubicBezTo>
                  <a:pt x="40969" y="26482"/>
                  <a:pt x="40888" y="26298"/>
                  <a:pt x="40755" y="26298"/>
                </a:cubicBezTo>
                <a:cubicBezTo>
                  <a:pt x="40721" y="26298"/>
                  <a:pt x="40683" y="26310"/>
                  <a:pt x="40641" y="26338"/>
                </a:cubicBezTo>
                <a:cubicBezTo>
                  <a:pt x="40471" y="26406"/>
                  <a:pt x="40505" y="26611"/>
                  <a:pt x="40675" y="26986"/>
                </a:cubicBezTo>
                <a:cubicBezTo>
                  <a:pt x="40812" y="27259"/>
                  <a:pt x="40982" y="27532"/>
                  <a:pt x="41119" y="27840"/>
                </a:cubicBezTo>
                <a:cubicBezTo>
                  <a:pt x="41153" y="27908"/>
                  <a:pt x="41153" y="27976"/>
                  <a:pt x="41187" y="28044"/>
                </a:cubicBezTo>
                <a:cubicBezTo>
                  <a:pt x="40948" y="27805"/>
                  <a:pt x="40710" y="27498"/>
                  <a:pt x="40539" y="27191"/>
                </a:cubicBezTo>
                <a:cubicBezTo>
                  <a:pt x="40471" y="27089"/>
                  <a:pt x="40368" y="26986"/>
                  <a:pt x="40266" y="26952"/>
                </a:cubicBezTo>
                <a:cubicBezTo>
                  <a:pt x="40256" y="26948"/>
                  <a:pt x="40246" y="26945"/>
                  <a:pt x="40235" y="26945"/>
                </a:cubicBezTo>
                <a:cubicBezTo>
                  <a:pt x="40168" y="26945"/>
                  <a:pt x="40076" y="27025"/>
                  <a:pt x="39959" y="27055"/>
                </a:cubicBezTo>
                <a:cubicBezTo>
                  <a:pt x="39925" y="26884"/>
                  <a:pt x="39891" y="26713"/>
                  <a:pt x="39856" y="26509"/>
                </a:cubicBezTo>
                <a:lnTo>
                  <a:pt x="39856" y="26509"/>
                </a:lnTo>
                <a:lnTo>
                  <a:pt x="40129" y="26611"/>
                </a:lnTo>
                <a:cubicBezTo>
                  <a:pt x="40160" y="26619"/>
                  <a:pt x="40192" y="26623"/>
                  <a:pt x="40224" y="26623"/>
                </a:cubicBezTo>
                <a:cubicBezTo>
                  <a:pt x="40334" y="26623"/>
                  <a:pt x="40437" y="26573"/>
                  <a:pt x="40437" y="26440"/>
                </a:cubicBezTo>
                <a:cubicBezTo>
                  <a:pt x="40437" y="26304"/>
                  <a:pt x="40368" y="26168"/>
                  <a:pt x="40266" y="26065"/>
                </a:cubicBezTo>
                <a:cubicBezTo>
                  <a:pt x="40164" y="25929"/>
                  <a:pt x="39993" y="25826"/>
                  <a:pt x="39856" y="25758"/>
                </a:cubicBezTo>
                <a:cubicBezTo>
                  <a:pt x="39652" y="25690"/>
                  <a:pt x="39515" y="25485"/>
                  <a:pt x="39515" y="25280"/>
                </a:cubicBezTo>
                <a:cubicBezTo>
                  <a:pt x="39379" y="24871"/>
                  <a:pt x="39276" y="24495"/>
                  <a:pt x="39140" y="24052"/>
                </a:cubicBezTo>
                <a:cubicBezTo>
                  <a:pt x="39106" y="23950"/>
                  <a:pt x="39003" y="23847"/>
                  <a:pt x="38901" y="23847"/>
                </a:cubicBezTo>
                <a:cubicBezTo>
                  <a:pt x="38833" y="23881"/>
                  <a:pt x="38730" y="24018"/>
                  <a:pt x="38730" y="24154"/>
                </a:cubicBezTo>
                <a:cubicBezTo>
                  <a:pt x="38730" y="24359"/>
                  <a:pt x="38764" y="24564"/>
                  <a:pt x="38799" y="24803"/>
                </a:cubicBezTo>
                <a:cubicBezTo>
                  <a:pt x="38457" y="24530"/>
                  <a:pt x="38287" y="24120"/>
                  <a:pt x="38287" y="23711"/>
                </a:cubicBezTo>
                <a:cubicBezTo>
                  <a:pt x="38287" y="23062"/>
                  <a:pt x="38253" y="22414"/>
                  <a:pt x="38219" y="21766"/>
                </a:cubicBezTo>
                <a:lnTo>
                  <a:pt x="38321" y="21697"/>
                </a:lnTo>
                <a:close/>
                <a:moveTo>
                  <a:pt x="32861" y="25792"/>
                </a:moveTo>
                <a:cubicBezTo>
                  <a:pt x="32793" y="26031"/>
                  <a:pt x="32691" y="26236"/>
                  <a:pt x="32588" y="26406"/>
                </a:cubicBezTo>
                <a:cubicBezTo>
                  <a:pt x="32179" y="26952"/>
                  <a:pt x="31803" y="27464"/>
                  <a:pt x="31428" y="28010"/>
                </a:cubicBezTo>
                <a:cubicBezTo>
                  <a:pt x="31292" y="28113"/>
                  <a:pt x="31223" y="28283"/>
                  <a:pt x="31189" y="28420"/>
                </a:cubicBezTo>
                <a:cubicBezTo>
                  <a:pt x="31189" y="28556"/>
                  <a:pt x="31292" y="28693"/>
                  <a:pt x="31326" y="28863"/>
                </a:cubicBezTo>
                <a:cubicBezTo>
                  <a:pt x="30711" y="29819"/>
                  <a:pt x="30097" y="30774"/>
                  <a:pt x="29244" y="31422"/>
                </a:cubicBezTo>
                <a:cubicBezTo>
                  <a:pt x="29449" y="30979"/>
                  <a:pt x="29449" y="30365"/>
                  <a:pt x="29961" y="30194"/>
                </a:cubicBezTo>
                <a:cubicBezTo>
                  <a:pt x="30131" y="30160"/>
                  <a:pt x="30131" y="29887"/>
                  <a:pt x="29961" y="29750"/>
                </a:cubicBezTo>
                <a:cubicBezTo>
                  <a:pt x="29893" y="29682"/>
                  <a:pt x="29824" y="29648"/>
                  <a:pt x="29722" y="29614"/>
                </a:cubicBezTo>
                <a:cubicBezTo>
                  <a:pt x="29790" y="29375"/>
                  <a:pt x="29858" y="29170"/>
                  <a:pt x="29961" y="28966"/>
                </a:cubicBezTo>
                <a:cubicBezTo>
                  <a:pt x="30268" y="28624"/>
                  <a:pt x="30575" y="28283"/>
                  <a:pt x="30950" y="28010"/>
                </a:cubicBezTo>
                <a:cubicBezTo>
                  <a:pt x="31599" y="27430"/>
                  <a:pt x="32179" y="26782"/>
                  <a:pt x="32656" y="26065"/>
                </a:cubicBezTo>
                <a:cubicBezTo>
                  <a:pt x="32725" y="25963"/>
                  <a:pt x="32793" y="25895"/>
                  <a:pt x="32861" y="25792"/>
                </a:cubicBezTo>
                <a:close/>
                <a:moveTo>
                  <a:pt x="10101" y="28078"/>
                </a:moveTo>
                <a:lnTo>
                  <a:pt x="10442" y="28386"/>
                </a:lnTo>
                <a:cubicBezTo>
                  <a:pt x="10272" y="29000"/>
                  <a:pt x="10101" y="29614"/>
                  <a:pt x="9931" y="30194"/>
                </a:cubicBezTo>
                <a:cubicBezTo>
                  <a:pt x="9862" y="30399"/>
                  <a:pt x="9794" y="30604"/>
                  <a:pt x="9658" y="30774"/>
                </a:cubicBezTo>
                <a:cubicBezTo>
                  <a:pt x="9419" y="30945"/>
                  <a:pt x="9385" y="31286"/>
                  <a:pt x="9555" y="31491"/>
                </a:cubicBezTo>
                <a:cubicBezTo>
                  <a:pt x="9329" y="31819"/>
                  <a:pt x="9239" y="31950"/>
                  <a:pt x="9144" y="31950"/>
                </a:cubicBezTo>
                <a:cubicBezTo>
                  <a:pt x="9081" y="31950"/>
                  <a:pt x="9016" y="31893"/>
                  <a:pt x="8907" y="31798"/>
                </a:cubicBezTo>
                <a:cubicBezTo>
                  <a:pt x="9487" y="30672"/>
                  <a:pt x="9760" y="29375"/>
                  <a:pt x="10101" y="28078"/>
                </a:cubicBezTo>
                <a:close/>
                <a:moveTo>
                  <a:pt x="9146" y="29000"/>
                </a:moveTo>
                <a:cubicBezTo>
                  <a:pt x="8839" y="30262"/>
                  <a:pt x="8463" y="31320"/>
                  <a:pt x="7713" y="32105"/>
                </a:cubicBezTo>
                <a:lnTo>
                  <a:pt x="7644" y="32037"/>
                </a:lnTo>
                <a:cubicBezTo>
                  <a:pt x="7849" y="31491"/>
                  <a:pt x="8054" y="30979"/>
                  <a:pt x="8224" y="30433"/>
                </a:cubicBezTo>
                <a:cubicBezTo>
                  <a:pt x="8327" y="30228"/>
                  <a:pt x="8361" y="29955"/>
                  <a:pt x="8429" y="29716"/>
                </a:cubicBezTo>
                <a:cubicBezTo>
                  <a:pt x="8463" y="29614"/>
                  <a:pt x="8531" y="29512"/>
                  <a:pt x="8600" y="29443"/>
                </a:cubicBezTo>
                <a:cubicBezTo>
                  <a:pt x="8736" y="29307"/>
                  <a:pt x="8907" y="29170"/>
                  <a:pt x="9146" y="29000"/>
                </a:cubicBezTo>
                <a:close/>
                <a:moveTo>
                  <a:pt x="36001" y="28966"/>
                </a:moveTo>
                <a:lnTo>
                  <a:pt x="36001" y="28966"/>
                </a:lnTo>
                <a:cubicBezTo>
                  <a:pt x="35898" y="30126"/>
                  <a:pt x="36137" y="31252"/>
                  <a:pt x="35728" y="32344"/>
                </a:cubicBezTo>
                <a:lnTo>
                  <a:pt x="35693" y="32378"/>
                </a:lnTo>
                <a:cubicBezTo>
                  <a:pt x="35498" y="31820"/>
                  <a:pt x="35463" y="31718"/>
                  <a:pt x="35288" y="31718"/>
                </a:cubicBezTo>
                <a:cubicBezTo>
                  <a:pt x="35249" y="31718"/>
                  <a:pt x="35204" y="31723"/>
                  <a:pt x="35147" y="31730"/>
                </a:cubicBezTo>
                <a:cubicBezTo>
                  <a:pt x="35045" y="30604"/>
                  <a:pt x="35250" y="29716"/>
                  <a:pt x="36001" y="28966"/>
                </a:cubicBezTo>
                <a:close/>
                <a:moveTo>
                  <a:pt x="18666" y="32139"/>
                </a:moveTo>
                <a:cubicBezTo>
                  <a:pt x="18700" y="32241"/>
                  <a:pt x="18734" y="32378"/>
                  <a:pt x="18734" y="32480"/>
                </a:cubicBezTo>
                <a:lnTo>
                  <a:pt x="18700" y="32480"/>
                </a:lnTo>
                <a:lnTo>
                  <a:pt x="18700" y="32446"/>
                </a:lnTo>
                <a:cubicBezTo>
                  <a:pt x="18666" y="32344"/>
                  <a:pt x="18632" y="32241"/>
                  <a:pt x="18598" y="32173"/>
                </a:cubicBezTo>
                <a:lnTo>
                  <a:pt x="18666" y="32139"/>
                </a:lnTo>
                <a:close/>
                <a:moveTo>
                  <a:pt x="21737" y="29409"/>
                </a:moveTo>
                <a:lnTo>
                  <a:pt x="22795" y="30228"/>
                </a:lnTo>
                <a:lnTo>
                  <a:pt x="22761" y="30228"/>
                </a:lnTo>
                <a:cubicBezTo>
                  <a:pt x="22897" y="30876"/>
                  <a:pt x="23068" y="31661"/>
                  <a:pt x="23273" y="32446"/>
                </a:cubicBezTo>
                <a:lnTo>
                  <a:pt x="23204" y="32480"/>
                </a:lnTo>
                <a:cubicBezTo>
                  <a:pt x="23170" y="32412"/>
                  <a:pt x="23136" y="32378"/>
                  <a:pt x="23102" y="32310"/>
                </a:cubicBezTo>
                <a:cubicBezTo>
                  <a:pt x="23034" y="32173"/>
                  <a:pt x="22966" y="32037"/>
                  <a:pt x="22897" y="31866"/>
                </a:cubicBezTo>
                <a:cubicBezTo>
                  <a:pt x="22693" y="31491"/>
                  <a:pt x="22693" y="31491"/>
                  <a:pt x="22351" y="31491"/>
                </a:cubicBezTo>
                <a:cubicBezTo>
                  <a:pt x="22317" y="31320"/>
                  <a:pt x="22249" y="31115"/>
                  <a:pt x="22181" y="30911"/>
                </a:cubicBezTo>
                <a:cubicBezTo>
                  <a:pt x="22351" y="30842"/>
                  <a:pt x="22556" y="30979"/>
                  <a:pt x="22624" y="30672"/>
                </a:cubicBezTo>
                <a:cubicBezTo>
                  <a:pt x="22658" y="30365"/>
                  <a:pt x="22454" y="30331"/>
                  <a:pt x="22317" y="30262"/>
                </a:cubicBezTo>
                <a:lnTo>
                  <a:pt x="22249" y="30194"/>
                </a:lnTo>
                <a:cubicBezTo>
                  <a:pt x="21942" y="30058"/>
                  <a:pt x="21737" y="29750"/>
                  <a:pt x="21737" y="29409"/>
                </a:cubicBezTo>
                <a:close/>
                <a:moveTo>
                  <a:pt x="24160" y="28317"/>
                </a:moveTo>
                <a:lnTo>
                  <a:pt x="26514" y="30194"/>
                </a:lnTo>
                <a:cubicBezTo>
                  <a:pt x="26412" y="30604"/>
                  <a:pt x="26446" y="30672"/>
                  <a:pt x="26787" y="30808"/>
                </a:cubicBezTo>
                <a:cubicBezTo>
                  <a:pt x="26929" y="30879"/>
                  <a:pt x="27078" y="30915"/>
                  <a:pt x="27224" y="30915"/>
                </a:cubicBezTo>
                <a:cubicBezTo>
                  <a:pt x="27429" y="30915"/>
                  <a:pt x="27632" y="30845"/>
                  <a:pt x="27811" y="30706"/>
                </a:cubicBezTo>
                <a:cubicBezTo>
                  <a:pt x="28152" y="30501"/>
                  <a:pt x="28493" y="30228"/>
                  <a:pt x="28801" y="29955"/>
                </a:cubicBezTo>
                <a:lnTo>
                  <a:pt x="29039" y="29785"/>
                </a:lnTo>
                <a:lnTo>
                  <a:pt x="29108" y="29887"/>
                </a:lnTo>
                <a:cubicBezTo>
                  <a:pt x="28937" y="30058"/>
                  <a:pt x="28801" y="30160"/>
                  <a:pt x="28630" y="30331"/>
                </a:cubicBezTo>
                <a:cubicBezTo>
                  <a:pt x="28493" y="30501"/>
                  <a:pt x="28220" y="30672"/>
                  <a:pt x="28220" y="30876"/>
                </a:cubicBezTo>
                <a:cubicBezTo>
                  <a:pt x="28220" y="31149"/>
                  <a:pt x="28084" y="31388"/>
                  <a:pt x="27879" y="31593"/>
                </a:cubicBezTo>
                <a:cubicBezTo>
                  <a:pt x="27640" y="31866"/>
                  <a:pt x="27367" y="32139"/>
                  <a:pt x="27094" y="32480"/>
                </a:cubicBezTo>
                <a:cubicBezTo>
                  <a:pt x="26548" y="31798"/>
                  <a:pt x="25934" y="31320"/>
                  <a:pt x="25491" y="30569"/>
                </a:cubicBezTo>
                <a:cubicBezTo>
                  <a:pt x="25081" y="29819"/>
                  <a:pt x="24569" y="29136"/>
                  <a:pt x="24160" y="28317"/>
                </a:cubicBezTo>
                <a:close/>
                <a:moveTo>
                  <a:pt x="17676" y="24222"/>
                </a:moveTo>
                <a:cubicBezTo>
                  <a:pt x="17779" y="24461"/>
                  <a:pt x="17847" y="24700"/>
                  <a:pt x="17915" y="24973"/>
                </a:cubicBezTo>
                <a:cubicBezTo>
                  <a:pt x="18018" y="25349"/>
                  <a:pt x="18052" y="25758"/>
                  <a:pt x="18154" y="26133"/>
                </a:cubicBezTo>
                <a:cubicBezTo>
                  <a:pt x="18257" y="26406"/>
                  <a:pt x="18393" y="26645"/>
                  <a:pt x="18564" y="26850"/>
                </a:cubicBezTo>
                <a:cubicBezTo>
                  <a:pt x="18803" y="27191"/>
                  <a:pt x="18973" y="27601"/>
                  <a:pt x="18973" y="28010"/>
                </a:cubicBezTo>
                <a:cubicBezTo>
                  <a:pt x="19076" y="28624"/>
                  <a:pt x="19076" y="29239"/>
                  <a:pt x="19144" y="29853"/>
                </a:cubicBezTo>
                <a:cubicBezTo>
                  <a:pt x="19212" y="30774"/>
                  <a:pt x="19348" y="31695"/>
                  <a:pt x="19485" y="32617"/>
                </a:cubicBezTo>
                <a:cubicBezTo>
                  <a:pt x="18871" y="31286"/>
                  <a:pt x="18393" y="29921"/>
                  <a:pt x="18086" y="28522"/>
                </a:cubicBezTo>
                <a:cubicBezTo>
                  <a:pt x="18393" y="28181"/>
                  <a:pt x="18393" y="28181"/>
                  <a:pt x="18188" y="27771"/>
                </a:cubicBezTo>
                <a:cubicBezTo>
                  <a:pt x="18120" y="27635"/>
                  <a:pt x="18052" y="27464"/>
                  <a:pt x="17984" y="27328"/>
                </a:cubicBezTo>
                <a:lnTo>
                  <a:pt x="18018" y="27328"/>
                </a:lnTo>
                <a:cubicBezTo>
                  <a:pt x="17779" y="26304"/>
                  <a:pt x="17608" y="25280"/>
                  <a:pt x="17574" y="24257"/>
                </a:cubicBezTo>
                <a:lnTo>
                  <a:pt x="17676" y="24222"/>
                </a:lnTo>
                <a:close/>
                <a:moveTo>
                  <a:pt x="43337" y="31491"/>
                </a:moveTo>
                <a:lnTo>
                  <a:pt x="43849" y="31627"/>
                </a:lnTo>
                <a:cubicBezTo>
                  <a:pt x="43985" y="32037"/>
                  <a:pt x="44122" y="32412"/>
                  <a:pt x="44258" y="32787"/>
                </a:cubicBezTo>
                <a:lnTo>
                  <a:pt x="44190" y="32856"/>
                </a:lnTo>
                <a:lnTo>
                  <a:pt x="43337" y="31491"/>
                </a:lnTo>
                <a:close/>
                <a:moveTo>
                  <a:pt x="31223" y="30058"/>
                </a:moveTo>
                <a:cubicBezTo>
                  <a:pt x="30575" y="31422"/>
                  <a:pt x="29688" y="32787"/>
                  <a:pt x="29244" y="33060"/>
                </a:cubicBezTo>
                <a:cubicBezTo>
                  <a:pt x="29312" y="32753"/>
                  <a:pt x="29347" y="32446"/>
                  <a:pt x="29347" y="32241"/>
                </a:cubicBezTo>
                <a:lnTo>
                  <a:pt x="31223" y="30058"/>
                </a:lnTo>
                <a:close/>
                <a:moveTo>
                  <a:pt x="9760" y="32276"/>
                </a:moveTo>
                <a:lnTo>
                  <a:pt x="9350" y="33197"/>
                </a:lnTo>
                <a:cubicBezTo>
                  <a:pt x="9214" y="32514"/>
                  <a:pt x="9214" y="32514"/>
                  <a:pt x="9760" y="32276"/>
                </a:cubicBezTo>
                <a:close/>
                <a:moveTo>
                  <a:pt x="38423" y="25280"/>
                </a:moveTo>
                <a:cubicBezTo>
                  <a:pt x="38901" y="25656"/>
                  <a:pt x="39242" y="26202"/>
                  <a:pt x="39345" y="26850"/>
                </a:cubicBezTo>
                <a:cubicBezTo>
                  <a:pt x="39379" y="26952"/>
                  <a:pt x="39447" y="27089"/>
                  <a:pt x="39481" y="27225"/>
                </a:cubicBezTo>
                <a:cubicBezTo>
                  <a:pt x="39754" y="28283"/>
                  <a:pt x="40232" y="29307"/>
                  <a:pt x="40880" y="30194"/>
                </a:cubicBezTo>
                <a:cubicBezTo>
                  <a:pt x="40948" y="30296"/>
                  <a:pt x="41017" y="30433"/>
                  <a:pt x="41051" y="30569"/>
                </a:cubicBezTo>
                <a:cubicBezTo>
                  <a:pt x="41255" y="31320"/>
                  <a:pt x="41494" y="32105"/>
                  <a:pt x="41733" y="32890"/>
                </a:cubicBezTo>
                <a:cubicBezTo>
                  <a:pt x="41767" y="32992"/>
                  <a:pt x="41767" y="33094"/>
                  <a:pt x="41801" y="33265"/>
                </a:cubicBezTo>
                <a:cubicBezTo>
                  <a:pt x="41494" y="33094"/>
                  <a:pt x="41255" y="32856"/>
                  <a:pt x="41187" y="32514"/>
                </a:cubicBezTo>
                <a:cubicBezTo>
                  <a:pt x="41119" y="32276"/>
                  <a:pt x="41017" y="32071"/>
                  <a:pt x="40880" y="31900"/>
                </a:cubicBezTo>
                <a:cubicBezTo>
                  <a:pt x="40675" y="31627"/>
                  <a:pt x="40539" y="31354"/>
                  <a:pt x="40505" y="31047"/>
                </a:cubicBezTo>
                <a:cubicBezTo>
                  <a:pt x="40402" y="30604"/>
                  <a:pt x="40300" y="30194"/>
                  <a:pt x="40198" y="29750"/>
                </a:cubicBezTo>
                <a:cubicBezTo>
                  <a:pt x="40164" y="29580"/>
                  <a:pt x="40129" y="29443"/>
                  <a:pt x="40027" y="29341"/>
                </a:cubicBezTo>
                <a:cubicBezTo>
                  <a:pt x="39986" y="29280"/>
                  <a:pt x="39908" y="29267"/>
                  <a:pt x="39823" y="29267"/>
                </a:cubicBezTo>
                <a:cubicBezTo>
                  <a:pt x="39766" y="29267"/>
                  <a:pt x="39706" y="29273"/>
                  <a:pt x="39652" y="29273"/>
                </a:cubicBezTo>
                <a:cubicBezTo>
                  <a:pt x="39618" y="29068"/>
                  <a:pt x="39549" y="28863"/>
                  <a:pt x="39515" y="28624"/>
                </a:cubicBezTo>
                <a:cubicBezTo>
                  <a:pt x="39447" y="28386"/>
                  <a:pt x="39447" y="28147"/>
                  <a:pt x="39379" y="27908"/>
                </a:cubicBezTo>
                <a:cubicBezTo>
                  <a:pt x="39379" y="27764"/>
                  <a:pt x="39330" y="27619"/>
                  <a:pt x="39212" y="27619"/>
                </a:cubicBezTo>
                <a:cubicBezTo>
                  <a:pt x="39190" y="27619"/>
                  <a:pt x="39166" y="27624"/>
                  <a:pt x="39140" y="27635"/>
                </a:cubicBezTo>
                <a:cubicBezTo>
                  <a:pt x="39072" y="27635"/>
                  <a:pt x="39003" y="27805"/>
                  <a:pt x="38969" y="27908"/>
                </a:cubicBezTo>
                <a:cubicBezTo>
                  <a:pt x="38969" y="28010"/>
                  <a:pt x="38969" y="28113"/>
                  <a:pt x="38969" y="28181"/>
                </a:cubicBezTo>
                <a:lnTo>
                  <a:pt x="38457" y="28249"/>
                </a:lnTo>
                <a:cubicBezTo>
                  <a:pt x="38287" y="27771"/>
                  <a:pt x="38150" y="27225"/>
                  <a:pt x="38116" y="26713"/>
                </a:cubicBezTo>
                <a:lnTo>
                  <a:pt x="38116" y="26713"/>
                </a:lnTo>
                <a:cubicBezTo>
                  <a:pt x="38184" y="26816"/>
                  <a:pt x="38253" y="26952"/>
                  <a:pt x="38287" y="27055"/>
                </a:cubicBezTo>
                <a:cubicBezTo>
                  <a:pt x="38360" y="27153"/>
                  <a:pt x="38433" y="27233"/>
                  <a:pt x="38519" y="27233"/>
                </a:cubicBezTo>
                <a:cubicBezTo>
                  <a:pt x="38553" y="27233"/>
                  <a:pt x="38589" y="27220"/>
                  <a:pt x="38628" y="27191"/>
                </a:cubicBezTo>
                <a:cubicBezTo>
                  <a:pt x="38696" y="27055"/>
                  <a:pt x="38730" y="26952"/>
                  <a:pt x="38696" y="26816"/>
                </a:cubicBezTo>
                <a:cubicBezTo>
                  <a:pt x="38662" y="26611"/>
                  <a:pt x="38594" y="26440"/>
                  <a:pt x="38560" y="26270"/>
                </a:cubicBezTo>
                <a:cubicBezTo>
                  <a:pt x="38457" y="25963"/>
                  <a:pt x="38389" y="25622"/>
                  <a:pt x="38423" y="25280"/>
                </a:cubicBezTo>
                <a:close/>
                <a:moveTo>
                  <a:pt x="45657" y="30638"/>
                </a:moveTo>
                <a:lnTo>
                  <a:pt x="45657" y="30638"/>
                </a:lnTo>
                <a:cubicBezTo>
                  <a:pt x="45930" y="30876"/>
                  <a:pt x="46135" y="31149"/>
                  <a:pt x="46408" y="31388"/>
                </a:cubicBezTo>
                <a:cubicBezTo>
                  <a:pt x="46681" y="31661"/>
                  <a:pt x="46954" y="31900"/>
                  <a:pt x="47193" y="32139"/>
                </a:cubicBezTo>
                <a:cubicBezTo>
                  <a:pt x="47056" y="32549"/>
                  <a:pt x="47056" y="32549"/>
                  <a:pt x="47261" y="32890"/>
                </a:cubicBezTo>
                <a:cubicBezTo>
                  <a:pt x="47329" y="33026"/>
                  <a:pt x="47432" y="33163"/>
                  <a:pt x="47500" y="33299"/>
                </a:cubicBezTo>
                <a:cubicBezTo>
                  <a:pt x="46783" y="32549"/>
                  <a:pt x="46033" y="31798"/>
                  <a:pt x="45657" y="30638"/>
                </a:cubicBezTo>
                <a:close/>
                <a:moveTo>
                  <a:pt x="44327" y="31457"/>
                </a:moveTo>
                <a:lnTo>
                  <a:pt x="44327" y="31457"/>
                </a:lnTo>
                <a:cubicBezTo>
                  <a:pt x="44907" y="31832"/>
                  <a:pt x="44873" y="32583"/>
                  <a:pt x="45180" y="33094"/>
                </a:cubicBezTo>
                <a:cubicBezTo>
                  <a:pt x="45214" y="33197"/>
                  <a:pt x="45145" y="33367"/>
                  <a:pt x="45145" y="33470"/>
                </a:cubicBezTo>
                <a:cubicBezTo>
                  <a:pt x="44804" y="32822"/>
                  <a:pt x="44531" y="32139"/>
                  <a:pt x="44327" y="31457"/>
                </a:cubicBezTo>
                <a:close/>
                <a:moveTo>
                  <a:pt x="35659" y="32992"/>
                </a:moveTo>
                <a:lnTo>
                  <a:pt x="35932" y="33026"/>
                </a:lnTo>
                <a:lnTo>
                  <a:pt x="35728" y="33572"/>
                </a:lnTo>
                <a:lnTo>
                  <a:pt x="35659" y="33538"/>
                </a:lnTo>
                <a:lnTo>
                  <a:pt x="35659" y="32992"/>
                </a:lnTo>
                <a:close/>
                <a:moveTo>
                  <a:pt x="12763" y="30774"/>
                </a:moveTo>
                <a:lnTo>
                  <a:pt x="12763" y="30774"/>
                </a:lnTo>
                <a:cubicBezTo>
                  <a:pt x="12729" y="31422"/>
                  <a:pt x="12865" y="32071"/>
                  <a:pt x="12558" y="32651"/>
                </a:cubicBezTo>
                <a:cubicBezTo>
                  <a:pt x="12319" y="33197"/>
                  <a:pt x="12012" y="33709"/>
                  <a:pt x="11671" y="34186"/>
                </a:cubicBezTo>
                <a:cubicBezTo>
                  <a:pt x="11671" y="33948"/>
                  <a:pt x="11739" y="33777"/>
                  <a:pt x="11739" y="33606"/>
                </a:cubicBezTo>
                <a:cubicBezTo>
                  <a:pt x="11807" y="33094"/>
                  <a:pt x="11876" y="32583"/>
                  <a:pt x="11910" y="32071"/>
                </a:cubicBezTo>
                <a:cubicBezTo>
                  <a:pt x="11910" y="31764"/>
                  <a:pt x="11910" y="31457"/>
                  <a:pt x="11568" y="31388"/>
                </a:cubicBezTo>
                <a:lnTo>
                  <a:pt x="12763" y="30774"/>
                </a:lnTo>
                <a:close/>
                <a:moveTo>
                  <a:pt x="47978" y="33811"/>
                </a:moveTo>
                <a:lnTo>
                  <a:pt x="48251" y="34221"/>
                </a:lnTo>
                <a:lnTo>
                  <a:pt x="47909" y="33879"/>
                </a:lnTo>
                <a:lnTo>
                  <a:pt x="47978" y="33811"/>
                </a:lnTo>
                <a:close/>
                <a:moveTo>
                  <a:pt x="5529" y="33675"/>
                </a:moveTo>
                <a:lnTo>
                  <a:pt x="5597" y="33743"/>
                </a:lnTo>
                <a:cubicBezTo>
                  <a:pt x="5426" y="34016"/>
                  <a:pt x="5256" y="34289"/>
                  <a:pt x="5085" y="34562"/>
                </a:cubicBezTo>
                <a:lnTo>
                  <a:pt x="5051" y="34494"/>
                </a:lnTo>
                <a:cubicBezTo>
                  <a:pt x="5085" y="34323"/>
                  <a:pt x="5119" y="34118"/>
                  <a:pt x="5153" y="33879"/>
                </a:cubicBezTo>
                <a:lnTo>
                  <a:pt x="5529" y="33675"/>
                </a:lnTo>
                <a:close/>
                <a:moveTo>
                  <a:pt x="20782" y="29239"/>
                </a:moveTo>
                <a:cubicBezTo>
                  <a:pt x="20850" y="29443"/>
                  <a:pt x="20952" y="29614"/>
                  <a:pt x="21089" y="29785"/>
                </a:cubicBezTo>
                <a:cubicBezTo>
                  <a:pt x="21396" y="30228"/>
                  <a:pt x="21635" y="30740"/>
                  <a:pt x="21737" y="31286"/>
                </a:cubicBezTo>
                <a:cubicBezTo>
                  <a:pt x="21976" y="32241"/>
                  <a:pt x="22351" y="33197"/>
                  <a:pt x="22829" y="34084"/>
                </a:cubicBezTo>
                <a:cubicBezTo>
                  <a:pt x="22931" y="34289"/>
                  <a:pt x="22931" y="34494"/>
                  <a:pt x="22863" y="34732"/>
                </a:cubicBezTo>
                <a:cubicBezTo>
                  <a:pt x="22761" y="34528"/>
                  <a:pt x="22658" y="34357"/>
                  <a:pt x="22522" y="34186"/>
                </a:cubicBezTo>
                <a:cubicBezTo>
                  <a:pt x="22471" y="34135"/>
                  <a:pt x="22423" y="34115"/>
                  <a:pt x="22378" y="34115"/>
                </a:cubicBezTo>
                <a:cubicBezTo>
                  <a:pt x="22273" y="34115"/>
                  <a:pt x="22184" y="34227"/>
                  <a:pt x="22112" y="34323"/>
                </a:cubicBezTo>
                <a:cubicBezTo>
                  <a:pt x="21601" y="33777"/>
                  <a:pt x="21601" y="32992"/>
                  <a:pt x="21498" y="32276"/>
                </a:cubicBezTo>
                <a:cubicBezTo>
                  <a:pt x="21464" y="32207"/>
                  <a:pt x="21498" y="32139"/>
                  <a:pt x="21532" y="32105"/>
                </a:cubicBezTo>
                <a:cubicBezTo>
                  <a:pt x="21703" y="31934"/>
                  <a:pt x="21669" y="31661"/>
                  <a:pt x="21464" y="31525"/>
                </a:cubicBezTo>
                <a:lnTo>
                  <a:pt x="20952" y="31115"/>
                </a:lnTo>
                <a:cubicBezTo>
                  <a:pt x="20884" y="30569"/>
                  <a:pt x="20782" y="29921"/>
                  <a:pt x="20679" y="29273"/>
                </a:cubicBezTo>
                <a:lnTo>
                  <a:pt x="20782" y="29239"/>
                </a:lnTo>
                <a:close/>
                <a:moveTo>
                  <a:pt x="45214" y="33743"/>
                </a:moveTo>
                <a:cubicBezTo>
                  <a:pt x="45760" y="34289"/>
                  <a:pt x="45760" y="34289"/>
                  <a:pt x="45896" y="34732"/>
                </a:cubicBezTo>
                <a:cubicBezTo>
                  <a:pt x="45657" y="34459"/>
                  <a:pt x="45316" y="34391"/>
                  <a:pt x="45214" y="33743"/>
                </a:cubicBezTo>
                <a:close/>
                <a:moveTo>
                  <a:pt x="33045" y="31984"/>
                </a:moveTo>
                <a:cubicBezTo>
                  <a:pt x="33042" y="32157"/>
                  <a:pt x="33020" y="32326"/>
                  <a:pt x="32998" y="32480"/>
                </a:cubicBezTo>
                <a:cubicBezTo>
                  <a:pt x="32793" y="33231"/>
                  <a:pt x="32554" y="33948"/>
                  <a:pt x="32315" y="34698"/>
                </a:cubicBezTo>
                <a:cubicBezTo>
                  <a:pt x="32247" y="34801"/>
                  <a:pt x="32213" y="34903"/>
                  <a:pt x="32145" y="35005"/>
                </a:cubicBezTo>
                <a:cubicBezTo>
                  <a:pt x="32349" y="34255"/>
                  <a:pt x="32588" y="33538"/>
                  <a:pt x="32793" y="32822"/>
                </a:cubicBezTo>
                <a:cubicBezTo>
                  <a:pt x="32875" y="32546"/>
                  <a:pt x="32936" y="32249"/>
                  <a:pt x="33045" y="31984"/>
                </a:cubicBezTo>
                <a:close/>
                <a:moveTo>
                  <a:pt x="22249" y="34698"/>
                </a:moveTo>
                <a:lnTo>
                  <a:pt x="22522" y="35074"/>
                </a:lnTo>
                <a:cubicBezTo>
                  <a:pt x="22351" y="35074"/>
                  <a:pt x="22215" y="35005"/>
                  <a:pt x="22249" y="34698"/>
                </a:cubicBezTo>
                <a:close/>
                <a:moveTo>
                  <a:pt x="28819" y="32475"/>
                </a:moveTo>
                <a:cubicBezTo>
                  <a:pt x="28847" y="32475"/>
                  <a:pt x="28875" y="32477"/>
                  <a:pt x="28903" y="32480"/>
                </a:cubicBezTo>
                <a:cubicBezTo>
                  <a:pt x="28835" y="32685"/>
                  <a:pt x="28835" y="32856"/>
                  <a:pt x="28766" y="33026"/>
                </a:cubicBezTo>
                <a:cubicBezTo>
                  <a:pt x="28630" y="33367"/>
                  <a:pt x="28493" y="33709"/>
                  <a:pt x="28357" y="34016"/>
                </a:cubicBezTo>
                <a:cubicBezTo>
                  <a:pt x="28289" y="34255"/>
                  <a:pt x="28118" y="34459"/>
                  <a:pt x="27879" y="34562"/>
                </a:cubicBezTo>
                <a:cubicBezTo>
                  <a:pt x="27572" y="34698"/>
                  <a:pt x="27265" y="34869"/>
                  <a:pt x="26890" y="35074"/>
                </a:cubicBezTo>
                <a:cubicBezTo>
                  <a:pt x="26821" y="34971"/>
                  <a:pt x="26685" y="34869"/>
                  <a:pt x="26548" y="34698"/>
                </a:cubicBezTo>
                <a:cubicBezTo>
                  <a:pt x="26890" y="34357"/>
                  <a:pt x="27163" y="34084"/>
                  <a:pt x="27436" y="33811"/>
                </a:cubicBezTo>
                <a:cubicBezTo>
                  <a:pt x="27709" y="33504"/>
                  <a:pt x="27982" y="33163"/>
                  <a:pt x="28220" y="32822"/>
                </a:cubicBezTo>
                <a:cubicBezTo>
                  <a:pt x="28343" y="32607"/>
                  <a:pt x="28576" y="32475"/>
                  <a:pt x="28819" y="32475"/>
                </a:cubicBezTo>
                <a:close/>
                <a:moveTo>
                  <a:pt x="45521" y="32446"/>
                </a:moveTo>
                <a:cubicBezTo>
                  <a:pt x="45896" y="32446"/>
                  <a:pt x="46237" y="32685"/>
                  <a:pt x="46374" y="33026"/>
                </a:cubicBezTo>
                <a:cubicBezTo>
                  <a:pt x="46476" y="33163"/>
                  <a:pt x="46647" y="33231"/>
                  <a:pt x="46749" y="33367"/>
                </a:cubicBezTo>
                <a:cubicBezTo>
                  <a:pt x="46954" y="33572"/>
                  <a:pt x="47159" y="33811"/>
                  <a:pt x="47363" y="34050"/>
                </a:cubicBezTo>
                <a:lnTo>
                  <a:pt x="47363" y="34084"/>
                </a:lnTo>
                <a:cubicBezTo>
                  <a:pt x="47295" y="34528"/>
                  <a:pt x="47534" y="34801"/>
                  <a:pt x="47739" y="35176"/>
                </a:cubicBezTo>
                <a:cubicBezTo>
                  <a:pt x="46476" y="34391"/>
                  <a:pt x="45657" y="33402"/>
                  <a:pt x="45521" y="32446"/>
                </a:cubicBezTo>
                <a:close/>
                <a:moveTo>
                  <a:pt x="32461" y="31578"/>
                </a:moveTo>
                <a:cubicBezTo>
                  <a:pt x="32493" y="31578"/>
                  <a:pt x="32531" y="31593"/>
                  <a:pt x="32554" y="31593"/>
                </a:cubicBezTo>
                <a:lnTo>
                  <a:pt x="32520" y="31627"/>
                </a:lnTo>
                <a:cubicBezTo>
                  <a:pt x="32588" y="32207"/>
                  <a:pt x="31565" y="34459"/>
                  <a:pt x="30848" y="35244"/>
                </a:cubicBezTo>
                <a:cubicBezTo>
                  <a:pt x="31019" y="34869"/>
                  <a:pt x="31189" y="34528"/>
                  <a:pt x="31360" y="34186"/>
                </a:cubicBezTo>
                <a:cubicBezTo>
                  <a:pt x="31428" y="34050"/>
                  <a:pt x="31530" y="33879"/>
                  <a:pt x="31496" y="33743"/>
                </a:cubicBezTo>
                <a:cubicBezTo>
                  <a:pt x="31394" y="33299"/>
                  <a:pt x="31633" y="32992"/>
                  <a:pt x="31735" y="32549"/>
                </a:cubicBezTo>
                <a:cubicBezTo>
                  <a:pt x="31872" y="32105"/>
                  <a:pt x="32179" y="31900"/>
                  <a:pt x="32418" y="31593"/>
                </a:cubicBezTo>
                <a:cubicBezTo>
                  <a:pt x="32429" y="31582"/>
                  <a:pt x="32444" y="31578"/>
                  <a:pt x="32461" y="31578"/>
                </a:cubicBezTo>
                <a:close/>
                <a:moveTo>
                  <a:pt x="15697" y="27771"/>
                </a:moveTo>
                <a:cubicBezTo>
                  <a:pt x="15868" y="28249"/>
                  <a:pt x="16039" y="28624"/>
                  <a:pt x="16175" y="29068"/>
                </a:cubicBezTo>
                <a:cubicBezTo>
                  <a:pt x="16209" y="29204"/>
                  <a:pt x="16209" y="29341"/>
                  <a:pt x="16175" y="29477"/>
                </a:cubicBezTo>
                <a:cubicBezTo>
                  <a:pt x="16175" y="29716"/>
                  <a:pt x="16107" y="29921"/>
                  <a:pt x="16039" y="30160"/>
                </a:cubicBezTo>
                <a:cubicBezTo>
                  <a:pt x="16039" y="30331"/>
                  <a:pt x="16004" y="30467"/>
                  <a:pt x="15902" y="30604"/>
                </a:cubicBezTo>
                <a:cubicBezTo>
                  <a:pt x="15766" y="30774"/>
                  <a:pt x="15697" y="31013"/>
                  <a:pt x="15697" y="31252"/>
                </a:cubicBezTo>
                <a:cubicBezTo>
                  <a:pt x="15527" y="32241"/>
                  <a:pt x="15356" y="33231"/>
                  <a:pt x="15185" y="34221"/>
                </a:cubicBezTo>
                <a:cubicBezTo>
                  <a:pt x="15083" y="34630"/>
                  <a:pt x="14947" y="34971"/>
                  <a:pt x="14844" y="35347"/>
                </a:cubicBezTo>
                <a:lnTo>
                  <a:pt x="14503" y="35074"/>
                </a:lnTo>
                <a:cubicBezTo>
                  <a:pt x="14571" y="34084"/>
                  <a:pt x="14674" y="33129"/>
                  <a:pt x="14776" y="32207"/>
                </a:cubicBezTo>
                <a:cubicBezTo>
                  <a:pt x="14776" y="32105"/>
                  <a:pt x="14810" y="32003"/>
                  <a:pt x="14844" y="31900"/>
                </a:cubicBezTo>
                <a:cubicBezTo>
                  <a:pt x="14981" y="31627"/>
                  <a:pt x="15151" y="31354"/>
                  <a:pt x="14810" y="31115"/>
                </a:cubicBezTo>
                <a:cubicBezTo>
                  <a:pt x="14776" y="31081"/>
                  <a:pt x="14776" y="30979"/>
                  <a:pt x="14776" y="30911"/>
                </a:cubicBezTo>
                <a:lnTo>
                  <a:pt x="14571" y="30194"/>
                </a:lnTo>
                <a:cubicBezTo>
                  <a:pt x="14640" y="29853"/>
                  <a:pt x="14776" y="29546"/>
                  <a:pt x="15015" y="29307"/>
                </a:cubicBezTo>
                <a:cubicBezTo>
                  <a:pt x="15117" y="29170"/>
                  <a:pt x="15220" y="29000"/>
                  <a:pt x="15288" y="28829"/>
                </a:cubicBezTo>
                <a:cubicBezTo>
                  <a:pt x="15424" y="28488"/>
                  <a:pt x="15527" y="28147"/>
                  <a:pt x="15697" y="27771"/>
                </a:cubicBezTo>
                <a:close/>
                <a:moveTo>
                  <a:pt x="19724" y="29785"/>
                </a:moveTo>
                <a:cubicBezTo>
                  <a:pt x="19860" y="30126"/>
                  <a:pt x="19963" y="30501"/>
                  <a:pt x="20031" y="30876"/>
                </a:cubicBezTo>
                <a:cubicBezTo>
                  <a:pt x="20099" y="31764"/>
                  <a:pt x="20270" y="32651"/>
                  <a:pt x="20577" y="33504"/>
                </a:cubicBezTo>
                <a:cubicBezTo>
                  <a:pt x="20782" y="34050"/>
                  <a:pt x="20952" y="34596"/>
                  <a:pt x="21123" y="35108"/>
                </a:cubicBezTo>
                <a:lnTo>
                  <a:pt x="20679" y="35483"/>
                </a:lnTo>
                <a:lnTo>
                  <a:pt x="20645" y="35483"/>
                </a:lnTo>
                <a:cubicBezTo>
                  <a:pt x="19997" y="33709"/>
                  <a:pt x="19929" y="31730"/>
                  <a:pt x="19587" y="29819"/>
                </a:cubicBezTo>
                <a:lnTo>
                  <a:pt x="19724" y="29785"/>
                </a:lnTo>
                <a:close/>
                <a:moveTo>
                  <a:pt x="29654" y="33948"/>
                </a:moveTo>
                <a:cubicBezTo>
                  <a:pt x="29381" y="34698"/>
                  <a:pt x="28869" y="35381"/>
                  <a:pt x="28220" y="35858"/>
                </a:cubicBezTo>
                <a:cubicBezTo>
                  <a:pt x="28186" y="35790"/>
                  <a:pt x="28186" y="35688"/>
                  <a:pt x="28186" y="35654"/>
                </a:cubicBezTo>
                <a:cubicBezTo>
                  <a:pt x="28255" y="35381"/>
                  <a:pt x="28425" y="35108"/>
                  <a:pt x="28596" y="34869"/>
                </a:cubicBezTo>
                <a:cubicBezTo>
                  <a:pt x="28937" y="34528"/>
                  <a:pt x="29278" y="34221"/>
                  <a:pt x="29654" y="33948"/>
                </a:cubicBezTo>
                <a:close/>
                <a:moveTo>
                  <a:pt x="37297" y="33913"/>
                </a:moveTo>
                <a:lnTo>
                  <a:pt x="37297" y="33913"/>
                </a:lnTo>
                <a:cubicBezTo>
                  <a:pt x="37400" y="34630"/>
                  <a:pt x="37365" y="35381"/>
                  <a:pt x="37195" y="36097"/>
                </a:cubicBezTo>
                <a:cubicBezTo>
                  <a:pt x="37058" y="35347"/>
                  <a:pt x="37092" y="34630"/>
                  <a:pt x="37297" y="33913"/>
                </a:cubicBezTo>
                <a:close/>
                <a:moveTo>
                  <a:pt x="34670" y="31081"/>
                </a:moveTo>
                <a:lnTo>
                  <a:pt x="34670" y="31115"/>
                </a:lnTo>
                <a:cubicBezTo>
                  <a:pt x="34670" y="31388"/>
                  <a:pt x="34636" y="31593"/>
                  <a:pt x="34636" y="31866"/>
                </a:cubicBezTo>
                <a:cubicBezTo>
                  <a:pt x="34499" y="31934"/>
                  <a:pt x="34294" y="32003"/>
                  <a:pt x="34294" y="32276"/>
                </a:cubicBezTo>
                <a:cubicBezTo>
                  <a:pt x="34226" y="33436"/>
                  <a:pt x="33953" y="34562"/>
                  <a:pt x="33441" y="35585"/>
                </a:cubicBezTo>
                <a:cubicBezTo>
                  <a:pt x="33339" y="35790"/>
                  <a:pt x="33237" y="35961"/>
                  <a:pt x="33134" y="36166"/>
                </a:cubicBezTo>
                <a:cubicBezTo>
                  <a:pt x="33100" y="36097"/>
                  <a:pt x="33100" y="36029"/>
                  <a:pt x="33134" y="35961"/>
                </a:cubicBezTo>
                <a:cubicBezTo>
                  <a:pt x="33714" y="34664"/>
                  <a:pt x="34056" y="33265"/>
                  <a:pt x="34226" y="31832"/>
                </a:cubicBezTo>
                <a:cubicBezTo>
                  <a:pt x="34226" y="31525"/>
                  <a:pt x="34397" y="31252"/>
                  <a:pt x="34670" y="31081"/>
                </a:cubicBezTo>
                <a:close/>
                <a:moveTo>
                  <a:pt x="23477" y="34801"/>
                </a:moveTo>
                <a:cubicBezTo>
                  <a:pt x="23546" y="34869"/>
                  <a:pt x="23682" y="34869"/>
                  <a:pt x="23716" y="34937"/>
                </a:cubicBezTo>
                <a:cubicBezTo>
                  <a:pt x="23819" y="35347"/>
                  <a:pt x="23955" y="35756"/>
                  <a:pt x="24126" y="36268"/>
                </a:cubicBezTo>
                <a:cubicBezTo>
                  <a:pt x="23648" y="35927"/>
                  <a:pt x="23409" y="35381"/>
                  <a:pt x="23477" y="34801"/>
                </a:cubicBezTo>
                <a:close/>
                <a:moveTo>
                  <a:pt x="39618" y="34732"/>
                </a:moveTo>
                <a:lnTo>
                  <a:pt x="39618" y="34732"/>
                </a:lnTo>
                <a:cubicBezTo>
                  <a:pt x="39856" y="35244"/>
                  <a:pt x="40061" y="35688"/>
                  <a:pt x="40368" y="36268"/>
                </a:cubicBezTo>
                <a:cubicBezTo>
                  <a:pt x="39652" y="35790"/>
                  <a:pt x="39481" y="35415"/>
                  <a:pt x="39618" y="34732"/>
                </a:cubicBezTo>
                <a:close/>
                <a:moveTo>
                  <a:pt x="39140" y="29273"/>
                </a:moveTo>
                <a:cubicBezTo>
                  <a:pt x="39310" y="29716"/>
                  <a:pt x="39447" y="30160"/>
                  <a:pt x="39652" y="30604"/>
                </a:cubicBezTo>
                <a:cubicBezTo>
                  <a:pt x="40129" y="31695"/>
                  <a:pt x="40539" y="32856"/>
                  <a:pt x="40846" y="34016"/>
                </a:cubicBezTo>
                <a:cubicBezTo>
                  <a:pt x="40948" y="34494"/>
                  <a:pt x="41187" y="34971"/>
                  <a:pt x="41494" y="35347"/>
                </a:cubicBezTo>
                <a:cubicBezTo>
                  <a:pt x="41528" y="35415"/>
                  <a:pt x="41528" y="35449"/>
                  <a:pt x="41563" y="35517"/>
                </a:cubicBezTo>
                <a:cubicBezTo>
                  <a:pt x="41392" y="35654"/>
                  <a:pt x="41221" y="35688"/>
                  <a:pt x="41187" y="35824"/>
                </a:cubicBezTo>
                <a:cubicBezTo>
                  <a:pt x="41153" y="35961"/>
                  <a:pt x="41255" y="36166"/>
                  <a:pt x="41324" y="36439"/>
                </a:cubicBezTo>
                <a:cubicBezTo>
                  <a:pt x="40982" y="36234"/>
                  <a:pt x="40744" y="35927"/>
                  <a:pt x="40710" y="35551"/>
                </a:cubicBezTo>
                <a:cubicBezTo>
                  <a:pt x="40675" y="35244"/>
                  <a:pt x="40675" y="34869"/>
                  <a:pt x="40300" y="34869"/>
                </a:cubicBezTo>
                <a:cubicBezTo>
                  <a:pt x="40266" y="34869"/>
                  <a:pt x="40232" y="34835"/>
                  <a:pt x="40232" y="34767"/>
                </a:cubicBezTo>
                <a:cubicBezTo>
                  <a:pt x="40061" y="34323"/>
                  <a:pt x="39720" y="33948"/>
                  <a:pt x="39822" y="33367"/>
                </a:cubicBezTo>
                <a:cubicBezTo>
                  <a:pt x="39822" y="33265"/>
                  <a:pt x="39822" y="33163"/>
                  <a:pt x="39754" y="33094"/>
                </a:cubicBezTo>
                <a:lnTo>
                  <a:pt x="39754" y="33060"/>
                </a:lnTo>
                <a:cubicBezTo>
                  <a:pt x="39174" y="31900"/>
                  <a:pt x="39276" y="30535"/>
                  <a:pt x="39037" y="29341"/>
                </a:cubicBezTo>
                <a:lnTo>
                  <a:pt x="39140" y="29273"/>
                </a:lnTo>
                <a:close/>
                <a:moveTo>
                  <a:pt x="15970" y="33845"/>
                </a:moveTo>
                <a:cubicBezTo>
                  <a:pt x="15902" y="34596"/>
                  <a:pt x="15834" y="35347"/>
                  <a:pt x="15731" y="36131"/>
                </a:cubicBezTo>
                <a:cubicBezTo>
                  <a:pt x="15702" y="36125"/>
                  <a:pt x="15675" y="36122"/>
                  <a:pt x="15649" y="36122"/>
                </a:cubicBezTo>
                <a:cubicBezTo>
                  <a:pt x="15411" y="36122"/>
                  <a:pt x="15350" y="36396"/>
                  <a:pt x="15288" y="36643"/>
                </a:cubicBezTo>
                <a:lnTo>
                  <a:pt x="15220" y="36609"/>
                </a:lnTo>
                <a:lnTo>
                  <a:pt x="15868" y="33845"/>
                </a:lnTo>
                <a:close/>
                <a:moveTo>
                  <a:pt x="18291" y="35688"/>
                </a:moveTo>
                <a:lnTo>
                  <a:pt x="18291" y="35688"/>
                </a:lnTo>
                <a:cubicBezTo>
                  <a:pt x="18666" y="36166"/>
                  <a:pt x="18666" y="36166"/>
                  <a:pt x="18734" y="36882"/>
                </a:cubicBezTo>
                <a:cubicBezTo>
                  <a:pt x="18495" y="36541"/>
                  <a:pt x="18325" y="36131"/>
                  <a:pt x="18291" y="35688"/>
                </a:cubicBezTo>
                <a:close/>
                <a:moveTo>
                  <a:pt x="47568" y="36780"/>
                </a:moveTo>
                <a:lnTo>
                  <a:pt x="47978" y="36950"/>
                </a:lnTo>
                <a:lnTo>
                  <a:pt x="47909" y="37087"/>
                </a:lnTo>
                <a:lnTo>
                  <a:pt x="47534" y="36848"/>
                </a:lnTo>
                <a:lnTo>
                  <a:pt x="47568" y="36780"/>
                </a:lnTo>
                <a:close/>
                <a:moveTo>
                  <a:pt x="23682" y="29989"/>
                </a:moveTo>
                <a:cubicBezTo>
                  <a:pt x="24023" y="30569"/>
                  <a:pt x="24467" y="31115"/>
                  <a:pt x="25013" y="31525"/>
                </a:cubicBezTo>
                <a:cubicBezTo>
                  <a:pt x="25525" y="31968"/>
                  <a:pt x="26037" y="32412"/>
                  <a:pt x="26583" y="32856"/>
                </a:cubicBezTo>
                <a:cubicBezTo>
                  <a:pt x="26446" y="32992"/>
                  <a:pt x="26275" y="33129"/>
                  <a:pt x="26173" y="33265"/>
                </a:cubicBezTo>
                <a:cubicBezTo>
                  <a:pt x="26105" y="33402"/>
                  <a:pt x="26071" y="33538"/>
                  <a:pt x="26105" y="33640"/>
                </a:cubicBezTo>
                <a:cubicBezTo>
                  <a:pt x="26156" y="33717"/>
                  <a:pt x="26226" y="33756"/>
                  <a:pt x="26302" y="33756"/>
                </a:cubicBezTo>
                <a:cubicBezTo>
                  <a:pt x="26327" y="33756"/>
                  <a:pt x="26352" y="33751"/>
                  <a:pt x="26378" y="33743"/>
                </a:cubicBezTo>
                <a:cubicBezTo>
                  <a:pt x="26514" y="33709"/>
                  <a:pt x="26583" y="33640"/>
                  <a:pt x="26685" y="33538"/>
                </a:cubicBezTo>
                <a:lnTo>
                  <a:pt x="26924" y="33402"/>
                </a:lnTo>
                <a:lnTo>
                  <a:pt x="26924" y="33402"/>
                </a:lnTo>
                <a:cubicBezTo>
                  <a:pt x="26753" y="33709"/>
                  <a:pt x="26480" y="33982"/>
                  <a:pt x="26139" y="34152"/>
                </a:cubicBezTo>
                <a:cubicBezTo>
                  <a:pt x="25695" y="33572"/>
                  <a:pt x="25354" y="32992"/>
                  <a:pt x="25047" y="32344"/>
                </a:cubicBezTo>
                <a:cubicBezTo>
                  <a:pt x="24979" y="32173"/>
                  <a:pt x="24911" y="32003"/>
                  <a:pt x="24808" y="31832"/>
                </a:cubicBezTo>
                <a:cubicBezTo>
                  <a:pt x="24758" y="31782"/>
                  <a:pt x="24672" y="31750"/>
                  <a:pt x="24602" y="31750"/>
                </a:cubicBezTo>
                <a:cubicBezTo>
                  <a:pt x="24577" y="31750"/>
                  <a:pt x="24553" y="31755"/>
                  <a:pt x="24535" y="31764"/>
                </a:cubicBezTo>
                <a:cubicBezTo>
                  <a:pt x="24467" y="31798"/>
                  <a:pt x="24433" y="31968"/>
                  <a:pt x="24433" y="32105"/>
                </a:cubicBezTo>
                <a:cubicBezTo>
                  <a:pt x="24467" y="32207"/>
                  <a:pt x="24501" y="32276"/>
                  <a:pt x="24535" y="32344"/>
                </a:cubicBezTo>
                <a:lnTo>
                  <a:pt x="25457" y="34084"/>
                </a:lnTo>
                <a:cubicBezTo>
                  <a:pt x="25525" y="34221"/>
                  <a:pt x="25593" y="34357"/>
                  <a:pt x="25695" y="34494"/>
                </a:cubicBezTo>
                <a:lnTo>
                  <a:pt x="25354" y="34767"/>
                </a:lnTo>
                <a:cubicBezTo>
                  <a:pt x="25184" y="34835"/>
                  <a:pt x="25115" y="35005"/>
                  <a:pt x="25184" y="35176"/>
                </a:cubicBezTo>
                <a:cubicBezTo>
                  <a:pt x="25224" y="35296"/>
                  <a:pt x="25275" y="35346"/>
                  <a:pt x="25345" y="35346"/>
                </a:cubicBezTo>
                <a:cubicBezTo>
                  <a:pt x="25395" y="35346"/>
                  <a:pt x="25454" y="35321"/>
                  <a:pt x="25525" y="35278"/>
                </a:cubicBezTo>
                <a:cubicBezTo>
                  <a:pt x="25729" y="35210"/>
                  <a:pt x="25900" y="35074"/>
                  <a:pt x="26071" y="34971"/>
                </a:cubicBezTo>
                <a:cubicBezTo>
                  <a:pt x="26446" y="35415"/>
                  <a:pt x="26787" y="35893"/>
                  <a:pt x="27367" y="35961"/>
                </a:cubicBezTo>
                <a:cubicBezTo>
                  <a:pt x="27129" y="36439"/>
                  <a:pt x="26787" y="36848"/>
                  <a:pt x="26412" y="37155"/>
                </a:cubicBezTo>
                <a:cubicBezTo>
                  <a:pt x="26344" y="37087"/>
                  <a:pt x="26275" y="37019"/>
                  <a:pt x="26207" y="36950"/>
                </a:cubicBezTo>
                <a:cubicBezTo>
                  <a:pt x="25627" y="36097"/>
                  <a:pt x="25013" y="35278"/>
                  <a:pt x="24433" y="34425"/>
                </a:cubicBezTo>
                <a:cubicBezTo>
                  <a:pt x="24296" y="34221"/>
                  <a:pt x="24228" y="34016"/>
                  <a:pt x="24160" y="33777"/>
                </a:cubicBezTo>
                <a:cubicBezTo>
                  <a:pt x="23887" y="32787"/>
                  <a:pt x="23648" y="31764"/>
                  <a:pt x="23375" y="30774"/>
                </a:cubicBezTo>
                <a:cubicBezTo>
                  <a:pt x="23341" y="30672"/>
                  <a:pt x="23341" y="30535"/>
                  <a:pt x="23341" y="30433"/>
                </a:cubicBezTo>
                <a:lnTo>
                  <a:pt x="23682" y="29989"/>
                </a:lnTo>
                <a:close/>
                <a:moveTo>
                  <a:pt x="24842" y="36575"/>
                </a:moveTo>
                <a:cubicBezTo>
                  <a:pt x="25593" y="36985"/>
                  <a:pt x="25593" y="36985"/>
                  <a:pt x="25729" y="37360"/>
                </a:cubicBezTo>
                <a:lnTo>
                  <a:pt x="25286" y="37223"/>
                </a:lnTo>
                <a:cubicBezTo>
                  <a:pt x="25047" y="37053"/>
                  <a:pt x="24911" y="36848"/>
                  <a:pt x="24842" y="36575"/>
                </a:cubicBezTo>
                <a:close/>
                <a:moveTo>
                  <a:pt x="37058" y="20128"/>
                </a:moveTo>
                <a:cubicBezTo>
                  <a:pt x="37195" y="20332"/>
                  <a:pt x="37331" y="20503"/>
                  <a:pt x="37468" y="20674"/>
                </a:cubicBezTo>
                <a:cubicBezTo>
                  <a:pt x="37638" y="20878"/>
                  <a:pt x="37741" y="21151"/>
                  <a:pt x="37741" y="21424"/>
                </a:cubicBezTo>
                <a:cubicBezTo>
                  <a:pt x="37707" y="21731"/>
                  <a:pt x="37741" y="22073"/>
                  <a:pt x="37741" y="22312"/>
                </a:cubicBezTo>
                <a:cubicBezTo>
                  <a:pt x="37775" y="22585"/>
                  <a:pt x="37775" y="22823"/>
                  <a:pt x="37775" y="23062"/>
                </a:cubicBezTo>
                <a:cubicBezTo>
                  <a:pt x="37673" y="22926"/>
                  <a:pt x="37570" y="22789"/>
                  <a:pt x="37502" y="22653"/>
                </a:cubicBezTo>
                <a:cubicBezTo>
                  <a:pt x="37443" y="22594"/>
                  <a:pt x="37333" y="22510"/>
                  <a:pt x="37282" y="22510"/>
                </a:cubicBezTo>
                <a:cubicBezTo>
                  <a:pt x="37274" y="22510"/>
                  <a:pt x="37268" y="22512"/>
                  <a:pt x="37263" y="22516"/>
                </a:cubicBezTo>
                <a:cubicBezTo>
                  <a:pt x="37195" y="22619"/>
                  <a:pt x="37127" y="22721"/>
                  <a:pt x="37127" y="22858"/>
                </a:cubicBezTo>
                <a:cubicBezTo>
                  <a:pt x="37127" y="22960"/>
                  <a:pt x="37161" y="23062"/>
                  <a:pt x="37229" y="23165"/>
                </a:cubicBezTo>
                <a:cubicBezTo>
                  <a:pt x="37365" y="23472"/>
                  <a:pt x="37502" y="23745"/>
                  <a:pt x="37638" y="24018"/>
                </a:cubicBezTo>
                <a:cubicBezTo>
                  <a:pt x="37775" y="24257"/>
                  <a:pt x="37843" y="24495"/>
                  <a:pt x="37843" y="24768"/>
                </a:cubicBezTo>
                <a:cubicBezTo>
                  <a:pt x="37843" y="25007"/>
                  <a:pt x="37877" y="25246"/>
                  <a:pt x="37911" y="25519"/>
                </a:cubicBezTo>
                <a:lnTo>
                  <a:pt x="37843" y="25553"/>
                </a:lnTo>
                <a:cubicBezTo>
                  <a:pt x="37809" y="25349"/>
                  <a:pt x="37775" y="25212"/>
                  <a:pt x="37741" y="25041"/>
                </a:cubicBezTo>
                <a:cubicBezTo>
                  <a:pt x="37710" y="24858"/>
                  <a:pt x="37652" y="24729"/>
                  <a:pt x="37517" y="24729"/>
                </a:cubicBezTo>
                <a:cubicBezTo>
                  <a:pt x="37502" y="24729"/>
                  <a:pt x="37485" y="24731"/>
                  <a:pt x="37468" y="24734"/>
                </a:cubicBezTo>
                <a:cubicBezTo>
                  <a:pt x="37297" y="24768"/>
                  <a:pt x="37297" y="25007"/>
                  <a:pt x="37297" y="25144"/>
                </a:cubicBezTo>
                <a:cubicBezTo>
                  <a:pt x="37331" y="25314"/>
                  <a:pt x="37365" y="25451"/>
                  <a:pt x="37365" y="25587"/>
                </a:cubicBezTo>
                <a:cubicBezTo>
                  <a:pt x="37468" y="26099"/>
                  <a:pt x="37570" y="26645"/>
                  <a:pt x="37673" y="27225"/>
                </a:cubicBezTo>
                <a:cubicBezTo>
                  <a:pt x="37365" y="27259"/>
                  <a:pt x="37331" y="27464"/>
                  <a:pt x="37365" y="27771"/>
                </a:cubicBezTo>
                <a:cubicBezTo>
                  <a:pt x="37400" y="28078"/>
                  <a:pt x="37468" y="28420"/>
                  <a:pt x="37229" y="28658"/>
                </a:cubicBezTo>
                <a:cubicBezTo>
                  <a:pt x="37161" y="28693"/>
                  <a:pt x="37161" y="28795"/>
                  <a:pt x="37161" y="28897"/>
                </a:cubicBezTo>
                <a:cubicBezTo>
                  <a:pt x="37092" y="30194"/>
                  <a:pt x="36990" y="31491"/>
                  <a:pt x="36888" y="32787"/>
                </a:cubicBezTo>
                <a:cubicBezTo>
                  <a:pt x="36888" y="32924"/>
                  <a:pt x="36888" y="33060"/>
                  <a:pt x="36854" y="33197"/>
                </a:cubicBezTo>
                <a:cubicBezTo>
                  <a:pt x="36819" y="33299"/>
                  <a:pt x="36785" y="33436"/>
                  <a:pt x="36717" y="33436"/>
                </a:cubicBezTo>
                <a:cubicBezTo>
                  <a:pt x="36512" y="33538"/>
                  <a:pt x="36512" y="33709"/>
                  <a:pt x="36546" y="33948"/>
                </a:cubicBezTo>
                <a:cubicBezTo>
                  <a:pt x="36581" y="34186"/>
                  <a:pt x="36615" y="34391"/>
                  <a:pt x="36615" y="34630"/>
                </a:cubicBezTo>
                <a:cubicBezTo>
                  <a:pt x="36649" y="35005"/>
                  <a:pt x="36546" y="35347"/>
                  <a:pt x="36342" y="35654"/>
                </a:cubicBezTo>
                <a:cubicBezTo>
                  <a:pt x="36239" y="35790"/>
                  <a:pt x="36069" y="35893"/>
                  <a:pt x="36171" y="36131"/>
                </a:cubicBezTo>
                <a:cubicBezTo>
                  <a:pt x="36222" y="36251"/>
                  <a:pt x="36291" y="36285"/>
                  <a:pt x="36363" y="36285"/>
                </a:cubicBezTo>
                <a:cubicBezTo>
                  <a:pt x="36436" y="36285"/>
                  <a:pt x="36512" y="36251"/>
                  <a:pt x="36581" y="36234"/>
                </a:cubicBezTo>
                <a:cubicBezTo>
                  <a:pt x="36615" y="36234"/>
                  <a:pt x="36615" y="36268"/>
                  <a:pt x="36683" y="36302"/>
                </a:cubicBezTo>
                <a:cubicBezTo>
                  <a:pt x="36649" y="36746"/>
                  <a:pt x="36615" y="37223"/>
                  <a:pt x="36512" y="37633"/>
                </a:cubicBezTo>
                <a:cubicBezTo>
                  <a:pt x="36466" y="37913"/>
                  <a:pt x="36403" y="38129"/>
                  <a:pt x="36227" y="38129"/>
                </a:cubicBezTo>
                <a:cubicBezTo>
                  <a:pt x="36145" y="38129"/>
                  <a:pt x="36039" y="38082"/>
                  <a:pt x="35898" y="37974"/>
                </a:cubicBezTo>
                <a:cubicBezTo>
                  <a:pt x="35932" y="37599"/>
                  <a:pt x="35966" y="37258"/>
                  <a:pt x="36001" y="36882"/>
                </a:cubicBezTo>
                <a:cubicBezTo>
                  <a:pt x="36035" y="36677"/>
                  <a:pt x="36001" y="36507"/>
                  <a:pt x="35864" y="36370"/>
                </a:cubicBezTo>
                <a:cubicBezTo>
                  <a:pt x="35591" y="36131"/>
                  <a:pt x="35455" y="35790"/>
                  <a:pt x="35557" y="35449"/>
                </a:cubicBezTo>
                <a:cubicBezTo>
                  <a:pt x="35557" y="35278"/>
                  <a:pt x="35591" y="35142"/>
                  <a:pt x="35591" y="34971"/>
                </a:cubicBezTo>
                <a:cubicBezTo>
                  <a:pt x="35591" y="34732"/>
                  <a:pt x="35659" y="34528"/>
                  <a:pt x="35830" y="34357"/>
                </a:cubicBezTo>
                <a:cubicBezTo>
                  <a:pt x="36035" y="34084"/>
                  <a:pt x="36205" y="33777"/>
                  <a:pt x="36342" y="33470"/>
                </a:cubicBezTo>
                <a:cubicBezTo>
                  <a:pt x="36444" y="33094"/>
                  <a:pt x="36512" y="32719"/>
                  <a:pt x="36581" y="32344"/>
                </a:cubicBezTo>
                <a:cubicBezTo>
                  <a:pt x="36751" y="30979"/>
                  <a:pt x="36819" y="29614"/>
                  <a:pt x="36785" y="28215"/>
                </a:cubicBezTo>
                <a:cubicBezTo>
                  <a:pt x="36785" y="27908"/>
                  <a:pt x="36717" y="27601"/>
                  <a:pt x="36990" y="27362"/>
                </a:cubicBezTo>
                <a:cubicBezTo>
                  <a:pt x="37058" y="27328"/>
                  <a:pt x="37058" y="27123"/>
                  <a:pt x="37058" y="26986"/>
                </a:cubicBezTo>
                <a:cubicBezTo>
                  <a:pt x="37092" y="26543"/>
                  <a:pt x="37161" y="26133"/>
                  <a:pt x="37161" y="25690"/>
                </a:cubicBezTo>
                <a:cubicBezTo>
                  <a:pt x="37161" y="24154"/>
                  <a:pt x="37058" y="22585"/>
                  <a:pt x="36956" y="21015"/>
                </a:cubicBezTo>
                <a:lnTo>
                  <a:pt x="36956" y="20162"/>
                </a:lnTo>
                <a:lnTo>
                  <a:pt x="37058" y="20128"/>
                </a:lnTo>
                <a:close/>
                <a:moveTo>
                  <a:pt x="47432" y="35756"/>
                </a:moveTo>
                <a:cubicBezTo>
                  <a:pt x="48387" y="36404"/>
                  <a:pt x="49309" y="37087"/>
                  <a:pt x="50230" y="37769"/>
                </a:cubicBezTo>
                <a:cubicBezTo>
                  <a:pt x="50400" y="37906"/>
                  <a:pt x="50537" y="38042"/>
                  <a:pt x="50708" y="38179"/>
                </a:cubicBezTo>
                <a:lnTo>
                  <a:pt x="50639" y="38315"/>
                </a:lnTo>
                <a:cubicBezTo>
                  <a:pt x="50264" y="38179"/>
                  <a:pt x="49889" y="38042"/>
                  <a:pt x="49513" y="37906"/>
                </a:cubicBezTo>
                <a:cubicBezTo>
                  <a:pt x="49070" y="37735"/>
                  <a:pt x="48763" y="37428"/>
                  <a:pt x="48524" y="37053"/>
                </a:cubicBezTo>
                <a:cubicBezTo>
                  <a:pt x="48319" y="36677"/>
                  <a:pt x="48012" y="36370"/>
                  <a:pt x="47671" y="36166"/>
                </a:cubicBezTo>
                <a:cubicBezTo>
                  <a:pt x="47534" y="36063"/>
                  <a:pt x="47432" y="35927"/>
                  <a:pt x="47295" y="35824"/>
                </a:cubicBezTo>
                <a:lnTo>
                  <a:pt x="47363" y="35756"/>
                </a:lnTo>
                <a:close/>
                <a:moveTo>
                  <a:pt x="31074" y="32224"/>
                </a:moveTo>
                <a:cubicBezTo>
                  <a:pt x="31138" y="32224"/>
                  <a:pt x="31206" y="32276"/>
                  <a:pt x="31292" y="32412"/>
                </a:cubicBezTo>
                <a:cubicBezTo>
                  <a:pt x="30984" y="33197"/>
                  <a:pt x="30677" y="34016"/>
                  <a:pt x="30336" y="34801"/>
                </a:cubicBezTo>
                <a:cubicBezTo>
                  <a:pt x="30200" y="35074"/>
                  <a:pt x="29995" y="35312"/>
                  <a:pt x="29790" y="35551"/>
                </a:cubicBezTo>
                <a:cubicBezTo>
                  <a:pt x="29688" y="35722"/>
                  <a:pt x="29551" y="35927"/>
                  <a:pt x="29483" y="36131"/>
                </a:cubicBezTo>
                <a:cubicBezTo>
                  <a:pt x="29415" y="36234"/>
                  <a:pt x="29381" y="36336"/>
                  <a:pt x="29312" y="36439"/>
                </a:cubicBezTo>
                <a:cubicBezTo>
                  <a:pt x="29039" y="36882"/>
                  <a:pt x="28630" y="37258"/>
                  <a:pt x="28186" y="37530"/>
                </a:cubicBezTo>
                <a:cubicBezTo>
                  <a:pt x="28050" y="37599"/>
                  <a:pt x="27913" y="37735"/>
                  <a:pt x="27879" y="37872"/>
                </a:cubicBezTo>
                <a:cubicBezTo>
                  <a:pt x="27777" y="38213"/>
                  <a:pt x="27538" y="38281"/>
                  <a:pt x="27265" y="38452"/>
                </a:cubicBezTo>
                <a:cubicBezTo>
                  <a:pt x="27436" y="37940"/>
                  <a:pt x="27709" y="37428"/>
                  <a:pt x="28118" y="37019"/>
                </a:cubicBezTo>
                <a:cubicBezTo>
                  <a:pt x="28937" y="36234"/>
                  <a:pt x="29620" y="35312"/>
                  <a:pt x="30097" y="34255"/>
                </a:cubicBezTo>
                <a:cubicBezTo>
                  <a:pt x="30234" y="33948"/>
                  <a:pt x="30336" y="33675"/>
                  <a:pt x="30097" y="33402"/>
                </a:cubicBezTo>
                <a:cubicBezTo>
                  <a:pt x="30370" y="33026"/>
                  <a:pt x="30643" y="32685"/>
                  <a:pt x="30882" y="32344"/>
                </a:cubicBezTo>
                <a:cubicBezTo>
                  <a:pt x="30950" y="32276"/>
                  <a:pt x="31010" y="32224"/>
                  <a:pt x="31074" y="32224"/>
                </a:cubicBezTo>
                <a:close/>
                <a:moveTo>
                  <a:pt x="24023" y="37019"/>
                </a:moveTo>
                <a:lnTo>
                  <a:pt x="25149" y="38042"/>
                </a:lnTo>
                <a:lnTo>
                  <a:pt x="24740" y="38520"/>
                </a:lnTo>
                <a:cubicBezTo>
                  <a:pt x="24228" y="38247"/>
                  <a:pt x="24160" y="37633"/>
                  <a:pt x="24023" y="37019"/>
                </a:cubicBezTo>
                <a:close/>
                <a:moveTo>
                  <a:pt x="33441" y="36712"/>
                </a:moveTo>
                <a:lnTo>
                  <a:pt x="33441" y="36746"/>
                </a:lnTo>
                <a:cubicBezTo>
                  <a:pt x="33237" y="37394"/>
                  <a:pt x="32964" y="38042"/>
                  <a:pt x="32554" y="38657"/>
                </a:cubicBezTo>
                <a:lnTo>
                  <a:pt x="32827" y="37189"/>
                </a:lnTo>
                <a:lnTo>
                  <a:pt x="33441" y="36712"/>
                </a:lnTo>
                <a:close/>
                <a:moveTo>
                  <a:pt x="46442" y="38349"/>
                </a:moveTo>
                <a:cubicBezTo>
                  <a:pt x="46470" y="38461"/>
                  <a:pt x="46520" y="38572"/>
                  <a:pt x="46557" y="38683"/>
                </a:cubicBezTo>
                <a:lnTo>
                  <a:pt x="46557" y="38683"/>
                </a:lnTo>
                <a:cubicBezTo>
                  <a:pt x="46483" y="38583"/>
                  <a:pt x="46422" y="38500"/>
                  <a:pt x="46340" y="38418"/>
                </a:cubicBezTo>
                <a:lnTo>
                  <a:pt x="46442" y="38349"/>
                </a:lnTo>
                <a:close/>
                <a:moveTo>
                  <a:pt x="16086" y="0"/>
                </a:moveTo>
                <a:cubicBezTo>
                  <a:pt x="16007" y="0"/>
                  <a:pt x="15937" y="84"/>
                  <a:pt x="15868" y="200"/>
                </a:cubicBezTo>
                <a:cubicBezTo>
                  <a:pt x="15800" y="370"/>
                  <a:pt x="15731" y="541"/>
                  <a:pt x="15663" y="712"/>
                </a:cubicBezTo>
                <a:lnTo>
                  <a:pt x="14059" y="4192"/>
                </a:lnTo>
                <a:cubicBezTo>
                  <a:pt x="14025" y="4260"/>
                  <a:pt x="13991" y="4329"/>
                  <a:pt x="13889" y="4499"/>
                </a:cubicBezTo>
                <a:cubicBezTo>
                  <a:pt x="13923" y="4192"/>
                  <a:pt x="13957" y="3953"/>
                  <a:pt x="13991" y="3783"/>
                </a:cubicBezTo>
                <a:cubicBezTo>
                  <a:pt x="13991" y="3612"/>
                  <a:pt x="13957" y="3442"/>
                  <a:pt x="13821" y="3442"/>
                </a:cubicBezTo>
                <a:cubicBezTo>
                  <a:pt x="13684" y="3510"/>
                  <a:pt x="13616" y="3578"/>
                  <a:pt x="13582" y="3680"/>
                </a:cubicBezTo>
                <a:cubicBezTo>
                  <a:pt x="13206" y="4977"/>
                  <a:pt x="12490" y="6001"/>
                  <a:pt x="11807" y="6990"/>
                </a:cubicBezTo>
                <a:cubicBezTo>
                  <a:pt x="11773" y="7093"/>
                  <a:pt x="11671" y="7093"/>
                  <a:pt x="11603" y="7161"/>
                </a:cubicBezTo>
                <a:cubicBezTo>
                  <a:pt x="11534" y="7195"/>
                  <a:pt x="11398" y="7263"/>
                  <a:pt x="11398" y="7332"/>
                </a:cubicBezTo>
                <a:cubicBezTo>
                  <a:pt x="11295" y="7809"/>
                  <a:pt x="10920" y="7980"/>
                  <a:pt x="10613" y="8185"/>
                </a:cubicBezTo>
                <a:cubicBezTo>
                  <a:pt x="10340" y="8355"/>
                  <a:pt x="10067" y="8492"/>
                  <a:pt x="9760" y="8594"/>
                </a:cubicBezTo>
                <a:cubicBezTo>
                  <a:pt x="9658" y="8662"/>
                  <a:pt x="9555" y="8696"/>
                  <a:pt x="9453" y="8765"/>
                </a:cubicBezTo>
                <a:cubicBezTo>
                  <a:pt x="9180" y="8901"/>
                  <a:pt x="9282" y="9311"/>
                  <a:pt x="9589" y="9311"/>
                </a:cubicBezTo>
                <a:cubicBezTo>
                  <a:pt x="9862" y="9208"/>
                  <a:pt x="10135" y="9106"/>
                  <a:pt x="10408" y="8969"/>
                </a:cubicBezTo>
                <a:lnTo>
                  <a:pt x="10784" y="8799"/>
                </a:lnTo>
                <a:cubicBezTo>
                  <a:pt x="10784" y="8867"/>
                  <a:pt x="10784" y="8901"/>
                  <a:pt x="10784" y="8935"/>
                </a:cubicBezTo>
                <a:cubicBezTo>
                  <a:pt x="10272" y="9788"/>
                  <a:pt x="9589" y="10505"/>
                  <a:pt x="8770" y="11051"/>
                </a:cubicBezTo>
                <a:cubicBezTo>
                  <a:pt x="8591" y="11158"/>
                  <a:pt x="8403" y="11256"/>
                  <a:pt x="8220" y="11256"/>
                </a:cubicBezTo>
                <a:cubicBezTo>
                  <a:pt x="8054" y="11256"/>
                  <a:pt x="7893" y="11176"/>
                  <a:pt x="7747" y="10949"/>
                </a:cubicBezTo>
                <a:cubicBezTo>
                  <a:pt x="7695" y="10914"/>
                  <a:pt x="7644" y="10897"/>
                  <a:pt x="7597" y="10897"/>
                </a:cubicBezTo>
                <a:cubicBezTo>
                  <a:pt x="7550" y="10897"/>
                  <a:pt x="7508" y="10914"/>
                  <a:pt x="7474" y="10949"/>
                </a:cubicBezTo>
                <a:cubicBezTo>
                  <a:pt x="7405" y="11051"/>
                  <a:pt x="7405" y="11187"/>
                  <a:pt x="7440" y="11324"/>
                </a:cubicBezTo>
                <a:cubicBezTo>
                  <a:pt x="7560" y="11656"/>
                  <a:pt x="7895" y="11882"/>
                  <a:pt x="8254" y="11882"/>
                </a:cubicBezTo>
                <a:cubicBezTo>
                  <a:pt x="8301" y="11882"/>
                  <a:pt x="8348" y="11878"/>
                  <a:pt x="8395" y="11870"/>
                </a:cubicBezTo>
                <a:cubicBezTo>
                  <a:pt x="10067" y="11665"/>
                  <a:pt x="11432" y="10607"/>
                  <a:pt x="12626" y="9174"/>
                </a:cubicBezTo>
                <a:cubicBezTo>
                  <a:pt x="12683" y="9088"/>
                  <a:pt x="12765" y="9027"/>
                  <a:pt x="12850" y="8969"/>
                </a:cubicBezTo>
                <a:lnTo>
                  <a:pt x="12850" y="8969"/>
                </a:lnTo>
                <a:cubicBezTo>
                  <a:pt x="12678" y="9331"/>
                  <a:pt x="12412" y="9660"/>
                  <a:pt x="12114" y="9925"/>
                </a:cubicBezTo>
                <a:cubicBezTo>
                  <a:pt x="11978" y="10061"/>
                  <a:pt x="11841" y="10164"/>
                  <a:pt x="11739" y="10300"/>
                </a:cubicBezTo>
                <a:cubicBezTo>
                  <a:pt x="11705" y="10403"/>
                  <a:pt x="11671" y="10539"/>
                  <a:pt x="11705" y="10676"/>
                </a:cubicBezTo>
                <a:cubicBezTo>
                  <a:pt x="11730" y="10726"/>
                  <a:pt x="11828" y="10757"/>
                  <a:pt x="11906" y="10757"/>
                </a:cubicBezTo>
                <a:cubicBezTo>
                  <a:pt x="11934" y="10757"/>
                  <a:pt x="11960" y="10753"/>
                  <a:pt x="11978" y="10744"/>
                </a:cubicBezTo>
                <a:cubicBezTo>
                  <a:pt x="12114" y="10676"/>
                  <a:pt x="12217" y="10607"/>
                  <a:pt x="12319" y="10505"/>
                </a:cubicBezTo>
                <a:cubicBezTo>
                  <a:pt x="12592" y="10232"/>
                  <a:pt x="12831" y="9993"/>
                  <a:pt x="13070" y="9720"/>
                </a:cubicBezTo>
                <a:lnTo>
                  <a:pt x="13070" y="9720"/>
                </a:lnTo>
                <a:cubicBezTo>
                  <a:pt x="13002" y="10232"/>
                  <a:pt x="12729" y="10676"/>
                  <a:pt x="12353" y="10983"/>
                </a:cubicBezTo>
                <a:cubicBezTo>
                  <a:pt x="12183" y="11085"/>
                  <a:pt x="12080" y="11222"/>
                  <a:pt x="11944" y="11392"/>
                </a:cubicBezTo>
                <a:cubicBezTo>
                  <a:pt x="11261" y="12279"/>
                  <a:pt x="10442" y="13064"/>
                  <a:pt x="9487" y="13713"/>
                </a:cubicBezTo>
                <a:cubicBezTo>
                  <a:pt x="9138" y="13968"/>
                  <a:pt x="8789" y="14145"/>
                  <a:pt x="8418" y="14145"/>
                </a:cubicBezTo>
                <a:cubicBezTo>
                  <a:pt x="8245" y="14145"/>
                  <a:pt x="8068" y="14107"/>
                  <a:pt x="7883" y="14020"/>
                </a:cubicBezTo>
                <a:cubicBezTo>
                  <a:pt x="7833" y="13995"/>
                  <a:pt x="7779" y="13979"/>
                  <a:pt x="7726" y="13979"/>
                </a:cubicBezTo>
                <a:cubicBezTo>
                  <a:pt x="7635" y="13979"/>
                  <a:pt x="7551" y="14026"/>
                  <a:pt x="7508" y="14156"/>
                </a:cubicBezTo>
                <a:cubicBezTo>
                  <a:pt x="7440" y="14327"/>
                  <a:pt x="7542" y="14532"/>
                  <a:pt x="7747" y="14566"/>
                </a:cubicBezTo>
                <a:cubicBezTo>
                  <a:pt x="8020" y="14668"/>
                  <a:pt x="8293" y="14736"/>
                  <a:pt x="8600" y="14839"/>
                </a:cubicBezTo>
                <a:cubicBezTo>
                  <a:pt x="8235" y="15047"/>
                  <a:pt x="7931" y="15295"/>
                  <a:pt x="7579" y="15295"/>
                </a:cubicBezTo>
                <a:cubicBezTo>
                  <a:pt x="7470" y="15295"/>
                  <a:pt x="7356" y="15271"/>
                  <a:pt x="7235" y="15214"/>
                </a:cubicBezTo>
                <a:cubicBezTo>
                  <a:pt x="7185" y="15189"/>
                  <a:pt x="7135" y="15173"/>
                  <a:pt x="7088" y="15173"/>
                </a:cubicBezTo>
                <a:cubicBezTo>
                  <a:pt x="7008" y="15173"/>
                  <a:pt x="6937" y="15221"/>
                  <a:pt x="6894" y="15350"/>
                </a:cubicBezTo>
                <a:cubicBezTo>
                  <a:pt x="6825" y="15521"/>
                  <a:pt x="6928" y="15726"/>
                  <a:pt x="7098" y="15794"/>
                </a:cubicBezTo>
                <a:cubicBezTo>
                  <a:pt x="7230" y="15907"/>
                  <a:pt x="7382" y="15957"/>
                  <a:pt x="7543" y="15957"/>
                </a:cubicBezTo>
                <a:cubicBezTo>
                  <a:pt x="7675" y="15957"/>
                  <a:pt x="7813" y="15924"/>
                  <a:pt x="7951" y="15862"/>
                </a:cubicBezTo>
                <a:cubicBezTo>
                  <a:pt x="8395" y="15623"/>
                  <a:pt x="8873" y="15316"/>
                  <a:pt x="9316" y="15043"/>
                </a:cubicBezTo>
                <a:cubicBezTo>
                  <a:pt x="9453" y="14975"/>
                  <a:pt x="9555" y="14873"/>
                  <a:pt x="9692" y="14805"/>
                </a:cubicBezTo>
                <a:lnTo>
                  <a:pt x="9692" y="14805"/>
                </a:lnTo>
                <a:cubicBezTo>
                  <a:pt x="9521" y="15077"/>
                  <a:pt x="9385" y="15385"/>
                  <a:pt x="9077" y="15453"/>
                </a:cubicBezTo>
                <a:cubicBezTo>
                  <a:pt x="9009" y="15487"/>
                  <a:pt x="8839" y="15623"/>
                  <a:pt x="8839" y="15692"/>
                </a:cubicBezTo>
                <a:cubicBezTo>
                  <a:pt x="8804" y="15965"/>
                  <a:pt x="8668" y="16204"/>
                  <a:pt x="8463" y="16340"/>
                </a:cubicBezTo>
                <a:cubicBezTo>
                  <a:pt x="8088" y="16715"/>
                  <a:pt x="7713" y="17057"/>
                  <a:pt x="7303" y="17398"/>
                </a:cubicBezTo>
                <a:cubicBezTo>
                  <a:pt x="7110" y="17591"/>
                  <a:pt x="6848" y="17682"/>
                  <a:pt x="6578" y="17682"/>
                </a:cubicBezTo>
                <a:cubicBezTo>
                  <a:pt x="6467" y="17682"/>
                  <a:pt x="6355" y="17667"/>
                  <a:pt x="6245" y="17637"/>
                </a:cubicBezTo>
                <a:cubicBezTo>
                  <a:pt x="6197" y="17613"/>
                  <a:pt x="6149" y="17588"/>
                  <a:pt x="6113" y="17588"/>
                </a:cubicBezTo>
                <a:cubicBezTo>
                  <a:pt x="6098" y="17588"/>
                  <a:pt x="6085" y="17593"/>
                  <a:pt x="6075" y="17603"/>
                </a:cubicBezTo>
                <a:cubicBezTo>
                  <a:pt x="5972" y="17637"/>
                  <a:pt x="5938" y="17705"/>
                  <a:pt x="5904" y="17773"/>
                </a:cubicBezTo>
                <a:cubicBezTo>
                  <a:pt x="5870" y="17876"/>
                  <a:pt x="5870" y="17978"/>
                  <a:pt x="5938" y="18046"/>
                </a:cubicBezTo>
                <a:cubicBezTo>
                  <a:pt x="6075" y="18149"/>
                  <a:pt x="6211" y="18251"/>
                  <a:pt x="6348" y="18285"/>
                </a:cubicBezTo>
                <a:cubicBezTo>
                  <a:pt x="6430" y="18299"/>
                  <a:pt x="6510" y="18306"/>
                  <a:pt x="6589" y="18306"/>
                </a:cubicBezTo>
                <a:cubicBezTo>
                  <a:pt x="6904" y="18306"/>
                  <a:pt x="7194" y="18196"/>
                  <a:pt x="7440" y="17978"/>
                </a:cubicBezTo>
                <a:cubicBezTo>
                  <a:pt x="7815" y="17705"/>
                  <a:pt x="8224" y="17364"/>
                  <a:pt x="8634" y="17023"/>
                </a:cubicBezTo>
                <a:lnTo>
                  <a:pt x="8634" y="17023"/>
                </a:lnTo>
                <a:cubicBezTo>
                  <a:pt x="8600" y="17159"/>
                  <a:pt x="8566" y="17330"/>
                  <a:pt x="8531" y="17466"/>
                </a:cubicBezTo>
                <a:cubicBezTo>
                  <a:pt x="8293" y="17978"/>
                  <a:pt x="8054" y="18490"/>
                  <a:pt x="7815" y="19036"/>
                </a:cubicBezTo>
                <a:cubicBezTo>
                  <a:pt x="7644" y="19479"/>
                  <a:pt x="7337" y="19855"/>
                  <a:pt x="6928" y="20094"/>
                </a:cubicBezTo>
                <a:cubicBezTo>
                  <a:pt x="6791" y="20196"/>
                  <a:pt x="6655" y="20298"/>
                  <a:pt x="6484" y="20401"/>
                </a:cubicBezTo>
                <a:cubicBezTo>
                  <a:pt x="6279" y="20469"/>
                  <a:pt x="6211" y="20742"/>
                  <a:pt x="6313" y="20947"/>
                </a:cubicBezTo>
                <a:cubicBezTo>
                  <a:pt x="6348" y="20981"/>
                  <a:pt x="6279" y="21083"/>
                  <a:pt x="6245" y="21186"/>
                </a:cubicBezTo>
                <a:cubicBezTo>
                  <a:pt x="6245" y="21322"/>
                  <a:pt x="6211" y="21493"/>
                  <a:pt x="6245" y="21527"/>
                </a:cubicBezTo>
                <a:cubicBezTo>
                  <a:pt x="6295" y="21577"/>
                  <a:pt x="6382" y="21608"/>
                  <a:pt x="6465" y="21608"/>
                </a:cubicBezTo>
                <a:cubicBezTo>
                  <a:pt x="6495" y="21608"/>
                  <a:pt x="6525" y="21604"/>
                  <a:pt x="6552" y="21595"/>
                </a:cubicBezTo>
                <a:cubicBezTo>
                  <a:pt x="6825" y="21424"/>
                  <a:pt x="7098" y="21186"/>
                  <a:pt x="7303" y="20878"/>
                </a:cubicBezTo>
                <a:cubicBezTo>
                  <a:pt x="7610" y="20401"/>
                  <a:pt x="8054" y="20025"/>
                  <a:pt x="8566" y="19752"/>
                </a:cubicBezTo>
                <a:cubicBezTo>
                  <a:pt x="8907" y="19445"/>
                  <a:pt x="9248" y="19104"/>
                  <a:pt x="9555" y="18729"/>
                </a:cubicBezTo>
                <a:cubicBezTo>
                  <a:pt x="9589" y="18899"/>
                  <a:pt x="9589" y="19036"/>
                  <a:pt x="9555" y="19172"/>
                </a:cubicBezTo>
                <a:cubicBezTo>
                  <a:pt x="9555" y="19275"/>
                  <a:pt x="9521" y="19377"/>
                  <a:pt x="9487" y="19479"/>
                </a:cubicBezTo>
                <a:cubicBezTo>
                  <a:pt x="9214" y="20128"/>
                  <a:pt x="8873" y="20776"/>
                  <a:pt x="8463" y="21356"/>
                </a:cubicBezTo>
                <a:cubicBezTo>
                  <a:pt x="8429" y="21254"/>
                  <a:pt x="8429" y="21186"/>
                  <a:pt x="8429" y="21083"/>
                </a:cubicBezTo>
                <a:cubicBezTo>
                  <a:pt x="8406" y="20876"/>
                  <a:pt x="8367" y="20777"/>
                  <a:pt x="8282" y="20777"/>
                </a:cubicBezTo>
                <a:cubicBezTo>
                  <a:pt x="8241" y="20777"/>
                  <a:pt x="8188" y="20800"/>
                  <a:pt x="8122" y="20844"/>
                </a:cubicBezTo>
                <a:cubicBezTo>
                  <a:pt x="8020" y="20878"/>
                  <a:pt x="7951" y="20947"/>
                  <a:pt x="7883" y="20947"/>
                </a:cubicBezTo>
                <a:cubicBezTo>
                  <a:pt x="7713" y="20981"/>
                  <a:pt x="7678" y="21083"/>
                  <a:pt x="7610" y="21288"/>
                </a:cubicBezTo>
                <a:cubicBezTo>
                  <a:pt x="7576" y="21629"/>
                  <a:pt x="7474" y="21970"/>
                  <a:pt x="7337" y="22277"/>
                </a:cubicBezTo>
                <a:cubicBezTo>
                  <a:pt x="6894" y="23165"/>
                  <a:pt x="6416" y="24086"/>
                  <a:pt x="5904" y="24939"/>
                </a:cubicBezTo>
                <a:cubicBezTo>
                  <a:pt x="5529" y="25724"/>
                  <a:pt x="4846" y="26270"/>
                  <a:pt x="3993" y="26475"/>
                </a:cubicBezTo>
                <a:cubicBezTo>
                  <a:pt x="3959" y="26475"/>
                  <a:pt x="3933" y="26466"/>
                  <a:pt x="3908" y="26466"/>
                </a:cubicBezTo>
                <a:cubicBezTo>
                  <a:pt x="3882" y="26466"/>
                  <a:pt x="3857" y="26475"/>
                  <a:pt x="3823" y="26509"/>
                </a:cubicBezTo>
                <a:cubicBezTo>
                  <a:pt x="3754" y="26611"/>
                  <a:pt x="3652" y="26713"/>
                  <a:pt x="3652" y="26816"/>
                </a:cubicBezTo>
                <a:cubicBezTo>
                  <a:pt x="3621" y="26969"/>
                  <a:pt x="3728" y="27094"/>
                  <a:pt x="3848" y="27094"/>
                </a:cubicBezTo>
                <a:cubicBezTo>
                  <a:pt x="3862" y="27094"/>
                  <a:pt x="3877" y="27092"/>
                  <a:pt x="3891" y="27089"/>
                </a:cubicBezTo>
                <a:cubicBezTo>
                  <a:pt x="4198" y="27021"/>
                  <a:pt x="4505" y="26986"/>
                  <a:pt x="4812" y="26986"/>
                </a:cubicBezTo>
                <a:cubicBezTo>
                  <a:pt x="4851" y="26992"/>
                  <a:pt x="4889" y="26995"/>
                  <a:pt x="4926" y="26995"/>
                </a:cubicBezTo>
                <a:cubicBezTo>
                  <a:pt x="5315" y="26995"/>
                  <a:pt x="5624" y="26687"/>
                  <a:pt x="5904" y="26406"/>
                </a:cubicBezTo>
                <a:cubicBezTo>
                  <a:pt x="6075" y="26270"/>
                  <a:pt x="6211" y="26099"/>
                  <a:pt x="6348" y="25929"/>
                </a:cubicBezTo>
                <a:cubicBezTo>
                  <a:pt x="6928" y="25076"/>
                  <a:pt x="7508" y="24222"/>
                  <a:pt x="8054" y="23369"/>
                </a:cubicBezTo>
                <a:cubicBezTo>
                  <a:pt x="8293" y="22994"/>
                  <a:pt x="8497" y="22585"/>
                  <a:pt x="8804" y="22209"/>
                </a:cubicBezTo>
                <a:lnTo>
                  <a:pt x="8804" y="22209"/>
                </a:lnTo>
                <a:cubicBezTo>
                  <a:pt x="8770" y="22380"/>
                  <a:pt x="8736" y="22550"/>
                  <a:pt x="8668" y="22721"/>
                </a:cubicBezTo>
                <a:cubicBezTo>
                  <a:pt x="8600" y="23062"/>
                  <a:pt x="8463" y="23404"/>
                  <a:pt x="8395" y="23779"/>
                </a:cubicBezTo>
                <a:cubicBezTo>
                  <a:pt x="8020" y="25519"/>
                  <a:pt x="7132" y="27123"/>
                  <a:pt x="5938" y="28454"/>
                </a:cubicBezTo>
                <a:cubicBezTo>
                  <a:pt x="5597" y="28761"/>
                  <a:pt x="5256" y="29068"/>
                  <a:pt x="4880" y="29307"/>
                </a:cubicBezTo>
                <a:cubicBezTo>
                  <a:pt x="4812" y="29375"/>
                  <a:pt x="4744" y="29409"/>
                  <a:pt x="4676" y="29443"/>
                </a:cubicBezTo>
                <a:cubicBezTo>
                  <a:pt x="4505" y="29512"/>
                  <a:pt x="4437" y="29648"/>
                  <a:pt x="4471" y="29819"/>
                </a:cubicBezTo>
                <a:cubicBezTo>
                  <a:pt x="4518" y="29961"/>
                  <a:pt x="4616" y="30021"/>
                  <a:pt x="4705" y="30021"/>
                </a:cubicBezTo>
                <a:cubicBezTo>
                  <a:pt x="4744" y="30021"/>
                  <a:pt x="4781" y="30010"/>
                  <a:pt x="4812" y="29989"/>
                </a:cubicBezTo>
                <a:cubicBezTo>
                  <a:pt x="5187" y="29785"/>
                  <a:pt x="5563" y="29546"/>
                  <a:pt x="5904" y="29307"/>
                </a:cubicBezTo>
                <a:cubicBezTo>
                  <a:pt x="6143" y="29034"/>
                  <a:pt x="6416" y="28795"/>
                  <a:pt x="6621" y="28488"/>
                </a:cubicBezTo>
                <a:lnTo>
                  <a:pt x="6621" y="28488"/>
                </a:lnTo>
                <a:cubicBezTo>
                  <a:pt x="6552" y="28693"/>
                  <a:pt x="6552" y="28795"/>
                  <a:pt x="6484" y="28863"/>
                </a:cubicBezTo>
                <a:cubicBezTo>
                  <a:pt x="6313" y="29239"/>
                  <a:pt x="6075" y="29580"/>
                  <a:pt x="5870" y="29955"/>
                </a:cubicBezTo>
                <a:cubicBezTo>
                  <a:pt x="5460" y="30740"/>
                  <a:pt x="4710" y="31354"/>
                  <a:pt x="3823" y="31559"/>
                </a:cubicBezTo>
                <a:cubicBezTo>
                  <a:pt x="3550" y="31661"/>
                  <a:pt x="3311" y="31695"/>
                  <a:pt x="3038" y="31798"/>
                </a:cubicBezTo>
                <a:cubicBezTo>
                  <a:pt x="2867" y="31832"/>
                  <a:pt x="2765" y="32003"/>
                  <a:pt x="2799" y="32173"/>
                </a:cubicBezTo>
                <a:cubicBezTo>
                  <a:pt x="2867" y="32378"/>
                  <a:pt x="3004" y="32378"/>
                  <a:pt x="3140" y="32378"/>
                </a:cubicBezTo>
                <a:cubicBezTo>
                  <a:pt x="3311" y="32310"/>
                  <a:pt x="3481" y="32276"/>
                  <a:pt x="3652" y="32241"/>
                </a:cubicBezTo>
                <a:cubicBezTo>
                  <a:pt x="3679" y="32232"/>
                  <a:pt x="3707" y="32228"/>
                  <a:pt x="3734" y="32228"/>
                </a:cubicBezTo>
                <a:cubicBezTo>
                  <a:pt x="3809" y="32228"/>
                  <a:pt x="3884" y="32260"/>
                  <a:pt x="3959" y="32310"/>
                </a:cubicBezTo>
                <a:cubicBezTo>
                  <a:pt x="4032" y="32401"/>
                  <a:pt x="4106" y="32434"/>
                  <a:pt x="4184" y="32434"/>
                </a:cubicBezTo>
                <a:cubicBezTo>
                  <a:pt x="4252" y="32434"/>
                  <a:pt x="4324" y="32410"/>
                  <a:pt x="4403" y="32378"/>
                </a:cubicBezTo>
                <a:cubicBezTo>
                  <a:pt x="4846" y="32105"/>
                  <a:pt x="5256" y="31764"/>
                  <a:pt x="5563" y="31354"/>
                </a:cubicBezTo>
                <a:cubicBezTo>
                  <a:pt x="5972" y="30876"/>
                  <a:pt x="6382" y="30433"/>
                  <a:pt x="6825" y="29921"/>
                </a:cubicBezTo>
                <a:cubicBezTo>
                  <a:pt x="6931" y="30016"/>
                  <a:pt x="7034" y="30049"/>
                  <a:pt x="7137" y="30049"/>
                </a:cubicBezTo>
                <a:cubicBezTo>
                  <a:pt x="7367" y="30049"/>
                  <a:pt x="7601" y="29887"/>
                  <a:pt x="7883" y="29887"/>
                </a:cubicBezTo>
                <a:cubicBezTo>
                  <a:pt x="7815" y="30058"/>
                  <a:pt x="7781" y="30194"/>
                  <a:pt x="7747" y="30296"/>
                </a:cubicBezTo>
                <a:cubicBezTo>
                  <a:pt x="7713" y="30331"/>
                  <a:pt x="7644" y="30365"/>
                  <a:pt x="7644" y="30365"/>
                </a:cubicBezTo>
                <a:cubicBezTo>
                  <a:pt x="7592" y="30338"/>
                  <a:pt x="7544" y="30326"/>
                  <a:pt x="7501" y="30326"/>
                </a:cubicBezTo>
                <a:cubicBezTo>
                  <a:pt x="7374" y="30326"/>
                  <a:pt x="7286" y="30434"/>
                  <a:pt x="7235" y="30638"/>
                </a:cubicBezTo>
                <a:cubicBezTo>
                  <a:pt x="6928" y="31730"/>
                  <a:pt x="6177" y="32651"/>
                  <a:pt x="5187" y="33197"/>
                </a:cubicBezTo>
                <a:cubicBezTo>
                  <a:pt x="4880" y="33367"/>
                  <a:pt x="4676" y="33709"/>
                  <a:pt x="4641" y="34050"/>
                </a:cubicBezTo>
                <a:cubicBezTo>
                  <a:pt x="4573" y="34221"/>
                  <a:pt x="4505" y="34391"/>
                  <a:pt x="4437" y="34562"/>
                </a:cubicBezTo>
                <a:cubicBezTo>
                  <a:pt x="3584" y="35756"/>
                  <a:pt x="2628" y="36814"/>
                  <a:pt x="1502" y="37769"/>
                </a:cubicBezTo>
                <a:cubicBezTo>
                  <a:pt x="1332" y="37906"/>
                  <a:pt x="1161" y="38008"/>
                  <a:pt x="990" y="38145"/>
                </a:cubicBezTo>
                <a:cubicBezTo>
                  <a:pt x="909" y="38194"/>
                  <a:pt x="820" y="38235"/>
                  <a:pt x="730" y="38235"/>
                </a:cubicBezTo>
                <a:cubicBezTo>
                  <a:pt x="632" y="38235"/>
                  <a:pt x="534" y="38185"/>
                  <a:pt x="444" y="38042"/>
                </a:cubicBezTo>
                <a:cubicBezTo>
                  <a:pt x="404" y="38002"/>
                  <a:pt x="341" y="37986"/>
                  <a:pt x="282" y="37986"/>
                </a:cubicBezTo>
                <a:cubicBezTo>
                  <a:pt x="240" y="37986"/>
                  <a:pt x="200" y="37994"/>
                  <a:pt x="171" y="38008"/>
                </a:cubicBezTo>
                <a:cubicBezTo>
                  <a:pt x="35" y="38111"/>
                  <a:pt x="1" y="38315"/>
                  <a:pt x="103" y="38452"/>
                </a:cubicBezTo>
                <a:cubicBezTo>
                  <a:pt x="240" y="38622"/>
                  <a:pt x="376" y="38793"/>
                  <a:pt x="547" y="38964"/>
                </a:cubicBezTo>
                <a:cubicBezTo>
                  <a:pt x="547" y="38964"/>
                  <a:pt x="478" y="39066"/>
                  <a:pt x="478" y="39066"/>
                </a:cubicBezTo>
                <a:cubicBezTo>
                  <a:pt x="513" y="39100"/>
                  <a:pt x="478" y="39134"/>
                  <a:pt x="547" y="39134"/>
                </a:cubicBezTo>
                <a:lnTo>
                  <a:pt x="786" y="39134"/>
                </a:lnTo>
                <a:cubicBezTo>
                  <a:pt x="879" y="39156"/>
                  <a:pt x="969" y="39167"/>
                  <a:pt x="1057" y="39167"/>
                </a:cubicBezTo>
                <a:cubicBezTo>
                  <a:pt x="1517" y="39167"/>
                  <a:pt x="1904" y="38881"/>
                  <a:pt x="2219" y="38452"/>
                </a:cubicBezTo>
                <a:cubicBezTo>
                  <a:pt x="2526" y="38042"/>
                  <a:pt x="2969" y="37735"/>
                  <a:pt x="3481" y="37633"/>
                </a:cubicBezTo>
                <a:lnTo>
                  <a:pt x="3481" y="37633"/>
                </a:lnTo>
                <a:lnTo>
                  <a:pt x="2355" y="39066"/>
                </a:lnTo>
                <a:cubicBezTo>
                  <a:pt x="2457" y="39117"/>
                  <a:pt x="2564" y="39140"/>
                  <a:pt x="2671" y="39140"/>
                </a:cubicBezTo>
                <a:cubicBezTo>
                  <a:pt x="2922" y="39140"/>
                  <a:pt x="3167" y="39009"/>
                  <a:pt x="3311" y="38793"/>
                </a:cubicBezTo>
                <a:cubicBezTo>
                  <a:pt x="3925" y="37872"/>
                  <a:pt x="4607" y="36950"/>
                  <a:pt x="5290" y="36063"/>
                </a:cubicBezTo>
                <a:cubicBezTo>
                  <a:pt x="5426" y="35893"/>
                  <a:pt x="5597" y="35756"/>
                  <a:pt x="5768" y="35585"/>
                </a:cubicBezTo>
                <a:cubicBezTo>
                  <a:pt x="5972" y="35381"/>
                  <a:pt x="6143" y="35176"/>
                  <a:pt x="6279" y="34937"/>
                </a:cubicBezTo>
                <a:cubicBezTo>
                  <a:pt x="6621" y="34323"/>
                  <a:pt x="6894" y="33709"/>
                  <a:pt x="7201" y="33094"/>
                </a:cubicBezTo>
                <a:cubicBezTo>
                  <a:pt x="7269" y="32958"/>
                  <a:pt x="7337" y="32787"/>
                  <a:pt x="7405" y="32651"/>
                </a:cubicBezTo>
                <a:cubicBezTo>
                  <a:pt x="7435" y="32644"/>
                  <a:pt x="7463" y="32639"/>
                  <a:pt x="7488" y="32639"/>
                </a:cubicBezTo>
                <a:cubicBezTo>
                  <a:pt x="7581" y="32639"/>
                  <a:pt x="7644" y="32695"/>
                  <a:pt x="7644" y="32856"/>
                </a:cubicBezTo>
                <a:cubicBezTo>
                  <a:pt x="7713" y="33913"/>
                  <a:pt x="7678" y="35005"/>
                  <a:pt x="7542" y="36063"/>
                </a:cubicBezTo>
                <a:cubicBezTo>
                  <a:pt x="7474" y="36575"/>
                  <a:pt x="7269" y="37087"/>
                  <a:pt x="6928" y="37462"/>
                </a:cubicBezTo>
                <a:cubicBezTo>
                  <a:pt x="6996" y="37223"/>
                  <a:pt x="7030" y="37087"/>
                  <a:pt x="7064" y="36950"/>
                </a:cubicBezTo>
                <a:cubicBezTo>
                  <a:pt x="7201" y="36473"/>
                  <a:pt x="7337" y="36029"/>
                  <a:pt x="7474" y="35585"/>
                </a:cubicBezTo>
                <a:cubicBezTo>
                  <a:pt x="7508" y="35415"/>
                  <a:pt x="7542" y="35244"/>
                  <a:pt x="7542" y="35074"/>
                </a:cubicBezTo>
                <a:cubicBezTo>
                  <a:pt x="7576" y="34903"/>
                  <a:pt x="7508" y="34698"/>
                  <a:pt x="7337" y="34698"/>
                </a:cubicBezTo>
                <a:cubicBezTo>
                  <a:pt x="7201" y="34698"/>
                  <a:pt x="7167" y="34835"/>
                  <a:pt x="7098" y="35005"/>
                </a:cubicBezTo>
                <a:cubicBezTo>
                  <a:pt x="6962" y="35585"/>
                  <a:pt x="6825" y="36131"/>
                  <a:pt x="6655" y="36712"/>
                </a:cubicBezTo>
                <a:cubicBezTo>
                  <a:pt x="6537" y="36653"/>
                  <a:pt x="6444" y="36568"/>
                  <a:pt x="6356" y="36568"/>
                </a:cubicBezTo>
                <a:cubicBezTo>
                  <a:pt x="6341" y="36568"/>
                  <a:pt x="6327" y="36570"/>
                  <a:pt x="6313" y="36575"/>
                </a:cubicBezTo>
                <a:cubicBezTo>
                  <a:pt x="6177" y="36609"/>
                  <a:pt x="6075" y="36780"/>
                  <a:pt x="6006" y="36848"/>
                </a:cubicBezTo>
                <a:cubicBezTo>
                  <a:pt x="5938" y="36916"/>
                  <a:pt x="5870" y="37019"/>
                  <a:pt x="5802" y="37019"/>
                </a:cubicBezTo>
                <a:cubicBezTo>
                  <a:pt x="5770" y="37010"/>
                  <a:pt x="5741" y="37005"/>
                  <a:pt x="5715" y="37005"/>
                </a:cubicBezTo>
                <a:cubicBezTo>
                  <a:pt x="5545" y="37005"/>
                  <a:pt x="5490" y="37187"/>
                  <a:pt x="5460" y="37394"/>
                </a:cubicBezTo>
                <a:cubicBezTo>
                  <a:pt x="5426" y="37735"/>
                  <a:pt x="5290" y="38008"/>
                  <a:pt x="5051" y="38247"/>
                </a:cubicBezTo>
                <a:cubicBezTo>
                  <a:pt x="4812" y="38520"/>
                  <a:pt x="4607" y="38793"/>
                  <a:pt x="4437" y="39100"/>
                </a:cubicBezTo>
                <a:cubicBezTo>
                  <a:pt x="4573" y="39117"/>
                  <a:pt x="4701" y="39126"/>
                  <a:pt x="4829" y="39126"/>
                </a:cubicBezTo>
                <a:cubicBezTo>
                  <a:pt x="4957" y="39126"/>
                  <a:pt x="5085" y="39117"/>
                  <a:pt x="5222" y="39100"/>
                </a:cubicBezTo>
                <a:cubicBezTo>
                  <a:pt x="5290" y="39100"/>
                  <a:pt x="5392" y="38930"/>
                  <a:pt x="5460" y="38793"/>
                </a:cubicBezTo>
                <a:cubicBezTo>
                  <a:pt x="5699" y="38349"/>
                  <a:pt x="5972" y="37906"/>
                  <a:pt x="6245" y="37462"/>
                </a:cubicBezTo>
                <a:lnTo>
                  <a:pt x="6245" y="37462"/>
                </a:lnTo>
                <a:cubicBezTo>
                  <a:pt x="6143" y="38008"/>
                  <a:pt x="5938" y="38554"/>
                  <a:pt x="5699" y="39066"/>
                </a:cubicBezTo>
                <a:cubicBezTo>
                  <a:pt x="5859" y="39112"/>
                  <a:pt x="5965" y="39138"/>
                  <a:pt x="6043" y="39138"/>
                </a:cubicBezTo>
                <a:cubicBezTo>
                  <a:pt x="6200" y="39138"/>
                  <a:pt x="6245" y="39032"/>
                  <a:pt x="6382" y="38759"/>
                </a:cubicBezTo>
                <a:cubicBezTo>
                  <a:pt x="6450" y="38588"/>
                  <a:pt x="6518" y="38418"/>
                  <a:pt x="6621" y="38247"/>
                </a:cubicBezTo>
                <a:cubicBezTo>
                  <a:pt x="6621" y="38213"/>
                  <a:pt x="6655" y="38213"/>
                  <a:pt x="6655" y="38213"/>
                </a:cubicBezTo>
                <a:cubicBezTo>
                  <a:pt x="6723" y="38262"/>
                  <a:pt x="6786" y="38283"/>
                  <a:pt x="6845" y="38283"/>
                </a:cubicBezTo>
                <a:cubicBezTo>
                  <a:pt x="6992" y="38283"/>
                  <a:pt x="7113" y="38154"/>
                  <a:pt x="7235" y="38008"/>
                </a:cubicBezTo>
                <a:cubicBezTo>
                  <a:pt x="7610" y="37565"/>
                  <a:pt x="7849" y="37019"/>
                  <a:pt x="7951" y="36439"/>
                </a:cubicBezTo>
                <a:cubicBezTo>
                  <a:pt x="8122" y="35347"/>
                  <a:pt x="8190" y="34221"/>
                  <a:pt x="8088" y="33129"/>
                </a:cubicBezTo>
                <a:cubicBezTo>
                  <a:pt x="8088" y="32958"/>
                  <a:pt x="8054" y="32822"/>
                  <a:pt x="8020" y="32685"/>
                </a:cubicBezTo>
                <a:lnTo>
                  <a:pt x="8702" y="32173"/>
                </a:lnTo>
                <a:cubicBezTo>
                  <a:pt x="8770" y="32344"/>
                  <a:pt x="8804" y="32514"/>
                  <a:pt x="8804" y="32719"/>
                </a:cubicBezTo>
                <a:cubicBezTo>
                  <a:pt x="8839" y="33333"/>
                  <a:pt x="8736" y="33948"/>
                  <a:pt x="8497" y="34528"/>
                </a:cubicBezTo>
                <a:cubicBezTo>
                  <a:pt x="8463" y="34630"/>
                  <a:pt x="8429" y="34732"/>
                  <a:pt x="8395" y="34835"/>
                </a:cubicBezTo>
                <a:cubicBezTo>
                  <a:pt x="8361" y="35927"/>
                  <a:pt x="8054" y="36985"/>
                  <a:pt x="7542" y="37940"/>
                </a:cubicBezTo>
                <a:cubicBezTo>
                  <a:pt x="7405" y="38179"/>
                  <a:pt x="7235" y="38384"/>
                  <a:pt x="7030" y="38554"/>
                </a:cubicBezTo>
                <a:cubicBezTo>
                  <a:pt x="6894" y="38657"/>
                  <a:pt x="6791" y="38793"/>
                  <a:pt x="6894" y="38998"/>
                </a:cubicBezTo>
                <a:cubicBezTo>
                  <a:pt x="6933" y="39097"/>
                  <a:pt x="6985" y="39150"/>
                  <a:pt x="7054" y="39150"/>
                </a:cubicBezTo>
                <a:cubicBezTo>
                  <a:pt x="7104" y="39150"/>
                  <a:pt x="7164" y="39123"/>
                  <a:pt x="7235" y="39066"/>
                </a:cubicBezTo>
                <a:cubicBezTo>
                  <a:pt x="7405" y="38930"/>
                  <a:pt x="7576" y="38793"/>
                  <a:pt x="7781" y="38657"/>
                </a:cubicBezTo>
                <a:lnTo>
                  <a:pt x="7781" y="38657"/>
                </a:lnTo>
                <a:cubicBezTo>
                  <a:pt x="7747" y="38793"/>
                  <a:pt x="7747" y="38930"/>
                  <a:pt x="7713" y="39066"/>
                </a:cubicBezTo>
                <a:lnTo>
                  <a:pt x="8190" y="39066"/>
                </a:lnTo>
                <a:cubicBezTo>
                  <a:pt x="8259" y="38930"/>
                  <a:pt x="8327" y="38759"/>
                  <a:pt x="8361" y="38554"/>
                </a:cubicBezTo>
                <a:cubicBezTo>
                  <a:pt x="8668" y="37428"/>
                  <a:pt x="9009" y="36302"/>
                  <a:pt x="8975" y="35074"/>
                </a:cubicBezTo>
                <a:cubicBezTo>
                  <a:pt x="9009" y="34869"/>
                  <a:pt x="9077" y="34698"/>
                  <a:pt x="9180" y="34528"/>
                </a:cubicBezTo>
                <a:cubicBezTo>
                  <a:pt x="9350" y="34221"/>
                  <a:pt x="9589" y="33982"/>
                  <a:pt x="9726" y="33640"/>
                </a:cubicBezTo>
                <a:cubicBezTo>
                  <a:pt x="10374" y="32241"/>
                  <a:pt x="10988" y="30808"/>
                  <a:pt x="11603" y="29375"/>
                </a:cubicBezTo>
                <a:cubicBezTo>
                  <a:pt x="12080" y="28181"/>
                  <a:pt x="12456" y="26884"/>
                  <a:pt x="12660" y="25587"/>
                </a:cubicBezTo>
                <a:cubicBezTo>
                  <a:pt x="12660" y="25212"/>
                  <a:pt x="12865" y="24871"/>
                  <a:pt x="13172" y="24598"/>
                </a:cubicBezTo>
                <a:lnTo>
                  <a:pt x="13172" y="24598"/>
                </a:lnTo>
                <a:cubicBezTo>
                  <a:pt x="13377" y="25553"/>
                  <a:pt x="13240" y="26509"/>
                  <a:pt x="12831" y="27362"/>
                </a:cubicBezTo>
                <a:cubicBezTo>
                  <a:pt x="12592" y="27669"/>
                  <a:pt x="12524" y="28044"/>
                  <a:pt x="12626" y="28386"/>
                </a:cubicBezTo>
                <a:cubicBezTo>
                  <a:pt x="12694" y="28590"/>
                  <a:pt x="12694" y="28795"/>
                  <a:pt x="12694" y="29000"/>
                </a:cubicBezTo>
                <a:cubicBezTo>
                  <a:pt x="12797" y="29614"/>
                  <a:pt x="12490" y="30194"/>
                  <a:pt x="11944" y="30467"/>
                </a:cubicBezTo>
                <a:cubicBezTo>
                  <a:pt x="11978" y="30331"/>
                  <a:pt x="12012" y="30228"/>
                  <a:pt x="12012" y="30126"/>
                </a:cubicBezTo>
                <a:cubicBezTo>
                  <a:pt x="12080" y="29989"/>
                  <a:pt x="12114" y="29853"/>
                  <a:pt x="12114" y="29716"/>
                </a:cubicBezTo>
                <a:cubicBezTo>
                  <a:pt x="12114" y="29614"/>
                  <a:pt x="12046" y="29512"/>
                  <a:pt x="11978" y="29443"/>
                </a:cubicBezTo>
                <a:cubicBezTo>
                  <a:pt x="11910" y="29443"/>
                  <a:pt x="11807" y="29477"/>
                  <a:pt x="11739" y="29546"/>
                </a:cubicBezTo>
                <a:cubicBezTo>
                  <a:pt x="11705" y="29648"/>
                  <a:pt x="11637" y="29785"/>
                  <a:pt x="11637" y="29887"/>
                </a:cubicBezTo>
                <a:cubicBezTo>
                  <a:pt x="11295" y="30706"/>
                  <a:pt x="11022" y="31525"/>
                  <a:pt x="10681" y="32310"/>
                </a:cubicBezTo>
                <a:cubicBezTo>
                  <a:pt x="10408" y="32890"/>
                  <a:pt x="10101" y="33436"/>
                  <a:pt x="9828" y="34016"/>
                </a:cubicBezTo>
                <a:cubicBezTo>
                  <a:pt x="9794" y="34084"/>
                  <a:pt x="9760" y="34118"/>
                  <a:pt x="9726" y="34186"/>
                </a:cubicBezTo>
                <a:cubicBezTo>
                  <a:pt x="9623" y="34323"/>
                  <a:pt x="9521" y="34459"/>
                  <a:pt x="9692" y="34664"/>
                </a:cubicBezTo>
                <a:cubicBezTo>
                  <a:pt x="9749" y="34721"/>
                  <a:pt x="9798" y="34744"/>
                  <a:pt x="9842" y="34744"/>
                </a:cubicBezTo>
                <a:cubicBezTo>
                  <a:pt x="9931" y="34744"/>
                  <a:pt x="9999" y="34653"/>
                  <a:pt x="10067" y="34562"/>
                </a:cubicBezTo>
                <a:cubicBezTo>
                  <a:pt x="10272" y="34289"/>
                  <a:pt x="10408" y="34050"/>
                  <a:pt x="10579" y="33743"/>
                </a:cubicBezTo>
                <a:cubicBezTo>
                  <a:pt x="10818" y="33265"/>
                  <a:pt x="11022" y="32787"/>
                  <a:pt x="11227" y="32276"/>
                </a:cubicBezTo>
                <a:cubicBezTo>
                  <a:pt x="11295" y="32139"/>
                  <a:pt x="11364" y="32003"/>
                  <a:pt x="11466" y="31900"/>
                </a:cubicBezTo>
                <a:lnTo>
                  <a:pt x="11466" y="31900"/>
                </a:lnTo>
                <a:cubicBezTo>
                  <a:pt x="11500" y="32139"/>
                  <a:pt x="11466" y="32378"/>
                  <a:pt x="11432" y="32583"/>
                </a:cubicBezTo>
                <a:cubicBezTo>
                  <a:pt x="11295" y="33333"/>
                  <a:pt x="11125" y="34084"/>
                  <a:pt x="10954" y="34835"/>
                </a:cubicBezTo>
                <a:cubicBezTo>
                  <a:pt x="10863" y="35108"/>
                  <a:pt x="10772" y="35229"/>
                  <a:pt x="10631" y="35229"/>
                </a:cubicBezTo>
                <a:cubicBezTo>
                  <a:pt x="10560" y="35229"/>
                  <a:pt x="10476" y="35199"/>
                  <a:pt x="10374" y="35142"/>
                </a:cubicBezTo>
                <a:cubicBezTo>
                  <a:pt x="10238" y="35074"/>
                  <a:pt x="10135" y="35040"/>
                  <a:pt x="9999" y="35005"/>
                </a:cubicBezTo>
                <a:cubicBezTo>
                  <a:pt x="9919" y="34976"/>
                  <a:pt x="9855" y="34957"/>
                  <a:pt x="9802" y="34957"/>
                </a:cubicBezTo>
                <a:cubicBezTo>
                  <a:pt x="9672" y="34957"/>
                  <a:pt x="9614" y="35066"/>
                  <a:pt x="9589" y="35381"/>
                </a:cubicBezTo>
                <a:cubicBezTo>
                  <a:pt x="9521" y="35790"/>
                  <a:pt x="9487" y="36268"/>
                  <a:pt x="9487" y="36677"/>
                </a:cubicBezTo>
                <a:cubicBezTo>
                  <a:pt x="9487" y="37155"/>
                  <a:pt x="9385" y="37633"/>
                  <a:pt x="9214" y="38076"/>
                </a:cubicBezTo>
                <a:cubicBezTo>
                  <a:pt x="9077" y="38384"/>
                  <a:pt x="8975" y="38725"/>
                  <a:pt x="8839" y="39032"/>
                </a:cubicBezTo>
                <a:cubicBezTo>
                  <a:pt x="8839" y="39066"/>
                  <a:pt x="8873" y="39066"/>
                  <a:pt x="8907" y="39100"/>
                </a:cubicBezTo>
                <a:cubicBezTo>
                  <a:pt x="8986" y="39108"/>
                  <a:pt x="9059" y="39112"/>
                  <a:pt x="9126" y="39112"/>
                </a:cubicBezTo>
                <a:cubicBezTo>
                  <a:pt x="9642" y="39112"/>
                  <a:pt x="9836" y="38865"/>
                  <a:pt x="9896" y="38111"/>
                </a:cubicBezTo>
                <a:cubicBezTo>
                  <a:pt x="9931" y="37292"/>
                  <a:pt x="10272" y="36643"/>
                  <a:pt x="10408" y="35824"/>
                </a:cubicBezTo>
                <a:lnTo>
                  <a:pt x="10920" y="36097"/>
                </a:lnTo>
                <a:cubicBezTo>
                  <a:pt x="10579" y="37087"/>
                  <a:pt x="10272" y="38076"/>
                  <a:pt x="9965" y="39066"/>
                </a:cubicBezTo>
                <a:lnTo>
                  <a:pt x="10442" y="39066"/>
                </a:lnTo>
                <a:cubicBezTo>
                  <a:pt x="10920" y="37803"/>
                  <a:pt x="11295" y="36507"/>
                  <a:pt x="11603" y="35176"/>
                </a:cubicBezTo>
                <a:cubicBezTo>
                  <a:pt x="11739" y="35312"/>
                  <a:pt x="11841" y="35449"/>
                  <a:pt x="11944" y="35449"/>
                </a:cubicBezTo>
                <a:cubicBezTo>
                  <a:pt x="12114" y="35381"/>
                  <a:pt x="12251" y="35312"/>
                  <a:pt x="12319" y="35176"/>
                </a:cubicBezTo>
                <a:cubicBezTo>
                  <a:pt x="12797" y="34630"/>
                  <a:pt x="13070" y="33948"/>
                  <a:pt x="13138" y="33231"/>
                </a:cubicBezTo>
                <a:cubicBezTo>
                  <a:pt x="13172" y="32719"/>
                  <a:pt x="13309" y="32207"/>
                  <a:pt x="13479" y="31730"/>
                </a:cubicBezTo>
                <a:cubicBezTo>
                  <a:pt x="13548" y="31627"/>
                  <a:pt x="13582" y="31491"/>
                  <a:pt x="13582" y="31388"/>
                </a:cubicBezTo>
                <a:cubicBezTo>
                  <a:pt x="13718" y="30876"/>
                  <a:pt x="13684" y="30774"/>
                  <a:pt x="13275" y="30638"/>
                </a:cubicBezTo>
                <a:cubicBezTo>
                  <a:pt x="13206" y="30126"/>
                  <a:pt x="13240" y="29614"/>
                  <a:pt x="13411" y="29136"/>
                </a:cubicBezTo>
                <a:cubicBezTo>
                  <a:pt x="13650" y="28420"/>
                  <a:pt x="13821" y="27669"/>
                  <a:pt x="14025" y="26884"/>
                </a:cubicBezTo>
                <a:cubicBezTo>
                  <a:pt x="14059" y="26679"/>
                  <a:pt x="14094" y="26475"/>
                  <a:pt x="14094" y="26270"/>
                </a:cubicBezTo>
                <a:cubicBezTo>
                  <a:pt x="14094" y="25963"/>
                  <a:pt x="14059" y="25690"/>
                  <a:pt x="13718" y="25656"/>
                </a:cubicBezTo>
                <a:lnTo>
                  <a:pt x="13718" y="23506"/>
                </a:lnTo>
                <a:cubicBezTo>
                  <a:pt x="13718" y="23369"/>
                  <a:pt x="13752" y="23199"/>
                  <a:pt x="13786" y="23028"/>
                </a:cubicBezTo>
                <a:cubicBezTo>
                  <a:pt x="13855" y="22550"/>
                  <a:pt x="13957" y="22039"/>
                  <a:pt x="14025" y="21527"/>
                </a:cubicBezTo>
                <a:cubicBezTo>
                  <a:pt x="14059" y="21356"/>
                  <a:pt x="14059" y="21186"/>
                  <a:pt x="14059" y="21015"/>
                </a:cubicBezTo>
                <a:cubicBezTo>
                  <a:pt x="14059" y="20810"/>
                  <a:pt x="13991" y="20640"/>
                  <a:pt x="13821" y="20640"/>
                </a:cubicBezTo>
                <a:cubicBezTo>
                  <a:pt x="13752" y="20640"/>
                  <a:pt x="13650" y="20810"/>
                  <a:pt x="13548" y="20878"/>
                </a:cubicBezTo>
                <a:lnTo>
                  <a:pt x="13309" y="20469"/>
                </a:lnTo>
                <a:cubicBezTo>
                  <a:pt x="13377" y="20367"/>
                  <a:pt x="13445" y="20298"/>
                  <a:pt x="13548" y="20196"/>
                </a:cubicBezTo>
                <a:cubicBezTo>
                  <a:pt x="14401" y="19650"/>
                  <a:pt x="14742" y="18763"/>
                  <a:pt x="14605" y="17568"/>
                </a:cubicBezTo>
                <a:cubicBezTo>
                  <a:pt x="14537" y="17295"/>
                  <a:pt x="14605" y="16988"/>
                  <a:pt x="14810" y="16784"/>
                </a:cubicBezTo>
                <a:cubicBezTo>
                  <a:pt x="15151" y="16408"/>
                  <a:pt x="15356" y="15931"/>
                  <a:pt x="15458" y="15453"/>
                </a:cubicBezTo>
                <a:cubicBezTo>
                  <a:pt x="15629" y="14770"/>
                  <a:pt x="15731" y="14054"/>
                  <a:pt x="15902" y="13337"/>
                </a:cubicBezTo>
                <a:cubicBezTo>
                  <a:pt x="15936" y="13167"/>
                  <a:pt x="15970" y="12996"/>
                  <a:pt x="16073" y="12825"/>
                </a:cubicBezTo>
                <a:cubicBezTo>
                  <a:pt x="16277" y="12518"/>
                  <a:pt x="16380" y="12143"/>
                  <a:pt x="16380" y="11768"/>
                </a:cubicBezTo>
                <a:lnTo>
                  <a:pt x="16380" y="11222"/>
                </a:lnTo>
                <a:cubicBezTo>
                  <a:pt x="16346" y="10539"/>
                  <a:pt x="16380" y="9823"/>
                  <a:pt x="16550" y="9140"/>
                </a:cubicBezTo>
                <a:cubicBezTo>
                  <a:pt x="16619" y="8799"/>
                  <a:pt x="16653" y="8423"/>
                  <a:pt x="16653" y="8048"/>
                </a:cubicBezTo>
                <a:cubicBezTo>
                  <a:pt x="16721" y="8253"/>
                  <a:pt x="16755" y="8389"/>
                  <a:pt x="16789" y="8492"/>
                </a:cubicBezTo>
                <a:cubicBezTo>
                  <a:pt x="16994" y="9515"/>
                  <a:pt x="17301" y="10539"/>
                  <a:pt x="17642" y="11495"/>
                </a:cubicBezTo>
                <a:cubicBezTo>
                  <a:pt x="17711" y="11768"/>
                  <a:pt x="17779" y="12041"/>
                  <a:pt x="17813" y="12314"/>
                </a:cubicBezTo>
                <a:cubicBezTo>
                  <a:pt x="17847" y="12757"/>
                  <a:pt x="18086" y="13201"/>
                  <a:pt x="17881" y="13678"/>
                </a:cubicBezTo>
                <a:cubicBezTo>
                  <a:pt x="17881" y="13781"/>
                  <a:pt x="17881" y="13849"/>
                  <a:pt x="17915" y="13951"/>
                </a:cubicBezTo>
                <a:cubicBezTo>
                  <a:pt x="18325" y="14839"/>
                  <a:pt x="18598" y="15828"/>
                  <a:pt x="18734" y="16784"/>
                </a:cubicBezTo>
                <a:cubicBezTo>
                  <a:pt x="18700" y="17057"/>
                  <a:pt x="18700" y="17295"/>
                  <a:pt x="18632" y="17534"/>
                </a:cubicBezTo>
                <a:cubicBezTo>
                  <a:pt x="18632" y="17637"/>
                  <a:pt x="18564" y="17705"/>
                  <a:pt x="18530" y="17773"/>
                </a:cubicBezTo>
                <a:lnTo>
                  <a:pt x="18530" y="17773"/>
                </a:lnTo>
                <a:cubicBezTo>
                  <a:pt x="18530" y="17762"/>
                  <a:pt x="18530" y="17751"/>
                  <a:pt x="18530" y="17739"/>
                </a:cubicBezTo>
                <a:lnTo>
                  <a:pt x="18530" y="17773"/>
                </a:lnTo>
                <a:cubicBezTo>
                  <a:pt x="18530" y="17773"/>
                  <a:pt x="18530" y="17773"/>
                  <a:pt x="18530" y="17773"/>
                </a:cubicBezTo>
                <a:lnTo>
                  <a:pt x="18530" y="17773"/>
                </a:lnTo>
                <a:cubicBezTo>
                  <a:pt x="18530" y="18032"/>
                  <a:pt x="18531" y="18262"/>
                  <a:pt x="18564" y="18524"/>
                </a:cubicBezTo>
                <a:cubicBezTo>
                  <a:pt x="18734" y="19241"/>
                  <a:pt x="18905" y="19957"/>
                  <a:pt x="19110" y="20640"/>
                </a:cubicBezTo>
                <a:cubicBezTo>
                  <a:pt x="19348" y="21731"/>
                  <a:pt x="19758" y="22755"/>
                  <a:pt x="20304" y="23711"/>
                </a:cubicBezTo>
                <a:cubicBezTo>
                  <a:pt x="20133" y="24530"/>
                  <a:pt x="20543" y="25246"/>
                  <a:pt x="20611" y="26065"/>
                </a:cubicBezTo>
                <a:cubicBezTo>
                  <a:pt x="20372" y="25895"/>
                  <a:pt x="20202" y="25622"/>
                  <a:pt x="20167" y="25349"/>
                </a:cubicBezTo>
                <a:cubicBezTo>
                  <a:pt x="19826" y="24086"/>
                  <a:pt x="19451" y="22858"/>
                  <a:pt x="19110" y="21595"/>
                </a:cubicBezTo>
                <a:cubicBezTo>
                  <a:pt x="18905" y="20844"/>
                  <a:pt x="18768" y="20059"/>
                  <a:pt x="18598" y="19309"/>
                </a:cubicBezTo>
                <a:cubicBezTo>
                  <a:pt x="18535" y="19119"/>
                  <a:pt x="18501" y="18930"/>
                  <a:pt x="18306" y="18930"/>
                </a:cubicBezTo>
                <a:cubicBezTo>
                  <a:pt x="18291" y="18930"/>
                  <a:pt x="18274" y="18931"/>
                  <a:pt x="18257" y="18933"/>
                </a:cubicBezTo>
                <a:cubicBezTo>
                  <a:pt x="18120" y="18968"/>
                  <a:pt x="18086" y="19104"/>
                  <a:pt x="18154" y="19445"/>
                </a:cubicBezTo>
                <a:cubicBezTo>
                  <a:pt x="18188" y="19718"/>
                  <a:pt x="18257" y="19957"/>
                  <a:pt x="18325" y="20230"/>
                </a:cubicBezTo>
                <a:cubicBezTo>
                  <a:pt x="18325" y="20332"/>
                  <a:pt x="18359" y="20435"/>
                  <a:pt x="18359" y="20537"/>
                </a:cubicBezTo>
                <a:cubicBezTo>
                  <a:pt x="18291" y="20947"/>
                  <a:pt x="18325" y="21356"/>
                  <a:pt x="18461" y="21731"/>
                </a:cubicBezTo>
                <a:cubicBezTo>
                  <a:pt x="18632" y="22380"/>
                  <a:pt x="18803" y="22960"/>
                  <a:pt x="18973" y="23677"/>
                </a:cubicBezTo>
                <a:cubicBezTo>
                  <a:pt x="19144" y="24393"/>
                  <a:pt x="19246" y="25110"/>
                  <a:pt x="19383" y="25826"/>
                </a:cubicBezTo>
                <a:cubicBezTo>
                  <a:pt x="19212" y="25656"/>
                  <a:pt x="19076" y="25451"/>
                  <a:pt x="19007" y="25212"/>
                </a:cubicBezTo>
                <a:cubicBezTo>
                  <a:pt x="18837" y="24598"/>
                  <a:pt x="18666" y="23950"/>
                  <a:pt x="18564" y="23335"/>
                </a:cubicBezTo>
                <a:cubicBezTo>
                  <a:pt x="18530" y="22994"/>
                  <a:pt x="18427" y="22721"/>
                  <a:pt x="18086" y="22687"/>
                </a:cubicBezTo>
                <a:cubicBezTo>
                  <a:pt x="18086" y="21800"/>
                  <a:pt x="18052" y="20913"/>
                  <a:pt x="18018" y="20059"/>
                </a:cubicBezTo>
                <a:cubicBezTo>
                  <a:pt x="18018" y="19957"/>
                  <a:pt x="17984" y="19821"/>
                  <a:pt x="17949" y="19718"/>
                </a:cubicBezTo>
                <a:cubicBezTo>
                  <a:pt x="17813" y="19548"/>
                  <a:pt x="17779" y="19343"/>
                  <a:pt x="17813" y="19138"/>
                </a:cubicBezTo>
                <a:cubicBezTo>
                  <a:pt x="17813" y="18558"/>
                  <a:pt x="17847" y="17944"/>
                  <a:pt x="17881" y="17330"/>
                </a:cubicBezTo>
                <a:cubicBezTo>
                  <a:pt x="17741" y="17266"/>
                  <a:pt x="17648" y="17226"/>
                  <a:pt x="17584" y="17226"/>
                </a:cubicBezTo>
                <a:cubicBezTo>
                  <a:pt x="17476" y="17226"/>
                  <a:pt x="17446" y="17338"/>
                  <a:pt x="17403" y="17637"/>
                </a:cubicBezTo>
                <a:cubicBezTo>
                  <a:pt x="17369" y="18149"/>
                  <a:pt x="17369" y="18660"/>
                  <a:pt x="17335" y="19172"/>
                </a:cubicBezTo>
                <a:cubicBezTo>
                  <a:pt x="17335" y="19377"/>
                  <a:pt x="17301" y="19582"/>
                  <a:pt x="17233" y="19752"/>
                </a:cubicBezTo>
                <a:lnTo>
                  <a:pt x="17199" y="17773"/>
                </a:lnTo>
                <a:lnTo>
                  <a:pt x="17199" y="16545"/>
                </a:lnTo>
                <a:cubicBezTo>
                  <a:pt x="17199" y="16272"/>
                  <a:pt x="17267" y="15931"/>
                  <a:pt x="16960" y="15828"/>
                </a:cubicBezTo>
                <a:cubicBezTo>
                  <a:pt x="16994" y="15555"/>
                  <a:pt x="17028" y="15385"/>
                  <a:pt x="17062" y="15146"/>
                </a:cubicBezTo>
                <a:cubicBezTo>
                  <a:pt x="17096" y="14873"/>
                  <a:pt x="17165" y="14668"/>
                  <a:pt x="16960" y="14463"/>
                </a:cubicBezTo>
                <a:cubicBezTo>
                  <a:pt x="16892" y="14361"/>
                  <a:pt x="16892" y="14259"/>
                  <a:pt x="16892" y="14122"/>
                </a:cubicBezTo>
                <a:cubicBezTo>
                  <a:pt x="16926" y="13030"/>
                  <a:pt x="16960" y="11938"/>
                  <a:pt x="16994" y="10846"/>
                </a:cubicBezTo>
                <a:cubicBezTo>
                  <a:pt x="17028" y="10710"/>
                  <a:pt x="16994" y="10539"/>
                  <a:pt x="16994" y="10403"/>
                </a:cubicBezTo>
                <a:cubicBezTo>
                  <a:pt x="16960" y="10334"/>
                  <a:pt x="16858" y="10232"/>
                  <a:pt x="16823" y="10232"/>
                </a:cubicBezTo>
                <a:cubicBezTo>
                  <a:pt x="16721" y="10232"/>
                  <a:pt x="16653" y="10300"/>
                  <a:pt x="16619" y="10403"/>
                </a:cubicBezTo>
                <a:cubicBezTo>
                  <a:pt x="16550" y="10573"/>
                  <a:pt x="16550" y="10744"/>
                  <a:pt x="16550" y="10914"/>
                </a:cubicBezTo>
                <a:cubicBezTo>
                  <a:pt x="16516" y="12484"/>
                  <a:pt x="16380" y="14020"/>
                  <a:pt x="16141" y="15555"/>
                </a:cubicBezTo>
                <a:cubicBezTo>
                  <a:pt x="16073" y="15931"/>
                  <a:pt x="15970" y="16272"/>
                  <a:pt x="15868" y="16613"/>
                </a:cubicBezTo>
                <a:cubicBezTo>
                  <a:pt x="15766" y="16988"/>
                  <a:pt x="15595" y="17295"/>
                  <a:pt x="15424" y="17671"/>
                </a:cubicBezTo>
                <a:cubicBezTo>
                  <a:pt x="15390" y="17534"/>
                  <a:pt x="15288" y="17398"/>
                  <a:pt x="15220" y="17261"/>
                </a:cubicBezTo>
                <a:cubicBezTo>
                  <a:pt x="15164" y="17206"/>
                  <a:pt x="15085" y="17150"/>
                  <a:pt x="15040" y="17150"/>
                </a:cubicBezTo>
                <a:cubicBezTo>
                  <a:pt x="15030" y="17150"/>
                  <a:pt x="15021" y="17153"/>
                  <a:pt x="15015" y="17159"/>
                </a:cubicBezTo>
                <a:cubicBezTo>
                  <a:pt x="14912" y="17227"/>
                  <a:pt x="14878" y="17330"/>
                  <a:pt x="14844" y="17432"/>
                </a:cubicBezTo>
                <a:cubicBezTo>
                  <a:pt x="14844" y="17534"/>
                  <a:pt x="14844" y="17637"/>
                  <a:pt x="14844" y="17739"/>
                </a:cubicBezTo>
                <a:cubicBezTo>
                  <a:pt x="14947" y="18968"/>
                  <a:pt x="14878" y="20230"/>
                  <a:pt x="14605" y="21459"/>
                </a:cubicBezTo>
                <a:cubicBezTo>
                  <a:pt x="14537" y="21936"/>
                  <a:pt x="14332" y="22414"/>
                  <a:pt x="14025" y="22789"/>
                </a:cubicBezTo>
                <a:cubicBezTo>
                  <a:pt x="13923" y="22926"/>
                  <a:pt x="13752" y="23062"/>
                  <a:pt x="13855" y="23335"/>
                </a:cubicBezTo>
                <a:cubicBezTo>
                  <a:pt x="13905" y="23436"/>
                  <a:pt x="13960" y="23471"/>
                  <a:pt x="14021" y="23471"/>
                </a:cubicBezTo>
                <a:cubicBezTo>
                  <a:pt x="14126" y="23471"/>
                  <a:pt x="14250" y="23366"/>
                  <a:pt x="14401" y="23301"/>
                </a:cubicBezTo>
                <a:lnTo>
                  <a:pt x="14401" y="23301"/>
                </a:lnTo>
                <a:cubicBezTo>
                  <a:pt x="14298" y="23608"/>
                  <a:pt x="14196" y="23847"/>
                  <a:pt x="14094" y="24052"/>
                </a:cubicBezTo>
                <a:cubicBezTo>
                  <a:pt x="14059" y="24188"/>
                  <a:pt x="13991" y="24291"/>
                  <a:pt x="13991" y="24393"/>
                </a:cubicBezTo>
                <a:cubicBezTo>
                  <a:pt x="13957" y="24495"/>
                  <a:pt x="13991" y="24700"/>
                  <a:pt x="14025" y="24734"/>
                </a:cubicBezTo>
                <a:cubicBezTo>
                  <a:pt x="14076" y="24751"/>
                  <a:pt x="14128" y="24760"/>
                  <a:pt x="14179" y="24760"/>
                </a:cubicBezTo>
                <a:cubicBezTo>
                  <a:pt x="14230" y="24760"/>
                  <a:pt x="14281" y="24751"/>
                  <a:pt x="14332" y="24734"/>
                </a:cubicBezTo>
                <a:cubicBezTo>
                  <a:pt x="14401" y="24666"/>
                  <a:pt x="14469" y="24564"/>
                  <a:pt x="14571" y="24393"/>
                </a:cubicBezTo>
                <a:cubicBezTo>
                  <a:pt x="14571" y="24530"/>
                  <a:pt x="14605" y="24666"/>
                  <a:pt x="14605" y="24803"/>
                </a:cubicBezTo>
                <a:cubicBezTo>
                  <a:pt x="14571" y="25826"/>
                  <a:pt x="14537" y="26884"/>
                  <a:pt x="14537" y="27908"/>
                </a:cubicBezTo>
                <a:cubicBezTo>
                  <a:pt x="14571" y="28386"/>
                  <a:pt x="14332" y="28829"/>
                  <a:pt x="13923" y="29068"/>
                </a:cubicBezTo>
                <a:cubicBezTo>
                  <a:pt x="13855" y="29102"/>
                  <a:pt x="13786" y="29136"/>
                  <a:pt x="13752" y="29204"/>
                </a:cubicBezTo>
                <a:cubicBezTo>
                  <a:pt x="13684" y="29273"/>
                  <a:pt x="13650" y="29375"/>
                  <a:pt x="13684" y="29477"/>
                </a:cubicBezTo>
                <a:cubicBezTo>
                  <a:pt x="13718" y="29580"/>
                  <a:pt x="13752" y="29648"/>
                  <a:pt x="13855" y="29648"/>
                </a:cubicBezTo>
                <a:cubicBezTo>
                  <a:pt x="13906" y="29665"/>
                  <a:pt x="13966" y="29674"/>
                  <a:pt x="14025" y="29674"/>
                </a:cubicBezTo>
                <a:cubicBezTo>
                  <a:pt x="14085" y="29674"/>
                  <a:pt x="14145" y="29665"/>
                  <a:pt x="14196" y="29648"/>
                </a:cubicBezTo>
                <a:lnTo>
                  <a:pt x="14196" y="29648"/>
                </a:lnTo>
                <a:cubicBezTo>
                  <a:pt x="14094" y="29989"/>
                  <a:pt x="13957" y="30262"/>
                  <a:pt x="13889" y="30535"/>
                </a:cubicBezTo>
                <a:cubicBezTo>
                  <a:pt x="13821" y="30672"/>
                  <a:pt x="13821" y="30842"/>
                  <a:pt x="13855" y="30979"/>
                </a:cubicBezTo>
                <a:cubicBezTo>
                  <a:pt x="13898" y="31065"/>
                  <a:pt x="13947" y="31097"/>
                  <a:pt x="14000" y="31097"/>
                </a:cubicBezTo>
                <a:cubicBezTo>
                  <a:pt x="14072" y="31097"/>
                  <a:pt x="14151" y="31038"/>
                  <a:pt x="14230" y="30979"/>
                </a:cubicBezTo>
                <a:cubicBezTo>
                  <a:pt x="14230" y="30945"/>
                  <a:pt x="14264" y="30945"/>
                  <a:pt x="14332" y="30945"/>
                </a:cubicBezTo>
                <a:cubicBezTo>
                  <a:pt x="14401" y="31354"/>
                  <a:pt x="14332" y="31798"/>
                  <a:pt x="14162" y="32173"/>
                </a:cubicBezTo>
                <a:cubicBezTo>
                  <a:pt x="13479" y="33333"/>
                  <a:pt x="12865" y="34528"/>
                  <a:pt x="12217" y="35688"/>
                </a:cubicBezTo>
                <a:cubicBezTo>
                  <a:pt x="12122" y="35846"/>
                  <a:pt x="12057" y="36033"/>
                  <a:pt x="11858" y="36033"/>
                </a:cubicBezTo>
                <a:cubicBezTo>
                  <a:pt x="11842" y="36033"/>
                  <a:pt x="11825" y="36032"/>
                  <a:pt x="11807" y="36029"/>
                </a:cubicBezTo>
                <a:cubicBezTo>
                  <a:pt x="11773" y="36029"/>
                  <a:pt x="11705" y="36063"/>
                  <a:pt x="11671" y="36097"/>
                </a:cubicBezTo>
                <a:cubicBezTo>
                  <a:pt x="11637" y="36473"/>
                  <a:pt x="11398" y="36677"/>
                  <a:pt x="11261" y="36985"/>
                </a:cubicBezTo>
                <a:cubicBezTo>
                  <a:pt x="11227" y="37053"/>
                  <a:pt x="11330" y="37258"/>
                  <a:pt x="11432" y="37428"/>
                </a:cubicBezTo>
                <a:cubicBezTo>
                  <a:pt x="11295" y="37974"/>
                  <a:pt x="11159" y="38520"/>
                  <a:pt x="11022" y="39134"/>
                </a:cubicBezTo>
                <a:lnTo>
                  <a:pt x="11500" y="39134"/>
                </a:lnTo>
                <a:cubicBezTo>
                  <a:pt x="11637" y="38520"/>
                  <a:pt x="11807" y="37940"/>
                  <a:pt x="11910" y="37326"/>
                </a:cubicBezTo>
                <a:cubicBezTo>
                  <a:pt x="11978" y="36950"/>
                  <a:pt x="12183" y="36575"/>
                  <a:pt x="12490" y="36302"/>
                </a:cubicBezTo>
                <a:lnTo>
                  <a:pt x="12558" y="36336"/>
                </a:lnTo>
                <a:cubicBezTo>
                  <a:pt x="12422" y="37223"/>
                  <a:pt x="12251" y="38145"/>
                  <a:pt x="12114" y="39100"/>
                </a:cubicBezTo>
                <a:lnTo>
                  <a:pt x="12831" y="39100"/>
                </a:lnTo>
                <a:cubicBezTo>
                  <a:pt x="12967" y="38520"/>
                  <a:pt x="13002" y="37906"/>
                  <a:pt x="13002" y="37292"/>
                </a:cubicBezTo>
                <a:lnTo>
                  <a:pt x="13002" y="36507"/>
                </a:lnTo>
                <a:cubicBezTo>
                  <a:pt x="13036" y="36302"/>
                  <a:pt x="13036" y="36063"/>
                  <a:pt x="13036" y="35824"/>
                </a:cubicBezTo>
                <a:cubicBezTo>
                  <a:pt x="13002" y="35483"/>
                  <a:pt x="13104" y="35108"/>
                  <a:pt x="13309" y="34835"/>
                </a:cubicBezTo>
                <a:cubicBezTo>
                  <a:pt x="13582" y="34323"/>
                  <a:pt x="13821" y="33845"/>
                  <a:pt x="14162" y="33333"/>
                </a:cubicBezTo>
                <a:cubicBezTo>
                  <a:pt x="14162" y="33470"/>
                  <a:pt x="14162" y="33572"/>
                  <a:pt x="14162" y="33675"/>
                </a:cubicBezTo>
                <a:cubicBezTo>
                  <a:pt x="14094" y="34391"/>
                  <a:pt x="13889" y="35074"/>
                  <a:pt x="13616" y="35722"/>
                </a:cubicBezTo>
                <a:cubicBezTo>
                  <a:pt x="13548" y="35790"/>
                  <a:pt x="13513" y="35858"/>
                  <a:pt x="13479" y="35927"/>
                </a:cubicBezTo>
                <a:cubicBezTo>
                  <a:pt x="13411" y="36097"/>
                  <a:pt x="13343" y="36302"/>
                  <a:pt x="13513" y="36439"/>
                </a:cubicBezTo>
                <a:cubicBezTo>
                  <a:pt x="13566" y="36480"/>
                  <a:pt x="13611" y="36500"/>
                  <a:pt x="13653" y="36500"/>
                </a:cubicBezTo>
                <a:cubicBezTo>
                  <a:pt x="13747" y="36500"/>
                  <a:pt x="13818" y="36400"/>
                  <a:pt x="13889" y="36234"/>
                </a:cubicBezTo>
                <a:cubicBezTo>
                  <a:pt x="14025" y="36029"/>
                  <a:pt x="14128" y="35790"/>
                  <a:pt x="14264" y="35517"/>
                </a:cubicBezTo>
                <a:lnTo>
                  <a:pt x="14264" y="35517"/>
                </a:lnTo>
                <a:cubicBezTo>
                  <a:pt x="14367" y="36131"/>
                  <a:pt x="14025" y="37872"/>
                  <a:pt x="13548" y="39134"/>
                </a:cubicBezTo>
                <a:lnTo>
                  <a:pt x="14469" y="39134"/>
                </a:lnTo>
                <a:lnTo>
                  <a:pt x="14878" y="38042"/>
                </a:lnTo>
                <a:cubicBezTo>
                  <a:pt x="14981" y="37701"/>
                  <a:pt x="15117" y="37360"/>
                  <a:pt x="15288" y="37053"/>
                </a:cubicBezTo>
                <a:cubicBezTo>
                  <a:pt x="15356" y="37735"/>
                  <a:pt x="15424" y="38384"/>
                  <a:pt x="15493" y="39100"/>
                </a:cubicBezTo>
                <a:lnTo>
                  <a:pt x="15970" y="39100"/>
                </a:lnTo>
                <a:cubicBezTo>
                  <a:pt x="15902" y="38349"/>
                  <a:pt x="15834" y="37599"/>
                  <a:pt x="15731" y="36814"/>
                </a:cubicBezTo>
                <a:cubicBezTo>
                  <a:pt x="16073" y="36780"/>
                  <a:pt x="16141" y="36473"/>
                  <a:pt x="16175" y="36166"/>
                </a:cubicBezTo>
                <a:cubicBezTo>
                  <a:pt x="16243" y="35381"/>
                  <a:pt x="16312" y="34630"/>
                  <a:pt x="16380" y="33845"/>
                </a:cubicBezTo>
                <a:cubicBezTo>
                  <a:pt x="16448" y="33299"/>
                  <a:pt x="16448" y="32753"/>
                  <a:pt x="16482" y="32207"/>
                </a:cubicBezTo>
                <a:cubicBezTo>
                  <a:pt x="16550" y="31968"/>
                  <a:pt x="16448" y="31695"/>
                  <a:pt x="16277" y="31525"/>
                </a:cubicBezTo>
                <a:cubicBezTo>
                  <a:pt x="16380" y="31081"/>
                  <a:pt x="16482" y="30706"/>
                  <a:pt x="16585" y="30228"/>
                </a:cubicBezTo>
                <a:cubicBezTo>
                  <a:pt x="16789" y="30706"/>
                  <a:pt x="16994" y="31081"/>
                  <a:pt x="17199" y="31525"/>
                </a:cubicBezTo>
                <a:cubicBezTo>
                  <a:pt x="17199" y="31593"/>
                  <a:pt x="17233" y="31695"/>
                  <a:pt x="17233" y="31764"/>
                </a:cubicBezTo>
                <a:cubicBezTo>
                  <a:pt x="17267" y="33265"/>
                  <a:pt x="17472" y="34767"/>
                  <a:pt x="17847" y="36234"/>
                </a:cubicBezTo>
                <a:cubicBezTo>
                  <a:pt x="17949" y="36643"/>
                  <a:pt x="18120" y="36985"/>
                  <a:pt x="18359" y="37326"/>
                </a:cubicBezTo>
                <a:cubicBezTo>
                  <a:pt x="18461" y="37496"/>
                  <a:pt x="18666" y="37565"/>
                  <a:pt x="18905" y="37769"/>
                </a:cubicBezTo>
                <a:cubicBezTo>
                  <a:pt x="18973" y="38111"/>
                  <a:pt x="19076" y="38588"/>
                  <a:pt x="19212" y="39100"/>
                </a:cubicBezTo>
                <a:lnTo>
                  <a:pt x="19690" y="39100"/>
                </a:lnTo>
                <a:cubicBezTo>
                  <a:pt x="19485" y="37940"/>
                  <a:pt x="19110" y="36848"/>
                  <a:pt x="19110" y="35620"/>
                </a:cubicBezTo>
                <a:lnTo>
                  <a:pt x="19280" y="35620"/>
                </a:lnTo>
                <a:cubicBezTo>
                  <a:pt x="19485" y="35551"/>
                  <a:pt x="19519" y="35381"/>
                  <a:pt x="19451" y="35176"/>
                </a:cubicBezTo>
                <a:cubicBezTo>
                  <a:pt x="19417" y="35074"/>
                  <a:pt x="19348" y="35005"/>
                  <a:pt x="19280" y="34937"/>
                </a:cubicBezTo>
                <a:cubicBezTo>
                  <a:pt x="18973" y="34391"/>
                  <a:pt x="18768" y="33811"/>
                  <a:pt x="18700" y="33163"/>
                </a:cubicBezTo>
                <a:lnTo>
                  <a:pt x="18905" y="32958"/>
                </a:lnTo>
                <a:cubicBezTo>
                  <a:pt x="18939" y="32958"/>
                  <a:pt x="18973" y="32958"/>
                  <a:pt x="18973" y="32992"/>
                </a:cubicBezTo>
                <a:cubicBezTo>
                  <a:pt x="19246" y="33402"/>
                  <a:pt x="19417" y="33845"/>
                  <a:pt x="19451" y="34289"/>
                </a:cubicBezTo>
                <a:cubicBezTo>
                  <a:pt x="19519" y="34664"/>
                  <a:pt x="19621" y="35040"/>
                  <a:pt x="19758" y="35415"/>
                </a:cubicBezTo>
                <a:cubicBezTo>
                  <a:pt x="20099" y="36404"/>
                  <a:pt x="20440" y="37394"/>
                  <a:pt x="20782" y="38384"/>
                </a:cubicBezTo>
                <a:cubicBezTo>
                  <a:pt x="20884" y="38622"/>
                  <a:pt x="20986" y="38861"/>
                  <a:pt x="21089" y="39100"/>
                </a:cubicBezTo>
                <a:lnTo>
                  <a:pt x="21942" y="39100"/>
                </a:lnTo>
                <a:cubicBezTo>
                  <a:pt x="21532" y="37974"/>
                  <a:pt x="21259" y="36814"/>
                  <a:pt x="21191" y="35620"/>
                </a:cubicBezTo>
                <a:lnTo>
                  <a:pt x="21191" y="35620"/>
                </a:lnTo>
                <a:cubicBezTo>
                  <a:pt x="21430" y="35927"/>
                  <a:pt x="21601" y="36302"/>
                  <a:pt x="21669" y="36677"/>
                </a:cubicBezTo>
                <a:cubicBezTo>
                  <a:pt x="21839" y="37360"/>
                  <a:pt x="22078" y="38042"/>
                  <a:pt x="22385" y="38691"/>
                </a:cubicBezTo>
                <a:cubicBezTo>
                  <a:pt x="22536" y="38967"/>
                  <a:pt x="22687" y="39132"/>
                  <a:pt x="22906" y="39132"/>
                </a:cubicBezTo>
                <a:cubicBezTo>
                  <a:pt x="22984" y="39132"/>
                  <a:pt x="23071" y="39111"/>
                  <a:pt x="23170" y="39066"/>
                </a:cubicBezTo>
                <a:lnTo>
                  <a:pt x="23000" y="38691"/>
                </a:lnTo>
                <a:cubicBezTo>
                  <a:pt x="23068" y="38554"/>
                  <a:pt x="23136" y="38418"/>
                  <a:pt x="23170" y="38247"/>
                </a:cubicBezTo>
                <a:cubicBezTo>
                  <a:pt x="23136" y="38145"/>
                  <a:pt x="23000" y="38042"/>
                  <a:pt x="22897" y="37940"/>
                </a:cubicBezTo>
                <a:lnTo>
                  <a:pt x="22556" y="37462"/>
                </a:lnTo>
                <a:cubicBezTo>
                  <a:pt x="22727" y="37462"/>
                  <a:pt x="22863" y="37428"/>
                  <a:pt x="23034" y="37394"/>
                </a:cubicBezTo>
                <a:cubicBezTo>
                  <a:pt x="23170" y="37394"/>
                  <a:pt x="23273" y="37223"/>
                  <a:pt x="23239" y="37087"/>
                </a:cubicBezTo>
                <a:cubicBezTo>
                  <a:pt x="23204" y="36985"/>
                  <a:pt x="23136" y="36882"/>
                  <a:pt x="23034" y="36814"/>
                </a:cubicBezTo>
                <a:cubicBezTo>
                  <a:pt x="22522" y="36643"/>
                  <a:pt x="22454" y="36575"/>
                  <a:pt x="22283" y="35824"/>
                </a:cubicBezTo>
                <a:lnTo>
                  <a:pt x="23034" y="35824"/>
                </a:lnTo>
                <a:cubicBezTo>
                  <a:pt x="23204" y="36404"/>
                  <a:pt x="23409" y="37019"/>
                  <a:pt x="23580" y="37633"/>
                </a:cubicBezTo>
                <a:cubicBezTo>
                  <a:pt x="23614" y="37701"/>
                  <a:pt x="23580" y="37803"/>
                  <a:pt x="23580" y="37872"/>
                </a:cubicBezTo>
                <a:cubicBezTo>
                  <a:pt x="23580" y="38042"/>
                  <a:pt x="23648" y="38179"/>
                  <a:pt x="23682" y="38315"/>
                </a:cubicBezTo>
                <a:cubicBezTo>
                  <a:pt x="23819" y="38554"/>
                  <a:pt x="23989" y="38793"/>
                  <a:pt x="24160" y="39134"/>
                </a:cubicBezTo>
                <a:lnTo>
                  <a:pt x="25354" y="39134"/>
                </a:lnTo>
                <a:lnTo>
                  <a:pt x="25115" y="38827"/>
                </a:lnTo>
                <a:lnTo>
                  <a:pt x="26344" y="38213"/>
                </a:lnTo>
                <a:cubicBezTo>
                  <a:pt x="26370" y="38202"/>
                  <a:pt x="26395" y="38197"/>
                  <a:pt x="26417" y="38197"/>
                </a:cubicBezTo>
                <a:cubicBezTo>
                  <a:pt x="26537" y="38197"/>
                  <a:pt x="26599" y="38337"/>
                  <a:pt x="26685" y="38452"/>
                </a:cubicBezTo>
                <a:lnTo>
                  <a:pt x="26275" y="39134"/>
                </a:lnTo>
                <a:cubicBezTo>
                  <a:pt x="26457" y="39145"/>
                  <a:pt x="26638" y="39162"/>
                  <a:pt x="26819" y="39162"/>
                </a:cubicBezTo>
                <a:cubicBezTo>
                  <a:pt x="27215" y="39162"/>
                  <a:pt x="27606" y="39079"/>
                  <a:pt x="27982" y="38657"/>
                </a:cubicBezTo>
                <a:lnTo>
                  <a:pt x="27982" y="38657"/>
                </a:lnTo>
                <a:cubicBezTo>
                  <a:pt x="27947" y="38861"/>
                  <a:pt x="27947" y="38998"/>
                  <a:pt x="27947" y="39134"/>
                </a:cubicBezTo>
                <a:lnTo>
                  <a:pt x="28357" y="39134"/>
                </a:lnTo>
                <a:cubicBezTo>
                  <a:pt x="28493" y="38895"/>
                  <a:pt x="28528" y="38588"/>
                  <a:pt x="28493" y="38315"/>
                </a:cubicBezTo>
                <a:lnTo>
                  <a:pt x="29347" y="37428"/>
                </a:lnTo>
                <a:cubicBezTo>
                  <a:pt x="29455" y="37520"/>
                  <a:pt x="29553" y="37557"/>
                  <a:pt x="29646" y="37557"/>
                </a:cubicBezTo>
                <a:cubicBezTo>
                  <a:pt x="29930" y="37557"/>
                  <a:pt x="30155" y="37207"/>
                  <a:pt x="30438" y="37053"/>
                </a:cubicBezTo>
                <a:lnTo>
                  <a:pt x="30438" y="37053"/>
                </a:lnTo>
                <a:cubicBezTo>
                  <a:pt x="30097" y="37940"/>
                  <a:pt x="29449" y="38384"/>
                  <a:pt x="28869" y="39066"/>
                </a:cubicBezTo>
                <a:cubicBezTo>
                  <a:pt x="28971" y="39100"/>
                  <a:pt x="29074" y="39134"/>
                  <a:pt x="29176" y="39134"/>
                </a:cubicBezTo>
                <a:lnTo>
                  <a:pt x="30302" y="39134"/>
                </a:lnTo>
                <a:cubicBezTo>
                  <a:pt x="30328" y="39139"/>
                  <a:pt x="30353" y="39141"/>
                  <a:pt x="30378" y="39141"/>
                </a:cubicBezTo>
                <a:cubicBezTo>
                  <a:pt x="30548" y="39141"/>
                  <a:pt x="30686" y="39040"/>
                  <a:pt x="30746" y="38861"/>
                </a:cubicBezTo>
                <a:cubicBezTo>
                  <a:pt x="30916" y="38520"/>
                  <a:pt x="31087" y="38145"/>
                  <a:pt x="31223" y="37769"/>
                </a:cubicBezTo>
                <a:cubicBezTo>
                  <a:pt x="31292" y="37667"/>
                  <a:pt x="31292" y="37530"/>
                  <a:pt x="31292" y="37428"/>
                </a:cubicBezTo>
                <a:cubicBezTo>
                  <a:pt x="31189" y="36985"/>
                  <a:pt x="31394" y="36541"/>
                  <a:pt x="31769" y="36336"/>
                </a:cubicBezTo>
                <a:cubicBezTo>
                  <a:pt x="32042" y="36166"/>
                  <a:pt x="32247" y="35927"/>
                  <a:pt x="32418" y="35620"/>
                </a:cubicBezTo>
                <a:cubicBezTo>
                  <a:pt x="32964" y="34562"/>
                  <a:pt x="33373" y="33402"/>
                  <a:pt x="33544" y="32173"/>
                </a:cubicBezTo>
                <a:cubicBezTo>
                  <a:pt x="33544" y="32105"/>
                  <a:pt x="33544" y="32003"/>
                  <a:pt x="33544" y="31900"/>
                </a:cubicBezTo>
                <a:cubicBezTo>
                  <a:pt x="33518" y="31697"/>
                  <a:pt x="33455" y="31588"/>
                  <a:pt x="33326" y="31588"/>
                </a:cubicBezTo>
                <a:cubicBezTo>
                  <a:pt x="33290" y="31588"/>
                  <a:pt x="33249" y="31597"/>
                  <a:pt x="33202" y="31614"/>
                </a:cubicBezTo>
                <a:lnTo>
                  <a:pt x="33202" y="31614"/>
                </a:lnTo>
                <a:cubicBezTo>
                  <a:pt x="33214" y="31589"/>
                  <a:pt x="33225" y="31570"/>
                  <a:pt x="33237" y="31559"/>
                </a:cubicBezTo>
                <a:cubicBezTo>
                  <a:pt x="33680" y="31184"/>
                  <a:pt x="34021" y="30740"/>
                  <a:pt x="34260" y="30228"/>
                </a:cubicBezTo>
                <a:cubicBezTo>
                  <a:pt x="34431" y="29887"/>
                  <a:pt x="34431" y="29887"/>
                  <a:pt x="34772" y="29785"/>
                </a:cubicBezTo>
                <a:lnTo>
                  <a:pt x="34772" y="29785"/>
                </a:lnTo>
                <a:cubicBezTo>
                  <a:pt x="34772" y="30228"/>
                  <a:pt x="34499" y="30774"/>
                  <a:pt x="34226" y="30842"/>
                </a:cubicBezTo>
                <a:cubicBezTo>
                  <a:pt x="33953" y="30911"/>
                  <a:pt x="33953" y="31115"/>
                  <a:pt x="33919" y="31388"/>
                </a:cubicBezTo>
                <a:cubicBezTo>
                  <a:pt x="33817" y="32787"/>
                  <a:pt x="33475" y="34152"/>
                  <a:pt x="32929" y="35415"/>
                </a:cubicBezTo>
                <a:cubicBezTo>
                  <a:pt x="32691" y="36029"/>
                  <a:pt x="32349" y="36575"/>
                  <a:pt x="31872" y="37053"/>
                </a:cubicBezTo>
                <a:lnTo>
                  <a:pt x="31838" y="37087"/>
                </a:lnTo>
                <a:cubicBezTo>
                  <a:pt x="31599" y="37326"/>
                  <a:pt x="31565" y="37496"/>
                  <a:pt x="31667" y="37633"/>
                </a:cubicBezTo>
                <a:cubicBezTo>
                  <a:pt x="31725" y="37714"/>
                  <a:pt x="31783" y="37744"/>
                  <a:pt x="31840" y="37744"/>
                </a:cubicBezTo>
                <a:cubicBezTo>
                  <a:pt x="31950" y="37744"/>
                  <a:pt x="32055" y="37632"/>
                  <a:pt x="32145" y="37565"/>
                </a:cubicBezTo>
                <a:cubicBezTo>
                  <a:pt x="32213" y="37496"/>
                  <a:pt x="32315" y="37462"/>
                  <a:pt x="32452" y="37360"/>
                </a:cubicBezTo>
                <a:lnTo>
                  <a:pt x="32452" y="37360"/>
                </a:lnTo>
                <a:cubicBezTo>
                  <a:pt x="32349" y="38008"/>
                  <a:pt x="32213" y="38622"/>
                  <a:pt x="31974" y="39203"/>
                </a:cubicBezTo>
                <a:cubicBezTo>
                  <a:pt x="32076" y="39237"/>
                  <a:pt x="32179" y="39237"/>
                  <a:pt x="32281" y="39237"/>
                </a:cubicBezTo>
                <a:cubicBezTo>
                  <a:pt x="32395" y="39237"/>
                  <a:pt x="32493" y="39176"/>
                  <a:pt x="32607" y="39176"/>
                </a:cubicBezTo>
                <a:cubicBezTo>
                  <a:pt x="32664" y="39176"/>
                  <a:pt x="32725" y="39191"/>
                  <a:pt x="32793" y="39237"/>
                </a:cubicBezTo>
                <a:cubicBezTo>
                  <a:pt x="32800" y="39240"/>
                  <a:pt x="32809" y="39242"/>
                  <a:pt x="32819" y="39242"/>
                </a:cubicBezTo>
                <a:cubicBezTo>
                  <a:pt x="32903" y="39242"/>
                  <a:pt x="33073" y="39120"/>
                  <a:pt x="33134" y="38998"/>
                </a:cubicBezTo>
                <a:cubicBezTo>
                  <a:pt x="33339" y="38554"/>
                  <a:pt x="33578" y="38076"/>
                  <a:pt x="33783" y="37599"/>
                </a:cubicBezTo>
                <a:cubicBezTo>
                  <a:pt x="33851" y="37360"/>
                  <a:pt x="33953" y="37121"/>
                  <a:pt x="34021" y="36848"/>
                </a:cubicBezTo>
                <a:cubicBezTo>
                  <a:pt x="34124" y="36507"/>
                  <a:pt x="34124" y="36507"/>
                  <a:pt x="33919" y="36131"/>
                </a:cubicBezTo>
                <a:cubicBezTo>
                  <a:pt x="34090" y="35790"/>
                  <a:pt x="34158" y="35381"/>
                  <a:pt x="34465" y="35176"/>
                </a:cubicBezTo>
                <a:cubicBezTo>
                  <a:pt x="34567" y="35108"/>
                  <a:pt x="34636" y="34937"/>
                  <a:pt x="34670" y="34767"/>
                </a:cubicBezTo>
                <a:cubicBezTo>
                  <a:pt x="34806" y="34152"/>
                  <a:pt x="34943" y="33538"/>
                  <a:pt x="35079" y="32890"/>
                </a:cubicBezTo>
                <a:cubicBezTo>
                  <a:pt x="35147" y="32685"/>
                  <a:pt x="35147" y="32446"/>
                  <a:pt x="35216" y="32241"/>
                </a:cubicBezTo>
                <a:cubicBezTo>
                  <a:pt x="35318" y="32890"/>
                  <a:pt x="35352" y="33504"/>
                  <a:pt x="35250" y="34152"/>
                </a:cubicBezTo>
                <a:cubicBezTo>
                  <a:pt x="35250" y="34289"/>
                  <a:pt x="35216" y="34425"/>
                  <a:pt x="35147" y="34528"/>
                </a:cubicBezTo>
                <a:cubicBezTo>
                  <a:pt x="34909" y="34767"/>
                  <a:pt x="34909" y="35108"/>
                  <a:pt x="34840" y="35415"/>
                </a:cubicBezTo>
                <a:cubicBezTo>
                  <a:pt x="34738" y="35927"/>
                  <a:pt x="34636" y="36439"/>
                  <a:pt x="34533" y="36950"/>
                </a:cubicBezTo>
                <a:cubicBezTo>
                  <a:pt x="34499" y="37087"/>
                  <a:pt x="34431" y="37223"/>
                  <a:pt x="34397" y="37360"/>
                </a:cubicBezTo>
                <a:cubicBezTo>
                  <a:pt x="34328" y="37530"/>
                  <a:pt x="34260" y="37735"/>
                  <a:pt x="34226" y="37940"/>
                </a:cubicBezTo>
                <a:cubicBezTo>
                  <a:pt x="34192" y="38281"/>
                  <a:pt x="34056" y="38588"/>
                  <a:pt x="33851" y="38861"/>
                </a:cubicBezTo>
                <a:cubicBezTo>
                  <a:pt x="33783" y="38964"/>
                  <a:pt x="33748" y="39100"/>
                  <a:pt x="33714" y="39203"/>
                </a:cubicBezTo>
                <a:lnTo>
                  <a:pt x="34397" y="39203"/>
                </a:lnTo>
                <a:cubicBezTo>
                  <a:pt x="34670" y="38657"/>
                  <a:pt x="34601" y="37872"/>
                  <a:pt x="35182" y="37496"/>
                </a:cubicBezTo>
                <a:lnTo>
                  <a:pt x="35182" y="37496"/>
                </a:lnTo>
                <a:cubicBezTo>
                  <a:pt x="35147" y="38111"/>
                  <a:pt x="35011" y="38657"/>
                  <a:pt x="34806" y="39203"/>
                </a:cubicBezTo>
                <a:lnTo>
                  <a:pt x="35659" y="39203"/>
                </a:lnTo>
                <a:cubicBezTo>
                  <a:pt x="35728" y="39066"/>
                  <a:pt x="35762" y="38895"/>
                  <a:pt x="35830" y="38691"/>
                </a:cubicBezTo>
                <a:lnTo>
                  <a:pt x="36512" y="38964"/>
                </a:lnTo>
                <a:lnTo>
                  <a:pt x="36546" y="39237"/>
                </a:lnTo>
                <a:lnTo>
                  <a:pt x="37161" y="39237"/>
                </a:lnTo>
                <a:cubicBezTo>
                  <a:pt x="37195" y="39066"/>
                  <a:pt x="37195" y="38930"/>
                  <a:pt x="37229" y="38793"/>
                </a:cubicBezTo>
                <a:cubicBezTo>
                  <a:pt x="37263" y="38657"/>
                  <a:pt x="37297" y="38520"/>
                  <a:pt x="37331" y="38384"/>
                </a:cubicBezTo>
                <a:cubicBezTo>
                  <a:pt x="37707" y="37599"/>
                  <a:pt x="37877" y="36712"/>
                  <a:pt x="37877" y="35858"/>
                </a:cubicBezTo>
                <a:cubicBezTo>
                  <a:pt x="37911" y="35040"/>
                  <a:pt x="37877" y="34221"/>
                  <a:pt x="37809" y="33402"/>
                </a:cubicBezTo>
                <a:cubicBezTo>
                  <a:pt x="37775" y="33060"/>
                  <a:pt x="37707" y="32719"/>
                  <a:pt x="37604" y="32378"/>
                </a:cubicBezTo>
                <a:cubicBezTo>
                  <a:pt x="37570" y="32207"/>
                  <a:pt x="37570" y="32037"/>
                  <a:pt x="37604" y="31832"/>
                </a:cubicBezTo>
                <a:cubicBezTo>
                  <a:pt x="37877" y="31149"/>
                  <a:pt x="38014" y="30399"/>
                  <a:pt x="37980" y="29614"/>
                </a:cubicBezTo>
                <a:lnTo>
                  <a:pt x="37980" y="28454"/>
                </a:lnTo>
                <a:cubicBezTo>
                  <a:pt x="38150" y="28693"/>
                  <a:pt x="38389" y="29000"/>
                  <a:pt x="38594" y="29341"/>
                </a:cubicBezTo>
                <a:cubicBezTo>
                  <a:pt x="38662" y="29477"/>
                  <a:pt x="38696" y="29614"/>
                  <a:pt x="38662" y="29785"/>
                </a:cubicBezTo>
                <a:cubicBezTo>
                  <a:pt x="38492" y="30228"/>
                  <a:pt x="38492" y="30706"/>
                  <a:pt x="38628" y="31184"/>
                </a:cubicBezTo>
                <a:cubicBezTo>
                  <a:pt x="38764" y="31832"/>
                  <a:pt x="38935" y="32480"/>
                  <a:pt x="39106" y="33129"/>
                </a:cubicBezTo>
                <a:cubicBezTo>
                  <a:pt x="39174" y="33333"/>
                  <a:pt x="39242" y="33538"/>
                  <a:pt x="39276" y="33675"/>
                </a:cubicBezTo>
                <a:cubicBezTo>
                  <a:pt x="39208" y="33948"/>
                  <a:pt x="39140" y="34152"/>
                  <a:pt x="39072" y="34459"/>
                </a:cubicBezTo>
                <a:cubicBezTo>
                  <a:pt x="38764" y="33913"/>
                  <a:pt x="38560" y="33367"/>
                  <a:pt x="38423" y="32753"/>
                </a:cubicBezTo>
                <a:cubicBezTo>
                  <a:pt x="38423" y="32651"/>
                  <a:pt x="38389" y="32549"/>
                  <a:pt x="38355" y="32412"/>
                </a:cubicBezTo>
                <a:cubicBezTo>
                  <a:pt x="38321" y="32344"/>
                  <a:pt x="38219" y="32276"/>
                  <a:pt x="38150" y="32276"/>
                </a:cubicBezTo>
                <a:cubicBezTo>
                  <a:pt x="38082" y="32310"/>
                  <a:pt x="38014" y="32412"/>
                  <a:pt x="37980" y="32480"/>
                </a:cubicBezTo>
                <a:cubicBezTo>
                  <a:pt x="37980" y="32617"/>
                  <a:pt x="37980" y="32753"/>
                  <a:pt x="37980" y="32856"/>
                </a:cubicBezTo>
                <a:cubicBezTo>
                  <a:pt x="38014" y="33709"/>
                  <a:pt x="38048" y="34528"/>
                  <a:pt x="38048" y="35347"/>
                </a:cubicBezTo>
                <a:cubicBezTo>
                  <a:pt x="38048" y="35483"/>
                  <a:pt x="38048" y="35585"/>
                  <a:pt x="38048" y="35790"/>
                </a:cubicBezTo>
                <a:cubicBezTo>
                  <a:pt x="38048" y="35961"/>
                  <a:pt x="38116" y="36097"/>
                  <a:pt x="38287" y="36097"/>
                </a:cubicBezTo>
                <a:cubicBezTo>
                  <a:pt x="38301" y="36101"/>
                  <a:pt x="38314" y="36103"/>
                  <a:pt x="38327" y="36103"/>
                </a:cubicBezTo>
                <a:cubicBezTo>
                  <a:pt x="38437" y="36103"/>
                  <a:pt x="38492" y="35974"/>
                  <a:pt x="38492" y="35790"/>
                </a:cubicBezTo>
                <a:cubicBezTo>
                  <a:pt x="38526" y="35551"/>
                  <a:pt x="38526" y="35312"/>
                  <a:pt x="38526" y="35074"/>
                </a:cubicBezTo>
                <a:cubicBezTo>
                  <a:pt x="38526" y="34937"/>
                  <a:pt x="38560" y="34835"/>
                  <a:pt x="38560" y="34732"/>
                </a:cubicBezTo>
                <a:cubicBezTo>
                  <a:pt x="38833" y="35244"/>
                  <a:pt x="39208" y="35654"/>
                  <a:pt x="39276" y="36336"/>
                </a:cubicBezTo>
                <a:cubicBezTo>
                  <a:pt x="39345" y="37292"/>
                  <a:pt x="39447" y="38213"/>
                  <a:pt x="39549" y="39237"/>
                </a:cubicBezTo>
                <a:lnTo>
                  <a:pt x="39925" y="39271"/>
                </a:lnTo>
                <a:cubicBezTo>
                  <a:pt x="39959" y="38998"/>
                  <a:pt x="39993" y="38793"/>
                  <a:pt x="39993" y="38554"/>
                </a:cubicBezTo>
                <a:cubicBezTo>
                  <a:pt x="40027" y="38588"/>
                  <a:pt x="40095" y="38588"/>
                  <a:pt x="40129" y="38588"/>
                </a:cubicBezTo>
                <a:cubicBezTo>
                  <a:pt x="40402" y="38588"/>
                  <a:pt x="40471" y="38384"/>
                  <a:pt x="40334" y="38111"/>
                </a:cubicBezTo>
                <a:cubicBezTo>
                  <a:pt x="40266" y="37940"/>
                  <a:pt x="40129" y="37803"/>
                  <a:pt x="40061" y="37667"/>
                </a:cubicBezTo>
                <a:cubicBezTo>
                  <a:pt x="39925" y="37394"/>
                  <a:pt x="39856" y="37087"/>
                  <a:pt x="39891" y="36814"/>
                </a:cubicBezTo>
                <a:lnTo>
                  <a:pt x="39891" y="36814"/>
                </a:lnTo>
                <a:lnTo>
                  <a:pt x="40539" y="37155"/>
                </a:lnTo>
                <a:cubicBezTo>
                  <a:pt x="40641" y="37803"/>
                  <a:pt x="40710" y="38486"/>
                  <a:pt x="40812" y="39203"/>
                </a:cubicBezTo>
                <a:lnTo>
                  <a:pt x="41221" y="39237"/>
                </a:lnTo>
                <a:cubicBezTo>
                  <a:pt x="41255" y="39100"/>
                  <a:pt x="41255" y="38964"/>
                  <a:pt x="41255" y="38759"/>
                </a:cubicBezTo>
                <a:cubicBezTo>
                  <a:pt x="41358" y="38930"/>
                  <a:pt x="41392" y="39066"/>
                  <a:pt x="41460" y="39203"/>
                </a:cubicBezTo>
                <a:lnTo>
                  <a:pt x="41904" y="39203"/>
                </a:lnTo>
                <a:cubicBezTo>
                  <a:pt x="41767" y="38520"/>
                  <a:pt x="41494" y="37940"/>
                  <a:pt x="41358" y="37223"/>
                </a:cubicBezTo>
                <a:lnTo>
                  <a:pt x="41767" y="37121"/>
                </a:lnTo>
                <a:cubicBezTo>
                  <a:pt x="41870" y="37258"/>
                  <a:pt x="41938" y="37428"/>
                  <a:pt x="42006" y="37599"/>
                </a:cubicBezTo>
                <a:cubicBezTo>
                  <a:pt x="42074" y="37701"/>
                  <a:pt x="42074" y="37803"/>
                  <a:pt x="42074" y="37940"/>
                </a:cubicBezTo>
                <a:cubicBezTo>
                  <a:pt x="42018" y="38306"/>
                  <a:pt x="42008" y="38393"/>
                  <a:pt x="42218" y="38393"/>
                </a:cubicBezTo>
                <a:cubicBezTo>
                  <a:pt x="42262" y="38393"/>
                  <a:pt x="42316" y="38390"/>
                  <a:pt x="42382" y="38384"/>
                </a:cubicBezTo>
                <a:lnTo>
                  <a:pt x="42450" y="38384"/>
                </a:lnTo>
                <a:cubicBezTo>
                  <a:pt x="42620" y="38691"/>
                  <a:pt x="42825" y="38964"/>
                  <a:pt x="43064" y="39203"/>
                </a:cubicBezTo>
                <a:cubicBezTo>
                  <a:pt x="43098" y="39225"/>
                  <a:pt x="43144" y="39233"/>
                  <a:pt x="43198" y="39233"/>
                </a:cubicBezTo>
                <a:cubicBezTo>
                  <a:pt x="43307" y="39233"/>
                  <a:pt x="43451" y="39203"/>
                  <a:pt x="43610" y="39203"/>
                </a:cubicBezTo>
                <a:cubicBezTo>
                  <a:pt x="43303" y="38725"/>
                  <a:pt x="43030" y="38349"/>
                  <a:pt x="42825" y="37906"/>
                </a:cubicBezTo>
                <a:cubicBezTo>
                  <a:pt x="42689" y="37667"/>
                  <a:pt x="42586" y="37360"/>
                  <a:pt x="42484" y="37053"/>
                </a:cubicBezTo>
                <a:cubicBezTo>
                  <a:pt x="42211" y="36029"/>
                  <a:pt x="41972" y="34971"/>
                  <a:pt x="41699" y="33913"/>
                </a:cubicBezTo>
                <a:lnTo>
                  <a:pt x="42109" y="33777"/>
                </a:lnTo>
                <a:cubicBezTo>
                  <a:pt x="42382" y="34425"/>
                  <a:pt x="42655" y="35074"/>
                  <a:pt x="42962" y="35756"/>
                </a:cubicBezTo>
                <a:lnTo>
                  <a:pt x="42757" y="35756"/>
                </a:lnTo>
                <a:cubicBezTo>
                  <a:pt x="42518" y="35858"/>
                  <a:pt x="42450" y="35995"/>
                  <a:pt x="42586" y="36234"/>
                </a:cubicBezTo>
                <a:cubicBezTo>
                  <a:pt x="42996" y="36814"/>
                  <a:pt x="43200" y="37599"/>
                  <a:pt x="43781" y="37974"/>
                </a:cubicBezTo>
                <a:cubicBezTo>
                  <a:pt x="43883" y="38111"/>
                  <a:pt x="43951" y="38247"/>
                  <a:pt x="43951" y="38384"/>
                </a:cubicBezTo>
                <a:cubicBezTo>
                  <a:pt x="44019" y="38622"/>
                  <a:pt x="44054" y="38895"/>
                  <a:pt x="44088" y="39237"/>
                </a:cubicBezTo>
                <a:cubicBezTo>
                  <a:pt x="44292" y="39168"/>
                  <a:pt x="44463" y="39134"/>
                  <a:pt x="44668" y="39134"/>
                </a:cubicBezTo>
                <a:cubicBezTo>
                  <a:pt x="44838" y="39134"/>
                  <a:pt x="45043" y="39203"/>
                  <a:pt x="45214" y="39237"/>
                </a:cubicBezTo>
                <a:lnTo>
                  <a:pt x="45248" y="39134"/>
                </a:lnTo>
                <a:lnTo>
                  <a:pt x="45077" y="38793"/>
                </a:lnTo>
                <a:cubicBezTo>
                  <a:pt x="44941" y="38554"/>
                  <a:pt x="44736" y="38384"/>
                  <a:pt x="44770" y="38076"/>
                </a:cubicBezTo>
                <a:cubicBezTo>
                  <a:pt x="44770" y="37974"/>
                  <a:pt x="44668" y="37838"/>
                  <a:pt x="44600" y="37838"/>
                </a:cubicBezTo>
                <a:cubicBezTo>
                  <a:pt x="44361" y="37735"/>
                  <a:pt x="44327" y="37565"/>
                  <a:pt x="44258" y="37326"/>
                </a:cubicBezTo>
                <a:cubicBezTo>
                  <a:pt x="44224" y="36985"/>
                  <a:pt x="44156" y="36677"/>
                  <a:pt x="44054" y="36336"/>
                </a:cubicBezTo>
                <a:cubicBezTo>
                  <a:pt x="43951" y="35893"/>
                  <a:pt x="43917" y="35858"/>
                  <a:pt x="43473" y="35858"/>
                </a:cubicBezTo>
                <a:cubicBezTo>
                  <a:pt x="43473" y="35756"/>
                  <a:pt x="43405" y="35654"/>
                  <a:pt x="43371" y="35517"/>
                </a:cubicBezTo>
                <a:cubicBezTo>
                  <a:pt x="43405" y="35483"/>
                  <a:pt x="43439" y="35483"/>
                  <a:pt x="43473" y="35449"/>
                </a:cubicBezTo>
                <a:cubicBezTo>
                  <a:pt x="43746" y="35210"/>
                  <a:pt x="43746" y="35142"/>
                  <a:pt x="43508" y="34869"/>
                </a:cubicBezTo>
                <a:cubicBezTo>
                  <a:pt x="43473" y="34835"/>
                  <a:pt x="43371" y="34801"/>
                  <a:pt x="43371" y="34767"/>
                </a:cubicBezTo>
                <a:cubicBezTo>
                  <a:pt x="43269" y="33982"/>
                  <a:pt x="42825" y="33436"/>
                  <a:pt x="42586" y="32719"/>
                </a:cubicBezTo>
                <a:cubicBezTo>
                  <a:pt x="42347" y="32037"/>
                  <a:pt x="42040" y="31388"/>
                  <a:pt x="41733" y="30672"/>
                </a:cubicBezTo>
                <a:cubicBezTo>
                  <a:pt x="41976" y="30581"/>
                  <a:pt x="42003" y="30355"/>
                  <a:pt x="42006" y="30090"/>
                </a:cubicBezTo>
                <a:lnTo>
                  <a:pt x="42006" y="30090"/>
                </a:lnTo>
                <a:cubicBezTo>
                  <a:pt x="42014" y="30125"/>
                  <a:pt x="42023" y="30159"/>
                  <a:pt x="42040" y="30194"/>
                </a:cubicBezTo>
                <a:cubicBezTo>
                  <a:pt x="42313" y="30638"/>
                  <a:pt x="42586" y="31013"/>
                  <a:pt x="42825" y="31491"/>
                </a:cubicBezTo>
                <a:cubicBezTo>
                  <a:pt x="43235" y="32378"/>
                  <a:pt x="43644" y="33333"/>
                  <a:pt x="44054" y="34255"/>
                </a:cubicBezTo>
                <a:cubicBezTo>
                  <a:pt x="44122" y="34391"/>
                  <a:pt x="44190" y="34596"/>
                  <a:pt x="44258" y="34767"/>
                </a:cubicBezTo>
                <a:cubicBezTo>
                  <a:pt x="43849" y="34937"/>
                  <a:pt x="43815" y="35074"/>
                  <a:pt x="44054" y="35449"/>
                </a:cubicBezTo>
                <a:cubicBezTo>
                  <a:pt x="44292" y="35824"/>
                  <a:pt x="44600" y="36166"/>
                  <a:pt x="44873" y="36507"/>
                </a:cubicBezTo>
                <a:cubicBezTo>
                  <a:pt x="45009" y="36643"/>
                  <a:pt x="45077" y="36848"/>
                  <a:pt x="45077" y="37053"/>
                </a:cubicBezTo>
                <a:cubicBezTo>
                  <a:pt x="45111" y="37189"/>
                  <a:pt x="45180" y="37326"/>
                  <a:pt x="45248" y="37462"/>
                </a:cubicBezTo>
                <a:cubicBezTo>
                  <a:pt x="45487" y="37906"/>
                  <a:pt x="45760" y="38349"/>
                  <a:pt x="45999" y="38827"/>
                </a:cubicBezTo>
                <a:cubicBezTo>
                  <a:pt x="46125" y="39080"/>
                  <a:pt x="46270" y="39221"/>
                  <a:pt x="46476" y="39221"/>
                </a:cubicBezTo>
                <a:cubicBezTo>
                  <a:pt x="46548" y="39221"/>
                  <a:pt x="46627" y="39204"/>
                  <a:pt x="46715" y="39168"/>
                </a:cubicBezTo>
                <a:cubicBezTo>
                  <a:pt x="46693" y="39079"/>
                  <a:pt x="46685" y="38975"/>
                  <a:pt x="46663" y="38885"/>
                </a:cubicBezTo>
                <a:lnTo>
                  <a:pt x="46663" y="38885"/>
                </a:lnTo>
                <a:cubicBezTo>
                  <a:pt x="46866" y="39140"/>
                  <a:pt x="47126" y="39172"/>
                  <a:pt x="47399" y="39172"/>
                </a:cubicBezTo>
                <a:cubicBezTo>
                  <a:pt x="47489" y="39172"/>
                  <a:pt x="47580" y="39168"/>
                  <a:pt x="47671" y="39168"/>
                </a:cubicBezTo>
                <a:lnTo>
                  <a:pt x="48080" y="39168"/>
                </a:lnTo>
                <a:cubicBezTo>
                  <a:pt x="47909" y="38998"/>
                  <a:pt x="47841" y="38930"/>
                  <a:pt x="47739" y="38827"/>
                </a:cubicBezTo>
                <a:cubicBezTo>
                  <a:pt x="46988" y="38213"/>
                  <a:pt x="46408" y="37394"/>
                  <a:pt x="46033" y="36507"/>
                </a:cubicBezTo>
                <a:cubicBezTo>
                  <a:pt x="45999" y="36404"/>
                  <a:pt x="45930" y="36234"/>
                  <a:pt x="45964" y="36166"/>
                </a:cubicBezTo>
                <a:cubicBezTo>
                  <a:pt x="46101" y="35893"/>
                  <a:pt x="45964" y="35654"/>
                  <a:pt x="45862" y="35449"/>
                </a:cubicBezTo>
                <a:lnTo>
                  <a:pt x="46101" y="35040"/>
                </a:lnTo>
                <a:lnTo>
                  <a:pt x="47295" y="36746"/>
                </a:lnTo>
                <a:lnTo>
                  <a:pt x="46920" y="36473"/>
                </a:lnTo>
                <a:cubicBezTo>
                  <a:pt x="46852" y="36421"/>
                  <a:pt x="46783" y="36387"/>
                  <a:pt x="46719" y="36387"/>
                </a:cubicBezTo>
                <a:cubicBezTo>
                  <a:pt x="46655" y="36387"/>
                  <a:pt x="46596" y="36421"/>
                  <a:pt x="46545" y="36507"/>
                </a:cubicBezTo>
                <a:cubicBezTo>
                  <a:pt x="46476" y="36643"/>
                  <a:pt x="46545" y="36848"/>
                  <a:pt x="46681" y="36916"/>
                </a:cubicBezTo>
                <a:cubicBezTo>
                  <a:pt x="46818" y="37053"/>
                  <a:pt x="46920" y="37155"/>
                  <a:pt x="47056" y="37258"/>
                </a:cubicBezTo>
                <a:cubicBezTo>
                  <a:pt x="47329" y="37428"/>
                  <a:pt x="47636" y="37599"/>
                  <a:pt x="47909" y="37769"/>
                </a:cubicBezTo>
                <a:cubicBezTo>
                  <a:pt x="48592" y="38179"/>
                  <a:pt x="49274" y="38622"/>
                  <a:pt x="49923" y="39032"/>
                </a:cubicBezTo>
                <a:cubicBezTo>
                  <a:pt x="50120" y="39163"/>
                  <a:pt x="50345" y="39224"/>
                  <a:pt x="50571" y="39224"/>
                </a:cubicBezTo>
                <a:cubicBezTo>
                  <a:pt x="50697" y="39224"/>
                  <a:pt x="50824" y="39205"/>
                  <a:pt x="50946" y="39168"/>
                </a:cubicBezTo>
                <a:cubicBezTo>
                  <a:pt x="51083" y="39100"/>
                  <a:pt x="51254" y="38793"/>
                  <a:pt x="51356" y="38554"/>
                </a:cubicBezTo>
                <a:cubicBezTo>
                  <a:pt x="51458" y="38349"/>
                  <a:pt x="51492" y="38111"/>
                  <a:pt x="51492" y="37872"/>
                </a:cubicBezTo>
                <a:cubicBezTo>
                  <a:pt x="51492" y="37803"/>
                  <a:pt x="51356" y="37633"/>
                  <a:pt x="51288" y="37633"/>
                </a:cubicBezTo>
                <a:cubicBezTo>
                  <a:pt x="50878" y="37530"/>
                  <a:pt x="50469" y="37292"/>
                  <a:pt x="50196" y="36950"/>
                </a:cubicBezTo>
                <a:cubicBezTo>
                  <a:pt x="49786" y="36609"/>
                  <a:pt x="49411" y="36234"/>
                  <a:pt x="49036" y="35858"/>
                </a:cubicBezTo>
                <a:cubicBezTo>
                  <a:pt x="48933" y="35756"/>
                  <a:pt x="48831" y="35654"/>
                  <a:pt x="48763" y="35517"/>
                </a:cubicBezTo>
                <a:lnTo>
                  <a:pt x="48763" y="35517"/>
                </a:lnTo>
                <a:cubicBezTo>
                  <a:pt x="48967" y="35620"/>
                  <a:pt x="49206" y="35722"/>
                  <a:pt x="49411" y="35858"/>
                </a:cubicBezTo>
                <a:cubicBezTo>
                  <a:pt x="49601" y="36001"/>
                  <a:pt x="49841" y="36061"/>
                  <a:pt x="50073" y="36061"/>
                </a:cubicBezTo>
                <a:cubicBezTo>
                  <a:pt x="50174" y="36061"/>
                  <a:pt x="50273" y="36050"/>
                  <a:pt x="50366" y="36029"/>
                </a:cubicBezTo>
                <a:cubicBezTo>
                  <a:pt x="50571" y="35995"/>
                  <a:pt x="50708" y="35790"/>
                  <a:pt x="50708" y="35585"/>
                </a:cubicBezTo>
                <a:cubicBezTo>
                  <a:pt x="50708" y="35347"/>
                  <a:pt x="50605" y="35278"/>
                  <a:pt x="50332" y="35278"/>
                </a:cubicBezTo>
                <a:cubicBezTo>
                  <a:pt x="50264" y="35278"/>
                  <a:pt x="50196" y="35244"/>
                  <a:pt x="50127" y="35210"/>
                </a:cubicBezTo>
                <a:cubicBezTo>
                  <a:pt x="49206" y="34459"/>
                  <a:pt x="48387" y="33572"/>
                  <a:pt x="47671" y="32651"/>
                </a:cubicBezTo>
                <a:cubicBezTo>
                  <a:pt x="47671" y="32617"/>
                  <a:pt x="47636" y="32583"/>
                  <a:pt x="47636" y="32549"/>
                </a:cubicBezTo>
                <a:cubicBezTo>
                  <a:pt x="47737" y="32448"/>
                  <a:pt x="47831" y="32408"/>
                  <a:pt x="47925" y="32408"/>
                </a:cubicBezTo>
                <a:cubicBezTo>
                  <a:pt x="48054" y="32408"/>
                  <a:pt x="48181" y="32484"/>
                  <a:pt x="48319" y="32583"/>
                </a:cubicBezTo>
                <a:cubicBezTo>
                  <a:pt x="48967" y="33060"/>
                  <a:pt x="49684" y="33538"/>
                  <a:pt x="50366" y="33948"/>
                </a:cubicBezTo>
                <a:cubicBezTo>
                  <a:pt x="50503" y="34050"/>
                  <a:pt x="50673" y="34118"/>
                  <a:pt x="50844" y="34152"/>
                </a:cubicBezTo>
                <a:cubicBezTo>
                  <a:pt x="50871" y="34161"/>
                  <a:pt x="50898" y="34166"/>
                  <a:pt x="50924" y="34166"/>
                </a:cubicBezTo>
                <a:cubicBezTo>
                  <a:pt x="51099" y="34166"/>
                  <a:pt x="51254" y="33980"/>
                  <a:pt x="51254" y="33743"/>
                </a:cubicBezTo>
                <a:cubicBezTo>
                  <a:pt x="51254" y="33496"/>
                  <a:pt x="51187" y="33381"/>
                  <a:pt x="51037" y="33381"/>
                </a:cubicBezTo>
                <a:cubicBezTo>
                  <a:pt x="51001" y="33381"/>
                  <a:pt x="50959" y="33388"/>
                  <a:pt x="50912" y="33402"/>
                </a:cubicBezTo>
                <a:cubicBezTo>
                  <a:pt x="50864" y="33426"/>
                  <a:pt x="50782" y="33450"/>
                  <a:pt x="50713" y="33450"/>
                </a:cubicBezTo>
                <a:cubicBezTo>
                  <a:pt x="50685" y="33450"/>
                  <a:pt x="50659" y="33446"/>
                  <a:pt x="50639" y="33436"/>
                </a:cubicBezTo>
                <a:cubicBezTo>
                  <a:pt x="50059" y="33094"/>
                  <a:pt x="49513" y="32753"/>
                  <a:pt x="48865" y="32344"/>
                </a:cubicBezTo>
                <a:cubicBezTo>
                  <a:pt x="49001" y="32310"/>
                  <a:pt x="49138" y="32241"/>
                  <a:pt x="49240" y="32173"/>
                </a:cubicBezTo>
                <a:cubicBezTo>
                  <a:pt x="49343" y="32105"/>
                  <a:pt x="49377" y="32037"/>
                  <a:pt x="49411" y="31900"/>
                </a:cubicBezTo>
                <a:cubicBezTo>
                  <a:pt x="49377" y="31832"/>
                  <a:pt x="49309" y="31730"/>
                  <a:pt x="49206" y="31661"/>
                </a:cubicBezTo>
                <a:cubicBezTo>
                  <a:pt x="49138" y="31627"/>
                  <a:pt x="49036" y="31627"/>
                  <a:pt x="48933" y="31627"/>
                </a:cubicBezTo>
                <a:cubicBezTo>
                  <a:pt x="48421" y="31593"/>
                  <a:pt x="47944" y="31354"/>
                  <a:pt x="47602" y="30945"/>
                </a:cubicBezTo>
                <a:cubicBezTo>
                  <a:pt x="47125" y="30433"/>
                  <a:pt x="46715" y="29853"/>
                  <a:pt x="46408" y="29204"/>
                </a:cubicBezTo>
                <a:lnTo>
                  <a:pt x="46408" y="29204"/>
                </a:lnTo>
                <a:cubicBezTo>
                  <a:pt x="46510" y="29307"/>
                  <a:pt x="46613" y="29409"/>
                  <a:pt x="46715" y="29512"/>
                </a:cubicBezTo>
                <a:cubicBezTo>
                  <a:pt x="47363" y="30058"/>
                  <a:pt x="47978" y="30604"/>
                  <a:pt x="48626" y="31115"/>
                </a:cubicBezTo>
                <a:cubicBezTo>
                  <a:pt x="49070" y="31457"/>
                  <a:pt x="49616" y="31627"/>
                  <a:pt x="50162" y="31661"/>
                </a:cubicBezTo>
                <a:cubicBezTo>
                  <a:pt x="50213" y="31678"/>
                  <a:pt x="50264" y="31687"/>
                  <a:pt x="50315" y="31687"/>
                </a:cubicBezTo>
                <a:cubicBezTo>
                  <a:pt x="50366" y="31687"/>
                  <a:pt x="50418" y="31678"/>
                  <a:pt x="50469" y="31661"/>
                </a:cubicBezTo>
                <a:cubicBezTo>
                  <a:pt x="50537" y="31627"/>
                  <a:pt x="50605" y="31559"/>
                  <a:pt x="50639" y="31457"/>
                </a:cubicBezTo>
                <a:cubicBezTo>
                  <a:pt x="50639" y="31354"/>
                  <a:pt x="50571" y="31252"/>
                  <a:pt x="50503" y="31149"/>
                </a:cubicBezTo>
                <a:cubicBezTo>
                  <a:pt x="50400" y="31081"/>
                  <a:pt x="50264" y="31047"/>
                  <a:pt x="50093" y="31047"/>
                </a:cubicBezTo>
                <a:cubicBezTo>
                  <a:pt x="49547" y="30979"/>
                  <a:pt x="49036" y="30740"/>
                  <a:pt x="48592" y="30399"/>
                </a:cubicBezTo>
                <a:cubicBezTo>
                  <a:pt x="47909" y="29921"/>
                  <a:pt x="47329" y="29375"/>
                  <a:pt x="46783" y="28727"/>
                </a:cubicBezTo>
                <a:lnTo>
                  <a:pt x="46783" y="28727"/>
                </a:lnTo>
                <a:lnTo>
                  <a:pt x="47056" y="28863"/>
                </a:lnTo>
                <a:cubicBezTo>
                  <a:pt x="47602" y="29204"/>
                  <a:pt x="48114" y="29580"/>
                  <a:pt x="48660" y="29887"/>
                </a:cubicBezTo>
                <a:cubicBezTo>
                  <a:pt x="48967" y="30023"/>
                  <a:pt x="49309" y="30126"/>
                  <a:pt x="49650" y="30160"/>
                </a:cubicBezTo>
                <a:cubicBezTo>
                  <a:pt x="49692" y="30174"/>
                  <a:pt x="49729" y="30182"/>
                  <a:pt x="49762" y="30182"/>
                </a:cubicBezTo>
                <a:cubicBezTo>
                  <a:pt x="49809" y="30182"/>
                  <a:pt x="49849" y="30166"/>
                  <a:pt x="49889" y="30126"/>
                </a:cubicBezTo>
                <a:cubicBezTo>
                  <a:pt x="49991" y="30058"/>
                  <a:pt x="50059" y="29955"/>
                  <a:pt x="50093" y="29853"/>
                </a:cubicBezTo>
                <a:cubicBezTo>
                  <a:pt x="50093" y="29785"/>
                  <a:pt x="49991" y="29614"/>
                  <a:pt x="49923" y="29614"/>
                </a:cubicBezTo>
                <a:cubicBezTo>
                  <a:pt x="49752" y="29546"/>
                  <a:pt x="49581" y="29512"/>
                  <a:pt x="49377" y="29512"/>
                </a:cubicBezTo>
                <a:cubicBezTo>
                  <a:pt x="49479" y="29409"/>
                  <a:pt x="49581" y="29341"/>
                  <a:pt x="49650" y="29239"/>
                </a:cubicBezTo>
                <a:cubicBezTo>
                  <a:pt x="49718" y="29102"/>
                  <a:pt x="49718" y="28966"/>
                  <a:pt x="49718" y="28863"/>
                </a:cubicBezTo>
                <a:cubicBezTo>
                  <a:pt x="49662" y="28779"/>
                  <a:pt x="49583" y="28718"/>
                  <a:pt x="49499" y="28718"/>
                </a:cubicBezTo>
                <a:cubicBezTo>
                  <a:pt x="49481" y="28718"/>
                  <a:pt x="49463" y="28721"/>
                  <a:pt x="49445" y="28727"/>
                </a:cubicBezTo>
                <a:cubicBezTo>
                  <a:pt x="49392" y="28744"/>
                  <a:pt x="49337" y="28753"/>
                  <a:pt x="49281" y="28753"/>
                </a:cubicBezTo>
                <a:cubicBezTo>
                  <a:pt x="49121" y="28753"/>
                  <a:pt x="48957" y="28683"/>
                  <a:pt x="48831" y="28556"/>
                </a:cubicBezTo>
                <a:cubicBezTo>
                  <a:pt x="48831" y="28420"/>
                  <a:pt x="48831" y="28283"/>
                  <a:pt x="48797" y="28147"/>
                </a:cubicBezTo>
                <a:cubicBezTo>
                  <a:pt x="48694" y="28010"/>
                  <a:pt x="48592" y="27908"/>
                  <a:pt x="48455" y="27840"/>
                </a:cubicBezTo>
                <a:cubicBezTo>
                  <a:pt x="48080" y="27635"/>
                  <a:pt x="47705" y="27464"/>
                  <a:pt x="47363" y="27225"/>
                </a:cubicBezTo>
                <a:cubicBezTo>
                  <a:pt x="47193" y="27157"/>
                  <a:pt x="47022" y="27021"/>
                  <a:pt x="46886" y="26884"/>
                </a:cubicBezTo>
                <a:cubicBezTo>
                  <a:pt x="46203" y="26065"/>
                  <a:pt x="45521" y="25212"/>
                  <a:pt x="44838" y="24359"/>
                </a:cubicBezTo>
                <a:cubicBezTo>
                  <a:pt x="44736" y="24222"/>
                  <a:pt x="44702" y="24086"/>
                  <a:pt x="44668" y="23950"/>
                </a:cubicBezTo>
                <a:lnTo>
                  <a:pt x="44668" y="23950"/>
                </a:lnTo>
                <a:cubicBezTo>
                  <a:pt x="44770" y="24052"/>
                  <a:pt x="44838" y="24188"/>
                  <a:pt x="44941" y="24291"/>
                </a:cubicBezTo>
                <a:cubicBezTo>
                  <a:pt x="45248" y="24666"/>
                  <a:pt x="45521" y="25076"/>
                  <a:pt x="45862" y="25451"/>
                </a:cubicBezTo>
                <a:cubicBezTo>
                  <a:pt x="46033" y="25622"/>
                  <a:pt x="46237" y="25792"/>
                  <a:pt x="46442" y="25895"/>
                </a:cubicBezTo>
                <a:cubicBezTo>
                  <a:pt x="46542" y="25944"/>
                  <a:pt x="46621" y="25971"/>
                  <a:pt x="46683" y="25971"/>
                </a:cubicBezTo>
                <a:cubicBezTo>
                  <a:pt x="46834" y="25971"/>
                  <a:pt x="46886" y="25814"/>
                  <a:pt x="46886" y="25451"/>
                </a:cubicBezTo>
                <a:cubicBezTo>
                  <a:pt x="47022" y="25485"/>
                  <a:pt x="47125" y="25553"/>
                  <a:pt x="47261" y="25587"/>
                </a:cubicBezTo>
                <a:cubicBezTo>
                  <a:pt x="47415" y="25654"/>
                  <a:pt x="47584" y="25691"/>
                  <a:pt x="47748" y="25691"/>
                </a:cubicBezTo>
                <a:cubicBezTo>
                  <a:pt x="47838" y="25691"/>
                  <a:pt x="47927" y="25680"/>
                  <a:pt x="48012" y="25656"/>
                </a:cubicBezTo>
                <a:cubicBezTo>
                  <a:pt x="48114" y="25639"/>
                  <a:pt x="48217" y="25630"/>
                  <a:pt x="48319" y="25630"/>
                </a:cubicBezTo>
                <a:cubicBezTo>
                  <a:pt x="48421" y="25630"/>
                  <a:pt x="48524" y="25639"/>
                  <a:pt x="48626" y="25656"/>
                </a:cubicBezTo>
                <a:cubicBezTo>
                  <a:pt x="48797" y="25656"/>
                  <a:pt x="48933" y="25622"/>
                  <a:pt x="48967" y="25417"/>
                </a:cubicBezTo>
                <a:cubicBezTo>
                  <a:pt x="48967" y="25178"/>
                  <a:pt x="48831" y="25144"/>
                  <a:pt x="48694" y="25076"/>
                </a:cubicBezTo>
                <a:cubicBezTo>
                  <a:pt x="48148" y="24939"/>
                  <a:pt x="47568" y="24871"/>
                  <a:pt x="47125" y="24530"/>
                </a:cubicBezTo>
                <a:cubicBezTo>
                  <a:pt x="46647" y="24154"/>
                  <a:pt x="46169" y="23847"/>
                  <a:pt x="45726" y="23472"/>
                </a:cubicBezTo>
                <a:cubicBezTo>
                  <a:pt x="45248" y="23096"/>
                  <a:pt x="44804" y="22687"/>
                  <a:pt x="44361" y="22243"/>
                </a:cubicBezTo>
                <a:cubicBezTo>
                  <a:pt x="43883" y="21663"/>
                  <a:pt x="43508" y="20981"/>
                  <a:pt x="43269" y="20264"/>
                </a:cubicBezTo>
                <a:lnTo>
                  <a:pt x="43269" y="20264"/>
                </a:lnTo>
                <a:lnTo>
                  <a:pt x="43542" y="20537"/>
                </a:lnTo>
                <a:cubicBezTo>
                  <a:pt x="44156" y="21151"/>
                  <a:pt x="44770" y="21766"/>
                  <a:pt x="45384" y="22346"/>
                </a:cubicBezTo>
                <a:cubicBezTo>
                  <a:pt x="45589" y="22516"/>
                  <a:pt x="45760" y="22653"/>
                  <a:pt x="45999" y="22755"/>
                </a:cubicBezTo>
                <a:cubicBezTo>
                  <a:pt x="46069" y="22797"/>
                  <a:pt x="46151" y="22828"/>
                  <a:pt x="46232" y="22828"/>
                </a:cubicBezTo>
                <a:cubicBezTo>
                  <a:pt x="46348" y="22828"/>
                  <a:pt x="46464" y="22765"/>
                  <a:pt x="46545" y="22585"/>
                </a:cubicBezTo>
                <a:lnTo>
                  <a:pt x="47500" y="23062"/>
                </a:lnTo>
                <a:cubicBezTo>
                  <a:pt x="47602" y="23131"/>
                  <a:pt x="47739" y="23165"/>
                  <a:pt x="47841" y="23165"/>
                </a:cubicBezTo>
                <a:cubicBezTo>
                  <a:pt x="47944" y="23131"/>
                  <a:pt x="48012" y="23062"/>
                  <a:pt x="48046" y="22960"/>
                </a:cubicBezTo>
                <a:cubicBezTo>
                  <a:pt x="48080" y="22858"/>
                  <a:pt x="48046" y="22755"/>
                  <a:pt x="47978" y="22653"/>
                </a:cubicBezTo>
                <a:cubicBezTo>
                  <a:pt x="47875" y="22585"/>
                  <a:pt x="47773" y="22516"/>
                  <a:pt x="47636" y="22448"/>
                </a:cubicBezTo>
                <a:cubicBezTo>
                  <a:pt x="46647" y="21902"/>
                  <a:pt x="45623" y="21424"/>
                  <a:pt x="44634" y="20810"/>
                </a:cubicBezTo>
                <a:cubicBezTo>
                  <a:pt x="44224" y="20503"/>
                  <a:pt x="43883" y="20128"/>
                  <a:pt x="43576" y="19752"/>
                </a:cubicBezTo>
                <a:cubicBezTo>
                  <a:pt x="43632" y="19545"/>
                  <a:pt x="43710" y="19473"/>
                  <a:pt x="43802" y="19473"/>
                </a:cubicBezTo>
                <a:cubicBezTo>
                  <a:pt x="43877" y="19473"/>
                  <a:pt x="43962" y="19521"/>
                  <a:pt x="44054" y="19582"/>
                </a:cubicBezTo>
                <a:cubicBezTo>
                  <a:pt x="44634" y="20025"/>
                  <a:pt x="45248" y="20469"/>
                  <a:pt x="45862" y="20878"/>
                </a:cubicBezTo>
                <a:cubicBezTo>
                  <a:pt x="46203" y="21083"/>
                  <a:pt x="46545" y="21254"/>
                  <a:pt x="46886" y="21424"/>
                </a:cubicBezTo>
                <a:cubicBezTo>
                  <a:pt x="46950" y="21467"/>
                  <a:pt x="47018" y="21487"/>
                  <a:pt x="47082" y="21487"/>
                </a:cubicBezTo>
                <a:cubicBezTo>
                  <a:pt x="47224" y="21487"/>
                  <a:pt x="47351" y="21394"/>
                  <a:pt x="47398" y="21254"/>
                </a:cubicBezTo>
                <a:cubicBezTo>
                  <a:pt x="47500" y="21117"/>
                  <a:pt x="47466" y="20913"/>
                  <a:pt x="47363" y="20776"/>
                </a:cubicBezTo>
                <a:cubicBezTo>
                  <a:pt x="47295" y="20674"/>
                  <a:pt x="47193" y="20674"/>
                  <a:pt x="47091" y="20674"/>
                </a:cubicBezTo>
                <a:cubicBezTo>
                  <a:pt x="47022" y="20674"/>
                  <a:pt x="46939" y="20704"/>
                  <a:pt x="46871" y="20704"/>
                </a:cubicBezTo>
                <a:cubicBezTo>
                  <a:pt x="46836" y="20704"/>
                  <a:pt x="46806" y="20696"/>
                  <a:pt x="46783" y="20674"/>
                </a:cubicBezTo>
                <a:cubicBezTo>
                  <a:pt x="46306" y="20435"/>
                  <a:pt x="45896" y="20196"/>
                  <a:pt x="45453" y="19923"/>
                </a:cubicBezTo>
                <a:cubicBezTo>
                  <a:pt x="45555" y="19445"/>
                  <a:pt x="45521" y="19309"/>
                  <a:pt x="45214" y="19275"/>
                </a:cubicBezTo>
                <a:cubicBezTo>
                  <a:pt x="44668" y="19275"/>
                  <a:pt x="44122" y="19002"/>
                  <a:pt x="43781" y="18558"/>
                </a:cubicBezTo>
                <a:cubicBezTo>
                  <a:pt x="42791" y="17978"/>
                  <a:pt x="42074" y="16886"/>
                  <a:pt x="41290" y="15965"/>
                </a:cubicBezTo>
                <a:cubicBezTo>
                  <a:pt x="41221" y="15862"/>
                  <a:pt x="41153" y="15760"/>
                  <a:pt x="41085" y="15623"/>
                </a:cubicBezTo>
                <a:cubicBezTo>
                  <a:pt x="41051" y="15555"/>
                  <a:pt x="41017" y="15487"/>
                  <a:pt x="41017" y="15419"/>
                </a:cubicBezTo>
                <a:lnTo>
                  <a:pt x="41017" y="15419"/>
                </a:lnTo>
                <a:cubicBezTo>
                  <a:pt x="41153" y="15453"/>
                  <a:pt x="41290" y="15521"/>
                  <a:pt x="41426" y="15589"/>
                </a:cubicBezTo>
                <a:cubicBezTo>
                  <a:pt x="41836" y="15794"/>
                  <a:pt x="42245" y="15999"/>
                  <a:pt x="42689" y="16135"/>
                </a:cubicBezTo>
                <a:cubicBezTo>
                  <a:pt x="42859" y="16238"/>
                  <a:pt x="43064" y="16238"/>
                  <a:pt x="43235" y="16340"/>
                </a:cubicBezTo>
                <a:cubicBezTo>
                  <a:pt x="43644" y="16647"/>
                  <a:pt x="44122" y="16852"/>
                  <a:pt x="44634" y="16954"/>
                </a:cubicBezTo>
                <a:cubicBezTo>
                  <a:pt x="44702" y="16954"/>
                  <a:pt x="44755" y="16969"/>
                  <a:pt x="44803" y="16969"/>
                </a:cubicBezTo>
                <a:cubicBezTo>
                  <a:pt x="44827" y="16969"/>
                  <a:pt x="44850" y="16966"/>
                  <a:pt x="44873" y="16954"/>
                </a:cubicBezTo>
                <a:cubicBezTo>
                  <a:pt x="44975" y="16920"/>
                  <a:pt x="45043" y="16818"/>
                  <a:pt x="45077" y="16750"/>
                </a:cubicBezTo>
                <a:cubicBezTo>
                  <a:pt x="45077" y="16613"/>
                  <a:pt x="45043" y="16511"/>
                  <a:pt x="44975" y="16442"/>
                </a:cubicBezTo>
                <a:cubicBezTo>
                  <a:pt x="44838" y="16374"/>
                  <a:pt x="44668" y="16306"/>
                  <a:pt x="44531" y="16272"/>
                </a:cubicBezTo>
                <a:cubicBezTo>
                  <a:pt x="44224" y="16135"/>
                  <a:pt x="43883" y="15999"/>
                  <a:pt x="43576" y="15862"/>
                </a:cubicBezTo>
                <a:lnTo>
                  <a:pt x="43576" y="15726"/>
                </a:lnTo>
                <a:cubicBezTo>
                  <a:pt x="43712" y="15794"/>
                  <a:pt x="43815" y="15828"/>
                  <a:pt x="43951" y="15862"/>
                </a:cubicBezTo>
                <a:cubicBezTo>
                  <a:pt x="44224" y="15896"/>
                  <a:pt x="44497" y="15896"/>
                  <a:pt x="44770" y="15896"/>
                </a:cubicBezTo>
                <a:cubicBezTo>
                  <a:pt x="44941" y="15862"/>
                  <a:pt x="45077" y="15658"/>
                  <a:pt x="45009" y="15487"/>
                </a:cubicBezTo>
                <a:cubicBezTo>
                  <a:pt x="44984" y="15314"/>
                  <a:pt x="44888" y="15266"/>
                  <a:pt x="44784" y="15266"/>
                </a:cubicBezTo>
                <a:cubicBezTo>
                  <a:pt x="44745" y="15266"/>
                  <a:pt x="44705" y="15273"/>
                  <a:pt x="44668" y="15282"/>
                </a:cubicBezTo>
                <a:cubicBezTo>
                  <a:pt x="44587" y="15296"/>
                  <a:pt x="44506" y="15302"/>
                  <a:pt x="44424" y="15302"/>
                </a:cubicBezTo>
                <a:cubicBezTo>
                  <a:pt x="44090" y="15302"/>
                  <a:pt x="43754" y="15188"/>
                  <a:pt x="43508" y="14941"/>
                </a:cubicBezTo>
                <a:cubicBezTo>
                  <a:pt x="43576" y="14668"/>
                  <a:pt x="43473" y="14395"/>
                  <a:pt x="43269" y="14224"/>
                </a:cubicBezTo>
                <a:cubicBezTo>
                  <a:pt x="42927" y="13917"/>
                  <a:pt x="42586" y="13644"/>
                  <a:pt x="42279" y="13371"/>
                </a:cubicBezTo>
                <a:cubicBezTo>
                  <a:pt x="42143" y="13235"/>
                  <a:pt x="42040" y="13132"/>
                  <a:pt x="41904" y="13030"/>
                </a:cubicBezTo>
                <a:lnTo>
                  <a:pt x="41972" y="12928"/>
                </a:lnTo>
                <a:lnTo>
                  <a:pt x="42552" y="13201"/>
                </a:lnTo>
                <a:cubicBezTo>
                  <a:pt x="42620" y="13235"/>
                  <a:pt x="42689" y="13269"/>
                  <a:pt x="42791" y="13303"/>
                </a:cubicBezTo>
                <a:cubicBezTo>
                  <a:pt x="42821" y="13313"/>
                  <a:pt x="42853" y="13320"/>
                  <a:pt x="42886" y="13320"/>
                </a:cubicBezTo>
                <a:cubicBezTo>
                  <a:pt x="42967" y="13320"/>
                  <a:pt x="43050" y="13278"/>
                  <a:pt x="43098" y="13132"/>
                </a:cubicBezTo>
                <a:cubicBezTo>
                  <a:pt x="43166" y="12962"/>
                  <a:pt x="43098" y="12791"/>
                  <a:pt x="42927" y="12723"/>
                </a:cubicBezTo>
                <a:cubicBezTo>
                  <a:pt x="42859" y="12689"/>
                  <a:pt x="42825" y="12655"/>
                  <a:pt x="42757" y="12655"/>
                </a:cubicBezTo>
                <a:cubicBezTo>
                  <a:pt x="41733" y="12109"/>
                  <a:pt x="40846" y="11324"/>
                  <a:pt x="40232" y="10300"/>
                </a:cubicBezTo>
                <a:cubicBezTo>
                  <a:pt x="39754" y="9584"/>
                  <a:pt x="39310" y="8799"/>
                  <a:pt x="38867" y="8014"/>
                </a:cubicBezTo>
                <a:cubicBezTo>
                  <a:pt x="38901" y="7946"/>
                  <a:pt x="38969" y="7912"/>
                  <a:pt x="39003" y="7843"/>
                </a:cubicBezTo>
                <a:cubicBezTo>
                  <a:pt x="39106" y="7639"/>
                  <a:pt x="39072" y="7468"/>
                  <a:pt x="38901" y="7366"/>
                </a:cubicBezTo>
                <a:cubicBezTo>
                  <a:pt x="38901" y="7332"/>
                  <a:pt x="38867" y="7332"/>
                  <a:pt x="38833" y="7332"/>
                </a:cubicBezTo>
                <a:cubicBezTo>
                  <a:pt x="38389" y="7263"/>
                  <a:pt x="38219" y="6854"/>
                  <a:pt x="38048" y="6410"/>
                </a:cubicBezTo>
                <a:cubicBezTo>
                  <a:pt x="38014" y="6342"/>
                  <a:pt x="37980" y="6274"/>
                  <a:pt x="37946" y="6171"/>
                </a:cubicBezTo>
                <a:cubicBezTo>
                  <a:pt x="37887" y="6112"/>
                  <a:pt x="37802" y="6028"/>
                  <a:pt x="37758" y="6028"/>
                </a:cubicBezTo>
                <a:cubicBezTo>
                  <a:pt x="37751" y="6028"/>
                  <a:pt x="37745" y="6030"/>
                  <a:pt x="37741" y="6035"/>
                </a:cubicBezTo>
                <a:cubicBezTo>
                  <a:pt x="37604" y="6103"/>
                  <a:pt x="37536" y="6205"/>
                  <a:pt x="37536" y="6308"/>
                </a:cubicBezTo>
                <a:cubicBezTo>
                  <a:pt x="37536" y="6478"/>
                  <a:pt x="37570" y="6683"/>
                  <a:pt x="37604" y="6820"/>
                </a:cubicBezTo>
                <a:cubicBezTo>
                  <a:pt x="37707" y="7195"/>
                  <a:pt x="37809" y="7536"/>
                  <a:pt x="37911" y="7878"/>
                </a:cubicBezTo>
                <a:cubicBezTo>
                  <a:pt x="38048" y="8185"/>
                  <a:pt x="38184" y="8458"/>
                  <a:pt x="38355" y="8765"/>
                </a:cubicBezTo>
                <a:cubicBezTo>
                  <a:pt x="38628" y="9208"/>
                  <a:pt x="38901" y="9686"/>
                  <a:pt x="39208" y="10130"/>
                </a:cubicBezTo>
                <a:cubicBezTo>
                  <a:pt x="39310" y="10266"/>
                  <a:pt x="39345" y="10403"/>
                  <a:pt x="39140" y="10573"/>
                </a:cubicBezTo>
                <a:cubicBezTo>
                  <a:pt x="39072" y="10471"/>
                  <a:pt x="38969" y="10334"/>
                  <a:pt x="38901" y="10198"/>
                </a:cubicBezTo>
                <a:cubicBezTo>
                  <a:pt x="38526" y="9584"/>
                  <a:pt x="38184" y="8969"/>
                  <a:pt x="37843" y="8355"/>
                </a:cubicBezTo>
                <a:cubicBezTo>
                  <a:pt x="37809" y="8321"/>
                  <a:pt x="37809" y="8253"/>
                  <a:pt x="37775" y="8219"/>
                </a:cubicBezTo>
                <a:cubicBezTo>
                  <a:pt x="37721" y="8111"/>
                  <a:pt x="37668" y="7983"/>
                  <a:pt x="37581" y="7983"/>
                </a:cubicBezTo>
                <a:cubicBezTo>
                  <a:pt x="37557" y="7983"/>
                  <a:pt x="37531" y="7992"/>
                  <a:pt x="37502" y="8014"/>
                </a:cubicBezTo>
                <a:cubicBezTo>
                  <a:pt x="37400" y="8116"/>
                  <a:pt x="37331" y="8219"/>
                  <a:pt x="37331" y="8355"/>
                </a:cubicBezTo>
                <a:cubicBezTo>
                  <a:pt x="37331" y="8560"/>
                  <a:pt x="37263" y="8628"/>
                  <a:pt x="37127" y="8662"/>
                </a:cubicBezTo>
                <a:cubicBezTo>
                  <a:pt x="37365" y="9481"/>
                  <a:pt x="37570" y="10266"/>
                  <a:pt x="37775" y="11051"/>
                </a:cubicBezTo>
                <a:cubicBezTo>
                  <a:pt x="37877" y="11460"/>
                  <a:pt x="38014" y="11836"/>
                  <a:pt x="38150" y="12245"/>
                </a:cubicBezTo>
                <a:lnTo>
                  <a:pt x="37877" y="12382"/>
                </a:lnTo>
                <a:cubicBezTo>
                  <a:pt x="37638" y="11733"/>
                  <a:pt x="37434" y="11119"/>
                  <a:pt x="37195" y="10505"/>
                </a:cubicBezTo>
                <a:cubicBezTo>
                  <a:pt x="37161" y="10403"/>
                  <a:pt x="37195" y="10266"/>
                  <a:pt x="37161" y="10198"/>
                </a:cubicBezTo>
                <a:cubicBezTo>
                  <a:pt x="37092" y="9891"/>
                  <a:pt x="37024" y="9652"/>
                  <a:pt x="36956" y="9345"/>
                </a:cubicBezTo>
                <a:lnTo>
                  <a:pt x="37127" y="8662"/>
                </a:lnTo>
                <a:cubicBezTo>
                  <a:pt x="37097" y="8545"/>
                  <a:pt x="37068" y="8376"/>
                  <a:pt x="36950" y="8376"/>
                </a:cubicBezTo>
                <a:cubicBezTo>
                  <a:pt x="36932" y="8376"/>
                  <a:pt x="36911" y="8380"/>
                  <a:pt x="36888" y="8389"/>
                </a:cubicBezTo>
                <a:cubicBezTo>
                  <a:pt x="36819" y="8423"/>
                  <a:pt x="36751" y="8560"/>
                  <a:pt x="36683" y="8662"/>
                </a:cubicBezTo>
                <a:cubicBezTo>
                  <a:pt x="36615" y="8765"/>
                  <a:pt x="36581" y="8901"/>
                  <a:pt x="36512" y="9038"/>
                </a:cubicBezTo>
                <a:lnTo>
                  <a:pt x="36239" y="8799"/>
                </a:lnTo>
                <a:cubicBezTo>
                  <a:pt x="36444" y="8253"/>
                  <a:pt x="36649" y="7741"/>
                  <a:pt x="36854" y="7229"/>
                </a:cubicBezTo>
                <a:cubicBezTo>
                  <a:pt x="36990" y="6922"/>
                  <a:pt x="37092" y="6581"/>
                  <a:pt x="37195" y="6274"/>
                </a:cubicBezTo>
                <a:cubicBezTo>
                  <a:pt x="37229" y="6137"/>
                  <a:pt x="37263" y="5967"/>
                  <a:pt x="37263" y="5830"/>
                </a:cubicBezTo>
                <a:cubicBezTo>
                  <a:pt x="37263" y="5625"/>
                  <a:pt x="37195" y="5455"/>
                  <a:pt x="37024" y="5455"/>
                </a:cubicBezTo>
                <a:cubicBezTo>
                  <a:pt x="36888" y="5455"/>
                  <a:pt x="36854" y="5591"/>
                  <a:pt x="36819" y="5762"/>
                </a:cubicBezTo>
                <a:cubicBezTo>
                  <a:pt x="36581" y="6751"/>
                  <a:pt x="36205" y="7707"/>
                  <a:pt x="35693" y="8560"/>
                </a:cubicBezTo>
                <a:cubicBezTo>
                  <a:pt x="35728" y="8423"/>
                  <a:pt x="35728" y="8287"/>
                  <a:pt x="35762" y="8116"/>
                </a:cubicBezTo>
                <a:cubicBezTo>
                  <a:pt x="35796" y="7946"/>
                  <a:pt x="35796" y="7775"/>
                  <a:pt x="35625" y="7707"/>
                </a:cubicBezTo>
                <a:cubicBezTo>
                  <a:pt x="35599" y="7696"/>
                  <a:pt x="35575" y="7691"/>
                  <a:pt x="35553" y="7691"/>
                </a:cubicBezTo>
                <a:cubicBezTo>
                  <a:pt x="35434" y="7691"/>
                  <a:pt x="35381" y="7836"/>
                  <a:pt x="35352" y="7980"/>
                </a:cubicBezTo>
                <a:cubicBezTo>
                  <a:pt x="34977" y="9174"/>
                  <a:pt x="34397" y="10266"/>
                  <a:pt x="33612" y="11256"/>
                </a:cubicBezTo>
                <a:cubicBezTo>
                  <a:pt x="33168" y="11904"/>
                  <a:pt x="32452" y="12348"/>
                  <a:pt x="31667" y="12450"/>
                </a:cubicBezTo>
                <a:cubicBezTo>
                  <a:pt x="31463" y="12484"/>
                  <a:pt x="31226" y="12450"/>
                  <a:pt x="31156" y="12852"/>
                </a:cubicBezTo>
                <a:lnTo>
                  <a:pt x="31156" y="12852"/>
                </a:lnTo>
                <a:cubicBezTo>
                  <a:pt x="31149" y="12854"/>
                  <a:pt x="31130" y="12865"/>
                  <a:pt x="31087" y="12894"/>
                </a:cubicBezTo>
                <a:cubicBezTo>
                  <a:pt x="31019" y="12996"/>
                  <a:pt x="30882" y="13064"/>
                  <a:pt x="30882" y="13132"/>
                </a:cubicBezTo>
                <a:cubicBezTo>
                  <a:pt x="30882" y="13303"/>
                  <a:pt x="30916" y="13474"/>
                  <a:pt x="31019" y="13610"/>
                </a:cubicBezTo>
                <a:cubicBezTo>
                  <a:pt x="31292" y="13815"/>
                  <a:pt x="31565" y="14020"/>
                  <a:pt x="31838" y="14259"/>
                </a:cubicBezTo>
                <a:cubicBezTo>
                  <a:pt x="31701" y="14361"/>
                  <a:pt x="31565" y="14429"/>
                  <a:pt x="31326" y="14634"/>
                </a:cubicBezTo>
                <a:cubicBezTo>
                  <a:pt x="31087" y="14805"/>
                  <a:pt x="30882" y="14975"/>
                  <a:pt x="30677" y="15180"/>
                </a:cubicBezTo>
                <a:cubicBezTo>
                  <a:pt x="30541" y="15282"/>
                  <a:pt x="30507" y="15453"/>
                  <a:pt x="30575" y="15589"/>
                </a:cubicBezTo>
                <a:cubicBezTo>
                  <a:pt x="30611" y="15697"/>
                  <a:pt x="30676" y="15739"/>
                  <a:pt x="30744" y="15739"/>
                </a:cubicBezTo>
                <a:cubicBezTo>
                  <a:pt x="30804" y="15739"/>
                  <a:pt x="30868" y="15706"/>
                  <a:pt x="30916" y="15658"/>
                </a:cubicBezTo>
                <a:cubicBezTo>
                  <a:pt x="31530" y="15146"/>
                  <a:pt x="32110" y="14702"/>
                  <a:pt x="32691" y="14156"/>
                </a:cubicBezTo>
                <a:cubicBezTo>
                  <a:pt x="32929" y="13917"/>
                  <a:pt x="33202" y="13713"/>
                  <a:pt x="33510" y="13542"/>
                </a:cubicBezTo>
                <a:cubicBezTo>
                  <a:pt x="33783" y="13405"/>
                  <a:pt x="34056" y="13201"/>
                  <a:pt x="34363" y="13030"/>
                </a:cubicBezTo>
                <a:lnTo>
                  <a:pt x="34363" y="13030"/>
                </a:lnTo>
                <a:cubicBezTo>
                  <a:pt x="34226" y="13644"/>
                  <a:pt x="33885" y="14224"/>
                  <a:pt x="33441" y="14668"/>
                </a:cubicBezTo>
                <a:cubicBezTo>
                  <a:pt x="32895" y="15146"/>
                  <a:pt x="32315" y="15521"/>
                  <a:pt x="31735" y="15965"/>
                </a:cubicBezTo>
                <a:cubicBezTo>
                  <a:pt x="31530" y="16101"/>
                  <a:pt x="31360" y="16238"/>
                  <a:pt x="31155" y="16374"/>
                </a:cubicBezTo>
                <a:cubicBezTo>
                  <a:pt x="31019" y="16477"/>
                  <a:pt x="30950" y="16715"/>
                  <a:pt x="31053" y="16886"/>
                </a:cubicBezTo>
                <a:cubicBezTo>
                  <a:pt x="31094" y="16955"/>
                  <a:pt x="31141" y="16979"/>
                  <a:pt x="31191" y="16979"/>
                </a:cubicBezTo>
                <a:cubicBezTo>
                  <a:pt x="31265" y="16979"/>
                  <a:pt x="31347" y="16927"/>
                  <a:pt x="31428" y="16886"/>
                </a:cubicBezTo>
                <a:cubicBezTo>
                  <a:pt x="31974" y="16511"/>
                  <a:pt x="32520" y="16169"/>
                  <a:pt x="33100" y="15760"/>
                </a:cubicBezTo>
                <a:lnTo>
                  <a:pt x="33100" y="15760"/>
                </a:lnTo>
                <a:cubicBezTo>
                  <a:pt x="33100" y="15862"/>
                  <a:pt x="33066" y="15931"/>
                  <a:pt x="32998" y="16033"/>
                </a:cubicBezTo>
                <a:cubicBezTo>
                  <a:pt x="32725" y="16442"/>
                  <a:pt x="32383" y="16818"/>
                  <a:pt x="31940" y="17125"/>
                </a:cubicBezTo>
                <a:cubicBezTo>
                  <a:pt x="31838" y="17193"/>
                  <a:pt x="31735" y="17398"/>
                  <a:pt x="31633" y="17500"/>
                </a:cubicBezTo>
                <a:cubicBezTo>
                  <a:pt x="31394" y="17671"/>
                  <a:pt x="31189" y="17807"/>
                  <a:pt x="30984" y="17978"/>
                </a:cubicBezTo>
                <a:cubicBezTo>
                  <a:pt x="30848" y="18046"/>
                  <a:pt x="30643" y="18114"/>
                  <a:pt x="30677" y="18353"/>
                </a:cubicBezTo>
                <a:cubicBezTo>
                  <a:pt x="30711" y="18490"/>
                  <a:pt x="30848" y="18592"/>
                  <a:pt x="30950" y="18763"/>
                </a:cubicBezTo>
                <a:cubicBezTo>
                  <a:pt x="30711" y="19138"/>
                  <a:pt x="30370" y="19411"/>
                  <a:pt x="29995" y="19650"/>
                </a:cubicBezTo>
                <a:cubicBezTo>
                  <a:pt x="29790" y="19752"/>
                  <a:pt x="29620" y="19855"/>
                  <a:pt x="29415" y="19991"/>
                </a:cubicBezTo>
                <a:cubicBezTo>
                  <a:pt x="29278" y="20059"/>
                  <a:pt x="29210" y="20264"/>
                  <a:pt x="29278" y="20401"/>
                </a:cubicBezTo>
                <a:cubicBezTo>
                  <a:pt x="29318" y="20521"/>
                  <a:pt x="29382" y="20570"/>
                  <a:pt x="29455" y="20570"/>
                </a:cubicBezTo>
                <a:cubicBezTo>
                  <a:pt x="29506" y="20570"/>
                  <a:pt x="29563" y="20545"/>
                  <a:pt x="29620" y="20503"/>
                </a:cubicBezTo>
                <a:cubicBezTo>
                  <a:pt x="30302" y="20196"/>
                  <a:pt x="30882" y="19752"/>
                  <a:pt x="31292" y="19172"/>
                </a:cubicBezTo>
                <a:lnTo>
                  <a:pt x="31599" y="18729"/>
                </a:lnTo>
                <a:lnTo>
                  <a:pt x="31667" y="18797"/>
                </a:lnTo>
                <a:cubicBezTo>
                  <a:pt x="31633" y="18865"/>
                  <a:pt x="31633" y="18968"/>
                  <a:pt x="31599" y="19036"/>
                </a:cubicBezTo>
                <a:cubicBezTo>
                  <a:pt x="31223" y="19718"/>
                  <a:pt x="30780" y="20332"/>
                  <a:pt x="30268" y="20913"/>
                </a:cubicBezTo>
                <a:cubicBezTo>
                  <a:pt x="30234" y="20947"/>
                  <a:pt x="30165" y="20981"/>
                  <a:pt x="30131" y="21049"/>
                </a:cubicBezTo>
                <a:cubicBezTo>
                  <a:pt x="29893" y="21356"/>
                  <a:pt x="29927" y="21493"/>
                  <a:pt x="30302" y="21629"/>
                </a:cubicBezTo>
                <a:cubicBezTo>
                  <a:pt x="30131" y="21834"/>
                  <a:pt x="29927" y="22004"/>
                  <a:pt x="29654" y="22073"/>
                </a:cubicBezTo>
                <a:cubicBezTo>
                  <a:pt x="29551" y="22107"/>
                  <a:pt x="29449" y="22175"/>
                  <a:pt x="29347" y="22243"/>
                </a:cubicBezTo>
                <a:cubicBezTo>
                  <a:pt x="29278" y="22312"/>
                  <a:pt x="29244" y="22414"/>
                  <a:pt x="29244" y="22550"/>
                </a:cubicBezTo>
                <a:cubicBezTo>
                  <a:pt x="29244" y="22619"/>
                  <a:pt x="29312" y="22721"/>
                  <a:pt x="29415" y="22755"/>
                </a:cubicBezTo>
                <a:cubicBezTo>
                  <a:pt x="29646" y="22847"/>
                  <a:pt x="29888" y="22893"/>
                  <a:pt x="30128" y="22893"/>
                </a:cubicBezTo>
                <a:cubicBezTo>
                  <a:pt x="30597" y="22893"/>
                  <a:pt x="31055" y="22719"/>
                  <a:pt x="31394" y="22380"/>
                </a:cubicBezTo>
                <a:cubicBezTo>
                  <a:pt x="31872" y="22039"/>
                  <a:pt x="32247" y="21663"/>
                  <a:pt x="32691" y="21288"/>
                </a:cubicBezTo>
                <a:cubicBezTo>
                  <a:pt x="32861" y="21151"/>
                  <a:pt x="32998" y="21015"/>
                  <a:pt x="33168" y="20844"/>
                </a:cubicBezTo>
                <a:cubicBezTo>
                  <a:pt x="33237" y="20947"/>
                  <a:pt x="33271" y="21015"/>
                  <a:pt x="33339" y="21117"/>
                </a:cubicBezTo>
                <a:cubicBezTo>
                  <a:pt x="32827" y="22073"/>
                  <a:pt x="32281" y="22892"/>
                  <a:pt x="31394" y="23165"/>
                </a:cubicBezTo>
                <a:cubicBezTo>
                  <a:pt x="31019" y="23267"/>
                  <a:pt x="30984" y="23404"/>
                  <a:pt x="31223" y="23847"/>
                </a:cubicBezTo>
                <a:cubicBezTo>
                  <a:pt x="30677" y="24393"/>
                  <a:pt x="29995" y="24803"/>
                  <a:pt x="29278" y="25041"/>
                </a:cubicBezTo>
                <a:cubicBezTo>
                  <a:pt x="29248" y="25051"/>
                  <a:pt x="29218" y="25056"/>
                  <a:pt x="29188" y="25056"/>
                </a:cubicBezTo>
                <a:cubicBezTo>
                  <a:pt x="29116" y="25056"/>
                  <a:pt x="29044" y="25031"/>
                  <a:pt x="28971" y="25007"/>
                </a:cubicBezTo>
                <a:cubicBezTo>
                  <a:pt x="28698" y="24871"/>
                  <a:pt x="28425" y="24768"/>
                  <a:pt x="28186" y="24598"/>
                </a:cubicBezTo>
                <a:cubicBezTo>
                  <a:pt x="26992" y="23881"/>
                  <a:pt x="25832" y="23131"/>
                  <a:pt x="24672" y="22380"/>
                </a:cubicBezTo>
                <a:cubicBezTo>
                  <a:pt x="24399" y="22175"/>
                  <a:pt x="24126" y="21936"/>
                  <a:pt x="23887" y="21731"/>
                </a:cubicBezTo>
                <a:cubicBezTo>
                  <a:pt x="23765" y="21609"/>
                  <a:pt x="23670" y="21487"/>
                  <a:pt x="23505" y="21487"/>
                </a:cubicBezTo>
                <a:cubicBezTo>
                  <a:pt x="23485" y="21487"/>
                  <a:pt x="23465" y="21489"/>
                  <a:pt x="23443" y="21493"/>
                </a:cubicBezTo>
                <a:cubicBezTo>
                  <a:pt x="23435" y="21495"/>
                  <a:pt x="23428" y="21496"/>
                  <a:pt x="23420" y="21496"/>
                </a:cubicBezTo>
                <a:cubicBezTo>
                  <a:pt x="23326" y="21496"/>
                  <a:pt x="23233" y="21317"/>
                  <a:pt x="23170" y="21254"/>
                </a:cubicBezTo>
                <a:cubicBezTo>
                  <a:pt x="23204" y="21151"/>
                  <a:pt x="23204" y="21117"/>
                  <a:pt x="23204" y="21117"/>
                </a:cubicBezTo>
                <a:cubicBezTo>
                  <a:pt x="23341" y="21049"/>
                  <a:pt x="23511" y="21015"/>
                  <a:pt x="23511" y="20776"/>
                </a:cubicBezTo>
                <a:cubicBezTo>
                  <a:pt x="23477" y="20571"/>
                  <a:pt x="23341" y="20537"/>
                  <a:pt x="23204" y="20469"/>
                </a:cubicBezTo>
                <a:cubicBezTo>
                  <a:pt x="23102" y="20401"/>
                  <a:pt x="23000" y="20332"/>
                  <a:pt x="22931" y="20264"/>
                </a:cubicBezTo>
                <a:cubicBezTo>
                  <a:pt x="22875" y="20151"/>
                  <a:pt x="22771" y="20085"/>
                  <a:pt x="22679" y="20085"/>
                </a:cubicBezTo>
                <a:cubicBezTo>
                  <a:pt x="22660" y="20085"/>
                  <a:pt x="22642" y="20088"/>
                  <a:pt x="22624" y="20094"/>
                </a:cubicBezTo>
                <a:cubicBezTo>
                  <a:pt x="22592" y="20098"/>
                  <a:pt x="22563" y="20100"/>
                  <a:pt x="22536" y="20100"/>
                </a:cubicBezTo>
                <a:cubicBezTo>
                  <a:pt x="22329" y="20100"/>
                  <a:pt x="22249" y="19978"/>
                  <a:pt x="22249" y="19616"/>
                </a:cubicBezTo>
                <a:cubicBezTo>
                  <a:pt x="22215" y="19411"/>
                  <a:pt x="22147" y="19309"/>
                  <a:pt x="22010" y="19309"/>
                </a:cubicBezTo>
                <a:cubicBezTo>
                  <a:pt x="21737" y="19241"/>
                  <a:pt x="21601" y="19002"/>
                  <a:pt x="21498" y="18729"/>
                </a:cubicBezTo>
                <a:cubicBezTo>
                  <a:pt x="21293" y="18285"/>
                  <a:pt x="21089" y="17841"/>
                  <a:pt x="20918" y="17398"/>
                </a:cubicBezTo>
                <a:cubicBezTo>
                  <a:pt x="20825" y="17211"/>
                  <a:pt x="20731" y="17052"/>
                  <a:pt x="20560" y="17052"/>
                </a:cubicBezTo>
                <a:cubicBezTo>
                  <a:pt x="20543" y="17052"/>
                  <a:pt x="20526" y="17054"/>
                  <a:pt x="20509" y="17057"/>
                </a:cubicBezTo>
                <a:cubicBezTo>
                  <a:pt x="20304" y="17057"/>
                  <a:pt x="20065" y="16852"/>
                  <a:pt x="19929" y="16613"/>
                </a:cubicBezTo>
                <a:cubicBezTo>
                  <a:pt x="19383" y="15658"/>
                  <a:pt x="18905" y="14668"/>
                  <a:pt x="18530" y="13644"/>
                </a:cubicBezTo>
                <a:cubicBezTo>
                  <a:pt x="18461" y="13508"/>
                  <a:pt x="18461" y="13371"/>
                  <a:pt x="18495" y="13235"/>
                </a:cubicBezTo>
                <a:lnTo>
                  <a:pt x="18495" y="13235"/>
                </a:lnTo>
                <a:cubicBezTo>
                  <a:pt x="18666" y="13474"/>
                  <a:pt x="18871" y="13747"/>
                  <a:pt x="18973" y="13883"/>
                </a:cubicBezTo>
                <a:cubicBezTo>
                  <a:pt x="19069" y="14003"/>
                  <a:pt x="19165" y="14139"/>
                  <a:pt x="19284" y="14139"/>
                </a:cubicBezTo>
                <a:cubicBezTo>
                  <a:pt x="19335" y="14139"/>
                  <a:pt x="19390" y="14115"/>
                  <a:pt x="19451" y="14054"/>
                </a:cubicBezTo>
                <a:cubicBezTo>
                  <a:pt x="19587" y="13951"/>
                  <a:pt x="19553" y="13747"/>
                  <a:pt x="19348" y="13474"/>
                </a:cubicBezTo>
                <a:cubicBezTo>
                  <a:pt x="18393" y="12177"/>
                  <a:pt x="17711" y="10710"/>
                  <a:pt x="17335" y="9174"/>
                </a:cubicBezTo>
                <a:cubicBezTo>
                  <a:pt x="17335" y="9072"/>
                  <a:pt x="17335" y="9004"/>
                  <a:pt x="17335" y="8901"/>
                </a:cubicBezTo>
                <a:cubicBezTo>
                  <a:pt x="17608" y="9447"/>
                  <a:pt x="17984" y="9925"/>
                  <a:pt x="18086" y="10607"/>
                </a:cubicBezTo>
                <a:cubicBezTo>
                  <a:pt x="18120" y="10744"/>
                  <a:pt x="18154" y="10846"/>
                  <a:pt x="18257" y="10983"/>
                </a:cubicBezTo>
                <a:cubicBezTo>
                  <a:pt x="18632" y="11597"/>
                  <a:pt x="19007" y="12245"/>
                  <a:pt x="19383" y="12859"/>
                </a:cubicBezTo>
                <a:cubicBezTo>
                  <a:pt x="19587" y="13337"/>
                  <a:pt x="19963" y="13747"/>
                  <a:pt x="20406" y="14020"/>
                </a:cubicBezTo>
                <a:cubicBezTo>
                  <a:pt x="20338" y="14259"/>
                  <a:pt x="20372" y="14532"/>
                  <a:pt x="20543" y="14736"/>
                </a:cubicBezTo>
                <a:cubicBezTo>
                  <a:pt x="20748" y="15077"/>
                  <a:pt x="20918" y="15385"/>
                  <a:pt x="21123" y="15726"/>
                </a:cubicBezTo>
                <a:cubicBezTo>
                  <a:pt x="21157" y="15828"/>
                  <a:pt x="21191" y="15931"/>
                  <a:pt x="21225" y="16033"/>
                </a:cubicBezTo>
                <a:lnTo>
                  <a:pt x="21123" y="16135"/>
                </a:lnTo>
                <a:cubicBezTo>
                  <a:pt x="21089" y="16033"/>
                  <a:pt x="21055" y="15931"/>
                  <a:pt x="20986" y="15828"/>
                </a:cubicBezTo>
                <a:cubicBezTo>
                  <a:pt x="20748" y="15385"/>
                  <a:pt x="20509" y="14975"/>
                  <a:pt x="20270" y="14532"/>
                </a:cubicBezTo>
                <a:cubicBezTo>
                  <a:pt x="20202" y="14395"/>
                  <a:pt x="20133" y="14293"/>
                  <a:pt x="20031" y="14190"/>
                </a:cubicBezTo>
                <a:cubicBezTo>
                  <a:pt x="19980" y="14156"/>
                  <a:pt x="19929" y="14139"/>
                  <a:pt x="19877" y="14139"/>
                </a:cubicBezTo>
                <a:cubicBezTo>
                  <a:pt x="19826" y="14139"/>
                  <a:pt x="19775" y="14156"/>
                  <a:pt x="19724" y="14190"/>
                </a:cubicBezTo>
                <a:cubicBezTo>
                  <a:pt x="19621" y="14293"/>
                  <a:pt x="19656" y="14429"/>
                  <a:pt x="19724" y="14566"/>
                </a:cubicBezTo>
                <a:cubicBezTo>
                  <a:pt x="20440" y="15760"/>
                  <a:pt x="21123" y="17023"/>
                  <a:pt x="21874" y="18183"/>
                </a:cubicBezTo>
                <a:cubicBezTo>
                  <a:pt x="22420" y="19036"/>
                  <a:pt x="23068" y="19821"/>
                  <a:pt x="23682" y="20640"/>
                </a:cubicBezTo>
                <a:cubicBezTo>
                  <a:pt x="24262" y="21424"/>
                  <a:pt x="25013" y="22073"/>
                  <a:pt x="25866" y="22585"/>
                </a:cubicBezTo>
                <a:cubicBezTo>
                  <a:pt x="26002" y="22670"/>
                  <a:pt x="26105" y="22713"/>
                  <a:pt x="26182" y="22713"/>
                </a:cubicBezTo>
                <a:cubicBezTo>
                  <a:pt x="26258" y="22713"/>
                  <a:pt x="26310" y="22670"/>
                  <a:pt x="26344" y="22585"/>
                </a:cubicBezTo>
                <a:cubicBezTo>
                  <a:pt x="26412" y="22277"/>
                  <a:pt x="26241" y="22209"/>
                  <a:pt x="26071" y="22073"/>
                </a:cubicBezTo>
                <a:cubicBezTo>
                  <a:pt x="25900" y="21936"/>
                  <a:pt x="25695" y="21800"/>
                  <a:pt x="25525" y="21663"/>
                </a:cubicBezTo>
                <a:cubicBezTo>
                  <a:pt x="25354" y="21595"/>
                  <a:pt x="25252" y="21424"/>
                  <a:pt x="25252" y="21254"/>
                </a:cubicBezTo>
                <a:cubicBezTo>
                  <a:pt x="25218" y="21151"/>
                  <a:pt x="25149" y="21049"/>
                  <a:pt x="25047" y="21015"/>
                </a:cubicBezTo>
                <a:cubicBezTo>
                  <a:pt x="24569" y="20776"/>
                  <a:pt x="24160" y="20401"/>
                  <a:pt x="23887" y="19957"/>
                </a:cubicBezTo>
                <a:cubicBezTo>
                  <a:pt x="23716" y="19752"/>
                  <a:pt x="23580" y="19548"/>
                  <a:pt x="23443" y="19309"/>
                </a:cubicBezTo>
                <a:cubicBezTo>
                  <a:pt x="23375" y="19206"/>
                  <a:pt x="23341" y="19070"/>
                  <a:pt x="23273" y="18933"/>
                </a:cubicBezTo>
                <a:cubicBezTo>
                  <a:pt x="23239" y="18797"/>
                  <a:pt x="23170" y="18660"/>
                  <a:pt x="23102" y="18592"/>
                </a:cubicBezTo>
                <a:cubicBezTo>
                  <a:pt x="22795" y="18319"/>
                  <a:pt x="22556" y="17978"/>
                  <a:pt x="22385" y="17603"/>
                </a:cubicBezTo>
                <a:lnTo>
                  <a:pt x="22385" y="17603"/>
                </a:lnTo>
                <a:cubicBezTo>
                  <a:pt x="22658" y="17637"/>
                  <a:pt x="22863" y="17773"/>
                  <a:pt x="23000" y="18012"/>
                </a:cubicBezTo>
                <a:cubicBezTo>
                  <a:pt x="23136" y="18285"/>
                  <a:pt x="23341" y="18524"/>
                  <a:pt x="23546" y="18763"/>
                </a:cubicBezTo>
                <a:cubicBezTo>
                  <a:pt x="23819" y="19002"/>
                  <a:pt x="24092" y="19241"/>
                  <a:pt x="24399" y="19479"/>
                </a:cubicBezTo>
                <a:cubicBezTo>
                  <a:pt x="24467" y="19513"/>
                  <a:pt x="24569" y="19548"/>
                  <a:pt x="24672" y="19582"/>
                </a:cubicBezTo>
                <a:cubicBezTo>
                  <a:pt x="24740" y="19582"/>
                  <a:pt x="24876" y="19513"/>
                  <a:pt x="24876" y="19445"/>
                </a:cubicBezTo>
                <a:cubicBezTo>
                  <a:pt x="24876" y="19070"/>
                  <a:pt x="25354" y="19138"/>
                  <a:pt x="25286" y="18729"/>
                </a:cubicBezTo>
                <a:cubicBezTo>
                  <a:pt x="25286" y="18524"/>
                  <a:pt x="25218" y="18387"/>
                  <a:pt x="25047" y="18387"/>
                </a:cubicBezTo>
                <a:cubicBezTo>
                  <a:pt x="24911" y="18353"/>
                  <a:pt x="24808" y="18285"/>
                  <a:pt x="24706" y="18183"/>
                </a:cubicBezTo>
                <a:cubicBezTo>
                  <a:pt x="23989" y="17364"/>
                  <a:pt x="23341" y="16477"/>
                  <a:pt x="22795" y="15521"/>
                </a:cubicBezTo>
                <a:lnTo>
                  <a:pt x="22795" y="15521"/>
                </a:lnTo>
                <a:cubicBezTo>
                  <a:pt x="22863" y="15555"/>
                  <a:pt x="22931" y="15589"/>
                  <a:pt x="22966" y="15658"/>
                </a:cubicBezTo>
                <a:cubicBezTo>
                  <a:pt x="23273" y="16033"/>
                  <a:pt x="23546" y="16408"/>
                  <a:pt x="23887" y="16784"/>
                </a:cubicBezTo>
                <a:cubicBezTo>
                  <a:pt x="24228" y="17193"/>
                  <a:pt x="24535" y="17637"/>
                  <a:pt x="24876" y="18012"/>
                </a:cubicBezTo>
                <a:cubicBezTo>
                  <a:pt x="25081" y="18149"/>
                  <a:pt x="25286" y="18285"/>
                  <a:pt x="25525" y="18319"/>
                </a:cubicBezTo>
                <a:cubicBezTo>
                  <a:pt x="25549" y="18331"/>
                  <a:pt x="25573" y="18337"/>
                  <a:pt x="25595" y="18337"/>
                </a:cubicBezTo>
                <a:cubicBezTo>
                  <a:pt x="25695" y="18337"/>
                  <a:pt x="25764" y="18220"/>
                  <a:pt x="25764" y="18080"/>
                </a:cubicBezTo>
                <a:cubicBezTo>
                  <a:pt x="25764" y="17944"/>
                  <a:pt x="25695" y="17841"/>
                  <a:pt x="25593" y="17773"/>
                </a:cubicBezTo>
                <a:cubicBezTo>
                  <a:pt x="25218" y="17568"/>
                  <a:pt x="24911" y="17295"/>
                  <a:pt x="24672" y="16920"/>
                </a:cubicBezTo>
                <a:cubicBezTo>
                  <a:pt x="24501" y="16784"/>
                  <a:pt x="24399" y="16579"/>
                  <a:pt x="24433" y="16340"/>
                </a:cubicBezTo>
                <a:cubicBezTo>
                  <a:pt x="24433" y="16204"/>
                  <a:pt x="24365" y="16101"/>
                  <a:pt x="24262" y="16033"/>
                </a:cubicBezTo>
                <a:cubicBezTo>
                  <a:pt x="23682" y="15623"/>
                  <a:pt x="23273" y="15077"/>
                  <a:pt x="22966" y="14463"/>
                </a:cubicBezTo>
                <a:cubicBezTo>
                  <a:pt x="22863" y="14293"/>
                  <a:pt x="22795" y="14156"/>
                  <a:pt x="22590" y="14156"/>
                </a:cubicBezTo>
                <a:cubicBezTo>
                  <a:pt x="22590" y="14156"/>
                  <a:pt x="22522" y="14156"/>
                  <a:pt x="22522" y="14122"/>
                </a:cubicBezTo>
                <a:cubicBezTo>
                  <a:pt x="22112" y="13610"/>
                  <a:pt x="21737" y="13064"/>
                  <a:pt x="21396" y="12518"/>
                </a:cubicBezTo>
                <a:cubicBezTo>
                  <a:pt x="21225" y="12177"/>
                  <a:pt x="20918" y="12075"/>
                  <a:pt x="20748" y="11802"/>
                </a:cubicBezTo>
                <a:cubicBezTo>
                  <a:pt x="20743" y="11797"/>
                  <a:pt x="20736" y="11795"/>
                  <a:pt x="20726" y="11795"/>
                </a:cubicBezTo>
                <a:cubicBezTo>
                  <a:pt x="20669" y="11795"/>
                  <a:pt x="20533" y="11879"/>
                  <a:pt x="20475" y="11938"/>
                </a:cubicBezTo>
                <a:cubicBezTo>
                  <a:pt x="20406" y="12109"/>
                  <a:pt x="20372" y="12279"/>
                  <a:pt x="20338" y="12484"/>
                </a:cubicBezTo>
                <a:lnTo>
                  <a:pt x="20270" y="12484"/>
                </a:lnTo>
                <a:cubicBezTo>
                  <a:pt x="19826" y="11904"/>
                  <a:pt x="19246" y="11426"/>
                  <a:pt x="18905" y="10710"/>
                </a:cubicBezTo>
                <a:cubicBezTo>
                  <a:pt x="18598" y="10061"/>
                  <a:pt x="18291" y="9447"/>
                  <a:pt x="17984" y="8799"/>
                </a:cubicBezTo>
                <a:cubicBezTo>
                  <a:pt x="17949" y="8731"/>
                  <a:pt x="17949" y="8662"/>
                  <a:pt x="17984" y="8628"/>
                </a:cubicBezTo>
                <a:cubicBezTo>
                  <a:pt x="18086" y="8765"/>
                  <a:pt x="18154" y="8901"/>
                  <a:pt x="18257" y="9038"/>
                </a:cubicBezTo>
                <a:cubicBezTo>
                  <a:pt x="18598" y="9652"/>
                  <a:pt x="19007" y="10198"/>
                  <a:pt x="19485" y="10676"/>
                </a:cubicBezTo>
                <a:cubicBezTo>
                  <a:pt x="19656" y="10812"/>
                  <a:pt x="19826" y="10949"/>
                  <a:pt x="19997" y="11051"/>
                </a:cubicBezTo>
                <a:cubicBezTo>
                  <a:pt x="20119" y="11124"/>
                  <a:pt x="20207" y="11163"/>
                  <a:pt x="20275" y="11163"/>
                </a:cubicBezTo>
                <a:cubicBezTo>
                  <a:pt x="20396" y="11163"/>
                  <a:pt x="20455" y="11040"/>
                  <a:pt x="20543" y="10778"/>
                </a:cubicBezTo>
                <a:cubicBezTo>
                  <a:pt x="21055" y="11153"/>
                  <a:pt x="21532" y="11563"/>
                  <a:pt x="22078" y="11904"/>
                </a:cubicBezTo>
                <a:cubicBezTo>
                  <a:pt x="22590" y="12279"/>
                  <a:pt x="23136" y="12587"/>
                  <a:pt x="23682" y="12894"/>
                </a:cubicBezTo>
                <a:cubicBezTo>
                  <a:pt x="23832" y="12944"/>
                  <a:pt x="23982" y="12975"/>
                  <a:pt x="24132" y="12975"/>
                </a:cubicBezTo>
                <a:cubicBezTo>
                  <a:pt x="24187" y="12975"/>
                  <a:pt x="24241" y="12971"/>
                  <a:pt x="24296" y="12962"/>
                </a:cubicBezTo>
                <a:cubicBezTo>
                  <a:pt x="24365" y="12962"/>
                  <a:pt x="24535" y="12791"/>
                  <a:pt x="24535" y="12655"/>
                </a:cubicBezTo>
                <a:cubicBezTo>
                  <a:pt x="24569" y="12518"/>
                  <a:pt x="24433" y="12382"/>
                  <a:pt x="24296" y="12382"/>
                </a:cubicBezTo>
                <a:cubicBezTo>
                  <a:pt x="24023" y="12382"/>
                  <a:pt x="23784" y="12245"/>
                  <a:pt x="23614" y="12075"/>
                </a:cubicBezTo>
                <a:cubicBezTo>
                  <a:pt x="23136" y="11733"/>
                  <a:pt x="22693" y="11392"/>
                  <a:pt x="22283" y="10983"/>
                </a:cubicBezTo>
                <a:lnTo>
                  <a:pt x="22283" y="10983"/>
                </a:lnTo>
                <a:cubicBezTo>
                  <a:pt x="22420" y="11051"/>
                  <a:pt x="22556" y="11119"/>
                  <a:pt x="22693" y="11153"/>
                </a:cubicBezTo>
                <a:cubicBezTo>
                  <a:pt x="23034" y="11290"/>
                  <a:pt x="23375" y="11392"/>
                  <a:pt x="23716" y="11495"/>
                </a:cubicBezTo>
                <a:cubicBezTo>
                  <a:pt x="23778" y="11518"/>
                  <a:pt x="23839" y="11529"/>
                  <a:pt x="23898" y="11529"/>
                </a:cubicBezTo>
                <a:cubicBezTo>
                  <a:pt x="24102" y="11529"/>
                  <a:pt x="24278" y="11399"/>
                  <a:pt x="24330" y="11187"/>
                </a:cubicBezTo>
                <a:cubicBezTo>
                  <a:pt x="24433" y="11051"/>
                  <a:pt x="24433" y="10812"/>
                  <a:pt x="24296" y="10676"/>
                </a:cubicBezTo>
                <a:cubicBezTo>
                  <a:pt x="24261" y="10628"/>
                  <a:pt x="24226" y="10610"/>
                  <a:pt x="24190" y="10610"/>
                </a:cubicBezTo>
                <a:cubicBezTo>
                  <a:pt x="24123" y="10610"/>
                  <a:pt x="24056" y="10677"/>
                  <a:pt x="23989" y="10744"/>
                </a:cubicBezTo>
                <a:cubicBezTo>
                  <a:pt x="23887" y="10812"/>
                  <a:pt x="23750" y="10880"/>
                  <a:pt x="23648" y="10914"/>
                </a:cubicBezTo>
                <a:cubicBezTo>
                  <a:pt x="23682" y="10744"/>
                  <a:pt x="23682" y="10539"/>
                  <a:pt x="23648" y="10369"/>
                </a:cubicBezTo>
                <a:cubicBezTo>
                  <a:pt x="23614" y="10266"/>
                  <a:pt x="23443" y="10198"/>
                  <a:pt x="23341" y="10130"/>
                </a:cubicBezTo>
                <a:cubicBezTo>
                  <a:pt x="23068" y="9959"/>
                  <a:pt x="22761" y="9857"/>
                  <a:pt x="22488" y="9720"/>
                </a:cubicBezTo>
                <a:lnTo>
                  <a:pt x="22522" y="9584"/>
                </a:lnTo>
                <a:cubicBezTo>
                  <a:pt x="22693" y="9652"/>
                  <a:pt x="22863" y="9720"/>
                  <a:pt x="23068" y="9754"/>
                </a:cubicBezTo>
                <a:cubicBezTo>
                  <a:pt x="23273" y="9788"/>
                  <a:pt x="23511" y="9823"/>
                  <a:pt x="23750" y="9823"/>
                </a:cubicBezTo>
                <a:cubicBezTo>
                  <a:pt x="24023" y="9788"/>
                  <a:pt x="24194" y="9515"/>
                  <a:pt x="24126" y="9174"/>
                </a:cubicBezTo>
                <a:cubicBezTo>
                  <a:pt x="24103" y="9017"/>
                  <a:pt x="24007" y="8904"/>
                  <a:pt x="23914" y="8904"/>
                </a:cubicBezTo>
                <a:cubicBezTo>
                  <a:pt x="23866" y="8904"/>
                  <a:pt x="23819" y="8934"/>
                  <a:pt x="23784" y="9004"/>
                </a:cubicBezTo>
                <a:cubicBezTo>
                  <a:pt x="23687" y="9160"/>
                  <a:pt x="23578" y="9215"/>
                  <a:pt x="23465" y="9215"/>
                </a:cubicBezTo>
                <a:cubicBezTo>
                  <a:pt x="23380" y="9215"/>
                  <a:pt x="23292" y="9184"/>
                  <a:pt x="23204" y="9140"/>
                </a:cubicBezTo>
                <a:cubicBezTo>
                  <a:pt x="22283" y="8833"/>
                  <a:pt x="21362" y="8423"/>
                  <a:pt x="20440" y="7980"/>
                </a:cubicBezTo>
                <a:cubicBezTo>
                  <a:pt x="19621" y="7468"/>
                  <a:pt x="18939" y="6786"/>
                  <a:pt x="18393" y="6001"/>
                </a:cubicBezTo>
                <a:cubicBezTo>
                  <a:pt x="18257" y="5830"/>
                  <a:pt x="18188" y="5625"/>
                  <a:pt x="18154" y="5421"/>
                </a:cubicBezTo>
                <a:cubicBezTo>
                  <a:pt x="17745" y="4158"/>
                  <a:pt x="17233" y="2930"/>
                  <a:pt x="16858" y="1667"/>
                </a:cubicBezTo>
                <a:cubicBezTo>
                  <a:pt x="16823" y="1496"/>
                  <a:pt x="16755" y="1326"/>
                  <a:pt x="16653" y="1189"/>
                </a:cubicBezTo>
                <a:cubicBezTo>
                  <a:pt x="16585" y="1121"/>
                  <a:pt x="16516" y="1121"/>
                  <a:pt x="16414" y="1121"/>
                </a:cubicBezTo>
                <a:cubicBezTo>
                  <a:pt x="16346" y="1189"/>
                  <a:pt x="16312" y="1292"/>
                  <a:pt x="16312" y="1394"/>
                </a:cubicBezTo>
                <a:cubicBezTo>
                  <a:pt x="16346" y="1531"/>
                  <a:pt x="16380" y="1667"/>
                  <a:pt x="16414" y="1804"/>
                </a:cubicBezTo>
                <a:cubicBezTo>
                  <a:pt x="16346" y="2111"/>
                  <a:pt x="16277" y="2452"/>
                  <a:pt x="16243" y="2759"/>
                </a:cubicBezTo>
                <a:cubicBezTo>
                  <a:pt x="16243" y="4226"/>
                  <a:pt x="16209" y="5728"/>
                  <a:pt x="16209" y="7229"/>
                </a:cubicBezTo>
                <a:cubicBezTo>
                  <a:pt x="16209" y="7775"/>
                  <a:pt x="16141" y="8321"/>
                  <a:pt x="16073" y="8867"/>
                </a:cubicBezTo>
                <a:cubicBezTo>
                  <a:pt x="16073" y="8731"/>
                  <a:pt x="16039" y="8628"/>
                  <a:pt x="16039" y="8492"/>
                </a:cubicBezTo>
                <a:cubicBezTo>
                  <a:pt x="16039" y="6820"/>
                  <a:pt x="16073" y="5148"/>
                  <a:pt x="16073" y="3476"/>
                </a:cubicBezTo>
                <a:cubicBezTo>
                  <a:pt x="16073" y="3271"/>
                  <a:pt x="16141" y="3032"/>
                  <a:pt x="16141" y="2827"/>
                </a:cubicBezTo>
                <a:cubicBezTo>
                  <a:pt x="16141" y="2725"/>
                  <a:pt x="16073" y="2588"/>
                  <a:pt x="16004" y="2486"/>
                </a:cubicBezTo>
                <a:cubicBezTo>
                  <a:pt x="15976" y="2458"/>
                  <a:pt x="15945" y="2445"/>
                  <a:pt x="15915" y="2445"/>
                </a:cubicBezTo>
                <a:cubicBezTo>
                  <a:pt x="15835" y="2445"/>
                  <a:pt x="15756" y="2533"/>
                  <a:pt x="15731" y="2657"/>
                </a:cubicBezTo>
                <a:cubicBezTo>
                  <a:pt x="15663" y="2827"/>
                  <a:pt x="15629" y="2998"/>
                  <a:pt x="15629" y="3169"/>
                </a:cubicBezTo>
                <a:cubicBezTo>
                  <a:pt x="15595" y="4022"/>
                  <a:pt x="15561" y="4875"/>
                  <a:pt x="15527" y="5728"/>
                </a:cubicBezTo>
                <a:lnTo>
                  <a:pt x="15288" y="5933"/>
                </a:lnTo>
                <a:lnTo>
                  <a:pt x="14947" y="5625"/>
                </a:lnTo>
                <a:cubicBezTo>
                  <a:pt x="15117" y="4977"/>
                  <a:pt x="15288" y="4329"/>
                  <a:pt x="15458" y="3646"/>
                </a:cubicBezTo>
                <a:cubicBezTo>
                  <a:pt x="15561" y="3373"/>
                  <a:pt x="15527" y="3032"/>
                  <a:pt x="15322" y="2793"/>
                </a:cubicBezTo>
                <a:cubicBezTo>
                  <a:pt x="15595" y="2077"/>
                  <a:pt x="15902" y="1394"/>
                  <a:pt x="16175" y="678"/>
                </a:cubicBezTo>
                <a:lnTo>
                  <a:pt x="16243" y="473"/>
                </a:lnTo>
                <a:cubicBezTo>
                  <a:pt x="16312" y="336"/>
                  <a:pt x="16380" y="166"/>
                  <a:pt x="16209" y="63"/>
                </a:cubicBezTo>
                <a:cubicBezTo>
                  <a:pt x="16165" y="19"/>
                  <a:pt x="16125" y="0"/>
                  <a:pt x="160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2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" name="Google Shape;2933;p15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3" name="PlaceHolder 1"/>
          <p:cNvSpPr>
            <a:spLocks noGrp="1"/>
          </p:cNvSpPr>
          <p:nvPr>
            <p:ph type="title"/>
          </p:nvPr>
        </p:nvSpPr>
        <p:spPr>
          <a:xfrm>
            <a:off x="2572920" y="1227600"/>
            <a:ext cx="1898640" cy="139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02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10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54" name="PlaceHolder 2"/>
          <p:cNvSpPr>
            <a:spLocks noGrp="1"/>
          </p:cNvSpPr>
          <p:nvPr>
            <p:ph type="title"/>
          </p:nvPr>
        </p:nvSpPr>
        <p:spPr>
          <a:xfrm>
            <a:off x="2572920" y="2480040"/>
            <a:ext cx="5722200" cy="74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55" name="Google Shape;2937;p15"/>
          <p:cNvSpPr/>
          <p:nvPr/>
        </p:nvSpPr>
        <p:spPr>
          <a:xfrm rot="10800000">
            <a:off x="7099920" y="214380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6" name="Google Shape;2938;p15"/>
          <p:cNvSpPr/>
          <p:nvPr/>
        </p:nvSpPr>
        <p:spPr>
          <a:xfrm rot="10800000">
            <a:off x="8317440" y="152172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7" name="Google Shape;2939;p15"/>
          <p:cNvSpPr/>
          <p:nvPr/>
        </p:nvSpPr>
        <p:spPr>
          <a:xfrm rot="10800000">
            <a:off x="354600" y="417528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8" name="Google Shape;2940;p15"/>
          <p:cNvSpPr/>
          <p:nvPr/>
        </p:nvSpPr>
        <p:spPr>
          <a:xfrm rot="10800000">
            <a:off x="5169960" y="417528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9" name="Google Shape;2941;p15"/>
          <p:cNvSpPr/>
          <p:nvPr/>
        </p:nvSpPr>
        <p:spPr>
          <a:xfrm rot="10800000">
            <a:off x="146520" y="135612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0" name="Google Shape;2942;p15"/>
          <p:cNvSpPr/>
          <p:nvPr/>
        </p:nvSpPr>
        <p:spPr>
          <a:xfrm rot="10800000">
            <a:off x="4561560" y="4140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1" name="Google Shape;2943;p15"/>
          <p:cNvSpPr/>
          <p:nvPr/>
        </p:nvSpPr>
        <p:spPr>
          <a:xfrm rot="10800000">
            <a:off x="4559040" y="416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2" name="Google Shape;2944;p15"/>
          <p:cNvSpPr/>
          <p:nvPr/>
        </p:nvSpPr>
        <p:spPr>
          <a:xfrm rot="10800000">
            <a:off x="4566960" y="4006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3" name="Google Shape;2945;p15"/>
          <p:cNvSpPr/>
          <p:nvPr/>
        </p:nvSpPr>
        <p:spPr>
          <a:xfrm rot="10800000">
            <a:off x="1651320" y="3420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4" name="Google Shape;2946;p15"/>
          <p:cNvSpPr/>
          <p:nvPr/>
        </p:nvSpPr>
        <p:spPr>
          <a:xfrm rot="10800000">
            <a:off x="329400" y="28980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5" name="Google Shape;2947;p15"/>
          <p:cNvSpPr/>
          <p:nvPr/>
        </p:nvSpPr>
        <p:spPr>
          <a:xfrm rot="10800000">
            <a:off x="1830960" y="42120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6" name="Google Shape;2948;p15"/>
          <p:cNvSpPr/>
          <p:nvPr/>
        </p:nvSpPr>
        <p:spPr>
          <a:xfrm rot="10800000">
            <a:off x="7746120" y="244152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7" name="Google Shape;2949;p15"/>
          <p:cNvSpPr/>
          <p:nvPr/>
        </p:nvSpPr>
        <p:spPr>
          <a:xfrm rot="10800000">
            <a:off x="5663520" y="77688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8" name="Google Shape;2950;p15"/>
          <p:cNvSpPr/>
          <p:nvPr/>
        </p:nvSpPr>
        <p:spPr>
          <a:xfrm rot="10800000">
            <a:off x="6359400" y="247788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9" name="Google Shape;2951;p15"/>
          <p:cNvSpPr/>
          <p:nvPr/>
        </p:nvSpPr>
        <p:spPr>
          <a:xfrm rot="10800000">
            <a:off x="3217320" y="45201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0" name="Google Shape;2952;p15"/>
          <p:cNvSpPr/>
          <p:nvPr/>
        </p:nvSpPr>
        <p:spPr>
          <a:xfrm rot="10800000">
            <a:off x="2418120" y="29592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1" name="Google Shape;2953;p15"/>
          <p:cNvSpPr/>
          <p:nvPr/>
        </p:nvSpPr>
        <p:spPr>
          <a:xfrm rot="10800000">
            <a:off x="465120" y="204768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2" name="Google Shape;2954;p15"/>
          <p:cNvSpPr/>
          <p:nvPr/>
        </p:nvSpPr>
        <p:spPr>
          <a:xfrm rot="10800000">
            <a:off x="3436560" y="1425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3" name="Google Shape;2955;p15"/>
          <p:cNvSpPr/>
          <p:nvPr/>
        </p:nvSpPr>
        <p:spPr>
          <a:xfrm rot="10800000">
            <a:off x="8442000" y="35892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4" name="Google Shape;2956;p15"/>
          <p:cNvSpPr/>
          <p:nvPr/>
        </p:nvSpPr>
        <p:spPr>
          <a:xfrm rot="10800000">
            <a:off x="6721920" y="26388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5" name="Google Shape;2957;p15"/>
          <p:cNvSpPr/>
          <p:nvPr/>
        </p:nvSpPr>
        <p:spPr>
          <a:xfrm rot="10800000">
            <a:off x="6793200" y="179388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6" name="Google Shape;2958;p15"/>
          <p:cNvSpPr/>
          <p:nvPr/>
        </p:nvSpPr>
        <p:spPr>
          <a:xfrm rot="10800000">
            <a:off x="7632720" y="473688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7" name="Google Shape;2959;p15"/>
          <p:cNvSpPr/>
          <p:nvPr/>
        </p:nvSpPr>
        <p:spPr>
          <a:xfrm rot="10800000">
            <a:off x="8136360" y="479556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8" name="Google Shape;2960;p15"/>
          <p:cNvSpPr/>
          <p:nvPr/>
        </p:nvSpPr>
        <p:spPr>
          <a:xfrm rot="10800000">
            <a:off x="8807400" y="450468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79" name="Google Shape;2961;p15"/>
          <p:cNvSpPr/>
          <p:nvPr/>
        </p:nvSpPr>
        <p:spPr>
          <a:xfrm rot="10800000">
            <a:off x="2594160" y="451584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0" name="Google Shape;2962;p15"/>
          <p:cNvSpPr/>
          <p:nvPr/>
        </p:nvSpPr>
        <p:spPr>
          <a:xfrm rot="10800000">
            <a:off x="4056480" y="410328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1" name="Google Shape;2963;p15"/>
          <p:cNvSpPr/>
          <p:nvPr/>
        </p:nvSpPr>
        <p:spPr>
          <a:xfrm rot="10800000">
            <a:off x="4271760" y="46461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2" name="Google Shape;2964;p15"/>
          <p:cNvSpPr/>
          <p:nvPr/>
        </p:nvSpPr>
        <p:spPr>
          <a:xfrm rot="10800000">
            <a:off x="1520640" y="161892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3" name="Google Shape;2965;p15"/>
          <p:cNvSpPr/>
          <p:nvPr/>
        </p:nvSpPr>
        <p:spPr>
          <a:xfrm rot="10800000">
            <a:off x="538560" y="112932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4" name="Google Shape;2966;p15"/>
          <p:cNvSpPr/>
          <p:nvPr/>
        </p:nvSpPr>
        <p:spPr>
          <a:xfrm rot="10800000">
            <a:off x="1431360" y="49154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5" name="Google Shape;2967;p15"/>
          <p:cNvSpPr/>
          <p:nvPr/>
        </p:nvSpPr>
        <p:spPr>
          <a:xfrm rot="10800000">
            <a:off x="288720" y="358560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6" name="Google Shape;2968;p15"/>
          <p:cNvSpPr/>
          <p:nvPr/>
        </p:nvSpPr>
        <p:spPr>
          <a:xfrm rot="10800000">
            <a:off x="7436520" y="167796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7" name="Google Shape;2969;p15"/>
          <p:cNvSpPr/>
          <p:nvPr/>
        </p:nvSpPr>
        <p:spPr>
          <a:xfrm rot="10800000">
            <a:off x="5951160" y="34776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8" name="Google Shape;2970;p15"/>
          <p:cNvSpPr/>
          <p:nvPr/>
        </p:nvSpPr>
        <p:spPr>
          <a:xfrm rot="15205200">
            <a:off x="4314240" y="761400"/>
            <a:ext cx="432720" cy="1223640"/>
          </a:xfrm>
          <a:custGeom>
            <a:avLst/>
            <a:gdLst>
              <a:gd name="textAreaLeft" fmla="*/ 0 w 432720"/>
              <a:gd name="textAreaRight" fmla="*/ 433080 w 432720"/>
              <a:gd name="textAreaTop" fmla="*/ 0 h 1223640"/>
              <a:gd name="textAreaBottom" fmla="*/ 1224000 h 1223640"/>
            </a:gdLst>
            <a:ahLst/>
            <a:cxnLst/>
            <a:rect l="textAreaLeft" t="textAreaTop" r="textAreaRight" b="textAreaBottom"/>
            <a:pathLst>
              <a:path w="7443" h="21043">
                <a:moveTo>
                  <a:pt x="386" y="236"/>
                </a:moveTo>
                <a:lnTo>
                  <a:pt x="386" y="236"/>
                </a:lnTo>
                <a:cubicBezTo>
                  <a:pt x="515" y="284"/>
                  <a:pt x="660" y="300"/>
                  <a:pt x="804" y="332"/>
                </a:cubicBezTo>
                <a:cubicBezTo>
                  <a:pt x="1270" y="429"/>
                  <a:pt x="1769" y="525"/>
                  <a:pt x="2251" y="606"/>
                </a:cubicBezTo>
                <a:cubicBezTo>
                  <a:pt x="3328" y="798"/>
                  <a:pt x="4421" y="975"/>
                  <a:pt x="5514" y="1152"/>
                </a:cubicBezTo>
                <a:cubicBezTo>
                  <a:pt x="5626" y="1168"/>
                  <a:pt x="5787" y="1216"/>
                  <a:pt x="5947" y="1248"/>
                </a:cubicBezTo>
                <a:cubicBezTo>
                  <a:pt x="5867" y="1329"/>
                  <a:pt x="5771" y="1425"/>
                  <a:pt x="5690" y="1506"/>
                </a:cubicBezTo>
                <a:cubicBezTo>
                  <a:pt x="5530" y="1666"/>
                  <a:pt x="5353" y="1843"/>
                  <a:pt x="5176" y="2004"/>
                </a:cubicBezTo>
                <a:cubicBezTo>
                  <a:pt x="4999" y="2181"/>
                  <a:pt x="4871" y="2293"/>
                  <a:pt x="4726" y="2454"/>
                </a:cubicBezTo>
                <a:cubicBezTo>
                  <a:pt x="4646" y="2534"/>
                  <a:pt x="4565" y="2615"/>
                  <a:pt x="4501" y="2711"/>
                </a:cubicBezTo>
                <a:cubicBezTo>
                  <a:pt x="4437" y="2791"/>
                  <a:pt x="4372" y="2872"/>
                  <a:pt x="4340" y="2968"/>
                </a:cubicBezTo>
                <a:cubicBezTo>
                  <a:pt x="4308" y="3000"/>
                  <a:pt x="4340" y="3049"/>
                  <a:pt x="4372" y="3065"/>
                </a:cubicBezTo>
                <a:cubicBezTo>
                  <a:pt x="4517" y="3209"/>
                  <a:pt x="4630" y="3354"/>
                  <a:pt x="4710" y="3531"/>
                </a:cubicBezTo>
                <a:cubicBezTo>
                  <a:pt x="4887" y="3820"/>
                  <a:pt x="5063" y="4093"/>
                  <a:pt x="5224" y="4399"/>
                </a:cubicBezTo>
                <a:cubicBezTo>
                  <a:pt x="5690" y="5299"/>
                  <a:pt x="6060" y="6247"/>
                  <a:pt x="6333" y="7227"/>
                </a:cubicBezTo>
                <a:cubicBezTo>
                  <a:pt x="6719" y="8593"/>
                  <a:pt x="6928" y="10008"/>
                  <a:pt x="6944" y="11422"/>
                </a:cubicBezTo>
                <a:cubicBezTo>
                  <a:pt x="6928" y="12981"/>
                  <a:pt x="6767" y="14540"/>
                  <a:pt x="6462" y="16067"/>
                </a:cubicBezTo>
                <a:lnTo>
                  <a:pt x="6446" y="16067"/>
                </a:lnTo>
                <a:cubicBezTo>
                  <a:pt x="6301" y="16903"/>
                  <a:pt x="6092" y="17722"/>
                  <a:pt x="5803" y="18510"/>
                </a:cubicBezTo>
                <a:cubicBezTo>
                  <a:pt x="5658" y="18912"/>
                  <a:pt x="5481" y="19314"/>
                  <a:pt x="5305" y="19715"/>
                </a:cubicBezTo>
                <a:cubicBezTo>
                  <a:pt x="5224" y="19876"/>
                  <a:pt x="5144" y="20037"/>
                  <a:pt x="5080" y="20198"/>
                </a:cubicBezTo>
                <a:cubicBezTo>
                  <a:pt x="5047" y="20005"/>
                  <a:pt x="5015" y="19812"/>
                  <a:pt x="4983" y="19619"/>
                </a:cubicBezTo>
                <a:cubicBezTo>
                  <a:pt x="4919" y="19249"/>
                  <a:pt x="4822" y="18880"/>
                  <a:pt x="4710" y="18526"/>
                </a:cubicBezTo>
                <a:cubicBezTo>
                  <a:pt x="4517" y="18028"/>
                  <a:pt x="4292" y="17562"/>
                  <a:pt x="4051" y="17096"/>
                </a:cubicBezTo>
                <a:cubicBezTo>
                  <a:pt x="4011" y="17015"/>
                  <a:pt x="3936" y="16979"/>
                  <a:pt x="3857" y="16979"/>
                </a:cubicBezTo>
                <a:cubicBezTo>
                  <a:pt x="3841" y="16979"/>
                  <a:pt x="3825" y="16981"/>
                  <a:pt x="3810" y="16983"/>
                </a:cubicBezTo>
                <a:cubicBezTo>
                  <a:pt x="3617" y="17080"/>
                  <a:pt x="3456" y="17192"/>
                  <a:pt x="3312" y="17353"/>
                </a:cubicBezTo>
                <a:cubicBezTo>
                  <a:pt x="3183" y="17449"/>
                  <a:pt x="3054" y="17562"/>
                  <a:pt x="2926" y="17674"/>
                </a:cubicBezTo>
                <a:cubicBezTo>
                  <a:pt x="2749" y="17803"/>
                  <a:pt x="2556" y="17883"/>
                  <a:pt x="2363" y="17996"/>
                </a:cubicBezTo>
                <a:cubicBezTo>
                  <a:pt x="2187" y="18108"/>
                  <a:pt x="2010" y="18237"/>
                  <a:pt x="1833" y="18365"/>
                </a:cubicBezTo>
                <a:cubicBezTo>
                  <a:pt x="1640" y="18494"/>
                  <a:pt x="1447" y="18590"/>
                  <a:pt x="1238" y="18655"/>
                </a:cubicBezTo>
                <a:cubicBezTo>
                  <a:pt x="1013" y="18735"/>
                  <a:pt x="788" y="18831"/>
                  <a:pt x="563" y="18880"/>
                </a:cubicBezTo>
                <a:cubicBezTo>
                  <a:pt x="1238" y="18285"/>
                  <a:pt x="1737" y="17433"/>
                  <a:pt x="2154" y="16646"/>
                </a:cubicBezTo>
                <a:cubicBezTo>
                  <a:pt x="2621" y="15746"/>
                  <a:pt x="2990" y="14781"/>
                  <a:pt x="3247" y="13801"/>
                </a:cubicBezTo>
                <a:cubicBezTo>
                  <a:pt x="3762" y="11760"/>
                  <a:pt x="3874" y="9638"/>
                  <a:pt x="3617" y="7565"/>
                </a:cubicBezTo>
                <a:cubicBezTo>
                  <a:pt x="3456" y="6424"/>
                  <a:pt x="3199" y="5299"/>
                  <a:pt x="2829" y="4206"/>
                </a:cubicBezTo>
                <a:cubicBezTo>
                  <a:pt x="2799" y="4105"/>
                  <a:pt x="2705" y="4048"/>
                  <a:pt x="2612" y="4048"/>
                </a:cubicBezTo>
                <a:cubicBezTo>
                  <a:pt x="2556" y="4048"/>
                  <a:pt x="2501" y="4068"/>
                  <a:pt x="2460" y="4109"/>
                </a:cubicBezTo>
                <a:cubicBezTo>
                  <a:pt x="1785" y="4849"/>
                  <a:pt x="1045" y="5508"/>
                  <a:pt x="338" y="6199"/>
                </a:cubicBezTo>
                <a:cubicBezTo>
                  <a:pt x="338" y="6038"/>
                  <a:pt x="338" y="5877"/>
                  <a:pt x="354" y="5717"/>
                </a:cubicBezTo>
                <a:cubicBezTo>
                  <a:pt x="386" y="5443"/>
                  <a:pt x="354" y="5154"/>
                  <a:pt x="354" y="4881"/>
                </a:cubicBezTo>
                <a:cubicBezTo>
                  <a:pt x="354" y="4334"/>
                  <a:pt x="354" y="3788"/>
                  <a:pt x="386" y="3257"/>
                </a:cubicBezTo>
                <a:cubicBezTo>
                  <a:pt x="403" y="2261"/>
                  <a:pt x="499" y="1232"/>
                  <a:pt x="386" y="236"/>
                </a:cubicBezTo>
                <a:close/>
                <a:moveTo>
                  <a:pt x="272" y="0"/>
                </a:moveTo>
                <a:cubicBezTo>
                  <a:pt x="255" y="0"/>
                  <a:pt x="239" y="4"/>
                  <a:pt x="226" y="11"/>
                </a:cubicBezTo>
                <a:cubicBezTo>
                  <a:pt x="161" y="11"/>
                  <a:pt x="145" y="91"/>
                  <a:pt x="178" y="139"/>
                </a:cubicBezTo>
                <a:cubicBezTo>
                  <a:pt x="33" y="1168"/>
                  <a:pt x="65" y="2229"/>
                  <a:pt x="33" y="3257"/>
                </a:cubicBezTo>
                <a:cubicBezTo>
                  <a:pt x="17" y="3788"/>
                  <a:pt x="17" y="4318"/>
                  <a:pt x="1" y="4849"/>
                </a:cubicBezTo>
                <a:cubicBezTo>
                  <a:pt x="1" y="5122"/>
                  <a:pt x="1" y="5395"/>
                  <a:pt x="33" y="5684"/>
                </a:cubicBezTo>
                <a:cubicBezTo>
                  <a:pt x="65" y="5958"/>
                  <a:pt x="97" y="6231"/>
                  <a:pt x="97" y="6520"/>
                </a:cubicBezTo>
                <a:cubicBezTo>
                  <a:pt x="97" y="6582"/>
                  <a:pt x="174" y="6654"/>
                  <a:pt x="245" y="6654"/>
                </a:cubicBezTo>
                <a:cubicBezTo>
                  <a:pt x="267" y="6654"/>
                  <a:pt x="288" y="6647"/>
                  <a:pt x="306" y="6633"/>
                </a:cubicBezTo>
                <a:cubicBezTo>
                  <a:pt x="1094" y="6038"/>
                  <a:pt x="1833" y="5395"/>
                  <a:pt x="2524" y="4688"/>
                </a:cubicBezTo>
                <a:cubicBezTo>
                  <a:pt x="3071" y="6488"/>
                  <a:pt x="3328" y="8352"/>
                  <a:pt x="3279" y="10233"/>
                </a:cubicBezTo>
                <a:cubicBezTo>
                  <a:pt x="3263" y="12242"/>
                  <a:pt x="2829" y="14219"/>
                  <a:pt x="1978" y="16035"/>
                </a:cubicBezTo>
                <a:cubicBezTo>
                  <a:pt x="1720" y="16565"/>
                  <a:pt x="1447" y="17064"/>
                  <a:pt x="1126" y="17546"/>
                </a:cubicBezTo>
                <a:cubicBezTo>
                  <a:pt x="788" y="18044"/>
                  <a:pt x="403" y="18494"/>
                  <a:pt x="65" y="18992"/>
                </a:cubicBezTo>
                <a:cubicBezTo>
                  <a:pt x="49" y="19073"/>
                  <a:pt x="81" y="19153"/>
                  <a:pt x="145" y="19201"/>
                </a:cubicBezTo>
                <a:cubicBezTo>
                  <a:pt x="263" y="19227"/>
                  <a:pt x="381" y="19239"/>
                  <a:pt x="498" y="19239"/>
                </a:cubicBezTo>
                <a:cubicBezTo>
                  <a:pt x="748" y="19239"/>
                  <a:pt x="992" y="19182"/>
                  <a:pt x="1222" y="19073"/>
                </a:cubicBezTo>
                <a:cubicBezTo>
                  <a:pt x="1431" y="18992"/>
                  <a:pt x="1592" y="18864"/>
                  <a:pt x="1801" y="18767"/>
                </a:cubicBezTo>
                <a:cubicBezTo>
                  <a:pt x="2010" y="18671"/>
                  <a:pt x="2235" y="18574"/>
                  <a:pt x="2428" y="18446"/>
                </a:cubicBezTo>
                <a:cubicBezTo>
                  <a:pt x="2621" y="18333"/>
                  <a:pt x="2797" y="18205"/>
                  <a:pt x="2958" y="18060"/>
                </a:cubicBezTo>
                <a:cubicBezTo>
                  <a:pt x="3103" y="17948"/>
                  <a:pt x="3279" y="17835"/>
                  <a:pt x="3440" y="17739"/>
                </a:cubicBezTo>
                <a:lnTo>
                  <a:pt x="3794" y="17514"/>
                </a:lnTo>
                <a:cubicBezTo>
                  <a:pt x="3954" y="17883"/>
                  <a:pt x="4115" y="18269"/>
                  <a:pt x="4260" y="18655"/>
                </a:cubicBezTo>
                <a:cubicBezTo>
                  <a:pt x="4388" y="18976"/>
                  <a:pt x="4485" y="19314"/>
                  <a:pt x="4581" y="19651"/>
                </a:cubicBezTo>
                <a:cubicBezTo>
                  <a:pt x="4630" y="19876"/>
                  <a:pt x="4662" y="20101"/>
                  <a:pt x="4694" y="20310"/>
                </a:cubicBezTo>
                <a:cubicBezTo>
                  <a:pt x="4694" y="20535"/>
                  <a:pt x="4742" y="20760"/>
                  <a:pt x="4822" y="20969"/>
                </a:cubicBezTo>
                <a:cubicBezTo>
                  <a:pt x="4858" y="21018"/>
                  <a:pt x="4911" y="21043"/>
                  <a:pt x="4963" y="21043"/>
                </a:cubicBezTo>
                <a:cubicBezTo>
                  <a:pt x="5030" y="21043"/>
                  <a:pt x="5094" y="21002"/>
                  <a:pt x="5112" y="20921"/>
                </a:cubicBezTo>
                <a:lnTo>
                  <a:pt x="5112" y="20905"/>
                </a:lnTo>
                <a:cubicBezTo>
                  <a:pt x="5305" y="20583"/>
                  <a:pt x="5465" y="20262"/>
                  <a:pt x="5594" y="19924"/>
                </a:cubicBezTo>
                <a:cubicBezTo>
                  <a:pt x="5755" y="19603"/>
                  <a:pt x="5899" y="19265"/>
                  <a:pt x="6044" y="18928"/>
                </a:cubicBezTo>
                <a:cubicBezTo>
                  <a:pt x="6333" y="18189"/>
                  <a:pt x="6558" y="17433"/>
                  <a:pt x="6719" y="16662"/>
                </a:cubicBezTo>
                <a:cubicBezTo>
                  <a:pt x="7105" y="15103"/>
                  <a:pt x="7330" y="13495"/>
                  <a:pt x="7378" y="11888"/>
                </a:cubicBezTo>
                <a:cubicBezTo>
                  <a:pt x="7442" y="9301"/>
                  <a:pt x="6831" y="6745"/>
                  <a:pt x="5610" y="4463"/>
                </a:cubicBezTo>
                <a:cubicBezTo>
                  <a:pt x="5337" y="3965"/>
                  <a:pt x="5031" y="3402"/>
                  <a:pt x="4565" y="3049"/>
                </a:cubicBezTo>
                <a:cubicBezTo>
                  <a:pt x="4613" y="2984"/>
                  <a:pt x="4678" y="2920"/>
                  <a:pt x="4742" y="2856"/>
                </a:cubicBezTo>
                <a:cubicBezTo>
                  <a:pt x="4790" y="2791"/>
                  <a:pt x="4887" y="2727"/>
                  <a:pt x="4967" y="2647"/>
                </a:cubicBezTo>
                <a:cubicBezTo>
                  <a:pt x="5128" y="2502"/>
                  <a:pt x="5288" y="2357"/>
                  <a:pt x="5433" y="2197"/>
                </a:cubicBezTo>
                <a:lnTo>
                  <a:pt x="5706" y="1940"/>
                </a:lnTo>
                <a:lnTo>
                  <a:pt x="5931" y="1731"/>
                </a:lnTo>
                <a:cubicBezTo>
                  <a:pt x="6012" y="1650"/>
                  <a:pt x="6108" y="1570"/>
                  <a:pt x="6205" y="1490"/>
                </a:cubicBezTo>
                <a:cubicBezTo>
                  <a:pt x="6301" y="1409"/>
                  <a:pt x="6381" y="1313"/>
                  <a:pt x="6462" y="1200"/>
                </a:cubicBezTo>
                <a:cubicBezTo>
                  <a:pt x="6478" y="1152"/>
                  <a:pt x="6478" y="1088"/>
                  <a:pt x="6462" y="1040"/>
                </a:cubicBezTo>
                <a:cubicBezTo>
                  <a:pt x="6446" y="1023"/>
                  <a:pt x="6446" y="1007"/>
                  <a:pt x="6430" y="991"/>
                </a:cubicBezTo>
                <a:cubicBezTo>
                  <a:pt x="6414" y="991"/>
                  <a:pt x="6349" y="943"/>
                  <a:pt x="6333" y="943"/>
                </a:cubicBezTo>
                <a:cubicBezTo>
                  <a:pt x="6285" y="927"/>
                  <a:pt x="6253" y="911"/>
                  <a:pt x="6205" y="911"/>
                </a:cubicBezTo>
                <a:cubicBezTo>
                  <a:pt x="6044" y="879"/>
                  <a:pt x="5883" y="863"/>
                  <a:pt x="5722" y="831"/>
                </a:cubicBezTo>
                <a:cubicBezTo>
                  <a:pt x="5240" y="766"/>
                  <a:pt x="4758" y="686"/>
                  <a:pt x="4276" y="606"/>
                </a:cubicBezTo>
                <a:cubicBezTo>
                  <a:pt x="3183" y="429"/>
                  <a:pt x="2106" y="252"/>
                  <a:pt x="1013" y="91"/>
                </a:cubicBezTo>
                <a:cubicBezTo>
                  <a:pt x="788" y="59"/>
                  <a:pt x="563" y="43"/>
                  <a:pt x="338" y="27"/>
                </a:cubicBezTo>
                <a:cubicBezTo>
                  <a:pt x="319" y="8"/>
                  <a:pt x="295" y="0"/>
                  <a:pt x="27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89" name="Google Shape;2971;p15"/>
          <p:cNvGrpSpPr/>
          <p:nvPr/>
        </p:nvGrpSpPr>
        <p:grpSpPr>
          <a:xfrm>
            <a:off x="4981680" y="1936800"/>
            <a:ext cx="641520" cy="509400"/>
            <a:chOff x="4981680" y="1936800"/>
            <a:chExt cx="641520" cy="509400"/>
          </a:xfrm>
        </p:grpSpPr>
        <p:sp>
          <p:nvSpPr>
            <p:cNvPr id="2290" name="Google Shape;2972;p15"/>
            <p:cNvSpPr/>
            <p:nvPr/>
          </p:nvSpPr>
          <p:spPr>
            <a:xfrm rot="15300000">
              <a:off x="5011920" y="2205720"/>
              <a:ext cx="208080" cy="222120"/>
            </a:xfrm>
            <a:custGeom>
              <a:avLst/>
              <a:gdLst>
                <a:gd name="textAreaLeft" fmla="*/ 0 w 208080"/>
                <a:gd name="textAreaRight" fmla="*/ 208440 w 20808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4223" h="4502">
                  <a:moveTo>
                    <a:pt x="1416" y="320"/>
                  </a:moveTo>
                  <a:cubicBezTo>
                    <a:pt x="1510" y="361"/>
                    <a:pt x="1594" y="414"/>
                    <a:pt x="1667" y="487"/>
                  </a:cubicBezTo>
                  <a:cubicBezTo>
                    <a:pt x="1646" y="487"/>
                    <a:pt x="1625" y="498"/>
                    <a:pt x="1615" y="508"/>
                  </a:cubicBezTo>
                  <a:lnTo>
                    <a:pt x="1604" y="487"/>
                  </a:lnTo>
                  <a:cubicBezTo>
                    <a:pt x="1582" y="448"/>
                    <a:pt x="1544" y="429"/>
                    <a:pt x="1505" y="429"/>
                  </a:cubicBezTo>
                  <a:cubicBezTo>
                    <a:pt x="1473" y="429"/>
                    <a:pt x="1440" y="442"/>
                    <a:pt x="1416" y="466"/>
                  </a:cubicBezTo>
                  <a:lnTo>
                    <a:pt x="1416" y="320"/>
                  </a:lnTo>
                  <a:close/>
                  <a:moveTo>
                    <a:pt x="1426" y="844"/>
                  </a:moveTo>
                  <a:cubicBezTo>
                    <a:pt x="1447" y="970"/>
                    <a:pt x="1479" y="1085"/>
                    <a:pt x="1521" y="1211"/>
                  </a:cubicBezTo>
                  <a:lnTo>
                    <a:pt x="1510" y="1211"/>
                  </a:lnTo>
                  <a:cubicBezTo>
                    <a:pt x="1489" y="1190"/>
                    <a:pt x="1458" y="1190"/>
                    <a:pt x="1426" y="1190"/>
                  </a:cubicBezTo>
                  <a:lnTo>
                    <a:pt x="1426" y="844"/>
                  </a:lnTo>
                  <a:close/>
                  <a:moveTo>
                    <a:pt x="3419" y="1756"/>
                  </a:moveTo>
                  <a:cubicBezTo>
                    <a:pt x="3387" y="1809"/>
                    <a:pt x="3356" y="1840"/>
                    <a:pt x="3314" y="1882"/>
                  </a:cubicBezTo>
                  <a:cubicBezTo>
                    <a:pt x="3303" y="1840"/>
                    <a:pt x="3293" y="1798"/>
                    <a:pt x="3282" y="1756"/>
                  </a:cubicBezTo>
                  <a:close/>
                  <a:moveTo>
                    <a:pt x="1112" y="1903"/>
                  </a:moveTo>
                  <a:cubicBezTo>
                    <a:pt x="1112" y="1924"/>
                    <a:pt x="1112" y="1945"/>
                    <a:pt x="1112" y="1966"/>
                  </a:cubicBezTo>
                  <a:cubicBezTo>
                    <a:pt x="1122" y="2018"/>
                    <a:pt x="1133" y="2060"/>
                    <a:pt x="1143" y="2113"/>
                  </a:cubicBezTo>
                  <a:lnTo>
                    <a:pt x="1059" y="2029"/>
                  </a:lnTo>
                  <a:cubicBezTo>
                    <a:pt x="1038" y="2008"/>
                    <a:pt x="1007" y="1997"/>
                    <a:pt x="975" y="1997"/>
                  </a:cubicBezTo>
                  <a:cubicBezTo>
                    <a:pt x="1017" y="1966"/>
                    <a:pt x="1070" y="1934"/>
                    <a:pt x="1112" y="1903"/>
                  </a:cubicBezTo>
                  <a:close/>
                  <a:moveTo>
                    <a:pt x="703" y="2165"/>
                  </a:moveTo>
                  <a:cubicBezTo>
                    <a:pt x="703" y="2197"/>
                    <a:pt x="713" y="2218"/>
                    <a:pt x="713" y="2249"/>
                  </a:cubicBezTo>
                  <a:cubicBezTo>
                    <a:pt x="703" y="2270"/>
                    <a:pt x="692" y="2291"/>
                    <a:pt x="703" y="2312"/>
                  </a:cubicBezTo>
                  <a:cubicBezTo>
                    <a:pt x="703" y="2333"/>
                    <a:pt x="713" y="2343"/>
                    <a:pt x="713" y="2354"/>
                  </a:cubicBezTo>
                  <a:lnTo>
                    <a:pt x="493" y="2322"/>
                  </a:lnTo>
                  <a:cubicBezTo>
                    <a:pt x="566" y="2270"/>
                    <a:pt x="629" y="2218"/>
                    <a:pt x="703" y="2165"/>
                  </a:cubicBezTo>
                  <a:close/>
                  <a:moveTo>
                    <a:pt x="1950" y="833"/>
                  </a:moveTo>
                  <a:lnTo>
                    <a:pt x="1950" y="833"/>
                  </a:lnTo>
                  <a:cubicBezTo>
                    <a:pt x="2108" y="1096"/>
                    <a:pt x="2234" y="1379"/>
                    <a:pt x="2370" y="1599"/>
                  </a:cubicBezTo>
                  <a:cubicBezTo>
                    <a:pt x="2399" y="1642"/>
                    <a:pt x="2443" y="1666"/>
                    <a:pt x="2488" y="1666"/>
                  </a:cubicBezTo>
                  <a:cubicBezTo>
                    <a:pt x="2508" y="1666"/>
                    <a:pt x="2529" y="1661"/>
                    <a:pt x="2548" y="1651"/>
                  </a:cubicBezTo>
                  <a:cubicBezTo>
                    <a:pt x="2557" y="1652"/>
                    <a:pt x="2565" y="1652"/>
                    <a:pt x="2574" y="1652"/>
                  </a:cubicBezTo>
                  <a:cubicBezTo>
                    <a:pt x="2749" y="1652"/>
                    <a:pt x="2974" y="1554"/>
                    <a:pt x="3094" y="1504"/>
                  </a:cubicBezTo>
                  <a:cubicBezTo>
                    <a:pt x="3335" y="1410"/>
                    <a:pt x="3576" y="1295"/>
                    <a:pt x="3817" y="1211"/>
                  </a:cubicBezTo>
                  <a:lnTo>
                    <a:pt x="3817" y="1211"/>
                  </a:lnTo>
                  <a:cubicBezTo>
                    <a:pt x="3775" y="1274"/>
                    <a:pt x="3744" y="1337"/>
                    <a:pt x="3691" y="1410"/>
                  </a:cubicBezTo>
                  <a:cubicBezTo>
                    <a:pt x="3670" y="1374"/>
                    <a:pt x="3629" y="1353"/>
                    <a:pt x="3589" y="1353"/>
                  </a:cubicBezTo>
                  <a:cubicBezTo>
                    <a:pt x="3570" y="1353"/>
                    <a:pt x="3551" y="1358"/>
                    <a:pt x="3534" y="1368"/>
                  </a:cubicBezTo>
                  <a:cubicBezTo>
                    <a:pt x="3335" y="1473"/>
                    <a:pt x="3387" y="1525"/>
                    <a:pt x="3125" y="1525"/>
                  </a:cubicBezTo>
                  <a:cubicBezTo>
                    <a:pt x="3052" y="1525"/>
                    <a:pt x="2999" y="1588"/>
                    <a:pt x="3010" y="1662"/>
                  </a:cubicBezTo>
                  <a:lnTo>
                    <a:pt x="2999" y="1641"/>
                  </a:lnTo>
                  <a:cubicBezTo>
                    <a:pt x="2976" y="1609"/>
                    <a:pt x="2939" y="1593"/>
                    <a:pt x="2902" y="1593"/>
                  </a:cubicBezTo>
                  <a:cubicBezTo>
                    <a:pt x="2855" y="1593"/>
                    <a:pt x="2807" y="1619"/>
                    <a:pt x="2789" y="1672"/>
                  </a:cubicBezTo>
                  <a:cubicBezTo>
                    <a:pt x="2767" y="1653"/>
                    <a:pt x="2742" y="1645"/>
                    <a:pt x="2718" y="1645"/>
                  </a:cubicBezTo>
                  <a:cubicBezTo>
                    <a:pt x="2650" y="1645"/>
                    <a:pt x="2588" y="1710"/>
                    <a:pt x="2611" y="1788"/>
                  </a:cubicBezTo>
                  <a:cubicBezTo>
                    <a:pt x="2674" y="2008"/>
                    <a:pt x="2737" y="2228"/>
                    <a:pt x="2800" y="2448"/>
                  </a:cubicBezTo>
                  <a:cubicBezTo>
                    <a:pt x="2496" y="1924"/>
                    <a:pt x="2234" y="1379"/>
                    <a:pt x="1950" y="833"/>
                  </a:cubicBezTo>
                  <a:close/>
                  <a:moveTo>
                    <a:pt x="1384" y="2322"/>
                  </a:moveTo>
                  <a:cubicBezTo>
                    <a:pt x="1426" y="2375"/>
                    <a:pt x="1468" y="2427"/>
                    <a:pt x="1521" y="2480"/>
                  </a:cubicBezTo>
                  <a:lnTo>
                    <a:pt x="1384" y="2448"/>
                  </a:lnTo>
                  <a:lnTo>
                    <a:pt x="1384" y="2322"/>
                  </a:lnTo>
                  <a:close/>
                  <a:moveTo>
                    <a:pt x="1730" y="2480"/>
                  </a:moveTo>
                  <a:cubicBezTo>
                    <a:pt x="1804" y="2595"/>
                    <a:pt x="1867" y="2710"/>
                    <a:pt x="1930" y="2836"/>
                  </a:cubicBezTo>
                  <a:cubicBezTo>
                    <a:pt x="1888" y="2794"/>
                    <a:pt x="1846" y="2763"/>
                    <a:pt x="1814" y="2721"/>
                  </a:cubicBezTo>
                  <a:cubicBezTo>
                    <a:pt x="1798" y="2700"/>
                    <a:pt x="1772" y="2689"/>
                    <a:pt x="1746" y="2689"/>
                  </a:cubicBezTo>
                  <a:cubicBezTo>
                    <a:pt x="1720" y="2689"/>
                    <a:pt x="1694" y="2700"/>
                    <a:pt x="1678" y="2721"/>
                  </a:cubicBezTo>
                  <a:lnTo>
                    <a:pt x="1667" y="2721"/>
                  </a:lnTo>
                  <a:lnTo>
                    <a:pt x="1667" y="2700"/>
                  </a:lnTo>
                  <a:cubicBezTo>
                    <a:pt x="1699" y="2658"/>
                    <a:pt x="1699" y="2595"/>
                    <a:pt x="1667" y="2543"/>
                  </a:cubicBezTo>
                  <a:cubicBezTo>
                    <a:pt x="1699" y="2532"/>
                    <a:pt x="1720" y="2511"/>
                    <a:pt x="1730" y="2480"/>
                  </a:cubicBezTo>
                  <a:close/>
                  <a:moveTo>
                    <a:pt x="2768" y="2878"/>
                  </a:moveTo>
                  <a:cubicBezTo>
                    <a:pt x="2800" y="2931"/>
                    <a:pt x="2831" y="2983"/>
                    <a:pt x="2863" y="3036"/>
                  </a:cubicBezTo>
                  <a:lnTo>
                    <a:pt x="2768" y="3025"/>
                  </a:lnTo>
                  <a:cubicBezTo>
                    <a:pt x="2779" y="2994"/>
                    <a:pt x="2789" y="2973"/>
                    <a:pt x="2779" y="2941"/>
                  </a:cubicBezTo>
                  <a:cubicBezTo>
                    <a:pt x="2779" y="2920"/>
                    <a:pt x="2779" y="2899"/>
                    <a:pt x="2768" y="2878"/>
                  </a:cubicBezTo>
                  <a:close/>
                  <a:moveTo>
                    <a:pt x="3125" y="2878"/>
                  </a:moveTo>
                  <a:lnTo>
                    <a:pt x="3125" y="2878"/>
                  </a:lnTo>
                  <a:cubicBezTo>
                    <a:pt x="3167" y="2952"/>
                    <a:pt x="3209" y="3015"/>
                    <a:pt x="3251" y="3088"/>
                  </a:cubicBezTo>
                  <a:lnTo>
                    <a:pt x="3135" y="3067"/>
                  </a:lnTo>
                  <a:cubicBezTo>
                    <a:pt x="3135" y="3056"/>
                    <a:pt x="3135" y="3046"/>
                    <a:pt x="3135" y="3036"/>
                  </a:cubicBezTo>
                  <a:cubicBezTo>
                    <a:pt x="3135" y="2983"/>
                    <a:pt x="3135" y="2931"/>
                    <a:pt x="3125" y="2878"/>
                  </a:cubicBezTo>
                  <a:close/>
                  <a:moveTo>
                    <a:pt x="3471" y="2773"/>
                  </a:moveTo>
                  <a:cubicBezTo>
                    <a:pt x="3565" y="2889"/>
                    <a:pt x="3670" y="3015"/>
                    <a:pt x="3754" y="3140"/>
                  </a:cubicBezTo>
                  <a:cubicBezTo>
                    <a:pt x="3681" y="3140"/>
                    <a:pt x="3607" y="3130"/>
                    <a:pt x="3534" y="3119"/>
                  </a:cubicBezTo>
                  <a:cubicBezTo>
                    <a:pt x="3513" y="3004"/>
                    <a:pt x="3492" y="2889"/>
                    <a:pt x="3471" y="2773"/>
                  </a:cubicBezTo>
                  <a:close/>
                  <a:moveTo>
                    <a:pt x="2328" y="3140"/>
                  </a:moveTo>
                  <a:cubicBezTo>
                    <a:pt x="2338" y="3151"/>
                    <a:pt x="2338" y="3161"/>
                    <a:pt x="2349" y="3161"/>
                  </a:cubicBezTo>
                  <a:cubicBezTo>
                    <a:pt x="2223" y="3476"/>
                    <a:pt x="2034" y="3770"/>
                    <a:pt x="1825" y="4021"/>
                  </a:cubicBezTo>
                  <a:lnTo>
                    <a:pt x="1814" y="4021"/>
                  </a:lnTo>
                  <a:cubicBezTo>
                    <a:pt x="1846" y="3979"/>
                    <a:pt x="1846" y="3927"/>
                    <a:pt x="1814" y="3885"/>
                  </a:cubicBezTo>
                  <a:lnTo>
                    <a:pt x="1814" y="3885"/>
                  </a:lnTo>
                  <a:cubicBezTo>
                    <a:pt x="1828" y="3891"/>
                    <a:pt x="1841" y="3894"/>
                    <a:pt x="1854" y="3894"/>
                  </a:cubicBezTo>
                  <a:cubicBezTo>
                    <a:pt x="1928" y="3894"/>
                    <a:pt x="1977" y="3799"/>
                    <a:pt x="1950" y="3728"/>
                  </a:cubicBezTo>
                  <a:cubicBezTo>
                    <a:pt x="1930" y="3696"/>
                    <a:pt x="1919" y="3665"/>
                    <a:pt x="1909" y="3633"/>
                  </a:cubicBezTo>
                  <a:lnTo>
                    <a:pt x="1909" y="3633"/>
                  </a:lnTo>
                  <a:cubicBezTo>
                    <a:pt x="1930" y="3649"/>
                    <a:pt x="1953" y="3657"/>
                    <a:pt x="1975" y="3657"/>
                  </a:cubicBezTo>
                  <a:cubicBezTo>
                    <a:pt x="2038" y="3657"/>
                    <a:pt x="2092" y="3596"/>
                    <a:pt x="2076" y="3518"/>
                  </a:cubicBezTo>
                  <a:cubicBezTo>
                    <a:pt x="2045" y="3403"/>
                    <a:pt x="2013" y="3287"/>
                    <a:pt x="1982" y="3172"/>
                  </a:cubicBezTo>
                  <a:lnTo>
                    <a:pt x="1982" y="3172"/>
                  </a:lnTo>
                  <a:cubicBezTo>
                    <a:pt x="2034" y="3214"/>
                    <a:pt x="2076" y="3245"/>
                    <a:pt x="2118" y="3287"/>
                  </a:cubicBezTo>
                  <a:cubicBezTo>
                    <a:pt x="2140" y="3309"/>
                    <a:pt x="2167" y="3319"/>
                    <a:pt x="2194" y="3319"/>
                  </a:cubicBezTo>
                  <a:cubicBezTo>
                    <a:pt x="2255" y="3319"/>
                    <a:pt x="2314" y="3266"/>
                    <a:pt x="2307" y="3193"/>
                  </a:cubicBezTo>
                  <a:cubicBezTo>
                    <a:pt x="2318" y="3172"/>
                    <a:pt x="2328" y="3161"/>
                    <a:pt x="2328" y="3140"/>
                  </a:cubicBezTo>
                  <a:close/>
                  <a:moveTo>
                    <a:pt x="1278" y="1"/>
                  </a:moveTo>
                  <a:cubicBezTo>
                    <a:pt x="1206" y="1"/>
                    <a:pt x="1143" y="59"/>
                    <a:pt x="1143" y="141"/>
                  </a:cubicBezTo>
                  <a:cubicBezTo>
                    <a:pt x="1154" y="634"/>
                    <a:pt x="1206" y="1148"/>
                    <a:pt x="1258" y="1641"/>
                  </a:cubicBezTo>
                  <a:cubicBezTo>
                    <a:pt x="1258" y="1641"/>
                    <a:pt x="1258" y="1651"/>
                    <a:pt x="1258" y="1651"/>
                  </a:cubicBezTo>
                  <a:cubicBezTo>
                    <a:pt x="1242" y="1650"/>
                    <a:pt x="1225" y="1650"/>
                    <a:pt x="1208" y="1650"/>
                  </a:cubicBezTo>
                  <a:cubicBezTo>
                    <a:pt x="1056" y="1650"/>
                    <a:pt x="899" y="1693"/>
                    <a:pt x="776" y="1788"/>
                  </a:cubicBezTo>
                  <a:cubicBezTo>
                    <a:pt x="524" y="1924"/>
                    <a:pt x="283" y="2092"/>
                    <a:pt x="73" y="2301"/>
                  </a:cubicBezTo>
                  <a:cubicBezTo>
                    <a:pt x="0" y="2375"/>
                    <a:pt x="31" y="2511"/>
                    <a:pt x="136" y="2543"/>
                  </a:cubicBezTo>
                  <a:cubicBezTo>
                    <a:pt x="587" y="2637"/>
                    <a:pt x="1038" y="2668"/>
                    <a:pt x="1489" y="2752"/>
                  </a:cubicBezTo>
                  <a:cubicBezTo>
                    <a:pt x="1531" y="3298"/>
                    <a:pt x="1489" y="3822"/>
                    <a:pt x="1489" y="4367"/>
                  </a:cubicBezTo>
                  <a:cubicBezTo>
                    <a:pt x="1489" y="4446"/>
                    <a:pt x="1555" y="4501"/>
                    <a:pt x="1623" y="4501"/>
                  </a:cubicBezTo>
                  <a:cubicBezTo>
                    <a:pt x="1645" y="4501"/>
                    <a:pt x="1668" y="4496"/>
                    <a:pt x="1688" y="4483"/>
                  </a:cubicBezTo>
                  <a:cubicBezTo>
                    <a:pt x="2150" y="4168"/>
                    <a:pt x="2401" y="3696"/>
                    <a:pt x="2643" y="3214"/>
                  </a:cubicBezTo>
                  <a:cubicBezTo>
                    <a:pt x="3023" y="3304"/>
                    <a:pt x="3420" y="3411"/>
                    <a:pt x="3812" y="3411"/>
                  </a:cubicBezTo>
                  <a:cubicBezTo>
                    <a:pt x="3873" y="3411"/>
                    <a:pt x="3934" y="3408"/>
                    <a:pt x="3995" y="3403"/>
                  </a:cubicBezTo>
                  <a:cubicBezTo>
                    <a:pt x="4100" y="3403"/>
                    <a:pt x="4163" y="3287"/>
                    <a:pt x="4121" y="3203"/>
                  </a:cubicBezTo>
                  <a:cubicBezTo>
                    <a:pt x="3922" y="2836"/>
                    <a:pt x="3618" y="2564"/>
                    <a:pt x="3377" y="2228"/>
                  </a:cubicBezTo>
                  <a:cubicBezTo>
                    <a:pt x="3534" y="2092"/>
                    <a:pt x="3670" y="1934"/>
                    <a:pt x="3786" y="1756"/>
                  </a:cubicBezTo>
                  <a:cubicBezTo>
                    <a:pt x="3964" y="1546"/>
                    <a:pt x="4100" y="1305"/>
                    <a:pt x="4195" y="1043"/>
                  </a:cubicBezTo>
                  <a:cubicBezTo>
                    <a:pt x="4223" y="949"/>
                    <a:pt x="4142" y="872"/>
                    <a:pt x="4057" y="872"/>
                  </a:cubicBezTo>
                  <a:cubicBezTo>
                    <a:pt x="4047" y="872"/>
                    <a:pt x="4037" y="873"/>
                    <a:pt x="4027" y="875"/>
                  </a:cubicBezTo>
                  <a:cubicBezTo>
                    <a:pt x="3723" y="938"/>
                    <a:pt x="3429" y="1054"/>
                    <a:pt x="3167" y="1200"/>
                  </a:cubicBezTo>
                  <a:cubicBezTo>
                    <a:pt x="2999" y="1274"/>
                    <a:pt x="2831" y="1337"/>
                    <a:pt x="2664" y="1389"/>
                  </a:cubicBezTo>
                  <a:cubicBezTo>
                    <a:pt x="2632" y="1400"/>
                    <a:pt x="2611" y="1410"/>
                    <a:pt x="2590" y="1410"/>
                  </a:cubicBezTo>
                  <a:cubicBezTo>
                    <a:pt x="2297" y="886"/>
                    <a:pt x="1971" y="99"/>
                    <a:pt x="1311" y="5"/>
                  </a:cubicBezTo>
                  <a:cubicBezTo>
                    <a:pt x="1300" y="2"/>
                    <a:pt x="1289" y="1"/>
                    <a:pt x="127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1" name="Google Shape;2973;p15"/>
            <p:cNvSpPr/>
            <p:nvPr/>
          </p:nvSpPr>
          <p:spPr>
            <a:xfrm rot="15300000">
              <a:off x="5182560" y="1974240"/>
              <a:ext cx="388440" cy="40536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405360"/>
                <a:gd name="textAreaBottom" fmla="*/ 405720 h 405360"/>
              </a:gdLst>
              <a:ahLst/>
              <a:cxnLst/>
              <a:rect l="textAreaLeft" t="textAreaTop" r="textAreaRight" b="textAreaBottom"/>
              <a:pathLst>
                <a:path w="7876" h="8214">
                  <a:moveTo>
                    <a:pt x="5105" y="1487"/>
                  </a:moveTo>
                  <a:cubicBezTo>
                    <a:pt x="5137" y="1487"/>
                    <a:pt x="5169" y="1487"/>
                    <a:pt x="5201" y="1488"/>
                  </a:cubicBezTo>
                  <a:cubicBezTo>
                    <a:pt x="5149" y="1751"/>
                    <a:pt x="5013" y="1992"/>
                    <a:pt x="4824" y="2180"/>
                  </a:cubicBezTo>
                  <a:cubicBezTo>
                    <a:pt x="4678" y="2327"/>
                    <a:pt x="4463" y="2460"/>
                    <a:pt x="4263" y="2460"/>
                  </a:cubicBezTo>
                  <a:cubicBezTo>
                    <a:pt x="4105" y="2460"/>
                    <a:pt x="3956" y="2376"/>
                    <a:pt x="3859" y="2149"/>
                  </a:cubicBezTo>
                  <a:cubicBezTo>
                    <a:pt x="3744" y="1866"/>
                    <a:pt x="4037" y="1709"/>
                    <a:pt x="4237" y="1625"/>
                  </a:cubicBezTo>
                  <a:cubicBezTo>
                    <a:pt x="4520" y="1530"/>
                    <a:pt x="4812" y="1487"/>
                    <a:pt x="5105" y="1487"/>
                  </a:cubicBezTo>
                  <a:close/>
                  <a:moveTo>
                    <a:pt x="3694" y="4410"/>
                  </a:moveTo>
                  <a:cubicBezTo>
                    <a:pt x="4046" y="4410"/>
                    <a:pt x="4439" y="4586"/>
                    <a:pt x="4656" y="4792"/>
                  </a:cubicBezTo>
                  <a:cubicBezTo>
                    <a:pt x="5096" y="5211"/>
                    <a:pt x="5076" y="5809"/>
                    <a:pt x="4887" y="6333"/>
                  </a:cubicBezTo>
                  <a:cubicBezTo>
                    <a:pt x="4781" y="6346"/>
                    <a:pt x="4671" y="6353"/>
                    <a:pt x="4561" y="6353"/>
                  </a:cubicBezTo>
                  <a:cubicBezTo>
                    <a:pt x="3697" y="6353"/>
                    <a:pt x="2768" y="5941"/>
                    <a:pt x="3010" y="4928"/>
                  </a:cubicBezTo>
                  <a:cubicBezTo>
                    <a:pt x="3103" y="4548"/>
                    <a:pt x="3382" y="4410"/>
                    <a:pt x="3694" y="4410"/>
                  </a:cubicBezTo>
                  <a:close/>
                  <a:moveTo>
                    <a:pt x="3655" y="0"/>
                  </a:moveTo>
                  <a:cubicBezTo>
                    <a:pt x="3569" y="0"/>
                    <a:pt x="3487" y="3"/>
                    <a:pt x="3408" y="10"/>
                  </a:cubicBezTo>
                  <a:cubicBezTo>
                    <a:pt x="3296" y="10"/>
                    <a:pt x="3293" y="188"/>
                    <a:pt x="3399" y="188"/>
                  </a:cubicBezTo>
                  <a:cubicBezTo>
                    <a:pt x="3402" y="188"/>
                    <a:pt x="3405" y="188"/>
                    <a:pt x="3408" y="188"/>
                  </a:cubicBezTo>
                  <a:cubicBezTo>
                    <a:pt x="3428" y="188"/>
                    <a:pt x="3448" y="187"/>
                    <a:pt x="3467" y="187"/>
                  </a:cubicBezTo>
                  <a:cubicBezTo>
                    <a:pt x="3919" y="187"/>
                    <a:pt x="4369" y="303"/>
                    <a:pt x="4761" y="524"/>
                  </a:cubicBezTo>
                  <a:cubicBezTo>
                    <a:pt x="5013" y="660"/>
                    <a:pt x="5180" y="912"/>
                    <a:pt x="5222" y="1195"/>
                  </a:cubicBezTo>
                  <a:cubicBezTo>
                    <a:pt x="5170" y="1192"/>
                    <a:pt x="5118" y="1190"/>
                    <a:pt x="5066" y="1190"/>
                  </a:cubicBezTo>
                  <a:cubicBezTo>
                    <a:pt x="4759" y="1190"/>
                    <a:pt x="4450" y="1242"/>
                    <a:pt x="4163" y="1331"/>
                  </a:cubicBezTo>
                  <a:cubicBezTo>
                    <a:pt x="3167" y="1655"/>
                    <a:pt x="3583" y="2747"/>
                    <a:pt x="4310" y="2747"/>
                  </a:cubicBezTo>
                  <a:cubicBezTo>
                    <a:pt x="4501" y="2747"/>
                    <a:pt x="4714" y="2671"/>
                    <a:pt x="4929" y="2485"/>
                  </a:cubicBezTo>
                  <a:cubicBezTo>
                    <a:pt x="5233" y="2243"/>
                    <a:pt x="5432" y="1897"/>
                    <a:pt x="5495" y="1520"/>
                  </a:cubicBezTo>
                  <a:cubicBezTo>
                    <a:pt x="6544" y="1677"/>
                    <a:pt x="7204" y="2862"/>
                    <a:pt x="7246" y="3837"/>
                  </a:cubicBezTo>
                  <a:cubicBezTo>
                    <a:pt x="7299" y="4980"/>
                    <a:pt x="6386" y="5819"/>
                    <a:pt x="5390" y="6207"/>
                  </a:cubicBezTo>
                  <a:cubicBezTo>
                    <a:pt x="5348" y="6228"/>
                    <a:pt x="5296" y="6249"/>
                    <a:pt x="5243" y="6260"/>
                  </a:cubicBezTo>
                  <a:cubicBezTo>
                    <a:pt x="5401" y="5672"/>
                    <a:pt x="5264" y="5043"/>
                    <a:pt x="4866" y="4582"/>
                  </a:cubicBezTo>
                  <a:cubicBezTo>
                    <a:pt x="4593" y="4264"/>
                    <a:pt x="4200" y="4105"/>
                    <a:pt x="3819" y="4105"/>
                  </a:cubicBezTo>
                  <a:cubicBezTo>
                    <a:pt x="3308" y="4105"/>
                    <a:pt x="2818" y="4393"/>
                    <a:pt x="2674" y="4970"/>
                  </a:cubicBezTo>
                  <a:cubicBezTo>
                    <a:pt x="2416" y="6023"/>
                    <a:pt x="3674" y="6701"/>
                    <a:pt x="4543" y="6701"/>
                  </a:cubicBezTo>
                  <a:cubicBezTo>
                    <a:pt x="4556" y="6701"/>
                    <a:pt x="4570" y="6700"/>
                    <a:pt x="4583" y="6700"/>
                  </a:cubicBezTo>
                  <a:lnTo>
                    <a:pt x="4719" y="6700"/>
                  </a:lnTo>
                  <a:lnTo>
                    <a:pt x="4719" y="6711"/>
                  </a:lnTo>
                  <a:cubicBezTo>
                    <a:pt x="4282" y="7513"/>
                    <a:pt x="3503" y="7876"/>
                    <a:pt x="2661" y="7876"/>
                  </a:cubicBezTo>
                  <a:cubicBezTo>
                    <a:pt x="2513" y="7876"/>
                    <a:pt x="2363" y="7865"/>
                    <a:pt x="2213" y="7843"/>
                  </a:cubicBezTo>
                  <a:cubicBezTo>
                    <a:pt x="1217" y="7686"/>
                    <a:pt x="441" y="7057"/>
                    <a:pt x="472" y="6008"/>
                  </a:cubicBezTo>
                  <a:cubicBezTo>
                    <a:pt x="484" y="5909"/>
                    <a:pt x="407" y="5851"/>
                    <a:pt x="334" y="5851"/>
                  </a:cubicBezTo>
                  <a:cubicBezTo>
                    <a:pt x="275" y="5851"/>
                    <a:pt x="219" y="5887"/>
                    <a:pt x="210" y="5966"/>
                  </a:cubicBezTo>
                  <a:cubicBezTo>
                    <a:pt x="0" y="6962"/>
                    <a:pt x="724" y="7675"/>
                    <a:pt x="1594" y="8011"/>
                  </a:cubicBezTo>
                  <a:cubicBezTo>
                    <a:pt x="1930" y="8147"/>
                    <a:pt x="2282" y="8214"/>
                    <a:pt x="2633" y="8214"/>
                  </a:cubicBezTo>
                  <a:cubicBezTo>
                    <a:pt x="3279" y="8214"/>
                    <a:pt x="3919" y="7988"/>
                    <a:pt x="4436" y="7560"/>
                  </a:cubicBezTo>
                  <a:cubicBezTo>
                    <a:pt x="4719" y="7308"/>
                    <a:pt x="4950" y="6994"/>
                    <a:pt x="5107" y="6648"/>
                  </a:cubicBezTo>
                  <a:cubicBezTo>
                    <a:pt x="5998" y="6427"/>
                    <a:pt x="6764" y="5872"/>
                    <a:pt x="7257" y="5106"/>
                  </a:cubicBezTo>
                  <a:cubicBezTo>
                    <a:pt x="7875" y="4110"/>
                    <a:pt x="7529" y="2768"/>
                    <a:pt x="6816" y="1960"/>
                  </a:cubicBezTo>
                  <a:cubicBezTo>
                    <a:pt x="6470" y="1572"/>
                    <a:pt x="6009" y="1310"/>
                    <a:pt x="5505" y="1226"/>
                  </a:cubicBezTo>
                  <a:cubicBezTo>
                    <a:pt x="5484" y="1058"/>
                    <a:pt x="5422" y="891"/>
                    <a:pt x="5338" y="744"/>
                  </a:cubicBezTo>
                  <a:cubicBezTo>
                    <a:pt x="5033" y="181"/>
                    <a:pt x="4275" y="0"/>
                    <a:pt x="36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92" name="Google Shape;2974;p15"/>
          <p:cNvGrpSpPr/>
          <p:nvPr/>
        </p:nvGrpSpPr>
        <p:grpSpPr>
          <a:xfrm>
            <a:off x="924840" y="2115720"/>
            <a:ext cx="1215360" cy="1164600"/>
            <a:chOff x="924840" y="2115720"/>
            <a:chExt cx="1215360" cy="1164600"/>
          </a:xfrm>
        </p:grpSpPr>
        <p:sp>
          <p:nvSpPr>
            <p:cNvPr id="2293" name="Google Shape;2975;p15"/>
            <p:cNvSpPr/>
            <p:nvPr/>
          </p:nvSpPr>
          <p:spPr>
            <a:xfrm>
              <a:off x="924840" y="2115720"/>
              <a:ext cx="1215360" cy="1164600"/>
            </a:xfrm>
            <a:custGeom>
              <a:avLst/>
              <a:gdLst>
                <a:gd name="textAreaLeft" fmla="*/ 0 w 1215360"/>
                <a:gd name="textAreaRight" fmla="*/ 1215720 w 1215360"/>
                <a:gd name="textAreaTop" fmla="*/ 0 h 1164600"/>
                <a:gd name="textAreaBottom" fmla="*/ 1164960 h 1164600"/>
              </a:gdLst>
              <a:ahLst/>
              <a:cxnLst/>
              <a:rect l="textAreaLeft" t="textAreaTop" r="textAreaRight" b="textAreaBottom"/>
              <a:pathLst>
                <a:path w="26344" h="25243">
                  <a:moveTo>
                    <a:pt x="869" y="290"/>
                  </a:moveTo>
                  <a:cubicBezTo>
                    <a:pt x="788" y="612"/>
                    <a:pt x="740" y="933"/>
                    <a:pt x="708" y="1271"/>
                  </a:cubicBezTo>
                  <a:cubicBezTo>
                    <a:pt x="676" y="949"/>
                    <a:pt x="676" y="628"/>
                    <a:pt x="708" y="306"/>
                  </a:cubicBezTo>
                  <a:lnTo>
                    <a:pt x="837" y="290"/>
                  </a:lnTo>
                  <a:close/>
                  <a:moveTo>
                    <a:pt x="901" y="6880"/>
                  </a:moveTo>
                  <a:cubicBezTo>
                    <a:pt x="965" y="7973"/>
                    <a:pt x="1046" y="9066"/>
                    <a:pt x="1142" y="10159"/>
                  </a:cubicBezTo>
                  <a:cubicBezTo>
                    <a:pt x="1463" y="13518"/>
                    <a:pt x="1962" y="16861"/>
                    <a:pt x="2669" y="20172"/>
                  </a:cubicBezTo>
                  <a:cubicBezTo>
                    <a:pt x="2846" y="21039"/>
                    <a:pt x="3071" y="21907"/>
                    <a:pt x="3344" y="22743"/>
                  </a:cubicBezTo>
                  <a:cubicBezTo>
                    <a:pt x="3505" y="23225"/>
                    <a:pt x="3681" y="23691"/>
                    <a:pt x="3874" y="24157"/>
                  </a:cubicBezTo>
                  <a:lnTo>
                    <a:pt x="3762" y="24174"/>
                  </a:lnTo>
                  <a:lnTo>
                    <a:pt x="3312" y="24174"/>
                  </a:lnTo>
                  <a:cubicBezTo>
                    <a:pt x="3006" y="24174"/>
                    <a:pt x="2701" y="24174"/>
                    <a:pt x="2396" y="24190"/>
                  </a:cubicBezTo>
                  <a:lnTo>
                    <a:pt x="1447" y="24206"/>
                  </a:lnTo>
                  <a:lnTo>
                    <a:pt x="1351" y="24206"/>
                  </a:lnTo>
                  <a:cubicBezTo>
                    <a:pt x="1351" y="23370"/>
                    <a:pt x="1335" y="22518"/>
                    <a:pt x="1319" y="21682"/>
                  </a:cubicBezTo>
                  <a:cubicBezTo>
                    <a:pt x="1271" y="19866"/>
                    <a:pt x="1222" y="18066"/>
                    <a:pt x="1158" y="16250"/>
                  </a:cubicBezTo>
                  <a:cubicBezTo>
                    <a:pt x="1110" y="14128"/>
                    <a:pt x="1046" y="12023"/>
                    <a:pt x="981" y="9901"/>
                  </a:cubicBezTo>
                  <a:cubicBezTo>
                    <a:pt x="949" y="8889"/>
                    <a:pt x="917" y="7892"/>
                    <a:pt x="901" y="6880"/>
                  </a:cubicBezTo>
                  <a:close/>
                  <a:moveTo>
                    <a:pt x="595" y="322"/>
                  </a:moveTo>
                  <a:lnTo>
                    <a:pt x="595" y="322"/>
                  </a:lnTo>
                  <a:cubicBezTo>
                    <a:pt x="547" y="965"/>
                    <a:pt x="644" y="1624"/>
                    <a:pt x="644" y="2267"/>
                  </a:cubicBezTo>
                  <a:lnTo>
                    <a:pt x="644" y="2637"/>
                  </a:lnTo>
                  <a:cubicBezTo>
                    <a:pt x="644" y="3119"/>
                    <a:pt x="660" y="3617"/>
                    <a:pt x="676" y="4099"/>
                  </a:cubicBezTo>
                  <a:cubicBezTo>
                    <a:pt x="724" y="5787"/>
                    <a:pt x="772" y="7475"/>
                    <a:pt x="821" y="9162"/>
                  </a:cubicBezTo>
                  <a:cubicBezTo>
                    <a:pt x="869" y="11268"/>
                    <a:pt x="933" y="13389"/>
                    <a:pt x="997" y="15495"/>
                  </a:cubicBezTo>
                  <a:cubicBezTo>
                    <a:pt x="1046" y="17375"/>
                    <a:pt x="1110" y="19255"/>
                    <a:pt x="1158" y="21152"/>
                  </a:cubicBezTo>
                  <a:cubicBezTo>
                    <a:pt x="1190" y="22165"/>
                    <a:pt x="1222" y="23177"/>
                    <a:pt x="1271" y="24190"/>
                  </a:cubicBezTo>
                  <a:lnTo>
                    <a:pt x="1271" y="24206"/>
                  </a:lnTo>
                  <a:cubicBezTo>
                    <a:pt x="1142" y="24206"/>
                    <a:pt x="1013" y="24206"/>
                    <a:pt x="885" y="24222"/>
                  </a:cubicBezTo>
                  <a:cubicBezTo>
                    <a:pt x="885" y="23418"/>
                    <a:pt x="885" y="22615"/>
                    <a:pt x="885" y="21811"/>
                  </a:cubicBezTo>
                  <a:cubicBezTo>
                    <a:pt x="853" y="19979"/>
                    <a:pt x="804" y="18146"/>
                    <a:pt x="772" y="16330"/>
                  </a:cubicBezTo>
                  <a:lnTo>
                    <a:pt x="660" y="9950"/>
                  </a:lnTo>
                  <a:cubicBezTo>
                    <a:pt x="628" y="8166"/>
                    <a:pt x="579" y="6382"/>
                    <a:pt x="547" y="4598"/>
                  </a:cubicBezTo>
                  <a:cubicBezTo>
                    <a:pt x="531" y="3617"/>
                    <a:pt x="547" y="2621"/>
                    <a:pt x="483" y="1640"/>
                  </a:cubicBezTo>
                  <a:cubicBezTo>
                    <a:pt x="435" y="1206"/>
                    <a:pt x="435" y="772"/>
                    <a:pt x="451" y="354"/>
                  </a:cubicBezTo>
                  <a:lnTo>
                    <a:pt x="515" y="338"/>
                  </a:lnTo>
                  <a:lnTo>
                    <a:pt x="595" y="322"/>
                  </a:lnTo>
                  <a:close/>
                  <a:moveTo>
                    <a:pt x="338" y="981"/>
                  </a:moveTo>
                  <a:cubicBezTo>
                    <a:pt x="354" y="1415"/>
                    <a:pt x="387" y="1849"/>
                    <a:pt x="403" y="2267"/>
                  </a:cubicBezTo>
                  <a:lnTo>
                    <a:pt x="403" y="2637"/>
                  </a:lnTo>
                  <a:cubicBezTo>
                    <a:pt x="403" y="3119"/>
                    <a:pt x="419" y="3617"/>
                    <a:pt x="419" y="4099"/>
                  </a:cubicBezTo>
                  <a:cubicBezTo>
                    <a:pt x="451" y="5819"/>
                    <a:pt x="483" y="7523"/>
                    <a:pt x="515" y="9210"/>
                  </a:cubicBezTo>
                  <a:cubicBezTo>
                    <a:pt x="547" y="11332"/>
                    <a:pt x="595" y="13453"/>
                    <a:pt x="628" y="15575"/>
                  </a:cubicBezTo>
                  <a:cubicBezTo>
                    <a:pt x="676" y="17471"/>
                    <a:pt x="708" y="19352"/>
                    <a:pt x="740" y="21248"/>
                  </a:cubicBezTo>
                  <a:cubicBezTo>
                    <a:pt x="756" y="22245"/>
                    <a:pt x="772" y="23241"/>
                    <a:pt x="821" y="24222"/>
                  </a:cubicBezTo>
                  <a:cubicBezTo>
                    <a:pt x="740" y="24238"/>
                    <a:pt x="660" y="24254"/>
                    <a:pt x="595" y="24254"/>
                  </a:cubicBezTo>
                  <a:cubicBezTo>
                    <a:pt x="644" y="22711"/>
                    <a:pt x="515" y="21152"/>
                    <a:pt x="451" y="19593"/>
                  </a:cubicBezTo>
                  <a:cubicBezTo>
                    <a:pt x="403" y="18018"/>
                    <a:pt x="419" y="16459"/>
                    <a:pt x="435" y="14884"/>
                  </a:cubicBezTo>
                  <a:cubicBezTo>
                    <a:pt x="451" y="13309"/>
                    <a:pt x="483" y="11734"/>
                    <a:pt x="419" y="10175"/>
                  </a:cubicBezTo>
                  <a:cubicBezTo>
                    <a:pt x="370" y="8600"/>
                    <a:pt x="290" y="7008"/>
                    <a:pt x="258" y="5417"/>
                  </a:cubicBezTo>
                  <a:cubicBezTo>
                    <a:pt x="258" y="4549"/>
                    <a:pt x="258" y="3681"/>
                    <a:pt x="242" y="2814"/>
                  </a:cubicBezTo>
                  <a:cubicBezTo>
                    <a:pt x="242" y="2380"/>
                    <a:pt x="258" y="1962"/>
                    <a:pt x="306" y="1528"/>
                  </a:cubicBezTo>
                  <a:cubicBezTo>
                    <a:pt x="322" y="1351"/>
                    <a:pt x="338" y="1158"/>
                    <a:pt x="338" y="981"/>
                  </a:cubicBezTo>
                  <a:close/>
                  <a:moveTo>
                    <a:pt x="21891" y="5674"/>
                  </a:moveTo>
                  <a:lnTo>
                    <a:pt x="21907" y="5899"/>
                  </a:lnTo>
                  <a:cubicBezTo>
                    <a:pt x="22036" y="7458"/>
                    <a:pt x="22197" y="9017"/>
                    <a:pt x="22438" y="10560"/>
                  </a:cubicBezTo>
                  <a:cubicBezTo>
                    <a:pt x="22888" y="13405"/>
                    <a:pt x="23515" y="16218"/>
                    <a:pt x="24302" y="18982"/>
                  </a:cubicBezTo>
                  <a:cubicBezTo>
                    <a:pt x="24543" y="19850"/>
                    <a:pt x="24816" y="20718"/>
                    <a:pt x="25122" y="21586"/>
                  </a:cubicBezTo>
                  <a:cubicBezTo>
                    <a:pt x="25363" y="22357"/>
                    <a:pt x="25668" y="23113"/>
                    <a:pt x="26006" y="23852"/>
                  </a:cubicBezTo>
                  <a:cubicBezTo>
                    <a:pt x="25813" y="23820"/>
                    <a:pt x="25604" y="23820"/>
                    <a:pt x="25411" y="23820"/>
                  </a:cubicBezTo>
                  <a:cubicBezTo>
                    <a:pt x="25122" y="23836"/>
                    <a:pt x="24816" y="23868"/>
                    <a:pt x="24527" y="23884"/>
                  </a:cubicBezTo>
                  <a:cubicBezTo>
                    <a:pt x="23916" y="23932"/>
                    <a:pt x="23322" y="23981"/>
                    <a:pt x="22711" y="24029"/>
                  </a:cubicBezTo>
                  <a:cubicBezTo>
                    <a:pt x="21248" y="24125"/>
                    <a:pt x="19770" y="24174"/>
                    <a:pt x="18291" y="24254"/>
                  </a:cubicBezTo>
                  <a:lnTo>
                    <a:pt x="8776" y="24736"/>
                  </a:lnTo>
                  <a:cubicBezTo>
                    <a:pt x="7924" y="24784"/>
                    <a:pt x="7057" y="24816"/>
                    <a:pt x="6205" y="24865"/>
                  </a:cubicBezTo>
                  <a:cubicBezTo>
                    <a:pt x="5658" y="24865"/>
                    <a:pt x="5128" y="24929"/>
                    <a:pt x="4597" y="25025"/>
                  </a:cubicBezTo>
                  <a:cubicBezTo>
                    <a:pt x="4260" y="24318"/>
                    <a:pt x="3955" y="23595"/>
                    <a:pt x="3697" y="22840"/>
                  </a:cubicBezTo>
                  <a:cubicBezTo>
                    <a:pt x="3456" y="22116"/>
                    <a:pt x="3263" y="21361"/>
                    <a:pt x="3087" y="20606"/>
                  </a:cubicBezTo>
                  <a:cubicBezTo>
                    <a:pt x="2733" y="19047"/>
                    <a:pt x="2444" y="17471"/>
                    <a:pt x="2187" y="15896"/>
                  </a:cubicBezTo>
                  <a:cubicBezTo>
                    <a:pt x="1672" y="12634"/>
                    <a:pt x="1335" y="9355"/>
                    <a:pt x="1158" y="6060"/>
                  </a:cubicBezTo>
                  <a:lnTo>
                    <a:pt x="1158" y="6060"/>
                  </a:lnTo>
                  <a:cubicBezTo>
                    <a:pt x="1479" y="6092"/>
                    <a:pt x="1817" y="6092"/>
                    <a:pt x="2155" y="6092"/>
                  </a:cubicBezTo>
                  <a:cubicBezTo>
                    <a:pt x="2733" y="6092"/>
                    <a:pt x="3312" y="6076"/>
                    <a:pt x="3890" y="6060"/>
                  </a:cubicBezTo>
                  <a:lnTo>
                    <a:pt x="8230" y="5980"/>
                  </a:lnTo>
                  <a:lnTo>
                    <a:pt x="16957" y="5819"/>
                  </a:lnTo>
                  <a:lnTo>
                    <a:pt x="19416" y="5787"/>
                  </a:lnTo>
                  <a:lnTo>
                    <a:pt x="20622" y="5755"/>
                  </a:lnTo>
                  <a:cubicBezTo>
                    <a:pt x="21039" y="5755"/>
                    <a:pt x="21441" y="5707"/>
                    <a:pt x="21859" y="5674"/>
                  </a:cubicBezTo>
                  <a:close/>
                  <a:moveTo>
                    <a:pt x="19673" y="1"/>
                  </a:moveTo>
                  <a:cubicBezTo>
                    <a:pt x="18958" y="1"/>
                    <a:pt x="18243" y="17"/>
                    <a:pt x="17536" y="17"/>
                  </a:cubicBezTo>
                  <a:lnTo>
                    <a:pt x="2460" y="17"/>
                  </a:lnTo>
                  <a:cubicBezTo>
                    <a:pt x="2331" y="8"/>
                    <a:pt x="2200" y="4"/>
                    <a:pt x="2069" y="4"/>
                  </a:cubicBezTo>
                  <a:cubicBezTo>
                    <a:pt x="1712" y="4"/>
                    <a:pt x="1350" y="34"/>
                    <a:pt x="997" y="81"/>
                  </a:cubicBezTo>
                  <a:cubicBezTo>
                    <a:pt x="989" y="77"/>
                    <a:pt x="980" y="75"/>
                    <a:pt x="972" y="75"/>
                  </a:cubicBezTo>
                  <a:cubicBezTo>
                    <a:pt x="949" y="75"/>
                    <a:pt x="929" y="90"/>
                    <a:pt x="917" y="113"/>
                  </a:cubicBezTo>
                  <a:lnTo>
                    <a:pt x="821" y="113"/>
                  </a:lnTo>
                  <a:cubicBezTo>
                    <a:pt x="756" y="113"/>
                    <a:pt x="708" y="113"/>
                    <a:pt x="644" y="129"/>
                  </a:cubicBezTo>
                  <a:cubicBezTo>
                    <a:pt x="579" y="129"/>
                    <a:pt x="531" y="146"/>
                    <a:pt x="467" y="162"/>
                  </a:cubicBezTo>
                  <a:cubicBezTo>
                    <a:pt x="403" y="162"/>
                    <a:pt x="338" y="194"/>
                    <a:pt x="290" y="242"/>
                  </a:cubicBezTo>
                  <a:cubicBezTo>
                    <a:pt x="258" y="274"/>
                    <a:pt x="274" y="338"/>
                    <a:pt x="322" y="354"/>
                  </a:cubicBezTo>
                  <a:lnTo>
                    <a:pt x="354" y="354"/>
                  </a:lnTo>
                  <a:cubicBezTo>
                    <a:pt x="354" y="483"/>
                    <a:pt x="338" y="596"/>
                    <a:pt x="338" y="724"/>
                  </a:cubicBezTo>
                  <a:cubicBezTo>
                    <a:pt x="338" y="580"/>
                    <a:pt x="306" y="451"/>
                    <a:pt x="274" y="306"/>
                  </a:cubicBezTo>
                  <a:cubicBezTo>
                    <a:pt x="267" y="270"/>
                    <a:pt x="240" y="253"/>
                    <a:pt x="213" y="253"/>
                  </a:cubicBezTo>
                  <a:cubicBezTo>
                    <a:pt x="179" y="253"/>
                    <a:pt x="145" y="278"/>
                    <a:pt x="145" y="322"/>
                  </a:cubicBezTo>
                  <a:cubicBezTo>
                    <a:pt x="145" y="1078"/>
                    <a:pt x="17" y="1817"/>
                    <a:pt x="1" y="2556"/>
                  </a:cubicBezTo>
                  <a:cubicBezTo>
                    <a:pt x="1" y="3312"/>
                    <a:pt x="1" y="4099"/>
                    <a:pt x="1" y="4871"/>
                  </a:cubicBezTo>
                  <a:cubicBezTo>
                    <a:pt x="1" y="6446"/>
                    <a:pt x="49" y="8005"/>
                    <a:pt x="129" y="9580"/>
                  </a:cubicBezTo>
                  <a:cubicBezTo>
                    <a:pt x="258" y="12714"/>
                    <a:pt x="81" y="15864"/>
                    <a:pt x="162" y="19014"/>
                  </a:cubicBezTo>
                  <a:cubicBezTo>
                    <a:pt x="210" y="20766"/>
                    <a:pt x="322" y="22534"/>
                    <a:pt x="403" y="24286"/>
                  </a:cubicBezTo>
                  <a:cubicBezTo>
                    <a:pt x="403" y="24353"/>
                    <a:pt x="447" y="24387"/>
                    <a:pt x="499" y="24387"/>
                  </a:cubicBezTo>
                  <a:cubicBezTo>
                    <a:pt x="510" y="24387"/>
                    <a:pt x="520" y="24385"/>
                    <a:pt x="531" y="24383"/>
                  </a:cubicBezTo>
                  <a:cubicBezTo>
                    <a:pt x="547" y="24399"/>
                    <a:pt x="547" y="24399"/>
                    <a:pt x="563" y="24399"/>
                  </a:cubicBezTo>
                  <a:cubicBezTo>
                    <a:pt x="660" y="24415"/>
                    <a:pt x="756" y="24431"/>
                    <a:pt x="853" y="24447"/>
                  </a:cubicBezTo>
                  <a:lnTo>
                    <a:pt x="885" y="24447"/>
                  </a:lnTo>
                  <a:cubicBezTo>
                    <a:pt x="1078" y="24463"/>
                    <a:pt x="1271" y="24463"/>
                    <a:pt x="1463" y="24463"/>
                  </a:cubicBezTo>
                  <a:lnTo>
                    <a:pt x="2428" y="24463"/>
                  </a:lnTo>
                  <a:cubicBezTo>
                    <a:pt x="2749" y="24463"/>
                    <a:pt x="3038" y="24463"/>
                    <a:pt x="3360" y="24447"/>
                  </a:cubicBezTo>
                  <a:lnTo>
                    <a:pt x="3810" y="24447"/>
                  </a:lnTo>
                  <a:cubicBezTo>
                    <a:pt x="3874" y="24447"/>
                    <a:pt x="3939" y="24447"/>
                    <a:pt x="4003" y="24431"/>
                  </a:cubicBezTo>
                  <a:cubicBezTo>
                    <a:pt x="4131" y="24688"/>
                    <a:pt x="4260" y="24929"/>
                    <a:pt x="4405" y="25170"/>
                  </a:cubicBezTo>
                  <a:cubicBezTo>
                    <a:pt x="4429" y="25218"/>
                    <a:pt x="4473" y="25242"/>
                    <a:pt x="4517" y="25242"/>
                  </a:cubicBezTo>
                  <a:cubicBezTo>
                    <a:pt x="4561" y="25242"/>
                    <a:pt x="4606" y="25218"/>
                    <a:pt x="4630" y="25170"/>
                  </a:cubicBezTo>
                  <a:cubicBezTo>
                    <a:pt x="4863" y="25194"/>
                    <a:pt x="5096" y="25206"/>
                    <a:pt x="5329" y="25206"/>
                  </a:cubicBezTo>
                  <a:cubicBezTo>
                    <a:pt x="5562" y="25206"/>
                    <a:pt x="5795" y="25194"/>
                    <a:pt x="6028" y="25170"/>
                  </a:cubicBezTo>
                  <a:cubicBezTo>
                    <a:pt x="6767" y="25138"/>
                    <a:pt x="7490" y="25106"/>
                    <a:pt x="8214" y="25074"/>
                  </a:cubicBezTo>
                  <a:lnTo>
                    <a:pt x="13003" y="24833"/>
                  </a:lnTo>
                  <a:cubicBezTo>
                    <a:pt x="16137" y="24672"/>
                    <a:pt x="19271" y="24543"/>
                    <a:pt x="22406" y="24350"/>
                  </a:cubicBezTo>
                  <a:cubicBezTo>
                    <a:pt x="23048" y="24318"/>
                    <a:pt x="23691" y="24254"/>
                    <a:pt x="24334" y="24206"/>
                  </a:cubicBezTo>
                  <a:lnTo>
                    <a:pt x="25363" y="24125"/>
                  </a:lnTo>
                  <a:cubicBezTo>
                    <a:pt x="25636" y="24109"/>
                    <a:pt x="25893" y="24061"/>
                    <a:pt x="26166" y="24029"/>
                  </a:cubicBezTo>
                  <a:cubicBezTo>
                    <a:pt x="26231" y="24029"/>
                    <a:pt x="26343" y="23949"/>
                    <a:pt x="26311" y="23852"/>
                  </a:cubicBezTo>
                  <a:cubicBezTo>
                    <a:pt x="26038" y="23129"/>
                    <a:pt x="25749" y="22422"/>
                    <a:pt x="25507" y="21698"/>
                  </a:cubicBezTo>
                  <a:cubicBezTo>
                    <a:pt x="25250" y="20975"/>
                    <a:pt x="25009" y="20188"/>
                    <a:pt x="24784" y="19432"/>
                  </a:cubicBezTo>
                  <a:cubicBezTo>
                    <a:pt x="24334" y="17905"/>
                    <a:pt x="23932" y="16379"/>
                    <a:pt x="23595" y="14836"/>
                  </a:cubicBezTo>
                  <a:cubicBezTo>
                    <a:pt x="23306" y="13534"/>
                    <a:pt x="23048" y="12232"/>
                    <a:pt x="22823" y="10914"/>
                  </a:cubicBezTo>
                  <a:cubicBezTo>
                    <a:pt x="22582" y="9484"/>
                    <a:pt x="22422" y="8053"/>
                    <a:pt x="22277" y="6607"/>
                  </a:cubicBezTo>
                  <a:cubicBezTo>
                    <a:pt x="22181" y="5514"/>
                    <a:pt x="22084" y="4421"/>
                    <a:pt x="21972" y="3344"/>
                  </a:cubicBezTo>
                  <a:cubicBezTo>
                    <a:pt x="21827" y="2299"/>
                    <a:pt x="21811" y="1238"/>
                    <a:pt x="21891" y="194"/>
                  </a:cubicBezTo>
                  <a:cubicBezTo>
                    <a:pt x="21907" y="178"/>
                    <a:pt x="21907" y="162"/>
                    <a:pt x="21891" y="129"/>
                  </a:cubicBezTo>
                  <a:cubicBezTo>
                    <a:pt x="21891" y="97"/>
                    <a:pt x="21859" y="81"/>
                    <a:pt x="21827" y="81"/>
                  </a:cubicBezTo>
                  <a:lnTo>
                    <a:pt x="21811" y="81"/>
                  </a:lnTo>
                  <a:cubicBezTo>
                    <a:pt x="21104" y="17"/>
                    <a:pt x="20388" y="1"/>
                    <a:pt x="1967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4" name="Google Shape;2976;p15"/>
            <p:cNvSpPr/>
            <p:nvPr/>
          </p:nvSpPr>
          <p:spPr>
            <a:xfrm>
              <a:off x="1045800" y="257760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9">
                  <a:moveTo>
                    <a:pt x="1042" y="231"/>
                  </a:moveTo>
                  <a:cubicBezTo>
                    <a:pt x="1454" y="231"/>
                    <a:pt x="1888" y="519"/>
                    <a:pt x="1929" y="953"/>
                  </a:cubicBezTo>
                  <a:cubicBezTo>
                    <a:pt x="1977" y="1323"/>
                    <a:pt x="1769" y="1693"/>
                    <a:pt x="1415" y="1837"/>
                  </a:cubicBezTo>
                  <a:cubicBezTo>
                    <a:pt x="1316" y="1879"/>
                    <a:pt x="1212" y="1900"/>
                    <a:pt x="1109" y="1900"/>
                  </a:cubicBezTo>
                  <a:cubicBezTo>
                    <a:pt x="858" y="1900"/>
                    <a:pt x="610" y="1780"/>
                    <a:pt x="451" y="1564"/>
                  </a:cubicBezTo>
                  <a:cubicBezTo>
                    <a:pt x="226" y="1242"/>
                    <a:pt x="226" y="825"/>
                    <a:pt x="451" y="519"/>
                  </a:cubicBezTo>
                  <a:cubicBezTo>
                    <a:pt x="594" y="319"/>
                    <a:pt x="814" y="231"/>
                    <a:pt x="1042" y="231"/>
                  </a:cubicBezTo>
                  <a:close/>
                  <a:moveTo>
                    <a:pt x="1110" y="1"/>
                  </a:moveTo>
                  <a:cubicBezTo>
                    <a:pt x="860" y="1"/>
                    <a:pt x="611" y="93"/>
                    <a:pt x="418" y="278"/>
                  </a:cubicBezTo>
                  <a:cubicBezTo>
                    <a:pt x="81" y="600"/>
                    <a:pt x="1" y="1098"/>
                    <a:pt x="193" y="1516"/>
                  </a:cubicBezTo>
                  <a:cubicBezTo>
                    <a:pt x="379" y="1848"/>
                    <a:pt x="730" y="2059"/>
                    <a:pt x="1100" y="2059"/>
                  </a:cubicBezTo>
                  <a:cubicBezTo>
                    <a:pt x="1178" y="2059"/>
                    <a:pt x="1256" y="2050"/>
                    <a:pt x="1335" y="2030"/>
                  </a:cubicBezTo>
                  <a:cubicBezTo>
                    <a:pt x="1785" y="1918"/>
                    <a:pt x="2106" y="1532"/>
                    <a:pt x="2138" y="1082"/>
                  </a:cubicBezTo>
                  <a:cubicBezTo>
                    <a:pt x="2154" y="776"/>
                    <a:pt x="2026" y="471"/>
                    <a:pt x="1801" y="278"/>
                  </a:cubicBezTo>
                  <a:cubicBezTo>
                    <a:pt x="1608" y="93"/>
                    <a:pt x="1359" y="1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5" name="Google Shape;2977;p15"/>
            <p:cNvSpPr/>
            <p:nvPr/>
          </p:nvSpPr>
          <p:spPr>
            <a:xfrm>
              <a:off x="1173240" y="2574000"/>
              <a:ext cx="99000" cy="943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2154" h="2054">
                  <a:moveTo>
                    <a:pt x="1042" y="218"/>
                  </a:moveTo>
                  <a:cubicBezTo>
                    <a:pt x="1453" y="218"/>
                    <a:pt x="1887" y="506"/>
                    <a:pt x="1929" y="941"/>
                  </a:cubicBezTo>
                  <a:cubicBezTo>
                    <a:pt x="1977" y="1310"/>
                    <a:pt x="1768" y="1680"/>
                    <a:pt x="1414" y="1825"/>
                  </a:cubicBezTo>
                  <a:cubicBezTo>
                    <a:pt x="1311" y="1867"/>
                    <a:pt x="1204" y="1887"/>
                    <a:pt x="1098" y="1887"/>
                  </a:cubicBezTo>
                  <a:cubicBezTo>
                    <a:pt x="843" y="1887"/>
                    <a:pt x="598" y="1768"/>
                    <a:pt x="450" y="1551"/>
                  </a:cubicBezTo>
                  <a:cubicBezTo>
                    <a:pt x="225" y="1246"/>
                    <a:pt x="225" y="812"/>
                    <a:pt x="450" y="507"/>
                  </a:cubicBezTo>
                  <a:cubicBezTo>
                    <a:pt x="593" y="306"/>
                    <a:pt x="814" y="218"/>
                    <a:pt x="1042" y="218"/>
                  </a:cubicBezTo>
                  <a:close/>
                  <a:moveTo>
                    <a:pt x="1103" y="1"/>
                  </a:moveTo>
                  <a:cubicBezTo>
                    <a:pt x="856" y="1"/>
                    <a:pt x="611" y="89"/>
                    <a:pt x="418" y="266"/>
                  </a:cubicBezTo>
                  <a:cubicBezTo>
                    <a:pt x="80" y="603"/>
                    <a:pt x="0" y="1101"/>
                    <a:pt x="193" y="1519"/>
                  </a:cubicBezTo>
                  <a:cubicBezTo>
                    <a:pt x="362" y="1844"/>
                    <a:pt x="710" y="2054"/>
                    <a:pt x="1075" y="2054"/>
                  </a:cubicBezTo>
                  <a:cubicBezTo>
                    <a:pt x="1161" y="2054"/>
                    <a:pt x="1248" y="2042"/>
                    <a:pt x="1334" y="2018"/>
                  </a:cubicBezTo>
                  <a:cubicBezTo>
                    <a:pt x="1768" y="1921"/>
                    <a:pt x="2105" y="1535"/>
                    <a:pt x="2138" y="1085"/>
                  </a:cubicBezTo>
                  <a:cubicBezTo>
                    <a:pt x="2154" y="764"/>
                    <a:pt x="2025" y="459"/>
                    <a:pt x="1800" y="266"/>
                  </a:cubicBezTo>
                  <a:cubicBezTo>
                    <a:pt x="1599" y="89"/>
                    <a:pt x="1350" y="1"/>
                    <a:pt x="11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6" name="Google Shape;2978;p15"/>
            <p:cNvSpPr/>
            <p:nvPr/>
          </p:nvSpPr>
          <p:spPr>
            <a:xfrm>
              <a:off x="1299960" y="256968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61">
                  <a:moveTo>
                    <a:pt x="1063" y="227"/>
                  </a:moveTo>
                  <a:cubicBezTo>
                    <a:pt x="1467" y="227"/>
                    <a:pt x="1888" y="507"/>
                    <a:pt x="1929" y="938"/>
                  </a:cubicBezTo>
                  <a:cubicBezTo>
                    <a:pt x="1977" y="1324"/>
                    <a:pt x="1768" y="1678"/>
                    <a:pt x="1415" y="1822"/>
                  </a:cubicBezTo>
                  <a:cubicBezTo>
                    <a:pt x="1316" y="1865"/>
                    <a:pt x="1212" y="1885"/>
                    <a:pt x="1109" y="1885"/>
                  </a:cubicBezTo>
                  <a:cubicBezTo>
                    <a:pt x="858" y="1885"/>
                    <a:pt x="610" y="1765"/>
                    <a:pt x="450" y="1549"/>
                  </a:cubicBezTo>
                  <a:cubicBezTo>
                    <a:pt x="225" y="1244"/>
                    <a:pt x="225" y="826"/>
                    <a:pt x="466" y="520"/>
                  </a:cubicBezTo>
                  <a:cubicBezTo>
                    <a:pt x="612" y="317"/>
                    <a:pt x="835" y="227"/>
                    <a:pt x="1063" y="227"/>
                  </a:cubicBezTo>
                  <a:close/>
                  <a:moveTo>
                    <a:pt x="1112" y="0"/>
                  </a:moveTo>
                  <a:cubicBezTo>
                    <a:pt x="862" y="0"/>
                    <a:pt x="613" y="92"/>
                    <a:pt x="418" y="279"/>
                  </a:cubicBezTo>
                  <a:cubicBezTo>
                    <a:pt x="81" y="601"/>
                    <a:pt x="0" y="1099"/>
                    <a:pt x="193" y="1517"/>
                  </a:cubicBezTo>
                  <a:cubicBezTo>
                    <a:pt x="379" y="1849"/>
                    <a:pt x="730" y="2060"/>
                    <a:pt x="1100" y="2060"/>
                  </a:cubicBezTo>
                  <a:cubicBezTo>
                    <a:pt x="1177" y="2060"/>
                    <a:pt x="1256" y="2051"/>
                    <a:pt x="1334" y="2031"/>
                  </a:cubicBezTo>
                  <a:cubicBezTo>
                    <a:pt x="1784" y="1919"/>
                    <a:pt x="2106" y="1549"/>
                    <a:pt x="2138" y="1083"/>
                  </a:cubicBezTo>
                  <a:cubicBezTo>
                    <a:pt x="2154" y="778"/>
                    <a:pt x="2025" y="472"/>
                    <a:pt x="1800" y="263"/>
                  </a:cubicBezTo>
                  <a:cubicBezTo>
                    <a:pt x="1602" y="88"/>
                    <a:pt x="1356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7" name="Google Shape;2979;p15"/>
            <p:cNvSpPr/>
            <p:nvPr/>
          </p:nvSpPr>
          <p:spPr>
            <a:xfrm>
              <a:off x="1427040" y="2565000"/>
              <a:ext cx="99720" cy="9468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71" h="2062">
                  <a:moveTo>
                    <a:pt x="1045" y="232"/>
                  </a:moveTo>
                  <a:cubicBezTo>
                    <a:pt x="1456" y="232"/>
                    <a:pt x="1888" y="516"/>
                    <a:pt x="1929" y="939"/>
                  </a:cubicBezTo>
                  <a:cubicBezTo>
                    <a:pt x="1978" y="1325"/>
                    <a:pt x="1769" y="1678"/>
                    <a:pt x="1431" y="1823"/>
                  </a:cubicBezTo>
                  <a:cubicBezTo>
                    <a:pt x="1328" y="1865"/>
                    <a:pt x="1221" y="1885"/>
                    <a:pt x="1115" y="1885"/>
                  </a:cubicBezTo>
                  <a:cubicBezTo>
                    <a:pt x="858" y="1885"/>
                    <a:pt x="610" y="1766"/>
                    <a:pt x="451" y="1550"/>
                  </a:cubicBezTo>
                  <a:cubicBezTo>
                    <a:pt x="226" y="1244"/>
                    <a:pt x="226" y="826"/>
                    <a:pt x="451" y="521"/>
                  </a:cubicBezTo>
                  <a:cubicBezTo>
                    <a:pt x="594" y="320"/>
                    <a:pt x="816" y="232"/>
                    <a:pt x="1045" y="232"/>
                  </a:cubicBezTo>
                  <a:close/>
                  <a:moveTo>
                    <a:pt x="1124" y="1"/>
                  </a:moveTo>
                  <a:cubicBezTo>
                    <a:pt x="874" y="1"/>
                    <a:pt x="622" y="93"/>
                    <a:pt x="419" y="280"/>
                  </a:cubicBezTo>
                  <a:cubicBezTo>
                    <a:pt x="97" y="601"/>
                    <a:pt x="1" y="1100"/>
                    <a:pt x="210" y="1517"/>
                  </a:cubicBezTo>
                  <a:cubicBezTo>
                    <a:pt x="381" y="1860"/>
                    <a:pt x="725" y="2062"/>
                    <a:pt x="1091" y="2062"/>
                  </a:cubicBezTo>
                  <a:cubicBezTo>
                    <a:pt x="1172" y="2062"/>
                    <a:pt x="1253" y="2052"/>
                    <a:pt x="1335" y="2032"/>
                  </a:cubicBezTo>
                  <a:cubicBezTo>
                    <a:pt x="1785" y="1919"/>
                    <a:pt x="2106" y="1550"/>
                    <a:pt x="2138" y="1084"/>
                  </a:cubicBezTo>
                  <a:cubicBezTo>
                    <a:pt x="2170" y="778"/>
                    <a:pt x="2042" y="473"/>
                    <a:pt x="1801" y="264"/>
                  </a:cubicBezTo>
                  <a:cubicBezTo>
                    <a:pt x="1610" y="89"/>
                    <a:pt x="1368" y="1"/>
                    <a:pt x="112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8" name="Google Shape;2980;p15"/>
            <p:cNvSpPr/>
            <p:nvPr/>
          </p:nvSpPr>
          <p:spPr>
            <a:xfrm>
              <a:off x="1554480" y="256068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57">
                  <a:moveTo>
                    <a:pt x="1042" y="234"/>
                  </a:moveTo>
                  <a:cubicBezTo>
                    <a:pt x="1453" y="234"/>
                    <a:pt x="1887" y="522"/>
                    <a:pt x="1929" y="957"/>
                  </a:cubicBezTo>
                  <a:cubicBezTo>
                    <a:pt x="1977" y="1326"/>
                    <a:pt x="1768" y="1696"/>
                    <a:pt x="1415" y="1840"/>
                  </a:cubicBezTo>
                  <a:cubicBezTo>
                    <a:pt x="1321" y="1876"/>
                    <a:pt x="1223" y="1893"/>
                    <a:pt x="1124" y="1893"/>
                  </a:cubicBezTo>
                  <a:cubicBezTo>
                    <a:pt x="868" y="1893"/>
                    <a:pt x="613" y="1776"/>
                    <a:pt x="450" y="1567"/>
                  </a:cubicBezTo>
                  <a:cubicBezTo>
                    <a:pt x="225" y="1246"/>
                    <a:pt x="225" y="828"/>
                    <a:pt x="450" y="523"/>
                  </a:cubicBezTo>
                  <a:cubicBezTo>
                    <a:pt x="593" y="322"/>
                    <a:pt x="814" y="234"/>
                    <a:pt x="1042" y="234"/>
                  </a:cubicBezTo>
                  <a:close/>
                  <a:moveTo>
                    <a:pt x="1103" y="0"/>
                  </a:moveTo>
                  <a:cubicBezTo>
                    <a:pt x="856" y="0"/>
                    <a:pt x="611" y="89"/>
                    <a:pt x="418" y="265"/>
                  </a:cubicBezTo>
                  <a:cubicBezTo>
                    <a:pt x="81" y="587"/>
                    <a:pt x="0" y="1085"/>
                    <a:pt x="193" y="1519"/>
                  </a:cubicBezTo>
                  <a:cubicBezTo>
                    <a:pt x="381" y="1855"/>
                    <a:pt x="739" y="2057"/>
                    <a:pt x="1114" y="2057"/>
                  </a:cubicBezTo>
                  <a:cubicBezTo>
                    <a:pt x="1187" y="2057"/>
                    <a:pt x="1261" y="2049"/>
                    <a:pt x="1334" y="2033"/>
                  </a:cubicBezTo>
                  <a:cubicBezTo>
                    <a:pt x="1784" y="1921"/>
                    <a:pt x="2106" y="1535"/>
                    <a:pt x="2138" y="1085"/>
                  </a:cubicBezTo>
                  <a:cubicBezTo>
                    <a:pt x="2154" y="780"/>
                    <a:pt x="2025" y="474"/>
                    <a:pt x="1800" y="265"/>
                  </a:cubicBezTo>
                  <a:cubicBezTo>
                    <a:pt x="1599" y="89"/>
                    <a:pt x="1350" y="0"/>
                    <a:pt x="11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9" name="Google Shape;2981;p15"/>
            <p:cNvSpPr/>
            <p:nvPr/>
          </p:nvSpPr>
          <p:spPr>
            <a:xfrm>
              <a:off x="1681200" y="255636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9">
                  <a:moveTo>
                    <a:pt x="1058" y="231"/>
                  </a:moveTo>
                  <a:cubicBezTo>
                    <a:pt x="1470" y="231"/>
                    <a:pt x="1904" y="519"/>
                    <a:pt x="1945" y="953"/>
                  </a:cubicBezTo>
                  <a:cubicBezTo>
                    <a:pt x="1993" y="1323"/>
                    <a:pt x="1785" y="1692"/>
                    <a:pt x="1431" y="1837"/>
                  </a:cubicBezTo>
                  <a:cubicBezTo>
                    <a:pt x="1328" y="1879"/>
                    <a:pt x="1220" y="1900"/>
                    <a:pt x="1115" y="1900"/>
                  </a:cubicBezTo>
                  <a:cubicBezTo>
                    <a:pt x="859" y="1900"/>
                    <a:pt x="615" y="1780"/>
                    <a:pt x="467" y="1564"/>
                  </a:cubicBezTo>
                  <a:cubicBezTo>
                    <a:pt x="242" y="1242"/>
                    <a:pt x="242" y="825"/>
                    <a:pt x="467" y="519"/>
                  </a:cubicBezTo>
                  <a:cubicBezTo>
                    <a:pt x="610" y="319"/>
                    <a:pt x="830" y="231"/>
                    <a:pt x="1058" y="231"/>
                  </a:cubicBezTo>
                  <a:close/>
                  <a:moveTo>
                    <a:pt x="1116" y="1"/>
                  </a:moveTo>
                  <a:cubicBezTo>
                    <a:pt x="868" y="1"/>
                    <a:pt x="619" y="93"/>
                    <a:pt x="418" y="278"/>
                  </a:cubicBezTo>
                  <a:cubicBezTo>
                    <a:pt x="97" y="599"/>
                    <a:pt x="1" y="1098"/>
                    <a:pt x="209" y="1516"/>
                  </a:cubicBezTo>
                  <a:cubicBezTo>
                    <a:pt x="382" y="1848"/>
                    <a:pt x="730" y="2059"/>
                    <a:pt x="1100" y="2059"/>
                  </a:cubicBezTo>
                  <a:cubicBezTo>
                    <a:pt x="1178" y="2059"/>
                    <a:pt x="1256" y="2049"/>
                    <a:pt x="1335" y="2030"/>
                  </a:cubicBezTo>
                  <a:cubicBezTo>
                    <a:pt x="1785" y="1917"/>
                    <a:pt x="2106" y="1548"/>
                    <a:pt x="2138" y="1082"/>
                  </a:cubicBezTo>
                  <a:cubicBezTo>
                    <a:pt x="2154" y="776"/>
                    <a:pt x="2042" y="471"/>
                    <a:pt x="1801" y="278"/>
                  </a:cubicBezTo>
                  <a:cubicBezTo>
                    <a:pt x="1608" y="93"/>
                    <a:pt x="1363" y="1"/>
                    <a:pt x="11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0" name="Google Shape;2982;p15"/>
            <p:cNvSpPr/>
            <p:nvPr/>
          </p:nvSpPr>
          <p:spPr>
            <a:xfrm>
              <a:off x="1809000" y="255240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63">
                  <a:moveTo>
                    <a:pt x="1042" y="218"/>
                  </a:moveTo>
                  <a:cubicBezTo>
                    <a:pt x="1454" y="218"/>
                    <a:pt x="1888" y="506"/>
                    <a:pt x="1930" y="941"/>
                  </a:cubicBezTo>
                  <a:cubicBezTo>
                    <a:pt x="1978" y="1310"/>
                    <a:pt x="1769" y="1680"/>
                    <a:pt x="1415" y="1825"/>
                  </a:cubicBezTo>
                  <a:cubicBezTo>
                    <a:pt x="1312" y="1867"/>
                    <a:pt x="1206" y="1887"/>
                    <a:pt x="1102" y="1887"/>
                  </a:cubicBezTo>
                  <a:cubicBezTo>
                    <a:pt x="850" y="1887"/>
                    <a:pt x="610" y="1768"/>
                    <a:pt x="451" y="1551"/>
                  </a:cubicBezTo>
                  <a:cubicBezTo>
                    <a:pt x="226" y="1246"/>
                    <a:pt x="226" y="812"/>
                    <a:pt x="451" y="507"/>
                  </a:cubicBezTo>
                  <a:cubicBezTo>
                    <a:pt x="594" y="306"/>
                    <a:pt x="815" y="218"/>
                    <a:pt x="1042" y="218"/>
                  </a:cubicBezTo>
                  <a:close/>
                  <a:moveTo>
                    <a:pt x="1104" y="0"/>
                  </a:moveTo>
                  <a:cubicBezTo>
                    <a:pt x="857" y="0"/>
                    <a:pt x="612" y="89"/>
                    <a:pt x="419" y="266"/>
                  </a:cubicBezTo>
                  <a:cubicBezTo>
                    <a:pt x="81" y="603"/>
                    <a:pt x="1" y="1101"/>
                    <a:pt x="194" y="1503"/>
                  </a:cubicBezTo>
                  <a:cubicBezTo>
                    <a:pt x="367" y="1849"/>
                    <a:pt x="726" y="2062"/>
                    <a:pt x="1100" y="2062"/>
                  </a:cubicBezTo>
                  <a:cubicBezTo>
                    <a:pt x="1178" y="2062"/>
                    <a:pt x="1257" y="2053"/>
                    <a:pt x="1335" y="2034"/>
                  </a:cubicBezTo>
                  <a:cubicBezTo>
                    <a:pt x="1785" y="1921"/>
                    <a:pt x="2106" y="1535"/>
                    <a:pt x="2139" y="1085"/>
                  </a:cubicBezTo>
                  <a:cubicBezTo>
                    <a:pt x="2155" y="764"/>
                    <a:pt x="2026" y="458"/>
                    <a:pt x="1801" y="266"/>
                  </a:cubicBezTo>
                  <a:cubicBezTo>
                    <a:pt x="1600" y="89"/>
                    <a:pt x="1351" y="0"/>
                    <a:pt x="11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1" name="Google Shape;2983;p15"/>
            <p:cNvSpPr/>
            <p:nvPr/>
          </p:nvSpPr>
          <p:spPr>
            <a:xfrm>
              <a:off x="1062720" y="272160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63">
                  <a:moveTo>
                    <a:pt x="1042" y="233"/>
                  </a:moveTo>
                  <a:cubicBezTo>
                    <a:pt x="1453" y="233"/>
                    <a:pt x="1888" y="521"/>
                    <a:pt x="1929" y="955"/>
                  </a:cubicBezTo>
                  <a:cubicBezTo>
                    <a:pt x="1977" y="1325"/>
                    <a:pt x="1768" y="1695"/>
                    <a:pt x="1415" y="1823"/>
                  </a:cubicBezTo>
                  <a:cubicBezTo>
                    <a:pt x="1311" y="1865"/>
                    <a:pt x="1205" y="1886"/>
                    <a:pt x="1102" y="1886"/>
                  </a:cubicBezTo>
                  <a:cubicBezTo>
                    <a:pt x="850" y="1886"/>
                    <a:pt x="610" y="1766"/>
                    <a:pt x="450" y="1550"/>
                  </a:cubicBezTo>
                  <a:cubicBezTo>
                    <a:pt x="225" y="1244"/>
                    <a:pt x="225" y="827"/>
                    <a:pt x="450" y="521"/>
                  </a:cubicBezTo>
                  <a:cubicBezTo>
                    <a:pt x="593" y="321"/>
                    <a:pt x="814" y="233"/>
                    <a:pt x="1042" y="233"/>
                  </a:cubicBezTo>
                  <a:close/>
                  <a:moveTo>
                    <a:pt x="1111" y="1"/>
                  </a:moveTo>
                  <a:cubicBezTo>
                    <a:pt x="862" y="1"/>
                    <a:pt x="613" y="93"/>
                    <a:pt x="418" y="280"/>
                  </a:cubicBezTo>
                  <a:cubicBezTo>
                    <a:pt x="81" y="602"/>
                    <a:pt x="0" y="1100"/>
                    <a:pt x="193" y="1518"/>
                  </a:cubicBezTo>
                  <a:cubicBezTo>
                    <a:pt x="364" y="1860"/>
                    <a:pt x="719" y="2062"/>
                    <a:pt x="1089" y="2062"/>
                  </a:cubicBezTo>
                  <a:cubicBezTo>
                    <a:pt x="1171" y="2062"/>
                    <a:pt x="1253" y="2052"/>
                    <a:pt x="1334" y="2032"/>
                  </a:cubicBezTo>
                  <a:cubicBezTo>
                    <a:pt x="1768" y="1936"/>
                    <a:pt x="2106" y="1550"/>
                    <a:pt x="2138" y="1084"/>
                  </a:cubicBezTo>
                  <a:cubicBezTo>
                    <a:pt x="2154" y="778"/>
                    <a:pt x="2025" y="473"/>
                    <a:pt x="1800" y="264"/>
                  </a:cubicBezTo>
                  <a:cubicBezTo>
                    <a:pt x="1602" y="89"/>
                    <a:pt x="1356" y="1"/>
                    <a:pt x="111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2" name="Google Shape;2984;p15"/>
            <p:cNvSpPr/>
            <p:nvPr/>
          </p:nvSpPr>
          <p:spPr>
            <a:xfrm>
              <a:off x="1189440" y="271692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63">
                  <a:moveTo>
                    <a:pt x="1049" y="234"/>
                  </a:moveTo>
                  <a:cubicBezTo>
                    <a:pt x="1460" y="234"/>
                    <a:pt x="1888" y="522"/>
                    <a:pt x="1929" y="957"/>
                  </a:cubicBezTo>
                  <a:cubicBezTo>
                    <a:pt x="1977" y="1326"/>
                    <a:pt x="1769" y="1680"/>
                    <a:pt x="1431" y="1841"/>
                  </a:cubicBezTo>
                  <a:cubicBezTo>
                    <a:pt x="1329" y="1878"/>
                    <a:pt x="1223" y="1896"/>
                    <a:pt x="1118" y="1896"/>
                  </a:cubicBezTo>
                  <a:cubicBezTo>
                    <a:pt x="860" y="1896"/>
                    <a:pt x="611" y="1785"/>
                    <a:pt x="451" y="1568"/>
                  </a:cubicBezTo>
                  <a:cubicBezTo>
                    <a:pt x="226" y="1262"/>
                    <a:pt x="226" y="828"/>
                    <a:pt x="451" y="523"/>
                  </a:cubicBezTo>
                  <a:cubicBezTo>
                    <a:pt x="600" y="322"/>
                    <a:pt x="822" y="234"/>
                    <a:pt x="1049" y="234"/>
                  </a:cubicBezTo>
                  <a:close/>
                  <a:moveTo>
                    <a:pt x="1116" y="0"/>
                  </a:moveTo>
                  <a:cubicBezTo>
                    <a:pt x="869" y="0"/>
                    <a:pt x="619" y="89"/>
                    <a:pt x="418" y="266"/>
                  </a:cubicBezTo>
                  <a:cubicBezTo>
                    <a:pt x="97" y="603"/>
                    <a:pt x="1" y="1101"/>
                    <a:pt x="210" y="1519"/>
                  </a:cubicBezTo>
                  <a:cubicBezTo>
                    <a:pt x="382" y="1851"/>
                    <a:pt x="730" y="2063"/>
                    <a:pt x="1100" y="2063"/>
                  </a:cubicBezTo>
                  <a:cubicBezTo>
                    <a:pt x="1178" y="2063"/>
                    <a:pt x="1256" y="2053"/>
                    <a:pt x="1335" y="2034"/>
                  </a:cubicBezTo>
                  <a:cubicBezTo>
                    <a:pt x="1785" y="1921"/>
                    <a:pt x="2106" y="1535"/>
                    <a:pt x="2138" y="1085"/>
                  </a:cubicBezTo>
                  <a:cubicBezTo>
                    <a:pt x="2154" y="780"/>
                    <a:pt x="2042" y="475"/>
                    <a:pt x="1801" y="266"/>
                  </a:cubicBezTo>
                  <a:cubicBezTo>
                    <a:pt x="1608" y="89"/>
                    <a:pt x="1363" y="0"/>
                    <a:pt x="111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3" name="Google Shape;2985;p15"/>
            <p:cNvSpPr/>
            <p:nvPr/>
          </p:nvSpPr>
          <p:spPr>
            <a:xfrm>
              <a:off x="1317240" y="271332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57">
                  <a:moveTo>
                    <a:pt x="1042" y="218"/>
                  </a:moveTo>
                  <a:cubicBezTo>
                    <a:pt x="1453" y="218"/>
                    <a:pt x="1887" y="506"/>
                    <a:pt x="1929" y="940"/>
                  </a:cubicBezTo>
                  <a:cubicBezTo>
                    <a:pt x="1977" y="1310"/>
                    <a:pt x="1768" y="1680"/>
                    <a:pt x="1414" y="1824"/>
                  </a:cubicBezTo>
                  <a:cubicBezTo>
                    <a:pt x="1311" y="1867"/>
                    <a:pt x="1204" y="1887"/>
                    <a:pt x="1098" y="1887"/>
                  </a:cubicBezTo>
                  <a:cubicBezTo>
                    <a:pt x="843" y="1887"/>
                    <a:pt x="598" y="1767"/>
                    <a:pt x="450" y="1551"/>
                  </a:cubicBezTo>
                  <a:cubicBezTo>
                    <a:pt x="225" y="1246"/>
                    <a:pt x="225" y="812"/>
                    <a:pt x="450" y="506"/>
                  </a:cubicBezTo>
                  <a:cubicBezTo>
                    <a:pt x="593" y="306"/>
                    <a:pt x="814" y="218"/>
                    <a:pt x="1042" y="218"/>
                  </a:cubicBezTo>
                  <a:close/>
                  <a:moveTo>
                    <a:pt x="1103" y="0"/>
                  </a:moveTo>
                  <a:cubicBezTo>
                    <a:pt x="856" y="0"/>
                    <a:pt x="611" y="89"/>
                    <a:pt x="418" y="265"/>
                  </a:cubicBezTo>
                  <a:cubicBezTo>
                    <a:pt x="80" y="587"/>
                    <a:pt x="0" y="1085"/>
                    <a:pt x="193" y="1503"/>
                  </a:cubicBezTo>
                  <a:cubicBezTo>
                    <a:pt x="368" y="1853"/>
                    <a:pt x="735" y="2056"/>
                    <a:pt x="1114" y="2056"/>
                  </a:cubicBezTo>
                  <a:cubicBezTo>
                    <a:pt x="1187" y="2056"/>
                    <a:pt x="1261" y="2049"/>
                    <a:pt x="1334" y="2033"/>
                  </a:cubicBezTo>
                  <a:cubicBezTo>
                    <a:pt x="1768" y="1921"/>
                    <a:pt x="2106" y="1535"/>
                    <a:pt x="2138" y="1085"/>
                  </a:cubicBezTo>
                  <a:cubicBezTo>
                    <a:pt x="2154" y="764"/>
                    <a:pt x="2025" y="458"/>
                    <a:pt x="1800" y="265"/>
                  </a:cubicBezTo>
                  <a:cubicBezTo>
                    <a:pt x="1599" y="89"/>
                    <a:pt x="1350" y="0"/>
                    <a:pt x="11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4" name="Google Shape;2986;p15"/>
            <p:cNvSpPr/>
            <p:nvPr/>
          </p:nvSpPr>
          <p:spPr>
            <a:xfrm>
              <a:off x="1443960" y="2709000"/>
              <a:ext cx="99720" cy="9468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71" h="2063">
                  <a:moveTo>
                    <a:pt x="1062" y="223"/>
                  </a:moveTo>
                  <a:cubicBezTo>
                    <a:pt x="1466" y="223"/>
                    <a:pt x="1888" y="510"/>
                    <a:pt x="1929" y="941"/>
                  </a:cubicBezTo>
                  <a:cubicBezTo>
                    <a:pt x="1977" y="1311"/>
                    <a:pt x="1768" y="1680"/>
                    <a:pt x="1431" y="1825"/>
                  </a:cubicBezTo>
                  <a:cubicBezTo>
                    <a:pt x="1328" y="1867"/>
                    <a:pt x="1220" y="1887"/>
                    <a:pt x="1114" y="1887"/>
                  </a:cubicBezTo>
                  <a:cubicBezTo>
                    <a:pt x="858" y="1887"/>
                    <a:pt x="610" y="1768"/>
                    <a:pt x="450" y="1552"/>
                  </a:cubicBezTo>
                  <a:cubicBezTo>
                    <a:pt x="225" y="1246"/>
                    <a:pt x="225" y="828"/>
                    <a:pt x="466" y="523"/>
                  </a:cubicBezTo>
                  <a:cubicBezTo>
                    <a:pt x="612" y="314"/>
                    <a:pt x="834" y="223"/>
                    <a:pt x="1062" y="223"/>
                  </a:cubicBezTo>
                  <a:close/>
                  <a:moveTo>
                    <a:pt x="1103" y="1"/>
                  </a:moveTo>
                  <a:cubicBezTo>
                    <a:pt x="856" y="1"/>
                    <a:pt x="611" y="89"/>
                    <a:pt x="418" y="266"/>
                  </a:cubicBezTo>
                  <a:cubicBezTo>
                    <a:pt x="97" y="603"/>
                    <a:pt x="0" y="1102"/>
                    <a:pt x="209" y="1519"/>
                  </a:cubicBezTo>
                  <a:cubicBezTo>
                    <a:pt x="382" y="1851"/>
                    <a:pt x="730" y="2063"/>
                    <a:pt x="1100" y="2063"/>
                  </a:cubicBezTo>
                  <a:cubicBezTo>
                    <a:pt x="1177" y="2063"/>
                    <a:pt x="1256" y="2053"/>
                    <a:pt x="1334" y="2034"/>
                  </a:cubicBezTo>
                  <a:cubicBezTo>
                    <a:pt x="1784" y="1921"/>
                    <a:pt x="2106" y="1536"/>
                    <a:pt x="2138" y="1086"/>
                  </a:cubicBezTo>
                  <a:cubicBezTo>
                    <a:pt x="2170" y="780"/>
                    <a:pt x="2042" y="475"/>
                    <a:pt x="1800" y="266"/>
                  </a:cubicBezTo>
                  <a:cubicBezTo>
                    <a:pt x="1600" y="89"/>
                    <a:pt x="1350" y="1"/>
                    <a:pt x="110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5" name="Google Shape;2987;p15"/>
            <p:cNvSpPr/>
            <p:nvPr/>
          </p:nvSpPr>
          <p:spPr>
            <a:xfrm>
              <a:off x="1571400" y="270468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9">
                  <a:moveTo>
                    <a:pt x="1054" y="230"/>
                  </a:moveTo>
                  <a:cubicBezTo>
                    <a:pt x="1460" y="230"/>
                    <a:pt x="1888" y="518"/>
                    <a:pt x="1929" y="953"/>
                  </a:cubicBezTo>
                  <a:cubicBezTo>
                    <a:pt x="1978" y="1322"/>
                    <a:pt x="1769" y="1692"/>
                    <a:pt x="1415" y="1820"/>
                  </a:cubicBezTo>
                  <a:lnTo>
                    <a:pt x="1415" y="1837"/>
                  </a:lnTo>
                  <a:cubicBezTo>
                    <a:pt x="1317" y="1879"/>
                    <a:pt x="1213" y="1899"/>
                    <a:pt x="1109" y="1899"/>
                  </a:cubicBezTo>
                  <a:cubicBezTo>
                    <a:pt x="858" y="1899"/>
                    <a:pt x="610" y="1780"/>
                    <a:pt x="451" y="1563"/>
                  </a:cubicBezTo>
                  <a:cubicBezTo>
                    <a:pt x="226" y="1242"/>
                    <a:pt x="226" y="824"/>
                    <a:pt x="467" y="519"/>
                  </a:cubicBezTo>
                  <a:cubicBezTo>
                    <a:pt x="610" y="318"/>
                    <a:pt x="829" y="230"/>
                    <a:pt x="1054" y="230"/>
                  </a:cubicBezTo>
                  <a:close/>
                  <a:moveTo>
                    <a:pt x="1110" y="0"/>
                  </a:moveTo>
                  <a:cubicBezTo>
                    <a:pt x="861" y="0"/>
                    <a:pt x="612" y="93"/>
                    <a:pt x="419" y="278"/>
                  </a:cubicBezTo>
                  <a:cubicBezTo>
                    <a:pt x="97" y="599"/>
                    <a:pt x="1" y="1097"/>
                    <a:pt x="210" y="1515"/>
                  </a:cubicBezTo>
                  <a:cubicBezTo>
                    <a:pt x="382" y="1847"/>
                    <a:pt x="730" y="2058"/>
                    <a:pt x="1100" y="2058"/>
                  </a:cubicBezTo>
                  <a:cubicBezTo>
                    <a:pt x="1178" y="2058"/>
                    <a:pt x="1257" y="2049"/>
                    <a:pt x="1335" y="2029"/>
                  </a:cubicBezTo>
                  <a:cubicBezTo>
                    <a:pt x="1785" y="1917"/>
                    <a:pt x="2106" y="1547"/>
                    <a:pt x="2138" y="1081"/>
                  </a:cubicBezTo>
                  <a:cubicBezTo>
                    <a:pt x="2154" y="776"/>
                    <a:pt x="2042" y="470"/>
                    <a:pt x="1801" y="278"/>
                  </a:cubicBezTo>
                  <a:cubicBezTo>
                    <a:pt x="1608" y="93"/>
                    <a:pt x="1359" y="0"/>
                    <a:pt x="11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6" name="Google Shape;2988;p15"/>
            <p:cNvSpPr/>
            <p:nvPr/>
          </p:nvSpPr>
          <p:spPr>
            <a:xfrm>
              <a:off x="1698480" y="270000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58">
                  <a:moveTo>
                    <a:pt x="1038" y="235"/>
                  </a:moveTo>
                  <a:cubicBezTo>
                    <a:pt x="1446" y="235"/>
                    <a:pt x="1877" y="523"/>
                    <a:pt x="1929" y="957"/>
                  </a:cubicBezTo>
                  <a:cubicBezTo>
                    <a:pt x="1977" y="1327"/>
                    <a:pt x="1768" y="1680"/>
                    <a:pt x="1415" y="1841"/>
                  </a:cubicBezTo>
                  <a:cubicBezTo>
                    <a:pt x="1321" y="1877"/>
                    <a:pt x="1223" y="1894"/>
                    <a:pt x="1124" y="1894"/>
                  </a:cubicBezTo>
                  <a:cubicBezTo>
                    <a:pt x="868" y="1894"/>
                    <a:pt x="613" y="1777"/>
                    <a:pt x="450" y="1568"/>
                  </a:cubicBezTo>
                  <a:cubicBezTo>
                    <a:pt x="225" y="1246"/>
                    <a:pt x="225" y="829"/>
                    <a:pt x="450" y="523"/>
                  </a:cubicBezTo>
                  <a:cubicBezTo>
                    <a:pt x="593" y="323"/>
                    <a:pt x="812" y="235"/>
                    <a:pt x="1038" y="235"/>
                  </a:cubicBezTo>
                  <a:close/>
                  <a:moveTo>
                    <a:pt x="1109" y="1"/>
                  </a:moveTo>
                  <a:cubicBezTo>
                    <a:pt x="860" y="1"/>
                    <a:pt x="611" y="89"/>
                    <a:pt x="418" y="266"/>
                  </a:cubicBezTo>
                  <a:cubicBezTo>
                    <a:pt x="97" y="587"/>
                    <a:pt x="0" y="1086"/>
                    <a:pt x="193" y="1504"/>
                  </a:cubicBezTo>
                  <a:cubicBezTo>
                    <a:pt x="382" y="1854"/>
                    <a:pt x="739" y="2057"/>
                    <a:pt x="1115" y="2057"/>
                  </a:cubicBezTo>
                  <a:cubicBezTo>
                    <a:pt x="1188" y="2057"/>
                    <a:pt x="1261" y="2050"/>
                    <a:pt x="1334" y="2034"/>
                  </a:cubicBezTo>
                  <a:cubicBezTo>
                    <a:pt x="1784" y="1921"/>
                    <a:pt x="2106" y="1536"/>
                    <a:pt x="2138" y="1086"/>
                  </a:cubicBezTo>
                  <a:cubicBezTo>
                    <a:pt x="2154" y="780"/>
                    <a:pt x="2025" y="475"/>
                    <a:pt x="1800" y="266"/>
                  </a:cubicBezTo>
                  <a:cubicBezTo>
                    <a:pt x="1607" y="89"/>
                    <a:pt x="1358" y="1"/>
                    <a:pt x="110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7" name="Google Shape;2989;p15"/>
            <p:cNvSpPr/>
            <p:nvPr/>
          </p:nvSpPr>
          <p:spPr>
            <a:xfrm>
              <a:off x="1825200" y="2695680"/>
              <a:ext cx="99720" cy="9468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71" h="2062">
                  <a:moveTo>
                    <a:pt x="1061" y="231"/>
                  </a:moveTo>
                  <a:cubicBezTo>
                    <a:pt x="1472" y="231"/>
                    <a:pt x="1904" y="515"/>
                    <a:pt x="1945" y="939"/>
                  </a:cubicBezTo>
                  <a:cubicBezTo>
                    <a:pt x="1993" y="1324"/>
                    <a:pt x="1785" y="1694"/>
                    <a:pt x="1431" y="1839"/>
                  </a:cubicBezTo>
                  <a:lnTo>
                    <a:pt x="1431" y="1823"/>
                  </a:lnTo>
                  <a:cubicBezTo>
                    <a:pt x="1328" y="1865"/>
                    <a:pt x="1220" y="1885"/>
                    <a:pt x="1115" y="1885"/>
                  </a:cubicBezTo>
                  <a:cubicBezTo>
                    <a:pt x="858" y="1885"/>
                    <a:pt x="610" y="1766"/>
                    <a:pt x="451" y="1549"/>
                  </a:cubicBezTo>
                  <a:cubicBezTo>
                    <a:pt x="226" y="1244"/>
                    <a:pt x="242" y="826"/>
                    <a:pt x="467" y="521"/>
                  </a:cubicBezTo>
                  <a:cubicBezTo>
                    <a:pt x="610" y="319"/>
                    <a:pt x="832" y="231"/>
                    <a:pt x="1061" y="231"/>
                  </a:cubicBezTo>
                  <a:close/>
                  <a:moveTo>
                    <a:pt x="1126" y="0"/>
                  </a:moveTo>
                  <a:cubicBezTo>
                    <a:pt x="878" y="0"/>
                    <a:pt x="629" y="93"/>
                    <a:pt x="434" y="280"/>
                  </a:cubicBezTo>
                  <a:cubicBezTo>
                    <a:pt x="97" y="601"/>
                    <a:pt x="1" y="1099"/>
                    <a:pt x="209" y="1517"/>
                  </a:cubicBezTo>
                  <a:cubicBezTo>
                    <a:pt x="381" y="1860"/>
                    <a:pt x="735" y="2062"/>
                    <a:pt x="1105" y="2062"/>
                  </a:cubicBezTo>
                  <a:cubicBezTo>
                    <a:pt x="1187" y="2062"/>
                    <a:pt x="1269" y="2052"/>
                    <a:pt x="1351" y="2032"/>
                  </a:cubicBezTo>
                  <a:cubicBezTo>
                    <a:pt x="1785" y="1919"/>
                    <a:pt x="2122" y="1549"/>
                    <a:pt x="2154" y="1083"/>
                  </a:cubicBezTo>
                  <a:cubicBezTo>
                    <a:pt x="2170" y="778"/>
                    <a:pt x="2042" y="473"/>
                    <a:pt x="1801" y="264"/>
                  </a:cubicBezTo>
                  <a:cubicBezTo>
                    <a:pt x="1610" y="89"/>
                    <a:pt x="1368" y="0"/>
                    <a:pt x="112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8" name="Google Shape;2990;p15"/>
            <p:cNvSpPr/>
            <p:nvPr/>
          </p:nvSpPr>
          <p:spPr>
            <a:xfrm>
              <a:off x="1085040" y="286272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62">
                  <a:moveTo>
                    <a:pt x="1068" y="224"/>
                  </a:moveTo>
                  <a:cubicBezTo>
                    <a:pt x="1466" y="224"/>
                    <a:pt x="1878" y="503"/>
                    <a:pt x="1929" y="931"/>
                  </a:cubicBezTo>
                  <a:cubicBezTo>
                    <a:pt x="1993" y="1301"/>
                    <a:pt x="1784" y="1670"/>
                    <a:pt x="1431" y="1815"/>
                  </a:cubicBezTo>
                  <a:lnTo>
                    <a:pt x="1431" y="1831"/>
                  </a:lnTo>
                  <a:cubicBezTo>
                    <a:pt x="1331" y="1874"/>
                    <a:pt x="1226" y="1894"/>
                    <a:pt x="1122" y="1894"/>
                  </a:cubicBezTo>
                  <a:cubicBezTo>
                    <a:pt x="872" y="1894"/>
                    <a:pt x="625" y="1778"/>
                    <a:pt x="467" y="1574"/>
                  </a:cubicBezTo>
                  <a:cubicBezTo>
                    <a:pt x="225" y="1252"/>
                    <a:pt x="225" y="834"/>
                    <a:pt x="467" y="529"/>
                  </a:cubicBezTo>
                  <a:cubicBezTo>
                    <a:pt x="614" y="317"/>
                    <a:pt x="839" y="224"/>
                    <a:pt x="1068" y="224"/>
                  </a:cubicBezTo>
                  <a:close/>
                  <a:moveTo>
                    <a:pt x="1120" y="0"/>
                  </a:moveTo>
                  <a:cubicBezTo>
                    <a:pt x="865" y="0"/>
                    <a:pt x="609" y="97"/>
                    <a:pt x="418" y="288"/>
                  </a:cubicBezTo>
                  <a:cubicBezTo>
                    <a:pt x="81" y="609"/>
                    <a:pt x="0" y="1108"/>
                    <a:pt x="209" y="1526"/>
                  </a:cubicBezTo>
                  <a:cubicBezTo>
                    <a:pt x="390" y="1861"/>
                    <a:pt x="725" y="2061"/>
                    <a:pt x="1083" y="2061"/>
                  </a:cubicBezTo>
                  <a:cubicBezTo>
                    <a:pt x="1172" y="2061"/>
                    <a:pt x="1261" y="2049"/>
                    <a:pt x="1350" y="2024"/>
                  </a:cubicBezTo>
                  <a:cubicBezTo>
                    <a:pt x="1801" y="1911"/>
                    <a:pt x="2106" y="1526"/>
                    <a:pt x="2138" y="1076"/>
                  </a:cubicBezTo>
                  <a:cubicBezTo>
                    <a:pt x="2154" y="770"/>
                    <a:pt x="2026" y="465"/>
                    <a:pt x="1784" y="256"/>
                  </a:cubicBezTo>
                  <a:cubicBezTo>
                    <a:pt x="1598" y="85"/>
                    <a:pt x="1359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9" name="Google Shape;2991;p15"/>
            <p:cNvSpPr/>
            <p:nvPr/>
          </p:nvSpPr>
          <p:spPr>
            <a:xfrm>
              <a:off x="1212480" y="2856600"/>
              <a:ext cx="98280" cy="9504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2139" h="2065">
                  <a:moveTo>
                    <a:pt x="1052" y="229"/>
                  </a:moveTo>
                  <a:cubicBezTo>
                    <a:pt x="1456" y="229"/>
                    <a:pt x="1878" y="506"/>
                    <a:pt x="1930" y="925"/>
                  </a:cubicBezTo>
                  <a:cubicBezTo>
                    <a:pt x="1978" y="1311"/>
                    <a:pt x="1785" y="1681"/>
                    <a:pt x="1431" y="1825"/>
                  </a:cubicBezTo>
                  <a:cubicBezTo>
                    <a:pt x="1327" y="1868"/>
                    <a:pt x="1219" y="1888"/>
                    <a:pt x="1112" y="1888"/>
                  </a:cubicBezTo>
                  <a:cubicBezTo>
                    <a:pt x="856" y="1888"/>
                    <a:pt x="610" y="1772"/>
                    <a:pt x="451" y="1568"/>
                  </a:cubicBezTo>
                  <a:cubicBezTo>
                    <a:pt x="226" y="1263"/>
                    <a:pt x="226" y="829"/>
                    <a:pt x="451" y="523"/>
                  </a:cubicBezTo>
                  <a:cubicBezTo>
                    <a:pt x="597" y="319"/>
                    <a:pt x="821" y="229"/>
                    <a:pt x="1052" y="229"/>
                  </a:cubicBezTo>
                  <a:close/>
                  <a:moveTo>
                    <a:pt x="1105" y="1"/>
                  </a:moveTo>
                  <a:cubicBezTo>
                    <a:pt x="852" y="1"/>
                    <a:pt x="600" y="93"/>
                    <a:pt x="403" y="282"/>
                  </a:cubicBezTo>
                  <a:cubicBezTo>
                    <a:pt x="81" y="620"/>
                    <a:pt x="1" y="1118"/>
                    <a:pt x="194" y="1520"/>
                  </a:cubicBezTo>
                  <a:cubicBezTo>
                    <a:pt x="378" y="1862"/>
                    <a:pt x="724" y="2064"/>
                    <a:pt x="1100" y="2064"/>
                  </a:cubicBezTo>
                  <a:cubicBezTo>
                    <a:pt x="1182" y="2064"/>
                    <a:pt x="1267" y="2055"/>
                    <a:pt x="1351" y="2034"/>
                  </a:cubicBezTo>
                  <a:cubicBezTo>
                    <a:pt x="1785" y="1922"/>
                    <a:pt x="2106" y="1536"/>
                    <a:pt x="2122" y="1070"/>
                  </a:cubicBezTo>
                  <a:cubicBezTo>
                    <a:pt x="2138" y="764"/>
                    <a:pt x="2010" y="459"/>
                    <a:pt x="1785" y="250"/>
                  </a:cubicBezTo>
                  <a:cubicBezTo>
                    <a:pt x="1589" y="85"/>
                    <a:pt x="1346" y="1"/>
                    <a:pt x="11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0" name="Google Shape;2992;p15"/>
            <p:cNvSpPr/>
            <p:nvPr/>
          </p:nvSpPr>
          <p:spPr>
            <a:xfrm>
              <a:off x="1339560" y="285012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62">
                  <a:moveTo>
                    <a:pt x="1055" y="235"/>
                  </a:moveTo>
                  <a:cubicBezTo>
                    <a:pt x="1462" y="235"/>
                    <a:pt x="1888" y="511"/>
                    <a:pt x="1929" y="931"/>
                  </a:cubicBezTo>
                  <a:cubicBezTo>
                    <a:pt x="1993" y="1316"/>
                    <a:pt x="1784" y="1686"/>
                    <a:pt x="1431" y="1831"/>
                  </a:cubicBezTo>
                  <a:cubicBezTo>
                    <a:pt x="1326" y="1873"/>
                    <a:pt x="1218" y="1894"/>
                    <a:pt x="1111" y="1894"/>
                  </a:cubicBezTo>
                  <a:cubicBezTo>
                    <a:pt x="855" y="1894"/>
                    <a:pt x="609" y="1778"/>
                    <a:pt x="450" y="1574"/>
                  </a:cubicBezTo>
                  <a:cubicBezTo>
                    <a:pt x="225" y="1252"/>
                    <a:pt x="225" y="834"/>
                    <a:pt x="450" y="529"/>
                  </a:cubicBezTo>
                  <a:cubicBezTo>
                    <a:pt x="596" y="325"/>
                    <a:pt x="823" y="235"/>
                    <a:pt x="1055" y="235"/>
                  </a:cubicBezTo>
                  <a:close/>
                  <a:moveTo>
                    <a:pt x="1112" y="0"/>
                  </a:moveTo>
                  <a:cubicBezTo>
                    <a:pt x="856" y="0"/>
                    <a:pt x="601" y="97"/>
                    <a:pt x="402" y="288"/>
                  </a:cubicBezTo>
                  <a:cubicBezTo>
                    <a:pt x="81" y="609"/>
                    <a:pt x="0" y="1123"/>
                    <a:pt x="209" y="1525"/>
                  </a:cubicBezTo>
                  <a:cubicBezTo>
                    <a:pt x="377" y="1860"/>
                    <a:pt x="720" y="2061"/>
                    <a:pt x="1082" y="2061"/>
                  </a:cubicBezTo>
                  <a:cubicBezTo>
                    <a:pt x="1171" y="2061"/>
                    <a:pt x="1261" y="2049"/>
                    <a:pt x="1350" y="2024"/>
                  </a:cubicBezTo>
                  <a:cubicBezTo>
                    <a:pt x="1784" y="1911"/>
                    <a:pt x="2106" y="1525"/>
                    <a:pt x="2138" y="1075"/>
                  </a:cubicBezTo>
                  <a:cubicBezTo>
                    <a:pt x="2154" y="770"/>
                    <a:pt x="2025" y="465"/>
                    <a:pt x="1784" y="256"/>
                  </a:cubicBezTo>
                  <a:cubicBezTo>
                    <a:pt x="1590" y="85"/>
                    <a:pt x="1351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1" name="Google Shape;2993;p15"/>
            <p:cNvSpPr/>
            <p:nvPr/>
          </p:nvSpPr>
          <p:spPr>
            <a:xfrm>
              <a:off x="1466280" y="284436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62">
                  <a:moveTo>
                    <a:pt x="1067" y="235"/>
                  </a:moveTo>
                  <a:cubicBezTo>
                    <a:pt x="1471" y="235"/>
                    <a:pt x="1894" y="511"/>
                    <a:pt x="1945" y="931"/>
                  </a:cubicBezTo>
                  <a:cubicBezTo>
                    <a:pt x="1994" y="1301"/>
                    <a:pt x="1785" y="1670"/>
                    <a:pt x="1431" y="1831"/>
                  </a:cubicBezTo>
                  <a:cubicBezTo>
                    <a:pt x="1331" y="1874"/>
                    <a:pt x="1226" y="1894"/>
                    <a:pt x="1122" y="1894"/>
                  </a:cubicBezTo>
                  <a:cubicBezTo>
                    <a:pt x="872" y="1894"/>
                    <a:pt x="625" y="1778"/>
                    <a:pt x="467" y="1574"/>
                  </a:cubicBezTo>
                  <a:cubicBezTo>
                    <a:pt x="226" y="1252"/>
                    <a:pt x="226" y="835"/>
                    <a:pt x="467" y="529"/>
                  </a:cubicBezTo>
                  <a:cubicBezTo>
                    <a:pt x="613" y="325"/>
                    <a:pt x="837" y="235"/>
                    <a:pt x="1067" y="235"/>
                  </a:cubicBezTo>
                  <a:close/>
                  <a:moveTo>
                    <a:pt x="1122" y="1"/>
                  </a:moveTo>
                  <a:cubicBezTo>
                    <a:pt x="865" y="1"/>
                    <a:pt x="609" y="97"/>
                    <a:pt x="418" y="288"/>
                  </a:cubicBezTo>
                  <a:cubicBezTo>
                    <a:pt x="81" y="610"/>
                    <a:pt x="1" y="1108"/>
                    <a:pt x="209" y="1526"/>
                  </a:cubicBezTo>
                  <a:cubicBezTo>
                    <a:pt x="390" y="1861"/>
                    <a:pt x="726" y="2062"/>
                    <a:pt x="1084" y="2062"/>
                  </a:cubicBezTo>
                  <a:cubicBezTo>
                    <a:pt x="1172" y="2062"/>
                    <a:pt x="1262" y="2049"/>
                    <a:pt x="1351" y="2024"/>
                  </a:cubicBezTo>
                  <a:cubicBezTo>
                    <a:pt x="1801" y="1911"/>
                    <a:pt x="2106" y="1526"/>
                    <a:pt x="2138" y="1076"/>
                  </a:cubicBezTo>
                  <a:cubicBezTo>
                    <a:pt x="2154" y="770"/>
                    <a:pt x="2026" y="465"/>
                    <a:pt x="1801" y="256"/>
                  </a:cubicBezTo>
                  <a:cubicBezTo>
                    <a:pt x="1606" y="85"/>
                    <a:pt x="1363" y="1"/>
                    <a:pt x="112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2" name="Google Shape;2994;p15"/>
            <p:cNvSpPr/>
            <p:nvPr/>
          </p:nvSpPr>
          <p:spPr>
            <a:xfrm>
              <a:off x="1593720" y="283824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6">
                  <a:moveTo>
                    <a:pt x="1062" y="224"/>
                  </a:moveTo>
                  <a:cubicBezTo>
                    <a:pt x="1467" y="224"/>
                    <a:pt x="1889" y="504"/>
                    <a:pt x="1930" y="931"/>
                  </a:cubicBezTo>
                  <a:cubicBezTo>
                    <a:pt x="1978" y="1301"/>
                    <a:pt x="1785" y="1671"/>
                    <a:pt x="1431" y="1815"/>
                  </a:cubicBezTo>
                  <a:cubicBezTo>
                    <a:pt x="1323" y="1860"/>
                    <a:pt x="1210" y="1881"/>
                    <a:pt x="1099" y="1881"/>
                  </a:cubicBezTo>
                  <a:cubicBezTo>
                    <a:pt x="848" y="1881"/>
                    <a:pt x="607" y="1770"/>
                    <a:pt x="451" y="1558"/>
                  </a:cubicBezTo>
                  <a:cubicBezTo>
                    <a:pt x="226" y="1253"/>
                    <a:pt x="226" y="835"/>
                    <a:pt x="451" y="530"/>
                  </a:cubicBezTo>
                  <a:cubicBezTo>
                    <a:pt x="598" y="318"/>
                    <a:pt x="827" y="224"/>
                    <a:pt x="1062" y="224"/>
                  </a:cubicBezTo>
                  <a:close/>
                  <a:moveTo>
                    <a:pt x="1113" y="1"/>
                  </a:moveTo>
                  <a:cubicBezTo>
                    <a:pt x="857" y="1"/>
                    <a:pt x="602" y="98"/>
                    <a:pt x="403" y="289"/>
                  </a:cubicBezTo>
                  <a:cubicBezTo>
                    <a:pt x="81" y="610"/>
                    <a:pt x="1" y="1108"/>
                    <a:pt x="210" y="1526"/>
                  </a:cubicBezTo>
                  <a:cubicBezTo>
                    <a:pt x="379" y="1865"/>
                    <a:pt x="729" y="2056"/>
                    <a:pt x="1095" y="2056"/>
                  </a:cubicBezTo>
                  <a:cubicBezTo>
                    <a:pt x="1180" y="2056"/>
                    <a:pt x="1266" y="2046"/>
                    <a:pt x="1351" y="2024"/>
                  </a:cubicBezTo>
                  <a:cubicBezTo>
                    <a:pt x="1785" y="1912"/>
                    <a:pt x="2106" y="1526"/>
                    <a:pt x="2123" y="1076"/>
                  </a:cubicBezTo>
                  <a:cubicBezTo>
                    <a:pt x="2155" y="755"/>
                    <a:pt x="2026" y="449"/>
                    <a:pt x="1785" y="256"/>
                  </a:cubicBezTo>
                  <a:cubicBezTo>
                    <a:pt x="1591" y="86"/>
                    <a:pt x="1352" y="1"/>
                    <a:pt x="11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3" name="Google Shape;2995;p15"/>
            <p:cNvSpPr/>
            <p:nvPr/>
          </p:nvSpPr>
          <p:spPr>
            <a:xfrm>
              <a:off x="1720800" y="283248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7">
                  <a:moveTo>
                    <a:pt x="1055" y="221"/>
                  </a:moveTo>
                  <a:cubicBezTo>
                    <a:pt x="1463" y="221"/>
                    <a:pt x="1888" y="497"/>
                    <a:pt x="1929" y="917"/>
                  </a:cubicBezTo>
                  <a:cubicBezTo>
                    <a:pt x="1993" y="1303"/>
                    <a:pt x="1784" y="1672"/>
                    <a:pt x="1431" y="1817"/>
                  </a:cubicBezTo>
                  <a:cubicBezTo>
                    <a:pt x="1322" y="1861"/>
                    <a:pt x="1210" y="1883"/>
                    <a:pt x="1099" y="1883"/>
                  </a:cubicBezTo>
                  <a:cubicBezTo>
                    <a:pt x="848" y="1883"/>
                    <a:pt x="606" y="1772"/>
                    <a:pt x="450" y="1560"/>
                  </a:cubicBezTo>
                  <a:cubicBezTo>
                    <a:pt x="225" y="1254"/>
                    <a:pt x="225" y="836"/>
                    <a:pt x="450" y="515"/>
                  </a:cubicBezTo>
                  <a:cubicBezTo>
                    <a:pt x="596" y="311"/>
                    <a:pt x="823" y="221"/>
                    <a:pt x="1055" y="221"/>
                  </a:cubicBezTo>
                  <a:close/>
                  <a:moveTo>
                    <a:pt x="1104" y="1"/>
                  </a:moveTo>
                  <a:cubicBezTo>
                    <a:pt x="851" y="1"/>
                    <a:pt x="599" y="93"/>
                    <a:pt x="402" y="274"/>
                  </a:cubicBezTo>
                  <a:cubicBezTo>
                    <a:pt x="81" y="611"/>
                    <a:pt x="0" y="1110"/>
                    <a:pt x="209" y="1528"/>
                  </a:cubicBezTo>
                  <a:cubicBezTo>
                    <a:pt x="380" y="1856"/>
                    <a:pt x="734" y="2056"/>
                    <a:pt x="1104" y="2056"/>
                  </a:cubicBezTo>
                  <a:cubicBezTo>
                    <a:pt x="1186" y="2056"/>
                    <a:pt x="1269" y="2046"/>
                    <a:pt x="1350" y="2026"/>
                  </a:cubicBezTo>
                  <a:cubicBezTo>
                    <a:pt x="1784" y="1913"/>
                    <a:pt x="2106" y="1528"/>
                    <a:pt x="2138" y="1078"/>
                  </a:cubicBezTo>
                  <a:cubicBezTo>
                    <a:pt x="2154" y="756"/>
                    <a:pt x="2025" y="451"/>
                    <a:pt x="1784" y="258"/>
                  </a:cubicBezTo>
                  <a:cubicBezTo>
                    <a:pt x="1588" y="85"/>
                    <a:pt x="1346" y="1"/>
                    <a:pt x="110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4" name="Google Shape;2996;p15"/>
            <p:cNvSpPr/>
            <p:nvPr/>
          </p:nvSpPr>
          <p:spPr>
            <a:xfrm>
              <a:off x="1847520" y="282564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62">
                  <a:moveTo>
                    <a:pt x="1071" y="235"/>
                  </a:moveTo>
                  <a:cubicBezTo>
                    <a:pt x="1479" y="235"/>
                    <a:pt x="1904" y="512"/>
                    <a:pt x="1945" y="931"/>
                  </a:cubicBezTo>
                  <a:cubicBezTo>
                    <a:pt x="2010" y="1317"/>
                    <a:pt x="1801" y="1687"/>
                    <a:pt x="1447" y="1831"/>
                  </a:cubicBezTo>
                  <a:cubicBezTo>
                    <a:pt x="1348" y="1874"/>
                    <a:pt x="1243" y="1894"/>
                    <a:pt x="1138" y="1894"/>
                  </a:cubicBezTo>
                  <a:cubicBezTo>
                    <a:pt x="887" y="1894"/>
                    <a:pt x="637" y="1778"/>
                    <a:pt x="467" y="1574"/>
                  </a:cubicBezTo>
                  <a:cubicBezTo>
                    <a:pt x="242" y="1269"/>
                    <a:pt x="242" y="835"/>
                    <a:pt x="467" y="529"/>
                  </a:cubicBezTo>
                  <a:cubicBezTo>
                    <a:pt x="613" y="325"/>
                    <a:pt x="839" y="235"/>
                    <a:pt x="1071" y="235"/>
                  </a:cubicBezTo>
                  <a:close/>
                  <a:moveTo>
                    <a:pt x="1128" y="1"/>
                  </a:moveTo>
                  <a:cubicBezTo>
                    <a:pt x="873" y="1"/>
                    <a:pt x="618" y="97"/>
                    <a:pt x="419" y="288"/>
                  </a:cubicBezTo>
                  <a:cubicBezTo>
                    <a:pt x="81" y="610"/>
                    <a:pt x="1" y="1108"/>
                    <a:pt x="210" y="1526"/>
                  </a:cubicBezTo>
                  <a:cubicBezTo>
                    <a:pt x="390" y="1861"/>
                    <a:pt x="726" y="2062"/>
                    <a:pt x="1084" y="2062"/>
                  </a:cubicBezTo>
                  <a:cubicBezTo>
                    <a:pt x="1172" y="2062"/>
                    <a:pt x="1262" y="2050"/>
                    <a:pt x="1351" y="2024"/>
                  </a:cubicBezTo>
                  <a:cubicBezTo>
                    <a:pt x="1801" y="1912"/>
                    <a:pt x="2122" y="1526"/>
                    <a:pt x="2138" y="1076"/>
                  </a:cubicBezTo>
                  <a:cubicBezTo>
                    <a:pt x="2154" y="771"/>
                    <a:pt x="2026" y="465"/>
                    <a:pt x="1801" y="256"/>
                  </a:cubicBezTo>
                  <a:cubicBezTo>
                    <a:pt x="1607" y="85"/>
                    <a:pt x="1367" y="1"/>
                    <a:pt x="112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5" name="Google Shape;2997;p15"/>
            <p:cNvSpPr/>
            <p:nvPr/>
          </p:nvSpPr>
          <p:spPr>
            <a:xfrm>
              <a:off x="1117800" y="2995920"/>
              <a:ext cx="99000" cy="9504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2155" h="2065">
                  <a:moveTo>
                    <a:pt x="1067" y="229"/>
                  </a:moveTo>
                  <a:cubicBezTo>
                    <a:pt x="1471" y="229"/>
                    <a:pt x="1894" y="505"/>
                    <a:pt x="1945" y="925"/>
                  </a:cubicBezTo>
                  <a:cubicBezTo>
                    <a:pt x="1994" y="1311"/>
                    <a:pt x="1785" y="1680"/>
                    <a:pt x="1431" y="1825"/>
                  </a:cubicBezTo>
                  <a:cubicBezTo>
                    <a:pt x="1332" y="1867"/>
                    <a:pt x="1226" y="1888"/>
                    <a:pt x="1122" y="1888"/>
                  </a:cubicBezTo>
                  <a:cubicBezTo>
                    <a:pt x="872" y="1888"/>
                    <a:pt x="625" y="1772"/>
                    <a:pt x="467" y="1568"/>
                  </a:cubicBezTo>
                  <a:cubicBezTo>
                    <a:pt x="242" y="1262"/>
                    <a:pt x="242" y="828"/>
                    <a:pt x="467" y="523"/>
                  </a:cubicBezTo>
                  <a:cubicBezTo>
                    <a:pt x="613" y="319"/>
                    <a:pt x="837" y="229"/>
                    <a:pt x="1067" y="229"/>
                  </a:cubicBezTo>
                  <a:close/>
                  <a:moveTo>
                    <a:pt x="1120" y="0"/>
                  </a:moveTo>
                  <a:cubicBezTo>
                    <a:pt x="868" y="0"/>
                    <a:pt x="616" y="93"/>
                    <a:pt x="418" y="282"/>
                  </a:cubicBezTo>
                  <a:cubicBezTo>
                    <a:pt x="81" y="619"/>
                    <a:pt x="1" y="1118"/>
                    <a:pt x="210" y="1536"/>
                  </a:cubicBezTo>
                  <a:cubicBezTo>
                    <a:pt x="394" y="1864"/>
                    <a:pt x="739" y="2064"/>
                    <a:pt x="1105" y="2064"/>
                  </a:cubicBezTo>
                  <a:cubicBezTo>
                    <a:pt x="1187" y="2064"/>
                    <a:pt x="1269" y="2054"/>
                    <a:pt x="1351" y="2034"/>
                  </a:cubicBezTo>
                  <a:cubicBezTo>
                    <a:pt x="1801" y="1921"/>
                    <a:pt x="2106" y="1536"/>
                    <a:pt x="2138" y="1069"/>
                  </a:cubicBezTo>
                  <a:cubicBezTo>
                    <a:pt x="2154" y="764"/>
                    <a:pt x="2026" y="459"/>
                    <a:pt x="1801" y="250"/>
                  </a:cubicBezTo>
                  <a:cubicBezTo>
                    <a:pt x="1604" y="85"/>
                    <a:pt x="1362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6" name="Google Shape;2998;p15"/>
            <p:cNvSpPr/>
            <p:nvPr/>
          </p:nvSpPr>
          <p:spPr>
            <a:xfrm>
              <a:off x="1245240" y="298980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62">
                  <a:moveTo>
                    <a:pt x="1051" y="235"/>
                  </a:moveTo>
                  <a:cubicBezTo>
                    <a:pt x="1455" y="235"/>
                    <a:pt x="1878" y="512"/>
                    <a:pt x="1929" y="931"/>
                  </a:cubicBezTo>
                  <a:cubicBezTo>
                    <a:pt x="1993" y="1301"/>
                    <a:pt x="1784" y="1671"/>
                    <a:pt x="1430" y="1831"/>
                  </a:cubicBezTo>
                  <a:cubicBezTo>
                    <a:pt x="1326" y="1874"/>
                    <a:pt x="1218" y="1894"/>
                    <a:pt x="1111" y="1894"/>
                  </a:cubicBezTo>
                  <a:cubicBezTo>
                    <a:pt x="855" y="1894"/>
                    <a:pt x="609" y="1778"/>
                    <a:pt x="450" y="1574"/>
                  </a:cubicBezTo>
                  <a:cubicBezTo>
                    <a:pt x="225" y="1253"/>
                    <a:pt x="225" y="835"/>
                    <a:pt x="450" y="529"/>
                  </a:cubicBezTo>
                  <a:cubicBezTo>
                    <a:pt x="596" y="325"/>
                    <a:pt x="820" y="235"/>
                    <a:pt x="1051" y="235"/>
                  </a:cubicBezTo>
                  <a:close/>
                  <a:moveTo>
                    <a:pt x="1112" y="1"/>
                  </a:moveTo>
                  <a:cubicBezTo>
                    <a:pt x="856" y="1"/>
                    <a:pt x="601" y="97"/>
                    <a:pt x="402" y="288"/>
                  </a:cubicBezTo>
                  <a:cubicBezTo>
                    <a:pt x="80" y="610"/>
                    <a:pt x="0" y="1108"/>
                    <a:pt x="209" y="1526"/>
                  </a:cubicBezTo>
                  <a:cubicBezTo>
                    <a:pt x="377" y="1861"/>
                    <a:pt x="720" y="2062"/>
                    <a:pt x="1081" y="2062"/>
                  </a:cubicBezTo>
                  <a:cubicBezTo>
                    <a:pt x="1171" y="2062"/>
                    <a:pt x="1261" y="2050"/>
                    <a:pt x="1350" y="2024"/>
                  </a:cubicBezTo>
                  <a:cubicBezTo>
                    <a:pt x="1784" y="1912"/>
                    <a:pt x="2105" y="1526"/>
                    <a:pt x="2122" y="1076"/>
                  </a:cubicBezTo>
                  <a:cubicBezTo>
                    <a:pt x="2154" y="770"/>
                    <a:pt x="2025" y="465"/>
                    <a:pt x="1784" y="256"/>
                  </a:cubicBezTo>
                  <a:cubicBezTo>
                    <a:pt x="1590" y="85"/>
                    <a:pt x="1351" y="1"/>
                    <a:pt x="11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7" name="Google Shape;2999;p15"/>
            <p:cNvSpPr/>
            <p:nvPr/>
          </p:nvSpPr>
          <p:spPr>
            <a:xfrm>
              <a:off x="1371960" y="298368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6">
                  <a:moveTo>
                    <a:pt x="1066" y="221"/>
                  </a:moveTo>
                  <a:cubicBezTo>
                    <a:pt x="1469" y="221"/>
                    <a:pt x="1888" y="497"/>
                    <a:pt x="1929" y="917"/>
                  </a:cubicBezTo>
                  <a:cubicBezTo>
                    <a:pt x="1993" y="1302"/>
                    <a:pt x="1784" y="1672"/>
                    <a:pt x="1431" y="1817"/>
                  </a:cubicBezTo>
                  <a:cubicBezTo>
                    <a:pt x="1327" y="1861"/>
                    <a:pt x="1218" y="1883"/>
                    <a:pt x="1110" y="1883"/>
                  </a:cubicBezTo>
                  <a:cubicBezTo>
                    <a:pt x="864" y="1883"/>
                    <a:pt x="623" y="1771"/>
                    <a:pt x="466" y="1559"/>
                  </a:cubicBezTo>
                  <a:cubicBezTo>
                    <a:pt x="225" y="1254"/>
                    <a:pt x="225" y="836"/>
                    <a:pt x="466" y="515"/>
                  </a:cubicBezTo>
                  <a:cubicBezTo>
                    <a:pt x="612" y="310"/>
                    <a:pt x="837" y="221"/>
                    <a:pt x="1066" y="221"/>
                  </a:cubicBezTo>
                  <a:close/>
                  <a:moveTo>
                    <a:pt x="1106" y="0"/>
                  </a:moveTo>
                  <a:cubicBezTo>
                    <a:pt x="855" y="0"/>
                    <a:pt x="607" y="93"/>
                    <a:pt x="418" y="274"/>
                  </a:cubicBezTo>
                  <a:cubicBezTo>
                    <a:pt x="81" y="611"/>
                    <a:pt x="0" y="1109"/>
                    <a:pt x="209" y="1527"/>
                  </a:cubicBezTo>
                  <a:cubicBezTo>
                    <a:pt x="393" y="1856"/>
                    <a:pt x="739" y="2056"/>
                    <a:pt x="1105" y="2056"/>
                  </a:cubicBezTo>
                  <a:cubicBezTo>
                    <a:pt x="1186" y="2056"/>
                    <a:pt x="1269" y="2046"/>
                    <a:pt x="1350" y="2026"/>
                  </a:cubicBezTo>
                  <a:cubicBezTo>
                    <a:pt x="1800" y="1913"/>
                    <a:pt x="2106" y="1527"/>
                    <a:pt x="2138" y="1077"/>
                  </a:cubicBezTo>
                  <a:cubicBezTo>
                    <a:pt x="2154" y="756"/>
                    <a:pt x="2025" y="450"/>
                    <a:pt x="1784" y="258"/>
                  </a:cubicBezTo>
                  <a:cubicBezTo>
                    <a:pt x="1588" y="85"/>
                    <a:pt x="1346" y="0"/>
                    <a:pt x="11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8" name="Google Shape;3000;p15"/>
            <p:cNvSpPr/>
            <p:nvPr/>
          </p:nvSpPr>
          <p:spPr>
            <a:xfrm>
              <a:off x="1499040" y="297756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9">
                  <a:moveTo>
                    <a:pt x="1067" y="223"/>
                  </a:moveTo>
                  <a:cubicBezTo>
                    <a:pt x="1472" y="223"/>
                    <a:pt x="1894" y="499"/>
                    <a:pt x="1945" y="919"/>
                  </a:cubicBezTo>
                  <a:cubicBezTo>
                    <a:pt x="1994" y="1305"/>
                    <a:pt x="1785" y="1674"/>
                    <a:pt x="1447" y="1819"/>
                  </a:cubicBezTo>
                  <a:cubicBezTo>
                    <a:pt x="1339" y="1863"/>
                    <a:pt x="1226" y="1885"/>
                    <a:pt x="1115" y="1885"/>
                  </a:cubicBezTo>
                  <a:cubicBezTo>
                    <a:pt x="864" y="1885"/>
                    <a:pt x="623" y="1774"/>
                    <a:pt x="467" y="1562"/>
                  </a:cubicBezTo>
                  <a:cubicBezTo>
                    <a:pt x="242" y="1256"/>
                    <a:pt x="242" y="839"/>
                    <a:pt x="467" y="517"/>
                  </a:cubicBezTo>
                  <a:cubicBezTo>
                    <a:pt x="613" y="313"/>
                    <a:pt x="837" y="223"/>
                    <a:pt x="1067" y="223"/>
                  </a:cubicBezTo>
                  <a:close/>
                  <a:moveTo>
                    <a:pt x="1130" y="1"/>
                  </a:moveTo>
                  <a:cubicBezTo>
                    <a:pt x="874" y="1"/>
                    <a:pt x="618" y="93"/>
                    <a:pt x="419" y="276"/>
                  </a:cubicBezTo>
                  <a:cubicBezTo>
                    <a:pt x="97" y="614"/>
                    <a:pt x="1" y="1112"/>
                    <a:pt x="210" y="1530"/>
                  </a:cubicBezTo>
                  <a:cubicBezTo>
                    <a:pt x="394" y="1859"/>
                    <a:pt x="739" y="2058"/>
                    <a:pt x="1114" y="2058"/>
                  </a:cubicBezTo>
                  <a:cubicBezTo>
                    <a:pt x="1198" y="2058"/>
                    <a:pt x="1282" y="2048"/>
                    <a:pt x="1367" y="2028"/>
                  </a:cubicBezTo>
                  <a:cubicBezTo>
                    <a:pt x="1801" y="1915"/>
                    <a:pt x="2122" y="1530"/>
                    <a:pt x="2138" y="1080"/>
                  </a:cubicBezTo>
                  <a:cubicBezTo>
                    <a:pt x="2154" y="758"/>
                    <a:pt x="2026" y="453"/>
                    <a:pt x="1801" y="244"/>
                  </a:cubicBezTo>
                  <a:cubicBezTo>
                    <a:pt x="1607" y="81"/>
                    <a:pt x="1368" y="1"/>
                    <a:pt x="11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9" name="Google Shape;3001;p15"/>
            <p:cNvSpPr/>
            <p:nvPr/>
          </p:nvSpPr>
          <p:spPr>
            <a:xfrm>
              <a:off x="1626480" y="297108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62">
                  <a:moveTo>
                    <a:pt x="1051" y="235"/>
                  </a:moveTo>
                  <a:cubicBezTo>
                    <a:pt x="1455" y="235"/>
                    <a:pt x="1878" y="512"/>
                    <a:pt x="1929" y="931"/>
                  </a:cubicBezTo>
                  <a:cubicBezTo>
                    <a:pt x="1993" y="1317"/>
                    <a:pt x="1784" y="1687"/>
                    <a:pt x="1431" y="1831"/>
                  </a:cubicBezTo>
                  <a:cubicBezTo>
                    <a:pt x="1326" y="1874"/>
                    <a:pt x="1218" y="1894"/>
                    <a:pt x="1111" y="1894"/>
                  </a:cubicBezTo>
                  <a:cubicBezTo>
                    <a:pt x="855" y="1894"/>
                    <a:pt x="609" y="1778"/>
                    <a:pt x="450" y="1574"/>
                  </a:cubicBezTo>
                  <a:cubicBezTo>
                    <a:pt x="225" y="1253"/>
                    <a:pt x="225" y="835"/>
                    <a:pt x="450" y="530"/>
                  </a:cubicBezTo>
                  <a:cubicBezTo>
                    <a:pt x="596" y="325"/>
                    <a:pt x="820" y="235"/>
                    <a:pt x="1051" y="235"/>
                  </a:cubicBezTo>
                  <a:close/>
                  <a:moveTo>
                    <a:pt x="1112" y="1"/>
                  </a:moveTo>
                  <a:cubicBezTo>
                    <a:pt x="856" y="1"/>
                    <a:pt x="601" y="98"/>
                    <a:pt x="402" y="289"/>
                  </a:cubicBezTo>
                  <a:cubicBezTo>
                    <a:pt x="81" y="610"/>
                    <a:pt x="0" y="1124"/>
                    <a:pt x="209" y="1526"/>
                  </a:cubicBezTo>
                  <a:cubicBezTo>
                    <a:pt x="377" y="1861"/>
                    <a:pt x="720" y="2062"/>
                    <a:pt x="1082" y="2062"/>
                  </a:cubicBezTo>
                  <a:cubicBezTo>
                    <a:pt x="1171" y="2062"/>
                    <a:pt x="1261" y="2050"/>
                    <a:pt x="1350" y="2024"/>
                  </a:cubicBezTo>
                  <a:cubicBezTo>
                    <a:pt x="1784" y="1912"/>
                    <a:pt x="2106" y="1526"/>
                    <a:pt x="2138" y="1076"/>
                  </a:cubicBezTo>
                  <a:cubicBezTo>
                    <a:pt x="2154" y="771"/>
                    <a:pt x="2025" y="465"/>
                    <a:pt x="1784" y="256"/>
                  </a:cubicBezTo>
                  <a:cubicBezTo>
                    <a:pt x="1590" y="85"/>
                    <a:pt x="1351" y="1"/>
                    <a:pt x="11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0" name="Google Shape;3002;p15"/>
            <p:cNvSpPr/>
            <p:nvPr/>
          </p:nvSpPr>
          <p:spPr>
            <a:xfrm>
              <a:off x="1753200" y="296496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6">
                  <a:moveTo>
                    <a:pt x="1067" y="221"/>
                  </a:moveTo>
                  <a:cubicBezTo>
                    <a:pt x="1471" y="221"/>
                    <a:pt x="1894" y="497"/>
                    <a:pt x="1945" y="917"/>
                  </a:cubicBezTo>
                  <a:cubicBezTo>
                    <a:pt x="1993" y="1302"/>
                    <a:pt x="1785" y="1672"/>
                    <a:pt x="1431" y="1833"/>
                  </a:cubicBezTo>
                  <a:lnTo>
                    <a:pt x="1431" y="1817"/>
                  </a:lnTo>
                  <a:cubicBezTo>
                    <a:pt x="1328" y="1861"/>
                    <a:pt x="1218" y="1883"/>
                    <a:pt x="1110" y="1883"/>
                  </a:cubicBezTo>
                  <a:cubicBezTo>
                    <a:pt x="864" y="1883"/>
                    <a:pt x="623" y="1771"/>
                    <a:pt x="467" y="1560"/>
                  </a:cubicBezTo>
                  <a:cubicBezTo>
                    <a:pt x="226" y="1254"/>
                    <a:pt x="226" y="836"/>
                    <a:pt x="467" y="515"/>
                  </a:cubicBezTo>
                  <a:cubicBezTo>
                    <a:pt x="613" y="311"/>
                    <a:pt x="837" y="221"/>
                    <a:pt x="1067" y="221"/>
                  </a:cubicBezTo>
                  <a:close/>
                  <a:moveTo>
                    <a:pt x="1112" y="0"/>
                  </a:moveTo>
                  <a:cubicBezTo>
                    <a:pt x="859" y="0"/>
                    <a:pt x="607" y="93"/>
                    <a:pt x="418" y="274"/>
                  </a:cubicBezTo>
                  <a:cubicBezTo>
                    <a:pt x="81" y="611"/>
                    <a:pt x="1" y="1110"/>
                    <a:pt x="209" y="1527"/>
                  </a:cubicBezTo>
                  <a:cubicBezTo>
                    <a:pt x="394" y="1856"/>
                    <a:pt x="739" y="2056"/>
                    <a:pt x="1105" y="2056"/>
                  </a:cubicBezTo>
                  <a:cubicBezTo>
                    <a:pt x="1187" y="2056"/>
                    <a:pt x="1269" y="2046"/>
                    <a:pt x="1351" y="2026"/>
                  </a:cubicBezTo>
                  <a:cubicBezTo>
                    <a:pt x="1801" y="1913"/>
                    <a:pt x="2106" y="1527"/>
                    <a:pt x="2138" y="1077"/>
                  </a:cubicBezTo>
                  <a:cubicBezTo>
                    <a:pt x="2154" y="756"/>
                    <a:pt x="2026" y="451"/>
                    <a:pt x="1785" y="258"/>
                  </a:cubicBezTo>
                  <a:cubicBezTo>
                    <a:pt x="1596" y="85"/>
                    <a:pt x="1354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1" name="Google Shape;3003;p15"/>
            <p:cNvSpPr/>
            <p:nvPr/>
          </p:nvSpPr>
          <p:spPr>
            <a:xfrm>
              <a:off x="1881000" y="2959200"/>
              <a:ext cx="98280" cy="9432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2139" h="2055">
                  <a:moveTo>
                    <a:pt x="1058" y="224"/>
                  </a:moveTo>
                  <a:cubicBezTo>
                    <a:pt x="1460" y="224"/>
                    <a:pt x="1879" y="503"/>
                    <a:pt x="1930" y="931"/>
                  </a:cubicBezTo>
                  <a:cubicBezTo>
                    <a:pt x="1978" y="1301"/>
                    <a:pt x="1785" y="1671"/>
                    <a:pt x="1431" y="1815"/>
                  </a:cubicBezTo>
                  <a:cubicBezTo>
                    <a:pt x="1323" y="1860"/>
                    <a:pt x="1210" y="1881"/>
                    <a:pt x="1099" y="1881"/>
                  </a:cubicBezTo>
                  <a:cubicBezTo>
                    <a:pt x="848" y="1881"/>
                    <a:pt x="607" y="1770"/>
                    <a:pt x="451" y="1558"/>
                  </a:cubicBezTo>
                  <a:cubicBezTo>
                    <a:pt x="226" y="1253"/>
                    <a:pt x="226" y="835"/>
                    <a:pt x="451" y="529"/>
                  </a:cubicBezTo>
                  <a:cubicBezTo>
                    <a:pt x="598" y="317"/>
                    <a:pt x="825" y="224"/>
                    <a:pt x="1058" y="224"/>
                  </a:cubicBezTo>
                  <a:close/>
                  <a:moveTo>
                    <a:pt x="1113" y="1"/>
                  </a:moveTo>
                  <a:cubicBezTo>
                    <a:pt x="857" y="1"/>
                    <a:pt x="602" y="97"/>
                    <a:pt x="403" y="288"/>
                  </a:cubicBezTo>
                  <a:cubicBezTo>
                    <a:pt x="81" y="610"/>
                    <a:pt x="1" y="1108"/>
                    <a:pt x="194" y="1526"/>
                  </a:cubicBezTo>
                  <a:cubicBezTo>
                    <a:pt x="378" y="1855"/>
                    <a:pt x="724" y="2054"/>
                    <a:pt x="1099" y="2054"/>
                  </a:cubicBezTo>
                  <a:cubicBezTo>
                    <a:pt x="1182" y="2054"/>
                    <a:pt x="1266" y="2045"/>
                    <a:pt x="1351" y="2024"/>
                  </a:cubicBezTo>
                  <a:cubicBezTo>
                    <a:pt x="1785" y="1912"/>
                    <a:pt x="2106" y="1526"/>
                    <a:pt x="2122" y="1076"/>
                  </a:cubicBezTo>
                  <a:cubicBezTo>
                    <a:pt x="2139" y="754"/>
                    <a:pt x="2010" y="449"/>
                    <a:pt x="1785" y="256"/>
                  </a:cubicBezTo>
                  <a:cubicBezTo>
                    <a:pt x="1591" y="85"/>
                    <a:pt x="1351" y="1"/>
                    <a:pt x="11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2" name="Google Shape;3004;p15"/>
            <p:cNvSpPr/>
            <p:nvPr/>
          </p:nvSpPr>
          <p:spPr>
            <a:xfrm>
              <a:off x="1151640" y="311976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63">
                  <a:moveTo>
                    <a:pt x="1053" y="228"/>
                  </a:moveTo>
                  <a:cubicBezTo>
                    <a:pt x="1461" y="228"/>
                    <a:pt x="1889" y="508"/>
                    <a:pt x="1930" y="939"/>
                  </a:cubicBezTo>
                  <a:cubicBezTo>
                    <a:pt x="1978" y="1309"/>
                    <a:pt x="1769" y="1678"/>
                    <a:pt x="1431" y="1823"/>
                  </a:cubicBezTo>
                  <a:cubicBezTo>
                    <a:pt x="1327" y="1866"/>
                    <a:pt x="1219" y="1886"/>
                    <a:pt x="1112" y="1886"/>
                  </a:cubicBezTo>
                  <a:cubicBezTo>
                    <a:pt x="856" y="1886"/>
                    <a:pt x="610" y="1770"/>
                    <a:pt x="451" y="1566"/>
                  </a:cubicBezTo>
                  <a:cubicBezTo>
                    <a:pt x="226" y="1260"/>
                    <a:pt x="226" y="826"/>
                    <a:pt x="451" y="521"/>
                  </a:cubicBezTo>
                  <a:cubicBezTo>
                    <a:pt x="596" y="318"/>
                    <a:pt x="821" y="228"/>
                    <a:pt x="1053" y="228"/>
                  </a:cubicBezTo>
                  <a:close/>
                  <a:moveTo>
                    <a:pt x="1096" y="1"/>
                  </a:moveTo>
                  <a:cubicBezTo>
                    <a:pt x="846" y="1"/>
                    <a:pt x="598" y="93"/>
                    <a:pt x="403" y="280"/>
                  </a:cubicBezTo>
                  <a:cubicBezTo>
                    <a:pt x="81" y="617"/>
                    <a:pt x="1" y="1116"/>
                    <a:pt x="210" y="1534"/>
                  </a:cubicBezTo>
                  <a:cubicBezTo>
                    <a:pt x="381" y="1862"/>
                    <a:pt x="735" y="2062"/>
                    <a:pt x="1104" y="2062"/>
                  </a:cubicBezTo>
                  <a:cubicBezTo>
                    <a:pt x="1186" y="2062"/>
                    <a:pt x="1269" y="2052"/>
                    <a:pt x="1351" y="2032"/>
                  </a:cubicBezTo>
                  <a:cubicBezTo>
                    <a:pt x="1785" y="1919"/>
                    <a:pt x="2106" y="1534"/>
                    <a:pt x="2139" y="1084"/>
                  </a:cubicBezTo>
                  <a:cubicBezTo>
                    <a:pt x="2155" y="762"/>
                    <a:pt x="2026" y="457"/>
                    <a:pt x="1785" y="264"/>
                  </a:cubicBezTo>
                  <a:cubicBezTo>
                    <a:pt x="1586" y="89"/>
                    <a:pt x="1340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3" name="Google Shape;3005;p15"/>
            <p:cNvSpPr/>
            <p:nvPr/>
          </p:nvSpPr>
          <p:spPr>
            <a:xfrm>
              <a:off x="1278720" y="3114360"/>
              <a:ext cx="99000" cy="943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2154" h="2055">
                  <a:moveTo>
                    <a:pt x="1061" y="224"/>
                  </a:moveTo>
                  <a:cubicBezTo>
                    <a:pt x="1467" y="224"/>
                    <a:pt x="1888" y="504"/>
                    <a:pt x="1929" y="931"/>
                  </a:cubicBezTo>
                  <a:cubicBezTo>
                    <a:pt x="1993" y="1301"/>
                    <a:pt x="1784" y="1671"/>
                    <a:pt x="1431" y="1815"/>
                  </a:cubicBezTo>
                  <a:cubicBezTo>
                    <a:pt x="1322" y="1865"/>
                    <a:pt x="1208" y="1888"/>
                    <a:pt x="1097" y="1888"/>
                  </a:cubicBezTo>
                  <a:cubicBezTo>
                    <a:pt x="846" y="1888"/>
                    <a:pt x="606" y="1769"/>
                    <a:pt x="450" y="1558"/>
                  </a:cubicBezTo>
                  <a:cubicBezTo>
                    <a:pt x="225" y="1253"/>
                    <a:pt x="225" y="835"/>
                    <a:pt x="450" y="530"/>
                  </a:cubicBezTo>
                  <a:cubicBezTo>
                    <a:pt x="597" y="318"/>
                    <a:pt x="827" y="224"/>
                    <a:pt x="1061" y="224"/>
                  </a:cubicBezTo>
                  <a:close/>
                  <a:moveTo>
                    <a:pt x="1128" y="1"/>
                  </a:moveTo>
                  <a:cubicBezTo>
                    <a:pt x="873" y="1"/>
                    <a:pt x="617" y="97"/>
                    <a:pt x="418" y="288"/>
                  </a:cubicBezTo>
                  <a:cubicBezTo>
                    <a:pt x="81" y="610"/>
                    <a:pt x="0" y="1108"/>
                    <a:pt x="209" y="1526"/>
                  </a:cubicBezTo>
                  <a:cubicBezTo>
                    <a:pt x="393" y="1855"/>
                    <a:pt x="739" y="2055"/>
                    <a:pt x="1105" y="2055"/>
                  </a:cubicBezTo>
                  <a:cubicBezTo>
                    <a:pt x="1186" y="2055"/>
                    <a:pt x="1269" y="2045"/>
                    <a:pt x="1350" y="2024"/>
                  </a:cubicBezTo>
                  <a:cubicBezTo>
                    <a:pt x="1800" y="1912"/>
                    <a:pt x="2122" y="1526"/>
                    <a:pt x="2138" y="1076"/>
                  </a:cubicBezTo>
                  <a:cubicBezTo>
                    <a:pt x="2154" y="755"/>
                    <a:pt x="2025" y="465"/>
                    <a:pt x="1800" y="256"/>
                  </a:cubicBezTo>
                  <a:cubicBezTo>
                    <a:pt x="1606" y="85"/>
                    <a:pt x="1367" y="1"/>
                    <a:pt x="112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4" name="Google Shape;3006;p15"/>
            <p:cNvSpPr/>
            <p:nvPr/>
          </p:nvSpPr>
          <p:spPr>
            <a:xfrm>
              <a:off x="1406160" y="310860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6">
                  <a:moveTo>
                    <a:pt x="1051" y="229"/>
                  </a:moveTo>
                  <a:cubicBezTo>
                    <a:pt x="1455" y="229"/>
                    <a:pt x="1878" y="505"/>
                    <a:pt x="1929" y="925"/>
                  </a:cubicBezTo>
                  <a:cubicBezTo>
                    <a:pt x="1978" y="1294"/>
                    <a:pt x="1769" y="1680"/>
                    <a:pt x="1415" y="1825"/>
                  </a:cubicBezTo>
                  <a:cubicBezTo>
                    <a:pt x="1316" y="1867"/>
                    <a:pt x="1210" y="1888"/>
                    <a:pt x="1106" y="1888"/>
                  </a:cubicBezTo>
                  <a:cubicBezTo>
                    <a:pt x="856" y="1888"/>
                    <a:pt x="609" y="1772"/>
                    <a:pt x="451" y="1568"/>
                  </a:cubicBezTo>
                  <a:cubicBezTo>
                    <a:pt x="226" y="1246"/>
                    <a:pt x="226" y="828"/>
                    <a:pt x="451" y="523"/>
                  </a:cubicBezTo>
                  <a:cubicBezTo>
                    <a:pt x="597" y="319"/>
                    <a:pt x="821" y="229"/>
                    <a:pt x="1051" y="229"/>
                  </a:cubicBezTo>
                  <a:close/>
                  <a:moveTo>
                    <a:pt x="1104" y="0"/>
                  </a:moveTo>
                  <a:cubicBezTo>
                    <a:pt x="852" y="0"/>
                    <a:pt x="600" y="93"/>
                    <a:pt x="403" y="282"/>
                  </a:cubicBezTo>
                  <a:cubicBezTo>
                    <a:pt x="81" y="603"/>
                    <a:pt x="1" y="1102"/>
                    <a:pt x="210" y="1519"/>
                  </a:cubicBezTo>
                  <a:cubicBezTo>
                    <a:pt x="377" y="1855"/>
                    <a:pt x="721" y="2055"/>
                    <a:pt x="1082" y="2055"/>
                  </a:cubicBezTo>
                  <a:cubicBezTo>
                    <a:pt x="1171" y="2055"/>
                    <a:pt x="1262" y="2043"/>
                    <a:pt x="1351" y="2018"/>
                  </a:cubicBezTo>
                  <a:cubicBezTo>
                    <a:pt x="1785" y="1905"/>
                    <a:pt x="2106" y="1536"/>
                    <a:pt x="2138" y="1069"/>
                  </a:cubicBezTo>
                  <a:cubicBezTo>
                    <a:pt x="2154" y="764"/>
                    <a:pt x="2026" y="459"/>
                    <a:pt x="1785" y="250"/>
                  </a:cubicBezTo>
                  <a:cubicBezTo>
                    <a:pt x="1588" y="85"/>
                    <a:pt x="1346" y="0"/>
                    <a:pt x="11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5" name="Google Shape;3007;p15"/>
            <p:cNvSpPr/>
            <p:nvPr/>
          </p:nvSpPr>
          <p:spPr>
            <a:xfrm>
              <a:off x="1532880" y="310284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62">
                  <a:moveTo>
                    <a:pt x="1055" y="226"/>
                  </a:moveTo>
                  <a:cubicBezTo>
                    <a:pt x="1462" y="226"/>
                    <a:pt x="1888" y="503"/>
                    <a:pt x="1929" y="922"/>
                  </a:cubicBezTo>
                  <a:cubicBezTo>
                    <a:pt x="1993" y="1308"/>
                    <a:pt x="1784" y="1678"/>
                    <a:pt x="1430" y="1822"/>
                  </a:cubicBezTo>
                  <a:cubicBezTo>
                    <a:pt x="1326" y="1865"/>
                    <a:pt x="1218" y="1885"/>
                    <a:pt x="1111" y="1885"/>
                  </a:cubicBezTo>
                  <a:cubicBezTo>
                    <a:pt x="855" y="1885"/>
                    <a:pt x="609" y="1769"/>
                    <a:pt x="450" y="1565"/>
                  </a:cubicBezTo>
                  <a:cubicBezTo>
                    <a:pt x="225" y="1260"/>
                    <a:pt x="225" y="826"/>
                    <a:pt x="450" y="520"/>
                  </a:cubicBezTo>
                  <a:cubicBezTo>
                    <a:pt x="596" y="316"/>
                    <a:pt x="822" y="226"/>
                    <a:pt x="1055" y="226"/>
                  </a:cubicBezTo>
                  <a:close/>
                  <a:moveTo>
                    <a:pt x="1103" y="0"/>
                  </a:moveTo>
                  <a:cubicBezTo>
                    <a:pt x="853" y="0"/>
                    <a:pt x="605" y="92"/>
                    <a:pt x="418" y="279"/>
                  </a:cubicBezTo>
                  <a:cubicBezTo>
                    <a:pt x="80" y="617"/>
                    <a:pt x="0" y="1115"/>
                    <a:pt x="209" y="1533"/>
                  </a:cubicBezTo>
                  <a:cubicBezTo>
                    <a:pt x="393" y="1862"/>
                    <a:pt x="739" y="2061"/>
                    <a:pt x="1105" y="2061"/>
                  </a:cubicBezTo>
                  <a:cubicBezTo>
                    <a:pt x="1186" y="2061"/>
                    <a:pt x="1268" y="2052"/>
                    <a:pt x="1350" y="2031"/>
                  </a:cubicBezTo>
                  <a:cubicBezTo>
                    <a:pt x="1784" y="1919"/>
                    <a:pt x="2106" y="1533"/>
                    <a:pt x="2138" y="1083"/>
                  </a:cubicBezTo>
                  <a:cubicBezTo>
                    <a:pt x="2154" y="761"/>
                    <a:pt x="2025" y="456"/>
                    <a:pt x="1784" y="263"/>
                  </a:cubicBezTo>
                  <a:cubicBezTo>
                    <a:pt x="1593" y="88"/>
                    <a:pt x="1348" y="0"/>
                    <a:pt x="11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6" name="Google Shape;3008;p15"/>
            <p:cNvSpPr/>
            <p:nvPr/>
          </p:nvSpPr>
          <p:spPr>
            <a:xfrm>
              <a:off x="1660680" y="3097440"/>
              <a:ext cx="98280" cy="9432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2139" h="2054">
                  <a:moveTo>
                    <a:pt x="1057" y="224"/>
                  </a:moveTo>
                  <a:cubicBezTo>
                    <a:pt x="1459" y="224"/>
                    <a:pt x="1878" y="503"/>
                    <a:pt x="1929" y="931"/>
                  </a:cubicBezTo>
                  <a:cubicBezTo>
                    <a:pt x="1977" y="1300"/>
                    <a:pt x="1768" y="1670"/>
                    <a:pt x="1415" y="1831"/>
                  </a:cubicBezTo>
                  <a:cubicBezTo>
                    <a:pt x="1316" y="1873"/>
                    <a:pt x="1212" y="1893"/>
                    <a:pt x="1109" y="1893"/>
                  </a:cubicBezTo>
                  <a:cubicBezTo>
                    <a:pt x="858" y="1893"/>
                    <a:pt x="610" y="1774"/>
                    <a:pt x="451" y="1558"/>
                  </a:cubicBezTo>
                  <a:cubicBezTo>
                    <a:pt x="209" y="1252"/>
                    <a:pt x="209" y="834"/>
                    <a:pt x="451" y="529"/>
                  </a:cubicBezTo>
                  <a:cubicBezTo>
                    <a:pt x="598" y="317"/>
                    <a:pt x="825" y="224"/>
                    <a:pt x="1057" y="224"/>
                  </a:cubicBezTo>
                  <a:close/>
                  <a:moveTo>
                    <a:pt x="1112" y="0"/>
                  </a:moveTo>
                  <a:cubicBezTo>
                    <a:pt x="857" y="0"/>
                    <a:pt x="602" y="97"/>
                    <a:pt x="402" y="288"/>
                  </a:cubicBezTo>
                  <a:cubicBezTo>
                    <a:pt x="81" y="609"/>
                    <a:pt x="0" y="1107"/>
                    <a:pt x="193" y="1525"/>
                  </a:cubicBezTo>
                  <a:cubicBezTo>
                    <a:pt x="378" y="1854"/>
                    <a:pt x="723" y="2054"/>
                    <a:pt x="1089" y="2054"/>
                  </a:cubicBezTo>
                  <a:cubicBezTo>
                    <a:pt x="1171" y="2054"/>
                    <a:pt x="1253" y="2044"/>
                    <a:pt x="1334" y="2024"/>
                  </a:cubicBezTo>
                  <a:cubicBezTo>
                    <a:pt x="1785" y="1911"/>
                    <a:pt x="2106" y="1525"/>
                    <a:pt x="2122" y="1075"/>
                  </a:cubicBezTo>
                  <a:cubicBezTo>
                    <a:pt x="2138" y="770"/>
                    <a:pt x="2010" y="465"/>
                    <a:pt x="1785" y="256"/>
                  </a:cubicBezTo>
                  <a:cubicBezTo>
                    <a:pt x="1590" y="85"/>
                    <a:pt x="1351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7" name="Google Shape;3009;p15"/>
            <p:cNvSpPr/>
            <p:nvPr/>
          </p:nvSpPr>
          <p:spPr>
            <a:xfrm>
              <a:off x="1787400" y="309168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5" h="2056">
                  <a:moveTo>
                    <a:pt x="1056" y="229"/>
                  </a:moveTo>
                  <a:cubicBezTo>
                    <a:pt x="1463" y="229"/>
                    <a:pt x="1889" y="505"/>
                    <a:pt x="1930" y="925"/>
                  </a:cubicBezTo>
                  <a:cubicBezTo>
                    <a:pt x="1994" y="1295"/>
                    <a:pt x="1785" y="1681"/>
                    <a:pt x="1431" y="1825"/>
                  </a:cubicBezTo>
                  <a:cubicBezTo>
                    <a:pt x="1327" y="1868"/>
                    <a:pt x="1219" y="1888"/>
                    <a:pt x="1112" y="1888"/>
                  </a:cubicBezTo>
                  <a:cubicBezTo>
                    <a:pt x="856" y="1888"/>
                    <a:pt x="610" y="1772"/>
                    <a:pt x="451" y="1568"/>
                  </a:cubicBezTo>
                  <a:cubicBezTo>
                    <a:pt x="226" y="1247"/>
                    <a:pt x="226" y="829"/>
                    <a:pt x="451" y="523"/>
                  </a:cubicBezTo>
                  <a:cubicBezTo>
                    <a:pt x="597" y="319"/>
                    <a:pt x="823" y="229"/>
                    <a:pt x="1056" y="229"/>
                  </a:cubicBezTo>
                  <a:close/>
                  <a:moveTo>
                    <a:pt x="1105" y="1"/>
                  </a:moveTo>
                  <a:cubicBezTo>
                    <a:pt x="852" y="1"/>
                    <a:pt x="600" y="93"/>
                    <a:pt x="403" y="282"/>
                  </a:cubicBezTo>
                  <a:cubicBezTo>
                    <a:pt x="81" y="604"/>
                    <a:pt x="1" y="1102"/>
                    <a:pt x="210" y="1520"/>
                  </a:cubicBezTo>
                  <a:cubicBezTo>
                    <a:pt x="377" y="1855"/>
                    <a:pt x="721" y="2056"/>
                    <a:pt x="1082" y="2056"/>
                  </a:cubicBezTo>
                  <a:cubicBezTo>
                    <a:pt x="1171" y="2056"/>
                    <a:pt x="1262" y="2043"/>
                    <a:pt x="1351" y="2018"/>
                  </a:cubicBezTo>
                  <a:cubicBezTo>
                    <a:pt x="1785" y="1922"/>
                    <a:pt x="2106" y="1536"/>
                    <a:pt x="2138" y="1070"/>
                  </a:cubicBezTo>
                  <a:cubicBezTo>
                    <a:pt x="2155" y="764"/>
                    <a:pt x="2026" y="459"/>
                    <a:pt x="1785" y="250"/>
                  </a:cubicBezTo>
                  <a:cubicBezTo>
                    <a:pt x="1589" y="85"/>
                    <a:pt x="1346" y="1"/>
                    <a:pt x="110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8" name="Google Shape;3010;p15"/>
            <p:cNvSpPr/>
            <p:nvPr/>
          </p:nvSpPr>
          <p:spPr>
            <a:xfrm>
              <a:off x="1914120" y="3085920"/>
              <a:ext cx="99000" cy="9468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2154" h="2056">
                  <a:moveTo>
                    <a:pt x="1055" y="221"/>
                  </a:moveTo>
                  <a:cubicBezTo>
                    <a:pt x="1462" y="221"/>
                    <a:pt x="1888" y="497"/>
                    <a:pt x="1929" y="917"/>
                  </a:cubicBezTo>
                  <a:cubicBezTo>
                    <a:pt x="1993" y="1302"/>
                    <a:pt x="1784" y="1672"/>
                    <a:pt x="1431" y="1817"/>
                  </a:cubicBezTo>
                  <a:cubicBezTo>
                    <a:pt x="1326" y="1859"/>
                    <a:pt x="1219" y="1880"/>
                    <a:pt x="1114" y="1880"/>
                  </a:cubicBezTo>
                  <a:cubicBezTo>
                    <a:pt x="862" y="1880"/>
                    <a:pt x="620" y="1763"/>
                    <a:pt x="450" y="1559"/>
                  </a:cubicBezTo>
                  <a:cubicBezTo>
                    <a:pt x="225" y="1254"/>
                    <a:pt x="225" y="820"/>
                    <a:pt x="450" y="515"/>
                  </a:cubicBezTo>
                  <a:cubicBezTo>
                    <a:pt x="596" y="310"/>
                    <a:pt x="823" y="221"/>
                    <a:pt x="1055" y="221"/>
                  </a:cubicBezTo>
                  <a:close/>
                  <a:moveTo>
                    <a:pt x="1120" y="0"/>
                  </a:moveTo>
                  <a:cubicBezTo>
                    <a:pt x="867" y="0"/>
                    <a:pt x="615" y="93"/>
                    <a:pt x="418" y="274"/>
                  </a:cubicBezTo>
                  <a:cubicBezTo>
                    <a:pt x="81" y="611"/>
                    <a:pt x="0" y="1109"/>
                    <a:pt x="209" y="1511"/>
                  </a:cubicBezTo>
                  <a:cubicBezTo>
                    <a:pt x="393" y="1854"/>
                    <a:pt x="740" y="2056"/>
                    <a:pt x="1106" y="2056"/>
                  </a:cubicBezTo>
                  <a:cubicBezTo>
                    <a:pt x="1187" y="2056"/>
                    <a:pt x="1269" y="2046"/>
                    <a:pt x="1350" y="2026"/>
                  </a:cubicBezTo>
                  <a:cubicBezTo>
                    <a:pt x="1800" y="1913"/>
                    <a:pt x="2106" y="1527"/>
                    <a:pt x="2138" y="1077"/>
                  </a:cubicBezTo>
                  <a:cubicBezTo>
                    <a:pt x="2154" y="756"/>
                    <a:pt x="2025" y="450"/>
                    <a:pt x="1800" y="258"/>
                  </a:cubicBezTo>
                  <a:cubicBezTo>
                    <a:pt x="1604" y="85"/>
                    <a:pt x="1362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9" name="Google Shape;3011;p15"/>
            <p:cNvSpPr/>
            <p:nvPr/>
          </p:nvSpPr>
          <p:spPr>
            <a:xfrm>
              <a:off x="1045800" y="2440440"/>
              <a:ext cx="65880" cy="88200"/>
            </a:xfrm>
            <a:custGeom>
              <a:avLst/>
              <a:gdLst>
                <a:gd name="textAreaLeft" fmla="*/ 0 w 65880"/>
                <a:gd name="textAreaRight" fmla="*/ 66240 w 6588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2330" h="3111">
                  <a:moveTo>
                    <a:pt x="1767" y="1"/>
                  </a:moveTo>
                  <a:cubicBezTo>
                    <a:pt x="1502" y="1"/>
                    <a:pt x="1183" y="163"/>
                    <a:pt x="1042" y="314"/>
                  </a:cubicBezTo>
                  <a:cubicBezTo>
                    <a:pt x="709" y="661"/>
                    <a:pt x="738" y="1226"/>
                    <a:pt x="1100" y="1529"/>
                  </a:cubicBezTo>
                  <a:cubicBezTo>
                    <a:pt x="1288" y="1674"/>
                    <a:pt x="1548" y="1718"/>
                    <a:pt x="1693" y="1877"/>
                  </a:cubicBezTo>
                  <a:cubicBezTo>
                    <a:pt x="1794" y="2007"/>
                    <a:pt x="1809" y="2195"/>
                    <a:pt x="1736" y="2340"/>
                  </a:cubicBezTo>
                  <a:cubicBezTo>
                    <a:pt x="1661" y="2491"/>
                    <a:pt x="1508" y="2577"/>
                    <a:pt x="1355" y="2577"/>
                  </a:cubicBezTo>
                  <a:cubicBezTo>
                    <a:pt x="1332" y="2577"/>
                    <a:pt x="1310" y="2575"/>
                    <a:pt x="1288" y="2571"/>
                  </a:cubicBezTo>
                  <a:cubicBezTo>
                    <a:pt x="1187" y="2557"/>
                    <a:pt x="1085" y="2528"/>
                    <a:pt x="998" y="2470"/>
                  </a:cubicBezTo>
                  <a:cubicBezTo>
                    <a:pt x="955" y="2441"/>
                    <a:pt x="912" y="2412"/>
                    <a:pt x="883" y="2369"/>
                  </a:cubicBezTo>
                  <a:lnTo>
                    <a:pt x="839" y="2325"/>
                  </a:lnTo>
                  <a:cubicBezTo>
                    <a:pt x="881" y="2167"/>
                    <a:pt x="716" y="2001"/>
                    <a:pt x="556" y="2001"/>
                  </a:cubicBezTo>
                  <a:cubicBezTo>
                    <a:pt x="497" y="2001"/>
                    <a:pt x="438" y="2024"/>
                    <a:pt x="391" y="2079"/>
                  </a:cubicBezTo>
                  <a:cubicBezTo>
                    <a:pt x="0" y="2571"/>
                    <a:pt x="839" y="3063"/>
                    <a:pt x="1244" y="3107"/>
                  </a:cubicBezTo>
                  <a:cubicBezTo>
                    <a:pt x="1273" y="3109"/>
                    <a:pt x="1301" y="3110"/>
                    <a:pt x="1329" y="3110"/>
                  </a:cubicBezTo>
                  <a:cubicBezTo>
                    <a:pt x="1815" y="3110"/>
                    <a:pt x="2232" y="2761"/>
                    <a:pt x="2301" y="2282"/>
                  </a:cubicBezTo>
                  <a:cubicBezTo>
                    <a:pt x="2330" y="2050"/>
                    <a:pt x="2286" y="1819"/>
                    <a:pt x="2156" y="1616"/>
                  </a:cubicBezTo>
                  <a:cubicBezTo>
                    <a:pt x="1982" y="1385"/>
                    <a:pt x="1722" y="1327"/>
                    <a:pt x="1490" y="1182"/>
                  </a:cubicBezTo>
                  <a:cubicBezTo>
                    <a:pt x="1244" y="1052"/>
                    <a:pt x="1230" y="705"/>
                    <a:pt x="1462" y="546"/>
                  </a:cubicBezTo>
                  <a:cubicBezTo>
                    <a:pt x="1635" y="357"/>
                    <a:pt x="1954" y="386"/>
                    <a:pt x="2113" y="198"/>
                  </a:cubicBezTo>
                  <a:cubicBezTo>
                    <a:pt x="2113" y="184"/>
                    <a:pt x="2113" y="184"/>
                    <a:pt x="2113" y="169"/>
                  </a:cubicBezTo>
                  <a:cubicBezTo>
                    <a:pt x="2037" y="48"/>
                    <a:pt x="1909" y="1"/>
                    <a:pt x="176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0" name="Google Shape;3012;p15"/>
            <p:cNvSpPr/>
            <p:nvPr/>
          </p:nvSpPr>
          <p:spPr>
            <a:xfrm>
              <a:off x="1173240" y="2433960"/>
              <a:ext cx="73440" cy="9108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2585" h="3207">
                  <a:moveTo>
                    <a:pt x="722" y="1"/>
                  </a:moveTo>
                  <a:cubicBezTo>
                    <a:pt x="640" y="1"/>
                    <a:pt x="564" y="49"/>
                    <a:pt x="544" y="158"/>
                  </a:cubicBezTo>
                  <a:cubicBezTo>
                    <a:pt x="341" y="1113"/>
                    <a:pt x="139" y="2083"/>
                    <a:pt x="8" y="3052"/>
                  </a:cubicBezTo>
                  <a:cubicBezTo>
                    <a:pt x="0" y="3150"/>
                    <a:pt x="88" y="3206"/>
                    <a:pt x="174" y="3206"/>
                  </a:cubicBezTo>
                  <a:cubicBezTo>
                    <a:pt x="241" y="3206"/>
                    <a:pt x="308" y="3172"/>
                    <a:pt x="327" y="3096"/>
                  </a:cubicBezTo>
                  <a:cubicBezTo>
                    <a:pt x="515" y="2401"/>
                    <a:pt x="660" y="1692"/>
                    <a:pt x="804" y="983"/>
                  </a:cubicBezTo>
                  <a:cubicBezTo>
                    <a:pt x="949" y="1345"/>
                    <a:pt x="1079" y="1707"/>
                    <a:pt x="1209" y="2083"/>
                  </a:cubicBezTo>
                  <a:cubicBezTo>
                    <a:pt x="1251" y="2183"/>
                    <a:pt x="1359" y="2249"/>
                    <a:pt x="1461" y="2249"/>
                  </a:cubicBezTo>
                  <a:cubicBezTo>
                    <a:pt x="1536" y="2249"/>
                    <a:pt x="1607" y="2213"/>
                    <a:pt x="1644" y="2126"/>
                  </a:cubicBezTo>
                  <a:cubicBezTo>
                    <a:pt x="1803" y="1808"/>
                    <a:pt x="1962" y="1504"/>
                    <a:pt x="2121" y="1186"/>
                  </a:cubicBezTo>
                  <a:lnTo>
                    <a:pt x="2121" y="1186"/>
                  </a:lnTo>
                  <a:cubicBezTo>
                    <a:pt x="2121" y="1750"/>
                    <a:pt x="2092" y="2314"/>
                    <a:pt x="2078" y="2879"/>
                  </a:cubicBezTo>
                  <a:cubicBezTo>
                    <a:pt x="2078" y="3031"/>
                    <a:pt x="2197" y="3107"/>
                    <a:pt x="2318" y="3107"/>
                  </a:cubicBezTo>
                  <a:cubicBezTo>
                    <a:pt x="2439" y="3107"/>
                    <a:pt x="2562" y="3031"/>
                    <a:pt x="2570" y="2879"/>
                  </a:cubicBezTo>
                  <a:cubicBezTo>
                    <a:pt x="2584" y="1996"/>
                    <a:pt x="2584" y="1113"/>
                    <a:pt x="2570" y="231"/>
                  </a:cubicBezTo>
                  <a:cubicBezTo>
                    <a:pt x="2552" y="97"/>
                    <a:pt x="2440" y="18"/>
                    <a:pt x="2330" y="18"/>
                  </a:cubicBezTo>
                  <a:cubicBezTo>
                    <a:pt x="2262" y="18"/>
                    <a:pt x="2194" y="49"/>
                    <a:pt x="2150" y="115"/>
                  </a:cubicBezTo>
                  <a:cubicBezTo>
                    <a:pt x="1918" y="564"/>
                    <a:pt x="1701" y="998"/>
                    <a:pt x="1470" y="1446"/>
                  </a:cubicBezTo>
                  <a:cubicBezTo>
                    <a:pt x="1282" y="1012"/>
                    <a:pt x="1123" y="593"/>
                    <a:pt x="949" y="158"/>
                  </a:cubicBezTo>
                  <a:cubicBezTo>
                    <a:pt x="911" y="60"/>
                    <a:pt x="813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1" name="Google Shape;3013;p15"/>
            <p:cNvSpPr/>
            <p:nvPr/>
          </p:nvSpPr>
          <p:spPr>
            <a:xfrm>
              <a:off x="1319400" y="2429280"/>
              <a:ext cx="72000" cy="9108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2533" h="3206">
                  <a:moveTo>
                    <a:pt x="1759" y="0"/>
                  </a:moveTo>
                  <a:cubicBezTo>
                    <a:pt x="1574" y="0"/>
                    <a:pt x="1390" y="7"/>
                    <a:pt x="1202" y="22"/>
                  </a:cubicBezTo>
                  <a:cubicBezTo>
                    <a:pt x="1139" y="19"/>
                    <a:pt x="1077" y="18"/>
                    <a:pt x="1015" y="18"/>
                  </a:cubicBezTo>
                  <a:cubicBezTo>
                    <a:pt x="716" y="18"/>
                    <a:pt x="416" y="46"/>
                    <a:pt x="116" y="94"/>
                  </a:cubicBezTo>
                  <a:cubicBezTo>
                    <a:pt x="1" y="123"/>
                    <a:pt x="1" y="297"/>
                    <a:pt x="116" y="340"/>
                  </a:cubicBezTo>
                  <a:cubicBezTo>
                    <a:pt x="420" y="412"/>
                    <a:pt x="724" y="456"/>
                    <a:pt x="1042" y="470"/>
                  </a:cubicBezTo>
                  <a:cubicBezTo>
                    <a:pt x="970" y="933"/>
                    <a:pt x="970" y="1396"/>
                    <a:pt x="927" y="1859"/>
                  </a:cubicBezTo>
                  <a:cubicBezTo>
                    <a:pt x="912" y="2134"/>
                    <a:pt x="883" y="2424"/>
                    <a:pt x="854" y="2699"/>
                  </a:cubicBezTo>
                  <a:cubicBezTo>
                    <a:pt x="840" y="2887"/>
                    <a:pt x="796" y="3191"/>
                    <a:pt x="1071" y="3205"/>
                  </a:cubicBezTo>
                  <a:cubicBezTo>
                    <a:pt x="1077" y="3205"/>
                    <a:pt x="1082" y="3206"/>
                    <a:pt x="1087" y="3206"/>
                  </a:cubicBezTo>
                  <a:cubicBezTo>
                    <a:pt x="1332" y="3206"/>
                    <a:pt x="1332" y="2883"/>
                    <a:pt x="1361" y="2699"/>
                  </a:cubicBezTo>
                  <a:cubicBezTo>
                    <a:pt x="1390" y="2438"/>
                    <a:pt x="1419" y="2163"/>
                    <a:pt x="1448" y="1903"/>
                  </a:cubicBezTo>
                  <a:cubicBezTo>
                    <a:pt x="1491" y="1425"/>
                    <a:pt x="1505" y="962"/>
                    <a:pt x="1476" y="485"/>
                  </a:cubicBezTo>
                  <a:lnTo>
                    <a:pt x="1476" y="485"/>
                  </a:lnTo>
                  <a:cubicBezTo>
                    <a:pt x="1600" y="498"/>
                    <a:pt x="1724" y="505"/>
                    <a:pt x="1848" y="505"/>
                  </a:cubicBezTo>
                  <a:cubicBezTo>
                    <a:pt x="2001" y="505"/>
                    <a:pt x="2156" y="494"/>
                    <a:pt x="2316" y="470"/>
                  </a:cubicBezTo>
                  <a:cubicBezTo>
                    <a:pt x="2533" y="398"/>
                    <a:pt x="2533" y="94"/>
                    <a:pt x="2316" y="22"/>
                  </a:cubicBezTo>
                  <a:cubicBezTo>
                    <a:pt x="2128" y="7"/>
                    <a:pt x="1943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2" name="Google Shape;3014;p15"/>
            <p:cNvSpPr/>
            <p:nvPr/>
          </p:nvSpPr>
          <p:spPr>
            <a:xfrm>
              <a:off x="1434600" y="2424600"/>
              <a:ext cx="84600" cy="9144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87" h="3226">
                  <a:moveTo>
                    <a:pt x="188" y="0"/>
                  </a:moveTo>
                  <a:cubicBezTo>
                    <a:pt x="111" y="0"/>
                    <a:pt x="29" y="57"/>
                    <a:pt x="29" y="154"/>
                  </a:cubicBezTo>
                  <a:cubicBezTo>
                    <a:pt x="0" y="632"/>
                    <a:pt x="14" y="1124"/>
                    <a:pt x="58" y="1616"/>
                  </a:cubicBezTo>
                  <a:cubicBezTo>
                    <a:pt x="87" y="2079"/>
                    <a:pt x="174" y="2527"/>
                    <a:pt x="333" y="2976"/>
                  </a:cubicBezTo>
                  <a:cubicBezTo>
                    <a:pt x="373" y="3111"/>
                    <a:pt x="503" y="3209"/>
                    <a:pt x="662" y="3209"/>
                  </a:cubicBezTo>
                  <a:cubicBezTo>
                    <a:pt x="673" y="3209"/>
                    <a:pt x="683" y="3208"/>
                    <a:pt x="695" y="3207"/>
                  </a:cubicBezTo>
                  <a:cubicBezTo>
                    <a:pt x="883" y="3164"/>
                    <a:pt x="969" y="2976"/>
                    <a:pt x="1042" y="2802"/>
                  </a:cubicBezTo>
                  <a:cubicBezTo>
                    <a:pt x="1158" y="2527"/>
                    <a:pt x="1273" y="2238"/>
                    <a:pt x="1404" y="1949"/>
                  </a:cubicBezTo>
                  <a:cubicBezTo>
                    <a:pt x="1548" y="2310"/>
                    <a:pt x="1679" y="2701"/>
                    <a:pt x="1823" y="3063"/>
                  </a:cubicBezTo>
                  <a:cubicBezTo>
                    <a:pt x="1859" y="3171"/>
                    <a:pt x="1957" y="3226"/>
                    <a:pt x="2053" y="3226"/>
                  </a:cubicBezTo>
                  <a:cubicBezTo>
                    <a:pt x="2149" y="3226"/>
                    <a:pt x="2243" y="3171"/>
                    <a:pt x="2272" y="3063"/>
                  </a:cubicBezTo>
                  <a:cubicBezTo>
                    <a:pt x="2547" y="2253"/>
                    <a:pt x="2778" y="1413"/>
                    <a:pt x="2952" y="574"/>
                  </a:cubicBezTo>
                  <a:cubicBezTo>
                    <a:pt x="2987" y="409"/>
                    <a:pt x="2844" y="301"/>
                    <a:pt x="2712" y="301"/>
                  </a:cubicBezTo>
                  <a:cubicBezTo>
                    <a:pt x="2624" y="301"/>
                    <a:pt x="2541" y="349"/>
                    <a:pt x="2518" y="458"/>
                  </a:cubicBezTo>
                  <a:cubicBezTo>
                    <a:pt x="2388" y="1109"/>
                    <a:pt x="2228" y="1732"/>
                    <a:pt x="2040" y="2354"/>
                  </a:cubicBezTo>
                  <a:cubicBezTo>
                    <a:pt x="1881" y="1992"/>
                    <a:pt x="1736" y="1659"/>
                    <a:pt x="1606" y="1298"/>
                  </a:cubicBezTo>
                  <a:cubicBezTo>
                    <a:pt x="1570" y="1196"/>
                    <a:pt x="1480" y="1146"/>
                    <a:pt x="1391" y="1146"/>
                  </a:cubicBezTo>
                  <a:cubicBezTo>
                    <a:pt x="1302" y="1146"/>
                    <a:pt x="1215" y="1196"/>
                    <a:pt x="1187" y="1298"/>
                  </a:cubicBezTo>
                  <a:cubicBezTo>
                    <a:pt x="1056" y="1659"/>
                    <a:pt x="912" y="2007"/>
                    <a:pt x="767" y="2354"/>
                  </a:cubicBezTo>
                  <a:lnTo>
                    <a:pt x="680" y="2527"/>
                  </a:lnTo>
                  <a:cubicBezTo>
                    <a:pt x="680" y="2513"/>
                    <a:pt x="666" y="2498"/>
                    <a:pt x="666" y="2470"/>
                  </a:cubicBezTo>
                  <a:cubicBezTo>
                    <a:pt x="637" y="2397"/>
                    <a:pt x="622" y="2310"/>
                    <a:pt x="608" y="2238"/>
                  </a:cubicBezTo>
                  <a:cubicBezTo>
                    <a:pt x="463" y="1529"/>
                    <a:pt x="434" y="806"/>
                    <a:pt x="318" y="111"/>
                  </a:cubicBezTo>
                  <a:cubicBezTo>
                    <a:pt x="306" y="35"/>
                    <a:pt x="248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3" name="Google Shape;3015;p15"/>
            <p:cNvSpPr/>
            <p:nvPr/>
          </p:nvSpPr>
          <p:spPr>
            <a:xfrm>
              <a:off x="1562400" y="2425680"/>
              <a:ext cx="74880" cy="9288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2634" h="3276">
                  <a:moveTo>
                    <a:pt x="1587" y="1"/>
                  </a:moveTo>
                  <a:cubicBezTo>
                    <a:pt x="1449" y="1"/>
                    <a:pt x="1310" y="6"/>
                    <a:pt x="1172" y="16"/>
                  </a:cubicBezTo>
                  <a:lnTo>
                    <a:pt x="622" y="16"/>
                  </a:lnTo>
                  <a:cubicBezTo>
                    <a:pt x="592" y="14"/>
                    <a:pt x="561" y="12"/>
                    <a:pt x="531" y="12"/>
                  </a:cubicBezTo>
                  <a:cubicBezTo>
                    <a:pt x="374" y="12"/>
                    <a:pt x="220" y="44"/>
                    <a:pt x="87" y="117"/>
                  </a:cubicBezTo>
                  <a:cubicBezTo>
                    <a:pt x="14" y="161"/>
                    <a:pt x="0" y="276"/>
                    <a:pt x="58" y="334"/>
                  </a:cubicBezTo>
                  <a:cubicBezTo>
                    <a:pt x="234" y="489"/>
                    <a:pt x="527" y="511"/>
                    <a:pt x="792" y="511"/>
                  </a:cubicBezTo>
                  <a:cubicBezTo>
                    <a:pt x="897" y="511"/>
                    <a:pt x="998" y="508"/>
                    <a:pt x="1085" y="508"/>
                  </a:cubicBezTo>
                  <a:lnTo>
                    <a:pt x="1187" y="508"/>
                  </a:lnTo>
                  <a:cubicBezTo>
                    <a:pt x="1158" y="725"/>
                    <a:pt x="1158" y="942"/>
                    <a:pt x="1158" y="1159"/>
                  </a:cubicBezTo>
                  <a:lnTo>
                    <a:pt x="1158" y="1882"/>
                  </a:lnTo>
                  <a:cubicBezTo>
                    <a:pt x="1158" y="2230"/>
                    <a:pt x="1187" y="2577"/>
                    <a:pt x="1172" y="2910"/>
                  </a:cubicBezTo>
                  <a:cubicBezTo>
                    <a:pt x="1172" y="2953"/>
                    <a:pt x="1172" y="2982"/>
                    <a:pt x="1172" y="3026"/>
                  </a:cubicBezTo>
                  <a:cubicBezTo>
                    <a:pt x="1172" y="3192"/>
                    <a:pt x="1299" y="3275"/>
                    <a:pt x="1425" y="3275"/>
                  </a:cubicBezTo>
                  <a:cubicBezTo>
                    <a:pt x="1552" y="3275"/>
                    <a:pt x="1679" y="3192"/>
                    <a:pt x="1679" y="3026"/>
                  </a:cubicBezTo>
                  <a:cubicBezTo>
                    <a:pt x="1679" y="2649"/>
                    <a:pt x="1679" y="2273"/>
                    <a:pt x="1664" y="1882"/>
                  </a:cubicBezTo>
                  <a:cubicBezTo>
                    <a:pt x="1664" y="1651"/>
                    <a:pt x="1650" y="1405"/>
                    <a:pt x="1650" y="1159"/>
                  </a:cubicBezTo>
                  <a:cubicBezTo>
                    <a:pt x="1650" y="956"/>
                    <a:pt x="1650" y="739"/>
                    <a:pt x="1650" y="522"/>
                  </a:cubicBezTo>
                  <a:cubicBezTo>
                    <a:pt x="1768" y="539"/>
                    <a:pt x="1887" y="546"/>
                    <a:pt x="2006" y="546"/>
                  </a:cubicBezTo>
                  <a:cubicBezTo>
                    <a:pt x="2089" y="546"/>
                    <a:pt x="2173" y="543"/>
                    <a:pt x="2257" y="537"/>
                  </a:cubicBezTo>
                  <a:cubicBezTo>
                    <a:pt x="2518" y="508"/>
                    <a:pt x="2634" y="117"/>
                    <a:pt x="2330" y="45"/>
                  </a:cubicBezTo>
                  <a:cubicBezTo>
                    <a:pt x="2087" y="17"/>
                    <a:pt x="183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4" name="Google Shape;3016;p15"/>
            <p:cNvSpPr/>
            <p:nvPr/>
          </p:nvSpPr>
          <p:spPr>
            <a:xfrm>
              <a:off x="1713960" y="2417040"/>
              <a:ext cx="50760" cy="9036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1795" h="3180">
                  <a:moveTo>
                    <a:pt x="1476" y="0"/>
                  </a:moveTo>
                  <a:cubicBezTo>
                    <a:pt x="1042" y="0"/>
                    <a:pt x="623" y="44"/>
                    <a:pt x="203" y="130"/>
                  </a:cubicBezTo>
                  <a:cubicBezTo>
                    <a:pt x="102" y="174"/>
                    <a:pt x="29" y="261"/>
                    <a:pt x="29" y="376"/>
                  </a:cubicBezTo>
                  <a:cubicBezTo>
                    <a:pt x="0" y="825"/>
                    <a:pt x="15" y="1259"/>
                    <a:pt x="29" y="1708"/>
                  </a:cubicBezTo>
                  <a:cubicBezTo>
                    <a:pt x="29" y="1954"/>
                    <a:pt x="44" y="2200"/>
                    <a:pt x="58" y="2446"/>
                  </a:cubicBezTo>
                  <a:cubicBezTo>
                    <a:pt x="73" y="2663"/>
                    <a:pt x="58" y="2952"/>
                    <a:pt x="174" y="3126"/>
                  </a:cubicBezTo>
                  <a:cubicBezTo>
                    <a:pt x="196" y="3162"/>
                    <a:pt x="232" y="3180"/>
                    <a:pt x="268" y="3180"/>
                  </a:cubicBezTo>
                  <a:cubicBezTo>
                    <a:pt x="304" y="3180"/>
                    <a:pt x="341" y="3162"/>
                    <a:pt x="362" y="3126"/>
                  </a:cubicBezTo>
                  <a:cubicBezTo>
                    <a:pt x="478" y="2952"/>
                    <a:pt x="464" y="2663"/>
                    <a:pt x="464" y="2446"/>
                  </a:cubicBezTo>
                  <a:cubicBezTo>
                    <a:pt x="478" y="2243"/>
                    <a:pt x="478" y="1997"/>
                    <a:pt x="478" y="1765"/>
                  </a:cubicBezTo>
                  <a:cubicBezTo>
                    <a:pt x="666" y="1765"/>
                    <a:pt x="854" y="1751"/>
                    <a:pt x="1042" y="1751"/>
                  </a:cubicBezTo>
                  <a:cubicBezTo>
                    <a:pt x="1366" y="1737"/>
                    <a:pt x="1375" y="1229"/>
                    <a:pt x="1068" y="1229"/>
                  </a:cubicBezTo>
                  <a:cubicBezTo>
                    <a:pt x="1060" y="1229"/>
                    <a:pt x="1051" y="1229"/>
                    <a:pt x="1042" y="1230"/>
                  </a:cubicBezTo>
                  <a:cubicBezTo>
                    <a:pt x="854" y="1230"/>
                    <a:pt x="666" y="1245"/>
                    <a:pt x="478" y="1288"/>
                  </a:cubicBezTo>
                  <a:cubicBezTo>
                    <a:pt x="478" y="1056"/>
                    <a:pt x="492" y="825"/>
                    <a:pt x="507" y="593"/>
                  </a:cubicBezTo>
                  <a:cubicBezTo>
                    <a:pt x="825" y="550"/>
                    <a:pt x="1144" y="521"/>
                    <a:pt x="1476" y="521"/>
                  </a:cubicBezTo>
                  <a:cubicBezTo>
                    <a:pt x="1795" y="492"/>
                    <a:pt x="1795" y="29"/>
                    <a:pt x="14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5" name="Google Shape;3017;p15"/>
            <p:cNvSpPr/>
            <p:nvPr/>
          </p:nvSpPr>
          <p:spPr>
            <a:xfrm>
              <a:off x="1828800" y="2410920"/>
              <a:ext cx="59400" cy="92880"/>
            </a:xfrm>
            <a:custGeom>
              <a:avLst/>
              <a:gdLst>
                <a:gd name="textAreaLeft" fmla="*/ 0 w 59400"/>
                <a:gd name="textAreaRight" fmla="*/ 59760 w 5940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2099" h="3276">
                  <a:moveTo>
                    <a:pt x="865" y="1"/>
                  </a:moveTo>
                  <a:cubicBezTo>
                    <a:pt x="748" y="1"/>
                    <a:pt x="631" y="28"/>
                    <a:pt x="521" y="87"/>
                  </a:cubicBezTo>
                  <a:cubicBezTo>
                    <a:pt x="58" y="348"/>
                    <a:pt x="0" y="985"/>
                    <a:pt x="405" y="1317"/>
                  </a:cubicBezTo>
                  <a:cubicBezTo>
                    <a:pt x="782" y="1636"/>
                    <a:pt x="1592" y="1636"/>
                    <a:pt x="1534" y="2301"/>
                  </a:cubicBezTo>
                  <a:cubicBezTo>
                    <a:pt x="1518" y="2606"/>
                    <a:pt x="1276" y="2773"/>
                    <a:pt x="1033" y="2773"/>
                  </a:cubicBezTo>
                  <a:cubicBezTo>
                    <a:pt x="838" y="2773"/>
                    <a:pt x="642" y="2664"/>
                    <a:pt x="565" y="2431"/>
                  </a:cubicBezTo>
                  <a:cubicBezTo>
                    <a:pt x="530" y="2311"/>
                    <a:pt x="438" y="2259"/>
                    <a:pt x="346" y="2259"/>
                  </a:cubicBezTo>
                  <a:cubicBezTo>
                    <a:pt x="206" y="2259"/>
                    <a:pt x="64" y="2379"/>
                    <a:pt x="116" y="2562"/>
                  </a:cubicBezTo>
                  <a:cubicBezTo>
                    <a:pt x="229" y="2990"/>
                    <a:pt x="617" y="3276"/>
                    <a:pt x="1040" y="3276"/>
                  </a:cubicBezTo>
                  <a:cubicBezTo>
                    <a:pt x="1103" y="3276"/>
                    <a:pt x="1166" y="3269"/>
                    <a:pt x="1230" y="3256"/>
                  </a:cubicBezTo>
                  <a:cubicBezTo>
                    <a:pt x="1751" y="3141"/>
                    <a:pt x="2098" y="2663"/>
                    <a:pt x="2055" y="2142"/>
                  </a:cubicBezTo>
                  <a:cubicBezTo>
                    <a:pt x="2026" y="1882"/>
                    <a:pt x="1910" y="1636"/>
                    <a:pt x="1722" y="1462"/>
                  </a:cubicBezTo>
                  <a:cubicBezTo>
                    <a:pt x="1505" y="1245"/>
                    <a:pt x="1230" y="1173"/>
                    <a:pt x="955" y="1071"/>
                  </a:cubicBezTo>
                  <a:cubicBezTo>
                    <a:pt x="767" y="999"/>
                    <a:pt x="434" y="710"/>
                    <a:pt x="753" y="550"/>
                  </a:cubicBezTo>
                  <a:cubicBezTo>
                    <a:pt x="808" y="518"/>
                    <a:pt x="863" y="504"/>
                    <a:pt x="916" y="504"/>
                  </a:cubicBezTo>
                  <a:cubicBezTo>
                    <a:pt x="1124" y="504"/>
                    <a:pt x="1309" y="719"/>
                    <a:pt x="1447" y="869"/>
                  </a:cubicBezTo>
                  <a:cubicBezTo>
                    <a:pt x="1486" y="917"/>
                    <a:pt x="1536" y="937"/>
                    <a:pt x="1584" y="937"/>
                  </a:cubicBezTo>
                  <a:cubicBezTo>
                    <a:pt x="1697" y="937"/>
                    <a:pt x="1802" y="827"/>
                    <a:pt x="1751" y="695"/>
                  </a:cubicBezTo>
                  <a:cubicBezTo>
                    <a:pt x="1651" y="305"/>
                    <a:pt x="1258" y="1"/>
                    <a:pt x="8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36" name="Google Shape;3018;p15"/>
          <p:cNvSpPr/>
          <p:nvPr/>
        </p:nvSpPr>
        <p:spPr>
          <a:xfrm rot="17538600">
            <a:off x="1741320" y="1027440"/>
            <a:ext cx="304920" cy="312480"/>
          </a:xfrm>
          <a:custGeom>
            <a:avLst/>
            <a:gdLst>
              <a:gd name="textAreaLeft" fmla="*/ 0 w 304920"/>
              <a:gd name="textAreaRight" fmla="*/ 305280 w 304920"/>
              <a:gd name="textAreaTop" fmla="*/ 0 h 312480"/>
              <a:gd name="textAreaBottom" fmla="*/ 312840 h 312480"/>
            </a:gdLst>
            <a:ahLst/>
            <a:cxnLst/>
            <a:rect l="textAreaLeft" t="textAreaTop" r="textAreaRight" b="textAreaBottom"/>
            <a:pathLst>
              <a:path w="5496" h="5632">
                <a:moveTo>
                  <a:pt x="3849" y="1584"/>
                </a:moveTo>
                <a:lnTo>
                  <a:pt x="3849" y="1584"/>
                </a:lnTo>
                <a:cubicBezTo>
                  <a:pt x="3838" y="1721"/>
                  <a:pt x="3828" y="1867"/>
                  <a:pt x="3817" y="2004"/>
                </a:cubicBezTo>
                <a:cubicBezTo>
                  <a:pt x="3796" y="1962"/>
                  <a:pt x="3775" y="1920"/>
                  <a:pt x="3765" y="1878"/>
                </a:cubicBezTo>
                <a:cubicBezTo>
                  <a:pt x="3754" y="1857"/>
                  <a:pt x="3744" y="1847"/>
                  <a:pt x="3734" y="1836"/>
                </a:cubicBezTo>
                <a:lnTo>
                  <a:pt x="3734" y="1836"/>
                </a:lnTo>
                <a:lnTo>
                  <a:pt x="3744" y="1846"/>
                </a:lnTo>
                <a:cubicBezTo>
                  <a:pt x="3775" y="1752"/>
                  <a:pt x="3817" y="1668"/>
                  <a:pt x="3849" y="1584"/>
                </a:cubicBezTo>
                <a:close/>
                <a:moveTo>
                  <a:pt x="4163" y="787"/>
                </a:moveTo>
                <a:cubicBezTo>
                  <a:pt x="4090" y="1343"/>
                  <a:pt x="4048" y="1899"/>
                  <a:pt x="4037" y="2455"/>
                </a:cubicBezTo>
                <a:cubicBezTo>
                  <a:pt x="4006" y="2402"/>
                  <a:pt x="3985" y="2350"/>
                  <a:pt x="3954" y="2287"/>
                </a:cubicBezTo>
                <a:cubicBezTo>
                  <a:pt x="3964" y="1878"/>
                  <a:pt x="4006" y="1469"/>
                  <a:pt x="4048" y="1060"/>
                </a:cubicBezTo>
                <a:cubicBezTo>
                  <a:pt x="4090" y="965"/>
                  <a:pt x="4121" y="882"/>
                  <a:pt x="4163" y="787"/>
                </a:cubicBezTo>
                <a:close/>
                <a:moveTo>
                  <a:pt x="4384" y="462"/>
                </a:moveTo>
                <a:cubicBezTo>
                  <a:pt x="4404" y="525"/>
                  <a:pt x="4446" y="588"/>
                  <a:pt x="4478" y="651"/>
                </a:cubicBezTo>
                <a:lnTo>
                  <a:pt x="4488" y="651"/>
                </a:lnTo>
                <a:cubicBezTo>
                  <a:pt x="4478" y="714"/>
                  <a:pt x="4467" y="777"/>
                  <a:pt x="4467" y="840"/>
                </a:cubicBezTo>
                <a:cubicBezTo>
                  <a:pt x="4394" y="1333"/>
                  <a:pt x="4310" y="1825"/>
                  <a:pt x="4247" y="2318"/>
                </a:cubicBezTo>
                <a:cubicBezTo>
                  <a:pt x="4226" y="2465"/>
                  <a:pt x="4216" y="2612"/>
                  <a:pt x="4195" y="2759"/>
                </a:cubicBezTo>
                <a:lnTo>
                  <a:pt x="4184" y="2727"/>
                </a:lnTo>
                <a:cubicBezTo>
                  <a:pt x="4205" y="2088"/>
                  <a:pt x="4226" y="1458"/>
                  <a:pt x="4321" y="819"/>
                </a:cubicBezTo>
                <a:cubicBezTo>
                  <a:pt x="4321" y="829"/>
                  <a:pt x="4321" y="840"/>
                  <a:pt x="4321" y="840"/>
                </a:cubicBezTo>
                <a:cubicBezTo>
                  <a:pt x="4331" y="714"/>
                  <a:pt x="4352" y="588"/>
                  <a:pt x="4384" y="462"/>
                </a:cubicBezTo>
                <a:close/>
                <a:moveTo>
                  <a:pt x="4604" y="903"/>
                </a:moveTo>
                <a:lnTo>
                  <a:pt x="4656" y="1018"/>
                </a:lnTo>
                <a:cubicBezTo>
                  <a:pt x="4646" y="1207"/>
                  <a:pt x="4625" y="1385"/>
                  <a:pt x="4604" y="1574"/>
                </a:cubicBezTo>
                <a:cubicBezTo>
                  <a:pt x="4604" y="1563"/>
                  <a:pt x="4604" y="1553"/>
                  <a:pt x="4604" y="1553"/>
                </a:cubicBezTo>
                <a:cubicBezTo>
                  <a:pt x="4530" y="2109"/>
                  <a:pt x="4415" y="2654"/>
                  <a:pt x="4342" y="3210"/>
                </a:cubicBezTo>
                <a:cubicBezTo>
                  <a:pt x="4331" y="3178"/>
                  <a:pt x="4321" y="3136"/>
                  <a:pt x="4310" y="3105"/>
                </a:cubicBezTo>
                <a:cubicBezTo>
                  <a:pt x="4331" y="2811"/>
                  <a:pt x="4363" y="2517"/>
                  <a:pt x="4394" y="2234"/>
                </a:cubicBezTo>
                <a:lnTo>
                  <a:pt x="4404" y="2255"/>
                </a:lnTo>
                <a:cubicBezTo>
                  <a:pt x="4467" y="1804"/>
                  <a:pt x="4530" y="1353"/>
                  <a:pt x="4604" y="903"/>
                </a:cubicBezTo>
                <a:close/>
                <a:moveTo>
                  <a:pt x="5076" y="2171"/>
                </a:moveTo>
                <a:cubicBezTo>
                  <a:pt x="5097" y="2234"/>
                  <a:pt x="5118" y="2297"/>
                  <a:pt x="5128" y="2360"/>
                </a:cubicBezTo>
                <a:cubicBezTo>
                  <a:pt x="5128" y="2392"/>
                  <a:pt x="5149" y="2423"/>
                  <a:pt x="5149" y="2455"/>
                </a:cubicBezTo>
                <a:cubicBezTo>
                  <a:pt x="5107" y="2727"/>
                  <a:pt x="5055" y="3000"/>
                  <a:pt x="5023" y="3283"/>
                </a:cubicBezTo>
                <a:cubicBezTo>
                  <a:pt x="4992" y="3314"/>
                  <a:pt x="4960" y="3346"/>
                  <a:pt x="4929" y="3377"/>
                </a:cubicBezTo>
                <a:cubicBezTo>
                  <a:pt x="4918" y="3388"/>
                  <a:pt x="4908" y="3398"/>
                  <a:pt x="4887" y="3419"/>
                </a:cubicBezTo>
                <a:cubicBezTo>
                  <a:pt x="4897" y="3304"/>
                  <a:pt x="4908" y="3178"/>
                  <a:pt x="4929" y="3063"/>
                </a:cubicBezTo>
                <a:cubicBezTo>
                  <a:pt x="4929" y="3073"/>
                  <a:pt x="4929" y="3073"/>
                  <a:pt x="4929" y="3084"/>
                </a:cubicBezTo>
                <a:cubicBezTo>
                  <a:pt x="4971" y="2780"/>
                  <a:pt x="5023" y="2476"/>
                  <a:pt x="5076" y="2171"/>
                </a:cubicBezTo>
                <a:close/>
                <a:moveTo>
                  <a:pt x="4887" y="1563"/>
                </a:moveTo>
                <a:cubicBezTo>
                  <a:pt x="4918" y="1658"/>
                  <a:pt x="4960" y="1752"/>
                  <a:pt x="4992" y="1846"/>
                </a:cubicBezTo>
                <a:cubicBezTo>
                  <a:pt x="4866" y="2402"/>
                  <a:pt x="4782" y="2968"/>
                  <a:pt x="4730" y="3524"/>
                </a:cubicBezTo>
                <a:lnTo>
                  <a:pt x="4709" y="3545"/>
                </a:lnTo>
                <a:cubicBezTo>
                  <a:pt x="4677" y="3545"/>
                  <a:pt x="4656" y="3556"/>
                  <a:pt x="4646" y="3566"/>
                </a:cubicBezTo>
                <a:cubicBezTo>
                  <a:pt x="4667" y="3189"/>
                  <a:pt x="4709" y="2801"/>
                  <a:pt x="4761" y="2423"/>
                </a:cubicBezTo>
                <a:lnTo>
                  <a:pt x="4761" y="2444"/>
                </a:lnTo>
                <a:cubicBezTo>
                  <a:pt x="4792" y="2150"/>
                  <a:pt x="4845" y="1857"/>
                  <a:pt x="4887" y="1563"/>
                </a:cubicBezTo>
                <a:close/>
                <a:moveTo>
                  <a:pt x="4541" y="2895"/>
                </a:moveTo>
                <a:lnTo>
                  <a:pt x="4541" y="2895"/>
                </a:lnTo>
                <a:cubicBezTo>
                  <a:pt x="4520" y="3147"/>
                  <a:pt x="4499" y="3388"/>
                  <a:pt x="4488" y="3629"/>
                </a:cubicBezTo>
                <a:lnTo>
                  <a:pt x="4457" y="3640"/>
                </a:lnTo>
                <a:cubicBezTo>
                  <a:pt x="4478" y="3451"/>
                  <a:pt x="4488" y="3273"/>
                  <a:pt x="4509" y="3084"/>
                </a:cubicBezTo>
                <a:lnTo>
                  <a:pt x="4520" y="3084"/>
                </a:lnTo>
                <a:cubicBezTo>
                  <a:pt x="4520" y="3021"/>
                  <a:pt x="4530" y="2958"/>
                  <a:pt x="4541" y="2895"/>
                </a:cubicBezTo>
                <a:close/>
                <a:moveTo>
                  <a:pt x="1961" y="4227"/>
                </a:moveTo>
                <a:cubicBezTo>
                  <a:pt x="1972" y="4290"/>
                  <a:pt x="1982" y="4353"/>
                  <a:pt x="1982" y="4416"/>
                </a:cubicBezTo>
                <a:cubicBezTo>
                  <a:pt x="1982" y="4468"/>
                  <a:pt x="1972" y="4510"/>
                  <a:pt x="1961" y="4562"/>
                </a:cubicBezTo>
                <a:lnTo>
                  <a:pt x="1961" y="4227"/>
                </a:lnTo>
                <a:close/>
                <a:moveTo>
                  <a:pt x="430" y="4153"/>
                </a:moveTo>
                <a:cubicBezTo>
                  <a:pt x="430" y="4457"/>
                  <a:pt x="441" y="4762"/>
                  <a:pt x="462" y="5055"/>
                </a:cubicBezTo>
                <a:cubicBezTo>
                  <a:pt x="430" y="5024"/>
                  <a:pt x="399" y="4971"/>
                  <a:pt x="378" y="4929"/>
                </a:cubicBezTo>
                <a:cubicBezTo>
                  <a:pt x="357" y="4887"/>
                  <a:pt x="336" y="4835"/>
                  <a:pt x="325" y="4793"/>
                </a:cubicBezTo>
                <a:cubicBezTo>
                  <a:pt x="315" y="4730"/>
                  <a:pt x="304" y="4667"/>
                  <a:pt x="304" y="4604"/>
                </a:cubicBezTo>
                <a:cubicBezTo>
                  <a:pt x="315" y="4510"/>
                  <a:pt x="325" y="4416"/>
                  <a:pt x="357" y="4332"/>
                </a:cubicBezTo>
                <a:cubicBezTo>
                  <a:pt x="378" y="4269"/>
                  <a:pt x="399" y="4206"/>
                  <a:pt x="430" y="4153"/>
                </a:cubicBezTo>
                <a:close/>
                <a:moveTo>
                  <a:pt x="1793" y="3891"/>
                </a:moveTo>
                <a:cubicBezTo>
                  <a:pt x="1793" y="3902"/>
                  <a:pt x="1804" y="3912"/>
                  <a:pt x="1814" y="3912"/>
                </a:cubicBezTo>
                <a:cubicBezTo>
                  <a:pt x="1825" y="4258"/>
                  <a:pt x="1814" y="4594"/>
                  <a:pt x="1804" y="4940"/>
                </a:cubicBezTo>
                <a:cubicBezTo>
                  <a:pt x="1762" y="4992"/>
                  <a:pt x="1720" y="5045"/>
                  <a:pt x="1668" y="5087"/>
                </a:cubicBezTo>
                <a:cubicBezTo>
                  <a:pt x="1709" y="4699"/>
                  <a:pt x="1762" y="4290"/>
                  <a:pt x="1793" y="3891"/>
                </a:cubicBezTo>
                <a:close/>
                <a:moveTo>
                  <a:pt x="650" y="3818"/>
                </a:moveTo>
                <a:lnTo>
                  <a:pt x="650" y="3818"/>
                </a:lnTo>
                <a:cubicBezTo>
                  <a:pt x="608" y="4269"/>
                  <a:pt x="608" y="4730"/>
                  <a:pt x="629" y="5192"/>
                </a:cubicBezTo>
                <a:cubicBezTo>
                  <a:pt x="598" y="4755"/>
                  <a:pt x="577" y="4328"/>
                  <a:pt x="577" y="3902"/>
                </a:cubicBezTo>
                <a:lnTo>
                  <a:pt x="577" y="3902"/>
                </a:lnTo>
                <a:cubicBezTo>
                  <a:pt x="598" y="3870"/>
                  <a:pt x="619" y="3839"/>
                  <a:pt x="650" y="3818"/>
                </a:cubicBezTo>
                <a:close/>
                <a:moveTo>
                  <a:pt x="1594" y="3629"/>
                </a:moveTo>
                <a:cubicBezTo>
                  <a:pt x="1605" y="3640"/>
                  <a:pt x="1615" y="3650"/>
                  <a:pt x="1626" y="3661"/>
                </a:cubicBezTo>
                <a:cubicBezTo>
                  <a:pt x="1636" y="3661"/>
                  <a:pt x="1647" y="3671"/>
                  <a:pt x="1657" y="3692"/>
                </a:cubicBezTo>
                <a:cubicBezTo>
                  <a:pt x="1615" y="4195"/>
                  <a:pt x="1552" y="4699"/>
                  <a:pt x="1510" y="5212"/>
                </a:cubicBezTo>
                <a:lnTo>
                  <a:pt x="1489" y="5223"/>
                </a:lnTo>
                <a:cubicBezTo>
                  <a:pt x="1510" y="4688"/>
                  <a:pt x="1552" y="4164"/>
                  <a:pt x="1594" y="3629"/>
                </a:cubicBezTo>
                <a:close/>
                <a:moveTo>
                  <a:pt x="892" y="3598"/>
                </a:moveTo>
                <a:lnTo>
                  <a:pt x="892" y="3598"/>
                </a:lnTo>
                <a:cubicBezTo>
                  <a:pt x="850" y="4153"/>
                  <a:pt x="818" y="4720"/>
                  <a:pt x="839" y="5275"/>
                </a:cubicBezTo>
                <a:lnTo>
                  <a:pt x="797" y="5254"/>
                </a:lnTo>
                <a:cubicBezTo>
                  <a:pt x="755" y="4720"/>
                  <a:pt x="766" y="4185"/>
                  <a:pt x="808" y="3650"/>
                </a:cubicBezTo>
                <a:lnTo>
                  <a:pt x="892" y="3598"/>
                </a:lnTo>
                <a:close/>
                <a:moveTo>
                  <a:pt x="1426" y="3849"/>
                </a:moveTo>
                <a:lnTo>
                  <a:pt x="1426" y="3860"/>
                </a:lnTo>
                <a:cubicBezTo>
                  <a:pt x="1384" y="4332"/>
                  <a:pt x="1353" y="4814"/>
                  <a:pt x="1332" y="5286"/>
                </a:cubicBezTo>
                <a:lnTo>
                  <a:pt x="1321" y="5286"/>
                </a:lnTo>
                <a:cubicBezTo>
                  <a:pt x="1342" y="4814"/>
                  <a:pt x="1374" y="4332"/>
                  <a:pt x="1426" y="3849"/>
                </a:cubicBezTo>
                <a:close/>
                <a:moveTo>
                  <a:pt x="1059" y="3514"/>
                </a:moveTo>
                <a:cubicBezTo>
                  <a:pt x="1038" y="4111"/>
                  <a:pt x="996" y="4709"/>
                  <a:pt x="996" y="5317"/>
                </a:cubicBezTo>
                <a:lnTo>
                  <a:pt x="986" y="5317"/>
                </a:lnTo>
                <a:cubicBezTo>
                  <a:pt x="975" y="4709"/>
                  <a:pt x="1007" y="4111"/>
                  <a:pt x="1049" y="3514"/>
                </a:cubicBezTo>
                <a:close/>
                <a:moveTo>
                  <a:pt x="1259" y="3482"/>
                </a:moveTo>
                <a:cubicBezTo>
                  <a:pt x="1280" y="3482"/>
                  <a:pt x="1290" y="3482"/>
                  <a:pt x="1311" y="3493"/>
                </a:cubicBezTo>
                <a:cubicBezTo>
                  <a:pt x="1248" y="4101"/>
                  <a:pt x="1196" y="4709"/>
                  <a:pt x="1175" y="5328"/>
                </a:cubicBezTo>
                <a:lnTo>
                  <a:pt x="1143" y="5317"/>
                </a:lnTo>
                <a:cubicBezTo>
                  <a:pt x="1143" y="4709"/>
                  <a:pt x="1185" y="4090"/>
                  <a:pt x="1217" y="3482"/>
                </a:cubicBezTo>
                <a:close/>
                <a:moveTo>
                  <a:pt x="4342" y="1"/>
                </a:moveTo>
                <a:cubicBezTo>
                  <a:pt x="4300" y="1"/>
                  <a:pt x="4258" y="22"/>
                  <a:pt x="4226" y="64"/>
                </a:cubicBezTo>
                <a:cubicBezTo>
                  <a:pt x="3996" y="389"/>
                  <a:pt x="3828" y="745"/>
                  <a:pt x="3702" y="1133"/>
                </a:cubicBezTo>
                <a:cubicBezTo>
                  <a:pt x="3628" y="1322"/>
                  <a:pt x="3555" y="1511"/>
                  <a:pt x="3471" y="1689"/>
                </a:cubicBezTo>
                <a:cubicBezTo>
                  <a:pt x="3377" y="1899"/>
                  <a:pt x="3282" y="2109"/>
                  <a:pt x="3188" y="2318"/>
                </a:cubicBezTo>
                <a:cubicBezTo>
                  <a:pt x="2884" y="2926"/>
                  <a:pt x="2559" y="3535"/>
                  <a:pt x="2255" y="4153"/>
                </a:cubicBezTo>
                <a:cubicBezTo>
                  <a:pt x="2223" y="3975"/>
                  <a:pt x="2150" y="3818"/>
                  <a:pt x="2035" y="3692"/>
                </a:cubicBezTo>
                <a:lnTo>
                  <a:pt x="2003" y="3661"/>
                </a:lnTo>
                <a:cubicBezTo>
                  <a:pt x="1898" y="3482"/>
                  <a:pt x="1751" y="3335"/>
                  <a:pt x="1563" y="3241"/>
                </a:cubicBezTo>
                <a:cubicBezTo>
                  <a:pt x="1468" y="3199"/>
                  <a:pt x="1363" y="3178"/>
                  <a:pt x="1248" y="3178"/>
                </a:cubicBezTo>
                <a:cubicBezTo>
                  <a:pt x="1164" y="3178"/>
                  <a:pt x="1080" y="3189"/>
                  <a:pt x="996" y="3210"/>
                </a:cubicBezTo>
                <a:cubicBezTo>
                  <a:pt x="818" y="3273"/>
                  <a:pt x="640" y="3377"/>
                  <a:pt x="504" y="3524"/>
                </a:cubicBezTo>
                <a:cubicBezTo>
                  <a:pt x="357" y="3661"/>
                  <a:pt x="241" y="3828"/>
                  <a:pt x="157" y="4007"/>
                </a:cubicBezTo>
                <a:cubicBezTo>
                  <a:pt x="63" y="4195"/>
                  <a:pt x="11" y="4405"/>
                  <a:pt x="11" y="4604"/>
                </a:cubicBezTo>
                <a:cubicBezTo>
                  <a:pt x="0" y="4804"/>
                  <a:pt x="53" y="5003"/>
                  <a:pt x="157" y="5160"/>
                </a:cubicBezTo>
                <a:cubicBezTo>
                  <a:pt x="283" y="5349"/>
                  <a:pt x="472" y="5485"/>
                  <a:pt x="682" y="5548"/>
                </a:cubicBezTo>
                <a:cubicBezTo>
                  <a:pt x="829" y="5600"/>
                  <a:pt x="986" y="5632"/>
                  <a:pt x="1143" y="5632"/>
                </a:cubicBezTo>
                <a:cubicBezTo>
                  <a:pt x="1321" y="5621"/>
                  <a:pt x="1489" y="5580"/>
                  <a:pt x="1647" y="5485"/>
                </a:cubicBezTo>
                <a:cubicBezTo>
                  <a:pt x="1846" y="5370"/>
                  <a:pt x="2003" y="5212"/>
                  <a:pt x="2118" y="5003"/>
                </a:cubicBezTo>
                <a:cubicBezTo>
                  <a:pt x="2171" y="5003"/>
                  <a:pt x="2213" y="4971"/>
                  <a:pt x="2234" y="4919"/>
                </a:cubicBezTo>
                <a:cubicBezTo>
                  <a:pt x="2580" y="4122"/>
                  <a:pt x="2999" y="3346"/>
                  <a:pt x="3398" y="2559"/>
                </a:cubicBezTo>
                <a:cubicBezTo>
                  <a:pt x="3450" y="2444"/>
                  <a:pt x="3513" y="2329"/>
                  <a:pt x="3566" y="2203"/>
                </a:cubicBezTo>
                <a:cubicBezTo>
                  <a:pt x="3649" y="2381"/>
                  <a:pt x="3744" y="2549"/>
                  <a:pt x="3838" y="2717"/>
                </a:cubicBezTo>
                <a:lnTo>
                  <a:pt x="3838" y="2727"/>
                </a:lnTo>
                <a:cubicBezTo>
                  <a:pt x="3922" y="2885"/>
                  <a:pt x="3985" y="3042"/>
                  <a:pt x="4037" y="3220"/>
                </a:cubicBezTo>
                <a:cubicBezTo>
                  <a:pt x="4048" y="3304"/>
                  <a:pt x="4058" y="3388"/>
                  <a:pt x="4058" y="3482"/>
                </a:cubicBezTo>
                <a:cubicBezTo>
                  <a:pt x="4058" y="3556"/>
                  <a:pt x="4037" y="3640"/>
                  <a:pt x="4016" y="3713"/>
                </a:cubicBezTo>
                <a:lnTo>
                  <a:pt x="4006" y="3765"/>
                </a:lnTo>
                <a:cubicBezTo>
                  <a:pt x="3975" y="3839"/>
                  <a:pt x="4006" y="3923"/>
                  <a:pt x="4079" y="3954"/>
                </a:cubicBezTo>
                <a:cubicBezTo>
                  <a:pt x="4100" y="3996"/>
                  <a:pt x="4153" y="4017"/>
                  <a:pt x="4205" y="4017"/>
                </a:cubicBezTo>
                <a:cubicBezTo>
                  <a:pt x="4541" y="3975"/>
                  <a:pt x="4866" y="3839"/>
                  <a:pt x="5128" y="3619"/>
                </a:cubicBezTo>
                <a:cubicBezTo>
                  <a:pt x="5254" y="3503"/>
                  <a:pt x="5348" y="3367"/>
                  <a:pt x="5411" y="3210"/>
                </a:cubicBezTo>
                <a:cubicBezTo>
                  <a:pt x="5474" y="3052"/>
                  <a:pt x="5495" y="2885"/>
                  <a:pt x="5495" y="2717"/>
                </a:cubicBezTo>
                <a:cubicBezTo>
                  <a:pt x="5485" y="2612"/>
                  <a:pt x="5474" y="2497"/>
                  <a:pt x="5443" y="2392"/>
                </a:cubicBezTo>
                <a:cubicBezTo>
                  <a:pt x="5411" y="2245"/>
                  <a:pt x="5380" y="2098"/>
                  <a:pt x="5338" y="1951"/>
                </a:cubicBezTo>
                <a:cubicBezTo>
                  <a:pt x="5243" y="1637"/>
                  <a:pt x="5128" y="1333"/>
                  <a:pt x="5002" y="1039"/>
                </a:cubicBezTo>
                <a:cubicBezTo>
                  <a:pt x="4918" y="840"/>
                  <a:pt x="4834" y="640"/>
                  <a:pt x="4730" y="462"/>
                </a:cubicBezTo>
                <a:cubicBezTo>
                  <a:pt x="4656" y="326"/>
                  <a:pt x="4572" y="190"/>
                  <a:pt x="4467" y="64"/>
                </a:cubicBezTo>
                <a:cubicBezTo>
                  <a:pt x="4446" y="32"/>
                  <a:pt x="4404" y="11"/>
                  <a:pt x="4363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37" name="Google Shape;3019;p15"/>
          <p:cNvSpPr/>
          <p:nvPr/>
        </p:nvSpPr>
        <p:spPr>
          <a:xfrm rot="17538600">
            <a:off x="7373880" y="20498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1"/>
                </a:moveTo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38" name="Google Shape;3020;p15"/>
          <p:cNvSpPr/>
          <p:nvPr/>
        </p:nvSpPr>
        <p:spPr>
          <a:xfrm rot="17538600">
            <a:off x="7945200" y="6411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39" name="Google Shape;3021;p15"/>
          <p:cNvSpPr/>
          <p:nvPr/>
        </p:nvSpPr>
        <p:spPr>
          <a:xfrm rot="17538600">
            <a:off x="2500920" y="1405800"/>
            <a:ext cx="162720" cy="174960"/>
          </a:xfrm>
          <a:custGeom>
            <a:avLst/>
            <a:gdLst>
              <a:gd name="textAreaLeft" fmla="*/ 0 w 162720"/>
              <a:gd name="textAreaRight" fmla="*/ 163080 w 162720"/>
              <a:gd name="textAreaTop" fmla="*/ 0 h 174960"/>
              <a:gd name="textAreaBottom" fmla="*/ 175320 h 174960"/>
            </a:gdLst>
            <a:ahLst/>
            <a:cxnLst/>
            <a:rect l="textAreaLeft" t="textAreaTop" r="textAreaRight" b="textAreaBottom"/>
            <a:pathLst>
              <a:path w="2934" h="3155">
                <a:moveTo>
                  <a:pt x="1657" y="504"/>
                </a:moveTo>
                <a:cubicBezTo>
                  <a:pt x="1699" y="713"/>
                  <a:pt x="1752" y="913"/>
                  <a:pt x="1804" y="1122"/>
                </a:cubicBezTo>
                <a:cubicBezTo>
                  <a:pt x="1626" y="1143"/>
                  <a:pt x="1448" y="1164"/>
                  <a:pt x="1280" y="1175"/>
                </a:cubicBezTo>
                <a:cubicBezTo>
                  <a:pt x="1301" y="1122"/>
                  <a:pt x="1332" y="1080"/>
                  <a:pt x="1353" y="1028"/>
                </a:cubicBezTo>
                <a:cubicBezTo>
                  <a:pt x="1458" y="860"/>
                  <a:pt x="1553" y="682"/>
                  <a:pt x="1657" y="504"/>
                </a:cubicBezTo>
                <a:close/>
                <a:moveTo>
                  <a:pt x="2318" y="1363"/>
                </a:moveTo>
                <a:lnTo>
                  <a:pt x="2213" y="1458"/>
                </a:lnTo>
                <a:cubicBezTo>
                  <a:pt x="2203" y="1437"/>
                  <a:pt x="2192" y="1405"/>
                  <a:pt x="2192" y="1374"/>
                </a:cubicBezTo>
                <a:lnTo>
                  <a:pt x="2318" y="1363"/>
                </a:lnTo>
                <a:close/>
                <a:moveTo>
                  <a:pt x="630" y="1458"/>
                </a:moveTo>
                <a:lnTo>
                  <a:pt x="714" y="1479"/>
                </a:lnTo>
                <a:lnTo>
                  <a:pt x="777" y="1479"/>
                </a:lnTo>
                <a:cubicBezTo>
                  <a:pt x="766" y="1500"/>
                  <a:pt x="745" y="1531"/>
                  <a:pt x="735" y="1563"/>
                </a:cubicBezTo>
                <a:lnTo>
                  <a:pt x="630" y="1458"/>
                </a:lnTo>
                <a:close/>
                <a:moveTo>
                  <a:pt x="1878" y="1416"/>
                </a:moveTo>
                <a:cubicBezTo>
                  <a:pt x="1909" y="1500"/>
                  <a:pt x="1941" y="1594"/>
                  <a:pt x="1962" y="1689"/>
                </a:cubicBezTo>
                <a:cubicBezTo>
                  <a:pt x="1794" y="1846"/>
                  <a:pt x="1615" y="1993"/>
                  <a:pt x="1437" y="2139"/>
                </a:cubicBezTo>
                <a:lnTo>
                  <a:pt x="1416" y="2119"/>
                </a:lnTo>
                <a:cubicBezTo>
                  <a:pt x="1259" y="2003"/>
                  <a:pt x="1112" y="1888"/>
                  <a:pt x="976" y="1772"/>
                </a:cubicBezTo>
                <a:cubicBezTo>
                  <a:pt x="1018" y="1678"/>
                  <a:pt x="1060" y="1584"/>
                  <a:pt x="1112" y="1489"/>
                </a:cubicBezTo>
                <a:cubicBezTo>
                  <a:pt x="1207" y="1489"/>
                  <a:pt x="1290" y="1479"/>
                  <a:pt x="1385" y="1468"/>
                </a:cubicBezTo>
                <a:cubicBezTo>
                  <a:pt x="1553" y="1458"/>
                  <a:pt x="1720" y="1437"/>
                  <a:pt x="1878" y="1416"/>
                </a:cubicBezTo>
                <a:close/>
                <a:moveTo>
                  <a:pt x="850" y="2056"/>
                </a:moveTo>
                <a:cubicBezTo>
                  <a:pt x="944" y="2139"/>
                  <a:pt x="1039" y="2213"/>
                  <a:pt x="1144" y="2297"/>
                </a:cubicBezTo>
                <a:lnTo>
                  <a:pt x="1186" y="2328"/>
                </a:lnTo>
                <a:cubicBezTo>
                  <a:pt x="1028" y="2454"/>
                  <a:pt x="850" y="2569"/>
                  <a:pt x="682" y="2685"/>
                </a:cubicBezTo>
                <a:lnTo>
                  <a:pt x="672" y="2685"/>
                </a:lnTo>
                <a:lnTo>
                  <a:pt x="672" y="2664"/>
                </a:lnTo>
                <a:cubicBezTo>
                  <a:pt x="703" y="2454"/>
                  <a:pt x="766" y="2255"/>
                  <a:pt x="850" y="2056"/>
                </a:cubicBezTo>
                <a:close/>
                <a:moveTo>
                  <a:pt x="2056" y="2003"/>
                </a:moveTo>
                <a:cubicBezTo>
                  <a:pt x="2129" y="2234"/>
                  <a:pt x="2192" y="2454"/>
                  <a:pt x="2245" y="2685"/>
                </a:cubicBezTo>
                <a:cubicBezTo>
                  <a:pt x="2056" y="2569"/>
                  <a:pt x="1878" y="2454"/>
                  <a:pt x="1689" y="2328"/>
                </a:cubicBezTo>
                <a:lnTo>
                  <a:pt x="1689" y="2318"/>
                </a:lnTo>
                <a:lnTo>
                  <a:pt x="1752" y="2265"/>
                </a:lnTo>
                <a:cubicBezTo>
                  <a:pt x="1857" y="2181"/>
                  <a:pt x="1962" y="2098"/>
                  <a:pt x="2056" y="2003"/>
                </a:cubicBezTo>
                <a:close/>
                <a:moveTo>
                  <a:pt x="1678" y="0"/>
                </a:moveTo>
                <a:cubicBezTo>
                  <a:pt x="1626" y="0"/>
                  <a:pt x="1574" y="32"/>
                  <a:pt x="1553" y="74"/>
                </a:cubicBezTo>
                <a:cubicBezTo>
                  <a:pt x="1437" y="283"/>
                  <a:pt x="1322" y="483"/>
                  <a:pt x="1196" y="692"/>
                </a:cubicBezTo>
                <a:cubicBezTo>
                  <a:pt x="1102" y="860"/>
                  <a:pt x="1018" y="1017"/>
                  <a:pt x="923" y="1185"/>
                </a:cubicBezTo>
                <a:cubicBezTo>
                  <a:pt x="829" y="1185"/>
                  <a:pt x="735" y="1175"/>
                  <a:pt x="640" y="1164"/>
                </a:cubicBezTo>
                <a:cubicBezTo>
                  <a:pt x="504" y="1143"/>
                  <a:pt x="368" y="1101"/>
                  <a:pt x="231" y="1059"/>
                </a:cubicBezTo>
                <a:cubicBezTo>
                  <a:pt x="205" y="1042"/>
                  <a:pt x="177" y="1034"/>
                  <a:pt x="149" y="1034"/>
                </a:cubicBezTo>
                <a:cubicBezTo>
                  <a:pt x="111" y="1034"/>
                  <a:pt x="73" y="1050"/>
                  <a:pt x="43" y="1080"/>
                </a:cubicBezTo>
                <a:cubicBezTo>
                  <a:pt x="22" y="1112"/>
                  <a:pt x="1" y="1143"/>
                  <a:pt x="1" y="1185"/>
                </a:cubicBezTo>
                <a:cubicBezTo>
                  <a:pt x="1" y="1227"/>
                  <a:pt x="22" y="1269"/>
                  <a:pt x="53" y="1301"/>
                </a:cubicBezTo>
                <a:cubicBezTo>
                  <a:pt x="221" y="1489"/>
                  <a:pt x="410" y="1678"/>
                  <a:pt x="609" y="1856"/>
                </a:cubicBezTo>
                <a:cubicBezTo>
                  <a:pt x="546" y="1982"/>
                  <a:pt x="504" y="2129"/>
                  <a:pt x="451" y="2265"/>
                </a:cubicBezTo>
                <a:cubicBezTo>
                  <a:pt x="378" y="2496"/>
                  <a:pt x="347" y="2737"/>
                  <a:pt x="389" y="2978"/>
                </a:cubicBezTo>
                <a:cubicBezTo>
                  <a:pt x="389" y="3020"/>
                  <a:pt x="420" y="3052"/>
                  <a:pt x="451" y="3073"/>
                </a:cubicBezTo>
                <a:cubicBezTo>
                  <a:pt x="478" y="3083"/>
                  <a:pt x="504" y="3089"/>
                  <a:pt x="530" y="3089"/>
                </a:cubicBezTo>
                <a:cubicBezTo>
                  <a:pt x="556" y="3089"/>
                  <a:pt x="583" y="3083"/>
                  <a:pt x="609" y="3073"/>
                </a:cubicBezTo>
                <a:cubicBezTo>
                  <a:pt x="902" y="2915"/>
                  <a:pt x="1186" y="2727"/>
                  <a:pt x="1448" y="2517"/>
                </a:cubicBezTo>
                <a:cubicBezTo>
                  <a:pt x="1752" y="2737"/>
                  <a:pt x="2077" y="2947"/>
                  <a:pt x="2402" y="3136"/>
                </a:cubicBezTo>
                <a:cubicBezTo>
                  <a:pt x="2426" y="3149"/>
                  <a:pt x="2451" y="3155"/>
                  <a:pt x="2475" y="3155"/>
                </a:cubicBezTo>
                <a:cubicBezTo>
                  <a:pt x="2570" y="3155"/>
                  <a:pt x="2655" y="3068"/>
                  <a:pt x="2622" y="2968"/>
                </a:cubicBezTo>
                <a:cubicBezTo>
                  <a:pt x="2538" y="2569"/>
                  <a:pt x="2423" y="2181"/>
                  <a:pt x="2308" y="1783"/>
                </a:cubicBezTo>
                <a:cubicBezTo>
                  <a:pt x="2486" y="1626"/>
                  <a:pt x="2664" y="1458"/>
                  <a:pt x="2832" y="1301"/>
                </a:cubicBezTo>
                <a:cubicBezTo>
                  <a:pt x="2934" y="1199"/>
                  <a:pt x="2868" y="1038"/>
                  <a:pt x="2739" y="1038"/>
                </a:cubicBezTo>
                <a:cubicBezTo>
                  <a:pt x="2735" y="1038"/>
                  <a:pt x="2731" y="1038"/>
                  <a:pt x="2727" y="1038"/>
                </a:cubicBezTo>
                <a:cubicBezTo>
                  <a:pt x="2517" y="1038"/>
                  <a:pt x="2318" y="1049"/>
                  <a:pt x="2108" y="1080"/>
                </a:cubicBezTo>
                <a:cubicBezTo>
                  <a:pt x="2024" y="787"/>
                  <a:pt x="1962" y="483"/>
                  <a:pt x="1909" y="179"/>
                </a:cubicBezTo>
                <a:cubicBezTo>
                  <a:pt x="1899" y="137"/>
                  <a:pt x="1867" y="105"/>
                  <a:pt x="1836" y="84"/>
                </a:cubicBezTo>
                <a:lnTo>
                  <a:pt x="1815" y="84"/>
                </a:lnTo>
                <a:cubicBezTo>
                  <a:pt x="1804" y="53"/>
                  <a:pt x="1783" y="32"/>
                  <a:pt x="1752" y="21"/>
                </a:cubicBezTo>
                <a:cubicBezTo>
                  <a:pt x="1731" y="11"/>
                  <a:pt x="1710" y="0"/>
                  <a:pt x="167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7480" bIns="87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0" name="Google Shape;3022;p15"/>
          <p:cNvSpPr/>
          <p:nvPr/>
        </p:nvSpPr>
        <p:spPr>
          <a:xfrm rot="17538600">
            <a:off x="7000200" y="1771920"/>
            <a:ext cx="720" cy="360"/>
          </a:xfrm>
          <a:custGeom>
            <a:avLst/>
            <a:gdLst>
              <a:gd name="textAreaLeft" fmla="*/ 0 w 720"/>
              <a:gd name="textAreaRight" fmla="*/ 1080 w 7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22" h="11">
                <a:moveTo>
                  <a:pt x="1" y="0"/>
                </a:moveTo>
                <a:lnTo>
                  <a:pt x="22" y="11"/>
                </a:lnTo>
                <a:lnTo>
                  <a:pt x="1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1" name="Google Shape;3023;p15"/>
          <p:cNvSpPr/>
          <p:nvPr/>
        </p:nvSpPr>
        <p:spPr>
          <a:xfrm rot="17538600">
            <a:off x="7624800" y="967680"/>
            <a:ext cx="720" cy="360"/>
          </a:xfrm>
          <a:custGeom>
            <a:avLst/>
            <a:gdLst>
              <a:gd name="textAreaLeft" fmla="*/ 0 w 720"/>
              <a:gd name="textAreaRight" fmla="*/ 1080 w 7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22" h="12">
                <a:moveTo>
                  <a:pt x="22" y="11"/>
                </a:moveTo>
                <a:lnTo>
                  <a:pt x="22" y="11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2" name="Google Shape;3024;p15"/>
          <p:cNvSpPr/>
          <p:nvPr/>
        </p:nvSpPr>
        <p:spPr>
          <a:xfrm rot="17538600">
            <a:off x="7049880" y="11552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2" h="1">
                <a:moveTo>
                  <a:pt x="1" y="1"/>
                </a:moveTo>
                <a:lnTo>
                  <a:pt x="11" y="1"/>
                </a:lnTo>
                <a:lnTo>
                  <a:pt x="11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3" name="Google Shape;3025;p15"/>
          <p:cNvSpPr/>
          <p:nvPr/>
        </p:nvSpPr>
        <p:spPr>
          <a:xfrm rot="17538600">
            <a:off x="6665760" y="9511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4" name="Google Shape;3026;p15"/>
          <p:cNvSpPr/>
          <p:nvPr/>
        </p:nvSpPr>
        <p:spPr>
          <a:xfrm rot="17538600">
            <a:off x="6847560" y="10587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5" name="Google Shape;3027;p15"/>
          <p:cNvSpPr/>
          <p:nvPr/>
        </p:nvSpPr>
        <p:spPr>
          <a:xfrm rot="17538600">
            <a:off x="6699600" y="1235160"/>
            <a:ext cx="360" cy="720"/>
          </a:xfrm>
          <a:custGeom>
            <a:avLst/>
            <a:gdLst>
              <a:gd name="textAreaLeft" fmla="*/ 0 w 360"/>
              <a:gd name="textAreaRight" fmla="*/ 720 w 360"/>
              <a:gd name="textAreaTop" fmla="*/ 0 h 720"/>
              <a:gd name="textAreaBottom" fmla="*/ 1080 h 720"/>
            </a:gdLst>
            <a:ahLst/>
            <a:cxnLst/>
            <a:rect l="textAreaLeft" t="textAreaTop" r="textAreaRight" b="textAreaBottom"/>
            <a:pathLst>
              <a:path w="1" h="22">
                <a:moveTo>
                  <a:pt x="1" y="0"/>
                </a:moveTo>
                <a:lnTo>
                  <a:pt x="1" y="0"/>
                </a:lnTo>
                <a:lnTo>
                  <a:pt x="1" y="2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6" name="Google Shape;3028;p15"/>
          <p:cNvSpPr/>
          <p:nvPr/>
        </p:nvSpPr>
        <p:spPr>
          <a:xfrm rot="17538600">
            <a:off x="6387840" y="14842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7" name="Google Shape;3029;p15"/>
          <p:cNvSpPr/>
          <p:nvPr/>
        </p:nvSpPr>
        <p:spPr>
          <a:xfrm rot="17538600">
            <a:off x="6411240" y="1463760"/>
            <a:ext cx="53280" cy="59040"/>
          </a:xfrm>
          <a:custGeom>
            <a:avLst/>
            <a:gdLst>
              <a:gd name="textAreaLeft" fmla="*/ 0 w 53280"/>
              <a:gd name="textAreaRight" fmla="*/ 53640 w 53280"/>
              <a:gd name="textAreaTop" fmla="*/ 0 h 59040"/>
              <a:gd name="textAreaBottom" fmla="*/ 59400 h 59040"/>
            </a:gdLst>
            <a:ahLst/>
            <a:cxnLst/>
            <a:rect l="textAreaLeft" t="textAreaTop" r="textAreaRight" b="textAreaBottom"/>
            <a:pathLst>
              <a:path w="966" h="1071">
                <a:moveTo>
                  <a:pt x="598" y="294"/>
                </a:moveTo>
                <a:cubicBezTo>
                  <a:pt x="598" y="305"/>
                  <a:pt x="598" y="326"/>
                  <a:pt x="598" y="336"/>
                </a:cubicBezTo>
                <a:cubicBezTo>
                  <a:pt x="630" y="410"/>
                  <a:pt x="651" y="493"/>
                  <a:pt x="661" y="567"/>
                </a:cubicBezTo>
                <a:cubicBezTo>
                  <a:pt x="672" y="619"/>
                  <a:pt x="672" y="672"/>
                  <a:pt x="672" y="724"/>
                </a:cubicBezTo>
                <a:cubicBezTo>
                  <a:pt x="672" y="745"/>
                  <a:pt x="661" y="756"/>
                  <a:pt x="661" y="777"/>
                </a:cubicBezTo>
                <a:lnTo>
                  <a:pt x="651" y="798"/>
                </a:lnTo>
                <a:lnTo>
                  <a:pt x="640" y="808"/>
                </a:lnTo>
                <a:lnTo>
                  <a:pt x="598" y="808"/>
                </a:lnTo>
                <a:cubicBezTo>
                  <a:pt x="577" y="798"/>
                  <a:pt x="567" y="798"/>
                  <a:pt x="546" y="798"/>
                </a:cubicBezTo>
                <a:cubicBezTo>
                  <a:pt x="514" y="777"/>
                  <a:pt x="472" y="766"/>
                  <a:pt x="452" y="745"/>
                </a:cubicBezTo>
                <a:cubicBezTo>
                  <a:pt x="410" y="714"/>
                  <a:pt x="389" y="693"/>
                  <a:pt x="357" y="661"/>
                </a:cubicBezTo>
                <a:cubicBezTo>
                  <a:pt x="336" y="630"/>
                  <a:pt x="326" y="609"/>
                  <a:pt x="305" y="577"/>
                </a:cubicBezTo>
                <a:cubicBezTo>
                  <a:pt x="305" y="556"/>
                  <a:pt x="294" y="546"/>
                  <a:pt x="284" y="525"/>
                </a:cubicBezTo>
                <a:cubicBezTo>
                  <a:pt x="284" y="514"/>
                  <a:pt x="284" y="504"/>
                  <a:pt x="284" y="493"/>
                </a:cubicBezTo>
                <a:cubicBezTo>
                  <a:pt x="284" y="483"/>
                  <a:pt x="284" y="472"/>
                  <a:pt x="284" y="462"/>
                </a:cubicBezTo>
                <a:lnTo>
                  <a:pt x="305" y="441"/>
                </a:lnTo>
                <a:cubicBezTo>
                  <a:pt x="315" y="420"/>
                  <a:pt x="326" y="410"/>
                  <a:pt x="336" y="399"/>
                </a:cubicBezTo>
                <a:cubicBezTo>
                  <a:pt x="368" y="378"/>
                  <a:pt x="399" y="357"/>
                  <a:pt x="420" y="347"/>
                </a:cubicBezTo>
                <a:cubicBezTo>
                  <a:pt x="483" y="326"/>
                  <a:pt x="546" y="305"/>
                  <a:pt x="598" y="294"/>
                </a:cubicBezTo>
                <a:close/>
                <a:moveTo>
                  <a:pt x="745" y="1"/>
                </a:moveTo>
                <a:cubicBezTo>
                  <a:pt x="525" y="11"/>
                  <a:pt x="315" y="95"/>
                  <a:pt x="147" y="231"/>
                </a:cubicBezTo>
                <a:cubicBezTo>
                  <a:pt x="43" y="326"/>
                  <a:pt x="1" y="483"/>
                  <a:pt x="53" y="619"/>
                </a:cubicBezTo>
                <a:cubicBezTo>
                  <a:pt x="85" y="745"/>
                  <a:pt x="168" y="860"/>
                  <a:pt x="273" y="934"/>
                </a:cubicBezTo>
                <a:cubicBezTo>
                  <a:pt x="378" y="1018"/>
                  <a:pt x="504" y="1070"/>
                  <a:pt x="640" y="1070"/>
                </a:cubicBezTo>
                <a:cubicBezTo>
                  <a:pt x="703" y="1070"/>
                  <a:pt x="756" y="1060"/>
                  <a:pt x="808" y="1028"/>
                </a:cubicBezTo>
                <a:cubicBezTo>
                  <a:pt x="871" y="976"/>
                  <a:pt x="913" y="913"/>
                  <a:pt x="934" y="839"/>
                </a:cubicBezTo>
                <a:cubicBezTo>
                  <a:pt x="944" y="798"/>
                  <a:pt x="955" y="766"/>
                  <a:pt x="955" y="724"/>
                </a:cubicBezTo>
                <a:cubicBezTo>
                  <a:pt x="965" y="682"/>
                  <a:pt x="965" y="651"/>
                  <a:pt x="955" y="609"/>
                </a:cubicBezTo>
                <a:cubicBezTo>
                  <a:pt x="944" y="493"/>
                  <a:pt x="923" y="368"/>
                  <a:pt x="881" y="263"/>
                </a:cubicBezTo>
                <a:cubicBezTo>
                  <a:pt x="871" y="242"/>
                  <a:pt x="871" y="231"/>
                  <a:pt x="860" y="210"/>
                </a:cubicBezTo>
                <a:cubicBezTo>
                  <a:pt x="871" y="189"/>
                  <a:pt x="881" y="158"/>
                  <a:pt x="881" y="137"/>
                </a:cubicBezTo>
                <a:cubicBezTo>
                  <a:pt x="881" y="95"/>
                  <a:pt x="860" y="63"/>
                  <a:pt x="840" y="42"/>
                </a:cubicBezTo>
                <a:cubicBezTo>
                  <a:pt x="808" y="22"/>
                  <a:pt x="787" y="1"/>
                  <a:pt x="75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520" bIns="29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8" name="Google Shape;3030;p15"/>
          <p:cNvSpPr/>
          <p:nvPr/>
        </p:nvSpPr>
        <p:spPr>
          <a:xfrm rot="1345800">
            <a:off x="2096640" y="12927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2">
                <a:moveTo>
                  <a:pt x="1" y="1"/>
                </a:moveTo>
                <a:lnTo>
                  <a:pt x="1" y="11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9" name="Google Shape;3031;p15"/>
          <p:cNvSpPr/>
          <p:nvPr/>
        </p:nvSpPr>
        <p:spPr>
          <a:xfrm rot="1345800">
            <a:off x="1813320" y="1485720"/>
            <a:ext cx="704520" cy="426240"/>
          </a:xfrm>
          <a:custGeom>
            <a:avLst/>
            <a:gdLst>
              <a:gd name="textAreaLeft" fmla="*/ 0 w 704520"/>
              <a:gd name="textAreaRight" fmla="*/ 704880 w 704520"/>
              <a:gd name="textAreaTop" fmla="*/ 0 h 426240"/>
              <a:gd name="textAreaBottom" fmla="*/ 426600 h 426240"/>
            </a:gdLst>
            <a:ahLst/>
            <a:cxnLst/>
            <a:rect l="textAreaLeft" t="textAreaTop" r="textAreaRight" b="textAreaBottom"/>
            <a:pathLst>
              <a:path w="10540" h="6381">
                <a:moveTo>
                  <a:pt x="8831" y="2799"/>
                </a:moveTo>
                <a:cubicBezTo>
                  <a:pt x="9043" y="2799"/>
                  <a:pt x="9260" y="2821"/>
                  <a:pt x="9470" y="2865"/>
                </a:cubicBezTo>
                <a:cubicBezTo>
                  <a:pt x="9627" y="2886"/>
                  <a:pt x="9774" y="2938"/>
                  <a:pt x="9921" y="3001"/>
                </a:cubicBezTo>
                <a:cubicBezTo>
                  <a:pt x="9973" y="3033"/>
                  <a:pt x="10036" y="3075"/>
                  <a:pt x="10088" y="3117"/>
                </a:cubicBezTo>
                <a:cubicBezTo>
                  <a:pt x="10109" y="3138"/>
                  <a:pt x="10141" y="3169"/>
                  <a:pt x="10162" y="3201"/>
                </a:cubicBezTo>
                <a:cubicBezTo>
                  <a:pt x="10183" y="3222"/>
                  <a:pt x="10193" y="3253"/>
                  <a:pt x="10204" y="3274"/>
                </a:cubicBezTo>
                <a:cubicBezTo>
                  <a:pt x="10204" y="3305"/>
                  <a:pt x="10214" y="3337"/>
                  <a:pt x="10214" y="3368"/>
                </a:cubicBezTo>
                <a:cubicBezTo>
                  <a:pt x="10225" y="3400"/>
                  <a:pt x="10225" y="3431"/>
                  <a:pt x="10214" y="3463"/>
                </a:cubicBezTo>
                <a:cubicBezTo>
                  <a:pt x="10214" y="3494"/>
                  <a:pt x="10204" y="3515"/>
                  <a:pt x="10183" y="3547"/>
                </a:cubicBezTo>
                <a:cubicBezTo>
                  <a:pt x="10172" y="3589"/>
                  <a:pt x="10141" y="3620"/>
                  <a:pt x="10109" y="3662"/>
                </a:cubicBezTo>
                <a:cubicBezTo>
                  <a:pt x="10057" y="3714"/>
                  <a:pt x="9994" y="3767"/>
                  <a:pt x="9921" y="3819"/>
                </a:cubicBezTo>
                <a:cubicBezTo>
                  <a:pt x="9742" y="3935"/>
                  <a:pt x="9533" y="4018"/>
                  <a:pt x="9323" y="4092"/>
                </a:cubicBezTo>
                <a:cubicBezTo>
                  <a:pt x="9029" y="4186"/>
                  <a:pt x="8725" y="4260"/>
                  <a:pt x="8421" y="4323"/>
                </a:cubicBezTo>
                <a:lnTo>
                  <a:pt x="8400" y="4323"/>
                </a:lnTo>
                <a:cubicBezTo>
                  <a:pt x="8578" y="3840"/>
                  <a:pt x="8641" y="3326"/>
                  <a:pt x="8578" y="2823"/>
                </a:cubicBezTo>
                <a:cubicBezTo>
                  <a:pt x="8620" y="2813"/>
                  <a:pt x="8662" y="2813"/>
                  <a:pt x="8704" y="2802"/>
                </a:cubicBezTo>
                <a:cubicBezTo>
                  <a:pt x="8746" y="2800"/>
                  <a:pt x="8788" y="2799"/>
                  <a:pt x="8831" y="2799"/>
                </a:cubicBezTo>
                <a:close/>
                <a:moveTo>
                  <a:pt x="2633" y="2351"/>
                </a:moveTo>
                <a:cubicBezTo>
                  <a:pt x="2664" y="3054"/>
                  <a:pt x="2716" y="3756"/>
                  <a:pt x="2800" y="4448"/>
                </a:cubicBezTo>
                <a:cubicBezTo>
                  <a:pt x="2748" y="4344"/>
                  <a:pt x="2706" y="4228"/>
                  <a:pt x="2664" y="4113"/>
                </a:cubicBezTo>
                <a:cubicBezTo>
                  <a:pt x="2580" y="3872"/>
                  <a:pt x="2538" y="3620"/>
                  <a:pt x="2517" y="3368"/>
                </a:cubicBezTo>
                <a:cubicBezTo>
                  <a:pt x="2507" y="3117"/>
                  <a:pt x="2517" y="2875"/>
                  <a:pt x="2559" y="2634"/>
                </a:cubicBezTo>
                <a:lnTo>
                  <a:pt x="2570" y="2655"/>
                </a:lnTo>
                <a:lnTo>
                  <a:pt x="2570" y="2624"/>
                </a:lnTo>
                <a:cubicBezTo>
                  <a:pt x="2591" y="2529"/>
                  <a:pt x="2612" y="2446"/>
                  <a:pt x="2633" y="2351"/>
                </a:cubicBezTo>
                <a:close/>
                <a:moveTo>
                  <a:pt x="5373" y="293"/>
                </a:moveTo>
                <a:cubicBezTo>
                  <a:pt x="5581" y="293"/>
                  <a:pt x="5788" y="313"/>
                  <a:pt x="5988" y="348"/>
                </a:cubicBezTo>
                <a:cubicBezTo>
                  <a:pt x="6502" y="453"/>
                  <a:pt x="6974" y="684"/>
                  <a:pt x="7362" y="1040"/>
                </a:cubicBezTo>
                <a:cubicBezTo>
                  <a:pt x="7551" y="1208"/>
                  <a:pt x="7708" y="1397"/>
                  <a:pt x="7855" y="1617"/>
                </a:cubicBezTo>
                <a:cubicBezTo>
                  <a:pt x="7981" y="1816"/>
                  <a:pt x="8085" y="2037"/>
                  <a:pt x="8169" y="2267"/>
                </a:cubicBezTo>
                <a:cubicBezTo>
                  <a:pt x="8243" y="2508"/>
                  <a:pt x="8295" y="2760"/>
                  <a:pt x="8316" y="3012"/>
                </a:cubicBezTo>
                <a:cubicBezTo>
                  <a:pt x="8327" y="3253"/>
                  <a:pt x="8306" y="3484"/>
                  <a:pt x="8264" y="3725"/>
                </a:cubicBezTo>
                <a:cubicBezTo>
                  <a:pt x="8222" y="3945"/>
                  <a:pt x="8148" y="4165"/>
                  <a:pt x="8054" y="4385"/>
                </a:cubicBezTo>
                <a:lnTo>
                  <a:pt x="7876" y="4406"/>
                </a:lnTo>
                <a:cubicBezTo>
                  <a:pt x="7404" y="4480"/>
                  <a:pt x="6932" y="4532"/>
                  <a:pt x="6460" y="4564"/>
                </a:cubicBezTo>
                <a:cubicBezTo>
                  <a:pt x="6198" y="4585"/>
                  <a:pt x="5946" y="4606"/>
                  <a:pt x="5684" y="4627"/>
                </a:cubicBezTo>
                <a:cubicBezTo>
                  <a:pt x="5495" y="4648"/>
                  <a:pt x="5307" y="4669"/>
                  <a:pt x="5128" y="4690"/>
                </a:cubicBezTo>
                <a:cubicBezTo>
                  <a:pt x="5107" y="3242"/>
                  <a:pt x="5170" y="1795"/>
                  <a:pt x="5244" y="348"/>
                </a:cubicBezTo>
                <a:lnTo>
                  <a:pt x="5244" y="296"/>
                </a:lnTo>
                <a:cubicBezTo>
                  <a:pt x="5287" y="294"/>
                  <a:pt x="5330" y="293"/>
                  <a:pt x="5373" y="293"/>
                </a:cubicBezTo>
                <a:close/>
                <a:moveTo>
                  <a:pt x="5097" y="317"/>
                </a:moveTo>
                <a:lnTo>
                  <a:pt x="5097" y="317"/>
                </a:lnTo>
                <a:cubicBezTo>
                  <a:pt x="5013" y="1774"/>
                  <a:pt x="4960" y="3242"/>
                  <a:pt x="4960" y="4700"/>
                </a:cubicBezTo>
                <a:lnTo>
                  <a:pt x="4719" y="4732"/>
                </a:lnTo>
                <a:lnTo>
                  <a:pt x="4719" y="4616"/>
                </a:lnTo>
                <a:cubicBezTo>
                  <a:pt x="4740" y="4385"/>
                  <a:pt x="4740" y="4144"/>
                  <a:pt x="4751" y="3914"/>
                </a:cubicBezTo>
                <a:cubicBezTo>
                  <a:pt x="4761" y="3683"/>
                  <a:pt x="4772" y="3452"/>
                  <a:pt x="4782" y="3232"/>
                </a:cubicBezTo>
                <a:cubicBezTo>
                  <a:pt x="4814" y="2760"/>
                  <a:pt x="4845" y="2299"/>
                  <a:pt x="4866" y="1827"/>
                </a:cubicBezTo>
                <a:cubicBezTo>
                  <a:pt x="4887" y="1376"/>
                  <a:pt x="4877" y="925"/>
                  <a:pt x="4845" y="474"/>
                </a:cubicBezTo>
                <a:lnTo>
                  <a:pt x="4835" y="359"/>
                </a:lnTo>
                <a:cubicBezTo>
                  <a:pt x="4919" y="338"/>
                  <a:pt x="5013" y="327"/>
                  <a:pt x="5097" y="317"/>
                </a:cubicBezTo>
                <a:close/>
                <a:moveTo>
                  <a:pt x="4688" y="390"/>
                </a:moveTo>
                <a:cubicBezTo>
                  <a:pt x="4719" y="810"/>
                  <a:pt x="4730" y="1219"/>
                  <a:pt x="4719" y="1638"/>
                </a:cubicBezTo>
                <a:cubicBezTo>
                  <a:pt x="4709" y="2099"/>
                  <a:pt x="4677" y="2571"/>
                  <a:pt x="4646" y="3033"/>
                </a:cubicBezTo>
                <a:cubicBezTo>
                  <a:pt x="4625" y="3263"/>
                  <a:pt x="4614" y="3494"/>
                  <a:pt x="4604" y="3725"/>
                </a:cubicBezTo>
                <a:cubicBezTo>
                  <a:pt x="4593" y="3956"/>
                  <a:pt x="4583" y="4176"/>
                  <a:pt x="4583" y="4406"/>
                </a:cubicBezTo>
                <a:cubicBezTo>
                  <a:pt x="4583" y="4522"/>
                  <a:pt x="4583" y="4637"/>
                  <a:pt x="4572" y="4753"/>
                </a:cubicBezTo>
                <a:lnTo>
                  <a:pt x="4363" y="4773"/>
                </a:lnTo>
                <a:cubicBezTo>
                  <a:pt x="4352" y="4260"/>
                  <a:pt x="4342" y="3735"/>
                  <a:pt x="4352" y="3222"/>
                </a:cubicBezTo>
                <a:cubicBezTo>
                  <a:pt x="4352" y="2309"/>
                  <a:pt x="4384" y="1376"/>
                  <a:pt x="4478" y="453"/>
                </a:cubicBezTo>
                <a:lnTo>
                  <a:pt x="4531" y="432"/>
                </a:lnTo>
                <a:cubicBezTo>
                  <a:pt x="4583" y="422"/>
                  <a:pt x="4635" y="411"/>
                  <a:pt x="4688" y="390"/>
                </a:cubicBezTo>
                <a:close/>
                <a:moveTo>
                  <a:pt x="4321" y="516"/>
                </a:moveTo>
                <a:lnTo>
                  <a:pt x="4321" y="516"/>
                </a:lnTo>
                <a:cubicBezTo>
                  <a:pt x="4237" y="1407"/>
                  <a:pt x="4205" y="2299"/>
                  <a:pt x="4195" y="3190"/>
                </a:cubicBezTo>
                <a:cubicBezTo>
                  <a:pt x="4195" y="3725"/>
                  <a:pt x="4195" y="4260"/>
                  <a:pt x="4216" y="4794"/>
                </a:cubicBezTo>
                <a:lnTo>
                  <a:pt x="3912" y="4826"/>
                </a:lnTo>
                <a:cubicBezTo>
                  <a:pt x="3880" y="4291"/>
                  <a:pt x="3859" y="3756"/>
                  <a:pt x="3859" y="3222"/>
                </a:cubicBezTo>
                <a:cubicBezTo>
                  <a:pt x="3859" y="2372"/>
                  <a:pt x="3901" y="1523"/>
                  <a:pt x="3985" y="684"/>
                </a:cubicBezTo>
                <a:cubicBezTo>
                  <a:pt x="4101" y="621"/>
                  <a:pt x="4205" y="568"/>
                  <a:pt x="4321" y="516"/>
                </a:cubicBezTo>
                <a:close/>
                <a:moveTo>
                  <a:pt x="3817" y="778"/>
                </a:moveTo>
                <a:lnTo>
                  <a:pt x="3817" y="778"/>
                </a:lnTo>
                <a:cubicBezTo>
                  <a:pt x="3744" y="1596"/>
                  <a:pt x="3702" y="2404"/>
                  <a:pt x="3702" y="3222"/>
                </a:cubicBezTo>
                <a:cubicBezTo>
                  <a:pt x="3702" y="3767"/>
                  <a:pt x="3723" y="4302"/>
                  <a:pt x="3755" y="4847"/>
                </a:cubicBezTo>
                <a:lnTo>
                  <a:pt x="3566" y="4857"/>
                </a:lnTo>
                <a:cubicBezTo>
                  <a:pt x="3513" y="4291"/>
                  <a:pt x="3492" y="3714"/>
                  <a:pt x="3492" y="3138"/>
                </a:cubicBezTo>
                <a:cubicBezTo>
                  <a:pt x="3492" y="2425"/>
                  <a:pt x="3503" y="1711"/>
                  <a:pt x="3524" y="1009"/>
                </a:cubicBezTo>
                <a:cubicBezTo>
                  <a:pt x="3618" y="925"/>
                  <a:pt x="3713" y="852"/>
                  <a:pt x="3817" y="778"/>
                </a:cubicBezTo>
                <a:close/>
                <a:moveTo>
                  <a:pt x="3366" y="1164"/>
                </a:moveTo>
                <a:lnTo>
                  <a:pt x="3366" y="1164"/>
                </a:lnTo>
                <a:cubicBezTo>
                  <a:pt x="3345" y="1864"/>
                  <a:pt x="3325" y="2574"/>
                  <a:pt x="3335" y="3274"/>
                </a:cubicBezTo>
                <a:cubicBezTo>
                  <a:pt x="3335" y="3809"/>
                  <a:pt x="3367" y="4344"/>
                  <a:pt x="3419" y="4868"/>
                </a:cubicBezTo>
                <a:lnTo>
                  <a:pt x="3314" y="4878"/>
                </a:lnTo>
                <a:cubicBezTo>
                  <a:pt x="3230" y="4302"/>
                  <a:pt x="3178" y="3714"/>
                  <a:pt x="3157" y="3127"/>
                </a:cubicBezTo>
                <a:cubicBezTo>
                  <a:pt x="3136" y="2550"/>
                  <a:pt x="3125" y="1974"/>
                  <a:pt x="3146" y="1397"/>
                </a:cubicBezTo>
                <a:cubicBezTo>
                  <a:pt x="3188" y="1344"/>
                  <a:pt x="3230" y="1302"/>
                  <a:pt x="3262" y="1250"/>
                </a:cubicBezTo>
                <a:cubicBezTo>
                  <a:pt x="3300" y="1212"/>
                  <a:pt x="3330" y="1191"/>
                  <a:pt x="3366" y="1164"/>
                </a:cubicBezTo>
                <a:close/>
                <a:moveTo>
                  <a:pt x="2989" y="1617"/>
                </a:moveTo>
                <a:cubicBezTo>
                  <a:pt x="2979" y="2204"/>
                  <a:pt x="2989" y="2792"/>
                  <a:pt x="3021" y="3379"/>
                </a:cubicBezTo>
                <a:cubicBezTo>
                  <a:pt x="3052" y="3882"/>
                  <a:pt x="3094" y="4396"/>
                  <a:pt x="3157" y="4889"/>
                </a:cubicBezTo>
                <a:lnTo>
                  <a:pt x="3083" y="4889"/>
                </a:lnTo>
                <a:cubicBezTo>
                  <a:pt x="3062" y="4857"/>
                  <a:pt x="3041" y="4826"/>
                  <a:pt x="3010" y="4794"/>
                </a:cubicBezTo>
                <a:cubicBezTo>
                  <a:pt x="3000" y="4711"/>
                  <a:pt x="2989" y="4627"/>
                  <a:pt x="2979" y="4553"/>
                </a:cubicBezTo>
                <a:cubicBezTo>
                  <a:pt x="2863" y="3693"/>
                  <a:pt x="2821" y="2844"/>
                  <a:pt x="2790" y="1984"/>
                </a:cubicBezTo>
                <a:cubicBezTo>
                  <a:pt x="2811" y="1953"/>
                  <a:pt x="2821" y="1921"/>
                  <a:pt x="2832" y="1900"/>
                </a:cubicBezTo>
                <a:cubicBezTo>
                  <a:pt x="2874" y="1806"/>
                  <a:pt x="2937" y="1711"/>
                  <a:pt x="2989" y="1617"/>
                </a:cubicBezTo>
                <a:close/>
                <a:moveTo>
                  <a:pt x="2213" y="3138"/>
                </a:moveTo>
                <a:lnTo>
                  <a:pt x="2213" y="3326"/>
                </a:lnTo>
                <a:cubicBezTo>
                  <a:pt x="2234" y="3872"/>
                  <a:pt x="2402" y="4406"/>
                  <a:pt x="2685" y="4878"/>
                </a:cubicBezTo>
                <a:lnTo>
                  <a:pt x="2716" y="4910"/>
                </a:lnTo>
                <a:cubicBezTo>
                  <a:pt x="2633" y="4920"/>
                  <a:pt x="2528" y="4920"/>
                  <a:pt x="2423" y="4920"/>
                </a:cubicBezTo>
                <a:lnTo>
                  <a:pt x="1961" y="4920"/>
                </a:lnTo>
                <a:cubicBezTo>
                  <a:pt x="1657" y="4920"/>
                  <a:pt x="1364" y="4899"/>
                  <a:pt x="1060" y="4847"/>
                </a:cubicBezTo>
                <a:cubicBezTo>
                  <a:pt x="923" y="4826"/>
                  <a:pt x="797" y="4784"/>
                  <a:pt x="672" y="4732"/>
                </a:cubicBezTo>
                <a:cubicBezTo>
                  <a:pt x="609" y="4690"/>
                  <a:pt x="546" y="4658"/>
                  <a:pt x="493" y="4616"/>
                </a:cubicBezTo>
                <a:cubicBezTo>
                  <a:pt x="451" y="4574"/>
                  <a:pt x="420" y="4532"/>
                  <a:pt x="388" y="4480"/>
                </a:cubicBezTo>
                <a:cubicBezTo>
                  <a:pt x="367" y="4438"/>
                  <a:pt x="346" y="4396"/>
                  <a:pt x="325" y="4354"/>
                </a:cubicBezTo>
                <a:cubicBezTo>
                  <a:pt x="315" y="4323"/>
                  <a:pt x="305" y="4281"/>
                  <a:pt x="305" y="4249"/>
                </a:cubicBezTo>
                <a:cubicBezTo>
                  <a:pt x="305" y="4218"/>
                  <a:pt x="305" y="4197"/>
                  <a:pt x="305" y="4165"/>
                </a:cubicBezTo>
                <a:cubicBezTo>
                  <a:pt x="325" y="4071"/>
                  <a:pt x="367" y="3987"/>
                  <a:pt x="441" y="3924"/>
                </a:cubicBezTo>
                <a:cubicBezTo>
                  <a:pt x="514" y="3840"/>
                  <a:pt x="609" y="3767"/>
                  <a:pt x="713" y="3704"/>
                </a:cubicBezTo>
                <a:cubicBezTo>
                  <a:pt x="986" y="3536"/>
                  <a:pt x="1290" y="3400"/>
                  <a:pt x="1594" y="3305"/>
                </a:cubicBezTo>
                <a:cubicBezTo>
                  <a:pt x="1794" y="3242"/>
                  <a:pt x="2003" y="3180"/>
                  <a:pt x="2213" y="3138"/>
                </a:cubicBezTo>
                <a:close/>
                <a:moveTo>
                  <a:pt x="3461" y="5182"/>
                </a:moveTo>
                <a:cubicBezTo>
                  <a:pt x="3461" y="5235"/>
                  <a:pt x="3482" y="5287"/>
                  <a:pt x="3482" y="5340"/>
                </a:cubicBezTo>
                <a:cubicBezTo>
                  <a:pt x="3440" y="5287"/>
                  <a:pt x="3408" y="5256"/>
                  <a:pt x="3367" y="5224"/>
                </a:cubicBezTo>
                <a:lnTo>
                  <a:pt x="3367" y="5182"/>
                </a:lnTo>
                <a:close/>
                <a:moveTo>
                  <a:pt x="3776" y="5141"/>
                </a:moveTo>
                <a:cubicBezTo>
                  <a:pt x="3786" y="5287"/>
                  <a:pt x="3807" y="5445"/>
                  <a:pt x="3828" y="5591"/>
                </a:cubicBezTo>
                <a:cubicBezTo>
                  <a:pt x="3765" y="5549"/>
                  <a:pt x="3702" y="5508"/>
                  <a:pt x="3650" y="5466"/>
                </a:cubicBezTo>
                <a:cubicBezTo>
                  <a:pt x="3639" y="5413"/>
                  <a:pt x="3629" y="5361"/>
                  <a:pt x="3618" y="5308"/>
                </a:cubicBezTo>
                <a:cubicBezTo>
                  <a:pt x="3618" y="5256"/>
                  <a:pt x="3618" y="5203"/>
                  <a:pt x="3608" y="5161"/>
                </a:cubicBezTo>
                <a:lnTo>
                  <a:pt x="3776" y="5141"/>
                </a:lnTo>
                <a:close/>
                <a:moveTo>
                  <a:pt x="4205" y="5099"/>
                </a:moveTo>
                <a:cubicBezTo>
                  <a:pt x="4216" y="5340"/>
                  <a:pt x="4226" y="5591"/>
                  <a:pt x="4237" y="5833"/>
                </a:cubicBezTo>
                <a:cubicBezTo>
                  <a:pt x="4205" y="5812"/>
                  <a:pt x="4164" y="5801"/>
                  <a:pt x="4132" y="5780"/>
                </a:cubicBezTo>
                <a:lnTo>
                  <a:pt x="4090" y="5759"/>
                </a:lnTo>
                <a:lnTo>
                  <a:pt x="3975" y="5696"/>
                </a:lnTo>
                <a:cubicBezTo>
                  <a:pt x="3954" y="5508"/>
                  <a:pt x="3933" y="5319"/>
                  <a:pt x="3912" y="5130"/>
                </a:cubicBezTo>
                <a:lnTo>
                  <a:pt x="4205" y="5099"/>
                </a:lnTo>
                <a:close/>
                <a:moveTo>
                  <a:pt x="4552" y="5057"/>
                </a:moveTo>
                <a:cubicBezTo>
                  <a:pt x="4541" y="5340"/>
                  <a:pt x="4531" y="5623"/>
                  <a:pt x="4531" y="5917"/>
                </a:cubicBezTo>
                <a:lnTo>
                  <a:pt x="4531" y="5948"/>
                </a:lnTo>
                <a:cubicBezTo>
                  <a:pt x="4499" y="5927"/>
                  <a:pt x="4457" y="5906"/>
                  <a:pt x="4405" y="5896"/>
                </a:cubicBezTo>
                <a:lnTo>
                  <a:pt x="4394" y="5896"/>
                </a:lnTo>
                <a:cubicBezTo>
                  <a:pt x="4384" y="5623"/>
                  <a:pt x="4373" y="5350"/>
                  <a:pt x="4363" y="5078"/>
                </a:cubicBezTo>
                <a:lnTo>
                  <a:pt x="4552" y="5057"/>
                </a:lnTo>
                <a:close/>
                <a:moveTo>
                  <a:pt x="4960" y="5015"/>
                </a:moveTo>
                <a:cubicBezTo>
                  <a:pt x="4960" y="5361"/>
                  <a:pt x="4981" y="5707"/>
                  <a:pt x="4992" y="6053"/>
                </a:cubicBezTo>
                <a:cubicBezTo>
                  <a:pt x="4960" y="6042"/>
                  <a:pt x="4908" y="6032"/>
                  <a:pt x="4866" y="6032"/>
                </a:cubicBezTo>
                <a:lnTo>
                  <a:pt x="4845" y="6021"/>
                </a:lnTo>
                <a:cubicBezTo>
                  <a:pt x="4793" y="6011"/>
                  <a:pt x="4740" y="6000"/>
                  <a:pt x="4688" y="5990"/>
                </a:cubicBezTo>
                <a:cubicBezTo>
                  <a:pt x="4688" y="5665"/>
                  <a:pt x="4698" y="5350"/>
                  <a:pt x="4709" y="5036"/>
                </a:cubicBezTo>
                <a:lnTo>
                  <a:pt x="4919" y="5015"/>
                </a:lnTo>
                <a:close/>
                <a:moveTo>
                  <a:pt x="7865" y="4711"/>
                </a:moveTo>
                <a:lnTo>
                  <a:pt x="7865" y="4711"/>
                </a:lnTo>
                <a:cubicBezTo>
                  <a:pt x="7781" y="4857"/>
                  <a:pt x="7687" y="4983"/>
                  <a:pt x="7593" y="5120"/>
                </a:cubicBezTo>
                <a:lnTo>
                  <a:pt x="7572" y="5109"/>
                </a:lnTo>
                <a:cubicBezTo>
                  <a:pt x="7236" y="5487"/>
                  <a:pt x="6806" y="5770"/>
                  <a:pt x="6334" y="5927"/>
                </a:cubicBezTo>
                <a:cubicBezTo>
                  <a:pt x="6093" y="6000"/>
                  <a:pt x="5841" y="6053"/>
                  <a:pt x="5590" y="6074"/>
                </a:cubicBezTo>
                <a:cubicBezTo>
                  <a:pt x="5547" y="6077"/>
                  <a:pt x="5504" y="6078"/>
                  <a:pt x="5461" y="6078"/>
                </a:cubicBezTo>
                <a:cubicBezTo>
                  <a:pt x="5357" y="6078"/>
                  <a:pt x="5253" y="6071"/>
                  <a:pt x="5149" y="6063"/>
                </a:cubicBezTo>
                <a:cubicBezTo>
                  <a:pt x="5128" y="5707"/>
                  <a:pt x="5118" y="5350"/>
                  <a:pt x="5118" y="4994"/>
                </a:cubicBezTo>
                <a:cubicBezTo>
                  <a:pt x="5359" y="4962"/>
                  <a:pt x="5611" y="4931"/>
                  <a:pt x="5852" y="4910"/>
                </a:cubicBezTo>
                <a:cubicBezTo>
                  <a:pt x="6219" y="4889"/>
                  <a:pt x="6586" y="4857"/>
                  <a:pt x="6942" y="4826"/>
                </a:cubicBezTo>
                <a:cubicBezTo>
                  <a:pt x="7247" y="4794"/>
                  <a:pt x="7561" y="4763"/>
                  <a:pt x="7865" y="4711"/>
                </a:cubicBezTo>
                <a:close/>
                <a:moveTo>
                  <a:pt x="5350" y="1"/>
                </a:moveTo>
                <a:cubicBezTo>
                  <a:pt x="5054" y="1"/>
                  <a:pt x="4767" y="52"/>
                  <a:pt x="4489" y="138"/>
                </a:cubicBezTo>
                <a:cubicBezTo>
                  <a:pt x="4153" y="233"/>
                  <a:pt x="3838" y="390"/>
                  <a:pt x="3555" y="589"/>
                </a:cubicBezTo>
                <a:cubicBezTo>
                  <a:pt x="2821" y="1114"/>
                  <a:pt x="2349" y="1932"/>
                  <a:pt x="2245" y="2823"/>
                </a:cubicBezTo>
                <a:cubicBezTo>
                  <a:pt x="2066" y="2865"/>
                  <a:pt x="1898" y="2907"/>
                  <a:pt x="1720" y="2949"/>
                </a:cubicBezTo>
                <a:cubicBezTo>
                  <a:pt x="1469" y="3022"/>
                  <a:pt x="1227" y="3117"/>
                  <a:pt x="986" y="3211"/>
                </a:cubicBezTo>
                <a:cubicBezTo>
                  <a:pt x="755" y="3316"/>
                  <a:pt x="535" y="3442"/>
                  <a:pt x="346" y="3609"/>
                </a:cubicBezTo>
                <a:cubicBezTo>
                  <a:pt x="168" y="3746"/>
                  <a:pt x="42" y="3945"/>
                  <a:pt x="11" y="4176"/>
                </a:cubicBezTo>
                <a:cubicBezTo>
                  <a:pt x="0" y="4281"/>
                  <a:pt x="21" y="4396"/>
                  <a:pt x="74" y="4501"/>
                </a:cubicBezTo>
                <a:cubicBezTo>
                  <a:pt x="95" y="4564"/>
                  <a:pt x="126" y="4616"/>
                  <a:pt x="168" y="4669"/>
                </a:cubicBezTo>
                <a:cubicBezTo>
                  <a:pt x="210" y="4732"/>
                  <a:pt x="252" y="4784"/>
                  <a:pt x="315" y="4836"/>
                </a:cubicBezTo>
                <a:cubicBezTo>
                  <a:pt x="430" y="4931"/>
                  <a:pt x="567" y="5004"/>
                  <a:pt x="703" y="5057"/>
                </a:cubicBezTo>
                <a:cubicBezTo>
                  <a:pt x="860" y="5109"/>
                  <a:pt x="1028" y="5141"/>
                  <a:pt x="1196" y="5161"/>
                </a:cubicBezTo>
                <a:cubicBezTo>
                  <a:pt x="1448" y="5196"/>
                  <a:pt x="1700" y="5217"/>
                  <a:pt x="1952" y="5217"/>
                </a:cubicBezTo>
                <a:cubicBezTo>
                  <a:pt x="2004" y="5217"/>
                  <a:pt x="2056" y="5216"/>
                  <a:pt x="2108" y="5214"/>
                </a:cubicBezTo>
                <a:lnTo>
                  <a:pt x="2716" y="5214"/>
                </a:lnTo>
                <a:lnTo>
                  <a:pt x="2937" y="5203"/>
                </a:lnTo>
                <a:cubicBezTo>
                  <a:pt x="3209" y="5539"/>
                  <a:pt x="3545" y="5812"/>
                  <a:pt x="3922" y="6011"/>
                </a:cubicBezTo>
                <a:lnTo>
                  <a:pt x="3933" y="6011"/>
                </a:lnTo>
                <a:cubicBezTo>
                  <a:pt x="4090" y="6095"/>
                  <a:pt x="4258" y="6168"/>
                  <a:pt x="4426" y="6221"/>
                </a:cubicBezTo>
                <a:cubicBezTo>
                  <a:pt x="4593" y="6273"/>
                  <a:pt x="4772" y="6315"/>
                  <a:pt x="4950" y="6346"/>
                </a:cubicBezTo>
                <a:cubicBezTo>
                  <a:pt x="5095" y="6369"/>
                  <a:pt x="5242" y="6380"/>
                  <a:pt x="5390" y="6380"/>
                </a:cubicBezTo>
                <a:cubicBezTo>
                  <a:pt x="5585" y="6380"/>
                  <a:pt x="5781" y="6361"/>
                  <a:pt x="5978" y="6325"/>
                </a:cubicBezTo>
                <a:cubicBezTo>
                  <a:pt x="6953" y="6158"/>
                  <a:pt x="7802" y="5539"/>
                  <a:pt x="8253" y="4648"/>
                </a:cubicBezTo>
                <a:lnTo>
                  <a:pt x="8452" y="4616"/>
                </a:lnTo>
                <a:cubicBezTo>
                  <a:pt x="8694" y="4574"/>
                  <a:pt x="8935" y="4522"/>
                  <a:pt x="9176" y="4448"/>
                </a:cubicBezTo>
                <a:cubicBezTo>
                  <a:pt x="9396" y="4385"/>
                  <a:pt x="9616" y="4312"/>
                  <a:pt x="9826" y="4218"/>
                </a:cubicBezTo>
                <a:cubicBezTo>
                  <a:pt x="9994" y="4144"/>
                  <a:pt x="10151" y="4050"/>
                  <a:pt x="10288" y="3924"/>
                </a:cubicBezTo>
                <a:cubicBezTo>
                  <a:pt x="10351" y="3861"/>
                  <a:pt x="10403" y="3798"/>
                  <a:pt x="10445" y="3725"/>
                </a:cubicBezTo>
                <a:cubicBezTo>
                  <a:pt x="10487" y="3651"/>
                  <a:pt x="10518" y="3568"/>
                  <a:pt x="10529" y="3484"/>
                </a:cubicBezTo>
                <a:cubicBezTo>
                  <a:pt x="10539" y="3400"/>
                  <a:pt x="10539" y="3316"/>
                  <a:pt x="10518" y="3242"/>
                </a:cubicBezTo>
                <a:cubicBezTo>
                  <a:pt x="10487" y="3117"/>
                  <a:pt x="10424" y="3001"/>
                  <a:pt x="10330" y="2917"/>
                </a:cubicBezTo>
                <a:cubicBezTo>
                  <a:pt x="10099" y="2718"/>
                  <a:pt x="9816" y="2603"/>
                  <a:pt x="9512" y="2561"/>
                </a:cubicBezTo>
                <a:cubicBezTo>
                  <a:pt x="9333" y="2529"/>
                  <a:pt x="9155" y="2508"/>
                  <a:pt x="8977" y="2498"/>
                </a:cubicBezTo>
                <a:lnTo>
                  <a:pt x="8882" y="2498"/>
                </a:lnTo>
                <a:cubicBezTo>
                  <a:pt x="8767" y="2498"/>
                  <a:pt x="8662" y="2508"/>
                  <a:pt x="8547" y="2529"/>
                </a:cubicBezTo>
                <a:cubicBezTo>
                  <a:pt x="8473" y="2162"/>
                  <a:pt x="8327" y="1816"/>
                  <a:pt x="8138" y="1502"/>
                </a:cubicBezTo>
                <a:cubicBezTo>
                  <a:pt x="8043" y="1355"/>
                  <a:pt x="7939" y="1219"/>
                  <a:pt x="7823" y="1082"/>
                </a:cubicBezTo>
                <a:cubicBezTo>
                  <a:pt x="7708" y="946"/>
                  <a:pt x="7582" y="820"/>
                  <a:pt x="7446" y="715"/>
                </a:cubicBezTo>
                <a:cubicBezTo>
                  <a:pt x="7163" y="485"/>
                  <a:pt x="6848" y="306"/>
                  <a:pt x="6512" y="191"/>
                </a:cubicBezTo>
                <a:cubicBezTo>
                  <a:pt x="6188" y="73"/>
                  <a:pt x="5846" y="1"/>
                  <a:pt x="5502" y="1"/>
                </a:cubicBezTo>
                <a:cubicBezTo>
                  <a:pt x="5479" y="1"/>
                  <a:pt x="5456" y="2"/>
                  <a:pt x="5432" y="2"/>
                </a:cubicBezTo>
                <a:cubicBezTo>
                  <a:pt x="5405" y="1"/>
                  <a:pt x="5377" y="1"/>
                  <a:pt x="535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0" name="Google Shape;3032;p15"/>
          <p:cNvSpPr/>
          <p:nvPr/>
        </p:nvSpPr>
        <p:spPr>
          <a:xfrm rot="1345800">
            <a:off x="2390400" y="1585800"/>
            <a:ext cx="11160" cy="7560"/>
          </a:xfrm>
          <a:custGeom>
            <a:avLst/>
            <a:gdLst>
              <a:gd name="textAreaLeft" fmla="*/ 0 w 11160"/>
              <a:gd name="textAreaRight" fmla="*/ 11520 w 11160"/>
              <a:gd name="textAreaTop" fmla="*/ 0 h 7560"/>
              <a:gd name="textAreaBottom" fmla="*/ 7920 h 7560"/>
            </a:gdLst>
            <a:ahLst/>
            <a:cxnLst/>
            <a:rect l="textAreaLeft" t="textAreaTop" r="textAreaRight" b="textAreaBottom"/>
            <a:pathLst>
              <a:path w="170" h="116">
                <a:moveTo>
                  <a:pt x="74" y="0"/>
                </a:moveTo>
                <a:cubicBezTo>
                  <a:pt x="32" y="0"/>
                  <a:pt x="0" y="32"/>
                  <a:pt x="0" y="74"/>
                </a:cubicBezTo>
                <a:cubicBezTo>
                  <a:pt x="0" y="104"/>
                  <a:pt x="12" y="115"/>
                  <a:pt x="27" y="115"/>
                </a:cubicBezTo>
                <a:cubicBezTo>
                  <a:pt x="77" y="115"/>
                  <a:pt x="169" y="0"/>
                  <a:pt x="7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351" name="Google Shape;3033;p15"/>
          <p:cNvPicPr/>
          <p:nvPr/>
        </p:nvPicPr>
        <p:blipFill>
          <a:blip r:embed="rId3"/>
          <a:stretch/>
        </p:blipFill>
        <p:spPr>
          <a:xfrm rot="18587400">
            <a:off x="7059960" y="-422640"/>
            <a:ext cx="1277280" cy="4566240"/>
          </a:xfrm>
          <a:prstGeom prst="rect">
            <a:avLst/>
          </a:prstGeom>
          <a:noFill/>
          <a:ln w="0">
            <a:noFill/>
          </a:ln>
          <a:effectLst>
            <a:outerShdw blurRad="243000" algn="bl" rotWithShape="0">
              <a:srgbClr val="000000">
                <a:alpha val="36000"/>
              </a:srgbClr>
            </a:outerShdw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2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2" name="Google Shape;3035;p16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3" name="PlaceHolder 1"/>
          <p:cNvSpPr>
            <a:spLocks noGrp="1"/>
          </p:cNvSpPr>
          <p:nvPr>
            <p:ph type="title"/>
          </p:nvPr>
        </p:nvSpPr>
        <p:spPr>
          <a:xfrm>
            <a:off x="714960" y="315720"/>
            <a:ext cx="7425000" cy="88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54" name="Google Shape;3038;p16"/>
          <p:cNvSpPr/>
          <p:nvPr/>
        </p:nvSpPr>
        <p:spPr>
          <a:xfrm rot="18106800">
            <a:off x="-317160" y="2389680"/>
            <a:ext cx="1141200" cy="233280"/>
          </a:xfrm>
          <a:custGeom>
            <a:avLst/>
            <a:gdLst>
              <a:gd name="textAreaLeft" fmla="*/ 0 w 1141200"/>
              <a:gd name="textAreaRight" fmla="*/ 1141560 w 1141200"/>
              <a:gd name="textAreaTop" fmla="*/ 0 h 233280"/>
              <a:gd name="textAreaBottom" fmla="*/ 233640 h 233280"/>
            </a:gdLst>
            <a:ahLst/>
            <a:cxnLst/>
            <a:rect l="textAreaLeft" t="textAreaTop" r="textAreaRight" b="textAreaBottom"/>
            <a:pathLst>
              <a:path w="45667" h="9345">
                <a:moveTo>
                  <a:pt x="19527" y="1041"/>
                </a:moveTo>
                <a:cubicBezTo>
                  <a:pt x="19720" y="1041"/>
                  <a:pt x="19930" y="1175"/>
                  <a:pt x="20148" y="1439"/>
                </a:cubicBezTo>
                <a:cubicBezTo>
                  <a:pt x="20548" y="1906"/>
                  <a:pt x="20715" y="2540"/>
                  <a:pt x="20582" y="3140"/>
                </a:cubicBezTo>
                <a:cubicBezTo>
                  <a:pt x="20448" y="4208"/>
                  <a:pt x="20048" y="5175"/>
                  <a:pt x="19381" y="6009"/>
                </a:cubicBezTo>
                <a:cubicBezTo>
                  <a:pt x="19281" y="6126"/>
                  <a:pt x="19206" y="6192"/>
                  <a:pt x="19131" y="6192"/>
                </a:cubicBezTo>
                <a:cubicBezTo>
                  <a:pt x="19056" y="6192"/>
                  <a:pt x="18981" y="6126"/>
                  <a:pt x="18880" y="5976"/>
                </a:cubicBezTo>
                <a:cubicBezTo>
                  <a:pt x="18580" y="5409"/>
                  <a:pt x="18413" y="4775"/>
                  <a:pt x="18413" y="4141"/>
                </a:cubicBezTo>
                <a:cubicBezTo>
                  <a:pt x="18447" y="3274"/>
                  <a:pt x="18614" y="2406"/>
                  <a:pt x="18947" y="1572"/>
                </a:cubicBezTo>
                <a:cubicBezTo>
                  <a:pt x="19107" y="1216"/>
                  <a:pt x="19306" y="1041"/>
                  <a:pt x="19527" y="1041"/>
                </a:cubicBezTo>
                <a:close/>
                <a:moveTo>
                  <a:pt x="4415" y="1583"/>
                </a:moveTo>
                <a:cubicBezTo>
                  <a:pt x="4478" y="1583"/>
                  <a:pt x="4541" y="1590"/>
                  <a:pt x="4604" y="1606"/>
                </a:cubicBezTo>
                <a:cubicBezTo>
                  <a:pt x="5004" y="1673"/>
                  <a:pt x="5304" y="1973"/>
                  <a:pt x="5371" y="2373"/>
                </a:cubicBezTo>
                <a:cubicBezTo>
                  <a:pt x="5671" y="3607"/>
                  <a:pt x="4837" y="5575"/>
                  <a:pt x="3770" y="6142"/>
                </a:cubicBezTo>
                <a:lnTo>
                  <a:pt x="3736" y="6142"/>
                </a:lnTo>
                <a:cubicBezTo>
                  <a:pt x="3671" y="6183"/>
                  <a:pt x="3619" y="6200"/>
                  <a:pt x="3578" y="6200"/>
                </a:cubicBezTo>
                <a:cubicBezTo>
                  <a:pt x="3453" y="6200"/>
                  <a:pt x="3428" y="6043"/>
                  <a:pt x="3403" y="5942"/>
                </a:cubicBezTo>
                <a:cubicBezTo>
                  <a:pt x="3236" y="5375"/>
                  <a:pt x="3136" y="4808"/>
                  <a:pt x="3136" y="4241"/>
                </a:cubicBezTo>
                <a:cubicBezTo>
                  <a:pt x="3169" y="3507"/>
                  <a:pt x="3336" y="2773"/>
                  <a:pt x="3636" y="2106"/>
                </a:cubicBezTo>
                <a:cubicBezTo>
                  <a:pt x="3777" y="1797"/>
                  <a:pt x="4083" y="1583"/>
                  <a:pt x="4415" y="1583"/>
                </a:cubicBezTo>
                <a:close/>
                <a:moveTo>
                  <a:pt x="30000" y="1309"/>
                </a:moveTo>
                <a:cubicBezTo>
                  <a:pt x="30290" y="1309"/>
                  <a:pt x="30597" y="1476"/>
                  <a:pt x="30822" y="1806"/>
                </a:cubicBezTo>
                <a:cubicBezTo>
                  <a:pt x="31089" y="2173"/>
                  <a:pt x="31223" y="2640"/>
                  <a:pt x="31189" y="3140"/>
                </a:cubicBezTo>
                <a:cubicBezTo>
                  <a:pt x="31123" y="4241"/>
                  <a:pt x="30622" y="5308"/>
                  <a:pt x="29822" y="6109"/>
                </a:cubicBezTo>
                <a:cubicBezTo>
                  <a:pt x="29750" y="6181"/>
                  <a:pt x="29690" y="6216"/>
                  <a:pt x="29635" y="6216"/>
                </a:cubicBezTo>
                <a:cubicBezTo>
                  <a:pt x="29562" y="6216"/>
                  <a:pt x="29497" y="6156"/>
                  <a:pt x="29421" y="6042"/>
                </a:cubicBezTo>
                <a:cubicBezTo>
                  <a:pt x="28654" y="4708"/>
                  <a:pt x="28621" y="3107"/>
                  <a:pt x="29321" y="1739"/>
                </a:cubicBezTo>
                <a:cubicBezTo>
                  <a:pt x="29481" y="1451"/>
                  <a:pt x="29733" y="1309"/>
                  <a:pt x="30000" y="1309"/>
                </a:cubicBezTo>
                <a:close/>
                <a:moveTo>
                  <a:pt x="25252" y="605"/>
                </a:moveTo>
                <a:cubicBezTo>
                  <a:pt x="25652" y="605"/>
                  <a:pt x="25885" y="939"/>
                  <a:pt x="26086" y="1239"/>
                </a:cubicBezTo>
                <a:cubicBezTo>
                  <a:pt x="26419" y="1806"/>
                  <a:pt x="26586" y="2440"/>
                  <a:pt x="26619" y="3074"/>
                </a:cubicBezTo>
                <a:cubicBezTo>
                  <a:pt x="26619" y="4208"/>
                  <a:pt x="26152" y="5308"/>
                  <a:pt x="25352" y="6109"/>
                </a:cubicBezTo>
                <a:cubicBezTo>
                  <a:pt x="25218" y="6258"/>
                  <a:pt x="25104" y="6320"/>
                  <a:pt x="25001" y="6320"/>
                </a:cubicBezTo>
                <a:cubicBezTo>
                  <a:pt x="24873" y="6320"/>
                  <a:pt x="24762" y="6224"/>
                  <a:pt x="24651" y="6076"/>
                </a:cubicBezTo>
                <a:cubicBezTo>
                  <a:pt x="24184" y="5509"/>
                  <a:pt x="23951" y="4808"/>
                  <a:pt x="23951" y="4108"/>
                </a:cubicBezTo>
                <a:cubicBezTo>
                  <a:pt x="23951" y="3140"/>
                  <a:pt x="24151" y="2206"/>
                  <a:pt x="24518" y="1339"/>
                </a:cubicBezTo>
                <a:cubicBezTo>
                  <a:pt x="24685" y="1005"/>
                  <a:pt x="24851" y="638"/>
                  <a:pt x="25252" y="605"/>
                </a:cubicBezTo>
                <a:close/>
                <a:moveTo>
                  <a:pt x="38970" y="1972"/>
                </a:moveTo>
                <a:cubicBezTo>
                  <a:pt x="39116" y="1972"/>
                  <a:pt x="39297" y="2052"/>
                  <a:pt x="39529" y="2206"/>
                </a:cubicBezTo>
                <a:cubicBezTo>
                  <a:pt x="39795" y="2373"/>
                  <a:pt x="39962" y="2607"/>
                  <a:pt x="40062" y="2907"/>
                </a:cubicBezTo>
                <a:cubicBezTo>
                  <a:pt x="40463" y="4174"/>
                  <a:pt x="40196" y="5542"/>
                  <a:pt x="39362" y="6576"/>
                </a:cubicBezTo>
                <a:cubicBezTo>
                  <a:pt x="38428" y="5442"/>
                  <a:pt x="38128" y="3974"/>
                  <a:pt x="38494" y="2607"/>
                </a:cubicBezTo>
                <a:cubicBezTo>
                  <a:pt x="38597" y="2176"/>
                  <a:pt x="38737" y="1972"/>
                  <a:pt x="38970" y="1972"/>
                </a:cubicBezTo>
                <a:close/>
                <a:moveTo>
                  <a:pt x="9421" y="1938"/>
                </a:moveTo>
                <a:cubicBezTo>
                  <a:pt x="9438" y="1938"/>
                  <a:pt x="9456" y="1938"/>
                  <a:pt x="9474" y="1939"/>
                </a:cubicBezTo>
                <a:cubicBezTo>
                  <a:pt x="9974" y="2073"/>
                  <a:pt x="10341" y="2473"/>
                  <a:pt x="10408" y="2973"/>
                </a:cubicBezTo>
                <a:cubicBezTo>
                  <a:pt x="10541" y="3874"/>
                  <a:pt x="10208" y="4675"/>
                  <a:pt x="9774" y="5442"/>
                </a:cubicBezTo>
                <a:cubicBezTo>
                  <a:pt x="9540" y="5876"/>
                  <a:pt x="9240" y="6276"/>
                  <a:pt x="8907" y="6643"/>
                </a:cubicBezTo>
                <a:cubicBezTo>
                  <a:pt x="8273" y="5542"/>
                  <a:pt x="8139" y="4241"/>
                  <a:pt x="8573" y="3040"/>
                </a:cubicBezTo>
                <a:lnTo>
                  <a:pt x="8540" y="3040"/>
                </a:lnTo>
                <a:cubicBezTo>
                  <a:pt x="8573" y="2907"/>
                  <a:pt x="8606" y="2807"/>
                  <a:pt x="8673" y="2707"/>
                </a:cubicBezTo>
                <a:cubicBezTo>
                  <a:pt x="8866" y="2384"/>
                  <a:pt x="8935" y="1938"/>
                  <a:pt x="9421" y="1938"/>
                </a:cubicBezTo>
                <a:close/>
                <a:moveTo>
                  <a:pt x="34494" y="2300"/>
                </a:moveTo>
                <a:cubicBezTo>
                  <a:pt x="34658" y="2300"/>
                  <a:pt x="34845" y="2380"/>
                  <a:pt x="35059" y="2540"/>
                </a:cubicBezTo>
                <a:cubicBezTo>
                  <a:pt x="35559" y="2940"/>
                  <a:pt x="35759" y="3607"/>
                  <a:pt x="35592" y="4208"/>
                </a:cubicBezTo>
                <a:cubicBezTo>
                  <a:pt x="35359" y="5208"/>
                  <a:pt x="34859" y="6076"/>
                  <a:pt x="34125" y="6776"/>
                </a:cubicBezTo>
                <a:cubicBezTo>
                  <a:pt x="34032" y="6854"/>
                  <a:pt x="33961" y="6902"/>
                  <a:pt x="33901" y="6902"/>
                </a:cubicBezTo>
                <a:cubicBezTo>
                  <a:pt x="33832" y="6902"/>
                  <a:pt x="33778" y="6837"/>
                  <a:pt x="33724" y="6676"/>
                </a:cubicBezTo>
                <a:cubicBezTo>
                  <a:pt x="33558" y="6209"/>
                  <a:pt x="33458" y="5709"/>
                  <a:pt x="33491" y="5208"/>
                </a:cubicBezTo>
                <a:cubicBezTo>
                  <a:pt x="33458" y="4408"/>
                  <a:pt x="33624" y="3607"/>
                  <a:pt x="33891" y="2840"/>
                </a:cubicBezTo>
                <a:cubicBezTo>
                  <a:pt x="34051" y="2480"/>
                  <a:pt x="34247" y="2300"/>
                  <a:pt x="34494" y="2300"/>
                </a:cubicBezTo>
                <a:close/>
                <a:moveTo>
                  <a:pt x="14201" y="1528"/>
                </a:moveTo>
                <a:cubicBezTo>
                  <a:pt x="14464" y="1528"/>
                  <a:pt x="14746" y="1661"/>
                  <a:pt x="15011" y="1939"/>
                </a:cubicBezTo>
                <a:cubicBezTo>
                  <a:pt x="15411" y="2373"/>
                  <a:pt x="15645" y="2973"/>
                  <a:pt x="15611" y="3941"/>
                </a:cubicBezTo>
                <a:cubicBezTo>
                  <a:pt x="15611" y="4908"/>
                  <a:pt x="15011" y="5876"/>
                  <a:pt x="14277" y="6810"/>
                </a:cubicBezTo>
                <a:cubicBezTo>
                  <a:pt x="14207" y="6894"/>
                  <a:pt x="14148" y="6925"/>
                  <a:pt x="14094" y="6925"/>
                </a:cubicBezTo>
                <a:cubicBezTo>
                  <a:pt x="14020" y="6925"/>
                  <a:pt x="13954" y="6867"/>
                  <a:pt x="13877" y="6810"/>
                </a:cubicBezTo>
                <a:cubicBezTo>
                  <a:pt x="13310" y="6276"/>
                  <a:pt x="12976" y="5542"/>
                  <a:pt x="12943" y="4775"/>
                </a:cubicBezTo>
                <a:cubicBezTo>
                  <a:pt x="12843" y="3941"/>
                  <a:pt x="12976" y="3074"/>
                  <a:pt x="13310" y="2273"/>
                </a:cubicBezTo>
                <a:cubicBezTo>
                  <a:pt x="13504" y="1787"/>
                  <a:pt x="13834" y="1528"/>
                  <a:pt x="14201" y="1528"/>
                </a:cubicBezTo>
                <a:close/>
                <a:moveTo>
                  <a:pt x="25195" y="0"/>
                </a:moveTo>
                <a:cubicBezTo>
                  <a:pt x="24704" y="0"/>
                  <a:pt x="24240" y="309"/>
                  <a:pt x="23951" y="939"/>
                </a:cubicBezTo>
                <a:cubicBezTo>
                  <a:pt x="23017" y="2973"/>
                  <a:pt x="22616" y="4975"/>
                  <a:pt x="24251" y="6943"/>
                </a:cubicBezTo>
                <a:cubicBezTo>
                  <a:pt x="23484" y="7293"/>
                  <a:pt x="22725" y="7493"/>
                  <a:pt x="21966" y="7493"/>
                </a:cubicBezTo>
                <a:cubicBezTo>
                  <a:pt x="21207" y="7493"/>
                  <a:pt x="20448" y="7293"/>
                  <a:pt x="19681" y="6843"/>
                </a:cubicBezTo>
                <a:cubicBezTo>
                  <a:pt x="20482" y="5976"/>
                  <a:pt x="21015" y="4908"/>
                  <a:pt x="21215" y="3741"/>
                </a:cubicBezTo>
                <a:cubicBezTo>
                  <a:pt x="21416" y="2607"/>
                  <a:pt x="21316" y="1539"/>
                  <a:pt x="20315" y="739"/>
                </a:cubicBezTo>
                <a:cubicBezTo>
                  <a:pt x="20032" y="523"/>
                  <a:pt x="19749" y="416"/>
                  <a:pt x="19479" y="416"/>
                </a:cubicBezTo>
                <a:cubicBezTo>
                  <a:pt x="19081" y="416"/>
                  <a:pt x="18712" y="648"/>
                  <a:pt x="18413" y="1105"/>
                </a:cubicBezTo>
                <a:cubicBezTo>
                  <a:pt x="18113" y="1673"/>
                  <a:pt x="17880" y="2306"/>
                  <a:pt x="17813" y="2940"/>
                </a:cubicBezTo>
                <a:cubicBezTo>
                  <a:pt x="17513" y="4241"/>
                  <a:pt x="17546" y="5509"/>
                  <a:pt x="18347" y="6643"/>
                </a:cubicBezTo>
                <a:cubicBezTo>
                  <a:pt x="18480" y="6810"/>
                  <a:pt x="18480" y="6910"/>
                  <a:pt x="18347" y="7043"/>
                </a:cubicBezTo>
                <a:cubicBezTo>
                  <a:pt x="17787" y="7452"/>
                  <a:pt x="16921" y="7778"/>
                  <a:pt x="16082" y="7778"/>
                </a:cubicBezTo>
                <a:cubicBezTo>
                  <a:pt x="15621" y="7778"/>
                  <a:pt x="15168" y="7680"/>
                  <a:pt x="14778" y="7443"/>
                </a:cubicBezTo>
                <a:cubicBezTo>
                  <a:pt x="15445" y="6676"/>
                  <a:pt x="15945" y="5742"/>
                  <a:pt x="16212" y="4741"/>
                </a:cubicBezTo>
                <a:cubicBezTo>
                  <a:pt x="16512" y="3741"/>
                  <a:pt x="16345" y="2707"/>
                  <a:pt x="15745" y="1873"/>
                </a:cubicBezTo>
                <a:cubicBezTo>
                  <a:pt x="15376" y="1288"/>
                  <a:pt x="14752" y="931"/>
                  <a:pt x="14108" y="931"/>
                </a:cubicBezTo>
                <a:cubicBezTo>
                  <a:pt x="14053" y="931"/>
                  <a:pt x="13998" y="933"/>
                  <a:pt x="13944" y="939"/>
                </a:cubicBezTo>
                <a:cubicBezTo>
                  <a:pt x="13210" y="1039"/>
                  <a:pt x="12643" y="1606"/>
                  <a:pt x="12509" y="2306"/>
                </a:cubicBezTo>
                <a:cubicBezTo>
                  <a:pt x="11942" y="4174"/>
                  <a:pt x="11842" y="6009"/>
                  <a:pt x="13410" y="7577"/>
                </a:cubicBezTo>
                <a:cubicBezTo>
                  <a:pt x="12747" y="7917"/>
                  <a:pt x="12094" y="8113"/>
                  <a:pt x="11445" y="8113"/>
                </a:cubicBezTo>
                <a:cubicBezTo>
                  <a:pt x="10886" y="8113"/>
                  <a:pt x="10330" y="7968"/>
                  <a:pt x="9774" y="7643"/>
                </a:cubicBezTo>
                <a:cubicBezTo>
                  <a:pt x="9440" y="7443"/>
                  <a:pt x="9340" y="7310"/>
                  <a:pt x="9641" y="7010"/>
                </a:cubicBezTo>
                <a:cubicBezTo>
                  <a:pt x="10141" y="6443"/>
                  <a:pt x="10541" y="5775"/>
                  <a:pt x="10808" y="5042"/>
                </a:cubicBezTo>
                <a:cubicBezTo>
                  <a:pt x="11142" y="4108"/>
                  <a:pt x="11408" y="3140"/>
                  <a:pt x="10775" y="2173"/>
                </a:cubicBezTo>
                <a:cubicBezTo>
                  <a:pt x="10388" y="1609"/>
                  <a:pt x="9893" y="1325"/>
                  <a:pt x="9412" y="1325"/>
                </a:cubicBezTo>
                <a:cubicBezTo>
                  <a:pt x="8898" y="1325"/>
                  <a:pt x="8400" y="1651"/>
                  <a:pt x="8073" y="2306"/>
                </a:cubicBezTo>
                <a:cubicBezTo>
                  <a:pt x="7339" y="3741"/>
                  <a:pt x="7339" y="5475"/>
                  <a:pt x="8139" y="6910"/>
                </a:cubicBezTo>
                <a:cubicBezTo>
                  <a:pt x="8273" y="7243"/>
                  <a:pt x="8240" y="7343"/>
                  <a:pt x="7973" y="7510"/>
                </a:cubicBezTo>
                <a:cubicBezTo>
                  <a:pt x="7433" y="7891"/>
                  <a:pt x="6879" y="8083"/>
                  <a:pt x="6313" y="8083"/>
                </a:cubicBezTo>
                <a:cubicBezTo>
                  <a:pt x="5689" y="8083"/>
                  <a:pt x="5051" y="7849"/>
                  <a:pt x="4403" y="7377"/>
                </a:cubicBezTo>
                <a:cubicBezTo>
                  <a:pt x="3936" y="7043"/>
                  <a:pt x="3936" y="7043"/>
                  <a:pt x="4370" y="6676"/>
                </a:cubicBezTo>
                <a:cubicBezTo>
                  <a:pt x="5571" y="5709"/>
                  <a:pt x="6238" y="4241"/>
                  <a:pt x="6105" y="2707"/>
                </a:cubicBezTo>
                <a:cubicBezTo>
                  <a:pt x="6138" y="1973"/>
                  <a:pt x="5738" y="1306"/>
                  <a:pt x="5071" y="1039"/>
                </a:cubicBezTo>
                <a:cubicBezTo>
                  <a:pt x="4868" y="954"/>
                  <a:pt x="4659" y="913"/>
                  <a:pt x="4454" y="913"/>
                </a:cubicBezTo>
                <a:cubicBezTo>
                  <a:pt x="4016" y="913"/>
                  <a:pt x="3598" y="1099"/>
                  <a:pt x="3303" y="1439"/>
                </a:cubicBezTo>
                <a:cubicBezTo>
                  <a:pt x="3036" y="1706"/>
                  <a:pt x="2836" y="2073"/>
                  <a:pt x="2769" y="2440"/>
                </a:cubicBezTo>
                <a:cubicBezTo>
                  <a:pt x="2335" y="3707"/>
                  <a:pt x="2335" y="5108"/>
                  <a:pt x="2769" y="6376"/>
                </a:cubicBezTo>
                <a:cubicBezTo>
                  <a:pt x="2802" y="6509"/>
                  <a:pt x="2969" y="6576"/>
                  <a:pt x="2769" y="6743"/>
                </a:cubicBezTo>
                <a:cubicBezTo>
                  <a:pt x="2535" y="6926"/>
                  <a:pt x="2093" y="7018"/>
                  <a:pt x="1651" y="7018"/>
                </a:cubicBezTo>
                <a:cubicBezTo>
                  <a:pt x="1210" y="7018"/>
                  <a:pt x="768" y="6926"/>
                  <a:pt x="534" y="6743"/>
                </a:cubicBezTo>
                <a:cubicBezTo>
                  <a:pt x="456" y="6691"/>
                  <a:pt x="418" y="6536"/>
                  <a:pt x="325" y="6536"/>
                </a:cubicBezTo>
                <a:cubicBezTo>
                  <a:pt x="300" y="6536"/>
                  <a:pt x="270" y="6547"/>
                  <a:pt x="234" y="6576"/>
                </a:cubicBezTo>
                <a:cubicBezTo>
                  <a:pt x="67" y="6643"/>
                  <a:pt x="0" y="6843"/>
                  <a:pt x="0" y="7010"/>
                </a:cubicBezTo>
                <a:cubicBezTo>
                  <a:pt x="34" y="7543"/>
                  <a:pt x="467" y="7643"/>
                  <a:pt x="868" y="7744"/>
                </a:cubicBezTo>
                <a:cubicBezTo>
                  <a:pt x="1107" y="7798"/>
                  <a:pt x="1346" y="7824"/>
                  <a:pt x="1582" y="7824"/>
                </a:cubicBezTo>
                <a:cubicBezTo>
                  <a:pt x="2073" y="7824"/>
                  <a:pt x="2553" y="7712"/>
                  <a:pt x="3002" y="7510"/>
                </a:cubicBezTo>
                <a:cubicBezTo>
                  <a:pt x="3072" y="7454"/>
                  <a:pt x="3159" y="7428"/>
                  <a:pt x="3247" y="7428"/>
                </a:cubicBezTo>
                <a:cubicBezTo>
                  <a:pt x="3369" y="7428"/>
                  <a:pt x="3492" y="7480"/>
                  <a:pt x="3570" y="7577"/>
                </a:cubicBezTo>
                <a:cubicBezTo>
                  <a:pt x="4425" y="8432"/>
                  <a:pt x="5389" y="8840"/>
                  <a:pt x="6337" y="8840"/>
                </a:cubicBezTo>
                <a:cubicBezTo>
                  <a:pt x="7128" y="8840"/>
                  <a:pt x="7909" y="8556"/>
                  <a:pt x="8606" y="8010"/>
                </a:cubicBezTo>
                <a:cubicBezTo>
                  <a:pt x="8673" y="7944"/>
                  <a:pt x="8757" y="7910"/>
                  <a:pt x="8836" y="7910"/>
                </a:cubicBezTo>
                <a:cubicBezTo>
                  <a:pt x="8915" y="7910"/>
                  <a:pt x="8990" y="7944"/>
                  <a:pt x="9040" y="8010"/>
                </a:cubicBezTo>
                <a:cubicBezTo>
                  <a:pt x="9811" y="8608"/>
                  <a:pt x="10616" y="8871"/>
                  <a:pt x="11441" y="8871"/>
                </a:cubicBezTo>
                <a:cubicBezTo>
                  <a:pt x="12043" y="8871"/>
                  <a:pt x="12657" y="8731"/>
                  <a:pt x="13276" y="8477"/>
                </a:cubicBezTo>
                <a:cubicBezTo>
                  <a:pt x="13608" y="8302"/>
                  <a:pt x="13961" y="8218"/>
                  <a:pt x="14311" y="8218"/>
                </a:cubicBezTo>
                <a:cubicBezTo>
                  <a:pt x="14561" y="8218"/>
                  <a:pt x="14808" y="8261"/>
                  <a:pt x="15044" y="8344"/>
                </a:cubicBezTo>
                <a:cubicBezTo>
                  <a:pt x="15451" y="8480"/>
                  <a:pt x="15847" y="8542"/>
                  <a:pt x="16232" y="8542"/>
                </a:cubicBezTo>
                <a:cubicBezTo>
                  <a:pt x="17176" y="8542"/>
                  <a:pt x="18062" y="8169"/>
                  <a:pt x="18914" y="7577"/>
                </a:cubicBezTo>
                <a:cubicBezTo>
                  <a:pt x="18983" y="7507"/>
                  <a:pt x="19053" y="7406"/>
                  <a:pt x="19155" y="7406"/>
                </a:cubicBezTo>
                <a:cubicBezTo>
                  <a:pt x="19201" y="7406"/>
                  <a:pt x="19253" y="7426"/>
                  <a:pt x="19314" y="7477"/>
                </a:cubicBezTo>
                <a:cubicBezTo>
                  <a:pt x="20215" y="7994"/>
                  <a:pt x="21115" y="8236"/>
                  <a:pt x="22020" y="8236"/>
                </a:cubicBezTo>
                <a:cubicBezTo>
                  <a:pt x="22925" y="8236"/>
                  <a:pt x="23834" y="7994"/>
                  <a:pt x="24751" y="7543"/>
                </a:cubicBezTo>
                <a:cubicBezTo>
                  <a:pt x="24818" y="7493"/>
                  <a:pt x="24893" y="7468"/>
                  <a:pt x="24972" y="7468"/>
                </a:cubicBezTo>
                <a:cubicBezTo>
                  <a:pt x="25052" y="7468"/>
                  <a:pt x="25135" y="7493"/>
                  <a:pt x="25218" y="7543"/>
                </a:cubicBezTo>
                <a:cubicBezTo>
                  <a:pt x="25835" y="7860"/>
                  <a:pt x="26511" y="8019"/>
                  <a:pt x="27186" y="8019"/>
                </a:cubicBezTo>
                <a:cubicBezTo>
                  <a:pt x="27862" y="8019"/>
                  <a:pt x="28537" y="7860"/>
                  <a:pt x="29154" y="7543"/>
                </a:cubicBezTo>
                <a:cubicBezTo>
                  <a:pt x="29224" y="7488"/>
                  <a:pt x="29305" y="7461"/>
                  <a:pt x="29386" y="7461"/>
                </a:cubicBezTo>
                <a:cubicBezTo>
                  <a:pt x="29499" y="7461"/>
                  <a:pt x="29610" y="7513"/>
                  <a:pt x="29688" y="7610"/>
                </a:cubicBezTo>
                <a:cubicBezTo>
                  <a:pt x="30287" y="8231"/>
                  <a:pt x="31092" y="8563"/>
                  <a:pt x="31910" y="8563"/>
                </a:cubicBezTo>
                <a:cubicBezTo>
                  <a:pt x="32366" y="8563"/>
                  <a:pt x="32827" y="8459"/>
                  <a:pt x="33257" y="8244"/>
                </a:cubicBezTo>
                <a:cubicBezTo>
                  <a:pt x="33328" y="8197"/>
                  <a:pt x="33408" y="8174"/>
                  <a:pt x="33486" y="8174"/>
                </a:cubicBezTo>
                <a:cubicBezTo>
                  <a:pt x="33630" y="8174"/>
                  <a:pt x="33772" y="8248"/>
                  <a:pt x="33858" y="8377"/>
                </a:cubicBezTo>
                <a:cubicBezTo>
                  <a:pt x="34392" y="9011"/>
                  <a:pt x="35192" y="9345"/>
                  <a:pt x="35993" y="9345"/>
                </a:cubicBezTo>
                <a:cubicBezTo>
                  <a:pt x="37127" y="9278"/>
                  <a:pt x="38194" y="8844"/>
                  <a:pt x="39028" y="8077"/>
                </a:cubicBezTo>
                <a:cubicBezTo>
                  <a:pt x="39149" y="7973"/>
                  <a:pt x="39244" y="7914"/>
                  <a:pt x="39339" y="7914"/>
                </a:cubicBezTo>
                <a:cubicBezTo>
                  <a:pt x="39427" y="7914"/>
                  <a:pt x="39516" y="7965"/>
                  <a:pt x="39629" y="8077"/>
                </a:cubicBezTo>
                <a:cubicBezTo>
                  <a:pt x="40037" y="8418"/>
                  <a:pt x="40539" y="8604"/>
                  <a:pt x="41048" y="8604"/>
                </a:cubicBezTo>
                <a:cubicBezTo>
                  <a:pt x="41288" y="8604"/>
                  <a:pt x="41529" y="8563"/>
                  <a:pt x="41763" y="8477"/>
                </a:cubicBezTo>
                <a:cubicBezTo>
                  <a:pt x="43398" y="8044"/>
                  <a:pt x="44399" y="6810"/>
                  <a:pt x="45299" y="5509"/>
                </a:cubicBezTo>
                <a:cubicBezTo>
                  <a:pt x="45466" y="5242"/>
                  <a:pt x="45666" y="4841"/>
                  <a:pt x="45299" y="4641"/>
                </a:cubicBezTo>
                <a:cubicBezTo>
                  <a:pt x="45230" y="4603"/>
                  <a:pt x="45169" y="4587"/>
                  <a:pt x="45114" y="4587"/>
                </a:cubicBezTo>
                <a:cubicBezTo>
                  <a:pt x="44881" y="4587"/>
                  <a:pt x="44767" y="4886"/>
                  <a:pt x="44632" y="5075"/>
                </a:cubicBezTo>
                <a:cubicBezTo>
                  <a:pt x="43932" y="6076"/>
                  <a:pt x="43164" y="7043"/>
                  <a:pt x="41964" y="7577"/>
                </a:cubicBezTo>
                <a:cubicBezTo>
                  <a:pt x="41688" y="7723"/>
                  <a:pt x="41388" y="7798"/>
                  <a:pt x="41091" y="7798"/>
                </a:cubicBezTo>
                <a:cubicBezTo>
                  <a:pt x="40779" y="7798"/>
                  <a:pt x="40470" y="7715"/>
                  <a:pt x="40196" y="7543"/>
                </a:cubicBezTo>
                <a:cubicBezTo>
                  <a:pt x="39895" y="7343"/>
                  <a:pt x="39829" y="7210"/>
                  <a:pt x="40062" y="6910"/>
                </a:cubicBezTo>
                <a:cubicBezTo>
                  <a:pt x="40629" y="6142"/>
                  <a:pt x="40930" y="5242"/>
                  <a:pt x="40963" y="4308"/>
                </a:cubicBezTo>
                <a:cubicBezTo>
                  <a:pt x="40963" y="3474"/>
                  <a:pt x="40863" y="2640"/>
                  <a:pt x="40229" y="2006"/>
                </a:cubicBezTo>
                <a:cubicBezTo>
                  <a:pt x="39874" y="1592"/>
                  <a:pt x="39361" y="1361"/>
                  <a:pt x="38830" y="1361"/>
                </a:cubicBezTo>
                <a:cubicBezTo>
                  <a:pt x="38763" y="1361"/>
                  <a:pt x="38695" y="1365"/>
                  <a:pt x="38628" y="1372"/>
                </a:cubicBezTo>
                <a:cubicBezTo>
                  <a:pt x="38027" y="1506"/>
                  <a:pt x="37861" y="2073"/>
                  <a:pt x="37727" y="2573"/>
                </a:cubicBezTo>
                <a:cubicBezTo>
                  <a:pt x="37327" y="4108"/>
                  <a:pt x="37627" y="5709"/>
                  <a:pt x="38595" y="6943"/>
                </a:cubicBezTo>
                <a:cubicBezTo>
                  <a:pt x="38761" y="7210"/>
                  <a:pt x="38728" y="7343"/>
                  <a:pt x="38494" y="7510"/>
                </a:cubicBezTo>
                <a:cubicBezTo>
                  <a:pt x="37961" y="7944"/>
                  <a:pt x="37360" y="8244"/>
                  <a:pt x="36727" y="8477"/>
                </a:cubicBezTo>
                <a:cubicBezTo>
                  <a:pt x="36498" y="8561"/>
                  <a:pt x="36260" y="8602"/>
                  <a:pt x="36022" y="8602"/>
                </a:cubicBezTo>
                <a:cubicBezTo>
                  <a:pt x="35496" y="8602"/>
                  <a:pt x="34972" y="8401"/>
                  <a:pt x="34558" y="8010"/>
                </a:cubicBezTo>
                <a:cubicBezTo>
                  <a:pt x="34325" y="7844"/>
                  <a:pt x="34258" y="7710"/>
                  <a:pt x="34525" y="7477"/>
                </a:cubicBezTo>
                <a:cubicBezTo>
                  <a:pt x="35159" y="6910"/>
                  <a:pt x="35659" y="6242"/>
                  <a:pt x="35993" y="5475"/>
                </a:cubicBezTo>
                <a:cubicBezTo>
                  <a:pt x="36393" y="4541"/>
                  <a:pt x="36526" y="3607"/>
                  <a:pt x="35993" y="2673"/>
                </a:cubicBezTo>
                <a:cubicBezTo>
                  <a:pt x="35683" y="2086"/>
                  <a:pt x="35059" y="1699"/>
                  <a:pt x="34384" y="1699"/>
                </a:cubicBezTo>
                <a:cubicBezTo>
                  <a:pt x="34331" y="1699"/>
                  <a:pt x="34278" y="1701"/>
                  <a:pt x="34225" y="1706"/>
                </a:cubicBezTo>
                <a:cubicBezTo>
                  <a:pt x="33524" y="1773"/>
                  <a:pt x="33291" y="2373"/>
                  <a:pt x="33091" y="2940"/>
                </a:cubicBezTo>
                <a:cubicBezTo>
                  <a:pt x="32624" y="4308"/>
                  <a:pt x="32457" y="5709"/>
                  <a:pt x="33024" y="7143"/>
                </a:cubicBezTo>
                <a:cubicBezTo>
                  <a:pt x="33124" y="7410"/>
                  <a:pt x="33091" y="7510"/>
                  <a:pt x="32824" y="7610"/>
                </a:cubicBezTo>
                <a:cubicBezTo>
                  <a:pt x="32522" y="7731"/>
                  <a:pt x="32207" y="7790"/>
                  <a:pt x="31895" y="7790"/>
                </a:cubicBezTo>
                <a:cubicBezTo>
                  <a:pt x="31345" y="7790"/>
                  <a:pt x="30802" y="7605"/>
                  <a:pt x="30355" y="7243"/>
                </a:cubicBezTo>
                <a:cubicBezTo>
                  <a:pt x="30122" y="7076"/>
                  <a:pt x="30055" y="6943"/>
                  <a:pt x="30322" y="6709"/>
                </a:cubicBezTo>
                <a:cubicBezTo>
                  <a:pt x="30522" y="6509"/>
                  <a:pt x="30722" y="6276"/>
                  <a:pt x="30889" y="6042"/>
                </a:cubicBezTo>
                <a:cubicBezTo>
                  <a:pt x="31723" y="4808"/>
                  <a:pt x="32223" y="3440"/>
                  <a:pt x="31590" y="1906"/>
                </a:cubicBezTo>
                <a:cubicBezTo>
                  <a:pt x="31323" y="1172"/>
                  <a:pt x="30622" y="705"/>
                  <a:pt x="29855" y="705"/>
                </a:cubicBezTo>
                <a:cubicBezTo>
                  <a:pt x="29832" y="704"/>
                  <a:pt x="29810" y="704"/>
                  <a:pt x="29788" y="704"/>
                </a:cubicBezTo>
                <a:cubicBezTo>
                  <a:pt x="29161" y="704"/>
                  <a:pt x="28779" y="1158"/>
                  <a:pt x="28521" y="1706"/>
                </a:cubicBezTo>
                <a:cubicBezTo>
                  <a:pt x="28220" y="2340"/>
                  <a:pt x="28054" y="3040"/>
                  <a:pt x="28054" y="3741"/>
                </a:cubicBezTo>
                <a:cubicBezTo>
                  <a:pt x="28020" y="4708"/>
                  <a:pt x="28254" y="5642"/>
                  <a:pt x="28721" y="6476"/>
                </a:cubicBezTo>
                <a:cubicBezTo>
                  <a:pt x="28788" y="6576"/>
                  <a:pt x="29021" y="6743"/>
                  <a:pt x="28721" y="6876"/>
                </a:cubicBezTo>
                <a:cubicBezTo>
                  <a:pt x="28383" y="7045"/>
                  <a:pt x="27739" y="7225"/>
                  <a:pt x="27080" y="7225"/>
                </a:cubicBezTo>
                <a:cubicBezTo>
                  <a:pt x="26568" y="7225"/>
                  <a:pt x="26046" y="7116"/>
                  <a:pt x="25652" y="6810"/>
                </a:cubicBezTo>
                <a:cubicBezTo>
                  <a:pt x="25785" y="6743"/>
                  <a:pt x="25919" y="6643"/>
                  <a:pt x="26019" y="6543"/>
                </a:cubicBezTo>
                <a:cubicBezTo>
                  <a:pt x="27487" y="5008"/>
                  <a:pt x="27687" y="2440"/>
                  <a:pt x="26553" y="839"/>
                </a:cubicBezTo>
                <a:cubicBezTo>
                  <a:pt x="26161" y="284"/>
                  <a:pt x="25665" y="0"/>
                  <a:pt x="2519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5" name="Google Shape;3039;p16"/>
          <p:cNvSpPr/>
          <p:nvPr/>
        </p:nvSpPr>
        <p:spPr>
          <a:xfrm>
            <a:off x="267480" y="4275720"/>
            <a:ext cx="330840" cy="331200"/>
          </a:xfrm>
          <a:custGeom>
            <a:avLst/>
            <a:gdLst>
              <a:gd name="textAreaLeft" fmla="*/ 0 w 330840"/>
              <a:gd name="textAreaRight" fmla="*/ 331200 w 330840"/>
              <a:gd name="textAreaTop" fmla="*/ 0 h 331200"/>
              <a:gd name="textAreaBottom" fmla="*/ 331560 h 331200"/>
            </a:gdLst>
            <a:ahLst/>
            <a:cxnLst/>
            <a:rect l="textAreaLeft" t="textAreaTop" r="textAreaRight" b="textAreaBottom"/>
            <a:pathLst>
              <a:path w="13243" h="13265">
                <a:moveTo>
                  <a:pt x="5708" y="750"/>
                </a:moveTo>
                <a:cubicBezTo>
                  <a:pt x="5927" y="750"/>
                  <a:pt x="6144" y="859"/>
                  <a:pt x="6271" y="1077"/>
                </a:cubicBezTo>
                <a:cubicBezTo>
                  <a:pt x="6505" y="1444"/>
                  <a:pt x="6638" y="1878"/>
                  <a:pt x="6605" y="2345"/>
                </a:cubicBezTo>
                <a:cubicBezTo>
                  <a:pt x="6571" y="2679"/>
                  <a:pt x="6505" y="3012"/>
                  <a:pt x="6471" y="3379"/>
                </a:cubicBezTo>
                <a:cubicBezTo>
                  <a:pt x="6438" y="3613"/>
                  <a:pt x="6471" y="3846"/>
                  <a:pt x="6738" y="3913"/>
                </a:cubicBezTo>
                <a:cubicBezTo>
                  <a:pt x="6769" y="3916"/>
                  <a:pt x="6797" y="3918"/>
                  <a:pt x="6824" y="3918"/>
                </a:cubicBezTo>
                <a:cubicBezTo>
                  <a:pt x="7065" y="3918"/>
                  <a:pt x="7179" y="3786"/>
                  <a:pt x="7239" y="3546"/>
                </a:cubicBezTo>
                <a:cubicBezTo>
                  <a:pt x="7505" y="2879"/>
                  <a:pt x="8006" y="2312"/>
                  <a:pt x="8673" y="1978"/>
                </a:cubicBezTo>
                <a:cubicBezTo>
                  <a:pt x="8882" y="1839"/>
                  <a:pt x="9124" y="1780"/>
                  <a:pt x="9376" y="1780"/>
                </a:cubicBezTo>
                <a:cubicBezTo>
                  <a:pt x="9485" y="1780"/>
                  <a:pt x="9596" y="1791"/>
                  <a:pt x="9707" y="1811"/>
                </a:cubicBezTo>
                <a:cubicBezTo>
                  <a:pt x="9940" y="1878"/>
                  <a:pt x="10107" y="2078"/>
                  <a:pt x="10107" y="2278"/>
                </a:cubicBezTo>
                <a:cubicBezTo>
                  <a:pt x="10207" y="3246"/>
                  <a:pt x="9907" y="4180"/>
                  <a:pt x="9273" y="4880"/>
                </a:cubicBezTo>
                <a:cubicBezTo>
                  <a:pt x="9140" y="5047"/>
                  <a:pt x="8873" y="5180"/>
                  <a:pt x="9040" y="5481"/>
                </a:cubicBezTo>
                <a:cubicBezTo>
                  <a:pt x="9128" y="5622"/>
                  <a:pt x="9235" y="5660"/>
                  <a:pt x="9361" y="5660"/>
                </a:cubicBezTo>
                <a:cubicBezTo>
                  <a:pt x="9472" y="5660"/>
                  <a:pt x="9599" y="5630"/>
                  <a:pt x="9740" y="5614"/>
                </a:cubicBezTo>
                <a:cubicBezTo>
                  <a:pt x="9929" y="5574"/>
                  <a:pt x="10125" y="5555"/>
                  <a:pt x="10322" y="5555"/>
                </a:cubicBezTo>
                <a:cubicBezTo>
                  <a:pt x="10786" y="5555"/>
                  <a:pt x="11264" y="5660"/>
                  <a:pt x="11708" y="5848"/>
                </a:cubicBezTo>
                <a:cubicBezTo>
                  <a:pt x="12242" y="6114"/>
                  <a:pt x="12342" y="6381"/>
                  <a:pt x="12142" y="6948"/>
                </a:cubicBezTo>
                <a:cubicBezTo>
                  <a:pt x="11857" y="7832"/>
                  <a:pt x="11011" y="8400"/>
                  <a:pt x="10104" y="8400"/>
                </a:cubicBezTo>
                <a:cubicBezTo>
                  <a:pt x="9951" y="8400"/>
                  <a:pt x="9795" y="8383"/>
                  <a:pt x="9640" y="8349"/>
                </a:cubicBezTo>
                <a:cubicBezTo>
                  <a:pt x="9559" y="8336"/>
                  <a:pt x="9482" y="8322"/>
                  <a:pt x="9412" y="8322"/>
                </a:cubicBezTo>
                <a:cubicBezTo>
                  <a:pt x="9310" y="8322"/>
                  <a:pt x="9219" y="8351"/>
                  <a:pt x="9140" y="8449"/>
                </a:cubicBezTo>
                <a:cubicBezTo>
                  <a:pt x="9006" y="8616"/>
                  <a:pt x="9040" y="8883"/>
                  <a:pt x="9207" y="9016"/>
                </a:cubicBezTo>
                <a:cubicBezTo>
                  <a:pt x="9407" y="9283"/>
                  <a:pt x="9640" y="9550"/>
                  <a:pt x="9840" y="9817"/>
                </a:cubicBezTo>
                <a:cubicBezTo>
                  <a:pt x="10041" y="10084"/>
                  <a:pt x="10174" y="10384"/>
                  <a:pt x="10207" y="10718"/>
                </a:cubicBezTo>
                <a:cubicBezTo>
                  <a:pt x="10241" y="11251"/>
                  <a:pt x="9940" y="11785"/>
                  <a:pt x="9440" y="11985"/>
                </a:cubicBezTo>
                <a:cubicBezTo>
                  <a:pt x="9354" y="12002"/>
                  <a:pt x="9268" y="12011"/>
                  <a:pt x="9184" y="12011"/>
                </a:cubicBezTo>
                <a:cubicBezTo>
                  <a:pt x="8775" y="12011"/>
                  <a:pt x="8394" y="11816"/>
                  <a:pt x="8173" y="11485"/>
                </a:cubicBezTo>
                <a:cubicBezTo>
                  <a:pt x="7939" y="11185"/>
                  <a:pt x="7806" y="10818"/>
                  <a:pt x="7772" y="10451"/>
                </a:cubicBezTo>
                <a:cubicBezTo>
                  <a:pt x="7739" y="10284"/>
                  <a:pt x="7706" y="10084"/>
                  <a:pt x="7672" y="9917"/>
                </a:cubicBezTo>
                <a:cubicBezTo>
                  <a:pt x="7610" y="9763"/>
                  <a:pt x="7549" y="9580"/>
                  <a:pt x="7328" y="9580"/>
                </a:cubicBezTo>
                <a:cubicBezTo>
                  <a:pt x="7311" y="9580"/>
                  <a:pt x="7292" y="9581"/>
                  <a:pt x="7272" y="9584"/>
                </a:cubicBezTo>
                <a:cubicBezTo>
                  <a:pt x="7072" y="9617"/>
                  <a:pt x="6938" y="9784"/>
                  <a:pt x="6938" y="9984"/>
                </a:cubicBezTo>
                <a:cubicBezTo>
                  <a:pt x="6838" y="10451"/>
                  <a:pt x="6705" y="10918"/>
                  <a:pt x="6505" y="11351"/>
                </a:cubicBezTo>
                <a:cubicBezTo>
                  <a:pt x="6438" y="11518"/>
                  <a:pt x="6371" y="11685"/>
                  <a:pt x="6271" y="11818"/>
                </a:cubicBezTo>
                <a:cubicBezTo>
                  <a:pt x="5933" y="12313"/>
                  <a:pt x="5493" y="12584"/>
                  <a:pt x="5046" y="12584"/>
                </a:cubicBezTo>
                <a:cubicBezTo>
                  <a:pt x="4921" y="12584"/>
                  <a:pt x="4794" y="12563"/>
                  <a:pt x="4670" y="12519"/>
                </a:cubicBezTo>
                <a:cubicBezTo>
                  <a:pt x="4103" y="12219"/>
                  <a:pt x="3769" y="11618"/>
                  <a:pt x="3836" y="10985"/>
                </a:cubicBezTo>
                <a:cubicBezTo>
                  <a:pt x="3869" y="10217"/>
                  <a:pt x="4103" y="9517"/>
                  <a:pt x="4570" y="8883"/>
                </a:cubicBezTo>
                <a:cubicBezTo>
                  <a:pt x="4737" y="8716"/>
                  <a:pt x="4737" y="8449"/>
                  <a:pt x="4603" y="8283"/>
                </a:cubicBezTo>
                <a:cubicBezTo>
                  <a:pt x="4530" y="8209"/>
                  <a:pt x="4452" y="8181"/>
                  <a:pt x="4374" y="8181"/>
                </a:cubicBezTo>
                <a:cubicBezTo>
                  <a:pt x="4241" y="8181"/>
                  <a:pt x="4108" y="8265"/>
                  <a:pt x="4003" y="8349"/>
                </a:cubicBezTo>
                <a:cubicBezTo>
                  <a:pt x="3524" y="8688"/>
                  <a:pt x="3022" y="8801"/>
                  <a:pt x="2495" y="8801"/>
                </a:cubicBezTo>
                <a:cubicBezTo>
                  <a:pt x="2141" y="8801"/>
                  <a:pt x="1777" y="8750"/>
                  <a:pt x="1401" y="8683"/>
                </a:cubicBezTo>
                <a:cubicBezTo>
                  <a:pt x="1034" y="8616"/>
                  <a:pt x="967" y="8383"/>
                  <a:pt x="1067" y="8049"/>
                </a:cubicBezTo>
                <a:cubicBezTo>
                  <a:pt x="1401" y="6882"/>
                  <a:pt x="2035" y="6014"/>
                  <a:pt x="3336" y="5848"/>
                </a:cubicBezTo>
                <a:cubicBezTo>
                  <a:pt x="3603" y="5848"/>
                  <a:pt x="3803" y="5647"/>
                  <a:pt x="3836" y="5381"/>
                </a:cubicBezTo>
                <a:cubicBezTo>
                  <a:pt x="3869" y="5114"/>
                  <a:pt x="3636" y="5080"/>
                  <a:pt x="3469" y="4980"/>
                </a:cubicBezTo>
                <a:cubicBezTo>
                  <a:pt x="3036" y="4780"/>
                  <a:pt x="2569" y="4547"/>
                  <a:pt x="2168" y="4346"/>
                </a:cubicBezTo>
                <a:cubicBezTo>
                  <a:pt x="1835" y="4180"/>
                  <a:pt x="1568" y="3879"/>
                  <a:pt x="1501" y="3546"/>
                </a:cubicBezTo>
                <a:cubicBezTo>
                  <a:pt x="1340" y="2822"/>
                  <a:pt x="1589" y="2443"/>
                  <a:pt x="2125" y="2443"/>
                </a:cubicBezTo>
                <a:cubicBezTo>
                  <a:pt x="2256" y="2443"/>
                  <a:pt x="2405" y="2466"/>
                  <a:pt x="2569" y="2512"/>
                </a:cubicBezTo>
                <a:cubicBezTo>
                  <a:pt x="3269" y="2712"/>
                  <a:pt x="3903" y="3046"/>
                  <a:pt x="4103" y="3813"/>
                </a:cubicBezTo>
                <a:cubicBezTo>
                  <a:pt x="4203" y="4246"/>
                  <a:pt x="4603" y="4280"/>
                  <a:pt x="4904" y="4413"/>
                </a:cubicBezTo>
                <a:cubicBezTo>
                  <a:pt x="4928" y="4425"/>
                  <a:pt x="4950" y="4431"/>
                  <a:pt x="4970" y="4431"/>
                </a:cubicBezTo>
                <a:cubicBezTo>
                  <a:pt x="5060" y="4431"/>
                  <a:pt x="5110" y="4322"/>
                  <a:pt x="5137" y="4213"/>
                </a:cubicBezTo>
                <a:cubicBezTo>
                  <a:pt x="5170" y="3980"/>
                  <a:pt x="5104" y="3746"/>
                  <a:pt x="4970" y="3513"/>
                </a:cubicBezTo>
                <a:cubicBezTo>
                  <a:pt x="4637" y="2679"/>
                  <a:pt x="4737" y="1745"/>
                  <a:pt x="5204" y="977"/>
                </a:cubicBezTo>
                <a:cubicBezTo>
                  <a:pt x="5340" y="826"/>
                  <a:pt x="5525" y="750"/>
                  <a:pt x="5708" y="750"/>
                </a:cubicBezTo>
                <a:close/>
                <a:moveTo>
                  <a:pt x="5694" y="1"/>
                </a:moveTo>
                <a:cubicBezTo>
                  <a:pt x="5642" y="1"/>
                  <a:pt x="5590" y="4"/>
                  <a:pt x="5537" y="10"/>
                </a:cubicBezTo>
                <a:cubicBezTo>
                  <a:pt x="5004" y="43"/>
                  <a:pt x="4570" y="377"/>
                  <a:pt x="4403" y="877"/>
                </a:cubicBezTo>
                <a:cubicBezTo>
                  <a:pt x="4203" y="1344"/>
                  <a:pt x="4070" y="1845"/>
                  <a:pt x="4003" y="2378"/>
                </a:cubicBezTo>
                <a:cubicBezTo>
                  <a:pt x="3736" y="2212"/>
                  <a:pt x="3503" y="2078"/>
                  <a:pt x="3269" y="1945"/>
                </a:cubicBezTo>
                <a:cubicBezTo>
                  <a:pt x="2915" y="1756"/>
                  <a:pt x="2543" y="1667"/>
                  <a:pt x="2167" y="1667"/>
                </a:cubicBezTo>
                <a:cubicBezTo>
                  <a:pt x="2012" y="1667"/>
                  <a:pt x="1857" y="1682"/>
                  <a:pt x="1701" y="1711"/>
                </a:cubicBezTo>
                <a:cubicBezTo>
                  <a:pt x="1134" y="1878"/>
                  <a:pt x="734" y="2378"/>
                  <a:pt x="734" y="2979"/>
                </a:cubicBezTo>
                <a:cubicBezTo>
                  <a:pt x="600" y="3646"/>
                  <a:pt x="867" y="4313"/>
                  <a:pt x="1434" y="4713"/>
                </a:cubicBezTo>
                <a:cubicBezTo>
                  <a:pt x="1735" y="4914"/>
                  <a:pt x="2035" y="5080"/>
                  <a:pt x="2368" y="5280"/>
                </a:cubicBezTo>
                <a:cubicBezTo>
                  <a:pt x="1368" y="5747"/>
                  <a:pt x="600" y="6615"/>
                  <a:pt x="334" y="7682"/>
                </a:cubicBezTo>
                <a:cubicBezTo>
                  <a:pt x="0" y="8716"/>
                  <a:pt x="400" y="9317"/>
                  <a:pt x="1468" y="9450"/>
                </a:cubicBezTo>
                <a:cubicBezTo>
                  <a:pt x="1738" y="9480"/>
                  <a:pt x="2014" y="9497"/>
                  <a:pt x="2295" y="9497"/>
                </a:cubicBezTo>
                <a:cubicBezTo>
                  <a:pt x="2638" y="9497"/>
                  <a:pt x="2987" y="9472"/>
                  <a:pt x="3336" y="9417"/>
                </a:cubicBezTo>
                <a:lnTo>
                  <a:pt x="3336" y="9417"/>
                </a:lnTo>
                <a:cubicBezTo>
                  <a:pt x="3136" y="10017"/>
                  <a:pt x="3036" y="10651"/>
                  <a:pt x="3069" y="11318"/>
                </a:cubicBezTo>
                <a:cubicBezTo>
                  <a:pt x="3069" y="12119"/>
                  <a:pt x="3536" y="12853"/>
                  <a:pt x="4303" y="13119"/>
                </a:cubicBezTo>
                <a:cubicBezTo>
                  <a:pt x="4551" y="13219"/>
                  <a:pt x="4787" y="13265"/>
                  <a:pt x="5014" y="13265"/>
                </a:cubicBezTo>
                <a:cubicBezTo>
                  <a:pt x="5548" y="13265"/>
                  <a:pt x="6026" y="13008"/>
                  <a:pt x="6471" y="12586"/>
                </a:cubicBezTo>
                <a:cubicBezTo>
                  <a:pt x="6772" y="12219"/>
                  <a:pt x="7005" y="11852"/>
                  <a:pt x="7205" y="11418"/>
                </a:cubicBezTo>
                <a:cubicBezTo>
                  <a:pt x="7826" y="12254"/>
                  <a:pt x="8533" y="12697"/>
                  <a:pt x="9191" y="12697"/>
                </a:cubicBezTo>
                <a:cubicBezTo>
                  <a:pt x="9451" y="12697"/>
                  <a:pt x="9704" y="12628"/>
                  <a:pt x="9940" y="12486"/>
                </a:cubicBezTo>
                <a:cubicBezTo>
                  <a:pt x="10341" y="12252"/>
                  <a:pt x="10608" y="11885"/>
                  <a:pt x="10774" y="11452"/>
                </a:cubicBezTo>
                <a:cubicBezTo>
                  <a:pt x="11008" y="10651"/>
                  <a:pt x="10841" y="9784"/>
                  <a:pt x="10274" y="9183"/>
                </a:cubicBezTo>
                <a:cubicBezTo>
                  <a:pt x="11341" y="8916"/>
                  <a:pt x="12209" y="8449"/>
                  <a:pt x="12676" y="7449"/>
                </a:cubicBezTo>
                <a:cubicBezTo>
                  <a:pt x="13243" y="6248"/>
                  <a:pt x="12809" y="5314"/>
                  <a:pt x="11475" y="4980"/>
                </a:cubicBezTo>
                <a:cubicBezTo>
                  <a:pt x="11075" y="4880"/>
                  <a:pt x="10674" y="4847"/>
                  <a:pt x="10241" y="4780"/>
                </a:cubicBezTo>
                <a:cubicBezTo>
                  <a:pt x="10574" y="4146"/>
                  <a:pt x="10774" y="3446"/>
                  <a:pt x="10841" y="2745"/>
                </a:cubicBezTo>
                <a:cubicBezTo>
                  <a:pt x="10939" y="1702"/>
                  <a:pt x="10368" y="1010"/>
                  <a:pt x="9346" y="1010"/>
                </a:cubicBezTo>
                <a:cubicBezTo>
                  <a:pt x="9322" y="1010"/>
                  <a:pt x="9298" y="1010"/>
                  <a:pt x="9273" y="1011"/>
                </a:cubicBezTo>
                <a:cubicBezTo>
                  <a:pt x="9040" y="1044"/>
                  <a:pt x="8806" y="1111"/>
                  <a:pt x="8573" y="1178"/>
                </a:cubicBezTo>
                <a:cubicBezTo>
                  <a:pt x="8139" y="1411"/>
                  <a:pt x="7706" y="1678"/>
                  <a:pt x="7305" y="1978"/>
                </a:cubicBezTo>
                <a:cubicBezTo>
                  <a:pt x="7272" y="1544"/>
                  <a:pt x="7138" y="1111"/>
                  <a:pt x="6905" y="744"/>
                </a:cubicBezTo>
                <a:cubicBezTo>
                  <a:pt x="6663" y="290"/>
                  <a:pt x="6201" y="1"/>
                  <a:pt x="5694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6" name="Google Shape;3040;p16"/>
          <p:cNvSpPr/>
          <p:nvPr/>
        </p:nvSpPr>
        <p:spPr>
          <a:xfrm>
            <a:off x="380160" y="4402080"/>
            <a:ext cx="83880" cy="90720"/>
          </a:xfrm>
          <a:custGeom>
            <a:avLst/>
            <a:gdLst>
              <a:gd name="textAreaLeft" fmla="*/ 0 w 83880"/>
              <a:gd name="textAreaRight" fmla="*/ 84240 w 83880"/>
              <a:gd name="textAreaTop" fmla="*/ 0 h 90720"/>
              <a:gd name="textAreaBottom" fmla="*/ 91080 h 90720"/>
            </a:gdLst>
            <a:ahLst/>
            <a:cxnLst/>
            <a:rect l="textAreaLeft" t="textAreaTop" r="textAreaRight" b="textAreaBottom"/>
            <a:pathLst>
              <a:path w="3370" h="3637">
                <a:moveTo>
                  <a:pt x="1635" y="802"/>
                </a:moveTo>
                <a:cubicBezTo>
                  <a:pt x="2168" y="802"/>
                  <a:pt x="2535" y="1168"/>
                  <a:pt x="2535" y="1769"/>
                </a:cubicBezTo>
                <a:cubicBezTo>
                  <a:pt x="2535" y="2384"/>
                  <a:pt x="2159" y="2905"/>
                  <a:pt x="1649" y="2905"/>
                </a:cubicBezTo>
                <a:cubicBezTo>
                  <a:pt x="1633" y="2905"/>
                  <a:pt x="1617" y="2904"/>
                  <a:pt x="1601" y="2903"/>
                </a:cubicBezTo>
                <a:cubicBezTo>
                  <a:pt x="1068" y="2870"/>
                  <a:pt x="701" y="2403"/>
                  <a:pt x="734" y="1869"/>
                </a:cubicBezTo>
                <a:cubicBezTo>
                  <a:pt x="701" y="1335"/>
                  <a:pt x="1101" y="868"/>
                  <a:pt x="1635" y="802"/>
                </a:cubicBezTo>
                <a:close/>
                <a:moveTo>
                  <a:pt x="1802" y="1"/>
                </a:moveTo>
                <a:cubicBezTo>
                  <a:pt x="834" y="68"/>
                  <a:pt x="34" y="902"/>
                  <a:pt x="67" y="1902"/>
                </a:cubicBezTo>
                <a:cubicBezTo>
                  <a:pt x="0" y="2836"/>
                  <a:pt x="767" y="3637"/>
                  <a:pt x="1701" y="3637"/>
                </a:cubicBezTo>
                <a:cubicBezTo>
                  <a:pt x="2669" y="3570"/>
                  <a:pt x="3369" y="2736"/>
                  <a:pt x="3336" y="1802"/>
                </a:cubicBezTo>
                <a:cubicBezTo>
                  <a:pt x="3336" y="835"/>
                  <a:pt x="2635" y="34"/>
                  <a:pt x="180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360" bIns="45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7" name="Google Shape;3041;p16"/>
          <p:cNvSpPr/>
          <p:nvPr/>
        </p:nvSpPr>
        <p:spPr>
          <a:xfrm>
            <a:off x="223920" y="347220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8" name="Google Shape;3042;p16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9" name="Google Shape;3043;p16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0" name="Google Shape;3044;p16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1" name="Google Shape;3045;p16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2" name="Google Shape;3046;p16"/>
          <p:cNvSpPr/>
          <p:nvPr/>
        </p:nvSpPr>
        <p:spPr>
          <a:xfrm>
            <a:off x="349200" y="283392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3" name="Google Shape;3047;p16"/>
          <p:cNvSpPr/>
          <p:nvPr/>
        </p:nvSpPr>
        <p:spPr>
          <a:xfrm>
            <a:off x="8484840" y="19026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4" name="Google Shape;3048;p16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5" name="Google Shape;3049;p16"/>
          <p:cNvSpPr/>
          <p:nvPr/>
        </p:nvSpPr>
        <p:spPr>
          <a:xfrm>
            <a:off x="6543360" y="46436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6" name="Google Shape;3050;p16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7" name="Google Shape;3051;p16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8" name="Google Shape;3052;p16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9" name="Google Shape;3053;p16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0" name="Google Shape;3054;p16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1" name="Google Shape;3055;p16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2" name="Google Shape;3056;p16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3" name="Google Shape;3057;p16"/>
          <p:cNvSpPr/>
          <p:nvPr/>
        </p:nvSpPr>
        <p:spPr>
          <a:xfrm>
            <a:off x="5825160" y="130320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4" name="Google Shape;3058;p16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5" name="Google Shape;3059;p16"/>
          <p:cNvSpPr/>
          <p:nvPr/>
        </p:nvSpPr>
        <p:spPr>
          <a:xfrm>
            <a:off x="7562880" y="495108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6" name="Google Shape;3060;p16"/>
          <p:cNvSpPr/>
          <p:nvPr/>
        </p:nvSpPr>
        <p:spPr>
          <a:xfrm>
            <a:off x="8797320" y="113400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7" name="Google Shape;3061;p16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8" name="Google Shape;3062;p16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9" name="Google Shape;3063;p16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0" name="PlaceHolder 2"/>
          <p:cNvSpPr>
            <a:spLocks noGrp="1"/>
          </p:cNvSpPr>
          <p:nvPr>
            <p:ph type="body"/>
          </p:nvPr>
        </p:nvSpPr>
        <p:spPr>
          <a:xfrm>
            <a:off x="5413320" y="1196280"/>
            <a:ext cx="2726640" cy="317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3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1" name="Google Shape;3066;p17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2" name="PlaceHolder 1"/>
          <p:cNvSpPr>
            <a:spLocks noGrp="1"/>
          </p:cNvSpPr>
          <p:nvPr>
            <p:ph type="title"/>
          </p:nvPr>
        </p:nvSpPr>
        <p:spPr>
          <a:xfrm>
            <a:off x="4392360" y="311760"/>
            <a:ext cx="4036320" cy="125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83" name="Google Shape;3069;p17"/>
          <p:cNvSpPr/>
          <p:nvPr/>
        </p:nvSpPr>
        <p:spPr>
          <a:xfrm>
            <a:off x="590760" y="46512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4" name="Google Shape;3070;p17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5" name="Google Shape;3071;p17"/>
          <p:cNvSpPr/>
          <p:nvPr/>
        </p:nvSpPr>
        <p:spPr>
          <a:xfrm>
            <a:off x="3853440" y="140472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6" name="Google Shape;3072;p17"/>
          <p:cNvSpPr/>
          <p:nvPr/>
        </p:nvSpPr>
        <p:spPr>
          <a:xfrm>
            <a:off x="237600" y="88020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7" name="Google Shape;3073;p17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8" name="Google Shape;3074;p17"/>
          <p:cNvSpPr/>
          <p:nvPr/>
        </p:nvSpPr>
        <p:spPr>
          <a:xfrm>
            <a:off x="1402560" y="468720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9" name="Google Shape;3075;p17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0" name="Google Shape;3076;p17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1" name="Google Shape;3077;p17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2" name="Google Shape;3078;p17"/>
          <p:cNvSpPr/>
          <p:nvPr/>
        </p:nvSpPr>
        <p:spPr>
          <a:xfrm>
            <a:off x="2940840" y="66852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3" name="Google Shape;3079;p17"/>
          <p:cNvSpPr/>
          <p:nvPr/>
        </p:nvSpPr>
        <p:spPr>
          <a:xfrm>
            <a:off x="4722480" y="438444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4" name="Google Shape;3080;p17"/>
          <p:cNvSpPr/>
          <p:nvPr/>
        </p:nvSpPr>
        <p:spPr>
          <a:xfrm>
            <a:off x="7469280" y="168444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5" name="Google Shape;3081;p17"/>
          <p:cNvSpPr/>
          <p:nvPr/>
        </p:nvSpPr>
        <p:spPr>
          <a:xfrm>
            <a:off x="8632440" y="92412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6" name="Google Shape;3082;p17"/>
          <p:cNvSpPr/>
          <p:nvPr/>
        </p:nvSpPr>
        <p:spPr>
          <a:xfrm>
            <a:off x="5178960" y="423612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7" name="Google Shape;3083;p17"/>
          <p:cNvSpPr/>
          <p:nvPr/>
        </p:nvSpPr>
        <p:spPr>
          <a:xfrm>
            <a:off x="2542320" y="1533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8" name="Google Shape;3084;p17"/>
          <p:cNvSpPr/>
          <p:nvPr/>
        </p:nvSpPr>
        <p:spPr>
          <a:xfrm>
            <a:off x="3906000" y="455148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9" name="Google Shape;3085;p17"/>
          <p:cNvSpPr/>
          <p:nvPr/>
        </p:nvSpPr>
        <p:spPr>
          <a:xfrm>
            <a:off x="1207440" y="140508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0" name="Google Shape;3086;p17"/>
          <p:cNvSpPr/>
          <p:nvPr/>
        </p:nvSpPr>
        <p:spPr>
          <a:xfrm>
            <a:off x="6118200" y="149472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1" name="Google Shape;3087;p17"/>
          <p:cNvSpPr/>
          <p:nvPr/>
        </p:nvSpPr>
        <p:spPr>
          <a:xfrm>
            <a:off x="6159960" y="341748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4" h="965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2" name="Google Shape;3088;p17"/>
          <p:cNvSpPr/>
          <p:nvPr/>
        </p:nvSpPr>
        <p:spPr>
          <a:xfrm>
            <a:off x="5737320" y="2001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3" name="Google Shape;3089;p17"/>
          <p:cNvSpPr/>
          <p:nvPr/>
        </p:nvSpPr>
        <p:spPr>
          <a:xfrm>
            <a:off x="6543360" y="46436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4" name="Google Shape;3090;p17"/>
          <p:cNvSpPr/>
          <p:nvPr/>
        </p:nvSpPr>
        <p:spPr>
          <a:xfrm>
            <a:off x="6504840" y="129672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5" name="Google Shape;3091;p17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6" name="Google Shape;3092;p17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7" name="Google Shape;3093;p17"/>
          <p:cNvSpPr/>
          <p:nvPr/>
        </p:nvSpPr>
        <p:spPr>
          <a:xfrm>
            <a:off x="1320480" y="412596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9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8" name="Google Shape;3094;p17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9" name="Google Shape;3095;p17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0" name="Google Shape;3096;p17"/>
          <p:cNvSpPr/>
          <p:nvPr/>
        </p:nvSpPr>
        <p:spPr>
          <a:xfrm>
            <a:off x="8092080" y="412632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1" name="Google Shape;3097;p17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2" name="Google Shape;3098;p17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3" name="Google Shape;3099;p17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4" name="Google Shape;3100;p17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5" name="Google Shape;3101;p17"/>
          <p:cNvSpPr/>
          <p:nvPr/>
        </p:nvSpPr>
        <p:spPr>
          <a:xfrm>
            <a:off x="8996040" y="255024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6" name="Google Shape;3102;p17"/>
          <p:cNvSpPr/>
          <p:nvPr/>
        </p:nvSpPr>
        <p:spPr>
          <a:xfrm>
            <a:off x="8628840" y="15156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7" name="Google Shape;3103;p17"/>
          <p:cNvSpPr/>
          <p:nvPr/>
        </p:nvSpPr>
        <p:spPr>
          <a:xfrm>
            <a:off x="3946680" y="6732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8" name="Google Shape;3104;p17"/>
          <p:cNvSpPr/>
          <p:nvPr/>
        </p:nvSpPr>
        <p:spPr>
          <a:xfrm>
            <a:off x="7633800" y="487620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9" name="Google Shape;3105;p17"/>
          <p:cNvSpPr/>
          <p:nvPr/>
        </p:nvSpPr>
        <p:spPr>
          <a:xfrm>
            <a:off x="9100080" y="140472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0" name="Google Shape;3106;p17"/>
          <p:cNvSpPr/>
          <p:nvPr/>
        </p:nvSpPr>
        <p:spPr>
          <a:xfrm>
            <a:off x="8900640" y="340596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1" name="Google Shape;3107;p17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2" name="Google Shape;3108;p17"/>
          <p:cNvSpPr/>
          <p:nvPr/>
        </p:nvSpPr>
        <p:spPr>
          <a:xfrm>
            <a:off x="237600" y="277164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3" name="Google Shape;3109;p17"/>
          <p:cNvSpPr/>
          <p:nvPr/>
        </p:nvSpPr>
        <p:spPr>
          <a:xfrm>
            <a:off x="2455560" y="153252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4" name="Google Shape;3110;p17"/>
          <p:cNvSpPr/>
          <p:nvPr/>
        </p:nvSpPr>
        <p:spPr>
          <a:xfrm>
            <a:off x="473040" y="17568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5" name="Google Shape;3111;p17"/>
          <p:cNvSpPr/>
          <p:nvPr/>
        </p:nvSpPr>
        <p:spPr>
          <a:xfrm>
            <a:off x="3108240" y="48402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3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6" name="Google Shape;3113;p18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7" name="PlaceHolder 1"/>
          <p:cNvSpPr>
            <a:spLocks noGrp="1"/>
          </p:cNvSpPr>
          <p:nvPr>
            <p:ph type="title"/>
          </p:nvPr>
        </p:nvSpPr>
        <p:spPr>
          <a:xfrm>
            <a:off x="707040" y="311040"/>
            <a:ext cx="4036320" cy="125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28" name="Google Shape;3116;p18"/>
          <p:cNvSpPr/>
          <p:nvPr/>
        </p:nvSpPr>
        <p:spPr>
          <a:xfrm>
            <a:off x="2029320" y="129672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9" name="Google Shape;3117;p18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0" name="Google Shape;3118;p18"/>
          <p:cNvSpPr/>
          <p:nvPr/>
        </p:nvSpPr>
        <p:spPr>
          <a:xfrm>
            <a:off x="7339320" y="420804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1" name="Google Shape;3119;p18"/>
          <p:cNvSpPr/>
          <p:nvPr/>
        </p:nvSpPr>
        <p:spPr>
          <a:xfrm>
            <a:off x="4953240" y="31104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2" name="Google Shape;3120;p18"/>
          <p:cNvSpPr/>
          <p:nvPr/>
        </p:nvSpPr>
        <p:spPr>
          <a:xfrm>
            <a:off x="5068440" y="468720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3" name="Google Shape;3121;p18"/>
          <p:cNvSpPr/>
          <p:nvPr/>
        </p:nvSpPr>
        <p:spPr>
          <a:xfrm>
            <a:off x="857880" y="420588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4" name="Google Shape;3122;p18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5" name="Google Shape;3123;p18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6" name="Google Shape;3124;p18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7" name="Google Shape;3125;p18"/>
          <p:cNvSpPr/>
          <p:nvPr/>
        </p:nvSpPr>
        <p:spPr>
          <a:xfrm>
            <a:off x="6440400" y="45072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8" name="Google Shape;3126;p18"/>
          <p:cNvSpPr/>
          <p:nvPr/>
        </p:nvSpPr>
        <p:spPr>
          <a:xfrm>
            <a:off x="332280" y="117180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9" name="Google Shape;3127;p18"/>
          <p:cNvSpPr/>
          <p:nvPr/>
        </p:nvSpPr>
        <p:spPr>
          <a:xfrm>
            <a:off x="7832880" y="20772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0" name="Google Shape;3128;p18"/>
          <p:cNvSpPr/>
          <p:nvPr/>
        </p:nvSpPr>
        <p:spPr>
          <a:xfrm>
            <a:off x="8632440" y="92412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1" name="Google Shape;3129;p18"/>
          <p:cNvSpPr/>
          <p:nvPr/>
        </p:nvSpPr>
        <p:spPr>
          <a:xfrm>
            <a:off x="399960" y="225936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2" name="Google Shape;3130;p18"/>
          <p:cNvSpPr/>
          <p:nvPr/>
        </p:nvSpPr>
        <p:spPr>
          <a:xfrm>
            <a:off x="2542320" y="1533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3" name="Google Shape;3131;p18"/>
          <p:cNvSpPr/>
          <p:nvPr/>
        </p:nvSpPr>
        <p:spPr>
          <a:xfrm>
            <a:off x="3747240" y="440100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4" name="Google Shape;3132;p18"/>
          <p:cNvSpPr/>
          <p:nvPr/>
        </p:nvSpPr>
        <p:spPr>
          <a:xfrm>
            <a:off x="279360" y="412740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5" name="Google Shape;3133;p18"/>
          <p:cNvSpPr/>
          <p:nvPr/>
        </p:nvSpPr>
        <p:spPr>
          <a:xfrm>
            <a:off x="6118200" y="149472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6" name="Google Shape;3134;p18"/>
          <p:cNvSpPr/>
          <p:nvPr/>
        </p:nvSpPr>
        <p:spPr>
          <a:xfrm>
            <a:off x="7382520" y="162252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4" h="965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7" name="Google Shape;3135;p18"/>
          <p:cNvSpPr/>
          <p:nvPr/>
        </p:nvSpPr>
        <p:spPr>
          <a:xfrm>
            <a:off x="5737320" y="2001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8" name="Google Shape;3136;p18"/>
          <p:cNvSpPr/>
          <p:nvPr/>
        </p:nvSpPr>
        <p:spPr>
          <a:xfrm>
            <a:off x="6543360" y="46436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49" name="Google Shape;3137;p18"/>
          <p:cNvSpPr/>
          <p:nvPr/>
        </p:nvSpPr>
        <p:spPr>
          <a:xfrm>
            <a:off x="5344560" y="162072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0" name="Google Shape;3138;p18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1" name="Google Shape;3139;p18"/>
          <p:cNvSpPr/>
          <p:nvPr/>
        </p:nvSpPr>
        <p:spPr>
          <a:xfrm>
            <a:off x="4381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2" name="Google Shape;3140;p18"/>
          <p:cNvSpPr/>
          <p:nvPr/>
        </p:nvSpPr>
        <p:spPr>
          <a:xfrm>
            <a:off x="1320480" y="412596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9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3" name="Google Shape;3141;p18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4" name="Google Shape;3142;p18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5" name="Google Shape;3143;p18"/>
          <p:cNvSpPr/>
          <p:nvPr/>
        </p:nvSpPr>
        <p:spPr>
          <a:xfrm>
            <a:off x="2164320" y="315360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6" name="Google Shape;3144;p18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7" name="Google Shape;3145;p18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8" name="Google Shape;3146;p18"/>
          <p:cNvSpPr/>
          <p:nvPr/>
        </p:nvSpPr>
        <p:spPr>
          <a:xfrm>
            <a:off x="4413240" y="130572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9" name="Google Shape;3147;p18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0" name="Google Shape;3148;p18"/>
          <p:cNvSpPr/>
          <p:nvPr/>
        </p:nvSpPr>
        <p:spPr>
          <a:xfrm>
            <a:off x="8996040" y="255024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1" name="Google Shape;3149;p18"/>
          <p:cNvSpPr/>
          <p:nvPr/>
        </p:nvSpPr>
        <p:spPr>
          <a:xfrm>
            <a:off x="8628840" y="15156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2" name="Google Shape;3150;p18"/>
          <p:cNvSpPr/>
          <p:nvPr/>
        </p:nvSpPr>
        <p:spPr>
          <a:xfrm>
            <a:off x="3946680" y="6732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3" name="Google Shape;3151;p18"/>
          <p:cNvSpPr/>
          <p:nvPr/>
        </p:nvSpPr>
        <p:spPr>
          <a:xfrm>
            <a:off x="8776800" y="487620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4" name="Google Shape;3152;p18"/>
          <p:cNvSpPr/>
          <p:nvPr/>
        </p:nvSpPr>
        <p:spPr>
          <a:xfrm>
            <a:off x="9100080" y="140472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5" name="Google Shape;3153;p18"/>
          <p:cNvSpPr/>
          <p:nvPr/>
        </p:nvSpPr>
        <p:spPr>
          <a:xfrm>
            <a:off x="8900640" y="340596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6" name="Google Shape;3154;p18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7" name="Google Shape;3155;p18"/>
          <p:cNvSpPr/>
          <p:nvPr/>
        </p:nvSpPr>
        <p:spPr>
          <a:xfrm>
            <a:off x="237600" y="277164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8" name="Google Shape;3156;p18"/>
          <p:cNvSpPr/>
          <p:nvPr/>
        </p:nvSpPr>
        <p:spPr>
          <a:xfrm>
            <a:off x="1276200" y="161892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69" name="Google Shape;3157;p18"/>
          <p:cNvSpPr/>
          <p:nvPr/>
        </p:nvSpPr>
        <p:spPr>
          <a:xfrm>
            <a:off x="473040" y="17568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70" name="Google Shape;3158;p18"/>
          <p:cNvSpPr/>
          <p:nvPr/>
        </p:nvSpPr>
        <p:spPr>
          <a:xfrm>
            <a:off x="3006000" y="45990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4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3160;p19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2" name="PlaceHolder 1"/>
          <p:cNvSpPr>
            <a:spLocks noGrp="1"/>
          </p:cNvSpPr>
          <p:nvPr>
            <p:ph type="title"/>
          </p:nvPr>
        </p:nvSpPr>
        <p:spPr>
          <a:xfrm>
            <a:off x="3349080" y="320400"/>
            <a:ext cx="4860720" cy="125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73" name="Google Shape;3163;p19"/>
          <p:cNvSpPr/>
          <p:nvPr/>
        </p:nvSpPr>
        <p:spPr>
          <a:xfrm>
            <a:off x="1302840" y="1506960"/>
            <a:ext cx="383760" cy="428760"/>
          </a:xfrm>
          <a:custGeom>
            <a:avLst/>
            <a:gdLst>
              <a:gd name="textAreaLeft" fmla="*/ 0 w 383760"/>
              <a:gd name="textAreaRight" fmla="*/ 384120 w 383760"/>
              <a:gd name="textAreaTop" fmla="*/ 0 h 428760"/>
              <a:gd name="textAreaBottom" fmla="*/ 429120 h 428760"/>
            </a:gdLst>
            <a:ahLst/>
            <a:cxnLst/>
            <a:rect l="textAreaLeft" t="textAreaTop" r="textAreaRight" b="textAreaBottom"/>
            <a:pathLst>
              <a:path w="15366" h="17161">
                <a:moveTo>
                  <a:pt x="3262" y="822"/>
                </a:moveTo>
                <a:cubicBezTo>
                  <a:pt x="3470" y="822"/>
                  <a:pt x="3697" y="851"/>
                  <a:pt x="3943" y="913"/>
                </a:cubicBezTo>
                <a:cubicBezTo>
                  <a:pt x="3043" y="1470"/>
                  <a:pt x="2186" y="2091"/>
                  <a:pt x="1372" y="2777"/>
                </a:cubicBezTo>
                <a:cubicBezTo>
                  <a:pt x="1535" y="1723"/>
                  <a:pt x="2100" y="822"/>
                  <a:pt x="3262" y="822"/>
                </a:cubicBezTo>
                <a:close/>
                <a:moveTo>
                  <a:pt x="11187" y="1256"/>
                </a:moveTo>
                <a:lnTo>
                  <a:pt x="11187" y="1256"/>
                </a:lnTo>
                <a:cubicBezTo>
                  <a:pt x="10480" y="1748"/>
                  <a:pt x="9858" y="2327"/>
                  <a:pt x="9322" y="2970"/>
                </a:cubicBezTo>
                <a:cubicBezTo>
                  <a:pt x="9773" y="2241"/>
                  <a:pt x="10415" y="1641"/>
                  <a:pt x="11187" y="1256"/>
                </a:cubicBezTo>
                <a:close/>
                <a:moveTo>
                  <a:pt x="3704" y="1311"/>
                </a:moveTo>
                <a:cubicBezTo>
                  <a:pt x="3800" y="1311"/>
                  <a:pt x="3703" y="1500"/>
                  <a:pt x="3236" y="2027"/>
                </a:cubicBezTo>
                <a:cubicBezTo>
                  <a:pt x="2636" y="2670"/>
                  <a:pt x="1907" y="3120"/>
                  <a:pt x="1329" y="3763"/>
                </a:cubicBezTo>
                <a:cubicBezTo>
                  <a:pt x="1307" y="3527"/>
                  <a:pt x="1307" y="3291"/>
                  <a:pt x="1329" y="3077"/>
                </a:cubicBezTo>
                <a:cubicBezTo>
                  <a:pt x="1757" y="2734"/>
                  <a:pt x="2165" y="2391"/>
                  <a:pt x="2572" y="2070"/>
                </a:cubicBezTo>
                <a:cubicBezTo>
                  <a:pt x="2994" y="1725"/>
                  <a:pt x="3561" y="1311"/>
                  <a:pt x="3704" y="1311"/>
                </a:cubicBezTo>
                <a:close/>
                <a:moveTo>
                  <a:pt x="12657" y="945"/>
                </a:moveTo>
                <a:cubicBezTo>
                  <a:pt x="12692" y="945"/>
                  <a:pt x="12724" y="948"/>
                  <a:pt x="12751" y="956"/>
                </a:cubicBezTo>
                <a:cubicBezTo>
                  <a:pt x="12430" y="1191"/>
                  <a:pt x="12108" y="1448"/>
                  <a:pt x="11830" y="1727"/>
                </a:cubicBezTo>
                <a:cubicBezTo>
                  <a:pt x="11144" y="2220"/>
                  <a:pt x="10437" y="2691"/>
                  <a:pt x="9730" y="3163"/>
                </a:cubicBezTo>
                <a:cubicBezTo>
                  <a:pt x="9430" y="3356"/>
                  <a:pt x="9151" y="3570"/>
                  <a:pt x="8894" y="3827"/>
                </a:cubicBezTo>
                <a:cubicBezTo>
                  <a:pt x="9022" y="3677"/>
                  <a:pt x="9151" y="3527"/>
                  <a:pt x="9280" y="3377"/>
                </a:cubicBezTo>
                <a:cubicBezTo>
                  <a:pt x="10030" y="2499"/>
                  <a:pt x="10908" y="1770"/>
                  <a:pt x="11894" y="1191"/>
                </a:cubicBezTo>
                <a:cubicBezTo>
                  <a:pt x="11989" y="1135"/>
                  <a:pt x="12400" y="945"/>
                  <a:pt x="12657" y="945"/>
                </a:cubicBezTo>
                <a:close/>
                <a:moveTo>
                  <a:pt x="4136" y="977"/>
                </a:moveTo>
                <a:cubicBezTo>
                  <a:pt x="4415" y="1084"/>
                  <a:pt x="4693" y="1234"/>
                  <a:pt x="4908" y="1427"/>
                </a:cubicBezTo>
                <a:lnTo>
                  <a:pt x="4929" y="1427"/>
                </a:lnTo>
                <a:cubicBezTo>
                  <a:pt x="3567" y="2002"/>
                  <a:pt x="2691" y="3232"/>
                  <a:pt x="1418" y="3942"/>
                </a:cubicBezTo>
                <a:lnTo>
                  <a:pt x="1418" y="3942"/>
                </a:lnTo>
                <a:cubicBezTo>
                  <a:pt x="1924" y="3655"/>
                  <a:pt x="2429" y="3007"/>
                  <a:pt x="2872" y="2627"/>
                </a:cubicBezTo>
                <a:cubicBezTo>
                  <a:pt x="3429" y="2198"/>
                  <a:pt x="3858" y="1663"/>
                  <a:pt x="4136" y="1020"/>
                </a:cubicBezTo>
                <a:cubicBezTo>
                  <a:pt x="4136" y="1020"/>
                  <a:pt x="4136" y="998"/>
                  <a:pt x="4136" y="977"/>
                </a:cubicBezTo>
                <a:close/>
                <a:moveTo>
                  <a:pt x="11058" y="2499"/>
                </a:moveTo>
                <a:lnTo>
                  <a:pt x="11058" y="2499"/>
                </a:lnTo>
                <a:cubicBezTo>
                  <a:pt x="10673" y="2927"/>
                  <a:pt x="10223" y="3313"/>
                  <a:pt x="9751" y="3634"/>
                </a:cubicBezTo>
                <a:cubicBezTo>
                  <a:pt x="9301" y="3934"/>
                  <a:pt x="8872" y="4256"/>
                  <a:pt x="8444" y="4599"/>
                </a:cubicBezTo>
                <a:cubicBezTo>
                  <a:pt x="8530" y="4427"/>
                  <a:pt x="8594" y="4277"/>
                  <a:pt x="8680" y="4106"/>
                </a:cubicBezTo>
                <a:cubicBezTo>
                  <a:pt x="9473" y="3570"/>
                  <a:pt x="10287" y="3034"/>
                  <a:pt x="11058" y="2499"/>
                </a:cubicBezTo>
                <a:close/>
                <a:moveTo>
                  <a:pt x="4648" y="1764"/>
                </a:moveTo>
                <a:cubicBezTo>
                  <a:pt x="4822" y="1764"/>
                  <a:pt x="3656" y="2915"/>
                  <a:pt x="3493" y="3077"/>
                </a:cubicBezTo>
                <a:cubicBezTo>
                  <a:pt x="2850" y="3677"/>
                  <a:pt x="2165" y="4234"/>
                  <a:pt x="1457" y="4727"/>
                </a:cubicBezTo>
                <a:cubicBezTo>
                  <a:pt x="1436" y="4663"/>
                  <a:pt x="1415" y="4577"/>
                  <a:pt x="1393" y="4513"/>
                </a:cubicBezTo>
                <a:lnTo>
                  <a:pt x="1393" y="4492"/>
                </a:lnTo>
                <a:cubicBezTo>
                  <a:pt x="1372" y="4384"/>
                  <a:pt x="1372" y="4277"/>
                  <a:pt x="1350" y="4149"/>
                </a:cubicBezTo>
                <a:cubicBezTo>
                  <a:pt x="2508" y="3591"/>
                  <a:pt x="3322" y="2606"/>
                  <a:pt x="4393" y="1898"/>
                </a:cubicBezTo>
                <a:cubicBezTo>
                  <a:pt x="4535" y="1804"/>
                  <a:pt x="4615" y="1764"/>
                  <a:pt x="4648" y="1764"/>
                </a:cubicBezTo>
                <a:close/>
                <a:moveTo>
                  <a:pt x="5079" y="1556"/>
                </a:moveTo>
                <a:cubicBezTo>
                  <a:pt x="5251" y="1727"/>
                  <a:pt x="5401" y="1920"/>
                  <a:pt x="5551" y="2113"/>
                </a:cubicBezTo>
                <a:cubicBezTo>
                  <a:pt x="4222" y="3013"/>
                  <a:pt x="2700" y="4084"/>
                  <a:pt x="1543" y="4942"/>
                </a:cubicBezTo>
                <a:cubicBezTo>
                  <a:pt x="2872" y="3956"/>
                  <a:pt x="4136" y="2927"/>
                  <a:pt x="5079" y="1556"/>
                </a:cubicBezTo>
                <a:close/>
                <a:moveTo>
                  <a:pt x="12901" y="1148"/>
                </a:moveTo>
                <a:cubicBezTo>
                  <a:pt x="12901" y="1277"/>
                  <a:pt x="12837" y="1406"/>
                  <a:pt x="12773" y="1534"/>
                </a:cubicBezTo>
                <a:cubicBezTo>
                  <a:pt x="12537" y="1941"/>
                  <a:pt x="12237" y="2284"/>
                  <a:pt x="11894" y="2606"/>
                </a:cubicBezTo>
                <a:cubicBezTo>
                  <a:pt x="11251" y="3184"/>
                  <a:pt x="10565" y="3720"/>
                  <a:pt x="9837" y="4170"/>
                </a:cubicBezTo>
                <a:cubicBezTo>
                  <a:pt x="9280" y="4556"/>
                  <a:pt x="8680" y="4942"/>
                  <a:pt x="8080" y="5349"/>
                </a:cubicBezTo>
                <a:cubicBezTo>
                  <a:pt x="8122" y="5263"/>
                  <a:pt x="8165" y="5177"/>
                  <a:pt x="8230" y="5070"/>
                </a:cubicBezTo>
                <a:cubicBezTo>
                  <a:pt x="8744" y="4599"/>
                  <a:pt x="9280" y="4170"/>
                  <a:pt x="9858" y="3784"/>
                </a:cubicBezTo>
                <a:cubicBezTo>
                  <a:pt x="10458" y="3420"/>
                  <a:pt x="11016" y="2970"/>
                  <a:pt x="11508" y="2477"/>
                </a:cubicBezTo>
                <a:cubicBezTo>
                  <a:pt x="11723" y="2263"/>
                  <a:pt x="12216" y="1770"/>
                  <a:pt x="12537" y="1427"/>
                </a:cubicBezTo>
                <a:lnTo>
                  <a:pt x="12901" y="1148"/>
                </a:lnTo>
                <a:close/>
                <a:moveTo>
                  <a:pt x="5377" y="2404"/>
                </a:moveTo>
                <a:cubicBezTo>
                  <a:pt x="5417" y="2404"/>
                  <a:pt x="5329" y="2543"/>
                  <a:pt x="4993" y="2949"/>
                </a:cubicBezTo>
                <a:cubicBezTo>
                  <a:pt x="4072" y="4063"/>
                  <a:pt x="2786" y="4770"/>
                  <a:pt x="1715" y="5713"/>
                </a:cubicBezTo>
                <a:cubicBezTo>
                  <a:pt x="1629" y="5499"/>
                  <a:pt x="1565" y="5242"/>
                  <a:pt x="1522" y="5006"/>
                </a:cubicBezTo>
                <a:cubicBezTo>
                  <a:pt x="2207" y="4642"/>
                  <a:pt x="2872" y="4213"/>
                  <a:pt x="3536" y="3763"/>
                </a:cubicBezTo>
                <a:cubicBezTo>
                  <a:pt x="3901" y="3506"/>
                  <a:pt x="4243" y="3249"/>
                  <a:pt x="4608" y="2991"/>
                </a:cubicBezTo>
                <a:cubicBezTo>
                  <a:pt x="4839" y="2828"/>
                  <a:pt x="5305" y="2404"/>
                  <a:pt x="5377" y="2404"/>
                </a:cubicBezTo>
                <a:close/>
                <a:moveTo>
                  <a:pt x="7587" y="5649"/>
                </a:moveTo>
                <a:lnTo>
                  <a:pt x="7651" y="5670"/>
                </a:lnTo>
                <a:lnTo>
                  <a:pt x="7415" y="5820"/>
                </a:lnTo>
                <a:lnTo>
                  <a:pt x="7587" y="5649"/>
                </a:lnTo>
                <a:close/>
                <a:moveTo>
                  <a:pt x="5679" y="2306"/>
                </a:moveTo>
                <a:cubicBezTo>
                  <a:pt x="5826" y="2557"/>
                  <a:pt x="5973" y="2809"/>
                  <a:pt x="6120" y="3081"/>
                </a:cubicBezTo>
                <a:lnTo>
                  <a:pt x="6120" y="3081"/>
                </a:lnTo>
                <a:cubicBezTo>
                  <a:pt x="5395" y="3402"/>
                  <a:pt x="4712" y="3786"/>
                  <a:pt x="4072" y="4256"/>
                </a:cubicBezTo>
                <a:cubicBezTo>
                  <a:pt x="3365" y="4770"/>
                  <a:pt x="2379" y="5327"/>
                  <a:pt x="1779" y="5906"/>
                </a:cubicBezTo>
                <a:cubicBezTo>
                  <a:pt x="3022" y="4642"/>
                  <a:pt x="4736" y="3892"/>
                  <a:pt x="5679" y="2306"/>
                </a:cubicBezTo>
                <a:close/>
                <a:moveTo>
                  <a:pt x="13651" y="1748"/>
                </a:moveTo>
                <a:cubicBezTo>
                  <a:pt x="12366" y="3634"/>
                  <a:pt x="10523" y="4942"/>
                  <a:pt x="8658" y="6227"/>
                </a:cubicBezTo>
                <a:cubicBezTo>
                  <a:pt x="9558" y="5477"/>
                  <a:pt x="10437" y="4706"/>
                  <a:pt x="11316" y="3934"/>
                </a:cubicBezTo>
                <a:cubicBezTo>
                  <a:pt x="12066" y="3270"/>
                  <a:pt x="13137" y="2499"/>
                  <a:pt x="13651" y="1748"/>
                </a:cubicBezTo>
                <a:close/>
                <a:moveTo>
                  <a:pt x="6215" y="3313"/>
                </a:moveTo>
                <a:cubicBezTo>
                  <a:pt x="6344" y="3527"/>
                  <a:pt x="6429" y="3742"/>
                  <a:pt x="6537" y="3956"/>
                </a:cubicBezTo>
                <a:cubicBezTo>
                  <a:pt x="5144" y="4470"/>
                  <a:pt x="4179" y="5606"/>
                  <a:pt x="2958" y="6442"/>
                </a:cubicBezTo>
                <a:cubicBezTo>
                  <a:pt x="2838" y="6521"/>
                  <a:pt x="2513" y="6757"/>
                  <a:pt x="2466" y="6757"/>
                </a:cubicBezTo>
                <a:cubicBezTo>
                  <a:pt x="2438" y="6757"/>
                  <a:pt x="2514" y="6668"/>
                  <a:pt x="2808" y="6399"/>
                </a:cubicBezTo>
                <a:cubicBezTo>
                  <a:pt x="3150" y="6056"/>
                  <a:pt x="3515" y="5756"/>
                  <a:pt x="3879" y="5435"/>
                </a:cubicBezTo>
                <a:cubicBezTo>
                  <a:pt x="4672" y="4727"/>
                  <a:pt x="5486" y="4042"/>
                  <a:pt x="6215" y="3313"/>
                </a:cubicBezTo>
                <a:close/>
                <a:moveTo>
                  <a:pt x="5905" y="3381"/>
                </a:moveTo>
                <a:cubicBezTo>
                  <a:pt x="6020" y="3381"/>
                  <a:pt x="5275" y="3953"/>
                  <a:pt x="5208" y="4020"/>
                </a:cubicBezTo>
                <a:cubicBezTo>
                  <a:pt x="4843" y="4342"/>
                  <a:pt x="4479" y="4642"/>
                  <a:pt x="4115" y="4963"/>
                </a:cubicBezTo>
                <a:cubicBezTo>
                  <a:pt x="3429" y="5563"/>
                  <a:pt x="2743" y="6163"/>
                  <a:pt x="2100" y="6785"/>
                </a:cubicBezTo>
                <a:cubicBezTo>
                  <a:pt x="1993" y="6549"/>
                  <a:pt x="1907" y="6313"/>
                  <a:pt x="1822" y="6056"/>
                </a:cubicBezTo>
                <a:cubicBezTo>
                  <a:pt x="3129" y="5306"/>
                  <a:pt x="4265" y="4256"/>
                  <a:pt x="5594" y="3527"/>
                </a:cubicBezTo>
                <a:cubicBezTo>
                  <a:pt x="5781" y="3422"/>
                  <a:pt x="5874" y="3381"/>
                  <a:pt x="5905" y="3381"/>
                </a:cubicBezTo>
                <a:close/>
                <a:moveTo>
                  <a:pt x="6622" y="4149"/>
                </a:moveTo>
                <a:cubicBezTo>
                  <a:pt x="6727" y="4399"/>
                  <a:pt x="6811" y="4629"/>
                  <a:pt x="6914" y="4839"/>
                </a:cubicBezTo>
                <a:lnTo>
                  <a:pt x="6914" y="4839"/>
                </a:lnTo>
                <a:cubicBezTo>
                  <a:pt x="5482" y="5653"/>
                  <a:pt x="4284" y="6786"/>
                  <a:pt x="2893" y="7642"/>
                </a:cubicBezTo>
                <a:cubicBezTo>
                  <a:pt x="4201" y="6828"/>
                  <a:pt x="5465" y="5306"/>
                  <a:pt x="6622" y="4149"/>
                </a:cubicBezTo>
                <a:close/>
                <a:moveTo>
                  <a:pt x="6184" y="4254"/>
                </a:moveTo>
                <a:cubicBezTo>
                  <a:pt x="6216" y="4254"/>
                  <a:pt x="6152" y="4341"/>
                  <a:pt x="5894" y="4599"/>
                </a:cubicBezTo>
                <a:cubicBezTo>
                  <a:pt x="5572" y="4920"/>
                  <a:pt x="5229" y="5263"/>
                  <a:pt x="4908" y="5585"/>
                </a:cubicBezTo>
                <a:cubicBezTo>
                  <a:pt x="4136" y="6335"/>
                  <a:pt x="3343" y="7085"/>
                  <a:pt x="2550" y="7813"/>
                </a:cubicBezTo>
                <a:cubicBezTo>
                  <a:pt x="2446" y="7562"/>
                  <a:pt x="2320" y="7310"/>
                  <a:pt x="2215" y="7039"/>
                </a:cubicBezTo>
                <a:lnTo>
                  <a:pt x="2215" y="7039"/>
                </a:lnTo>
                <a:cubicBezTo>
                  <a:pt x="3540" y="6502"/>
                  <a:pt x="4481" y="5390"/>
                  <a:pt x="5658" y="4599"/>
                </a:cubicBezTo>
                <a:cubicBezTo>
                  <a:pt x="5780" y="4517"/>
                  <a:pt x="6128" y="4254"/>
                  <a:pt x="6184" y="4254"/>
                </a:cubicBezTo>
                <a:close/>
                <a:moveTo>
                  <a:pt x="6768" y="5122"/>
                </a:moveTo>
                <a:lnTo>
                  <a:pt x="6768" y="5122"/>
                </a:lnTo>
                <a:cubicBezTo>
                  <a:pt x="5615" y="6457"/>
                  <a:pt x="4214" y="7502"/>
                  <a:pt x="3086" y="8842"/>
                </a:cubicBezTo>
                <a:cubicBezTo>
                  <a:pt x="2936" y="8563"/>
                  <a:pt x="2786" y="8285"/>
                  <a:pt x="2658" y="8006"/>
                </a:cubicBezTo>
                <a:cubicBezTo>
                  <a:pt x="3386" y="7599"/>
                  <a:pt x="4072" y="7128"/>
                  <a:pt x="4736" y="6613"/>
                </a:cubicBezTo>
                <a:cubicBezTo>
                  <a:pt x="5325" y="6151"/>
                  <a:pt x="6306" y="5647"/>
                  <a:pt x="6768" y="5122"/>
                </a:cubicBezTo>
                <a:close/>
                <a:moveTo>
                  <a:pt x="7029" y="5113"/>
                </a:moveTo>
                <a:cubicBezTo>
                  <a:pt x="7051" y="5135"/>
                  <a:pt x="7051" y="5177"/>
                  <a:pt x="7072" y="5220"/>
                </a:cubicBezTo>
                <a:lnTo>
                  <a:pt x="7072" y="5199"/>
                </a:lnTo>
                <a:cubicBezTo>
                  <a:pt x="7115" y="5327"/>
                  <a:pt x="7222" y="5392"/>
                  <a:pt x="7329" y="5413"/>
                </a:cubicBezTo>
                <a:cubicBezTo>
                  <a:pt x="7351" y="5435"/>
                  <a:pt x="7372" y="5477"/>
                  <a:pt x="7394" y="5499"/>
                </a:cubicBezTo>
                <a:cubicBezTo>
                  <a:pt x="7158" y="5735"/>
                  <a:pt x="6922" y="5949"/>
                  <a:pt x="6687" y="6185"/>
                </a:cubicBezTo>
                <a:cubicBezTo>
                  <a:pt x="6451" y="6420"/>
                  <a:pt x="6236" y="6635"/>
                  <a:pt x="6001" y="6849"/>
                </a:cubicBezTo>
                <a:cubicBezTo>
                  <a:pt x="5444" y="7256"/>
                  <a:pt x="4929" y="7706"/>
                  <a:pt x="4415" y="8178"/>
                </a:cubicBezTo>
                <a:cubicBezTo>
                  <a:pt x="4265" y="8306"/>
                  <a:pt x="4093" y="8413"/>
                  <a:pt x="3922" y="8542"/>
                </a:cubicBezTo>
                <a:cubicBezTo>
                  <a:pt x="3786" y="8624"/>
                  <a:pt x="3442" y="8887"/>
                  <a:pt x="3369" y="8887"/>
                </a:cubicBezTo>
                <a:cubicBezTo>
                  <a:pt x="3327" y="8887"/>
                  <a:pt x="3374" y="8800"/>
                  <a:pt x="3600" y="8542"/>
                </a:cubicBezTo>
                <a:cubicBezTo>
                  <a:pt x="4651" y="7299"/>
                  <a:pt x="5958" y="6313"/>
                  <a:pt x="7029" y="5113"/>
                </a:cubicBezTo>
                <a:close/>
                <a:moveTo>
                  <a:pt x="13952" y="1663"/>
                </a:moveTo>
                <a:cubicBezTo>
                  <a:pt x="14209" y="2113"/>
                  <a:pt x="14337" y="2627"/>
                  <a:pt x="14316" y="3141"/>
                </a:cubicBezTo>
                <a:cubicBezTo>
                  <a:pt x="13180" y="3763"/>
                  <a:pt x="12130" y="4513"/>
                  <a:pt x="11187" y="5392"/>
                </a:cubicBezTo>
                <a:cubicBezTo>
                  <a:pt x="9987" y="6270"/>
                  <a:pt x="8744" y="7106"/>
                  <a:pt x="7437" y="7835"/>
                </a:cubicBezTo>
                <a:cubicBezTo>
                  <a:pt x="6579" y="8306"/>
                  <a:pt x="5722" y="8799"/>
                  <a:pt x="4908" y="9335"/>
                </a:cubicBezTo>
                <a:cubicBezTo>
                  <a:pt x="5186" y="9078"/>
                  <a:pt x="5465" y="8799"/>
                  <a:pt x="5765" y="8542"/>
                </a:cubicBezTo>
                <a:cubicBezTo>
                  <a:pt x="8487" y="6227"/>
                  <a:pt x="11808" y="4642"/>
                  <a:pt x="13952" y="1684"/>
                </a:cubicBezTo>
                <a:lnTo>
                  <a:pt x="13952" y="1663"/>
                </a:lnTo>
                <a:close/>
                <a:moveTo>
                  <a:pt x="3815" y="8842"/>
                </a:moveTo>
                <a:lnTo>
                  <a:pt x="3815" y="8842"/>
                </a:lnTo>
                <a:cubicBezTo>
                  <a:pt x="3643" y="9013"/>
                  <a:pt x="3493" y="9185"/>
                  <a:pt x="3343" y="9378"/>
                </a:cubicBezTo>
                <a:cubicBezTo>
                  <a:pt x="3322" y="9292"/>
                  <a:pt x="3279" y="9206"/>
                  <a:pt x="3236" y="9121"/>
                </a:cubicBezTo>
                <a:cubicBezTo>
                  <a:pt x="3429" y="9035"/>
                  <a:pt x="3622" y="8949"/>
                  <a:pt x="3815" y="8842"/>
                </a:cubicBezTo>
                <a:close/>
                <a:moveTo>
                  <a:pt x="13223" y="1063"/>
                </a:moveTo>
                <a:cubicBezTo>
                  <a:pt x="13459" y="1148"/>
                  <a:pt x="13651" y="1298"/>
                  <a:pt x="13823" y="1491"/>
                </a:cubicBezTo>
                <a:cubicBezTo>
                  <a:pt x="11980" y="3056"/>
                  <a:pt x="10223" y="4684"/>
                  <a:pt x="8380" y="6206"/>
                </a:cubicBezTo>
                <a:cubicBezTo>
                  <a:pt x="7329" y="7063"/>
                  <a:pt x="6236" y="7856"/>
                  <a:pt x="5101" y="8563"/>
                </a:cubicBezTo>
                <a:cubicBezTo>
                  <a:pt x="4615" y="8880"/>
                  <a:pt x="4109" y="9134"/>
                  <a:pt x="3602" y="9388"/>
                </a:cubicBezTo>
                <a:lnTo>
                  <a:pt x="3602" y="9388"/>
                </a:lnTo>
                <a:cubicBezTo>
                  <a:pt x="3920" y="9218"/>
                  <a:pt x="4314" y="8600"/>
                  <a:pt x="4586" y="8349"/>
                </a:cubicBezTo>
                <a:lnTo>
                  <a:pt x="4672" y="8285"/>
                </a:lnTo>
                <a:cubicBezTo>
                  <a:pt x="5186" y="7899"/>
                  <a:pt x="5679" y="7492"/>
                  <a:pt x="6151" y="7042"/>
                </a:cubicBezTo>
                <a:cubicBezTo>
                  <a:pt x="7372" y="6099"/>
                  <a:pt x="8680" y="5242"/>
                  <a:pt x="9923" y="4363"/>
                </a:cubicBezTo>
                <a:cubicBezTo>
                  <a:pt x="11230" y="3463"/>
                  <a:pt x="12580" y="2563"/>
                  <a:pt x="13223" y="1063"/>
                </a:cubicBezTo>
                <a:close/>
                <a:moveTo>
                  <a:pt x="14316" y="3377"/>
                </a:moveTo>
                <a:lnTo>
                  <a:pt x="14316" y="3377"/>
                </a:lnTo>
                <a:cubicBezTo>
                  <a:pt x="14294" y="3677"/>
                  <a:pt x="14252" y="3956"/>
                  <a:pt x="14209" y="4234"/>
                </a:cubicBezTo>
                <a:cubicBezTo>
                  <a:pt x="14187" y="4320"/>
                  <a:pt x="14166" y="4427"/>
                  <a:pt x="14144" y="4492"/>
                </a:cubicBezTo>
                <a:cubicBezTo>
                  <a:pt x="12366" y="5349"/>
                  <a:pt x="11144" y="6956"/>
                  <a:pt x="9451" y="7942"/>
                </a:cubicBezTo>
                <a:cubicBezTo>
                  <a:pt x="8444" y="8542"/>
                  <a:pt x="7437" y="9185"/>
                  <a:pt x="6429" y="9785"/>
                </a:cubicBezTo>
                <a:cubicBezTo>
                  <a:pt x="6001" y="10064"/>
                  <a:pt x="5572" y="10278"/>
                  <a:pt x="5122" y="10492"/>
                </a:cubicBezTo>
                <a:cubicBezTo>
                  <a:pt x="4832" y="10643"/>
                  <a:pt x="4707" y="10701"/>
                  <a:pt x="4683" y="10701"/>
                </a:cubicBezTo>
                <a:cubicBezTo>
                  <a:pt x="4621" y="10701"/>
                  <a:pt x="5210" y="10331"/>
                  <a:pt x="5379" y="10192"/>
                </a:cubicBezTo>
                <a:cubicBezTo>
                  <a:pt x="6965" y="8885"/>
                  <a:pt x="8744" y="7878"/>
                  <a:pt x="10265" y="6463"/>
                </a:cubicBezTo>
                <a:cubicBezTo>
                  <a:pt x="10415" y="6335"/>
                  <a:pt x="10565" y="6206"/>
                  <a:pt x="10737" y="6056"/>
                </a:cubicBezTo>
                <a:cubicBezTo>
                  <a:pt x="11766" y="5285"/>
                  <a:pt x="12709" y="4449"/>
                  <a:pt x="13780" y="3720"/>
                </a:cubicBezTo>
                <a:cubicBezTo>
                  <a:pt x="13930" y="3677"/>
                  <a:pt x="14016" y="3634"/>
                  <a:pt x="14037" y="3549"/>
                </a:cubicBezTo>
                <a:cubicBezTo>
                  <a:pt x="14144" y="3506"/>
                  <a:pt x="14230" y="3441"/>
                  <a:pt x="14316" y="3377"/>
                </a:cubicBezTo>
                <a:close/>
                <a:moveTo>
                  <a:pt x="9580" y="6828"/>
                </a:moveTo>
                <a:lnTo>
                  <a:pt x="9494" y="6913"/>
                </a:lnTo>
                <a:cubicBezTo>
                  <a:pt x="7865" y="8413"/>
                  <a:pt x="5851" y="9399"/>
                  <a:pt x="4243" y="10942"/>
                </a:cubicBezTo>
                <a:cubicBezTo>
                  <a:pt x="4222" y="10942"/>
                  <a:pt x="4222" y="10985"/>
                  <a:pt x="4222" y="11007"/>
                </a:cubicBezTo>
                <a:cubicBezTo>
                  <a:pt x="4136" y="10857"/>
                  <a:pt x="4029" y="10685"/>
                  <a:pt x="3943" y="10514"/>
                </a:cubicBezTo>
                <a:cubicBezTo>
                  <a:pt x="3793" y="10235"/>
                  <a:pt x="3643" y="9935"/>
                  <a:pt x="3493" y="9656"/>
                </a:cubicBezTo>
                <a:lnTo>
                  <a:pt x="3515" y="9656"/>
                </a:lnTo>
                <a:cubicBezTo>
                  <a:pt x="4222" y="9314"/>
                  <a:pt x="4908" y="8928"/>
                  <a:pt x="5572" y="8499"/>
                </a:cubicBezTo>
                <a:lnTo>
                  <a:pt x="5572" y="8499"/>
                </a:lnTo>
                <a:cubicBezTo>
                  <a:pt x="5015" y="8949"/>
                  <a:pt x="4479" y="9464"/>
                  <a:pt x="3986" y="9999"/>
                </a:cubicBezTo>
                <a:cubicBezTo>
                  <a:pt x="3919" y="10067"/>
                  <a:pt x="3971" y="10175"/>
                  <a:pt x="4039" y="10175"/>
                </a:cubicBezTo>
                <a:cubicBezTo>
                  <a:pt x="4056" y="10175"/>
                  <a:pt x="4075" y="10167"/>
                  <a:pt x="4093" y="10149"/>
                </a:cubicBezTo>
                <a:cubicBezTo>
                  <a:pt x="5786" y="8885"/>
                  <a:pt x="7694" y="7963"/>
                  <a:pt x="9494" y="6892"/>
                </a:cubicBezTo>
                <a:lnTo>
                  <a:pt x="9580" y="6828"/>
                </a:lnTo>
                <a:close/>
                <a:moveTo>
                  <a:pt x="14037" y="4834"/>
                </a:moveTo>
                <a:lnTo>
                  <a:pt x="14037" y="4834"/>
                </a:lnTo>
                <a:cubicBezTo>
                  <a:pt x="13823" y="5542"/>
                  <a:pt x="13566" y="6227"/>
                  <a:pt x="13244" y="6892"/>
                </a:cubicBezTo>
                <a:lnTo>
                  <a:pt x="13244" y="6870"/>
                </a:lnTo>
                <a:cubicBezTo>
                  <a:pt x="12151" y="7878"/>
                  <a:pt x="10823" y="8585"/>
                  <a:pt x="9558" y="9356"/>
                </a:cubicBezTo>
                <a:cubicBezTo>
                  <a:pt x="8765" y="9849"/>
                  <a:pt x="7994" y="10342"/>
                  <a:pt x="7201" y="10835"/>
                </a:cubicBezTo>
                <a:cubicBezTo>
                  <a:pt x="6579" y="11199"/>
                  <a:pt x="5572" y="11585"/>
                  <a:pt x="5144" y="11949"/>
                </a:cubicBezTo>
                <a:cubicBezTo>
                  <a:pt x="6601" y="10621"/>
                  <a:pt x="8122" y="9399"/>
                  <a:pt x="9708" y="8263"/>
                </a:cubicBezTo>
                <a:cubicBezTo>
                  <a:pt x="11208" y="7192"/>
                  <a:pt x="12559" y="5949"/>
                  <a:pt x="14037" y="4834"/>
                </a:cubicBezTo>
                <a:close/>
                <a:moveTo>
                  <a:pt x="9537" y="8156"/>
                </a:moveTo>
                <a:lnTo>
                  <a:pt x="9215" y="8371"/>
                </a:lnTo>
                <a:cubicBezTo>
                  <a:pt x="7651" y="9506"/>
                  <a:pt x="6172" y="10728"/>
                  <a:pt x="4779" y="12035"/>
                </a:cubicBezTo>
                <a:cubicBezTo>
                  <a:pt x="4586" y="11714"/>
                  <a:pt x="4415" y="11414"/>
                  <a:pt x="4243" y="11071"/>
                </a:cubicBezTo>
                <a:lnTo>
                  <a:pt x="4243" y="11071"/>
                </a:lnTo>
                <a:cubicBezTo>
                  <a:pt x="4256" y="11096"/>
                  <a:pt x="4283" y="11106"/>
                  <a:pt x="4312" y="11106"/>
                </a:cubicBezTo>
                <a:cubicBezTo>
                  <a:pt x="4333" y="11106"/>
                  <a:pt x="4354" y="11101"/>
                  <a:pt x="4372" y="11092"/>
                </a:cubicBezTo>
                <a:cubicBezTo>
                  <a:pt x="6172" y="10299"/>
                  <a:pt x="7822" y="9163"/>
                  <a:pt x="9537" y="8156"/>
                </a:cubicBezTo>
                <a:close/>
                <a:moveTo>
                  <a:pt x="10351" y="11842"/>
                </a:moveTo>
                <a:lnTo>
                  <a:pt x="10137" y="12142"/>
                </a:lnTo>
                <a:cubicBezTo>
                  <a:pt x="9987" y="12228"/>
                  <a:pt x="9837" y="12335"/>
                  <a:pt x="9708" y="12442"/>
                </a:cubicBezTo>
                <a:cubicBezTo>
                  <a:pt x="9923" y="12228"/>
                  <a:pt x="10137" y="12035"/>
                  <a:pt x="10351" y="11842"/>
                </a:cubicBezTo>
                <a:close/>
                <a:moveTo>
                  <a:pt x="11637" y="8349"/>
                </a:moveTo>
                <a:lnTo>
                  <a:pt x="11637" y="8349"/>
                </a:lnTo>
                <a:cubicBezTo>
                  <a:pt x="9537" y="9871"/>
                  <a:pt x="7072" y="10899"/>
                  <a:pt x="5165" y="12700"/>
                </a:cubicBezTo>
                <a:lnTo>
                  <a:pt x="4886" y="12250"/>
                </a:lnTo>
                <a:cubicBezTo>
                  <a:pt x="6708" y="11435"/>
                  <a:pt x="8337" y="10342"/>
                  <a:pt x="10030" y="9314"/>
                </a:cubicBezTo>
                <a:cubicBezTo>
                  <a:pt x="10565" y="8992"/>
                  <a:pt x="11101" y="8671"/>
                  <a:pt x="11637" y="8349"/>
                </a:cubicBezTo>
                <a:close/>
                <a:moveTo>
                  <a:pt x="12944" y="7470"/>
                </a:moveTo>
                <a:lnTo>
                  <a:pt x="12666" y="7985"/>
                </a:lnTo>
                <a:cubicBezTo>
                  <a:pt x="12644" y="7963"/>
                  <a:pt x="12623" y="7953"/>
                  <a:pt x="12601" y="7953"/>
                </a:cubicBezTo>
                <a:cubicBezTo>
                  <a:pt x="12580" y="7953"/>
                  <a:pt x="12559" y="7963"/>
                  <a:pt x="12537" y="7985"/>
                </a:cubicBezTo>
                <a:cubicBezTo>
                  <a:pt x="11230" y="9013"/>
                  <a:pt x="9965" y="10128"/>
                  <a:pt x="8594" y="11092"/>
                </a:cubicBezTo>
                <a:cubicBezTo>
                  <a:pt x="7951" y="11564"/>
                  <a:pt x="7265" y="11971"/>
                  <a:pt x="6537" y="12335"/>
                </a:cubicBezTo>
                <a:cubicBezTo>
                  <a:pt x="6541" y="12332"/>
                  <a:pt x="6541" y="12331"/>
                  <a:pt x="6539" y="12331"/>
                </a:cubicBezTo>
                <a:cubicBezTo>
                  <a:pt x="6496" y="12331"/>
                  <a:pt x="5430" y="12819"/>
                  <a:pt x="5320" y="12819"/>
                </a:cubicBezTo>
                <a:cubicBezTo>
                  <a:pt x="5311" y="12819"/>
                  <a:pt x="5308" y="12815"/>
                  <a:pt x="5315" y="12807"/>
                </a:cubicBezTo>
                <a:cubicBezTo>
                  <a:pt x="5679" y="12464"/>
                  <a:pt x="6065" y="12142"/>
                  <a:pt x="6451" y="11842"/>
                </a:cubicBezTo>
                <a:cubicBezTo>
                  <a:pt x="8530" y="10235"/>
                  <a:pt x="10994" y="9206"/>
                  <a:pt x="12944" y="7470"/>
                </a:cubicBezTo>
                <a:close/>
                <a:moveTo>
                  <a:pt x="11551" y="9892"/>
                </a:moveTo>
                <a:lnTo>
                  <a:pt x="11551" y="9892"/>
                </a:lnTo>
                <a:cubicBezTo>
                  <a:pt x="11444" y="10106"/>
                  <a:pt x="11316" y="10299"/>
                  <a:pt x="11187" y="10492"/>
                </a:cubicBezTo>
                <a:cubicBezTo>
                  <a:pt x="10287" y="11264"/>
                  <a:pt x="9344" y="11992"/>
                  <a:pt x="8358" y="12678"/>
                </a:cubicBezTo>
                <a:cubicBezTo>
                  <a:pt x="8122" y="12850"/>
                  <a:pt x="7865" y="13021"/>
                  <a:pt x="7629" y="13171"/>
                </a:cubicBezTo>
                <a:cubicBezTo>
                  <a:pt x="8294" y="12635"/>
                  <a:pt x="8937" y="12078"/>
                  <a:pt x="9601" y="11521"/>
                </a:cubicBezTo>
                <a:cubicBezTo>
                  <a:pt x="10287" y="11007"/>
                  <a:pt x="10930" y="10471"/>
                  <a:pt x="11551" y="9892"/>
                </a:cubicBezTo>
                <a:close/>
                <a:moveTo>
                  <a:pt x="11582" y="9025"/>
                </a:moveTo>
                <a:lnTo>
                  <a:pt x="11582" y="9025"/>
                </a:lnTo>
                <a:cubicBezTo>
                  <a:pt x="10882" y="9715"/>
                  <a:pt x="10142" y="10347"/>
                  <a:pt x="9344" y="10921"/>
                </a:cubicBezTo>
                <a:cubicBezTo>
                  <a:pt x="8144" y="11842"/>
                  <a:pt x="6901" y="12678"/>
                  <a:pt x="5701" y="13578"/>
                </a:cubicBezTo>
                <a:cubicBezTo>
                  <a:pt x="5572" y="13385"/>
                  <a:pt x="5465" y="13192"/>
                  <a:pt x="5358" y="13021"/>
                </a:cubicBezTo>
                <a:cubicBezTo>
                  <a:pt x="7751" y="12265"/>
                  <a:pt x="9672" y="10584"/>
                  <a:pt x="11582" y="9025"/>
                </a:cubicBezTo>
                <a:close/>
                <a:moveTo>
                  <a:pt x="12409" y="8435"/>
                </a:moveTo>
                <a:lnTo>
                  <a:pt x="12409" y="8435"/>
                </a:lnTo>
                <a:cubicBezTo>
                  <a:pt x="12259" y="8692"/>
                  <a:pt x="12108" y="8971"/>
                  <a:pt x="11958" y="9228"/>
                </a:cubicBezTo>
                <a:lnTo>
                  <a:pt x="11830" y="9314"/>
                </a:lnTo>
                <a:cubicBezTo>
                  <a:pt x="11787" y="9314"/>
                  <a:pt x="11723" y="9356"/>
                  <a:pt x="11637" y="9485"/>
                </a:cubicBezTo>
                <a:cubicBezTo>
                  <a:pt x="10930" y="10106"/>
                  <a:pt x="10244" y="10707"/>
                  <a:pt x="9537" y="11307"/>
                </a:cubicBezTo>
                <a:cubicBezTo>
                  <a:pt x="8830" y="11842"/>
                  <a:pt x="8080" y="12335"/>
                  <a:pt x="7329" y="12785"/>
                </a:cubicBezTo>
                <a:cubicBezTo>
                  <a:pt x="6837" y="13085"/>
                  <a:pt x="6344" y="13321"/>
                  <a:pt x="5829" y="13578"/>
                </a:cubicBezTo>
                <a:cubicBezTo>
                  <a:pt x="6344" y="13300"/>
                  <a:pt x="6815" y="13000"/>
                  <a:pt x="7287" y="12657"/>
                </a:cubicBezTo>
                <a:cubicBezTo>
                  <a:pt x="9108" y="11371"/>
                  <a:pt x="10930" y="10085"/>
                  <a:pt x="12409" y="8435"/>
                </a:cubicBezTo>
                <a:close/>
                <a:moveTo>
                  <a:pt x="7972" y="12635"/>
                </a:moveTo>
                <a:lnTo>
                  <a:pt x="7972" y="12635"/>
                </a:lnTo>
                <a:cubicBezTo>
                  <a:pt x="7351" y="13171"/>
                  <a:pt x="6729" y="13685"/>
                  <a:pt x="6086" y="14200"/>
                </a:cubicBezTo>
                <a:cubicBezTo>
                  <a:pt x="6001" y="14050"/>
                  <a:pt x="5915" y="13921"/>
                  <a:pt x="5829" y="13793"/>
                </a:cubicBezTo>
                <a:cubicBezTo>
                  <a:pt x="6558" y="13450"/>
                  <a:pt x="7287" y="13064"/>
                  <a:pt x="7972" y="12635"/>
                </a:cubicBezTo>
                <a:close/>
                <a:moveTo>
                  <a:pt x="10844" y="11071"/>
                </a:moveTo>
                <a:lnTo>
                  <a:pt x="10823" y="11092"/>
                </a:lnTo>
                <a:cubicBezTo>
                  <a:pt x="9387" y="12335"/>
                  <a:pt x="7929" y="13643"/>
                  <a:pt x="6601" y="14993"/>
                </a:cubicBezTo>
                <a:lnTo>
                  <a:pt x="6215" y="14371"/>
                </a:lnTo>
                <a:cubicBezTo>
                  <a:pt x="7801" y="13342"/>
                  <a:pt x="9344" y="12250"/>
                  <a:pt x="10844" y="11071"/>
                </a:cubicBezTo>
                <a:close/>
                <a:moveTo>
                  <a:pt x="8380" y="13621"/>
                </a:moveTo>
                <a:lnTo>
                  <a:pt x="8337" y="13664"/>
                </a:lnTo>
                <a:cubicBezTo>
                  <a:pt x="7887" y="14135"/>
                  <a:pt x="7415" y="14564"/>
                  <a:pt x="6922" y="14971"/>
                </a:cubicBezTo>
                <a:lnTo>
                  <a:pt x="6687" y="15143"/>
                </a:lnTo>
                <a:lnTo>
                  <a:pt x="6687" y="15121"/>
                </a:lnTo>
                <a:cubicBezTo>
                  <a:pt x="6837" y="14993"/>
                  <a:pt x="7265" y="14628"/>
                  <a:pt x="7351" y="14543"/>
                </a:cubicBezTo>
                <a:cubicBezTo>
                  <a:pt x="7694" y="14221"/>
                  <a:pt x="8037" y="13921"/>
                  <a:pt x="8380" y="13621"/>
                </a:cubicBezTo>
                <a:close/>
                <a:moveTo>
                  <a:pt x="9708" y="12678"/>
                </a:moveTo>
                <a:lnTo>
                  <a:pt x="9708" y="12678"/>
                </a:lnTo>
                <a:cubicBezTo>
                  <a:pt x="8765" y="13471"/>
                  <a:pt x="8058" y="14843"/>
                  <a:pt x="7137" y="15807"/>
                </a:cubicBezTo>
                <a:lnTo>
                  <a:pt x="6772" y="15271"/>
                </a:lnTo>
                <a:cubicBezTo>
                  <a:pt x="7887" y="14564"/>
                  <a:pt x="8680" y="13493"/>
                  <a:pt x="9708" y="12678"/>
                </a:cubicBezTo>
                <a:close/>
                <a:moveTo>
                  <a:pt x="8251" y="14821"/>
                </a:moveTo>
                <a:cubicBezTo>
                  <a:pt x="7951" y="15250"/>
                  <a:pt x="7629" y="15678"/>
                  <a:pt x="7308" y="16086"/>
                </a:cubicBezTo>
                <a:lnTo>
                  <a:pt x="7244" y="15978"/>
                </a:lnTo>
                <a:cubicBezTo>
                  <a:pt x="7608" y="15614"/>
                  <a:pt x="7929" y="15228"/>
                  <a:pt x="8251" y="14821"/>
                </a:cubicBezTo>
                <a:close/>
                <a:moveTo>
                  <a:pt x="3360" y="0"/>
                </a:moveTo>
                <a:cubicBezTo>
                  <a:pt x="2173" y="0"/>
                  <a:pt x="1058" y="745"/>
                  <a:pt x="686" y="1941"/>
                </a:cubicBezTo>
                <a:cubicBezTo>
                  <a:pt x="0" y="3892"/>
                  <a:pt x="943" y="6292"/>
                  <a:pt x="1757" y="8028"/>
                </a:cubicBezTo>
                <a:cubicBezTo>
                  <a:pt x="3215" y="11178"/>
                  <a:pt x="5036" y="13985"/>
                  <a:pt x="6879" y="16879"/>
                </a:cubicBezTo>
                <a:cubicBezTo>
                  <a:pt x="6901" y="16943"/>
                  <a:pt x="6922" y="16986"/>
                  <a:pt x="6965" y="17029"/>
                </a:cubicBezTo>
                <a:cubicBezTo>
                  <a:pt x="7044" y="17117"/>
                  <a:pt x="7155" y="17161"/>
                  <a:pt x="7266" y="17161"/>
                </a:cubicBezTo>
                <a:cubicBezTo>
                  <a:pt x="7396" y="17161"/>
                  <a:pt x="7527" y="17101"/>
                  <a:pt x="7608" y="16986"/>
                </a:cubicBezTo>
                <a:lnTo>
                  <a:pt x="7629" y="16986"/>
                </a:lnTo>
                <a:cubicBezTo>
                  <a:pt x="9773" y="14135"/>
                  <a:pt x="11808" y="11242"/>
                  <a:pt x="13480" y="8113"/>
                </a:cubicBezTo>
                <a:cubicBezTo>
                  <a:pt x="14402" y="6399"/>
                  <a:pt x="15366" y="4384"/>
                  <a:pt x="15152" y="2370"/>
                </a:cubicBezTo>
                <a:cubicBezTo>
                  <a:pt x="14987" y="921"/>
                  <a:pt x="13769" y="162"/>
                  <a:pt x="12454" y="162"/>
                </a:cubicBezTo>
                <a:cubicBezTo>
                  <a:pt x="12233" y="162"/>
                  <a:pt x="12009" y="184"/>
                  <a:pt x="11787" y="227"/>
                </a:cubicBezTo>
                <a:cubicBezTo>
                  <a:pt x="9580" y="655"/>
                  <a:pt x="8508" y="2584"/>
                  <a:pt x="7608" y="4470"/>
                </a:cubicBezTo>
                <a:cubicBezTo>
                  <a:pt x="6944" y="2927"/>
                  <a:pt x="6151" y="934"/>
                  <a:pt x="4522" y="248"/>
                </a:cubicBezTo>
                <a:cubicBezTo>
                  <a:pt x="4143" y="80"/>
                  <a:pt x="3748" y="0"/>
                  <a:pt x="336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74" name="Google Shape;3164;p19"/>
          <p:cNvSpPr/>
          <p:nvPr/>
        </p:nvSpPr>
        <p:spPr>
          <a:xfrm rot="2700000">
            <a:off x="3174480" y="4242240"/>
            <a:ext cx="161280" cy="416880"/>
          </a:xfrm>
          <a:custGeom>
            <a:avLst/>
            <a:gdLst>
              <a:gd name="textAreaLeft" fmla="*/ 0 w 161280"/>
              <a:gd name="textAreaRight" fmla="*/ 161640 w 161280"/>
              <a:gd name="textAreaTop" fmla="*/ 0 h 416880"/>
              <a:gd name="textAreaBottom" fmla="*/ 417240 h 416880"/>
            </a:gdLst>
            <a:ahLst/>
            <a:cxnLst/>
            <a:rect l="textAreaLeft" t="textAreaTop" r="textAreaRight" b="textAreaBottom"/>
            <a:pathLst>
              <a:path w="9817" h="25353">
                <a:moveTo>
                  <a:pt x="5909" y="0"/>
                </a:moveTo>
                <a:cubicBezTo>
                  <a:pt x="4256" y="0"/>
                  <a:pt x="2674" y="1636"/>
                  <a:pt x="1908" y="2935"/>
                </a:cubicBezTo>
                <a:cubicBezTo>
                  <a:pt x="1094" y="4307"/>
                  <a:pt x="879" y="6043"/>
                  <a:pt x="687" y="7586"/>
                </a:cubicBezTo>
                <a:cubicBezTo>
                  <a:pt x="408" y="9729"/>
                  <a:pt x="301" y="11894"/>
                  <a:pt x="44" y="14037"/>
                </a:cubicBezTo>
                <a:cubicBezTo>
                  <a:pt x="1" y="14294"/>
                  <a:pt x="183" y="14422"/>
                  <a:pt x="384" y="14422"/>
                </a:cubicBezTo>
                <a:cubicBezTo>
                  <a:pt x="585" y="14422"/>
                  <a:pt x="804" y="14294"/>
                  <a:pt x="837" y="14037"/>
                </a:cubicBezTo>
                <a:cubicBezTo>
                  <a:pt x="1244" y="10608"/>
                  <a:pt x="944" y="6472"/>
                  <a:pt x="2594" y="3343"/>
                </a:cubicBezTo>
                <a:cubicBezTo>
                  <a:pt x="3237" y="2100"/>
                  <a:pt x="4480" y="878"/>
                  <a:pt x="5959" y="857"/>
                </a:cubicBezTo>
                <a:cubicBezTo>
                  <a:pt x="5975" y="856"/>
                  <a:pt x="5991" y="856"/>
                  <a:pt x="6007" y="856"/>
                </a:cubicBezTo>
                <a:cubicBezTo>
                  <a:pt x="7856" y="856"/>
                  <a:pt x="8511" y="3269"/>
                  <a:pt x="8745" y="4693"/>
                </a:cubicBezTo>
                <a:cubicBezTo>
                  <a:pt x="9280" y="7800"/>
                  <a:pt x="9002" y="11143"/>
                  <a:pt x="8787" y="14251"/>
                </a:cubicBezTo>
                <a:cubicBezTo>
                  <a:pt x="8659" y="15923"/>
                  <a:pt x="8573" y="17594"/>
                  <a:pt x="8423" y="19266"/>
                </a:cubicBezTo>
                <a:cubicBezTo>
                  <a:pt x="8252" y="21044"/>
                  <a:pt x="8102" y="23188"/>
                  <a:pt x="6494" y="24281"/>
                </a:cubicBezTo>
                <a:cubicBezTo>
                  <a:pt x="6109" y="24542"/>
                  <a:pt x="5775" y="24653"/>
                  <a:pt x="5486" y="24653"/>
                </a:cubicBezTo>
                <a:cubicBezTo>
                  <a:pt x="4185" y="24653"/>
                  <a:pt x="3796" y="22393"/>
                  <a:pt x="3708" y="21323"/>
                </a:cubicBezTo>
                <a:cubicBezTo>
                  <a:pt x="3558" y="19673"/>
                  <a:pt x="3344" y="18044"/>
                  <a:pt x="3258" y="16373"/>
                </a:cubicBezTo>
                <a:cubicBezTo>
                  <a:pt x="3173" y="14101"/>
                  <a:pt x="3215" y="11829"/>
                  <a:pt x="3751" y="9622"/>
                </a:cubicBezTo>
                <a:cubicBezTo>
                  <a:pt x="3837" y="9215"/>
                  <a:pt x="3987" y="8807"/>
                  <a:pt x="4201" y="8443"/>
                </a:cubicBezTo>
                <a:cubicBezTo>
                  <a:pt x="4400" y="8093"/>
                  <a:pt x="4652" y="7953"/>
                  <a:pt x="4920" y="7953"/>
                </a:cubicBezTo>
                <a:cubicBezTo>
                  <a:pt x="5716" y="7953"/>
                  <a:pt x="6650" y="9200"/>
                  <a:pt x="6730" y="9858"/>
                </a:cubicBezTo>
                <a:cubicBezTo>
                  <a:pt x="6794" y="10608"/>
                  <a:pt x="6794" y="11358"/>
                  <a:pt x="6730" y="12108"/>
                </a:cubicBezTo>
                <a:cubicBezTo>
                  <a:pt x="6666" y="14251"/>
                  <a:pt x="6666" y="16565"/>
                  <a:pt x="6066" y="18623"/>
                </a:cubicBezTo>
                <a:cubicBezTo>
                  <a:pt x="6014" y="18919"/>
                  <a:pt x="6242" y="19107"/>
                  <a:pt x="6473" y="19107"/>
                </a:cubicBezTo>
                <a:cubicBezTo>
                  <a:pt x="6627" y="19107"/>
                  <a:pt x="6782" y="19025"/>
                  <a:pt x="6859" y="18837"/>
                </a:cubicBezTo>
                <a:cubicBezTo>
                  <a:pt x="7459" y="16694"/>
                  <a:pt x="7459" y="14315"/>
                  <a:pt x="7544" y="12108"/>
                </a:cubicBezTo>
                <a:cubicBezTo>
                  <a:pt x="7587" y="10479"/>
                  <a:pt x="7780" y="7950"/>
                  <a:pt x="5723" y="7372"/>
                </a:cubicBezTo>
                <a:cubicBezTo>
                  <a:pt x="5464" y="7298"/>
                  <a:pt x="5229" y="7264"/>
                  <a:pt x="5014" y="7264"/>
                </a:cubicBezTo>
                <a:cubicBezTo>
                  <a:pt x="3220" y="7264"/>
                  <a:pt x="2888" y="9634"/>
                  <a:pt x="2658" y="11165"/>
                </a:cubicBezTo>
                <a:cubicBezTo>
                  <a:pt x="2230" y="14079"/>
                  <a:pt x="2422" y="17058"/>
                  <a:pt x="2765" y="19951"/>
                </a:cubicBezTo>
                <a:cubicBezTo>
                  <a:pt x="2979" y="21554"/>
                  <a:pt x="2873" y="25352"/>
                  <a:pt x="5338" y="25352"/>
                </a:cubicBezTo>
                <a:cubicBezTo>
                  <a:pt x="5345" y="25352"/>
                  <a:pt x="5352" y="25352"/>
                  <a:pt x="5358" y="25352"/>
                </a:cubicBezTo>
                <a:cubicBezTo>
                  <a:pt x="8530" y="25352"/>
                  <a:pt x="8980" y="21687"/>
                  <a:pt x="9237" y="19266"/>
                </a:cubicBezTo>
                <a:cubicBezTo>
                  <a:pt x="9645" y="15537"/>
                  <a:pt x="9816" y="11765"/>
                  <a:pt x="9773" y="8015"/>
                </a:cubicBezTo>
                <a:cubicBezTo>
                  <a:pt x="9709" y="5379"/>
                  <a:pt x="9752" y="2121"/>
                  <a:pt x="7330" y="449"/>
                </a:cubicBezTo>
                <a:cubicBezTo>
                  <a:pt x="6862" y="134"/>
                  <a:pt x="6383" y="0"/>
                  <a:pt x="590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75" name="Google Shape;3165;p19"/>
          <p:cNvSpPr/>
          <p:nvPr/>
        </p:nvSpPr>
        <p:spPr>
          <a:xfrm rot="20295000">
            <a:off x="337680" y="313452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76" name="Google Shape;3166;p19"/>
          <p:cNvSpPr/>
          <p:nvPr/>
        </p:nvSpPr>
        <p:spPr>
          <a:xfrm rot="20295000">
            <a:off x="1547280" y="453564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77" name="Google Shape;3167;p19"/>
          <p:cNvSpPr/>
          <p:nvPr/>
        </p:nvSpPr>
        <p:spPr>
          <a:xfrm rot="20295000">
            <a:off x="802440" y="236880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78" name="Google Shape;3168;p19"/>
          <p:cNvSpPr/>
          <p:nvPr/>
        </p:nvSpPr>
        <p:spPr>
          <a:xfrm rot="20295000">
            <a:off x="316800" y="249444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79" name="Google Shape;3169;p19"/>
          <p:cNvSpPr/>
          <p:nvPr/>
        </p:nvSpPr>
        <p:spPr>
          <a:xfrm rot="20295000">
            <a:off x="746640" y="306468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80" name="Google Shape;3170;p19"/>
          <p:cNvSpPr/>
          <p:nvPr/>
        </p:nvSpPr>
        <p:spPr>
          <a:xfrm rot="20295000">
            <a:off x="1041840" y="27709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81" name="Google Shape;3171;p19"/>
          <p:cNvSpPr/>
          <p:nvPr/>
        </p:nvSpPr>
        <p:spPr>
          <a:xfrm rot="20295000">
            <a:off x="468000" y="398772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82" name="Google Shape;3172;p19"/>
          <p:cNvSpPr/>
          <p:nvPr/>
        </p:nvSpPr>
        <p:spPr>
          <a:xfrm rot="20295000">
            <a:off x="698760" y="438156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83" name="Google Shape;3173;p19"/>
          <p:cNvSpPr/>
          <p:nvPr/>
        </p:nvSpPr>
        <p:spPr>
          <a:xfrm>
            <a:off x="1037520" y="35924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84" name="Google Shape;3174;p19"/>
          <p:cNvSpPr/>
          <p:nvPr/>
        </p:nvSpPr>
        <p:spPr>
          <a:xfrm>
            <a:off x="2428200" y="406440"/>
            <a:ext cx="536400" cy="504720"/>
          </a:xfrm>
          <a:custGeom>
            <a:avLst/>
            <a:gdLst>
              <a:gd name="textAreaLeft" fmla="*/ 0 w 536400"/>
              <a:gd name="textAreaRight" fmla="*/ 536760 w 536400"/>
              <a:gd name="textAreaTop" fmla="*/ 0 h 504720"/>
              <a:gd name="textAreaBottom" fmla="*/ 505080 h 504720"/>
            </a:gdLst>
            <a:ahLst/>
            <a:cxnLst/>
            <a:rect l="textAreaLeft" t="textAreaTop" r="textAreaRight" b="textAreaBottom"/>
            <a:pathLst>
              <a:path w="11389" h="10716">
                <a:moveTo>
                  <a:pt x="5490" y="0"/>
                </a:moveTo>
                <a:cubicBezTo>
                  <a:pt x="5367" y="0"/>
                  <a:pt x="5233" y="30"/>
                  <a:pt x="5086" y="94"/>
                </a:cubicBezTo>
                <a:cubicBezTo>
                  <a:pt x="3870" y="629"/>
                  <a:pt x="4016" y="2747"/>
                  <a:pt x="3702" y="3806"/>
                </a:cubicBezTo>
                <a:cubicBezTo>
                  <a:pt x="3683" y="3868"/>
                  <a:pt x="3727" y="3905"/>
                  <a:pt x="3774" y="3905"/>
                </a:cubicBezTo>
                <a:cubicBezTo>
                  <a:pt x="3807" y="3905"/>
                  <a:pt x="3842" y="3887"/>
                  <a:pt x="3859" y="3848"/>
                </a:cubicBezTo>
                <a:cubicBezTo>
                  <a:pt x="4299" y="2800"/>
                  <a:pt x="4163" y="1489"/>
                  <a:pt x="4908" y="566"/>
                </a:cubicBezTo>
                <a:cubicBezTo>
                  <a:pt x="5067" y="370"/>
                  <a:pt x="5222" y="290"/>
                  <a:pt x="5367" y="290"/>
                </a:cubicBezTo>
                <a:cubicBezTo>
                  <a:pt x="5843" y="290"/>
                  <a:pt x="6216" y="1147"/>
                  <a:pt x="6313" y="1573"/>
                </a:cubicBezTo>
                <a:cubicBezTo>
                  <a:pt x="6470" y="2233"/>
                  <a:pt x="6439" y="2925"/>
                  <a:pt x="6606" y="3576"/>
                </a:cubicBezTo>
                <a:cubicBezTo>
                  <a:pt x="6621" y="3639"/>
                  <a:pt x="6673" y="3674"/>
                  <a:pt x="6728" y="3674"/>
                </a:cubicBezTo>
                <a:cubicBezTo>
                  <a:pt x="6755" y="3674"/>
                  <a:pt x="6782" y="3666"/>
                  <a:pt x="6806" y="3649"/>
                </a:cubicBezTo>
                <a:cubicBezTo>
                  <a:pt x="6879" y="3783"/>
                  <a:pt x="7081" y="3811"/>
                  <a:pt x="7280" y="3811"/>
                </a:cubicBezTo>
                <a:cubicBezTo>
                  <a:pt x="7425" y="3811"/>
                  <a:pt x="7567" y="3796"/>
                  <a:pt x="7655" y="3796"/>
                </a:cubicBezTo>
                <a:cubicBezTo>
                  <a:pt x="8043" y="3784"/>
                  <a:pt x="8435" y="3760"/>
                  <a:pt x="8829" y="3760"/>
                </a:cubicBezTo>
                <a:cubicBezTo>
                  <a:pt x="9105" y="3760"/>
                  <a:pt x="9381" y="3772"/>
                  <a:pt x="9658" y="3806"/>
                </a:cubicBezTo>
                <a:cubicBezTo>
                  <a:pt x="10633" y="3943"/>
                  <a:pt x="10486" y="4614"/>
                  <a:pt x="9752" y="5075"/>
                </a:cubicBezTo>
                <a:cubicBezTo>
                  <a:pt x="9050" y="5516"/>
                  <a:pt x="8253" y="5788"/>
                  <a:pt x="7435" y="5893"/>
                </a:cubicBezTo>
                <a:cubicBezTo>
                  <a:pt x="7351" y="5904"/>
                  <a:pt x="7288" y="5967"/>
                  <a:pt x="7288" y="6050"/>
                </a:cubicBezTo>
                <a:cubicBezTo>
                  <a:pt x="7278" y="6071"/>
                  <a:pt x="7278" y="6103"/>
                  <a:pt x="7288" y="6124"/>
                </a:cubicBezTo>
                <a:cubicBezTo>
                  <a:pt x="7414" y="7057"/>
                  <a:pt x="7970" y="7875"/>
                  <a:pt x="8263" y="8756"/>
                </a:cubicBezTo>
                <a:cubicBezTo>
                  <a:pt x="8400" y="9183"/>
                  <a:pt x="8512" y="10380"/>
                  <a:pt x="7947" y="10380"/>
                </a:cubicBezTo>
                <a:cubicBezTo>
                  <a:pt x="7860" y="10380"/>
                  <a:pt x="7756" y="10352"/>
                  <a:pt x="7634" y="10287"/>
                </a:cubicBezTo>
                <a:cubicBezTo>
                  <a:pt x="7099" y="10004"/>
                  <a:pt x="6669" y="9448"/>
                  <a:pt x="6323" y="8976"/>
                </a:cubicBezTo>
                <a:cubicBezTo>
                  <a:pt x="6019" y="8588"/>
                  <a:pt x="5673" y="8106"/>
                  <a:pt x="5547" y="7613"/>
                </a:cubicBezTo>
                <a:cubicBezTo>
                  <a:pt x="5527" y="7547"/>
                  <a:pt x="5465" y="7505"/>
                  <a:pt x="5401" y="7505"/>
                </a:cubicBezTo>
                <a:cubicBezTo>
                  <a:pt x="5364" y="7505"/>
                  <a:pt x="5326" y="7519"/>
                  <a:pt x="5296" y="7550"/>
                </a:cubicBezTo>
                <a:cubicBezTo>
                  <a:pt x="4813" y="7928"/>
                  <a:pt x="4404" y="8410"/>
                  <a:pt x="3953" y="8829"/>
                </a:cubicBezTo>
                <a:cubicBezTo>
                  <a:pt x="3482" y="9291"/>
                  <a:pt x="2905" y="9930"/>
                  <a:pt x="2234" y="10088"/>
                </a:cubicBezTo>
                <a:cubicBezTo>
                  <a:pt x="2209" y="10094"/>
                  <a:pt x="2185" y="10097"/>
                  <a:pt x="2164" y="10097"/>
                </a:cubicBezTo>
                <a:cubicBezTo>
                  <a:pt x="1663" y="10097"/>
                  <a:pt x="2226" y="8497"/>
                  <a:pt x="2297" y="8326"/>
                </a:cubicBezTo>
                <a:cubicBezTo>
                  <a:pt x="2475" y="7854"/>
                  <a:pt x="2674" y="7393"/>
                  <a:pt x="2905" y="6952"/>
                </a:cubicBezTo>
                <a:cubicBezTo>
                  <a:pt x="3020" y="6711"/>
                  <a:pt x="3188" y="6292"/>
                  <a:pt x="3398" y="6134"/>
                </a:cubicBezTo>
                <a:cubicBezTo>
                  <a:pt x="3408" y="6124"/>
                  <a:pt x="3419" y="6103"/>
                  <a:pt x="3419" y="6092"/>
                </a:cubicBezTo>
                <a:cubicBezTo>
                  <a:pt x="3471" y="6040"/>
                  <a:pt x="3450" y="5956"/>
                  <a:pt x="3377" y="5925"/>
                </a:cubicBezTo>
                <a:cubicBezTo>
                  <a:pt x="2978" y="5715"/>
                  <a:pt x="0" y="5096"/>
                  <a:pt x="566" y="4373"/>
                </a:cubicBezTo>
                <a:cubicBezTo>
                  <a:pt x="870" y="3985"/>
                  <a:pt x="1825" y="4037"/>
                  <a:pt x="2265" y="4006"/>
                </a:cubicBezTo>
                <a:cubicBezTo>
                  <a:pt x="2493" y="3982"/>
                  <a:pt x="2727" y="3970"/>
                  <a:pt x="2958" y="3970"/>
                </a:cubicBezTo>
                <a:cubicBezTo>
                  <a:pt x="3035" y="3970"/>
                  <a:pt x="3112" y="3972"/>
                  <a:pt x="3188" y="3974"/>
                </a:cubicBezTo>
                <a:cubicBezTo>
                  <a:pt x="3345" y="3953"/>
                  <a:pt x="3502" y="3953"/>
                  <a:pt x="3660" y="3953"/>
                </a:cubicBezTo>
                <a:cubicBezTo>
                  <a:pt x="3660" y="3958"/>
                  <a:pt x="3662" y="3961"/>
                  <a:pt x="3665" y="3961"/>
                </a:cubicBezTo>
                <a:cubicBezTo>
                  <a:pt x="3668" y="3961"/>
                  <a:pt x="3670" y="3958"/>
                  <a:pt x="3670" y="3953"/>
                </a:cubicBezTo>
                <a:cubicBezTo>
                  <a:pt x="3702" y="3922"/>
                  <a:pt x="3691" y="3880"/>
                  <a:pt x="3691" y="3838"/>
                </a:cubicBezTo>
                <a:cubicBezTo>
                  <a:pt x="3670" y="3785"/>
                  <a:pt x="3639" y="3754"/>
                  <a:pt x="3597" y="3743"/>
                </a:cubicBezTo>
                <a:cubicBezTo>
                  <a:pt x="3343" y="3656"/>
                  <a:pt x="3056" y="3625"/>
                  <a:pt x="2762" y="3625"/>
                </a:cubicBezTo>
                <a:cubicBezTo>
                  <a:pt x="2314" y="3625"/>
                  <a:pt x="1850" y="3697"/>
                  <a:pt x="1458" y="3754"/>
                </a:cubicBezTo>
                <a:cubicBezTo>
                  <a:pt x="965" y="3827"/>
                  <a:pt x="273" y="3869"/>
                  <a:pt x="168" y="4488"/>
                </a:cubicBezTo>
                <a:cubicBezTo>
                  <a:pt x="84" y="5012"/>
                  <a:pt x="828" y="5348"/>
                  <a:pt x="1195" y="5505"/>
                </a:cubicBezTo>
                <a:cubicBezTo>
                  <a:pt x="1804" y="5778"/>
                  <a:pt x="2433" y="5977"/>
                  <a:pt x="3083" y="6124"/>
                </a:cubicBezTo>
                <a:cubicBezTo>
                  <a:pt x="2643" y="6438"/>
                  <a:pt x="2265" y="7560"/>
                  <a:pt x="2150" y="7844"/>
                </a:cubicBezTo>
                <a:cubicBezTo>
                  <a:pt x="1919" y="8378"/>
                  <a:pt x="1279" y="9689"/>
                  <a:pt x="1814" y="10245"/>
                </a:cubicBezTo>
                <a:cubicBezTo>
                  <a:pt x="1924" y="10360"/>
                  <a:pt x="2054" y="10407"/>
                  <a:pt x="2193" y="10407"/>
                </a:cubicBezTo>
                <a:cubicBezTo>
                  <a:pt x="2635" y="10407"/>
                  <a:pt x="3168" y="9934"/>
                  <a:pt x="3440" y="9710"/>
                </a:cubicBezTo>
                <a:cubicBezTo>
                  <a:pt x="4111" y="9165"/>
                  <a:pt x="4666" y="8473"/>
                  <a:pt x="5327" y="7917"/>
                </a:cubicBezTo>
                <a:cubicBezTo>
                  <a:pt x="5516" y="8441"/>
                  <a:pt x="5904" y="8934"/>
                  <a:pt x="6229" y="9354"/>
                </a:cubicBezTo>
                <a:cubicBezTo>
                  <a:pt x="6638" y="9867"/>
                  <a:pt x="7152" y="10518"/>
                  <a:pt x="7802" y="10696"/>
                </a:cubicBezTo>
                <a:cubicBezTo>
                  <a:pt x="7858" y="10710"/>
                  <a:pt x="7911" y="10716"/>
                  <a:pt x="7961" y="10716"/>
                </a:cubicBezTo>
                <a:cubicBezTo>
                  <a:pt x="8412" y="10716"/>
                  <a:pt x="8645" y="10200"/>
                  <a:pt x="8683" y="9794"/>
                </a:cubicBezTo>
                <a:cubicBezTo>
                  <a:pt x="8798" y="8483"/>
                  <a:pt x="7844" y="7424"/>
                  <a:pt x="7603" y="6187"/>
                </a:cubicBezTo>
                <a:cubicBezTo>
                  <a:pt x="8662" y="6166"/>
                  <a:pt x="11388" y="5054"/>
                  <a:pt x="10591" y="3911"/>
                </a:cubicBezTo>
                <a:cubicBezTo>
                  <a:pt x="10305" y="3495"/>
                  <a:pt x="9616" y="3459"/>
                  <a:pt x="9090" y="3459"/>
                </a:cubicBezTo>
                <a:cubicBezTo>
                  <a:pt x="8981" y="3459"/>
                  <a:pt x="8878" y="3460"/>
                  <a:pt x="8788" y="3460"/>
                </a:cubicBezTo>
                <a:cubicBezTo>
                  <a:pt x="8158" y="3471"/>
                  <a:pt x="7498" y="3481"/>
                  <a:pt x="6869" y="3534"/>
                </a:cubicBezTo>
                <a:cubicBezTo>
                  <a:pt x="6869" y="3523"/>
                  <a:pt x="6869" y="3513"/>
                  <a:pt x="6869" y="3502"/>
                </a:cubicBezTo>
                <a:cubicBezTo>
                  <a:pt x="6754" y="2808"/>
                  <a:pt x="6683" y="0"/>
                  <a:pt x="549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85" name="Google Shape;3175;p19"/>
          <p:cNvGrpSpPr/>
          <p:nvPr/>
        </p:nvGrpSpPr>
        <p:grpSpPr>
          <a:xfrm>
            <a:off x="8165520" y="94680"/>
            <a:ext cx="902160" cy="622440"/>
            <a:chOff x="8165520" y="94680"/>
            <a:chExt cx="902160" cy="622440"/>
          </a:xfrm>
        </p:grpSpPr>
        <p:sp>
          <p:nvSpPr>
            <p:cNvPr id="2486" name="Google Shape;3176;p19"/>
            <p:cNvSpPr/>
            <p:nvPr/>
          </p:nvSpPr>
          <p:spPr>
            <a:xfrm rot="1272600">
              <a:off x="8212320" y="178560"/>
              <a:ext cx="300240" cy="315720"/>
            </a:xfrm>
            <a:custGeom>
              <a:avLst/>
              <a:gdLst>
                <a:gd name="textAreaLeft" fmla="*/ 0 w 300240"/>
                <a:gd name="textAreaRight" fmla="*/ 300600 w 300240"/>
                <a:gd name="textAreaTop" fmla="*/ 0 h 315720"/>
                <a:gd name="textAreaBottom" fmla="*/ 316080 h 315720"/>
              </a:gdLst>
              <a:ahLst/>
              <a:cxnLst/>
              <a:rect l="textAreaLeft" t="textAreaTop" r="textAreaRight" b="textAreaBottom"/>
              <a:pathLst>
                <a:path w="5737" h="6034">
                  <a:moveTo>
                    <a:pt x="1972" y="341"/>
                  </a:moveTo>
                  <a:cubicBezTo>
                    <a:pt x="2245" y="446"/>
                    <a:pt x="2465" y="676"/>
                    <a:pt x="2664" y="886"/>
                  </a:cubicBezTo>
                  <a:cubicBezTo>
                    <a:pt x="2863" y="1085"/>
                    <a:pt x="3062" y="1473"/>
                    <a:pt x="3304" y="1589"/>
                  </a:cubicBezTo>
                  <a:cubicBezTo>
                    <a:pt x="3320" y="1594"/>
                    <a:pt x="3337" y="1597"/>
                    <a:pt x="3354" y="1597"/>
                  </a:cubicBezTo>
                  <a:cubicBezTo>
                    <a:pt x="3402" y="1597"/>
                    <a:pt x="3448" y="1575"/>
                    <a:pt x="3471" y="1536"/>
                  </a:cubicBezTo>
                  <a:cubicBezTo>
                    <a:pt x="3494" y="1552"/>
                    <a:pt x="3523" y="1561"/>
                    <a:pt x="3553" y="1561"/>
                  </a:cubicBezTo>
                  <a:cubicBezTo>
                    <a:pt x="3564" y="1561"/>
                    <a:pt x="3576" y="1560"/>
                    <a:pt x="3587" y="1557"/>
                  </a:cubicBezTo>
                  <a:cubicBezTo>
                    <a:pt x="4080" y="1431"/>
                    <a:pt x="4510" y="1106"/>
                    <a:pt x="4971" y="865"/>
                  </a:cubicBezTo>
                  <a:lnTo>
                    <a:pt x="4971" y="865"/>
                  </a:lnTo>
                  <a:cubicBezTo>
                    <a:pt x="4835" y="1442"/>
                    <a:pt x="4520" y="1945"/>
                    <a:pt x="4216" y="2449"/>
                  </a:cubicBezTo>
                  <a:cubicBezTo>
                    <a:pt x="4153" y="2554"/>
                    <a:pt x="4237" y="2679"/>
                    <a:pt x="4352" y="2679"/>
                  </a:cubicBezTo>
                  <a:cubicBezTo>
                    <a:pt x="4268" y="2711"/>
                    <a:pt x="4226" y="2816"/>
                    <a:pt x="4279" y="2889"/>
                  </a:cubicBezTo>
                  <a:cubicBezTo>
                    <a:pt x="4656" y="3382"/>
                    <a:pt x="5139" y="3843"/>
                    <a:pt x="5359" y="4441"/>
                  </a:cubicBezTo>
                  <a:cubicBezTo>
                    <a:pt x="4772" y="4368"/>
                    <a:pt x="4205" y="4231"/>
                    <a:pt x="3629" y="4126"/>
                  </a:cubicBezTo>
                  <a:cubicBezTo>
                    <a:pt x="3601" y="4099"/>
                    <a:pt x="3567" y="4085"/>
                    <a:pt x="3534" y="4085"/>
                  </a:cubicBezTo>
                  <a:cubicBezTo>
                    <a:pt x="3493" y="4085"/>
                    <a:pt x="3453" y="4107"/>
                    <a:pt x="3430" y="4147"/>
                  </a:cubicBezTo>
                  <a:cubicBezTo>
                    <a:pt x="3073" y="4661"/>
                    <a:pt x="2790" y="5207"/>
                    <a:pt x="2318" y="5647"/>
                  </a:cubicBezTo>
                  <a:cubicBezTo>
                    <a:pt x="2035" y="4923"/>
                    <a:pt x="2129" y="4085"/>
                    <a:pt x="2066" y="3340"/>
                  </a:cubicBezTo>
                  <a:cubicBezTo>
                    <a:pt x="2066" y="3309"/>
                    <a:pt x="2056" y="3288"/>
                    <a:pt x="2035" y="3267"/>
                  </a:cubicBezTo>
                  <a:cubicBezTo>
                    <a:pt x="2035" y="3214"/>
                    <a:pt x="1993" y="3172"/>
                    <a:pt x="1951" y="3162"/>
                  </a:cubicBezTo>
                  <a:cubicBezTo>
                    <a:pt x="1689" y="3109"/>
                    <a:pt x="1416" y="3109"/>
                    <a:pt x="1154" y="3078"/>
                  </a:cubicBezTo>
                  <a:cubicBezTo>
                    <a:pt x="955" y="3046"/>
                    <a:pt x="745" y="3004"/>
                    <a:pt x="546" y="2973"/>
                  </a:cubicBezTo>
                  <a:cubicBezTo>
                    <a:pt x="934" y="2690"/>
                    <a:pt x="1332" y="2417"/>
                    <a:pt x="1731" y="2145"/>
                  </a:cubicBezTo>
                  <a:cubicBezTo>
                    <a:pt x="1752" y="2134"/>
                    <a:pt x="1762" y="2124"/>
                    <a:pt x="1773" y="2113"/>
                  </a:cubicBezTo>
                  <a:cubicBezTo>
                    <a:pt x="1815" y="2103"/>
                    <a:pt x="1857" y="2061"/>
                    <a:pt x="1857" y="2008"/>
                  </a:cubicBezTo>
                  <a:cubicBezTo>
                    <a:pt x="1867" y="1452"/>
                    <a:pt x="1909" y="897"/>
                    <a:pt x="1972" y="341"/>
                  </a:cubicBezTo>
                  <a:close/>
                  <a:moveTo>
                    <a:pt x="1865" y="1"/>
                  </a:moveTo>
                  <a:cubicBezTo>
                    <a:pt x="1801" y="1"/>
                    <a:pt x="1738" y="48"/>
                    <a:pt x="1720" y="110"/>
                  </a:cubicBezTo>
                  <a:cubicBezTo>
                    <a:pt x="1615" y="729"/>
                    <a:pt x="1584" y="1358"/>
                    <a:pt x="1626" y="1977"/>
                  </a:cubicBezTo>
                  <a:cubicBezTo>
                    <a:pt x="1091" y="2239"/>
                    <a:pt x="577" y="2554"/>
                    <a:pt x="105" y="2910"/>
                  </a:cubicBezTo>
                  <a:cubicBezTo>
                    <a:pt x="11" y="2983"/>
                    <a:pt x="0" y="3162"/>
                    <a:pt x="137" y="3193"/>
                  </a:cubicBezTo>
                  <a:cubicBezTo>
                    <a:pt x="593" y="3281"/>
                    <a:pt x="1116" y="3420"/>
                    <a:pt x="1600" y="3420"/>
                  </a:cubicBezTo>
                  <a:cubicBezTo>
                    <a:pt x="1694" y="3420"/>
                    <a:pt x="1787" y="3415"/>
                    <a:pt x="1878" y="3403"/>
                  </a:cubicBezTo>
                  <a:lnTo>
                    <a:pt x="1878" y="3403"/>
                  </a:lnTo>
                  <a:cubicBezTo>
                    <a:pt x="1815" y="4242"/>
                    <a:pt x="1762" y="5186"/>
                    <a:pt x="2140" y="5962"/>
                  </a:cubicBezTo>
                  <a:cubicBezTo>
                    <a:pt x="2170" y="6010"/>
                    <a:pt x="2217" y="6034"/>
                    <a:pt x="2265" y="6034"/>
                  </a:cubicBezTo>
                  <a:cubicBezTo>
                    <a:pt x="2302" y="6034"/>
                    <a:pt x="2339" y="6020"/>
                    <a:pt x="2370" y="5993"/>
                  </a:cubicBezTo>
                  <a:cubicBezTo>
                    <a:pt x="2853" y="5605"/>
                    <a:pt x="3419" y="4955"/>
                    <a:pt x="3629" y="4336"/>
                  </a:cubicBezTo>
                  <a:cubicBezTo>
                    <a:pt x="4258" y="4546"/>
                    <a:pt x="4908" y="4693"/>
                    <a:pt x="5569" y="4756"/>
                  </a:cubicBezTo>
                  <a:cubicBezTo>
                    <a:pt x="5663" y="4756"/>
                    <a:pt x="5737" y="4672"/>
                    <a:pt x="5716" y="4577"/>
                  </a:cubicBezTo>
                  <a:cubicBezTo>
                    <a:pt x="5548" y="3843"/>
                    <a:pt x="4981" y="3277"/>
                    <a:pt x="4520" y="2711"/>
                  </a:cubicBezTo>
                  <a:cubicBezTo>
                    <a:pt x="4499" y="2679"/>
                    <a:pt x="4457" y="2669"/>
                    <a:pt x="4426" y="2669"/>
                  </a:cubicBezTo>
                  <a:cubicBezTo>
                    <a:pt x="4447" y="2648"/>
                    <a:pt x="4468" y="2627"/>
                    <a:pt x="4489" y="2606"/>
                  </a:cubicBezTo>
                  <a:cubicBezTo>
                    <a:pt x="4866" y="1977"/>
                    <a:pt x="5233" y="1358"/>
                    <a:pt x="5307" y="614"/>
                  </a:cubicBezTo>
                  <a:cubicBezTo>
                    <a:pt x="5323" y="517"/>
                    <a:pt x="5241" y="476"/>
                    <a:pt x="5164" y="476"/>
                  </a:cubicBezTo>
                  <a:cubicBezTo>
                    <a:pt x="5140" y="476"/>
                    <a:pt x="5117" y="480"/>
                    <a:pt x="5097" y="488"/>
                  </a:cubicBezTo>
                  <a:cubicBezTo>
                    <a:pt x="4552" y="718"/>
                    <a:pt x="4080" y="1096"/>
                    <a:pt x="3524" y="1306"/>
                  </a:cubicBezTo>
                  <a:cubicBezTo>
                    <a:pt x="3492" y="1306"/>
                    <a:pt x="3461" y="1327"/>
                    <a:pt x="3450" y="1358"/>
                  </a:cubicBezTo>
                  <a:cubicBezTo>
                    <a:pt x="3335" y="1085"/>
                    <a:pt x="2989" y="802"/>
                    <a:pt x="2800" y="603"/>
                  </a:cubicBezTo>
                  <a:cubicBezTo>
                    <a:pt x="2559" y="351"/>
                    <a:pt x="2255" y="68"/>
                    <a:pt x="1898" y="5"/>
                  </a:cubicBezTo>
                  <a:cubicBezTo>
                    <a:pt x="1887" y="2"/>
                    <a:pt x="1876" y="1"/>
                    <a:pt x="18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7" name="Google Shape;3177;p19"/>
            <p:cNvSpPr/>
            <p:nvPr/>
          </p:nvSpPr>
          <p:spPr>
            <a:xfrm rot="1272600">
              <a:off x="8404200" y="198360"/>
              <a:ext cx="630360" cy="300960"/>
            </a:xfrm>
            <a:custGeom>
              <a:avLst/>
              <a:gdLst>
                <a:gd name="textAreaLeft" fmla="*/ 0 w 630360"/>
                <a:gd name="textAreaRight" fmla="*/ 630720 w 630360"/>
                <a:gd name="textAreaTop" fmla="*/ 0 h 300960"/>
                <a:gd name="textAreaBottom" fmla="*/ 301320 h 300960"/>
              </a:gdLst>
              <a:ahLst/>
              <a:cxnLst/>
              <a:rect l="textAreaLeft" t="textAreaTop" r="textAreaRight" b="textAreaBottom"/>
              <a:pathLst>
                <a:path w="12040" h="5749">
                  <a:moveTo>
                    <a:pt x="5455" y="1"/>
                  </a:moveTo>
                  <a:cubicBezTo>
                    <a:pt x="4734" y="1"/>
                    <a:pt x="4013" y="130"/>
                    <a:pt x="3325" y="386"/>
                  </a:cubicBezTo>
                  <a:cubicBezTo>
                    <a:pt x="2109" y="857"/>
                    <a:pt x="1060" y="1822"/>
                    <a:pt x="96" y="2682"/>
                  </a:cubicBezTo>
                  <a:cubicBezTo>
                    <a:pt x="1" y="2760"/>
                    <a:pt x="90" y="2916"/>
                    <a:pt x="195" y="2916"/>
                  </a:cubicBezTo>
                  <a:cubicBezTo>
                    <a:pt x="218" y="2916"/>
                    <a:pt x="241" y="2908"/>
                    <a:pt x="263" y="2892"/>
                  </a:cubicBezTo>
                  <a:cubicBezTo>
                    <a:pt x="1218" y="2200"/>
                    <a:pt x="2067" y="1371"/>
                    <a:pt x="3126" y="836"/>
                  </a:cubicBezTo>
                  <a:cubicBezTo>
                    <a:pt x="3817" y="485"/>
                    <a:pt x="4581" y="337"/>
                    <a:pt x="5348" y="337"/>
                  </a:cubicBezTo>
                  <a:cubicBezTo>
                    <a:pt x="5908" y="337"/>
                    <a:pt x="6470" y="416"/>
                    <a:pt x="7006" y="553"/>
                  </a:cubicBezTo>
                  <a:cubicBezTo>
                    <a:pt x="9512" y="1204"/>
                    <a:pt x="11232" y="3175"/>
                    <a:pt x="11767" y="5650"/>
                  </a:cubicBezTo>
                  <a:cubicBezTo>
                    <a:pt x="11786" y="5717"/>
                    <a:pt x="11843" y="5749"/>
                    <a:pt x="11899" y="5749"/>
                  </a:cubicBezTo>
                  <a:cubicBezTo>
                    <a:pt x="11966" y="5749"/>
                    <a:pt x="12034" y="5704"/>
                    <a:pt x="12040" y="5618"/>
                  </a:cubicBezTo>
                  <a:cubicBezTo>
                    <a:pt x="11924" y="3039"/>
                    <a:pt x="9586" y="1004"/>
                    <a:pt x="7268" y="281"/>
                  </a:cubicBezTo>
                  <a:cubicBezTo>
                    <a:pt x="6677" y="93"/>
                    <a:pt x="6066" y="1"/>
                    <a:pt x="545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8" name="Google Shape;3178;p19"/>
            <p:cNvSpPr/>
            <p:nvPr/>
          </p:nvSpPr>
          <p:spPr>
            <a:xfrm rot="1272600">
              <a:off x="8503560" y="291960"/>
              <a:ext cx="439200" cy="227160"/>
            </a:xfrm>
            <a:custGeom>
              <a:avLst/>
              <a:gdLst>
                <a:gd name="textAreaLeft" fmla="*/ 0 w 439200"/>
                <a:gd name="textAreaRight" fmla="*/ 439560 w 43920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8392" h="4342">
                  <a:moveTo>
                    <a:pt x="2575" y="1"/>
                  </a:moveTo>
                  <a:cubicBezTo>
                    <a:pt x="1700" y="1"/>
                    <a:pt x="825" y="221"/>
                    <a:pt x="66" y="672"/>
                  </a:cubicBezTo>
                  <a:cubicBezTo>
                    <a:pt x="0" y="719"/>
                    <a:pt x="36" y="834"/>
                    <a:pt x="112" y="834"/>
                  </a:cubicBezTo>
                  <a:cubicBezTo>
                    <a:pt x="121" y="834"/>
                    <a:pt x="130" y="833"/>
                    <a:pt x="140" y="829"/>
                  </a:cubicBezTo>
                  <a:cubicBezTo>
                    <a:pt x="983" y="541"/>
                    <a:pt x="1796" y="354"/>
                    <a:pt x="2604" y="354"/>
                  </a:cubicBezTo>
                  <a:cubicBezTo>
                    <a:pt x="3352" y="354"/>
                    <a:pt x="4097" y="514"/>
                    <a:pt x="4858" y="903"/>
                  </a:cubicBezTo>
                  <a:cubicBezTo>
                    <a:pt x="6368" y="1668"/>
                    <a:pt x="7155" y="2979"/>
                    <a:pt x="8109" y="4290"/>
                  </a:cubicBezTo>
                  <a:cubicBezTo>
                    <a:pt x="8138" y="4326"/>
                    <a:pt x="8182" y="4342"/>
                    <a:pt x="8226" y="4342"/>
                  </a:cubicBezTo>
                  <a:cubicBezTo>
                    <a:pt x="8311" y="4342"/>
                    <a:pt x="8392" y="4282"/>
                    <a:pt x="8350" y="4185"/>
                  </a:cubicBezTo>
                  <a:cubicBezTo>
                    <a:pt x="7753" y="2654"/>
                    <a:pt x="6316" y="1270"/>
                    <a:pt x="4869" y="536"/>
                  </a:cubicBezTo>
                  <a:cubicBezTo>
                    <a:pt x="4161" y="182"/>
                    <a:pt x="3368" y="1"/>
                    <a:pt x="25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9" name="Google Shape;3179;p19"/>
            <p:cNvSpPr/>
            <p:nvPr/>
          </p:nvSpPr>
          <p:spPr>
            <a:xfrm rot="1272600">
              <a:off x="8441280" y="373320"/>
              <a:ext cx="390240" cy="150480"/>
            </a:xfrm>
            <a:custGeom>
              <a:avLst/>
              <a:gdLst>
                <a:gd name="textAreaLeft" fmla="*/ 0 w 390240"/>
                <a:gd name="textAreaRight" fmla="*/ 390600 w 390240"/>
                <a:gd name="textAreaTop" fmla="*/ 0 h 150480"/>
                <a:gd name="textAreaBottom" fmla="*/ 150840 h 150480"/>
              </a:gdLst>
              <a:ahLst/>
              <a:cxnLst/>
              <a:rect l="textAreaLeft" t="textAreaTop" r="textAreaRight" b="textAreaBottom"/>
              <a:pathLst>
                <a:path w="7458" h="2881">
                  <a:moveTo>
                    <a:pt x="2669" y="1"/>
                  </a:moveTo>
                  <a:cubicBezTo>
                    <a:pt x="1739" y="1"/>
                    <a:pt x="818" y="260"/>
                    <a:pt x="70" y="839"/>
                  </a:cubicBezTo>
                  <a:cubicBezTo>
                    <a:pt x="1" y="891"/>
                    <a:pt x="68" y="1001"/>
                    <a:pt x="141" y="1001"/>
                  </a:cubicBezTo>
                  <a:cubicBezTo>
                    <a:pt x="156" y="1001"/>
                    <a:pt x="171" y="997"/>
                    <a:pt x="185" y="986"/>
                  </a:cubicBezTo>
                  <a:cubicBezTo>
                    <a:pt x="930" y="515"/>
                    <a:pt x="1749" y="305"/>
                    <a:pt x="2587" y="305"/>
                  </a:cubicBezTo>
                  <a:cubicBezTo>
                    <a:pt x="3094" y="305"/>
                    <a:pt x="3608" y="382"/>
                    <a:pt x="4118" y="524"/>
                  </a:cubicBezTo>
                  <a:cubicBezTo>
                    <a:pt x="4747" y="703"/>
                    <a:pt x="5334" y="996"/>
                    <a:pt x="5859" y="1374"/>
                  </a:cubicBezTo>
                  <a:cubicBezTo>
                    <a:pt x="6446" y="1783"/>
                    <a:pt x="6792" y="2318"/>
                    <a:pt x="7232" y="2852"/>
                  </a:cubicBezTo>
                  <a:cubicBezTo>
                    <a:pt x="7257" y="2872"/>
                    <a:pt x="7284" y="2880"/>
                    <a:pt x="7311" y="2880"/>
                  </a:cubicBezTo>
                  <a:cubicBezTo>
                    <a:pt x="7387" y="2880"/>
                    <a:pt x="7458" y="2812"/>
                    <a:pt x="7442" y="2727"/>
                  </a:cubicBezTo>
                  <a:cubicBezTo>
                    <a:pt x="6991" y="1447"/>
                    <a:pt x="5408" y="598"/>
                    <a:pt x="4202" y="231"/>
                  </a:cubicBezTo>
                  <a:cubicBezTo>
                    <a:pt x="3707" y="81"/>
                    <a:pt x="3186" y="1"/>
                    <a:pt x="266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0" name="Google Shape;3180;p19"/>
            <p:cNvSpPr/>
            <p:nvPr/>
          </p:nvSpPr>
          <p:spPr>
            <a:xfrm rot="1272600">
              <a:off x="8456040" y="514800"/>
              <a:ext cx="270000" cy="1584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5159" h="3028">
                  <a:moveTo>
                    <a:pt x="1127" y="1"/>
                  </a:moveTo>
                  <a:cubicBezTo>
                    <a:pt x="793" y="1"/>
                    <a:pt x="449" y="46"/>
                    <a:pt x="99" y="141"/>
                  </a:cubicBezTo>
                  <a:cubicBezTo>
                    <a:pt x="1" y="160"/>
                    <a:pt x="41" y="300"/>
                    <a:pt x="132" y="300"/>
                  </a:cubicBezTo>
                  <a:cubicBezTo>
                    <a:pt x="138" y="300"/>
                    <a:pt x="145" y="299"/>
                    <a:pt x="151" y="298"/>
                  </a:cubicBezTo>
                  <a:cubicBezTo>
                    <a:pt x="445" y="247"/>
                    <a:pt x="732" y="219"/>
                    <a:pt x="1013" y="219"/>
                  </a:cubicBezTo>
                  <a:cubicBezTo>
                    <a:pt x="1714" y="219"/>
                    <a:pt x="2375" y="393"/>
                    <a:pt x="3004" y="812"/>
                  </a:cubicBezTo>
                  <a:cubicBezTo>
                    <a:pt x="3832" y="1357"/>
                    <a:pt x="4293" y="2228"/>
                    <a:pt x="4902" y="2983"/>
                  </a:cubicBezTo>
                  <a:cubicBezTo>
                    <a:pt x="4925" y="3014"/>
                    <a:pt x="4954" y="3027"/>
                    <a:pt x="4983" y="3027"/>
                  </a:cubicBezTo>
                  <a:cubicBezTo>
                    <a:pt x="5070" y="3027"/>
                    <a:pt x="5159" y="2909"/>
                    <a:pt x="5111" y="2815"/>
                  </a:cubicBezTo>
                  <a:cubicBezTo>
                    <a:pt x="4329" y="1198"/>
                    <a:pt x="2855" y="1"/>
                    <a:pt x="112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91" name="Google Shape;3181;p19"/>
          <p:cNvGrpSpPr/>
          <p:nvPr/>
        </p:nvGrpSpPr>
        <p:grpSpPr>
          <a:xfrm>
            <a:off x="8337600" y="4342320"/>
            <a:ext cx="480240" cy="622080"/>
            <a:chOff x="8337600" y="4342320"/>
            <a:chExt cx="480240" cy="622080"/>
          </a:xfrm>
        </p:grpSpPr>
        <p:sp>
          <p:nvSpPr>
            <p:cNvPr id="2492" name="Google Shape;3182;p19"/>
            <p:cNvSpPr/>
            <p:nvPr/>
          </p:nvSpPr>
          <p:spPr>
            <a:xfrm>
              <a:off x="8534880" y="4434480"/>
              <a:ext cx="124200" cy="174240"/>
            </a:xfrm>
            <a:custGeom>
              <a:avLst/>
              <a:gdLst>
                <a:gd name="textAreaLeft" fmla="*/ 0 w 124200"/>
                <a:gd name="textAreaRight" fmla="*/ 124560 w 12420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2591" h="3640">
                  <a:moveTo>
                    <a:pt x="1479" y="890"/>
                  </a:moveTo>
                  <a:cubicBezTo>
                    <a:pt x="1615" y="1257"/>
                    <a:pt x="1856" y="1561"/>
                    <a:pt x="2182" y="1771"/>
                  </a:cubicBezTo>
                  <a:cubicBezTo>
                    <a:pt x="1930" y="1970"/>
                    <a:pt x="1731" y="2212"/>
                    <a:pt x="1573" y="2495"/>
                  </a:cubicBezTo>
                  <a:cubicBezTo>
                    <a:pt x="1448" y="2075"/>
                    <a:pt x="1112" y="1740"/>
                    <a:pt x="692" y="1603"/>
                  </a:cubicBezTo>
                  <a:cubicBezTo>
                    <a:pt x="1039" y="1478"/>
                    <a:pt x="1322" y="1226"/>
                    <a:pt x="1479" y="890"/>
                  </a:cubicBezTo>
                  <a:close/>
                  <a:moveTo>
                    <a:pt x="1555" y="0"/>
                  </a:moveTo>
                  <a:cubicBezTo>
                    <a:pt x="1494" y="0"/>
                    <a:pt x="1436" y="33"/>
                    <a:pt x="1427" y="104"/>
                  </a:cubicBezTo>
                  <a:cubicBezTo>
                    <a:pt x="1427" y="114"/>
                    <a:pt x="1427" y="125"/>
                    <a:pt x="1427" y="135"/>
                  </a:cubicBezTo>
                  <a:cubicBezTo>
                    <a:pt x="1416" y="188"/>
                    <a:pt x="1416" y="240"/>
                    <a:pt x="1406" y="282"/>
                  </a:cubicBezTo>
                  <a:cubicBezTo>
                    <a:pt x="1311" y="932"/>
                    <a:pt x="850" y="1090"/>
                    <a:pt x="346" y="1425"/>
                  </a:cubicBezTo>
                  <a:cubicBezTo>
                    <a:pt x="304" y="1457"/>
                    <a:pt x="284" y="1499"/>
                    <a:pt x="294" y="1551"/>
                  </a:cubicBezTo>
                  <a:lnTo>
                    <a:pt x="116" y="1551"/>
                  </a:lnTo>
                  <a:cubicBezTo>
                    <a:pt x="0" y="1551"/>
                    <a:pt x="0" y="1729"/>
                    <a:pt x="116" y="1729"/>
                  </a:cubicBezTo>
                  <a:cubicBezTo>
                    <a:pt x="902" y="1740"/>
                    <a:pt x="1385" y="2296"/>
                    <a:pt x="1385" y="2977"/>
                  </a:cubicBezTo>
                  <a:cubicBezTo>
                    <a:pt x="1343" y="3145"/>
                    <a:pt x="1311" y="3323"/>
                    <a:pt x="1301" y="3501"/>
                  </a:cubicBezTo>
                  <a:cubicBezTo>
                    <a:pt x="1301" y="3592"/>
                    <a:pt x="1371" y="3640"/>
                    <a:pt x="1444" y="3640"/>
                  </a:cubicBezTo>
                  <a:cubicBezTo>
                    <a:pt x="1506" y="3640"/>
                    <a:pt x="1570" y="3605"/>
                    <a:pt x="1594" y="3533"/>
                  </a:cubicBezTo>
                  <a:cubicBezTo>
                    <a:pt x="1636" y="3376"/>
                    <a:pt x="1668" y="3208"/>
                    <a:pt x="1668" y="3040"/>
                  </a:cubicBezTo>
                  <a:cubicBezTo>
                    <a:pt x="1794" y="2568"/>
                    <a:pt x="2098" y="2149"/>
                    <a:pt x="2507" y="1887"/>
                  </a:cubicBezTo>
                  <a:cubicBezTo>
                    <a:pt x="2591" y="1824"/>
                    <a:pt x="2591" y="1698"/>
                    <a:pt x="2507" y="1645"/>
                  </a:cubicBezTo>
                  <a:cubicBezTo>
                    <a:pt x="1982" y="1352"/>
                    <a:pt x="1636" y="901"/>
                    <a:pt x="1689" y="303"/>
                  </a:cubicBezTo>
                  <a:cubicBezTo>
                    <a:pt x="1689" y="240"/>
                    <a:pt x="1699" y="198"/>
                    <a:pt x="1699" y="135"/>
                  </a:cubicBezTo>
                  <a:cubicBezTo>
                    <a:pt x="1705" y="49"/>
                    <a:pt x="1628" y="0"/>
                    <a:pt x="15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120" bIns="87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3" name="Google Shape;3183;p19"/>
            <p:cNvSpPr/>
            <p:nvPr/>
          </p:nvSpPr>
          <p:spPr>
            <a:xfrm>
              <a:off x="8677800" y="4342320"/>
              <a:ext cx="120960" cy="169200"/>
            </a:xfrm>
            <a:custGeom>
              <a:avLst/>
              <a:gdLst>
                <a:gd name="textAreaLeft" fmla="*/ 0 w 120960"/>
                <a:gd name="textAreaRight" fmla="*/ 121320 w 12096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2528" h="3535">
                  <a:moveTo>
                    <a:pt x="1353" y="1006"/>
                  </a:moveTo>
                  <a:cubicBezTo>
                    <a:pt x="1490" y="1257"/>
                    <a:pt x="1689" y="1467"/>
                    <a:pt x="1951" y="1593"/>
                  </a:cubicBezTo>
                  <a:cubicBezTo>
                    <a:pt x="1615" y="1782"/>
                    <a:pt x="1343" y="2054"/>
                    <a:pt x="1175" y="2390"/>
                  </a:cubicBezTo>
                  <a:cubicBezTo>
                    <a:pt x="1123" y="2096"/>
                    <a:pt x="965" y="1824"/>
                    <a:pt x="735" y="1614"/>
                  </a:cubicBezTo>
                  <a:cubicBezTo>
                    <a:pt x="1018" y="1509"/>
                    <a:pt x="1238" y="1278"/>
                    <a:pt x="1353" y="1006"/>
                  </a:cubicBezTo>
                  <a:close/>
                  <a:moveTo>
                    <a:pt x="1343" y="0"/>
                  </a:moveTo>
                  <a:cubicBezTo>
                    <a:pt x="1285" y="0"/>
                    <a:pt x="1230" y="32"/>
                    <a:pt x="1217" y="104"/>
                  </a:cubicBezTo>
                  <a:lnTo>
                    <a:pt x="1217" y="146"/>
                  </a:lnTo>
                  <a:cubicBezTo>
                    <a:pt x="1206" y="272"/>
                    <a:pt x="1196" y="387"/>
                    <a:pt x="1206" y="513"/>
                  </a:cubicBezTo>
                  <a:cubicBezTo>
                    <a:pt x="1144" y="985"/>
                    <a:pt x="829" y="1352"/>
                    <a:pt x="273" y="1352"/>
                  </a:cubicBezTo>
                  <a:cubicBezTo>
                    <a:pt x="200" y="1352"/>
                    <a:pt x="147" y="1394"/>
                    <a:pt x="147" y="1457"/>
                  </a:cubicBezTo>
                  <a:lnTo>
                    <a:pt x="95" y="1457"/>
                  </a:lnTo>
                  <a:cubicBezTo>
                    <a:pt x="1" y="1457"/>
                    <a:pt x="1" y="1603"/>
                    <a:pt x="95" y="1603"/>
                  </a:cubicBezTo>
                  <a:cubicBezTo>
                    <a:pt x="860" y="1635"/>
                    <a:pt x="976" y="2369"/>
                    <a:pt x="986" y="3009"/>
                  </a:cubicBezTo>
                  <a:cubicBezTo>
                    <a:pt x="976" y="3124"/>
                    <a:pt x="976" y="3250"/>
                    <a:pt x="986" y="3376"/>
                  </a:cubicBezTo>
                  <a:lnTo>
                    <a:pt x="986" y="3386"/>
                  </a:lnTo>
                  <a:lnTo>
                    <a:pt x="986" y="3428"/>
                  </a:lnTo>
                  <a:cubicBezTo>
                    <a:pt x="1000" y="3502"/>
                    <a:pt x="1058" y="3535"/>
                    <a:pt x="1119" y="3535"/>
                  </a:cubicBezTo>
                  <a:cubicBezTo>
                    <a:pt x="1197" y="3535"/>
                    <a:pt x="1280" y="3480"/>
                    <a:pt x="1280" y="3386"/>
                  </a:cubicBezTo>
                  <a:cubicBezTo>
                    <a:pt x="1280" y="3281"/>
                    <a:pt x="1280" y="3166"/>
                    <a:pt x="1269" y="3051"/>
                  </a:cubicBezTo>
                  <a:cubicBezTo>
                    <a:pt x="1343" y="2432"/>
                    <a:pt x="1783" y="1918"/>
                    <a:pt x="2391" y="1740"/>
                  </a:cubicBezTo>
                  <a:cubicBezTo>
                    <a:pt x="2528" y="1698"/>
                    <a:pt x="2528" y="1499"/>
                    <a:pt x="2391" y="1457"/>
                  </a:cubicBezTo>
                  <a:cubicBezTo>
                    <a:pt x="1909" y="1320"/>
                    <a:pt x="1553" y="974"/>
                    <a:pt x="1500" y="502"/>
                  </a:cubicBezTo>
                  <a:cubicBezTo>
                    <a:pt x="1511" y="387"/>
                    <a:pt x="1521" y="261"/>
                    <a:pt x="1511" y="146"/>
                  </a:cubicBezTo>
                  <a:cubicBezTo>
                    <a:pt x="1505" y="56"/>
                    <a:pt x="1420" y="0"/>
                    <a:pt x="134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4" name="Google Shape;3184;p19"/>
            <p:cNvSpPr/>
            <p:nvPr/>
          </p:nvSpPr>
          <p:spPr>
            <a:xfrm>
              <a:off x="8682840" y="4528800"/>
              <a:ext cx="135000" cy="186480"/>
            </a:xfrm>
            <a:custGeom>
              <a:avLst/>
              <a:gdLst>
                <a:gd name="textAreaLeft" fmla="*/ 0 w 135000"/>
                <a:gd name="textAreaRight" fmla="*/ 135360 w 135000"/>
                <a:gd name="textAreaTop" fmla="*/ 0 h 186480"/>
                <a:gd name="textAreaBottom" fmla="*/ 186840 h 186480"/>
              </a:gdLst>
              <a:ahLst/>
              <a:cxnLst/>
              <a:rect l="textAreaLeft" t="textAreaTop" r="textAreaRight" b="textAreaBottom"/>
              <a:pathLst>
                <a:path w="2822" h="3889">
                  <a:moveTo>
                    <a:pt x="1427" y="1083"/>
                  </a:moveTo>
                  <a:cubicBezTo>
                    <a:pt x="1636" y="1376"/>
                    <a:pt x="1982" y="1554"/>
                    <a:pt x="2328" y="1754"/>
                  </a:cubicBezTo>
                  <a:cubicBezTo>
                    <a:pt x="1888" y="2026"/>
                    <a:pt x="1531" y="2414"/>
                    <a:pt x="1311" y="2876"/>
                  </a:cubicBezTo>
                  <a:cubicBezTo>
                    <a:pt x="1248" y="2425"/>
                    <a:pt x="1101" y="1984"/>
                    <a:pt x="755" y="1785"/>
                  </a:cubicBezTo>
                  <a:cubicBezTo>
                    <a:pt x="1060" y="1638"/>
                    <a:pt x="1290" y="1387"/>
                    <a:pt x="1427" y="1083"/>
                  </a:cubicBezTo>
                  <a:close/>
                  <a:moveTo>
                    <a:pt x="1317" y="0"/>
                  </a:moveTo>
                  <a:cubicBezTo>
                    <a:pt x="1268" y="0"/>
                    <a:pt x="1219" y="44"/>
                    <a:pt x="1238" y="107"/>
                  </a:cubicBezTo>
                  <a:cubicBezTo>
                    <a:pt x="1259" y="191"/>
                    <a:pt x="1269" y="286"/>
                    <a:pt x="1280" y="369"/>
                  </a:cubicBezTo>
                  <a:cubicBezTo>
                    <a:pt x="1238" y="401"/>
                    <a:pt x="1217" y="443"/>
                    <a:pt x="1227" y="485"/>
                  </a:cubicBezTo>
                  <a:cubicBezTo>
                    <a:pt x="1227" y="569"/>
                    <a:pt x="1238" y="642"/>
                    <a:pt x="1259" y="726"/>
                  </a:cubicBezTo>
                  <a:cubicBezTo>
                    <a:pt x="1164" y="1208"/>
                    <a:pt x="755" y="1533"/>
                    <a:pt x="179" y="1670"/>
                  </a:cubicBezTo>
                  <a:cubicBezTo>
                    <a:pt x="0" y="1722"/>
                    <a:pt x="32" y="1974"/>
                    <a:pt x="210" y="1974"/>
                  </a:cubicBezTo>
                  <a:cubicBezTo>
                    <a:pt x="222" y="1973"/>
                    <a:pt x="233" y="1973"/>
                    <a:pt x="245" y="1973"/>
                  </a:cubicBezTo>
                  <a:cubicBezTo>
                    <a:pt x="1100" y="1973"/>
                    <a:pt x="1039" y="3125"/>
                    <a:pt x="1039" y="3736"/>
                  </a:cubicBezTo>
                  <a:cubicBezTo>
                    <a:pt x="1039" y="3831"/>
                    <a:pt x="1129" y="3889"/>
                    <a:pt x="1214" y="3889"/>
                  </a:cubicBezTo>
                  <a:cubicBezTo>
                    <a:pt x="1279" y="3889"/>
                    <a:pt x="1340" y="3855"/>
                    <a:pt x="1353" y="3778"/>
                  </a:cubicBezTo>
                  <a:cubicBezTo>
                    <a:pt x="1500" y="2960"/>
                    <a:pt x="1961" y="2236"/>
                    <a:pt x="2727" y="1900"/>
                  </a:cubicBezTo>
                  <a:cubicBezTo>
                    <a:pt x="2821" y="1838"/>
                    <a:pt x="2821" y="1691"/>
                    <a:pt x="2727" y="1628"/>
                  </a:cubicBezTo>
                  <a:cubicBezTo>
                    <a:pt x="2244" y="1334"/>
                    <a:pt x="1594" y="1145"/>
                    <a:pt x="1521" y="495"/>
                  </a:cubicBezTo>
                  <a:cubicBezTo>
                    <a:pt x="1521" y="464"/>
                    <a:pt x="1510" y="432"/>
                    <a:pt x="1500" y="411"/>
                  </a:cubicBezTo>
                  <a:cubicBezTo>
                    <a:pt x="1479" y="296"/>
                    <a:pt x="1437" y="170"/>
                    <a:pt x="1395" y="65"/>
                  </a:cubicBezTo>
                  <a:cubicBezTo>
                    <a:pt x="1383" y="19"/>
                    <a:pt x="1350" y="0"/>
                    <a:pt x="131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5" name="Google Shape;3185;p19"/>
            <p:cNvSpPr/>
            <p:nvPr/>
          </p:nvSpPr>
          <p:spPr>
            <a:xfrm>
              <a:off x="8457480" y="4632120"/>
              <a:ext cx="181440" cy="283680"/>
            </a:xfrm>
            <a:custGeom>
              <a:avLst/>
              <a:gdLst>
                <a:gd name="textAreaLeft" fmla="*/ 0 w 181440"/>
                <a:gd name="textAreaRight" fmla="*/ 181800 w 181440"/>
                <a:gd name="textAreaTop" fmla="*/ 0 h 283680"/>
                <a:gd name="textAreaBottom" fmla="*/ 284040 h 283680"/>
              </a:gdLst>
              <a:ahLst/>
              <a:cxnLst/>
              <a:rect l="textAreaLeft" t="textAreaTop" r="textAreaRight" b="textAreaBottom"/>
              <a:pathLst>
                <a:path w="3787" h="5914">
                  <a:moveTo>
                    <a:pt x="1815" y="1186"/>
                  </a:moveTo>
                  <a:cubicBezTo>
                    <a:pt x="2024" y="1805"/>
                    <a:pt x="2486" y="2214"/>
                    <a:pt x="3125" y="2476"/>
                  </a:cubicBezTo>
                  <a:cubicBezTo>
                    <a:pt x="2496" y="2812"/>
                    <a:pt x="2087" y="3409"/>
                    <a:pt x="1773" y="4070"/>
                  </a:cubicBezTo>
                  <a:cubicBezTo>
                    <a:pt x="1710" y="3367"/>
                    <a:pt x="1448" y="2696"/>
                    <a:pt x="934" y="2413"/>
                  </a:cubicBezTo>
                  <a:cubicBezTo>
                    <a:pt x="1395" y="2151"/>
                    <a:pt x="1720" y="1700"/>
                    <a:pt x="1815" y="1186"/>
                  </a:cubicBezTo>
                  <a:close/>
                  <a:moveTo>
                    <a:pt x="1676" y="0"/>
                  </a:moveTo>
                  <a:cubicBezTo>
                    <a:pt x="1631" y="0"/>
                    <a:pt x="1582" y="38"/>
                    <a:pt x="1594" y="96"/>
                  </a:cubicBezTo>
                  <a:cubicBezTo>
                    <a:pt x="1731" y="1102"/>
                    <a:pt x="1364" y="2172"/>
                    <a:pt x="221" y="2277"/>
                  </a:cubicBezTo>
                  <a:cubicBezTo>
                    <a:pt x="10" y="2297"/>
                    <a:pt x="1" y="2625"/>
                    <a:pt x="194" y="2625"/>
                  </a:cubicBezTo>
                  <a:cubicBezTo>
                    <a:pt x="203" y="2625"/>
                    <a:pt x="211" y="2624"/>
                    <a:pt x="221" y="2623"/>
                  </a:cubicBezTo>
                  <a:cubicBezTo>
                    <a:pt x="261" y="2619"/>
                    <a:pt x="301" y="2616"/>
                    <a:pt x="339" y="2616"/>
                  </a:cubicBezTo>
                  <a:cubicBezTo>
                    <a:pt x="1350" y="2616"/>
                    <a:pt x="1576" y="4044"/>
                    <a:pt x="1364" y="5024"/>
                  </a:cubicBezTo>
                  <a:cubicBezTo>
                    <a:pt x="1269" y="5255"/>
                    <a:pt x="1185" y="5486"/>
                    <a:pt x="1102" y="5706"/>
                  </a:cubicBezTo>
                  <a:cubicBezTo>
                    <a:pt x="1053" y="5830"/>
                    <a:pt x="1160" y="5914"/>
                    <a:pt x="1269" y="5914"/>
                  </a:cubicBezTo>
                  <a:cubicBezTo>
                    <a:pt x="1324" y="5914"/>
                    <a:pt x="1381" y="5892"/>
                    <a:pt x="1416" y="5842"/>
                  </a:cubicBezTo>
                  <a:cubicBezTo>
                    <a:pt x="1563" y="5590"/>
                    <a:pt x="1668" y="5318"/>
                    <a:pt x="1720" y="5024"/>
                  </a:cubicBezTo>
                  <a:cubicBezTo>
                    <a:pt x="2098" y="4017"/>
                    <a:pt x="2580" y="2937"/>
                    <a:pt x="3629" y="2612"/>
                  </a:cubicBezTo>
                  <a:cubicBezTo>
                    <a:pt x="3786" y="2570"/>
                    <a:pt x="3786" y="2340"/>
                    <a:pt x="3629" y="2298"/>
                  </a:cubicBezTo>
                  <a:cubicBezTo>
                    <a:pt x="2706" y="2036"/>
                    <a:pt x="2108" y="1522"/>
                    <a:pt x="1993" y="536"/>
                  </a:cubicBezTo>
                  <a:cubicBezTo>
                    <a:pt x="1983" y="458"/>
                    <a:pt x="1919" y="398"/>
                    <a:pt x="1843" y="398"/>
                  </a:cubicBezTo>
                  <a:cubicBezTo>
                    <a:pt x="1837" y="398"/>
                    <a:pt x="1831" y="399"/>
                    <a:pt x="1825" y="400"/>
                  </a:cubicBezTo>
                  <a:cubicBezTo>
                    <a:pt x="1804" y="284"/>
                    <a:pt x="1773" y="169"/>
                    <a:pt x="1741" y="54"/>
                  </a:cubicBezTo>
                  <a:cubicBezTo>
                    <a:pt x="1733" y="16"/>
                    <a:pt x="1705" y="0"/>
                    <a:pt x="16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6" name="Google Shape;3186;p19"/>
            <p:cNvSpPr/>
            <p:nvPr/>
          </p:nvSpPr>
          <p:spPr>
            <a:xfrm>
              <a:off x="8337600" y="4570560"/>
              <a:ext cx="108360" cy="1587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58760"/>
                <a:gd name="textAreaBottom" fmla="*/ 159120 h 158760"/>
              </a:gdLst>
              <a:ahLst/>
              <a:cxnLst/>
              <a:rect l="textAreaLeft" t="textAreaTop" r="textAreaRight" b="textAreaBottom"/>
              <a:pathLst>
                <a:path w="2266" h="3315">
                  <a:moveTo>
                    <a:pt x="1238" y="844"/>
                  </a:moveTo>
                  <a:cubicBezTo>
                    <a:pt x="1374" y="1106"/>
                    <a:pt x="1563" y="1337"/>
                    <a:pt x="1794" y="1525"/>
                  </a:cubicBezTo>
                  <a:cubicBezTo>
                    <a:pt x="1521" y="1725"/>
                    <a:pt x="1301" y="1987"/>
                    <a:pt x="1154" y="2291"/>
                  </a:cubicBezTo>
                  <a:cubicBezTo>
                    <a:pt x="1081" y="2060"/>
                    <a:pt x="924" y="1871"/>
                    <a:pt x="714" y="1767"/>
                  </a:cubicBezTo>
                  <a:cubicBezTo>
                    <a:pt x="1007" y="1536"/>
                    <a:pt x="1196" y="1211"/>
                    <a:pt x="1238" y="844"/>
                  </a:cubicBezTo>
                  <a:close/>
                  <a:moveTo>
                    <a:pt x="1104" y="0"/>
                  </a:moveTo>
                  <a:cubicBezTo>
                    <a:pt x="1056" y="0"/>
                    <a:pt x="1005" y="45"/>
                    <a:pt x="1018" y="110"/>
                  </a:cubicBezTo>
                  <a:cubicBezTo>
                    <a:pt x="1018" y="131"/>
                    <a:pt x="1018" y="152"/>
                    <a:pt x="1018" y="173"/>
                  </a:cubicBezTo>
                  <a:cubicBezTo>
                    <a:pt x="986" y="204"/>
                    <a:pt x="986" y="256"/>
                    <a:pt x="1007" y="298"/>
                  </a:cubicBezTo>
                  <a:lnTo>
                    <a:pt x="1039" y="393"/>
                  </a:lnTo>
                  <a:cubicBezTo>
                    <a:pt x="1049" y="970"/>
                    <a:pt x="808" y="1494"/>
                    <a:pt x="179" y="1672"/>
                  </a:cubicBezTo>
                  <a:cubicBezTo>
                    <a:pt x="1" y="1725"/>
                    <a:pt x="43" y="1987"/>
                    <a:pt x="231" y="1987"/>
                  </a:cubicBezTo>
                  <a:cubicBezTo>
                    <a:pt x="903" y="1987"/>
                    <a:pt x="976" y="2626"/>
                    <a:pt x="934" y="3161"/>
                  </a:cubicBezTo>
                  <a:cubicBezTo>
                    <a:pt x="929" y="3265"/>
                    <a:pt x="1003" y="3315"/>
                    <a:pt x="1082" y="3315"/>
                  </a:cubicBezTo>
                  <a:cubicBezTo>
                    <a:pt x="1163" y="3315"/>
                    <a:pt x="1248" y="3262"/>
                    <a:pt x="1259" y="3161"/>
                  </a:cubicBezTo>
                  <a:cubicBezTo>
                    <a:pt x="1280" y="2543"/>
                    <a:pt x="1616" y="1976"/>
                    <a:pt x="2161" y="1672"/>
                  </a:cubicBezTo>
                  <a:cubicBezTo>
                    <a:pt x="2266" y="1609"/>
                    <a:pt x="2266" y="1462"/>
                    <a:pt x="2161" y="1399"/>
                  </a:cubicBezTo>
                  <a:cubicBezTo>
                    <a:pt x="1700" y="1106"/>
                    <a:pt x="1479" y="718"/>
                    <a:pt x="1301" y="215"/>
                  </a:cubicBezTo>
                  <a:cubicBezTo>
                    <a:pt x="1280" y="162"/>
                    <a:pt x="1238" y="131"/>
                    <a:pt x="1186" y="110"/>
                  </a:cubicBezTo>
                  <a:cubicBezTo>
                    <a:pt x="1186" y="99"/>
                    <a:pt x="1186" y="78"/>
                    <a:pt x="1175" y="57"/>
                  </a:cubicBezTo>
                  <a:cubicBezTo>
                    <a:pt x="1163" y="17"/>
                    <a:pt x="1134" y="0"/>
                    <a:pt x="11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7" name="Google Shape;3187;p19"/>
            <p:cNvSpPr/>
            <p:nvPr/>
          </p:nvSpPr>
          <p:spPr>
            <a:xfrm>
              <a:off x="8436240" y="4367520"/>
              <a:ext cx="84240" cy="13284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32840"/>
                <a:gd name="textAreaBottom" fmla="*/ 133200 h 132840"/>
              </a:gdLst>
              <a:ahLst/>
              <a:cxnLst/>
              <a:rect l="textAreaLeft" t="textAreaTop" r="textAreaRight" b="textAreaBottom"/>
              <a:pathLst>
                <a:path w="1762" h="2778">
                  <a:moveTo>
                    <a:pt x="849" y="814"/>
                  </a:moveTo>
                  <a:cubicBezTo>
                    <a:pt x="996" y="1003"/>
                    <a:pt x="1164" y="1181"/>
                    <a:pt x="1353" y="1339"/>
                  </a:cubicBezTo>
                  <a:cubicBezTo>
                    <a:pt x="1143" y="1475"/>
                    <a:pt x="975" y="1643"/>
                    <a:pt x="839" y="1852"/>
                  </a:cubicBezTo>
                  <a:cubicBezTo>
                    <a:pt x="808" y="1706"/>
                    <a:pt x="724" y="1569"/>
                    <a:pt x="608" y="1475"/>
                  </a:cubicBezTo>
                  <a:cubicBezTo>
                    <a:pt x="766" y="1286"/>
                    <a:pt x="849" y="1055"/>
                    <a:pt x="849" y="814"/>
                  </a:cubicBezTo>
                  <a:close/>
                  <a:moveTo>
                    <a:pt x="776" y="0"/>
                  </a:moveTo>
                  <a:cubicBezTo>
                    <a:pt x="747" y="0"/>
                    <a:pt x="719" y="16"/>
                    <a:pt x="703" y="49"/>
                  </a:cubicBezTo>
                  <a:cubicBezTo>
                    <a:pt x="671" y="70"/>
                    <a:pt x="650" y="101"/>
                    <a:pt x="650" y="143"/>
                  </a:cubicBezTo>
                  <a:cubicBezTo>
                    <a:pt x="640" y="237"/>
                    <a:pt x="640" y="332"/>
                    <a:pt x="671" y="437"/>
                  </a:cubicBezTo>
                  <a:cubicBezTo>
                    <a:pt x="640" y="835"/>
                    <a:pt x="587" y="1328"/>
                    <a:pt x="178" y="1328"/>
                  </a:cubicBezTo>
                  <a:cubicBezTo>
                    <a:pt x="0" y="1339"/>
                    <a:pt x="0" y="1611"/>
                    <a:pt x="178" y="1622"/>
                  </a:cubicBezTo>
                  <a:cubicBezTo>
                    <a:pt x="682" y="1622"/>
                    <a:pt x="640" y="2282"/>
                    <a:pt x="577" y="2597"/>
                  </a:cubicBezTo>
                  <a:cubicBezTo>
                    <a:pt x="558" y="2704"/>
                    <a:pt x="649" y="2777"/>
                    <a:pt x="734" y="2777"/>
                  </a:cubicBezTo>
                  <a:cubicBezTo>
                    <a:pt x="790" y="2777"/>
                    <a:pt x="843" y="2745"/>
                    <a:pt x="860" y="2670"/>
                  </a:cubicBezTo>
                  <a:cubicBezTo>
                    <a:pt x="944" y="2146"/>
                    <a:pt x="1185" y="1737"/>
                    <a:pt x="1657" y="1485"/>
                  </a:cubicBezTo>
                  <a:cubicBezTo>
                    <a:pt x="1741" y="1433"/>
                    <a:pt x="1762" y="1328"/>
                    <a:pt x="1688" y="1255"/>
                  </a:cubicBezTo>
                  <a:cubicBezTo>
                    <a:pt x="1363" y="940"/>
                    <a:pt x="954" y="625"/>
                    <a:pt x="902" y="143"/>
                  </a:cubicBezTo>
                  <a:cubicBezTo>
                    <a:pt x="902" y="101"/>
                    <a:pt x="881" y="59"/>
                    <a:pt x="849" y="38"/>
                  </a:cubicBezTo>
                  <a:cubicBezTo>
                    <a:pt x="829" y="13"/>
                    <a:pt x="802" y="0"/>
                    <a:pt x="7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600" bIns="66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8" name="Google Shape;3188;p19"/>
            <p:cNvSpPr/>
            <p:nvPr/>
          </p:nvSpPr>
          <p:spPr>
            <a:xfrm>
              <a:off x="8639640" y="4819320"/>
              <a:ext cx="99720" cy="14508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145080"/>
                <a:gd name="textAreaBottom" fmla="*/ 145440 h 145080"/>
              </a:gdLst>
              <a:ahLst/>
              <a:cxnLst/>
              <a:rect l="textAreaLeft" t="textAreaTop" r="textAreaRight" b="textAreaBottom"/>
              <a:pathLst>
                <a:path w="2088" h="3026">
                  <a:moveTo>
                    <a:pt x="1007" y="881"/>
                  </a:moveTo>
                  <a:cubicBezTo>
                    <a:pt x="1186" y="1112"/>
                    <a:pt x="1416" y="1300"/>
                    <a:pt x="1678" y="1426"/>
                  </a:cubicBezTo>
                  <a:cubicBezTo>
                    <a:pt x="1385" y="1646"/>
                    <a:pt x="1154" y="1940"/>
                    <a:pt x="1007" y="2276"/>
                  </a:cubicBezTo>
                  <a:cubicBezTo>
                    <a:pt x="934" y="1993"/>
                    <a:pt x="819" y="1741"/>
                    <a:pt x="577" y="1605"/>
                  </a:cubicBezTo>
                  <a:cubicBezTo>
                    <a:pt x="829" y="1447"/>
                    <a:pt x="986" y="1175"/>
                    <a:pt x="1007" y="881"/>
                  </a:cubicBezTo>
                  <a:close/>
                  <a:moveTo>
                    <a:pt x="773" y="0"/>
                  </a:moveTo>
                  <a:cubicBezTo>
                    <a:pt x="740" y="0"/>
                    <a:pt x="707" y="33"/>
                    <a:pt x="714" y="73"/>
                  </a:cubicBezTo>
                  <a:cubicBezTo>
                    <a:pt x="735" y="136"/>
                    <a:pt x="745" y="189"/>
                    <a:pt x="766" y="252"/>
                  </a:cubicBezTo>
                  <a:lnTo>
                    <a:pt x="766" y="262"/>
                  </a:lnTo>
                  <a:cubicBezTo>
                    <a:pt x="766" y="325"/>
                    <a:pt x="787" y="378"/>
                    <a:pt x="798" y="441"/>
                  </a:cubicBezTo>
                  <a:cubicBezTo>
                    <a:pt x="871" y="912"/>
                    <a:pt x="724" y="1332"/>
                    <a:pt x="158" y="1489"/>
                  </a:cubicBezTo>
                  <a:cubicBezTo>
                    <a:pt x="1" y="1531"/>
                    <a:pt x="32" y="1751"/>
                    <a:pt x="189" y="1762"/>
                  </a:cubicBezTo>
                  <a:cubicBezTo>
                    <a:pt x="787" y="1804"/>
                    <a:pt x="777" y="2485"/>
                    <a:pt x="871" y="2926"/>
                  </a:cubicBezTo>
                  <a:cubicBezTo>
                    <a:pt x="885" y="2995"/>
                    <a:pt x="935" y="3026"/>
                    <a:pt x="988" y="3026"/>
                  </a:cubicBezTo>
                  <a:cubicBezTo>
                    <a:pt x="1056" y="3026"/>
                    <a:pt x="1127" y="2976"/>
                    <a:pt x="1133" y="2894"/>
                  </a:cubicBezTo>
                  <a:cubicBezTo>
                    <a:pt x="1165" y="2286"/>
                    <a:pt x="1511" y="1846"/>
                    <a:pt x="1993" y="1500"/>
                  </a:cubicBezTo>
                  <a:cubicBezTo>
                    <a:pt x="2087" y="1437"/>
                    <a:pt x="2066" y="1300"/>
                    <a:pt x="1962" y="1269"/>
                  </a:cubicBezTo>
                  <a:cubicBezTo>
                    <a:pt x="1458" y="1070"/>
                    <a:pt x="1112" y="745"/>
                    <a:pt x="1007" y="199"/>
                  </a:cubicBezTo>
                  <a:cubicBezTo>
                    <a:pt x="999" y="139"/>
                    <a:pt x="947" y="100"/>
                    <a:pt x="894" y="100"/>
                  </a:cubicBezTo>
                  <a:cubicBezTo>
                    <a:pt x="883" y="100"/>
                    <a:pt x="871" y="101"/>
                    <a:pt x="860" y="105"/>
                  </a:cubicBezTo>
                  <a:cubicBezTo>
                    <a:pt x="850" y="84"/>
                    <a:pt x="839" y="53"/>
                    <a:pt x="819" y="32"/>
                  </a:cubicBezTo>
                  <a:cubicBezTo>
                    <a:pt x="808" y="10"/>
                    <a:pt x="790" y="0"/>
                    <a:pt x="77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720" bIns="72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9" name="Google Shape;3190;p20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0" name="PlaceHolder 1"/>
          <p:cNvSpPr>
            <a:spLocks noGrp="1"/>
          </p:cNvSpPr>
          <p:nvPr>
            <p:ph type="title"/>
          </p:nvPr>
        </p:nvSpPr>
        <p:spPr>
          <a:xfrm>
            <a:off x="714960" y="31176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501" name="Google Shape;3196;p20"/>
          <p:cNvGrpSpPr/>
          <p:nvPr/>
        </p:nvGrpSpPr>
        <p:grpSpPr>
          <a:xfrm>
            <a:off x="6880320" y="0"/>
            <a:ext cx="2309760" cy="513720"/>
            <a:chOff x="6880320" y="0"/>
            <a:chExt cx="2309760" cy="513720"/>
          </a:xfrm>
        </p:grpSpPr>
        <p:sp>
          <p:nvSpPr>
            <p:cNvPr id="2502" name="Google Shape;3197;p20"/>
            <p:cNvSpPr/>
            <p:nvPr/>
          </p:nvSpPr>
          <p:spPr>
            <a:xfrm>
              <a:off x="6880320" y="0"/>
              <a:ext cx="2309760" cy="202680"/>
            </a:xfrm>
            <a:custGeom>
              <a:avLst/>
              <a:gdLst>
                <a:gd name="textAreaLeft" fmla="*/ 0 w 2309760"/>
                <a:gd name="textAreaRight" fmla="*/ 2310120 w 2309760"/>
                <a:gd name="textAreaTop" fmla="*/ 0 h 202680"/>
                <a:gd name="textAreaBottom" fmla="*/ 203040 h 202680"/>
              </a:gdLst>
              <a:ahLst/>
              <a:cxnLst/>
              <a:rect l="textAreaLeft" t="textAreaTop" r="textAreaRight" b="textAreaBottom"/>
              <a:pathLst>
                <a:path w="30570" h="2685" fill="none">
                  <a:moveTo>
                    <a:pt x="0" y="1"/>
                  </a:moveTo>
                  <a:cubicBezTo>
                    <a:pt x="547" y="611"/>
                    <a:pt x="1431" y="804"/>
                    <a:pt x="2250" y="965"/>
                  </a:cubicBezTo>
                  <a:cubicBezTo>
                    <a:pt x="11604" y="2685"/>
                    <a:pt x="21312" y="2685"/>
                    <a:pt x="30570" y="531"/>
                  </a:cubicBezTo>
                </a:path>
              </a:pathLst>
            </a:custGeom>
            <a:noFill/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3" name="Google Shape;3198;p20"/>
            <p:cNvSpPr/>
            <p:nvPr/>
          </p:nvSpPr>
          <p:spPr>
            <a:xfrm>
              <a:off x="7515360" y="139680"/>
              <a:ext cx="389520" cy="34704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347040"/>
                <a:gd name="textAreaBottom" fmla="*/ 347400 h 347040"/>
              </a:gdLst>
              <a:ahLst/>
              <a:cxnLst/>
              <a:rect l="textAreaLeft" t="textAreaTop" r="textAreaRight" b="textAreaBottom"/>
              <a:pathLst>
                <a:path w="5160" h="4597">
                  <a:moveTo>
                    <a:pt x="0" y="0"/>
                  </a:moveTo>
                  <a:lnTo>
                    <a:pt x="2314" y="4597"/>
                  </a:lnTo>
                  <a:lnTo>
                    <a:pt x="5159" y="321"/>
                  </a:lnTo>
                  <a:cubicBezTo>
                    <a:pt x="3439" y="273"/>
                    <a:pt x="1720" y="16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4" name="Google Shape;3199;p20"/>
            <p:cNvSpPr/>
            <p:nvPr/>
          </p:nvSpPr>
          <p:spPr>
            <a:xfrm>
              <a:off x="8018280" y="151920"/>
              <a:ext cx="414000" cy="361800"/>
            </a:xfrm>
            <a:custGeom>
              <a:avLst/>
              <a:gdLst>
                <a:gd name="textAreaLeft" fmla="*/ 0 w 414000"/>
                <a:gd name="textAreaRight" fmla="*/ 414360 w 414000"/>
                <a:gd name="textAreaTop" fmla="*/ 0 h 361800"/>
                <a:gd name="textAreaBottom" fmla="*/ 362160 h 361800"/>
              </a:gdLst>
              <a:ahLst/>
              <a:cxnLst/>
              <a:rect l="textAreaLeft" t="textAreaTop" r="textAreaRight" b="textAreaBottom"/>
              <a:pathLst>
                <a:path w="5482" h="4791">
                  <a:moveTo>
                    <a:pt x="5482" y="1"/>
                  </a:moveTo>
                  <a:lnTo>
                    <a:pt x="5482" y="1"/>
                  </a:lnTo>
                  <a:cubicBezTo>
                    <a:pt x="3849" y="116"/>
                    <a:pt x="2203" y="180"/>
                    <a:pt x="556" y="180"/>
                  </a:cubicBezTo>
                  <a:cubicBezTo>
                    <a:pt x="371" y="180"/>
                    <a:pt x="186" y="179"/>
                    <a:pt x="1" y="178"/>
                  </a:cubicBezTo>
                  <a:lnTo>
                    <a:pt x="1" y="178"/>
                  </a:lnTo>
                  <a:lnTo>
                    <a:pt x="2926" y="4790"/>
                  </a:lnTo>
                  <a:lnTo>
                    <a:pt x="5482" y="1"/>
                  </a:lnTo>
                  <a:close/>
                </a:path>
              </a:pathLst>
            </a:custGeom>
            <a:solidFill>
              <a:schemeClr val="lt1"/>
            </a:solidFill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5" name="Google Shape;3200;p20"/>
            <p:cNvSpPr/>
            <p:nvPr/>
          </p:nvSpPr>
          <p:spPr>
            <a:xfrm>
              <a:off x="7030800" y="69120"/>
              <a:ext cx="385920" cy="39312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93120"/>
                <a:gd name="textAreaBottom" fmla="*/ 393480 h 393120"/>
              </a:gdLst>
              <a:ahLst/>
              <a:cxnLst/>
              <a:rect l="textAreaLeft" t="textAreaTop" r="textAreaRight" b="textAreaBottom"/>
              <a:pathLst>
                <a:path w="5112" h="5209">
                  <a:moveTo>
                    <a:pt x="0" y="1"/>
                  </a:moveTo>
                  <a:lnTo>
                    <a:pt x="2893" y="5208"/>
                  </a:lnTo>
                  <a:lnTo>
                    <a:pt x="5111" y="788"/>
                  </a:lnTo>
                  <a:cubicBezTo>
                    <a:pt x="3440" y="579"/>
                    <a:pt x="1784" y="338"/>
                    <a:pt x="129" y="3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6" name="Google Shape;3201;p20"/>
            <p:cNvSpPr/>
            <p:nvPr/>
          </p:nvSpPr>
          <p:spPr>
            <a:xfrm>
              <a:off x="8524800" y="93600"/>
              <a:ext cx="385920" cy="37620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76200"/>
                <a:gd name="textAreaBottom" fmla="*/ 376560 h 376200"/>
              </a:gdLst>
              <a:ahLst/>
              <a:cxnLst/>
              <a:rect l="textAreaLeft" t="textAreaTop" r="textAreaRight" b="textAreaBottom"/>
              <a:pathLst>
                <a:path w="5112" h="4983">
                  <a:moveTo>
                    <a:pt x="5111" y="0"/>
                  </a:moveTo>
                  <a:lnTo>
                    <a:pt x="5111" y="0"/>
                  </a:lnTo>
                  <a:cubicBezTo>
                    <a:pt x="3423" y="290"/>
                    <a:pt x="1704" y="515"/>
                    <a:pt x="0" y="675"/>
                  </a:cubicBezTo>
                  <a:lnTo>
                    <a:pt x="2700" y="4983"/>
                  </a:lnTo>
                  <a:lnTo>
                    <a:pt x="5111" y="0"/>
                  </a:lnTo>
                  <a:close/>
                </a:path>
              </a:pathLst>
            </a:custGeom>
            <a:solidFill>
              <a:schemeClr val="lt1"/>
            </a:solidFill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07" name="Google Shape;3202;p20"/>
          <p:cNvGrpSpPr/>
          <p:nvPr/>
        </p:nvGrpSpPr>
        <p:grpSpPr>
          <a:xfrm>
            <a:off x="157320" y="3940920"/>
            <a:ext cx="420120" cy="513720"/>
            <a:chOff x="157320" y="3940920"/>
            <a:chExt cx="420120" cy="513720"/>
          </a:xfrm>
        </p:grpSpPr>
        <p:sp>
          <p:nvSpPr>
            <p:cNvPr id="2508" name="Google Shape;3203;p20"/>
            <p:cNvSpPr/>
            <p:nvPr/>
          </p:nvSpPr>
          <p:spPr>
            <a:xfrm>
              <a:off x="178560" y="4017960"/>
              <a:ext cx="317520" cy="35820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6912" h="7795">
                  <a:moveTo>
                    <a:pt x="3126" y="876"/>
                  </a:moveTo>
                  <a:lnTo>
                    <a:pt x="3126" y="876"/>
                  </a:lnTo>
                  <a:cubicBezTo>
                    <a:pt x="3870" y="1935"/>
                    <a:pt x="5066" y="2711"/>
                    <a:pt x="6293" y="3109"/>
                  </a:cubicBezTo>
                  <a:cubicBezTo>
                    <a:pt x="4898" y="3917"/>
                    <a:pt x="3828" y="5217"/>
                    <a:pt x="3440" y="6780"/>
                  </a:cubicBezTo>
                  <a:cubicBezTo>
                    <a:pt x="3073" y="5511"/>
                    <a:pt x="2297" y="4252"/>
                    <a:pt x="1060" y="3875"/>
                  </a:cubicBezTo>
                  <a:cubicBezTo>
                    <a:pt x="2308" y="3361"/>
                    <a:pt x="3482" y="2082"/>
                    <a:pt x="3126" y="876"/>
                  </a:cubicBezTo>
                  <a:close/>
                  <a:moveTo>
                    <a:pt x="2895" y="1"/>
                  </a:moveTo>
                  <a:cubicBezTo>
                    <a:pt x="2812" y="1"/>
                    <a:pt x="2724" y="78"/>
                    <a:pt x="2738" y="173"/>
                  </a:cubicBezTo>
                  <a:cubicBezTo>
                    <a:pt x="2696" y="131"/>
                    <a:pt x="2654" y="79"/>
                    <a:pt x="2612" y="26"/>
                  </a:cubicBezTo>
                  <a:cubicBezTo>
                    <a:pt x="2591" y="10"/>
                    <a:pt x="2569" y="3"/>
                    <a:pt x="2548" y="3"/>
                  </a:cubicBezTo>
                  <a:cubicBezTo>
                    <a:pt x="2476" y="3"/>
                    <a:pt x="2418" y="89"/>
                    <a:pt x="2475" y="163"/>
                  </a:cubicBezTo>
                  <a:cubicBezTo>
                    <a:pt x="3776" y="1736"/>
                    <a:pt x="1825" y="3571"/>
                    <a:pt x="221" y="3749"/>
                  </a:cubicBezTo>
                  <a:cubicBezTo>
                    <a:pt x="11" y="3770"/>
                    <a:pt x="1" y="4095"/>
                    <a:pt x="221" y="4095"/>
                  </a:cubicBezTo>
                  <a:cubicBezTo>
                    <a:pt x="249" y="4094"/>
                    <a:pt x="277" y="4094"/>
                    <a:pt x="305" y="4094"/>
                  </a:cubicBezTo>
                  <a:cubicBezTo>
                    <a:pt x="2126" y="4094"/>
                    <a:pt x="3056" y="6111"/>
                    <a:pt x="3304" y="7671"/>
                  </a:cubicBezTo>
                  <a:cubicBezTo>
                    <a:pt x="3317" y="7757"/>
                    <a:pt x="3378" y="7794"/>
                    <a:pt x="3443" y="7794"/>
                  </a:cubicBezTo>
                  <a:cubicBezTo>
                    <a:pt x="3529" y="7794"/>
                    <a:pt x="3623" y="7730"/>
                    <a:pt x="3629" y="7629"/>
                  </a:cubicBezTo>
                  <a:cubicBezTo>
                    <a:pt x="3786" y="5679"/>
                    <a:pt x="5087" y="4074"/>
                    <a:pt x="6785" y="3193"/>
                  </a:cubicBezTo>
                  <a:cubicBezTo>
                    <a:pt x="6911" y="3120"/>
                    <a:pt x="6890" y="2942"/>
                    <a:pt x="6754" y="2889"/>
                  </a:cubicBezTo>
                  <a:cubicBezTo>
                    <a:pt x="5223" y="2501"/>
                    <a:pt x="3744" y="1505"/>
                    <a:pt x="3010" y="79"/>
                  </a:cubicBezTo>
                  <a:cubicBezTo>
                    <a:pt x="2984" y="23"/>
                    <a:pt x="2940" y="1"/>
                    <a:pt x="28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9" name="Google Shape;3204;p20"/>
            <p:cNvSpPr/>
            <p:nvPr/>
          </p:nvSpPr>
          <p:spPr>
            <a:xfrm>
              <a:off x="376560" y="3940920"/>
              <a:ext cx="127440" cy="12024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2779" h="2624">
                  <a:moveTo>
                    <a:pt x="1070" y="671"/>
                  </a:moveTo>
                  <a:cubicBezTo>
                    <a:pt x="1363" y="954"/>
                    <a:pt x="1741" y="1132"/>
                    <a:pt x="2139" y="1185"/>
                  </a:cubicBezTo>
                  <a:cubicBezTo>
                    <a:pt x="1877" y="1426"/>
                    <a:pt x="1709" y="1751"/>
                    <a:pt x="1667" y="2107"/>
                  </a:cubicBezTo>
                  <a:lnTo>
                    <a:pt x="1667" y="2097"/>
                  </a:lnTo>
                  <a:cubicBezTo>
                    <a:pt x="1353" y="1866"/>
                    <a:pt x="975" y="1730"/>
                    <a:pt x="577" y="1719"/>
                  </a:cubicBezTo>
                  <a:cubicBezTo>
                    <a:pt x="849" y="1405"/>
                    <a:pt x="1070" y="1048"/>
                    <a:pt x="1070" y="671"/>
                  </a:cubicBezTo>
                  <a:close/>
                  <a:moveTo>
                    <a:pt x="792" y="0"/>
                  </a:moveTo>
                  <a:cubicBezTo>
                    <a:pt x="730" y="0"/>
                    <a:pt x="674" y="63"/>
                    <a:pt x="703" y="136"/>
                  </a:cubicBezTo>
                  <a:cubicBezTo>
                    <a:pt x="1038" y="807"/>
                    <a:pt x="587" y="1342"/>
                    <a:pt x="94" y="1772"/>
                  </a:cubicBezTo>
                  <a:cubicBezTo>
                    <a:pt x="0" y="1877"/>
                    <a:pt x="74" y="2034"/>
                    <a:pt x="210" y="2034"/>
                  </a:cubicBezTo>
                  <a:cubicBezTo>
                    <a:pt x="283" y="2029"/>
                    <a:pt x="355" y="2026"/>
                    <a:pt x="425" y="2026"/>
                  </a:cubicBezTo>
                  <a:cubicBezTo>
                    <a:pt x="925" y="2026"/>
                    <a:pt x="1371" y="2165"/>
                    <a:pt x="1720" y="2569"/>
                  </a:cubicBezTo>
                  <a:cubicBezTo>
                    <a:pt x="1752" y="2607"/>
                    <a:pt x="1789" y="2623"/>
                    <a:pt x="1825" y="2623"/>
                  </a:cubicBezTo>
                  <a:cubicBezTo>
                    <a:pt x="1915" y="2623"/>
                    <a:pt x="1997" y="2520"/>
                    <a:pt x="1982" y="2422"/>
                  </a:cubicBezTo>
                  <a:cubicBezTo>
                    <a:pt x="1909" y="1929"/>
                    <a:pt x="2160" y="1436"/>
                    <a:pt x="2622" y="1216"/>
                  </a:cubicBezTo>
                  <a:cubicBezTo>
                    <a:pt x="2779" y="1174"/>
                    <a:pt x="2758" y="933"/>
                    <a:pt x="2580" y="922"/>
                  </a:cubicBezTo>
                  <a:cubicBezTo>
                    <a:pt x="1993" y="901"/>
                    <a:pt x="1332" y="713"/>
                    <a:pt x="1080" y="136"/>
                  </a:cubicBezTo>
                  <a:cubicBezTo>
                    <a:pt x="1060" y="88"/>
                    <a:pt x="1016" y="62"/>
                    <a:pt x="971" y="62"/>
                  </a:cubicBezTo>
                  <a:cubicBezTo>
                    <a:pt x="948" y="62"/>
                    <a:pt x="924" y="69"/>
                    <a:pt x="902" y="83"/>
                  </a:cubicBezTo>
                  <a:cubicBezTo>
                    <a:pt x="891" y="73"/>
                    <a:pt x="881" y="52"/>
                    <a:pt x="870" y="42"/>
                  </a:cubicBezTo>
                  <a:cubicBezTo>
                    <a:pt x="848" y="13"/>
                    <a:pt x="820" y="0"/>
                    <a:pt x="79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0" name="Google Shape;3205;p20"/>
            <p:cNvSpPr/>
            <p:nvPr/>
          </p:nvSpPr>
          <p:spPr>
            <a:xfrm>
              <a:off x="157320" y="4253760"/>
              <a:ext cx="89280" cy="1130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1951" h="2465">
                  <a:moveTo>
                    <a:pt x="1049" y="664"/>
                  </a:moveTo>
                  <a:cubicBezTo>
                    <a:pt x="1112" y="937"/>
                    <a:pt x="1280" y="1167"/>
                    <a:pt x="1510" y="1335"/>
                  </a:cubicBezTo>
                  <a:cubicBezTo>
                    <a:pt x="1280" y="1440"/>
                    <a:pt x="1070" y="1597"/>
                    <a:pt x="913" y="1807"/>
                  </a:cubicBezTo>
                  <a:cubicBezTo>
                    <a:pt x="860" y="1513"/>
                    <a:pt x="661" y="1283"/>
                    <a:pt x="399" y="1157"/>
                  </a:cubicBezTo>
                  <a:cubicBezTo>
                    <a:pt x="671" y="1094"/>
                    <a:pt x="913" y="916"/>
                    <a:pt x="1049" y="664"/>
                  </a:cubicBezTo>
                  <a:close/>
                  <a:moveTo>
                    <a:pt x="1086" y="1"/>
                  </a:moveTo>
                  <a:cubicBezTo>
                    <a:pt x="1025" y="1"/>
                    <a:pt x="965" y="40"/>
                    <a:pt x="965" y="119"/>
                  </a:cubicBezTo>
                  <a:cubicBezTo>
                    <a:pt x="944" y="632"/>
                    <a:pt x="640" y="1031"/>
                    <a:pt x="105" y="1041"/>
                  </a:cubicBezTo>
                  <a:cubicBezTo>
                    <a:pt x="32" y="1041"/>
                    <a:pt x="0" y="1125"/>
                    <a:pt x="53" y="1167"/>
                  </a:cubicBezTo>
                  <a:cubicBezTo>
                    <a:pt x="0" y="1241"/>
                    <a:pt x="42" y="1346"/>
                    <a:pt x="126" y="1356"/>
                  </a:cubicBezTo>
                  <a:cubicBezTo>
                    <a:pt x="629" y="1440"/>
                    <a:pt x="724" y="1891"/>
                    <a:pt x="724" y="2331"/>
                  </a:cubicBezTo>
                  <a:cubicBezTo>
                    <a:pt x="724" y="2420"/>
                    <a:pt x="789" y="2465"/>
                    <a:pt x="855" y="2465"/>
                  </a:cubicBezTo>
                  <a:cubicBezTo>
                    <a:pt x="920" y="2465"/>
                    <a:pt x="986" y="2420"/>
                    <a:pt x="986" y="2331"/>
                  </a:cubicBezTo>
                  <a:cubicBezTo>
                    <a:pt x="1028" y="1859"/>
                    <a:pt x="1458" y="1629"/>
                    <a:pt x="1856" y="1450"/>
                  </a:cubicBezTo>
                  <a:cubicBezTo>
                    <a:pt x="1951" y="1398"/>
                    <a:pt x="1898" y="1251"/>
                    <a:pt x="1814" y="1220"/>
                  </a:cubicBezTo>
                  <a:cubicBezTo>
                    <a:pt x="1343" y="1031"/>
                    <a:pt x="1217" y="580"/>
                    <a:pt x="1206" y="119"/>
                  </a:cubicBezTo>
                  <a:cubicBezTo>
                    <a:pt x="1206" y="40"/>
                    <a:pt x="1146" y="1"/>
                    <a:pt x="10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1" name="Google Shape;3206;p20"/>
            <p:cNvSpPr/>
            <p:nvPr/>
          </p:nvSpPr>
          <p:spPr>
            <a:xfrm>
              <a:off x="500760" y="4032720"/>
              <a:ext cx="76680" cy="5616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56160"/>
                <a:gd name="textAreaBottom" fmla="*/ 56520 h 56160"/>
              </a:gdLst>
              <a:ahLst/>
              <a:cxnLst/>
              <a:rect l="textAreaLeft" t="textAreaTop" r="textAreaRight" b="textAreaBottom"/>
              <a:pathLst>
                <a:path w="1674" h="1227">
                  <a:moveTo>
                    <a:pt x="527" y="268"/>
                  </a:moveTo>
                  <a:lnTo>
                    <a:pt x="527" y="268"/>
                  </a:lnTo>
                  <a:cubicBezTo>
                    <a:pt x="672" y="376"/>
                    <a:pt x="847" y="410"/>
                    <a:pt x="1028" y="410"/>
                  </a:cubicBezTo>
                  <a:cubicBezTo>
                    <a:pt x="1108" y="410"/>
                    <a:pt x="1190" y="403"/>
                    <a:pt x="1271" y="394"/>
                  </a:cubicBezTo>
                  <a:lnTo>
                    <a:pt x="1271" y="394"/>
                  </a:lnTo>
                  <a:cubicBezTo>
                    <a:pt x="1198" y="551"/>
                    <a:pt x="1177" y="740"/>
                    <a:pt x="1198" y="918"/>
                  </a:cubicBezTo>
                  <a:cubicBezTo>
                    <a:pt x="1067" y="881"/>
                    <a:pt x="936" y="863"/>
                    <a:pt x="806" y="863"/>
                  </a:cubicBezTo>
                  <a:cubicBezTo>
                    <a:pt x="676" y="863"/>
                    <a:pt x="548" y="881"/>
                    <a:pt x="422" y="918"/>
                  </a:cubicBezTo>
                  <a:cubicBezTo>
                    <a:pt x="516" y="719"/>
                    <a:pt x="558" y="488"/>
                    <a:pt x="527" y="268"/>
                  </a:cubicBezTo>
                  <a:close/>
                  <a:moveTo>
                    <a:pt x="509" y="1"/>
                  </a:moveTo>
                  <a:cubicBezTo>
                    <a:pt x="480" y="1"/>
                    <a:pt x="451" y="17"/>
                    <a:pt x="433" y="47"/>
                  </a:cubicBezTo>
                  <a:cubicBezTo>
                    <a:pt x="421" y="42"/>
                    <a:pt x="409" y="39"/>
                    <a:pt x="398" y="39"/>
                  </a:cubicBezTo>
                  <a:cubicBezTo>
                    <a:pt x="349" y="39"/>
                    <a:pt x="309" y="90"/>
                    <a:pt x="317" y="142"/>
                  </a:cubicBezTo>
                  <a:cubicBezTo>
                    <a:pt x="391" y="456"/>
                    <a:pt x="307" y="782"/>
                    <a:pt x="86" y="1023"/>
                  </a:cubicBezTo>
                  <a:cubicBezTo>
                    <a:pt x="1" y="1099"/>
                    <a:pt x="62" y="1226"/>
                    <a:pt x="167" y="1226"/>
                  </a:cubicBezTo>
                  <a:cubicBezTo>
                    <a:pt x="178" y="1226"/>
                    <a:pt x="190" y="1225"/>
                    <a:pt x="202" y="1222"/>
                  </a:cubicBezTo>
                  <a:cubicBezTo>
                    <a:pt x="416" y="1161"/>
                    <a:pt x="619" y="1103"/>
                    <a:pt x="824" y="1103"/>
                  </a:cubicBezTo>
                  <a:cubicBezTo>
                    <a:pt x="971" y="1103"/>
                    <a:pt x="1118" y="1133"/>
                    <a:pt x="1271" y="1211"/>
                  </a:cubicBezTo>
                  <a:cubicBezTo>
                    <a:pt x="1288" y="1220"/>
                    <a:pt x="1305" y="1223"/>
                    <a:pt x="1322" y="1223"/>
                  </a:cubicBezTo>
                  <a:cubicBezTo>
                    <a:pt x="1392" y="1223"/>
                    <a:pt x="1456" y="1159"/>
                    <a:pt x="1439" y="1075"/>
                  </a:cubicBezTo>
                  <a:cubicBezTo>
                    <a:pt x="1397" y="771"/>
                    <a:pt x="1408" y="551"/>
                    <a:pt x="1607" y="299"/>
                  </a:cubicBezTo>
                  <a:cubicBezTo>
                    <a:pt x="1674" y="213"/>
                    <a:pt x="1575" y="118"/>
                    <a:pt x="1494" y="118"/>
                  </a:cubicBezTo>
                  <a:cubicBezTo>
                    <a:pt x="1486" y="118"/>
                    <a:pt x="1478" y="119"/>
                    <a:pt x="1471" y="121"/>
                  </a:cubicBezTo>
                  <a:cubicBezTo>
                    <a:pt x="1331" y="144"/>
                    <a:pt x="1192" y="165"/>
                    <a:pt x="1057" y="165"/>
                  </a:cubicBezTo>
                  <a:cubicBezTo>
                    <a:pt x="886" y="165"/>
                    <a:pt x="721" y="132"/>
                    <a:pt x="569" y="26"/>
                  </a:cubicBezTo>
                  <a:cubicBezTo>
                    <a:pt x="551" y="9"/>
                    <a:pt x="530" y="1"/>
                    <a:pt x="50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2" name="Google Shape;3207;p20"/>
            <p:cNvSpPr/>
            <p:nvPr/>
          </p:nvSpPr>
          <p:spPr>
            <a:xfrm>
              <a:off x="218160" y="4374360"/>
              <a:ext cx="90360" cy="8028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1972" h="1754">
                  <a:moveTo>
                    <a:pt x="955" y="377"/>
                  </a:moveTo>
                  <a:cubicBezTo>
                    <a:pt x="1039" y="629"/>
                    <a:pt x="1206" y="838"/>
                    <a:pt x="1427" y="975"/>
                  </a:cubicBezTo>
                  <a:cubicBezTo>
                    <a:pt x="1227" y="1017"/>
                    <a:pt x="1049" y="1132"/>
                    <a:pt x="923" y="1300"/>
                  </a:cubicBezTo>
                  <a:cubicBezTo>
                    <a:pt x="829" y="1111"/>
                    <a:pt x="693" y="954"/>
                    <a:pt x="514" y="838"/>
                  </a:cubicBezTo>
                  <a:cubicBezTo>
                    <a:pt x="714" y="733"/>
                    <a:pt x="871" y="576"/>
                    <a:pt x="955" y="377"/>
                  </a:cubicBezTo>
                  <a:close/>
                  <a:moveTo>
                    <a:pt x="984" y="0"/>
                  </a:moveTo>
                  <a:cubicBezTo>
                    <a:pt x="958" y="0"/>
                    <a:pt x="933" y="14"/>
                    <a:pt x="923" y="41"/>
                  </a:cubicBezTo>
                  <a:cubicBezTo>
                    <a:pt x="818" y="461"/>
                    <a:pt x="546" y="629"/>
                    <a:pt x="137" y="681"/>
                  </a:cubicBezTo>
                  <a:cubicBezTo>
                    <a:pt x="1" y="702"/>
                    <a:pt x="22" y="901"/>
                    <a:pt x="137" y="943"/>
                  </a:cubicBezTo>
                  <a:cubicBezTo>
                    <a:pt x="483" y="1059"/>
                    <a:pt x="682" y="1331"/>
                    <a:pt x="798" y="1667"/>
                  </a:cubicBezTo>
                  <a:cubicBezTo>
                    <a:pt x="819" y="1722"/>
                    <a:pt x="881" y="1753"/>
                    <a:pt x="939" y="1753"/>
                  </a:cubicBezTo>
                  <a:cubicBezTo>
                    <a:pt x="991" y="1753"/>
                    <a:pt x="1039" y="1727"/>
                    <a:pt x="1049" y="1667"/>
                  </a:cubicBezTo>
                  <a:cubicBezTo>
                    <a:pt x="1123" y="1300"/>
                    <a:pt x="1458" y="1184"/>
                    <a:pt x="1794" y="1174"/>
                  </a:cubicBezTo>
                  <a:cubicBezTo>
                    <a:pt x="1909" y="1163"/>
                    <a:pt x="1972" y="985"/>
                    <a:pt x="1867" y="933"/>
                  </a:cubicBezTo>
                  <a:cubicBezTo>
                    <a:pt x="1511" y="796"/>
                    <a:pt x="1248" y="503"/>
                    <a:pt x="1144" y="146"/>
                  </a:cubicBezTo>
                  <a:cubicBezTo>
                    <a:pt x="1133" y="104"/>
                    <a:pt x="1091" y="73"/>
                    <a:pt x="1049" y="73"/>
                  </a:cubicBezTo>
                  <a:lnTo>
                    <a:pt x="1049" y="62"/>
                  </a:lnTo>
                  <a:cubicBezTo>
                    <a:pt x="1049" y="21"/>
                    <a:pt x="1017" y="0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13" name="Google Shape;3208;p20"/>
          <p:cNvSpPr/>
          <p:nvPr/>
        </p:nvSpPr>
        <p:spPr>
          <a:xfrm flipH="1">
            <a:off x="8726040" y="1054080"/>
            <a:ext cx="63000" cy="55800"/>
          </a:xfrm>
          <a:custGeom>
            <a:avLst/>
            <a:gdLst>
              <a:gd name="textAreaLeft" fmla="*/ -360 w 63000"/>
              <a:gd name="textAreaRight" fmla="*/ 6300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14" name="Google Shape;3209;p20"/>
          <p:cNvSpPr/>
          <p:nvPr/>
        </p:nvSpPr>
        <p:spPr>
          <a:xfrm flipH="1">
            <a:off x="8613360" y="3405960"/>
            <a:ext cx="58320" cy="54720"/>
          </a:xfrm>
          <a:custGeom>
            <a:avLst/>
            <a:gdLst>
              <a:gd name="textAreaLeft" fmla="*/ 360 w 58320"/>
              <a:gd name="textAreaRight" fmla="*/ 5904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15" name="Google Shape;3210;p20"/>
          <p:cNvSpPr/>
          <p:nvPr/>
        </p:nvSpPr>
        <p:spPr>
          <a:xfrm flipH="1">
            <a:off x="7454520" y="369000"/>
            <a:ext cx="273600" cy="542160"/>
          </a:xfrm>
          <a:custGeom>
            <a:avLst/>
            <a:gdLst>
              <a:gd name="textAreaLeft" fmla="*/ 360 w 273600"/>
              <a:gd name="textAreaRight" fmla="*/ 27432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16" name="Google Shape;3211;p20"/>
          <p:cNvSpPr/>
          <p:nvPr/>
        </p:nvSpPr>
        <p:spPr>
          <a:xfrm flipH="1">
            <a:off x="701280" y="4533840"/>
            <a:ext cx="158760" cy="262440"/>
          </a:xfrm>
          <a:custGeom>
            <a:avLst/>
            <a:gdLst>
              <a:gd name="textAreaLeft" fmla="*/ -360 w 158760"/>
              <a:gd name="textAreaRight" fmla="*/ 15876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17" name="Google Shape;3212;p20"/>
          <p:cNvSpPr/>
          <p:nvPr/>
        </p:nvSpPr>
        <p:spPr>
          <a:xfrm flipH="1">
            <a:off x="613080" y="924120"/>
            <a:ext cx="43560" cy="36000"/>
          </a:xfrm>
          <a:custGeom>
            <a:avLst/>
            <a:gdLst>
              <a:gd name="textAreaLeft" fmla="*/ -360 w 43560"/>
              <a:gd name="textAreaRight" fmla="*/ 4356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18" name="Google Shape;3213;p20"/>
          <p:cNvSpPr/>
          <p:nvPr/>
        </p:nvSpPr>
        <p:spPr>
          <a:xfrm flipH="1">
            <a:off x="6707160" y="15336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19" name="Google Shape;3214;p20"/>
          <p:cNvSpPr/>
          <p:nvPr/>
        </p:nvSpPr>
        <p:spPr>
          <a:xfrm flipH="1">
            <a:off x="8672040" y="238752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0" name="Google Shape;3215;p20"/>
          <p:cNvSpPr/>
          <p:nvPr/>
        </p:nvSpPr>
        <p:spPr>
          <a:xfrm flipH="1">
            <a:off x="3512880" y="200160"/>
            <a:ext cx="39240" cy="33480"/>
          </a:xfrm>
          <a:custGeom>
            <a:avLst/>
            <a:gdLst>
              <a:gd name="textAreaLeft" fmla="*/ -360 w 39240"/>
              <a:gd name="textAreaRight" fmla="*/ 3924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1" name="Google Shape;3216;p20"/>
          <p:cNvSpPr/>
          <p:nvPr/>
        </p:nvSpPr>
        <p:spPr>
          <a:xfrm flipH="1">
            <a:off x="761040" y="2903400"/>
            <a:ext cx="40320" cy="31320"/>
          </a:xfrm>
          <a:custGeom>
            <a:avLst/>
            <a:gdLst>
              <a:gd name="textAreaLeft" fmla="*/ 360 w 40320"/>
              <a:gd name="textAreaRight" fmla="*/ 4104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2" name="Google Shape;3217;p20"/>
          <p:cNvSpPr/>
          <p:nvPr/>
        </p:nvSpPr>
        <p:spPr>
          <a:xfrm flipH="1">
            <a:off x="8737920" y="4591080"/>
            <a:ext cx="40320" cy="32400"/>
          </a:xfrm>
          <a:custGeom>
            <a:avLst/>
            <a:gdLst>
              <a:gd name="textAreaLeft" fmla="*/ 360 w 40320"/>
              <a:gd name="textAreaRight" fmla="*/ 4104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3" name="Google Shape;3218;p20"/>
          <p:cNvSpPr/>
          <p:nvPr/>
        </p:nvSpPr>
        <p:spPr>
          <a:xfrm flipH="1">
            <a:off x="7928280" y="216720"/>
            <a:ext cx="44640" cy="28800"/>
          </a:xfrm>
          <a:custGeom>
            <a:avLst/>
            <a:gdLst>
              <a:gd name="textAreaLeft" fmla="*/ 360 w 44640"/>
              <a:gd name="textAreaRight" fmla="*/ 4536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4" name="Google Shape;3219;p20"/>
          <p:cNvSpPr/>
          <p:nvPr/>
        </p:nvSpPr>
        <p:spPr>
          <a:xfrm flipH="1">
            <a:off x="8431560" y="152280"/>
            <a:ext cx="39240" cy="34560"/>
          </a:xfrm>
          <a:custGeom>
            <a:avLst/>
            <a:gdLst>
              <a:gd name="textAreaLeft" fmla="*/ -360 w 39240"/>
              <a:gd name="textAreaRight" fmla="*/ 3924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5" name="Google Shape;3220;p20"/>
          <p:cNvSpPr/>
          <p:nvPr/>
        </p:nvSpPr>
        <p:spPr>
          <a:xfrm flipH="1">
            <a:off x="8241840" y="842040"/>
            <a:ext cx="42480" cy="37800"/>
          </a:xfrm>
          <a:custGeom>
            <a:avLst/>
            <a:gdLst>
              <a:gd name="textAreaLeft" fmla="*/ 360 w 42480"/>
              <a:gd name="textAreaRight" fmla="*/ 4320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6" name="Google Shape;3221;p20"/>
          <p:cNvSpPr/>
          <p:nvPr/>
        </p:nvSpPr>
        <p:spPr>
          <a:xfrm flipH="1">
            <a:off x="9103320" y="44496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7" name="Google Shape;3222;p20"/>
          <p:cNvSpPr/>
          <p:nvPr/>
        </p:nvSpPr>
        <p:spPr>
          <a:xfrm flipH="1">
            <a:off x="263520" y="2550240"/>
            <a:ext cx="30240" cy="42840"/>
          </a:xfrm>
          <a:custGeom>
            <a:avLst/>
            <a:gdLst>
              <a:gd name="textAreaLeft" fmla="*/ 360 w 30240"/>
              <a:gd name="textAreaRight" fmla="*/ 3096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8" name="Google Shape;3223;p20"/>
          <p:cNvSpPr/>
          <p:nvPr/>
        </p:nvSpPr>
        <p:spPr>
          <a:xfrm flipH="1">
            <a:off x="624240" y="151560"/>
            <a:ext cx="35640" cy="36360"/>
          </a:xfrm>
          <a:custGeom>
            <a:avLst/>
            <a:gdLst>
              <a:gd name="textAreaLeft" fmla="*/ -360 w 35640"/>
              <a:gd name="textAreaRight" fmla="*/ 3564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29" name="Google Shape;3224;p20"/>
          <p:cNvSpPr/>
          <p:nvPr/>
        </p:nvSpPr>
        <p:spPr>
          <a:xfrm flipH="1">
            <a:off x="5309280" y="67320"/>
            <a:ext cx="33480" cy="35280"/>
          </a:xfrm>
          <a:custGeom>
            <a:avLst/>
            <a:gdLst>
              <a:gd name="textAreaLeft" fmla="*/ -360 w 33480"/>
              <a:gd name="textAreaRight" fmla="*/ 3348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30" name="Google Shape;3225;p20"/>
          <p:cNvSpPr/>
          <p:nvPr/>
        </p:nvSpPr>
        <p:spPr>
          <a:xfrm flipH="1">
            <a:off x="145440" y="1404720"/>
            <a:ext cx="43560" cy="33120"/>
          </a:xfrm>
          <a:custGeom>
            <a:avLst/>
            <a:gdLst>
              <a:gd name="textAreaLeft" fmla="*/ -360 w 43560"/>
              <a:gd name="textAreaRight" fmla="*/ 4356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31" name="Google Shape;3226;p20"/>
          <p:cNvSpPr/>
          <p:nvPr/>
        </p:nvSpPr>
        <p:spPr>
          <a:xfrm flipH="1">
            <a:off x="344880" y="3405960"/>
            <a:ext cx="43560" cy="36000"/>
          </a:xfrm>
          <a:custGeom>
            <a:avLst/>
            <a:gdLst>
              <a:gd name="textAreaLeft" fmla="*/ -360 w 43560"/>
              <a:gd name="textAreaRight" fmla="*/ 4356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32" name="Google Shape;3227;p20"/>
          <p:cNvSpPr/>
          <p:nvPr/>
        </p:nvSpPr>
        <p:spPr>
          <a:xfrm flipH="1">
            <a:off x="1726560" y="33840"/>
            <a:ext cx="41400" cy="33120"/>
          </a:xfrm>
          <a:custGeom>
            <a:avLst/>
            <a:gdLst>
              <a:gd name="textAreaLeft" fmla="*/ -360 w 41400"/>
              <a:gd name="textAreaRight" fmla="*/ 4140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33" name="Google Shape;3228;p20"/>
          <p:cNvSpPr/>
          <p:nvPr/>
        </p:nvSpPr>
        <p:spPr>
          <a:xfrm flipH="1">
            <a:off x="9010080" y="2771640"/>
            <a:ext cx="41400" cy="31320"/>
          </a:xfrm>
          <a:custGeom>
            <a:avLst/>
            <a:gdLst>
              <a:gd name="textAreaLeft" fmla="*/ -360 w 41400"/>
              <a:gd name="textAreaRight" fmla="*/ 4140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34" name="Google Shape;3229;p20"/>
          <p:cNvSpPr/>
          <p:nvPr/>
        </p:nvSpPr>
        <p:spPr>
          <a:xfrm flipH="1">
            <a:off x="8778600" y="1756800"/>
            <a:ext cx="38160" cy="37440"/>
          </a:xfrm>
          <a:custGeom>
            <a:avLst/>
            <a:gdLst>
              <a:gd name="textAreaLeft" fmla="*/ 360 w 38160"/>
              <a:gd name="textAreaRight" fmla="*/ 3888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5" name="Google Shape;58;p3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6" name="PlaceHolder 1"/>
          <p:cNvSpPr>
            <a:spLocks noGrp="1"/>
          </p:cNvSpPr>
          <p:nvPr>
            <p:ph type="title"/>
          </p:nvPr>
        </p:nvSpPr>
        <p:spPr>
          <a:xfrm>
            <a:off x="2886120" y="1227600"/>
            <a:ext cx="3371760" cy="139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02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10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37" name="PlaceHolder 2"/>
          <p:cNvSpPr>
            <a:spLocks noGrp="1"/>
          </p:cNvSpPr>
          <p:nvPr>
            <p:ph type="title"/>
          </p:nvPr>
        </p:nvSpPr>
        <p:spPr>
          <a:xfrm>
            <a:off x="1620720" y="2480040"/>
            <a:ext cx="5902200" cy="74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538" name="Google Shape;62;p3"/>
          <p:cNvGrpSpPr/>
          <p:nvPr/>
        </p:nvGrpSpPr>
        <p:grpSpPr>
          <a:xfrm>
            <a:off x="2333880" y="850680"/>
            <a:ext cx="1256400" cy="1053360"/>
            <a:chOff x="2333880" y="850680"/>
            <a:chExt cx="1256400" cy="1053360"/>
          </a:xfrm>
        </p:grpSpPr>
        <p:sp>
          <p:nvSpPr>
            <p:cNvPr id="2539" name="Google Shape;63;p3"/>
            <p:cNvSpPr/>
            <p:nvPr/>
          </p:nvSpPr>
          <p:spPr>
            <a:xfrm rot="2074800">
              <a:off x="2446920" y="1133640"/>
              <a:ext cx="1126080" cy="411480"/>
            </a:xfrm>
            <a:custGeom>
              <a:avLst/>
              <a:gdLst>
                <a:gd name="textAreaLeft" fmla="*/ 0 w 1126080"/>
                <a:gd name="textAreaRight" fmla="*/ 1126440 w 1126080"/>
                <a:gd name="textAreaTop" fmla="*/ 0 h 411480"/>
                <a:gd name="textAreaBottom" fmla="*/ 411840 h 411480"/>
              </a:gdLst>
              <a:ahLst/>
              <a:cxnLst/>
              <a:rect l="textAreaLeft" t="textAreaTop" r="textAreaRight" b="textAreaBottom"/>
              <a:pathLst>
                <a:path w="45050" h="16469">
                  <a:moveTo>
                    <a:pt x="35422" y="867"/>
                  </a:moveTo>
                  <a:cubicBezTo>
                    <a:pt x="37485" y="3031"/>
                    <a:pt x="39776" y="5015"/>
                    <a:pt x="42214" y="6765"/>
                  </a:cubicBezTo>
                  <a:cubicBezTo>
                    <a:pt x="42858" y="7213"/>
                    <a:pt x="43502" y="7638"/>
                    <a:pt x="44146" y="8058"/>
                  </a:cubicBezTo>
                  <a:lnTo>
                    <a:pt x="44146" y="8058"/>
                  </a:lnTo>
                  <a:cubicBezTo>
                    <a:pt x="42725" y="9277"/>
                    <a:pt x="41385" y="10528"/>
                    <a:pt x="40046" y="11836"/>
                  </a:cubicBezTo>
                  <a:cubicBezTo>
                    <a:pt x="38795" y="13028"/>
                    <a:pt x="37519" y="14221"/>
                    <a:pt x="36306" y="15458"/>
                  </a:cubicBezTo>
                  <a:lnTo>
                    <a:pt x="36306" y="15458"/>
                  </a:lnTo>
                  <a:cubicBezTo>
                    <a:pt x="36385" y="14552"/>
                    <a:pt x="36464" y="13634"/>
                    <a:pt x="36544" y="12736"/>
                  </a:cubicBezTo>
                  <a:cubicBezTo>
                    <a:pt x="36544" y="12570"/>
                    <a:pt x="36410" y="12436"/>
                    <a:pt x="36243" y="12436"/>
                  </a:cubicBezTo>
                  <a:cubicBezTo>
                    <a:pt x="32873" y="12339"/>
                    <a:pt x="29504" y="12277"/>
                    <a:pt x="26121" y="12277"/>
                  </a:cubicBezTo>
                  <a:cubicBezTo>
                    <a:pt x="24882" y="12277"/>
                    <a:pt x="23642" y="12285"/>
                    <a:pt x="22400" y="12303"/>
                  </a:cubicBezTo>
                  <a:cubicBezTo>
                    <a:pt x="17797" y="12403"/>
                    <a:pt x="13194" y="12570"/>
                    <a:pt x="8624" y="12870"/>
                  </a:cubicBezTo>
                  <a:cubicBezTo>
                    <a:pt x="6128" y="13030"/>
                    <a:pt x="3632" y="13221"/>
                    <a:pt x="1165" y="13442"/>
                  </a:cubicBezTo>
                  <a:lnTo>
                    <a:pt x="1165" y="13442"/>
                  </a:lnTo>
                  <a:cubicBezTo>
                    <a:pt x="1014" y="10679"/>
                    <a:pt x="889" y="7942"/>
                    <a:pt x="737" y="5179"/>
                  </a:cubicBezTo>
                  <a:lnTo>
                    <a:pt x="737" y="5179"/>
                  </a:lnTo>
                  <a:cubicBezTo>
                    <a:pt x="5157" y="4850"/>
                    <a:pt x="9608" y="4492"/>
                    <a:pt x="14027" y="4230"/>
                  </a:cubicBezTo>
                  <a:cubicBezTo>
                    <a:pt x="18564" y="3963"/>
                    <a:pt x="23067" y="3763"/>
                    <a:pt x="27570" y="3563"/>
                  </a:cubicBezTo>
                  <a:cubicBezTo>
                    <a:pt x="30106" y="3463"/>
                    <a:pt x="32641" y="3430"/>
                    <a:pt x="35176" y="3363"/>
                  </a:cubicBezTo>
                  <a:cubicBezTo>
                    <a:pt x="35376" y="3363"/>
                    <a:pt x="35509" y="3230"/>
                    <a:pt x="35509" y="3029"/>
                  </a:cubicBezTo>
                  <a:cubicBezTo>
                    <a:pt x="35509" y="2303"/>
                    <a:pt x="35449" y="1577"/>
                    <a:pt x="35422" y="867"/>
                  </a:cubicBezTo>
                  <a:close/>
                  <a:moveTo>
                    <a:pt x="35180" y="1"/>
                  </a:moveTo>
                  <a:cubicBezTo>
                    <a:pt x="35055" y="1"/>
                    <a:pt x="34942" y="99"/>
                    <a:pt x="34942" y="261"/>
                  </a:cubicBezTo>
                  <a:cubicBezTo>
                    <a:pt x="34942" y="1059"/>
                    <a:pt x="34864" y="1884"/>
                    <a:pt x="34869" y="2711"/>
                  </a:cubicBezTo>
                  <a:lnTo>
                    <a:pt x="34869" y="2711"/>
                  </a:lnTo>
                  <a:cubicBezTo>
                    <a:pt x="32714" y="2809"/>
                    <a:pt x="30559" y="2934"/>
                    <a:pt x="28404" y="3029"/>
                  </a:cubicBezTo>
                  <a:cubicBezTo>
                    <a:pt x="26136" y="3130"/>
                    <a:pt x="23868" y="3230"/>
                    <a:pt x="21633" y="3330"/>
                  </a:cubicBezTo>
                  <a:cubicBezTo>
                    <a:pt x="17096" y="3563"/>
                    <a:pt x="12593" y="3830"/>
                    <a:pt x="8090" y="4064"/>
                  </a:cubicBezTo>
                  <a:cubicBezTo>
                    <a:pt x="5555" y="4197"/>
                    <a:pt x="3020" y="4330"/>
                    <a:pt x="484" y="4497"/>
                  </a:cubicBezTo>
                  <a:cubicBezTo>
                    <a:pt x="456" y="4499"/>
                    <a:pt x="430" y="4504"/>
                    <a:pt x="405" y="4510"/>
                  </a:cubicBezTo>
                  <a:lnTo>
                    <a:pt x="405" y="4510"/>
                  </a:lnTo>
                  <a:cubicBezTo>
                    <a:pt x="384" y="4507"/>
                    <a:pt x="364" y="4506"/>
                    <a:pt x="343" y="4506"/>
                  </a:cubicBezTo>
                  <a:cubicBezTo>
                    <a:pt x="168" y="4506"/>
                    <a:pt x="1" y="4614"/>
                    <a:pt x="17" y="4831"/>
                  </a:cubicBezTo>
                  <a:cubicBezTo>
                    <a:pt x="184" y="7833"/>
                    <a:pt x="318" y="10802"/>
                    <a:pt x="518" y="13804"/>
                  </a:cubicBezTo>
                  <a:cubicBezTo>
                    <a:pt x="518" y="13971"/>
                    <a:pt x="651" y="14137"/>
                    <a:pt x="851" y="14137"/>
                  </a:cubicBezTo>
                  <a:cubicBezTo>
                    <a:pt x="5421" y="13670"/>
                    <a:pt x="10058" y="13370"/>
                    <a:pt x="14661" y="13170"/>
                  </a:cubicBezTo>
                  <a:cubicBezTo>
                    <a:pt x="19265" y="12937"/>
                    <a:pt x="23834" y="12870"/>
                    <a:pt x="28438" y="12870"/>
                  </a:cubicBezTo>
                  <a:cubicBezTo>
                    <a:pt x="30934" y="12870"/>
                    <a:pt x="33431" y="12931"/>
                    <a:pt x="35927" y="12995"/>
                  </a:cubicBezTo>
                  <a:lnTo>
                    <a:pt x="35927" y="12995"/>
                  </a:lnTo>
                  <a:cubicBezTo>
                    <a:pt x="35861" y="14048"/>
                    <a:pt x="35769" y="15124"/>
                    <a:pt x="35676" y="16172"/>
                  </a:cubicBezTo>
                  <a:cubicBezTo>
                    <a:pt x="35676" y="16350"/>
                    <a:pt x="35810" y="16469"/>
                    <a:pt x="35958" y="16469"/>
                  </a:cubicBezTo>
                  <a:cubicBezTo>
                    <a:pt x="36032" y="16469"/>
                    <a:pt x="36110" y="16439"/>
                    <a:pt x="36177" y="16372"/>
                  </a:cubicBezTo>
                  <a:cubicBezTo>
                    <a:pt x="37511" y="14938"/>
                    <a:pt x="38912" y="13504"/>
                    <a:pt x="40380" y="12169"/>
                  </a:cubicBezTo>
                  <a:cubicBezTo>
                    <a:pt x="41847" y="10802"/>
                    <a:pt x="43382" y="9534"/>
                    <a:pt x="44883" y="8233"/>
                  </a:cubicBezTo>
                  <a:cubicBezTo>
                    <a:pt x="45050" y="8100"/>
                    <a:pt x="45016" y="7833"/>
                    <a:pt x="44816" y="7733"/>
                  </a:cubicBezTo>
                  <a:cubicBezTo>
                    <a:pt x="42114" y="6065"/>
                    <a:pt x="39579" y="4130"/>
                    <a:pt x="37277" y="1962"/>
                  </a:cubicBezTo>
                  <a:cubicBezTo>
                    <a:pt x="36610" y="1362"/>
                    <a:pt x="35976" y="728"/>
                    <a:pt x="35343" y="61"/>
                  </a:cubicBezTo>
                  <a:cubicBezTo>
                    <a:pt x="35292" y="20"/>
                    <a:pt x="35234" y="1"/>
                    <a:pt x="35180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0" name="Google Shape;64;p3"/>
            <p:cNvSpPr/>
            <p:nvPr/>
          </p:nvSpPr>
          <p:spPr>
            <a:xfrm rot="2074800">
              <a:off x="2319120" y="1311480"/>
              <a:ext cx="1127880" cy="298440"/>
            </a:xfrm>
            <a:custGeom>
              <a:avLst/>
              <a:gdLst>
                <a:gd name="textAreaLeft" fmla="*/ 0 w 1127880"/>
                <a:gd name="textAreaRight" fmla="*/ 1128240 w 1127880"/>
                <a:gd name="textAreaTop" fmla="*/ 0 h 298440"/>
                <a:gd name="textAreaBottom" fmla="*/ 298800 h 298440"/>
              </a:gdLst>
              <a:ahLst/>
              <a:cxnLst/>
              <a:rect l="textAreaLeft" t="textAreaTop" r="textAreaRight" b="textAreaBottom"/>
              <a:pathLst>
                <a:path w="45123" h="11949">
                  <a:moveTo>
                    <a:pt x="338" y="0"/>
                  </a:moveTo>
                  <a:cubicBezTo>
                    <a:pt x="167" y="0"/>
                    <a:pt x="0" y="109"/>
                    <a:pt x="17" y="325"/>
                  </a:cubicBezTo>
                  <a:cubicBezTo>
                    <a:pt x="150" y="3294"/>
                    <a:pt x="317" y="6296"/>
                    <a:pt x="484" y="9265"/>
                  </a:cubicBezTo>
                  <a:cubicBezTo>
                    <a:pt x="484" y="9465"/>
                    <a:pt x="617" y="9599"/>
                    <a:pt x="817" y="9632"/>
                  </a:cubicBezTo>
                  <a:cubicBezTo>
                    <a:pt x="5421" y="9165"/>
                    <a:pt x="10024" y="8865"/>
                    <a:pt x="14627" y="8631"/>
                  </a:cubicBezTo>
                  <a:cubicBezTo>
                    <a:pt x="18675" y="8457"/>
                    <a:pt x="22672" y="8358"/>
                    <a:pt x="26684" y="8358"/>
                  </a:cubicBezTo>
                  <a:cubicBezTo>
                    <a:pt x="27268" y="8358"/>
                    <a:pt x="27852" y="8360"/>
                    <a:pt x="28437" y="8364"/>
                  </a:cubicBezTo>
                  <a:cubicBezTo>
                    <a:pt x="30931" y="8364"/>
                    <a:pt x="33424" y="8395"/>
                    <a:pt x="35918" y="8486"/>
                  </a:cubicBezTo>
                  <a:lnTo>
                    <a:pt x="35918" y="8486"/>
                  </a:lnTo>
                  <a:cubicBezTo>
                    <a:pt x="35826" y="9557"/>
                    <a:pt x="35737" y="10626"/>
                    <a:pt x="35676" y="11667"/>
                  </a:cubicBezTo>
                  <a:cubicBezTo>
                    <a:pt x="35676" y="11845"/>
                    <a:pt x="35809" y="11949"/>
                    <a:pt x="35947" y="11949"/>
                  </a:cubicBezTo>
                  <a:cubicBezTo>
                    <a:pt x="36017" y="11949"/>
                    <a:pt x="36087" y="11923"/>
                    <a:pt x="36143" y="11867"/>
                  </a:cubicBezTo>
                  <a:cubicBezTo>
                    <a:pt x="37510" y="10433"/>
                    <a:pt x="38911" y="8998"/>
                    <a:pt x="40346" y="7631"/>
                  </a:cubicBezTo>
                  <a:cubicBezTo>
                    <a:pt x="41813" y="6296"/>
                    <a:pt x="43348" y="4995"/>
                    <a:pt x="44882" y="3728"/>
                  </a:cubicBezTo>
                  <a:cubicBezTo>
                    <a:pt x="45122" y="3514"/>
                    <a:pt x="44893" y="3194"/>
                    <a:pt x="44621" y="3194"/>
                  </a:cubicBezTo>
                  <a:cubicBezTo>
                    <a:pt x="44553" y="3194"/>
                    <a:pt x="44482" y="3214"/>
                    <a:pt x="44415" y="3261"/>
                  </a:cubicBezTo>
                  <a:lnTo>
                    <a:pt x="44415" y="3294"/>
                  </a:lnTo>
                  <a:cubicBezTo>
                    <a:pt x="42914" y="4562"/>
                    <a:pt x="41446" y="5929"/>
                    <a:pt x="40012" y="7297"/>
                  </a:cubicBezTo>
                  <a:cubicBezTo>
                    <a:pt x="38771" y="8481"/>
                    <a:pt x="37529" y="9689"/>
                    <a:pt x="36309" y="10901"/>
                  </a:cubicBezTo>
                  <a:lnTo>
                    <a:pt x="36309" y="10901"/>
                  </a:lnTo>
                  <a:cubicBezTo>
                    <a:pt x="36386" y="10012"/>
                    <a:pt x="36458" y="9111"/>
                    <a:pt x="36509" y="8231"/>
                  </a:cubicBezTo>
                  <a:cubicBezTo>
                    <a:pt x="36509" y="8064"/>
                    <a:pt x="36376" y="7931"/>
                    <a:pt x="36243" y="7931"/>
                  </a:cubicBezTo>
                  <a:cubicBezTo>
                    <a:pt x="33074" y="7817"/>
                    <a:pt x="29921" y="7765"/>
                    <a:pt x="26773" y="7765"/>
                  </a:cubicBezTo>
                  <a:cubicBezTo>
                    <a:pt x="25314" y="7765"/>
                    <a:pt x="23857" y="7776"/>
                    <a:pt x="22399" y="7797"/>
                  </a:cubicBezTo>
                  <a:cubicBezTo>
                    <a:pt x="17763" y="7864"/>
                    <a:pt x="13159" y="8064"/>
                    <a:pt x="8590" y="8331"/>
                  </a:cubicBezTo>
                  <a:cubicBezTo>
                    <a:pt x="6094" y="8523"/>
                    <a:pt x="3628" y="8715"/>
                    <a:pt x="1135" y="8907"/>
                  </a:cubicBezTo>
                  <a:lnTo>
                    <a:pt x="1135" y="8907"/>
                  </a:lnTo>
                  <a:cubicBezTo>
                    <a:pt x="1004" y="6055"/>
                    <a:pt x="844" y="3175"/>
                    <a:pt x="684" y="325"/>
                  </a:cubicBezTo>
                  <a:cubicBezTo>
                    <a:pt x="684" y="109"/>
                    <a:pt x="509" y="0"/>
                    <a:pt x="338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1" name="Google Shape;65;p3"/>
            <p:cNvSpPr/>
            <p:nvPr/>
          </p:nvSpPr>
          <p:spPr>
            <a:xfrm rot="2074800">
              <a:off x="3394080" y="1622520"/>
              <a:ext cx="50040" cy="12708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127080"/>
                <a:gd name="textAreaBottom" fmla="*/ 127440 h 127080"/>
              </a:gdLst>
              <a:ahLst/>
              <a:cxnLst/>
              <a:rect l="textAreaLeft" t="textAreaTop" r="textAreaRight" b="textAreaBottom"/>
              <a:pathLst>
                <a:path w="2014" h="5095">
                  <a:moveTo>
                    <a:pt x="1795" y="0"/>
                  </a:moveTo>
                  <a:cubicBezTo>
                    <a:pt x="1754" y="0"/>
                    <a:pt x="1714" y="15"/>
                    <a:pt x="1680" y="48"/>
                  </a:cubicBezTo>
                  <a:cubicBezTo>
                    <a:pt x="1580" y="215"/>
                    <a:pt x="1513" y="382"/>
                    <a:pt x="1480" y="549"/>
                  </a:cubicBezTo>
                  <a:cubicBezTo>
                    <a:pt x="1447" y="782"/>
                    <a:pt x="1380" y="982"/>
                    <a:pt x="1347" y="1182"/>
                  </a:cubicBezTo>
                  <a:cubicBezTo>
                    <a:pt x="1247" y="1549"/>
                    <a:pt x="1147" y="1916"/>
                    <a:pt x="1046" y="2283"/>
                  </a:cubicBezTo>
                  <a:cubicBezTo>
                    <a:pt x="946" y="2650"/>
                    <a:pt x="846" y="3017"/>
                    <a:pt x="713" y="3384"/>
                  </a:cubicBezTo>
                  <a:cubicBezTo>
                    <a:pt x="646" y="3584"/>
                    <a:pt x="613" y="3818"/>
                    <a:pt x="513" y="3984"/>
                  </a:cubicBezTo>
                  <a:cubicBezTo>
                    <a:pt x="479" y="4185"/>
                    <a:pt x="379" y="4385"/>
                    <a:pt x="246" y="4585"/>
                  </a:cubicBezTo>
                  <a:cubicBezTo>
                    <a:pt x="1" y="4871"/>
                    <a:pt x="256" y="5094"/>
                    <a:pt x="491" y="5094"/>
                  </a:cubicBezTo>
                  <a:cubicBezTo>
                    <a:pt x="639" y="5094"/>
                    <a:pt x="780" y="5005"/>
                    <a:pt x="780" y="4785"/>
                  </a:cubicBezTo>
                  <a:cubicBezTo>
                    <a:pt x="846" y="4385"/>
                    <a:pt x="980" y="3984"/>
                    <a:pt x="1147" y="3584"/>
                  </a:cubicBezTo>
                  <a:cubicBezTo>
                    <a:pt x="1280" y="3217"/>
                    <a:pt x="1380" y="2850"/>
                    <a:pt x="1480" y="2450"/>
                  </a:cubicBezTo>
                  <a:cubicBezTo>
                    <a:pt x="1614" y="2083"/>
                    <a:pt x="1714" y="1683"/>
                    <a:pt x="1814" y="1282"/>
                  </a:cubicBezTo>
                  <a:cubicBezTo>
                    <a:pt x="1847" y="1082"/>
                    <a:pt x="1914" y="882"/>
                    <a:pt x="1947" y="682"/>
                  </a:cubicBezTo>
                  <a:cubicBezTo>
                    <a:pt x="2014" y="515"/>
                    <a:pt x="2014" y="315"/>
                    <a:pt x="1980" y="148"/>
                  </a:cubicBezTo>
                  <a:cubicBezTo>
                    <a:pt x="1958" y="59"/>
                    <a:pt x="1877" y="0"/>
                    <a:pt x="179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720" bIns="63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2" name="Google Shape;66;p3"/>
            <p:cNvSpPr/>
            <p:nvPr/>
          </p:nvSpPr>
          <p:spPr>
            <a:xfrm rot="2074800">
              <a:off x="3106440" y="1666080"/>
              <a:ext cx="44640" cy="12240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803" h="4907">
                  <a:moveTo>
                    <a:pt x="1589" y="1"/>
                  </a:moveTo>
                  <a:cubicBezTo>
                    <a:pt x="1571" y="1"/>
                    <a:pt x="1553" y="5"/>
                    <a:pt x="1535" y="14"/>
                  </a:cubicBezTo>
                  <a:lnTo>
                    <a:pt x="1569" y="47"/>
                  </a:lnTo>
                  <a:cubicBezTo>
                    <a:pt x="1402" y="181"/>
                    <a:pt x="1302" y="348"/>
                    <a:pt x="1269" y="548"/>
                  </a:cubicBezTo>
                  <a:cubicBezTo>
                    <a:pt x="1168" y="748"/>
                    <a:pt x="1102" y="948"/>
                    <a:pt x="1035" y="1148"/>
                  </a:cubicBezTo>
                  <a:cubicBezTo>
                    <a:pt x="902" y="1582"/>
                    <a:pt x="768" y="1982"/>
                    <a:pt x="635" y="2416"/>
                  </a:cubicBezTo>
                  <a:cubicBezTo>
                    <a:pt x="501" y="2816"/>
                    <a:pt x="368" y="3250"/>
                    <a:pt x="234" y="3683"/>
                  </a:cubicBezTo>
                  <a:cubicBezTo>
                    <a:pt x="201" y="3883"/>
                    <a:pt x="134" y="4084"/>
                    <a:pt x="68" y="4284"/>
                  </a:cubicBezTo>
                  <a:cubicBezTo>
                    <a:pt x="34" y="4417"/>
                    <a:pt x="1" y="4517"/>
                    <a:pt x="1" y="4651"/>
                  </a:cubicBezTo>
                  <a:cubicBezTo>
                    <a:pt x="1" y="4717"/>
                    <a:pt x="34" y="4784"/>
                    <a:pt x="101" y="4851"/>
                  </a:cubicBezTo>
                  <a:cubicBezTo>
                    <a:pt x="121" y="4890"/>
                    <a:pt x="152" y="4906"/>
                    <a:pt x="181" y="4906"/>
                  </a:cubicBezTo>
                  <a:cubicBezTo>
                    <a:pt x="201" y="4906"/>
                    <a:pt x="221" y="4898"/>
                    <a:pt x="234" y="4884"/>
                  </a:cubicBezTo>
                  <a:cubicBezTo>
                    <a:pt x="335" y="4851"/>
                    <a:pt x="401" y="4851"/>
                    <a:pt x="468" y="4751"/>
                  </a:cubicBezTo>
                  <a:cubicBezTo>
                    <a:pt x="501" y="4651"/>
                    <a:pt x="535" y="4551"/>
                    <a:pt x="568" y="4451"/>
                  </a:cubicBezTo>
                  <a:cubicBezTo>
                    <a:pt x="635" y="4217"/>
                    <a:pt x="701" y="4017"/>
                    <a:pt x="768" y="3817"/>
                  </a:cubicBezTo>
                  <a:lnTo>
                    <a:pt x="1135" y="2549"/>
                  </a:lnTo>
                  <a:cubicBezTo>
                    <a:pt x="1269" y="2115"/>
                    <a:pt x="1402" y="1715"/>
                    <a:pt x="1535" y="1282"/>
                  </a:cubicBezTo>
                  <a:cubicBezTo>
                    <a:pt x="1602" y="1048"/>
                    <a:pt x="1669" y="848"/>
                    <a:pt x="1736" y="648"/>
                  </a:cubicBezTo>
                  <a:cubicBezTo>
                    <a:pt x="1802" y="448"/>
                    <a:pt x="1802" y="247"/>
                    <a:pt x="1736" y="81"/>
                  </a:cubicBezTo>
                  <a:cubicBezTo>
                    <a:pt x="1687" y="32"/>
                    <a:pt x="1638" y="1"/>
                    <a:pt x="1589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3" name="Google Shape;67;p3"/>
            <p:cNvSpPr/>
            <p:nvPr/>
          </p:nvSpPr>
          <p:spPr>
            <a:xfrm rot="2074800">
              <a:off x="2523960" y="923760"/>
              <a:ext cx="54720" cy="1375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137520"/>
                <a:gd name="textAreaBottom" fmla="*/ 137880 h 137520"/>
              </a:gdLst>
              <a:ahLst/>
              <a:cxnLst/>
              <a:rect l="textAreaLeft" t="textAreaTop" r="textAreaRight" b="textAreaBottom"/>
              <a:pathLst>
                <a:path w="2197" h="5516">
                  <a:moveTo>
                    <a:pt x="1784" y="1"/>
                  </a:moveTo>
                  <a:cubicBezTo>
                    <a:pt x="1651" y="1"/>
                    <a:pt x="1521" y="71"/>
                    <a:pt x="1468" y="228"/>
                  </a:cubicBezTo>
                  <a:lnTo>
                    <a:pt x="735" y="3030"/>
                  </a:lnTo>
                  <a:lnTo>
                    <a:pt x="368" y="4498"/>
                  </a:lnTo>
                  <a:cubicBezTo>
                    <a:pt x="301" y="4765"/>
                    <a:pt x="1" y="5399"/>
                    <a:pt x="434" y="5499"/>
                  </a:cubicBezTo>
                  <a:cubicBezTo>
                    <a:pt x="469" y="5510"/>
                    <a:pt x="501" y="5515"/>
                    <a:pt x="531" y="5515"/>
                  </a:cubicBezTo>
                  <a:cubicBezTo>
                    <a:pt x="851" y="5515"/>
                    <a:pt x="940" y="4909"/>
                    <a:pt x="1001" y="4665"/>
                  </a:cubicBezTo>
                  <a:lnTo>
                    <a:pt x="1368" y="3230"/>
                  </a:lnTo>
                  <a:cubicBezTo>
                    <a:pt x="1635" y="2296"/>
                    <a:pt x="1869" y="1362"/>
                    <a:pt x="2136" y="428"/>
                  </a:cubicBezTo>
                  <a:cubicBezTo>
                    <a:pt x="2196" y="166"/>
                    <a:pt x="1987" y="1"/>
                    <a:pt x="1784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4" name="Google Shape;68;p3"/>
            <p:cNvSpPr/>
            <p:nvPr/>
          </p:nvSpPr>
          <p:spPr>
            <a:xfrm rot="2074800">
              <a:off x="2414880" y="1120320"/>
              <a:ext cx="50040" cy="12528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2022" h="5030">
                  <a:moveTo>
                    <a:pt x="1648" y="1"/>
                  </a:moveTo>
                  <a:cubicBezTo>
                    <a:pt x="1524" y="1"/>
                    <a:pt x="1402" y="70"/>
                    <a:pt x="1348" y="230"/>
                  </a:cubicBezTo>
                  <a:cubicBezTo>
                    <a:pt x="1148" y="964"/>
                    <a:pt x="948" y="1698"/>
                    <a:pt x="748" y="2432"/>
                  </a:cubicBezTo>
                  <a:cubicBezTo>
                    <a:pt x="548" y="3166"/>
                    <a:pt x="247" y="3899"/>
                    <a:pt x="81" y="4633"/>
                  </a:cubicBezTo>
                  <a:cubicBezTo>
                    <a:pt x="1" y="4873"/>
                    <a:pt x="185" y="5030"/>
                    <a:pt x="381" y="5030"/>
                  </a:cubicBezTo>
                  <a:cubicBezTo>
                    <a:pt x="512" y="5030"/>
                    <a:pt x="648" y="4960"/>
                    <a:pt x="714" y="4800"/>
                  </a:cubicBezTo>
                  <a:cubicBezTo>
                    <a:pt x="981" y="4100"/>
                    <a:pt x="1181" y="3332"/>
                    <a:pt x="1382" y="2598"/>
                  </a:cubicBezTo>
                  <a:cubicBezTo>
                    <a:pt x="1615" y="1898"/>
                    <a:pt x="1815" y="1131"/>
                    <a:pt x="1982" y="397"/>
                  </a:cubicBezTo>
                  <a:cubicBezTo>
                    <a:pt x="2022" y="157"/>
                    <a:pt x="1834" y="1"/>
                    <a:pt x="164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5" name="Google Shape;69;p3"/>
            <p:cNvSpPr/>
            <p:nvPr/>
          </p:nvSpPr>
          <p:spPr>
            <a:xfrm rot="2074800">
              <a:off x="2505240" y="985320"/>
              <a:ext cx="40320" cy="11088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1624" h="4443">
                  <a:moveTo>
                    <a:pt x="1504" y="1"/>
                  </a:moveTo>
                  <a:cubicBezTo>
                    <a:pt x="1474" y="1"/>
                    <a:pt x="1446" y="16"/>
                    <a:pt x="1435" y="50"/>
                  </a:cubicBezTo>
                  <a:lnTo>
                    <a:pt x="1435" y="84"/>
                  </a:lnTo>
                  <a:cubicBezTo>
                    <a:pt x="1168" y="784"/>
                    <a:pt x="901" y="1518"/>
                    <a:pt x="634" y="2252"/>
                  </a:cubicBezTo>
                  <a:cubicBezTo>
                    <a:pt x="534" y="2619"/>
                    <a:pt x="401" y="3019"/>
                    <a:pt x="301" y="3386"/>
                  </a:cubicBezTo>
                  <a:cubicBezTo>
                    <a:pt x="234" y="3686"/>
                    <a:pt x="0" y="4120"/>
                    <a:pt x="134" y="4387"/>
                  </a:cubicBezTo>
                  <a:cubicBezTo>
                    <a:pt x="153" y="4426"/>
                    <a:pt x="173" y="4442"/>
                    <a:pt x="199" y="4442"/>
                  </a:cubicBezTo>
                  <a:cubicBezTo>
                    <a:pt x="218" y="4442"/>
                    <a:pt x="240" y="4434"/>
                    <a:pt x="267" y="4420"/>
                  </a:cubicBezTo>
                  <a:cubicBezTo>
                    <a:pt x="367" y="4320"/>
                    <a:pt x="434" y="4187"/>
                    <a:pt x="467" y="4020"/>
                  </a:cubicBezTo>
                  <a:cubicBezTo>
                    <a:pt x="501" y="3820"/>
                    <a:pt x="567" y="3653"/>
                    <a:pt x="601" y="3453"/>
                  </a:cubicBezTo>
                  <a:cubicBezTo>
                    <a:pt x="701" y="3086"/>
                    <a:pt x="801" y="2719"/>
                    <a:pt x="901" y="2319"/>
                  </a:cubicBezTo>
                  <a:cubicBezTo>
                    <a:pt x="1135" y="1585"/>
                    <a:pt x="1335" y="851"/>
                    <a:pt x="1602" y="117"/>
                  </a:cubicBezTo>
                  <a:cubicBezTo>
                    <a:pt x="1623" y="52"/>
                    <a:pt x="1560" y="1"/>
                    <a:pt x="1504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440" bIns="55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6" name="Google Shape;70;p3"/>
            <p:cNvSpPr/>
            <p:nvPr/>
          </p:nvSpPr>
          <p:spPr>
            <a:xfrm rot="2074800">
              <a:off x="2477520" y="1029240"/>
              <a:ext cx="40680" cy="11232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1641" h="4500">
                  <a:moveTo>
                    <a:pt x="1505" y="1"/>
                  </a:moveTo>
                  <a:cubicBezTo>
                    <a:pt x="1453" y="1"/>
                    <a:pt x="1396" y="27"/>
                    <a:pt x="1368" y="83"/>
                  </a:cubicBezTo>
                  <a:cubicBezTo>
                    <a:pt x="1068" y="817"/>
                    <a:pt x="801" y="1517"/>
                    <a:pt x="534" y="2251"/>
                  </a:cubicBezTo>
                  <a:cubicBezTo>
                    <a:pt x="434" y="2651"/>
                    <a:pt x="301" y="3018"/>
                    <a:pt x="201" y="3385"/>
                  </a:cubicBezTo>
                  <a:cubicBezTo>
                    <a:pt x="67" y="3719"/>
                    <a:pt x="0" y="4086"/>
                    <a:pt x="67" y="4419"/>
                  </a:cubicBezTo>
                  <a:cubicBezTo>
                    <a:pt x="92" y="4468"/>
                    <a:pt x="134" y="4499"/>
                    <a:pt x="181" y="4499"/>
                  </a:cubicBezTo>
                  <a:cubicBezTo>
                    <a:pt x="198" y="4499"/>
                    <a:pt x="216" y="4495"/>
                    <a:pt x="234" y="4486"/>
                  </a:cubicBezTo>
                  <a:cubicBezTo>
                    <a:pt x="434" y="4186"/>
                    <a:pt x="601" y="3852"/>
                    <a:pt x="634" y="3485"/>
                  </a:cubicBezTo>
                  <a:cubicBezTo>
                    <a:pt x="734" y="3118"/>
                    <a:pt x="834" y="2752"/>
                    <a:pt x="934" y="2385"/>
                  </a:cubicBezTo>
                  <a:cubicBezTo>
                    <a:pt x="1168" y="1617"/>
                    <a:pt x="1368" y="884"/>
                    <a:pt x="1602" y="150"/>
                  </a:cubicBezTo>
                  <a:cubicBezTo>
                    <a:pt x="1640" y="53"/>
                    <a:pt x="1577" y="1"/>
                    <a:pt x="1505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160" bIns="56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7" name="Google Shape;71;p3"/>
            <p:cNvSpPr/>
            <p:nvPr/>
          </p:nvSpPr>
          <p:spPr>
            <a:xfrm rot="2074800">
              <a:off x="2434320" y="1081080"/>
              <a:ext cx="43560" cy="11988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1755" h="4808">
                  <a:moveTo>
                    <a:pt x="1587" y="1"/>
                  </a:moveTo>
                  <a:cubicBezTo>
                    <a:pt x="1526" y="1"/>
                    <a:pt x="1463" y="38"/>
                    <a:pt x="1435" y="122"/>
                  </a:cubicBezTo>
                  <a:cubicBezTo>
                    <a:pt x="1168" y="855"/>
                    <a:pt x="901" y="1623"/>
                    <a:pt x="634" y="2390"/>
                  </a:cubicBezTo>
                  <a:cubicBezTo>
                    <a:pt x="501" y="2757"/>
                    <a:pt x="368" y="3124"/>
                    <a:pt x="268" y="3491"/>
                  </a:cubicBezTo>
                  <a:cubicBezTo>
                    <a:pt x="101" y="3858"/>
                    <a:pt x="1" y="4258"/>
                    <a:pt x="1" y="4691"/>
                  </a:cubicBezTo>
                  <a:cubicBezTo>
                    <a:pt x="1" y="4757"/>
                    <a:pt x="57" y="4808"/>
                    <a:pt x="124" y="4808"/>
                  </a:cubicBezTo>
                  <a:cubicBezTo>
                    <a:pt x="160" y="4808"/>
                    <a:pt x="199" y="4793"/>
                    <a:pt x="234" y="4758"/>
                  </a:cubicBezTo>
                  <a:cubicBezTo>
                    <a:pt x="434" y="4458"/>
                    <a:pt x="601" y="4091"/>
                    <a:pt x="701" y="3724"/>
                  </a:cubicBezTo>
                  <a:cubicBezTo>
                    <a:pt x="801" y="3324"/>
                    <a:pt x="935" y="2957"/>
                    <a:pt x="1035" y="2557"/>
                  </a:cubicBezTo>
                  <a:cubicBezTo>
                    <a:pt x="1302" y="1789"/>
                    <a:pt x="1535" y="989"/>
                    <a:pt x="1735" y="188"/>
                  </a:cubicBezTo>
                  <a:cubicBezTo>
                    <a:pt x="1755" y="72"/>
                    <a:pt x="1673" y="1"/>
                    <a:pt x="1587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8" name="Google Shape;72;p3"/>
            <p:cNvSpPr/>
            <p:nvPr/>
          </p:nvSpPr>
          <p:spPr>
            <a:xfrm rot="2074800">
              <a:off x="2445840" y="1139040"/>
              <a:ext cx="46080" cy="12456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1855" h="5003">
                  <a:moveTo>
                    <a:pt x="1702" y="1"/>
                  </a:moveTo>
                  <a:cubicBezTo>
                    <a:pt x="1649" y="1"/>
                    <a:pt x="1595" y="30"/>
                    <a:pt x="1568" y="97"/>
                  </a:cubicBezTo>
                  <a:lnTo>
                    <a:pt x="1535" y="97"/>
                  </a:lnTo>
                  <a:cubicBezTo>
                    <a:pt x="1234" y="898"/>
                    <a:pt x="968" y="1698"/>
                    <a:pt x="701" y="2499"/>
                  </a:cubicBezTo>
                  <a:cubicBezTo>
                    <a:pt x="601" y="2933"/>
                    <a:pt x="467" y="3333"/>
                    <a:pt x="334" y="3767"/>
                  </a:cubicBezTo>
                  <a:cubicBezTo>
                    <a:pt x="234" y="4100"/>
                    <a:pt x="0" y="4567"/>
                    <a:pt x="100" y="4901"/>
                  </a:cubicBezTo>
                  <a:cubicBezTo>
                    <a:pt x="122" y="4965"/>
                    <a:pt x="185" y="5002"/>
                    <a:pt x="245" y="5002"/>
                  </a:cubicBezTo>
                  <a:cubicBezTo>
                    <a:pt x="278" y="5002"/>
                    <a:pt x="310" y="4991"/>
                    <a:pt x="334" y="4967"/>
                  </a:cubicBezTo>
                  <a:cubicBezTo>
                    <a:pt x="601" y="4701"/>
                    <a:pt x="634" y="4234"/>
                    <a:pt x="767" y="3867"/>
                  </a:cubicBezTo>
                  <a:cubicBezTo>
                    <a:pt x="868" y="3466"/>
                    <a:pt x="1001" y="3033"/>
                    <a:pt x="1101" y="2632"/>
                  </a:cubicBezTo>
                  <a:cubicBezTo>
                    <a:pt x="1368" y="1799"/>
                    <a:pt x="1601" y="998"/>
                    <a:pt x="1835" y="164"/>
                  </a:cubicBezTo>
                  <a:cubicBezTo>
                    <a:pt x="1855" y="65"/>
                    <a:pt x="1780" y="1"/>
                    <a:pt x="170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9" name="Google Shape;73;p3"/>
            <p:cNvSpPr/>
            <p:nvPr/>
          </p:nvSpPr>
          <p:spPr>
            <a:xfrm rot="2074800">
              <a:off x="2468520" y="1162440"/>
              <a:ext cx="42840" cy="1170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1722" h="4700">
                  <a:moveTo>
                    <a:pt x="1537" y="1"/>
                  </a:moveTo>
                  <a:cubicBezTo>
                    <a:pt x="1481" y="1"/>
                    <a:pt x="1427" y="33"/>
                    <a:pt x="1401" y="110"/>
                  </a:cubicBezTo>
                  <a:cubicBezTo>
                    <a:pt x="1134" y="877"/>
                    <a:pt x="867" y="1644"/>
                    <a:pt x="634" y="2412"/>
                  </a:cubicBezTo>
                  <a:cubicBezTo>
                    <a:pt x="534" y="2778"/>
                    <a:pt x="400" y="3179"/>
                    <a:pt x="300" y="3579"/>
                  </a:cubicBezTo>
                  <a:cubicBezTo>
                    <a:pt x="200" y="3879"/>
                    <a:pt x="0" y="4313"/>
                    <a:pt x="134" y="4613"/>
                  </a:cubicBezTo>
                  <a:cubicBezTo>
                    <a:pt x="155" y="4677"/>
                    <a:pt x="203" y="4700"/>
                    <a:pt x="260" y="4700"/>
                  </a:cubicBezTo>
                  <a:cubicBezTo>
                    <a:pt x="294" y="4700"/>
                    <a:pt x="330" y="4692"/>
                    <a:pt x="367" y="4680"/>
                  </a:cubicBezTo>
                  <a:cubicBezTo>
                    <a:pt x="634" y="4480"/>
                    <a:pt x="667" y="4013"/>
                    <a:pt x="734" y="3679"/>
                  </a:cubicBezTo>
                  <a:cubicBezTo>
                    <a:pt x="834" y="3312"/>
                    <a:pt x="934" y="2912"/>
                    <a:pt x="1068" y="2512"/>
                  </a:cubicBezTo>
                  <a:cubicBezTo>
                    <a:pt x="1268" y="1744"/>
                    <a:pt x="1468" y="977"/>
                    <a:pt x="1701" y="210"/>
                  </a:cubicBezTo>
                  <a:cubicBezTo>
                    <a:pt x="1722" y="86"/>
                    <a:pt x="1628" y="1"/>
                    <a:pt x="1537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0" name="Google Shape;74;p3"/>
            <p:cNvSpPr/>
            <p:nvPr/>
          </p:nvSpPr>
          <p:spPr>
            <a:xfrm rot="2074800">
              <a:off x="2498040" y="1176840"/>
              <a:ext cx="48600" cy="11844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118440"/>
                <a:gd name="textAreaBottom" fmla="*/ 118800 h 118440"/>
              </a:gdLst>
              <a:ahLst/>
              <a:cxnLst/>
              <a:rect l="textAreaLeft" t="textAreaTop" r="textAreaRight" b="textAreaBottom"/>
              <a:pathLst>
                <a:path w="1957" h="4749">
                  <a:moveTo>
                    <a:pt x="1774" y="1"/>
                  </a:moveTo>
                  <a:cubicBezTo>
                    <a:pt x="1731" y="1"/>
                    <a:pt x="1690" y="23"/>
                    <a:pt x="1668" y="79"/>
                  </a:cubicBezTo>
                  <a:cubicBezTo>
                    <a:pt x="1334" y="846"/>
                    <a:pt x="1034" y="1613"/>
                    <a:pt x="801" y="2414"/>
                  </a:cubicBezTo>
                  <a:lnTo>
                    <a:pt x="367" y="3581"/>
                  </a:lnTo>
                  <a:cubicBezTo>
                    <a:pt x="267" y="3881"/>
                    <a:pt x="0" y="4348"/>
                    <a:pt x="200" y="4649"/>
                  </a:cubicBezTo>
                  <a:cubicBezTo>
                    <a:pt x="234" y="4715"/>
                    <a:pt x="292" y="4749"/>
                    <a:pt x="350" y="4749"/>
                  </a:cubicBezTo>
                  <a:cubicBezTo>
                    <a:pt x="409" y="4749"/>
                    <a:pt x="467" y="4715"/>
                    <a:pt x="500" y="4649"/>
                  </a:cubicBezTo>
                  <a:cubicBezTo>
                    <a:pt x="667" y="4315"/>
                    <a:pt x="801" y="3948"/>
                    <a:pt x="901" y="3581"/>
                  </a:cubicBezTo>
                  <a:cubicBezTo>
                    <a:pt x="1001" y="3214"/>
                    <a:pt x="1134" y="2847"/>
                    <a:pt x="1268" y="2480"/>
                  </a:cubicBezTo>
                  <a:cubicBezTo>
                    <a:pt x="1534" y="1747"/>
                    <a:pt x="1735" y="979"/>
                    <a:pt x="1935" y="179"/>
                  </a:cubicBezTo>
                  <a:cubicBezTo>
                    <a:pt x="1957" y="90"/>
                    <a:pt x="1861" y="1"/>
                    <a:pt x="1774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400" bIns="59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1" name="Google Shape;75;p3"/>
            <p:cNvSpPr/>
            <p:nvPr/>
          </p:nvSpPr>
          <p:spPr>
            <a:xfrm rot="2074800">
              <a:off x="2532960" y="1193400"/>
              <a:ext cx="43560" cy="11808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1756" h="4733">
                  <a:moveTo>
                    <a:pt x="1574" y="0"/>
                  </a:moveTo>
                  <a:cubicBezTo>
                    <a:pt x="1517" y="0"/>
                    <a:pt x="1461" y="30"/>
                    <a:pt x="1435" y="95"/>
                  </a:cubicBezTo>
                  <a:cubicBezTo>
                    <a:pt x="1135" y="862"/>
                    <a:pt x="834" y="1629"/>
                    <a:pt x="601" y="2397"/>
                  </a:cubicBezTo>
                  <a:cubicBezTo>
                    <a:pt x="467" y="2763"/>
                    <a:pt x="334" y="3164"/>
                    <a:pt x="234" y="3564"/>
                  </a:cubicBezTo>
                  <a:cubicBezTo>
                    <a:pt x="67" y="3898"/>
                    <a:pt x="0" y="4265"/>
                    <a:pt x="0" y="4631"/>
                  </a:cubicBezTo>
                  <a:cubicBezTo>
                    <a:pt x="22" y="4696"/>
                    <a:pt x="85" y="4733"/>
                    <a:pt x="145" y="4733"/>
                  </a:cubicBezTo>
                  <a:cubicBezTo>
                    <a:pt x="178" y="4733"/>
                    <a:pt x="210" y="4722"/>
                    <a:pt x="234" y="4698"/>
                  </a:cubicBezTo>
                  <a:cubicBezTo>
                    <a:pt x="467" y="4398"/>
                    <a:pt x="601" y="4031"/>
                    <a:pt x="668" y="3664"/>
                  </a:cubicBezTo>
                  <a:cubicBezTo>
                    <a:pt x="768" y="3264"/>
                    <a:pt x="901" y="2897"/>
                    <a:pt x="1001" y="2497"/>
                  </a:cubicBezTo>
                  <a:cubicBezTo>
                    <a:pt x="1268" y="1729"/>
                    <a:pt x="1502" y="962"/>
                    <a:pt x="1735" y="195"/>
                  </a:cubicBezTo>
                  <a:cubicBezTo>
                    <a:pt x="1755" y="73"/>
                    <a:pt x="1664" y="0"/>
                    <a:pt x="1574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040" bIns="59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2" name="Google Shape;76;p3"/>
            <p:cNvSpPr/>
            <p:nvPr/>
          </p:nvSpPr>
          <p:spPr>
            <a:xfrm rot="2074800">
              <a:off x="2567160" y="1211040"/>
              <a:ext cx="40320" cy="11520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1622" h="4617">
                  <a:moveTo>
                    <a:pt x="1443" y="0"/>
                  </a:moveTo>
                  <a:cubicBezTo>
                    <a:pt x="1385" y="0"/>
                    <a:pt x="1328" y="33"/>
                    <a:pt x="1301" y="111"/>
                  </a:cubicBezTo>
                  <a:cubicBezTo>
                    <a:pt x="1035" y="845"/>
                    <a:pt x="801" y="1579"/>
                    <a:pt x="568" y="2313"/>
                  </a:cubicBezTo>
                  <a:cubicBezTo>
                    <a:pt x="434" y="2680"/>
                    <a:pt x="334" y="3080"/>
                    <a:pt x="234" y="3414"/>
                  </a:cubicBezTo>
                  <a:lnTo>
                    <a:pt x="67" y="3981"/>
                  </a:lnTo>
                  <a:cubicBezTo>
                    <a:pt x="1" y="4148"/>
                    <a:pt x="1" y="4348"/>
                    <a:pt x="34" y="4515"/>
                  </a:cubicBezTo>
                  <a:cubicBezTo>
                    <a:pt x="55" y="4579"/>
                    <a:pt x="119" y="4616"/>
                    <a:pt x="179" y="4616"/>
                  </a:cubicBezTo>
                  <a:cubicBezTo>
                    <a:pt x="212" y="4616"/>
                    <a:pt x="244" y="4605"/>
                    <a:pt x="267" y="4581"/>
                  </a:cubicBezTo>
                  <a:cubicBezTo>
                    <a:pt x="401" y="4448"/>
                    <a:pt x="468" y="4281"/>
                    <a:pt x="501" y="4114"/>
                  </a:cubicBezTo>
                  <a:cubicBezTo>
                    <a:pt x="568" y="3948"/>
                    <a:pt x="634" y="3747"/>
                    <a:pt x="668" y="3547"/>
                  </a:cubicBezTo>
                  <a:cubicBezTo>
                    <a:pt x="801" y="3180"/>
                    <a:pt x="901" y="2813"/>
                    <a:pt x="1001" y="2446"/>
                  </a:cubicBezTo>
                  <a:cubicBezTo>
                    <a:pt x="1201" y="1713"/>
                    <a:pt x="1435" y="945"/>
                    <a:pt x="1602" y="178"/>
                  </a:cubicBezTo>
                  <a:cubicBezTo>
                    <a:pt x="1622" y="77"/>
                    <a:pt x="1532" y="0"/>
                    <a:pt x="1443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3" name="Google Shape;77;p3"/>
            <p:cNvSpPr/>
            <p:nvPr/>
          </p:nvSpPr>
          <p:spPr>
            <a:xfrm rot="2074800">
              <a:off x="2597040" y="1232280"/>
              <a:ext cx="38880" cy="10548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1575" h="4234">
                  <a:moveTo>
                    <a:pt x="1390" y="1"/>
                  </a:moveTo>
                  <a:cubicBezTo>
                    <a:pt x="1326" y="1"/>
                    <a:pt x="1261" y="30"/>
                    <a:pt x="1234" y="97"/>
                  </a:cubicBezTo>
                  <a:cubicBezTo>
                    <a:pt x="968" y="798"/>
                    <a:pt x="734" y="1465"/>
                    <a:pt x="501" y="2199"/>
                  </a:cubicBezTo>
                  <a:cubicBezTo>
                    <a:pt x="400" y="2532"/>
                    <a:pt x="334" y="2899"/>
                    <a:pt x="234" y="3233"/>
                  </a:cubicBezTo>
                  <a:cubicBezTo>
                    <a:pt x="167" y="3500"/>
                    <a:pt x="0" y="3967"/>
                    <a:pt x="167" y="4200"/>
                  </a:cubicBezTo>
                  <a:cubicBezTo>
                    <a:pt x="200" y="4233"/>
                    <a:pt x="234" y="4233"/>
                    <a:pt x="267" y="4233"/>
                  </a:cubicBezTo>
                  <a:cubicBezTo>
                    <a:pt x="534" y="4100"/>
                    <a:pt x="567" y="3633"/>
                    <a:pt x="634" y="3400"/>
                  </a:cubicBezTo>
                  <a:cubicBezTo>
                    <a:pt x="701" y="3033"/>
                    <a:pt x="801" y="2666"/>
                    <a:pt x="901" y="2299"/>
                  </a:cubicBezTo>
                  <a:cubicBezTo>
                    <a:pt x="1101" y="1598"/>
                    <a:pt x="1301" y="864"/>
                    <a:pt x="1535" y="164"/>
                  </a:cubicBezTo>
                  <a:cubicBezTo>
                    <a:pt x="1574" y="64"/>
                    <a:pt x="1484" y="1"/>
                    <a:pt x="1390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920" bIns="52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4" name="Google Shape;78;p3"/>
            <p:cNvSpPr/>
            <p:nvPr/>
          </p:nvSpPr>
          <p:spPr>
            <a:xfrm rot="2074800">
              <a:off x="2621880" y="1243800"/>
              <a:ext cx="38520" cy="118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118800"/>
                <a:gd name="textAreaBottom" fmla="*/ 119160 h 118800"/>
              </a:gdLst>
              <a:ahLst/>
              <a:cxnLst/>
              <a:rect l="textAreaLeft" t="textAreaTop" r="textAreaRight" b="textAreaBottom"/>
              <a:pathLst>
                <a:path w="1559" h="4763">
                  <a:moveTo>
                    <a:pt x="1412" y="1"/>
                  </a:moveTo>
                  <a:cubicBezTo>
                    <a:pt x="1382" y="1"/>
                    <a:pt x="1354" y="13"/>
                    <a:pt x="1335" y="42"/>
                  </a:cubicBezTo>
                  <a:cubicBezTo>
                    <a:pt x="1034" y="809"/>
                    <a:pt x="768" y="1576"/>
                    <a:pt x="567" y="2377"/>
                  </a:cubicBezTo>
                  <a:cubicBezTo>
                    <a:pt x="467" y="2811"/>
                    <a:pt x="367" y="3178"/>
                    <a:pt x="267" y="3578"/>
                  </a:cubicBezTo>
                  <a:cubicBezTo>
                    <a:pt x="167" y="3978"/>
                    <a:pt x="0" y="4345"/>
                    <a:pt x="134" y="4712"/>
                  </a:cubicBezTo>
                  <a:cubicBezTo>
                    <a:pt x="150" y="4745"/>
                    <a:pt x="192" y="4762"/>
                    <a:pt x="238" y="4762"/>
                  </a:cubicBezTo>
                  <a:cubicBezTo>
                    <a:pt x="284" y="4762"/>
                    <a:pt x="334" y="4745"/>
                    <a:pt x="367" y="4712"/>
                  </a:cubicBezTo>
                  <a:cubicBezTo>
                    <a:pt x="634" y="4478"/>
                    <a:pt x="634" y="4011"/>
                    <a:pt x="734" y="3678"/>
                  </a:cubicBezTo>
                  <a:cubicBezTo>
                    <a:pt x="801" y="3344"/>
                    <a:pt x="901" y="2877"/>
                    <a:pt x="1001" y="2510"/>
                  </a:cubicBezTo>
                  <a:cubicBezTo>
                    <a:pt x="1201" y="1710"/>
                    <a:pt x="1401" y="943"/>
                    <a:pt x="1535" y="142"/>
                  </a:cubicBezTo>
                  <a:cubicBezTo>
                    <a:pt x="1558" y="71"/>
                    <a:pt x="1482" y="1"/>
                    <a:pt x="141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400" bIns="59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5" name="Google Shape;79;p3"/>
            <p:cNvSpPr/>
            <p:nvPr/>
          </p:nvSpPr>
          <p:spPr>
            <a:xfrm rot="2074800">
              <a:off x="2655720" y="1267920"/>
              <a:ext cx="46440" cy="11088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1876" h="4456">
                  <a:moveTo>
                    <a:pt x="1712" y="1"/>
                  </a:moveTo>
                  <a:cubicBezTo>
                    <a:pt x="1655" y="1"/>
                    <a:pt x="1596" y="30"/>
                    <a:pt x="1569" y="97"/>
                  </a:cubicBezTo>
                  <a:cubicBezTo>
                    <a:pt x="1268" y="831"/>
                    <a:pt x="968" y="1532"/>
                    <a:pt x="701" y="2266"/>
                  </a:cubicBezTo>
                  <a:cubicBezTo>
                    <a:pt x="568" y="2632"/>
                    <a:pt x="468" y="2999"/>
                    <a:pt x="334" y="3333"/>
                  </a:cubicBezTo>
                  <a:cubicBezTo>
                    <a:pt x="201" y="3700"/>
                    <a:pt x="1" y="4067"/>
                    <a:pt x="168" y="4400"/>
                  </a:cubicBezTo>
                  <a:cubicBezTo>
                    <a:pt x="187" y="4440"/>
                    <a:pt x="218" y="4456"/>
                    <a:pt x="254" y="4456"/>
                  </a:cubicBezTo>
                  <a:cubicBezTo>
                    <a:pt x="279" y="4456"/>
                    <a:pt x="307" y="4448"/>
                    <a:pt x="334" y="4434"/>
                  </a:cubicBezTo>
                  <a:cubicBezTo>
                    <a:pt x="635" y="4267"/>
                    <a:pt x="701" y="3767"/>
                    <a:pt x="801" y="3466"/>
                  </a:cubicBezTo>
                  <a:cubicBezTo>
                    <a:pt x="868" y="3166"/>
                    <a:pt x="1002" y="2766"/>
                    <a:pt x="1135" y="2399"/>
                  </a:cubicBezTo>
                  <a:cubicBezTo>
                    <a:pt x="1368" y="1665"/>
                    <a:pt x="1569" y="898"/>
                    <a:pt x="1835" y="164"/>
                  </a:cubicBezTo>
                  <a:cubicBezTo>
                    <a:pt x="1875" y="65"/>
                    <a:pt x="1796" y="1"/>
                    <a:pt x="171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440" bIns="55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6" name="Google Shape;80;p3"/>
            <p:cNvSpPr/>
            <p:nvPr/>
          </p:nvSpPr>
          <p:spPr>
            <a:xfrm rot="2074800">
              <a:off x="2679120" y="1286640"/>
              <a:ext cx="43920" cy="10764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1776" h="4320">
                  <a:moveTo>
                    <a:pt x="1578" y="1"/>
                  </a:moveTo>
                  <a:cubicBezTo>
                    <a:pt x="1511" y="1"/>
                    <a:pt x="1441" y="33"/>
                    <a:pt x="1401" y="112"/>
                  </a:cubicBezTo>
                  <a:cubicBezTo>
                    <a:pt x="1101" y="846"/>
                    <a:pt x="801" y="1579"/>
                    <a:pt x="567" y="2347"/>
                  </a:cubicBezTo>
                  <a:cubicBezTo>
                    <a:pt x="467" y="2714"/>
                    <a:pt x="367" y="3114"/>
                    <a:pt x="267" y="3481"/>
                  </a:cubicBezTo>
                  <a:cubicBezTo>
                    <a:pt x="200" y="3648"/>
                    <a:pt x="0" y="4215"/>
                    <a:pt x="301" y="4315"/>
                  </a:cubicBezTo>
                  <a:cubicBezTo>
                    <a:pt x="316" y="4318"/>
                    <a:pt x="331" y="4320"/>
                    <a:pt x="346" y="4320"/>
                  </a:cubicBezTo>
                  <a:cubicBezTo>
                    <a:pt x="608" y="4320"/>
                    <a:pt x="669" y="3772"/>
                    <a:pt x="701" y="3614"/>
                  </a:cubicBezTo>
                  <a:cubicBezTo>
                    <a:pt x="801" y="3214"/>
                    <a:pt x="901" y="2847"/>
                    <a:pt x="1001" y="2480"/>
                  </a:cubicBezTo>
                  <a:cubicBezTo>
                    <a:pt x="1235" y="1713"/>
                    <a:pt x="1435" y="946"/>
                    <a:pt x="1735" y="178"/>
                  </a:cubicBezTo>
                  <a:cubicBezTo>
                    <a:pt x="1775" y="77"/>
                    <a:pt x="1681" y="1"/>
                    <a:pt x="157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7" name="Google Shape;81;p3"/>
            <p:cNvSpPr/>
            <p:nvPr/>
          </p:nvSpPr>
          <p:spPr>
            <a:xfrm rot="2074800">
              <a:off x="2709000" y="1296000"/>
              <a:ext cx="44640" cy="11988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1802" h="4812">
                  <a:moveTo>
                    <a:pt x="1671" y="0"/>
                  </a:moveTo>
                  <a:cubicBezTo>
                    <a:pt x="1626" y="0"/>
                    <a:pt x="1582" y="19"/>
                    <a:pt x="1568" y="61"/>
                  </a:cubicBezTo>
                  <a:cubicBezTo>
                    <a:pt x="1335" y="861"/>
                    <a:pt x="935" y="1595"/>
                    <a:pt x="634" y="2396"/>
                  </a:cubicBezTo>
                  <a:cubicBezTo>
                    <a:pt x="501" y="2796"/>
                    <a:pt x="401" y="3196"/>
                    <a:pt x="267" y="3597"/>
                  </a:cubicBezTo>
                  <a:cubicBezTo>
                    <a:pt x="201" y="3930"/>
                    <a:pt x="1" y="4431"/>
                    <a:pt x="201" y="4764"/>
                  </a:cubicBezTo>
                  <a:cubicBezTo>
                    <a:pt x="201" y="4788"/>
                    <a:pt x="234" y="4811"/>
                    <a:pt x="277" y="4811"/>
                  </a:cubicBezTo>
                  <a:cubicBezTo>
                    <a:pt x="295" y="4811"/>
                    <a:pt x="315" y="4807"/>
                    <a:pt x="334" y="4797"/>
                  </a:cubicBezTo>
                  <a:cubicBezTo>
                    <a:pt x="634" y="4564"/>
                    <a:pt x="668" y="4064"/>
                    <a:pt x="734" y="3730"/>
                  </a:cubicBezTo>
                  <a:cubicBezTo>
                    <a:pt x="868" y="3330"/>
                    <a:pt x="968" y="2896"/>
                    <a:pt x="1101" y="2496"/>
                  </a:cubicBezTo>
                  <a:cubicBezTo>
                    <a:pt x="1402" y="1729"/>
                    <a:pt x="1635" y="928"/>
                    <a:pt x="1802" y="94"/>
                  </a:cubicBezTo>
                  <a:cubicBezTo>
                    <a:pt x="1802" y="36"/>
                    <a:pt x="1734" y="0"/>
                    <a:pt x="167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8" name="Google Shape;82;p3"/>
            <p:cNvSpPr/>
            <p:nvPr/>
          </p:nvSpPr>
          <p:spPr>
            <a:xfrm rot="2074800">
              <a:off x="2764800" y="1328400"/>
              <a:ext cx="30600" cy="1090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1235" h="4371">
                  <a:moveTo>
                    <a:pt x="1118" y="1"/>
                  </a:moveTo>
                  <a:cubicBezTo>
                    <a:pt x="1082" y="1"/>
                    <a:pt x="1048" y="19"/>
                    <a:pt x="1034" y="59"/>
                  </a:cubicBezTo>
                  <a:cubicBezTo>
                    <a:pt x="868" y="392"/>
                    <a:pt x="734" y="726"/>
                    <a:pt x="668" y="1093"/>
                  </a:cubicBezTo>
                  <a:cubicBezTo>
                    <a:pt x="567" y="1460"/>
                    <a:pt x="501" y="1793"/>
                    <a:pt x="401" y="2160"/>
                  </a:cubicBezTo>
                  <a:cubicBezTo>
                    <a:pt x="301" y="2527"/>
                    <a:pt x="234" y="2894"/>
                    <a:pt x="134" y="3228"/>
                  </a:cubicBezTo>
                  <a:cubicBezTo>
                    <a:pt x="100" y="3428"/>
                    <a:pt x="67" y="3595"/>
                    <a:pt x="34" y="3795"/>
                  </a:cubicBezTo>
                  <a:cubicBezTo>
                    <a:pt x="34" y="3861"/>
                    <a:pt x="0" y="3928"/>
                    <a:pt x="0" y="4028"/>
                  </a:cubicBezTo>
                  <a:cubicBezTo>
                    <a:pt x="0" y="4095"/>
                    <a:pt x="34" y="4195"/>
                    <a:pt x="67" y="4295"/>
                  </a:cubicBezTo>
                  <a:cubicBezTo>
                    <a:pt x="67" y="4345"/>
                    <a:pt x="100" y="4370"/>
                    <a:pt x="138" y="4370"/>
                  </a:cubicBezTo>
                  <a:cubicBezTo>
                    <a:pt x="176" y="4370"/>
                    <a:pt x="217" y="4345"/>
                    <a:pt x="234" y="4295"/>
                  </a:cubicBezTo>
                  <a:cubicBezTo>
                    <a:pt x="301" y="4228"/>
                    <a:pt x="367" y="4162"/>
                    <a:pt x="401" y="4062"/>
                  </a:cubicBezTo>
                  <a:cubicBezTo>
                    <a:pt x="434" y="3995"/>
                    <a:pt x="467" y="3928"/>
                    <a:pt x="467" y="3828"/>
                  </a:cubicBezTo>
                  <a:cubicBezTo>
                    <a:pt x="534" y="3661"/>
                    <a:pt x="567" y="3461"/>
                    <a:pt x="601" y="3294"/>
                  </a:cubicBezTo>
                  <a:lnTo>
                    <a:pt x="834" y="2227"/>
                  </a:lnTo>
                  <a:cubicBezTo>
                    <a:pt x="901" y="1893"/>
                    <a:pt x="968" y="1560"/>
                    <a:pt x="1068" y="1193"/>
                  </a:cubicBezTo>
                  <a:cubicBezTo>
                    <a:pt x="1168" y="859"/>
                    <a:pt x="1201" y="492"/>
                    <a:pt x="1235" y="125"/>
                  </a:cubicBezTo>
                  <a:cubicBezTo>
                    <a:pt x="1235" y="45"/>
                    <a:pt x="1173" y="1"/>
                    <a:pt x="111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720" bIns="54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9" name="Google Shape;83;p3"/>
            <p:cNvSpPr/>
            <p:nvPr/>
          </p:nvSpPr>
          <p:spPr>
            <a:xfrm rot="2074800">
              <a:off x="2792880" y="1353600"/>
              <a:ext cx="37440" cy="1033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103320"/>
                <a:gd name="textAreaBottom" fmla="*/ 103680 h 103320"/>
              </a:gdLst>
              <a:ahLst/>
              <a:cxnLst/>
              <a:rect l="textAreaLeft" t="textAreaTop" r="textAreaRight" b="textAreaBottom"/>
              <a:pathLst>
                <a:path w="1509" h="4153">
                  <a:moveTo>
                    <a:pt x="1339" y="0"/>
                  </a:moveTo>
                  <a:cubicBezTo>
                    <a:pt x="1284" y="0"/>
                    <a:pt x="1227" y="30"/>
                    <a:pt x="1201" y="95"/>
                  </a:cubicBezTo>
                  <a:cubicBezTo>
                    <a:pt x="968" y="762"/>
                    <a:pt x="768" y="1429"/>
                    <a:pt x="567" y="2096"/>
                  </a:cubicBezTo>
                  <a:cubicBezTo>
                    <a:pt x="467" y="2430"/>
                    <a:pt x="367" y="2763"/>
                    <a:pt x="267" y="3130"/>
                  </a:cubicBezTo>
                  <a:cubicBezTo>
                    <a:pt x="167" y="3397"/>
                    <a:pt x="0" y="3831"/>
                    <a:pt x="134" y="4097"/>
                  </a:cubicBezTo>
                  <a:cubicBezTo>
                    <a:pt x="153" y="4137"/>
                    <a:pt x="196" y="4153"/>
                    <a:pt x="248" y="4153"/>
                  </a:cubicBezTo>
                  <a:cubicBezTo>
                    <a:pt x="284" y="4153"/>
                    <a:pt x="326" y="4145"/>
                    <a:pt x="367" y="4131"/>
                  </a:cubicBezTo>
                  <a:cubicBezTo>
                    <a:pt x="467" y="4031"/>
                    <a:pt x="567" y="3931"/>
                    <a:pt x="601" y="3764"/>
                  </a:cubicBezTo>
                  <a:cubicBezTo>
                    <a:pt x="634" y="3597"/>
                    <a:pt x="701" y="3430"/>
                    <a:pt x="734" y="3263"/>
                  </a:cubicBezTo>
                  <a:cubicBezTo>
                    <a:pt x="834" y="2897"/>
                    <a:pt x="934" y="2563"/>
                    <a:pt x="1034" y="2229"/>
                  </a:cubicBezTo>
                  <a:cubicBezTo>
                    <a:pt x="1201" y="1529"/>
                    <a:pt x="1368" y="862"/>
                    <a:pt x="1468" y="195"/>
                  </a:cubicBezTo>
                  <a:cubicBezTo>
                    <a:pt x="1509" y="72"/>
                    <a:pt x="1425" y="0"/>
                    <a:pt x="133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840" bIns="51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0" name="Google Shape;84;p3"/>
            <p:cNvSpPr/>
            <p:nvPr/>
          </p:nvSpPr>
          <p:spPr>
            <a:xfrm rot="2074800">
              <a:off x="2816280" y="1369440"/>
              <a:ext cx="41760" cy="11376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113760"/>
                <a:gd name="textAreaBottom" fmla="*/ 114120 h 113760"/>
              </a:gdLst>
              <a:ahLst/>
              <a:cxnLst/>
              <a:rect l="textAreaLeft" t="textAreaTop" r="textAreaRight" b="textAreaBottom"/>
              <a:pathLst>
                <a:path w="1689" h="4567">
                  <a:moveTo>
                    <a:pt x="1508" y="1"/>
                  </a:moveTo>
                  <a:cubicBezTo>
                    <a:pt x="1451" y="1"/>
                    <a:pt x="1394" y="30"/>
                    <a:pt x="1368" y="95"/>
                  </a:cubicBezTo>
                  <a:cubicBezTo>
                    <a:pt x="1101" y="829"/>
                    <a:pt x="835" y="1530"/>
                    <a:pt x="601" y="2264"/>
                  </a:cubicBezTo>
                  <a:cubicBezTo>
                    <a:pt x="468" y="2631"/>
                    <a:pt x="368" y="2964"/>
                    <a:pt x="234" y="3331"/>
                  </a:cubicBezTo>
                  <a:cubicBezTo>
                    <a:pt x="167" y="3498"/>
                    <a:pt x="101" y="3698"/>
                    <a:pt x="67" y="3898"/>
                  </a:cubicBezTo>
                  <a:cubicBezTo>
                    <a:pt x="34" y="3965"/>
                    <a:pt x="1" y="4065"/>
                    <a:pt x="1" y="4132"/>
                  </a:cubicBezTo>
                  <a:cubicBezTo>
                    <a:pt x="1" y="4232"/>
                    <a:pt x="1" y="4365"/>
                    <a:pt x="34" y="4465"/>
                  </a:cubicBezTo>
                  <a:cubicBezTo>
                    <a:pt x="34" y="4530"/>
                    <a:pt x="90" y="4567"/>
                    <a:pt x="147" y="4567"/>
                  </a:cubicBezTo>
                  <a:cubicBezTo>
                    <a:pt x="178" y="4567"/>
                    <a:pt x="210" y="4556"/>
                    <a:pt x="234" y="4532"/>
                  </a:cubicBezTo>
                  <a:cubicBezTo>
                    <a:pt x="301" y="4465"/>
                    <a:pt x="401" y="4399"/>
                    <a:pt x="434" y="4332"/>
                  </a:cubicBezTo>
                  <a:cubicBezTo>
                    <a:pt x="468" y="4265"/>
                    <a:pt x="501" y="4165"/>
                    <a:pt x="534" y="4098"/>
                  </a:cubicBezTo>
                  <a:cubicBezTo>
                    <a:pt x="601" y="3932"/>
                    <a:pt x="668" y="3731"/>
                    <a:pt x="734" y="3565"/>
                  </a:cubicBezTo>
                  <a:cubicBezTo>
                    <a:pt x="835" y="3198"/>
                    <a:pt x="935" y="2797"/>
                    <a:pt x="1035" y="2464"/>
                  </a:cubicBezTo>
                  <a:cubicBezTo>
                    <a:pt x="1268" y="1697"/>
                    <a:pt x="1468" y="929"/>
                    <a:pt x="1668" y="196"/>
                  </a:cubicBezTo>
                  <a:cubicBezTo>
                    <a:pt x="1689" y="73"/>
                    <a:pt x="1597" y="1"/>
                    <a:pt x="1508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1" name="Google Shape;85;p3"/>
            <p:cNvSpPr/>
            <p:nvPr/>
          </p:nvSpPr>
          <p:spPr>
            <a:xfrm rot="2074800">
              <a:off x="2843640" y="1384200"/>
              <a:ext cx="39600" cy="11736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1602" h="4706">
                  <a:moveTo>
                    <a:pt x="1461" y="0"/>
                  </a:moveTo>
                  <a:cubicBezTo>
                    <a:pt x="1413" y="0"/>
                    <a:pt x="1364" y="27"/>
                    <a:pt x="1335" y="85"/>
                  </a:cubicBezTo>
                  <a:lnTo>
                    <a:pt x="1368" y="85"/>
                  </a:lnTo>
                  <a:cubicBezTo>
                    <a:pt x="1168" y="886"/>
                    <a:pt x="801" y="1619"/>
                    <a:pt x="534" y="2387"/>
                  </a:cubicBezTo>
                  <a:cubicBezTo>
                    <a:pt x="401" y="2787"/>
                    <a:pt x="301" y="3154"/>
                    <a:pt x="201" y="3554"/>
                  </a:cubicBezTo>
                  <a:cubicBezTo>
                    <a:pt x="34" y="3888"/>
                    <a:pt x="1" y="4288"/>
                    <a:pt x="101" y="4655"/>
                  </a:cubicBezTo>
                  <a:cubicBezTo>
                    <a:pt x="117" y="4688"/>
                    <a:pt x="142" y="4705"/>
                    <a:pt x="167" y="4705"/>
                  </a:cubicBezTo>
                  <a:cubicBezTo>
                    <a:pt x="192" y="4705"/>
                    <a:pt x="217" y="4688"/>
                    <a:pt x="234" y="4655"/>
                  </a:cubicBezTo>
                  <a:cubicBezTo>
                    <a:pt x="468" y="4355"/>
                    <a:pt x="634" y="3988"/>
                    <a:pt x="668" y="3588"/>
                  </a:cubicBezTo>
                  <a:cubicBezTo>
                    <a:pt x="768" y="3187"/>
                    <a:pt x="901" y="2820"/>
                    <a:pt x="1001" y="2420"/>
                  </a:cubicBezTo>
                  <a:cubicBezTo>
                    <a:pt x="1301" y="1686"/>
                    <a:pt x="1502" y="886"/>
                    <a:pt x="1602" y="118"/>
                  </a:cubicBezTo>
                  <a:cubicBezTo>
                    <a:pt x="1583" y="43"/>
                    <a:pt x="1522" y="0"/>
                    <a:pt x="146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2" name="Google Shape;86;p3"/>
            <p:cNvSpPr/>
            <p:nvPr/>
          </p:nvSpPr>
          <p:spPr>
            <a:xfrm rot="2074800">
              <a:off x="2860920" y="1400400"/>
              <a:ext cx="48600" cy="11520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1957" h="4620">
                  <a:moveTo>
                    <a:pt x="1794" y="1"/>
                  </a:moveTo>
                  <a:cubicBezTo>
                    <a:pt x="1744" y="1"/>
                    <a:pt x="1694" y="22"/>
                    <a:pt x="1669" y="73"/>
                  </a:cubicBezTo>
                  <a:cubicBezTo>
                    <a:pt x="1335" y="874"/>
                    <a:pt x="1068" y="1708"/>
                    <a:pt x="801" y="2508"/>
                  </a:cubicBezTo>
                  <a:cubicBezTo>
                    <a:pt x="635" y="2909"/>
                    <a:pt x="501" y="3309"/>
                    <a:pt x="368" y="3709"/>
                  </a:cubicBezTo>
                  <a:cubicBezTo>
                    <a:pt x="301" y="3876"/>
                    <a:pt x="1" y="4510"/>
                    <a:pt x="301" y="4610"/>
                  </a:cubicBezTo>
                  <a:cubicBezTo>
                    <a:pt x="323" y="4617"/>
                    <a:pt x="344" y="4620"/>
                    <a:pt x="365" y="4620"/>
                  </a:cubicBezTo>
                  <a:cubicBezTo>
                    <a:pt x="652" y="4620"/>
                    <a:pt x="772" y="3999"/>
                    <a:pt x="835" y="3843"/>
                  </a:cubicBezTo>
                  <a:cubicBezTo>
                    <a:pt x="968" y="3442"/>
                    <a:pt x="1135" y="3042"/>
                    <a:pt x="1268" y="2642"/>
                  </a:cubicBezTo>
                  <a:cubicBezTo>
                    <a:pt x="1535" y="1808"/>
                    <a:pt x="1769" y="1007"/>
                    <a:pt x="1936" y="140"/>
                  </a:cubicBezTo>
                  <a:cubicBezTo>
                    <a:pt x="1956" y="58"/>
                    <a:pt x="1875" y="1"/>
                    <a:pt x="1794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3" name="Google Shape;87;p3"/>
            <p:cNvSpPr/>
            <p:nvPr/>
          </p:nvSpPr>
          <p:spPr>
            <a:xfrm rot="2074800">
              <a:off x="2886480" y="1417680"/>
              <a:ext cx="47160" cy="11772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117720"/>
                <a:gd name="textAreaBottom" fmla="*/ 118080 h 117720"/>
              </a:gdLst>
              <a:ahLst/>
              <a:cxnLst/>
              <a:rect l="textAreaLeft" t="textAreaTop" r="textAreaRight" b="textAreaBottom"/>
              <a:pathLst>
                <a:path w="1902" h="4722">
                  <a:moveTo>
                    <a:pt x="1541" y="0"/>
                  </a:moveTo>
                  <a:cubicBezTo>
                    <a:pt x="1446" y="0"/>
                    <a:pt x="1344" y="147"/>
                    <a:pt x="1435" y="238"/>
                  </a:cubicBezTo>
                  <a:lnTo>
                    <a:pt x="1468" y="238"/>
                  </a:lnTo>
                  <a:cubicBezTo>
                    <a:pt x="1468" y="238"/>
                    <a:pt x="1301" y="705"/>
                    <a:pt x="1268" y="772"/>
                  </a:cubicBezTo>
                  <a:cubicBezTo>
                    <a:pt x="1201" y="939"/>
                    <a:pt x="1135" y="1139"/>
                    <a:pt x="1068" y="1339"/>
                  </a:cubicBezTo>
                  <a:lnTo>
                    <a:pt x="701" y="2506"/>
                  </a:lnTo>
                  <a:cubicBezTo>
                    <a:pt x="567" y="2873"/>
                    <a:pt x="467" y="3274"/>
                    <a:pt x="334" y="3641"/>
                  </a:cubicBezTo>
                  <a:cubicBezTo>
                    <a:pt x="234" y="3941"/>
                    <a:pt x="0" y="4374"/>
                    <a:pt x="134" y="4675"/>
                  </a:cubicBezTo>
                  <a:cubicBezTo>
                    <a:pt x="157" y="4698"/>
                    <a:pt x="198" y="4722"/>
                    <a:pt x="243" y="4722"/>
                  </a:cubicBezTo>
                  <a:cubicBezTo>
                    <a:pt x="262" y="4722"/>
                    <a:pt x="281" y="4718"/>
                    <a:pt x="301" y="4708"/>
                  </a:cubicBezTo>
                  <a:cubicBezTo>
                    <a:pt x="467" y="4641"/>
                    <a:pt x="534" y="4408"/>
                    <a:pt x="601" y="4241"/>
                  </a:cubicBezTo>
                  <a:cubicBezTo>
                    <a:pt x="668" y="4041"/>
                    <a:pt x="768" y="3807"/>
                    <a:pt x="834" y="3607"/>
                  </a:cubicBezTo>
                  <a:cubicBezTo>
                    <a:pt x="968" y="3140"/>
                    <a:pt x="1135" y="2707"/>
                    <a:pt x="1235" y="2240"/>
                  </a:cubicBezTo>
                  <a:cubicBezTo>
                    <a:pt x="1368" y="1773"/>
                    <a:pt x="1501" y="1339"/>
                    <a:pt x="1635" y="905"/>
                  </a:cubicBezTo>
                  <a:cubicBezTo>
                    <a:pt x="1668" y="672"/>
                    <a:pt x="1902" y="105"/>
                    <a:pt x="1568" y="5"/>
                  </a:cubicBezTo>
                  <a:cubicBezTo>
                    <a:pt x="1559" y="2"/>
                    <a:pt x="1550" y="0"/>
                    <a:pt x="154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040" bIns="59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4" name="Google Shape;88;p3"/>
            <p:cNvSpPr/>
            <p:nvPr/>
          </p:nvSpPr>
          <p:spPr>
            <a:xfrm rot="2074800">
              <a:off x="2916720" y="1434600"/>
              <a:ext cx="44640" cy="11232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1802" h="4506">
                  <a:moveTo>
                    <a:pt x="1685" y="0"/>
                  </a:moveTo>
                  <a:cubicBezTo>
                    <a:pt x="1649" y="0"/>
                    <a:pt x="1615" y="19"/>
                    <a:pt x="1602" y="58"/>
                  </a:cubicBezTo>
                  <a:cubicBezTo>
                    <a:pt x="1502" y="258"/>
                    <a:pt x="1402" y="425"/>
                    <a:pt x="1335" y="625"/>
                  </a:cubicBezTo>
                  <a:cubicBezTo>
                    <a:pt x="1268" y="826"/>
                    <a:pt x="1168" y="1059"/>
                    <a:pt x="1101" y="1259"/>
                  </a:cubicBezTo>
                  <a:cubicBezTo>
                    <a:pt x="935" y="1626"/>
                    <a:pt x="801" y="2026"/>
                    <a:pt x="668" y="2427"/>
                  </a:cubicBezTo>
                  <a:cubicBezTo>
                    <a:pt x="534" y="2827"/>
                    <a:pt x="401" y="3227"/>
                    <a:pt x="301" y="3628"/>
                  </a:cubicBezTo>
                  <a:cubicBezTo>
                    <a:pt x="234" y="3794"/>
                    <a:pt x="1" y="4428"/>
                    <a:pt x="301" y="4495"/>
                  </a:cubicBezTo>
                  <a:cubicBezTo>
                    <a:pt x="322" y="4502"/>
                    <a:pt x="342" y="4505"/>
                    <a:pt x="361" y="4505"/>
                  </a:cubicBezTo>
                  <a:cubicBezTo>
                    <a:pt x="619" y="4505"/>
                    <a:pt x="737" y="3916"/>
                    <a:pt x="768" y="3761"/>
                  </a:cubicBezTo>
                  <a:cubicBezTo>
                    <a:pt x="901" y="3327"/>
                    <a:pt x="1001" y="2960"/>
                    <a:pt x="1135" y="2560"/>
                  </a:cubicBezTo>
                  <a:cubicBezTo>
                    <a:pt x="1268" y="2160"/>
                    <a:pt x="1402" y="1760"/>
                    <a:pt x="1502" y="1359"/>
                  </a:cubicBezTo>
                  <a:cubicBezTo>
                    <a:pt x="1635" y="959"/>
                    <a:pt x="1735" y="525"/>
                    <a:pt x="1802" y="125"/>
                  </a:cubicBezTo>
                  <a:cubicBezTo>
                    <a:pt x="1802" y="44"/>
                    <a:pt x="1741" y="0"/>
                    <a:pt x="168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160" bIns="56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5" name="Google Shape;89;p3"/>
            <p:cNvSpPr/>
            <p:nvPr/>
          </p:nvSpPr>
          <p:spPr>
            <a:xfrm rot="2074800">
              <a:off x="2951640" y="1451160"/>
              <a:ext cx="45360" cy="116640"/>
            </a:xfrm>
            <a:custGeom>
              <a:avLst/>
              <a:gdLst>
                <a:gd name="textAreaLeft" fmla="*/ 0 w 45360"/>
                <a:gd name="textAreaRight" fmla="*/ 45720 w 45360"/>
                <a:gd name="textAreaTop" fmla="*/ 0 h 116640"/>
                <a:gd name="textAreaBottom" fmla="*/ 117000 h 116640"/>
              </a:gdLst>
              <a:ahLst/>
              <a:cxnLst/>
              <a:rect l="textAreaLeft" t="textAreaTop" r="textAreaRight" b="textAreaBottom"/>
              <a:pathLst>
                <a:path w="1824" h="4677">
                  <a:moveTo>
                    <a:pt x="1651" y="0"/>
                  </a:moveTo>
                  <a:cubicBezTo>
                    <a:pt x="1613" y="0"/>
                    <a:pt x="1579" y="19"/>
                    <a:pt x="1568" y="63"/>
                  </a:cubicBezTo>
                  <a:lnTo>
                    <a:pt x="1568" y="97"/>
                  </a:lnTo>
                  <a:cubicBezTo>
                    <a:pt x="1235" y="864"/>
                    <a:pt x="934" y="1631"/>
                    <a:pt x="701" y="2432"/>
                  </a:cubicBezTo>
                  <a:cubicBezTo>
                    <a:pt x="568" y="2865"/>
                    <a:pt x="434" y="3232"/>
                    <a:pt x="334" y="3666"/>
                  </a:cubicBezTo>
                  <a:cubicBezTo>
                    <a:pt x="267" y="3866"/>
                    <a:pt x="0" y="4533"/>
                    <a:pt x="301" y="4667"/>
                  </a:cubicBezTo>
                  <a:cubicBezTo>
                    <a:pt x="323" y="4673"/>
                    <a:pt x="344" y="4677"/>
                    <a:pt x="364" y="4677"/>
                  </a:cubicBezTo>
                  <a:cubicBezTo>
                    <a:pt x="647" y="4677"/>
                    <a:pt x="737" y="4055"/>
                    <a:pt x="768" y="3900"/>
                  </a:cubicBezTo>
                  <a:cubicBezTo>
                    <a:pt x="868" y="3499"/>
                    <a:pt x="968" y="3066"/>
                    <a:pt x="1101" y="2665"/>
                  </a:cubicBezTo>
                  <a:cubicBezTo>
                    <a:pt x="1335" y="1831"/>
                    <a:pt x="1568" y="997"/>
                    <a:pt x="1802" y="164"/>
                  </a:cubicBezTo>
                  <a:cubicBezTo>
                    <a:pt x="1824" y="75"/>
                    <a:pt x="1728" y="0"/>
                    <a:pt x="165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6" name="Google Shape;90;p3"/>
            <p:cNvSpPr/>
            <p:nvPr/>
          </p:nvSpPr>
          <p:spPr>
            <a:xfrm rot="2074800">
              <a:off x="2975400" y="1464480"/>
              <a:ext cx="47880" cy="12600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126000"/>
                <a:gd name="textAreaBottom" fmla="*/ 126360 h 126000"/>
              </a:gdLst>
              <a:ahLst/>
              <a:cxnLst/>
              <a:rect l="textAreaLeft" t="textAreaTop" r="textAreaRight" b="textAreaBottom"/>
              <a:pathLst>
                <a:path w="1936" h="5057">
                  <a:moveTo>
                    <a:pt x="1761" y="0"/>
                  </a:moveTo>
                  <a:cubicBezTo>
                    <a:pt x="1687" y="0"/>
                    <a:pt x="1614" y="80"/>
                    <a:pt x="1635" y="186"/>
                  </a:cubicBezTo>
                  <a:cubicBezTo>
                    <a:pt x="1635" y="253"/>
                    <a:pt x="1568" y="386"/>
                    <a:pt x="1535" y="453"/>
                  </a:cubicBezTo>
                  <a:cubicBezTo>
                    <a:pt x="1501" y="553"/>
                    <a:pt x="1435" y="686"/>
                    <a:pt x="1401" y="820"/>
                  </a:cubicBezTo>
                  <a:cubicBezTo>
                    <a:pt x="1335" y="1053"/>
                    <a:pt x="1235" y="1287"/>
                    <a:pt x="1168" y="1554"/>
                  </a:cubicBezTo>
                  <a:lnTo>
                    <a:pt x="701" y="2888"/>
                  </a:lnTo>
                  <a:cubicBezTo>
                    <a:pt x="567" y="3355"/>
                    <a:pt x="434" y="3822"/>
                    <a:pt x="301" y="4256"/>
                  </a:cubicBezTo>
                  <a:cubicBezTo>
                    <a:pt x="234" y="4422"/>
                    <a:pt x="0" y="5056"/>
                    <a:pt x="367" y="5056"/>
                  </a:cubicBezTo>
                  <a:cubicBezTo>
                    <a:pt x="701" y="5056"/>
                    <a:pt x="801" y="4256"/>
                    <a:pt x="868" y="4022"/>
                  </a:cubicBezTo>
                  <a:cubicBezTo>
                    <a:pt x="1001" y="3589"/>
                    <a:pt x="1134" y="3122"/>
                    <a:pt x="1301" y="2655"/>
                  </a:cubicBezTo>
                  <a:cubicBezTo>
                    <a:pt x="1435" y="2221"/>
                    <a:pt x="1568" y="1754"/>
                    <a:pt x="1668" y="1287"/>
                  </a:cubicBezTo>
                  <a:cubicBezTo>
                    <a:pt x="1735" y="1053"/>
                    <a:pt x="1802" y="787"/>
                    <a:pt x="1868" y="553"/>
                  </a:cubicBezTo>
                  <a:cubicBezTo>
                    <a:pt x="1935" y="386"/>
                    <a:pt x="1935" y="219"/>
                    <a:pt x="1868" y="86"/>
                  </a:cubicBezTo>
                  <a:cubicBezTo>
                    <a:pt x="1844" y="26"/>
                    <a:pt x="1803" y="0"/>
                    <a:pt x="1761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000" bIns="63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7" name="Google Shape;91;p3"/>
            <p:cNvSpPr/>
            <p:nvPr/>
          </p:nvSpPr>
          <p:spPr>
            <a:xfrm rot="2074800">
              <a:off x="3001680" y="1491840"/>
              <a:ext cx="44280" cy="11916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119160"/>
                <a:gd name="textAreaBottom" fmla="*/ 119520 h 119160"/>
              </a:gdLst>
              <a:ahLst/>
              <a:cxnLst/>
              <a:rect l="textAreaLeft" t="textAreaTop" r="textAreaRight" b="textAreaBottom"/>
              <a:pathLst>
                <a:path w="1789" h="4777">
                  <a:moveTo>
                    <a:pt x="1649" y="0"/>
                  </a:moveTo>
                  <a:cubicBezTo>
                    <a:pt x="1605" y="0"/>
                    <a:pt x="1560" y="22"/>
                    <a:pt x="1535" y="73"/>
                  </a:cubicBezTo>
                  <a:lnTo>
                    <a:pt x="1568" y="73"/>
                  </a:lnTo>
                  <a:cubicBezTo>
                    <a:pt x="1301" y="874"/>
                    <a:pt x="968" y="1641"/>
                    <a:pt x="701" y="2408"/>
                  </a:cubicBezTo>
                  <a:cubicBezTo>
                    <a:pt x="567" y="2842"/>
                    <a:pt x="434" y="3209"/>
                    <a:pt x="301" y="3609"/>
                  </a:cubicBezTo>
                  <a:cubicBezTo>
                    <a:pt x="234" y="3809"/>
                    <a:pt x="167" y="4042"/>
                    <a:pt x="100" y="4209"/>
                  </a:cubicBezTo>
                  <a:cubicBezTo>
                    <a:pt x="0" y="4376"/>
                    <a:pt x="0" y="4576"/>
                    <a:pt x="100" y="4710"/>
                  </a:cubicBezTo>
                  <a:cubicBezTo>
                    <a:pt x="134" y="4743"/>
                    <a:pt x="167" y="4776"/>
                    <a:pt x="234" y="4776"/>
                  </a:cubicBezTo>
                  <a:cubicBezTo>
                    <a:pt x="401" y="4710"/>
                    <a:pt x="467" y="4610"/>
                    <a:pt x="534" y="4443"/>
                  </a:cubicBezTo>
                  <a:cubicBezTo>
                    <a:pt x="601" y="4276"/>
                    <a:pt x="667" y="4009"/>
                    <a:pt x="734" y="3776"/>
                  </a:cubicBezTo>
                  <a:cubicBezTo>
                    <a:pt x="868" y="3375"/>
                    <a:pt x="1001" y="3008"/>
                    <a:pt x="1101" y="2608"/>
                  </a:cubicBezTo>
                  <a:cubicBezTo>
                    <a:pt x="1368" y="1774"/>
                    <a:pt x="1601" y="974"/>
                    <a:pt x="1768" y="140"/>
                  </a:cubicBezTo>
                  <a:cubicBezTo>
                    <a:pt x="1789" y="57"/>
                    <a:pt x="1720" y="0"/>
                    <a:pt x="1649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760" bIns="59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8" name="Google Shape;92;p3"/>
            <p:cNvSpPr/>
            <p:nvPr/>
          </p:nvSpPr>
          <p:spPr>
            <a:xfrm rot="2074800">
              <a:off x="3021840" y="1513080"/>
              <a:ext cx="49320" cy="11736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1991" h="4711">
                  <a:moveTo>
                    <a:pt x="1832" y="1"/>
                  </a:moveTo>
                  <a:cubicBezTo>
                    <a:pt x="1794" y="1"/>
                    <a:pt x="1757" y="19"/>
                    <a:pt x="1735" y="64"/>
                  </a:cubicBezTo>
                  <a:lnTo>
                    <a:pt x="1768" y="64"/>
                  </a:lnTo>
                  <a:cubicBezTo>
                    <a:pt x="1401" y="864"/>
                    <a:pt x="1068" y="1632"/>
                    <a:pt x="801" y="2465"/>
                  </a:cubicBezTo>
                  <a:cubicBezTo>
                    <a:pt x="667" y="2866"/>
                    <a:pt x="534" y="3299"/>
                    <a:pt x="367" y="3700"/>
                  </a:cubicBezTo>
                  <a:cubicBezTo>
                    <a:pt x="334" y="3900"/>
                    <a:pt x="0" y="4600"/>
                    <a:pt x="334" y="4700"/>
                  </a:cubicBezTo>
                  <a:cubicBezTo>
                    <a:pt x="354" y="4707"/>
                    <a:pt x="374" y="4711"/>
                    <a:pt x="393" y="4711"/>
                  </a:cubicBezTo>
                  <a:cubicBezTo>
                    <a:pt x="648" y="4711"/>
                    <a:pt x="739" y="4122"/>
                    <a:pt x="801" y="3967"/>
                  </a:cubicBezTo>
                  <a:cubicBezTo>
                    <a:pt x="934" y="3533"/>
                    <a:pt x="1068" y="3133"/>
                    <a:pt x="1201" y="2699"/>
                  </a:cubicBezTo>
                  <a:cubicBezTo>
                    <a:pt x="1468" y="1865"/>
                    <a:pt x="1735" y="1031"/>
                    <a:pt x="1968" y="164"/>
                  </a:cubicBezTo>
                  <a:cubicBezTo>
                    <a:pt x="1990" y="75"/>
                    <a:pt x="1909" y="1"/>
                    <a:pt x="183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9" name="Google Shape;93;p3"/>
            <p:cNvSpPr/>
            <p:nvPr/>
          </p:nvSpPr>
          <p:spPr>
            <a:xfrm rot="2074800">
              <a:off x="3052080" y="1530360"/>
              <a:ext cx="44280" cy="1098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1788" h="4400">
                  <a:moveTo>
                    <a:pt x="1647" y="0"/>
                  </a:moveTo>
                  <a:cubicBezTo>
                    <a:pt x="1598" y="0"/>
                    <a:pt x="1549" y="27"/>
                    <a:pt x="1535" y="83"/>
                  </a:cubicBezTo>
                  <a:lnTo>
                    <a:pt x="1501" y="83"/>
                  </a:lnTo>
                  <a:cubicBezTo>
                    <a:pt x="1201" y="817"/>
                    <a:pt x="934" y="1517"/>
                    <a:pt x="668" y="2251"/>
                  </a:cubicBezTo>
                  <a:lnTo>
                    <a:pt x="301" y="3318"/>
                  </a:lnTo>
                  <a:cubicBezTo>
                    <a:pt x="201" y="3619"/>
                    <a:pt x="0" y="4052"/>
                    <a:pt x="167" y="4352"/>
                  </a:cubicBezTo>
                  <a:cubicBezTo>
                    <a:pt x="191" y="4376"/>
                    <a:pt x="231" y="4400"/>
                    <a:pt x="276" y="4400"/>
                  </a:cubicBezTo>
                  <a:cubicBezTo>
                    <a:pt x="295" y="4400"/>
                    <a:pt x="314" y="4396"/>
                    <a:pt x="334" y="4386"/>
                  </a:cubicBezTo>
                  <a:cubicBezTo>
                    <a:pt x="634" y="4252"/>
                    <a:pt x="701" y="3785"/>
                    <a:pt x="768" y="3485"/>
                  </a:cubicBezTo>
                  <a:cubicBezTo>
                    <a:pt x="901" y="3118"/>
                    <a:pt x="1001" y="2751"/>
                    <a:pt x="1135" y="2384"/>
                  </a:cubicBezTo>
                  <a:cubicBezTo>
                    <a:pt x="1368" y="1651"/>
                    <a:pt x="1535" y="883"/>
                    <a:pt x="1768" y="149"/>
                  </a:cubicBezTo>
                  <a:cubicBezTo>
                    <a:pt x="1788" y="52"/>
                    <a:pt x="1717" y="0"/>
                    <a:pt x="1647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0" name="Google Shape;94;p3"/>
            <p:cNvSpPr/>
            <p:nvPr/>
          </p:nvSpPr>
          <p:spPr>
            <a:xfrm rot="2074800">
              <a:off x="3083040" y="1551240"/>
              <a:ext cx="51840" cy="11484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114840"/>
                <a:gd name="textAreaBottom" fmla="*/ 115200 h 114840"/>
              </a:gdLst>
              <a:ahLst/>
              <a:cxnLst/>
              <a:rect l="textAreaLeft" t="textAreaTop" r="textAreaRight" b="textAreaBottom"/>
              <a:pathLst>
                <a:path w="2081" h="4603">
                  <a:moveTo>
                    <a:pt x="1843" y="1"/>
                  </a:moveTo>
                  <a:cubicBezTo>
                    <a:pt x="1788" y="1"/>
                    <a:pt x="1735" y="23"/>
                    <a:pt x="1702" y="77"/>
                  </a:cubicBezTo>
                  <a:cubicBezTo>
                    <a:pt x="1368" y="811"/>
                    <a:pt x="1035" y="1545"/>
                    <a:pt x="735" y="2312"/>
                  </a:cubicBezTo>
                  <a:cubicBezTo>
                    <a:pt x="601" y="2679"/>
                    <a:pt x="434" y="3079"/>
                    <a:pt x="334" y="3446"/>
                  </a:cubicBezTo>
                  <a:cubicBezTo>
                    <a:pt x="234" y="3747"/>
                    <a:pt x="1" y="4247"/>
                    <a:pt x="201" y="4547"/>
                  </a:cubicBezTo>
                  <a:cubicBezTo>
                    <a:pt x="221" y="4586"/>
                    <a:pt x="263" y="4602"/>
                    <a:pt x="308" y="4602"/>
                  </a:cubicBezTo>
                  <a:cubicBezTo>
                    <a:pt x="340" y="4602"/>
                    <a:pt x="373" y="4594"/>
                    <a:pt x="401" y="4581"/>
                  </a:cubicBezTo>
                  <a:cubicBezTo>
                    <a:pt x="701" y="4414"/>
                    <a:pt x="735" y="3880"/>
                    <a:pt x="801" y="3580"/>
                  </a:cubicBezTo>
                  <a:cubicBezTo>
                    <a:pt x="935" y="3213"/>
                    <a:pt x="1035" y="2846"/>
                    <a:pt x="1168" y="2479"/>
                  </a:cubicBezTo>
                  <a:lnTo>
                    <a:pt x="2036" y="211"/>
                  </a:lnTo>
                  <a:cubicBezTo>
                    <a:pt x="2081" y="98"/>
                    <a:pt x="1958" y="1"/>
                    <a:pt x="1843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1" name="Google Shape;95;p3"/>
            <p:cNvSpPr/>
            <p:nvPr/>
          </p:nvSpPr>
          <p:spPr>
            <a:xfrm rot="2074800">
              <a:off x="3115080" y="1571400"/>
              <a:ext cx="44280" cy="1080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108000"/>
                <a:gd name="textAreaBottom" fmla="*/ 108360 h 108000"/>
              </a:gdLst>
              <a:ahLst/>
              <a:cxnLst/>
              <a:rect l="textAreaLeft" t="textAreaTop" r="textAreaRight" b="textAreaBottom"/>
              <a:pathLst>
                <a:path w="1791" h="4328">
                  <a:moveTo>
                    <a:pt x="1603" y="1"/>
                  </a:moveTo>
                  <a:cubicBezTo>
                    <a:pt x="1562" y="1"/>
                    <a:pt x="1523" y="20"/>
                    <a:pt x="1501" y="63"/>
                  </a:cubicBezTo>
                  <a:cubicBezTo>
                    <a:pt x="1234" y="730"/>
                    <a:pt x="934" y="1397"/>
                    <a:pt x="667" y="2064"/>
                  </a:cubicBezTo>
                  <a:cubicBezTo>
                    <a:pt x="567" y="2398"/>
                    <a:pt x="434" y="2731"/>
                    <a:pt x="300" y="3065"/>
                  </a:cubicBezTo>
                  <a:cubicBezTo>
                    <a:pt x="134" y="3398"/>
                    <a:pt x="34" y="3765"/>
                    <a:pt x="0" y="4132"/>
                  </a:cubicBezTo>
                  <a:cubicBezTo>
                    <a:pt x="0" y="4245"/>
                    <a:pt x="92" y="4328"/>
                    <a:pt x="203" y="4328"/>
                  </a:cubicBezTo>
                  <a:cubicBezTo>
                    <a:pt x="256" y="4328"/>
                    <a:pt x="313" y="4309"/>
                    <a:pt x="367" y="4266"/>
                  </a:cubicBezTo>
                  <a:cubicBezTo>
                    <a:pt x="567" y="3965"/>
                    <a:pt x="701" y="3632"/>
                    <a:pt x="767" y="3298"/>
                  </a:cubicBezTo>
                  <a:lnTo>
                    <a:pt x="1134" y="2264"/>
                  </a:lnTo>
                  <a:cubicBezTo>
                    <a:pt x="1368" y="1597"/>
                    <a:pt x="1568" y="897"/>
                    <a:pt x="1768" y="196"/>
                  </a:cubicBezTo>
                  <a:cubicBezTo>
                    <a:pt x="1791" y="83"/>
                    <a:pt x="1691" y="1"/>
                    <a:pt x="1603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2" name="Google Shape;96;p3"/>
            <p:cNvSpPr/>
            <p:nvPr/>
          </p:nvSpPr>
          <p:spPr>
            <a:xfrm rot="2074800">
              <a:off x="3130200" y="1587600"/>
              <a:ext cx="46440" cy="11052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110520"/>
                <a:gd name="textAreaBottom" fmla="*/ 110880 h 110520"/>
              </a:gdLst>
              <a:ahLst/>
              <a:cxnLst/>
              <a:rect l="textAreaLeft" t="textAreaTop" r="textAreaRight" b="textAreaBottom"/>
              <a:pathLst>
                <a:path w="1869" h="4440">
                  <a:moveTo>
                    <a:pt x="1635" y="1"/>
                  </a:moveTo>
                  <a:cubicBezTo>
                    <a:pt x="1547" y="1"/>
                    <a:pt x="1537" y="131"/>
                    <a:pt x="1581" y="184"/>
                  </a:cubicBezTo>
                  <a:lnTo>
                    <a:pt x="1581" y="184"/>
                  </a:lnTo>
                  <a:cubicBezTo>
                    <a:pt x="1405" y="462"/>
                    <a:pt x="1259" y="768"/>
                    <a:pt x="1168" y="1102"/>
                  </a:cubicBezTo>
                  <a:cubicBezTo>
                    <a:pt x="1002" y="1435"/>
                    <a:pt x="868" y="1769"/>
                    <a:pt x="735" y="2102"/>
                  </a:cubicBezTo>
                  <a:cubicBezTo>
                    <a:pt x="601" y="2469"/>
                    <a:pt x="468" y="2803"/>
                    <a:pt x="334" y="3136"/>
                  </a:cubicBezTo>
                  <a:cubicBezTo>
                    <a:pt x="201" y="3470"/>
                    <a:pt x="68" y="3837"/>
                    <a:pt x="1" y="4204"/>
                  </a:cubicBezTo>
                  <a:cubicBezTo>
                    <a:pt x="1" y="4363"/>
                    <a:pt x="120" y="4439"/>
                    <a:pt x="237" y="4439"/>
                  </a:cubicBezTo>
                  <a:cubicBezTo>
                    <a:pt x="316" y="4439"/>
                    <a:pt x="394" y="4404"/>
                    <a:pt x="434" y="4337"/>
                  </a:cubicBezTo>
                  <a:cubicBezTo>
                    <a:pt x="601" y="4004"/>
                    <a:pt x="768" y="3670"/>
                    <a:pt x="835" y="3303"/>
                  </a:cubicBezTo>
                  <a:cubicBezTo>
                    <a:pt x="968" y="2936"/>
                    <a:pt x="1102" y="2603"/>
                    <a:pt x="1235" y="2236"/>
                  </a:cubicBezTo>
                  <a:cubicBezTo>
                    <a:pt x="1335" y="1902"/>
                    <a:pt x="1469" y="1569"/>
                    <a:pt x="1569" y="1202"/>
                  </a:cubicBezTo>
                  <a:cubicBezTo>
                    <a:pt x="1702" y="868"/>
                    <a:pt x="1802" y="501"/>
                    <a:pt x="1869" y="168"/>
                  </a:cubicBezTo>
                  <a:cubicBezTo>
                    <a:pt x="1869" y="67"/>
                    <a:pt x="1802" y="1"/>
                    <a:pt x="1735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440" bIns="55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3" name="Google Shape;97;p3"/>
            <p:cNvSpPr/>
            <p:nvPr/>
          </p:nvSpPr>
          <p:spPr>
            <a:xfrm rot="2074800">
              <a:off x="3146040" y="1600560"/>
              <a:ext cx="45360" cy="123120"/>
            </a:xfrm>
            <a:custGeom>
              <a:avLst/>
              <a:gdLst>
                <a:gd name="textAreaLeft" fmla="*/ 0 w 45360"/>
                <a:gd name="textAreaRight" fmla="*/ 45720 w 45360"/>
                <a:gd name="textAreaTop" fmla="*/ 0 h 123120"/>
                <a:gd name="textAreaBottom" fmla="*/ 123480 h 123120"/>
              </a:gdLst>
              <a:ahLst/>
              <a:cxnLst/>
              <a:rect l="textAreaLeft" t="textAreaTop" r="textAreaRight" b="textAreaBottom"/>
              <a:pathLst>
                <a:path w="1835" h="4939">
                  <a:moveTo>
                    <a:pt x="1701" y="0"/>
                  </a:moveTo>
                  <a:cubicBezTo>
                    <a:pt x="1435" y="334"/>
                    <a:pt x="1268" y="667"/>
                    <a:pt x="1168" y="1068"/>
                  </a:cubicBezTo>
                  <a:cubicBezTo>
                    <a:pt x="1001" y="1468"/>
                    <a:pt x="834" y="1935"/>
                    <a:pt x="701" y="2335"/>
                  </a:cubicBezTo>
                  <a:lnTo>
                    <a:pt x="267" y="3603"/>
                  </a:lnTo>
                  <a:cubicBezTo>
                    <a:pt x="100" y="4003"/>
                    <a:pt x="0" y="4403"/>
                    <a:pt x="34" y="4837"/>
                  </a:cubicBezTo>
                  <a:cubicBezTo>
                    <a:pt x="55" y="4902"/>
                    <a:pt x="118" y="4938"/>
                    <a:pt x="178" y="4938"/>
                  </a:cubicBezTo>
                  <a:cubicBezTo>
                    <a:pt x="211" y="4938"/>
                    <a:pt x="243" y="4927"/>
                    <a:pt x="267" y="4904"/>
                  </a:cubicBezTo>
                  <a:cubicBezTo>
                    <a:pt x="534" y="4603"/>
                    <a:pt x="734" y="4236"/>
                    <a:pt x="801" y="3803"/>
                  </a:cubicBezTo>
                  <a:lnTo>
                    <a:pt x="1234" y="2569"/>
                  </a:lnTo>
                  <a:cubicBezTo>
                    <a:pt x="1368" y="2135"/>
                    <a:pt x="1468" y="1735"/>
                    <a:pt x="1601" y="1301"/>
                  </a:cubicBezTo>
                  <a:cubicBezTo>
                    <a:pt x="1735" y="934"/>
                    <a:pt x="1835" y="500"/>
                    <a:pt x="1835" y="100"/>
                  </a:cubicBezTo>
                  <a:cubicBezTo>
                    <a:pt x="1835" y="51"/>
                    <a:pt x="1799" y="20"/>
                    <a:pt x="1767" y="20"/>
                  </a:cubicBezTo>
                  <a:cubicBezTo>
                    <a:pt x="1755" y="20"/>
                    <a:pt x="1744" y="25"/>
                    <a:pt x="1735" y="33"/>
                  </a:cubicBezTo>
                  <a:lnTo>
                    <a:pt x="1701" y="0"/>
                  </a:ln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4" name="Google Shape;98;p3"/>
            <p:cNvSpPr/>
            <p:nvPr/>
          </p:nvSpPr>
          <p:spPr>
            <a:xfrm rot="2074800">
              <a:off x="3155400" y="1667520"/>
              <a:ext cx="33480" cy="9720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1358" h="3899">
                  <a:moveTo>
                    <a:pt x="1212" y="1"/>
                  </a:moveTo>
                  <a:cubicBezTo>
                    <a:pt x="1178" y="1"/>
                    <a:pt x="1147" y="23"/>
                    <a:pt x="1135" y="80"/>
                  </a:cubicBezTo>
                  <a:cubicBezTo>
                    <a:pt x="868" y="680"/>
                    <a:pt x="635" y="1281"/>
                    <a:pt x="435" y="1914"/>
                  </a:cubicBezTo>
                  <a:cubicBezTo>
                    <a:pt x="335" y="2215"/>
                    <a:pt x="234" y="2548"/>
                    <a:pt x="168" y="2848"/>
                  </a:cubicBezTo>
                  <a:cubicBezTo>
                    <a:pt x="34" y="3149"/>
                    <a:pt x="1" y="3482"/>
                    <a:pt x="68" y="3782"/>
                  </a:cubicBezTo>
                  <a:cubicBezTo>
                    <a:pt x="89" y="3848"/>
                    <a:pt x="168" y="3899"/>
                    <a:pt x="238" y="3899"/>
                  </a:cubicBezTo>
                  <a:cubicBezTo>
                    <a:pt x="276" y="3899"/>
                    <a:pt x="311" y="3884"/>
                    <a:pt x="335" y="3849"/>
                  </a:cubicBezTo>
                  <a:cubicBezTo>
                    <a:pt x="501" y="3582"/>
                    <a:pt x="601" y="3282"/>
                    <a:pt x="635" y="2982"/>
                  </a:cubicBezTo>
                  <a:cubicBezTo>
                    <a:pt x="701" y="2682"/>
                    <a:pt x="802" y="2381"/>
                    <a:pt x="902" y="2081"/>
                  </a:cubicBezTo>
                  <a:cubicBezTo>
                    <a:pt x="1068" y="1447"/>
                    <a:pt x="1235" y="814"/>
                    <a:pt x="1335" y="146"/>
                  </a:cubicBezTo>
                  <a:cubicBezTo>
                    <a:pt x="1357" y="81"/>
                    <a:pt x="1278" y="1"/>
                    <a:pt x="1212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5" name="Google Shape;99;p3"/>
            <p:cNvSpPr/>
            <p:nvPr/>
          </p:nvSpPr>
          <p:spPr>
            <a:xfrm rot="2074800">
              <a:off x="3187080" y="1668240"/>
              <a:ext cx="29520" cy="9900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99000"/>
                <a:gd name="textAreaBottom" fmla="*/ 99360 h 99000"/>
              </a:gdLst>
              <a:ahLst/>
              <a:cxnLst/>
              <a:rect l="textAreaLeft" t="textAreaTop" r="textAreaRight" b="textAreaBottom"/>
              <a:pathLst>
                <a:path w="1202" h="3973">
                  <a:moveTo>
                    <a:pt x="1073" y="1"/>
                  </a:moveTo>
                  <a:cubicBezTo>
                    <a:pt x="1034" y="1"/>
                    <a:pt x="994" y="23"/>
                    <a:pt x="968" y="74"/>
                  </a:cubicBezTo>
                  <a:cubicBezTo>
                    <a:pt x="735" y="674"/>
                    <a:pt x="534" y="1274"/>
                    <a:pt x="401" y="1908"/>
                  </a:cubicBezTo>
                  <a:cubicBezTo>
                    <a:pt x="334" y="2208"/>
                    <a:pt x="268" y="2542"/>
                    <a:pt x="168" y="2842"/>
                  </a:cubicBezTo>
                  <a:cubicBezTo>
                    <a:pt x="67" y="3142"/>
                    <a:pt x="1" y="3476"/>
                    <a:pt x="1" y="3810"/>
                  </a:cubicBezTo>
                  <a:cubicBezTo>
                    <a:pt x="1" y="3909"/>
                    <a:pt x="96" y="3973"/>
                    <a:pt x="193" y="3973"/>
                  </a:cubicBezTo>
                  <a:cubicBezTo>
                    <a:pt x="260" y="3973"/>
                    <a:pt x="327" y="3944"/>
                    <a:pt x="368" y="3876"/>
                  </a:cubicBezTo>
                  <a:cubicBezTo>
                    <a:pt x="501" y="3609"/>
                    <a:pt x="568" y="3309"/>
                    <a:pt x="635" y="3009"/>
                  </a:cubicBezTo>
                  <a:cubicBezTo>
                    <a:pt x="701" y="2675"/>
                    <a:pt x="768" y="2342"/>
                    <a:pt x="868" y="2042"/>
                  </a:cubicBezTo>
                  <a:cubicBezTo>
                    <a:pt x="935" y="1708"/>
                    <a:pt x="1001" y="1408"/>
                    <a:pt x="1068" y="1108"/>
                  </a:cubicBezTo>
                  <a:cubicBezTo>
                    <a:pt x="1135" y="774"/>
                    <a:pt x="1202" y="474"/>
                    <a:pt x="1202" y="140"/>
                  </a:cubicBezTo>
                  <a:cubicBezTo>
                    <a:pt x="1202" y="58"/>
                    <a:pt x="1138" y="1"/>
                    <a:pt x="1073" y="1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6" name="Google Shape;100;p3"/>
            <p:cNvSpPr/>
            <p:nvPr/>
          </p:nvSpPr>
          <p:spPr>
            <a:xfrm rot="2074800">
              <a:off x="3229920" y="1661040"/>
              <a:ext cx="24480" cy="10404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04040"/>
                <a:gd name="textAreaBottom" fmla="*/ 104400 h 104040"/>
              </a:gdLst>
              <a:ahLst/>
              <a:cxnLst/>
              <a:rect l="textAreaLeft" t="textAreaTop" r="textAreaRight" b="textAreaBottom"/>
              <a:pathLst>
                <a:path w="989" h="4173">
                  <a:moveTo>
                    <a:pt x="826" y="0"/>
                  </a:moveTo>
                  <a:cubicBezTo>
                    <a:pt x="784" y="0"/>
                    <a:pt x="746" y="26"/>
                    <a:pt x="734" y="86"/>
                  </a:cubicBezTo>
                  <a:lnTo>
                    <a:pt x="734" y="119"/>
                  </a:lnTo>
                  <a:cubicBezTo>
                    <a:pt x="534" y="787"/>
                    <a:pt x="367" y="1487"/>
                    <a:pt x="267" y="2188"/>
                  </a:cubicBezTo>
                  <a:cubicBezTo>
                    <a:pt x="200" y="2521"/>
                    <a:pt x="133" y="2855"/>
                    <a:pt x="100" y="3188"/>
                  </a:cubicBezTo>
                  <a:cubicBezTo>
                    <a:pt x="0" y="3489"/>
                    <a:pt x="0" y="3822"/>
                    <a:pt x="100" y="4122"/>
                  </a:cubicBezTo>
                  <a:cubicBezTo>
                    <a:pt x="117" y="4156"/>
                    <a:pt x="142" y="4172"/>
                    <a:pt x="167" y="4172"/>
                  </a:cubicBezTo>
                  <a:cubicBezTo>
                    <a:pt x="192" y="4172"/>
                    <a:pt x="217" y="4156"/>
                    <a:pt x="234" y="4122"/>
                  </a:cubicBezTo>
                  <a:cubicBezTo>
                    <a:pt x="400" y="3855"/>
                    <a:pt x="500" y="3555"/>
                    <a:pt x="500" y="3222"/>
                  </a:cubicBezTo>
                  <a:lnTo>
                    <a:pt x="667" y="2221"/>
                  </a:lnTo>
                  <a:cubicBezTo>
                    <a:pt x="767" y="1554"/>
                    <a:pt x="867" y="853"/>
                    <a:pt x="967" y="186"/>
                  </a:cubicBezTo>
                  <a:cubicBezTo>
                    <a:pt x="989" y="80"/>
                    <a:pt x="901" y="0"/>
                    <a:pt x="826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200" bIns="52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7" name="Google Shape;101;p3"/>
            <p:cNvSpPr/>
            <p:nvPr/>
          </p:nvSpPr>
          <p:spPr>
            <a:xfrm rot="2074800">
              <a:off x="3278520" y="1645560"/>
              <a:ext cx="27000" cy="10800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108000"/>
                <a:gd name="textAreaBottom" fmla="*/ 108360 h 108000"/>
              </a:gdLst>
              <a:ahLst/>
              <a:cxnLst/>
              <a:rect l="textAreaLeft" t="textAreaTop" r="textAreaRight" b="textAreaBottom"/>
              <a:pathLst>
                <a:path w="1088" h="4333">
                  <a:moveTo>
                    <a:pt x="942" y="0"/>
                  </a:moveTo>
                  <a:cubicBezTo>
                    <a:pt x="894" y="0"/>
                    <a:pt x="848" y="29"/>
                    <a:pt x="835" y="97"/>
                  </a:cubicBezTo>
                  <a:cubicBezTo>
                    <a:pt x="668" y="830"/>
                    <a:pt x="468" y="1564"/>
                    <a:pt x="334" y="2298"/>
                  </a:cubicBezTo>
                  <a:cubicBezTo>
                    <a:pt x="267" y="2665"/>
                    <a:pt x="201" y="3032"/>
                    <a:pt x="167" y="3399"/>
                  </a:cubicBezTo>
                  <a:cubicBezTo>
                    <a:pt x="134" y="3666"/>
                    <a:pt x="1" y="4099"/>
                    <a:pt x="234" y="4333"/>
                  </a:cubicBezTo>
                  <a:lnTo>
                    <a:pt x="301" y="4333"/>
                  </a:lnTo>
                  <a:cubicBezTo>
                    <a:pt x="568" y="4166"/>
                    <a:pt x="534" y="3733"/>
                    <a:pt x="601" y="3432"/>
                  </a:cubicBezTo>
                  <a:cubicBezTo>
                    <a:pt x="634" y="3099"/>
                    <a:pt x="668" y="2732"/>
                    <a:pt x="734" y="2365"/>
                  </a:cubicBezTo>
                  <a:cubicBezTo>
                    <a:pt x="835" y="1631"/>
                    <a:pt x="935" y="897"/>
                    <a:pt x="1068" y="163"/>
                  </a:cubicBezTo>
                  <a:cubicBezTo>
                    <a:pt x="1088" y="64"/>
                    <a:pt x="1013" y="0"/>
                    <a:pt x="94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8" name="Google Shape;102;p3"/>
            <p:cNvSpPr/>
            <p:nvPr/>
          </p:nvSpPr>
          <p:spPr>
            <a:xfrm rot="2074800">
              <a:off x="3327120" y="1642320"/>
              <a:ext cx="27720" cy="10224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1121" h="4103">
                  <a:moveTo>
                    <a:pt x="954" y="0"/>
                  </a:moveTo>
                  <a:cubicBezTo>
                    <a:pt x="899" y="0"/>
                    <a:pt x="848" y="29"/>
                    <a:pt x="834" y="97"/>
                  </a:cubicBezTo>
                  <a:cubicBezTo>
                    <a:pt x="667" y="764"/>
                    <a:pt x="501" y="1431"/>
                    <a:pt x="367" y="2098"/>
                  </a:cubicBezTo>
                  <a:cubicBezTo>
                    <a:pt x="301" y="2398"/>
                    <a:pt x="234" y="2732"/>
                    <a:pt x="167" y="3032"/>
                  </a:cubicBezTo>
                  <a:cubicBezTo>
                    <a:pt x="34" y="3366"/>
                    <a:pt x="0" y="3699"/>
                    <a:pt x="67" y="4033"/>
                  </a:cubicBezTo>
                  <a:cubicBezTo>
                    <a:pt x="88" y="4074"/>
                    <a:pt x="134" y="4103"/>
                    <a:pt x="174" y="4103"/>
                  </a:cubicBezTo>
                  <a:cubicBezTo>
                    <a:pt x="199" y="4103"/>
                    <a:pt x="221" y="4092"/>
                    <a:pt x="234" y="4066"/>
                  </a:cubicBezTo>
                  <a:cubicBezTo>
                    <a:pt x="434" y="3799"/>
                    <a:pt x="534" y="3499"/>
                    <a:pt x="567" y="3166"/>
                  </a:cubicBezTo>
                  <a:lnTo>
                    <a:pt x="734" y="2198"/>
                  </a:lnTo>
                  <a:cubicBezTo>
                    <a:pt x="868" y="1531"/>
                    <a:pt x="968" y="831"/>
                    <a:pt x="1101" y="163"/>
                  </a:cubicBezTo>
                  <a:cubicBezTo>
                    <a:pt x="1121" y="64"/>
                    <a:pt x="1034" y="0"/>
                    <a:pt x="954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9" name="Google Shape;103;p3"/>
            <p:cNvSpPr/>
            <p:nvPr/>
          </p:nvSpPr>
          <p:spPr>
            <a:xfrm rot="2074800">
              <a:off x="3371040" y="1644840"/>
              <a:ext cx="32040" cy="9216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1302" h="3701">
                  <a:moveTo>
                    <a:pt x="1132" y="0"/>
                  </a:moveTo>
                  <a:cubicBezTo>
                    <a:pt x="1079" y="0"/>
                    <a:pt x="1028" y="30"/>
                    <a:pt x="1002" y="95"/>
                  </a:cubicBezTo>
                  <a:cubicBezTo>
                    <a:pt x="802" y="695"/>
                    <a:pt x="568" y="1262"/>
                    <a:pt x="435" y="1863"/>
                  </a:cubicBezTo>
                  <a:cubicBezTo>
                    <a:pt x="268" y="2463"/>
                    <a:pt x="1" y="3064"/>
                    <a:pt x="201" y="3631"/>
                  </a:cubicBezTo>
                  <a:cubicBezTo>
                    <a:pt x="201" y="3672"/>
                    <a:pt x="239" y="3700"/>
                    <a:pt x="276" y="3700"/>
                  </a:cubicBezTo>
                  <a:cubicBezTo>
                    <a:pt x="299" y="3700"/>
                    <a:pt x="322" y="3689"/>
                    <a:pt x="335" y="3664"/>
                  </a:cubicBezTo>
                  <a:cubicBezTo>
                    <a:pt x="735" y="3230"/>
                    <a:pt x="768" y="2563"/>
                    <a:pt x="902" y="1996"/>
                  </a:cubicBezTo>
                  <a:cubicBezTo>
                    <a:pt x="1035" y="1462"/>
                    <a:pt x="1135" y="795"/>
                    <a:pt x="1302" y="195"/>
                  </a:cubicBezTo>
                  <a:cubicBezTo>
                    <a:pt x="1302" y="73"/>
                    <a:pt x="1215" y="0"/>
                    <a:pt x="113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80" name="Google Shape;104;p3"/>
          <p:cNvGrpSpPr/>
          <p:nvPr/>
        </p:nvGrpSpPr>
        <p:grpSpPr>
          <a:xfrm>
            <a:off x="5807880" y="776160"/>
            <a:ext cx="1225440" cy="853200"/>
            <a:chOff x="5807880" y="776160"/>
            <a:chExt cx="1225440" cy="853200"/>
          </a:xfrm>
        </p:grpSpPr>
        <p:sp>
          <p:nvSpPr>
            <p:cNvPr id="2581" name="Google Shape;105;p3"/>
            <p:cNvSpPr/>
            <p:nvPr/>
          </p:nvSpPr>
          <p:spPr>
            <a:xfrm rot="19811400">
              <a:off x="5788440" y="1072800"/>
              <a:ext cx="1263960" cy="259200"/>
            </a:xfrm>
            <a:custGeom>
              <a:avLst/>
              <a:gdLst>
                <a:gd name="textAreaLeft" fmla="*/ 0 w 1263960"/>
                <a:gd name="textAreaRight" fmla="*/ 1264320 w 1263960"/>
                <a:gd name="textAreaTop" fmla="*/ 0 h 259200"/>
                <a:gd name="textAreaBottom" fmla="*/ 259560 h 259200"/>
              </a:gdLst>
              <a:ahLst/>
              <a:cxnLst/>
              <a:rect l="textAreaLeft" t="textAreaTop" r="textAreaRight" b="textAreaBottom"/>
              <a:pathLst>
                <a:path w="61507" h="12632">
                  <a:moveTo>
                    <a:pt x="51109" y="811"/>
                  </a:moveTo>
                  <a:cubicBezTo>
                    <a:pt x="54303" y="811"/>
                    <a:pt x="57498" y="862"/>
                    <a:pt x="60692" y="862"/>
                  </a:cubicBezTo>
                  <a:cubicBezTo>
                    <a:pt x="60670" y="4334"/>
                    <a:pt x="60328" y="7806"/>
                    <a:pt x="60285" y="11278"/>
                  </a:cubicBezTo>
                  <a:cubicBezTo>
                    <a:pt x="59942" y="11363"/>
                    <a:pt x="59578" y="11406"/>
                    <a:pt x="59213" y="11428"/>
                  </a:cubicBezTo>
                  <a:cubicBezTo>
                    <a:pt x="59213" y="11385"/>
                    <a:pt x="59213" y="11342"/>
                    <a:pt x="59213" y="11299"/>
                  </a:cubicBezTo>
                  <a:cubicBezTo>
                    <a:pt x="59106" y="9970"/>
                    <a:pt x="59406" y="8663"/>
                    <a:pt x="59192" y="7313"/>
                  </a:cubicBezTo>
                  <a:cubicBezTo>
                    <a:pt x="59157" y="7107"/>
                    <a:pt x="59013" y="7018"/>
                    <a:pt x="58858" y="7018"/>
                  </a:cubicBezTo>
                  <a:cubicBezTo>
                    <a:pt x="58626" y="7018"/>
                    <a:pt x="58369" y="7219"/>
                    <a:pt x="58420" y="7527"/>
                  </a:cubicBezTo>
                  <a:cubicBezTo>
                    <a:pt x="58635" y="8792"/>
                    <a:pt x="58292" y="10035"/>
                    <a:pt x="58399" y="11299"/>
                  </a:cubicBezTo>
                  <a:cubicBezTo>
                    <a:pt x="58399" y="11363"/>
                    <a:pt x="58420" y="11406"/>
                    <a:pt x="58442" y="11449"/>
                  </a:cubicBezTo>
                  <a:cubicBezTo>
                    <a:pt x="58227" y="11449"/>
                    <a:pt x="58013" y="11449"/>
                    <a:pt x="57820" y="11471"/>
                  </a:cubicBezTo>
                  <a:lnTo>
                    <a:pt x="57006" y="11513"/>
                  </a:lnTo>
                  <a:cubicBezTo>
                    <a:pt x="57049" y="11449"/>
                    <a:pt x="57070" y="11385"/>
                    <a:pt x="57070" y="11299"/>
                  </a:cubicBezTo>
                  <a:cubicBezTo>
                    <a:pt x="57070" y="9563"/>
                    <a:pt x="57134" y="7827"/>
                    <a:pt x="56770" y="6113"/>
                  </a:cubicBezTo>
                  <a:cubicBezTo>
                    <a:pt x="56727" y="5907"/>
                    <a:pt x="56578" y="5818"/>
                    <a:pt x="56421" y="5818"/>
                  </a:cubicBezTo>
                  <a:cubicBezTo>
                    <a:pt x="56186" y="5818"/>
                    <a:pt x="55934" y="6019"/>
                    <a:pt x="55999" y="6327"/>
                  </a:cubicBezTo>
                  <a:cubicBezTo>
                    <a:pt x="56341" y="7977"/>
                    <a:pt x="56277" y="9627"/>
                    <a:pt x="56256" y="11299"/>
                  </a:cubicBezTo>
                  <a:cubicBezTo>
                    <a:pt x="56256" y="11385"/>
                    <a:pt x="56277" y="11471"/>
                    <a:pt x="56341" y="11556"/>
                  </a:cubicBezTo>
                  <a:cubicBezTo>
                    <a:pt x="55741" y="11578"/>
                    <a:pt x="55141" y="11599"/>
                    <a:pt x="54520" y="11599"/>
                  </a:cubicBezTo>
                  <a:cubicBezTo>
                    <a:pt x="54713" y="10120"/>
                    <a:pt x="55141" y="8663"/>
                    <a:pt x="54777" y="7184"/>
                  </a:cubicBezTo>
                  <a:cubicBezTo>
                    <a:pt x="54726" y="6979"/>
                    <a:pt x="54571" y="6889"/>
                    <a:pt x="54413" y="6889"/>
                  </a:cubicBezTo>
                  <a:cubicBezTo>
                    <a:pt x="54175" y="6889"/>
                    <a:pt x="53928" y="7090"/>
                    <a:pt x="54006" y="7399"/>
                  </a:cubicBezTo>
                  <a:cubicBezTo>
                    <a:pt x="54348" y="8792"/>
                    <a:pt x="53898" y="10228"/>
                    <a:pt x="53727" y="11621"/>
                  </a:cubicBezTo>
                  <a:lnTo>
                    <a:pt x="52420" y="11663"/>
                  </a:lnTo>
                  <a:lnTo>
                    <a:pt x="51905" y="11663"/>
                  </a:lnTo>
                  <a:cubicBezTo>
                    <a:pt x="52334" y="9885"/>
                    <a:pt x="51991" y="8020"/>
                    <a:pt x="51970" y="6199"/>
                  </a:cubicBezTo>
                  <a:cubicBezTo>
                    <a:pt x="51970" y="5931"/>
                    <a:pt x="51771" y="5797"/>
                    <a:pt x="51573" y="5797"/>
                  </a:cubicBezTo>
                  <a:cubicBezTo>
                    <a:pt x="51375" y="5797"/>
                    <a:pt x="51177" y="5931"/>
                    <a:pt x="51177" y="6199"/>
                  </a:cubicBezTo>
                  <a:cubicBezTo>
                    <a:pt x="51198" y="8020"/>
                    <a:pt x="51562" y="9906"/>
                    <a:pt x="51070" y="11663"/>
                  </a:cubicBezTo>
                  <a:cubicBezTo>
                    <a:pt x="50041" y="11685"/>
                    <a:pt x="49012" y="11706"/>
                    <a:pt x="47984" y="11706"/>
                  </a:cubicBezTo>
                  <a:cubicBezTo>
                    <a:pt x="48048" y="11642"/>
                    <a:pt x="48091" y="11535"/>
                    <a:pt x="48091" y="11449"/>
                  </a:cubicBezTo>
                  <a:cubicBezTo>
                    <a:pt x="48091" y="9692"/>
                    <a:pt x="47984" y="7956"/>
                    <a:pt x="48091" y="6220"/>
                  </a:cubicBezTo>
                  <a:cubicBezTo>
                    <a:pt x="48112" y="5963"/>
                    <a:pt x="47919" y="5834"/>
                    <a:pt x="47718" y="5834"/>
                  </a:cubicBezTo>
                  <a:cubicBezTo>
                    <a:pt x="47517" y="5834"/>
                    <a:pt x="47308" y="5963"/>
                    <a:pt x="47298" y="6220"/>
                  </a:cubicBezTo>
                  <a:cubicBezTo>
                    <a:pt x="47169" y="7956"/>
                    <a:pt x="47298" y="9692"/>
                    <a:pt x="47298" y="11449"/>
                  </a:cubicBezTo>
                  <a:cubicBezTo>
                    <a:pt x="47276" y="11535"/>
                    <a:pt x="47319" y="11642"/>
                    <a:pt x="47405" y="11728"/>
                  </a:cubicBezTo>
                  <a:lnTo>
                    <a:pt x="45412" y="11728"/>
                  </a:lnTo>
                  <a:cubicBezTo>
                    <a:pt x="45412" y="11728"/>
                    <a:pt x="45412" y="11706"/>
                    <a:pt x="45412" y="11706"/>
                  </a:cubicBezTo>
                  <a:cubicBezTo>
                    <a:pt x="45305" y="10292"/>
                    <a:pt x="45626" y="8877"/>
                    <a:pt x="45390" y="7442"/>
                  </a:cubicBezTo>
                  <a:cubicBezTo>
                    <a:pt x="45365" y="7246"/>
                    <a:pt x="45225" y="7162"/>
                    <a:pt x="45071" y="7162"/>
                  </a:cubicBezTo>
                  <a:cubicBezTo>
                    <a:pt x="44836" y="7162"/>
                    <a:pt x="44567" y="7358"/>
                    <a:pt x="44619" y="7656"/>
                  </a:cubicBezTo>
                  <a:cubicBezTo>
                    <a:pt x="44855" y="9006"/>
                    <a:pt x="44512" y="10356"/>
                    <a:pt x="44619" y="11706"/>
                  </a:cubicBezTo>
                  <a:cubicBezTo>
                    <a:pt x="44619" y="11706"/>
                    <a:pt x="44619" y="11728"/>
                    <a:pt x="44619" y="11749"/>
                  </a:cubicBezTo>
                  <a:lnTo>
                    <a:pt x="43504" y="11749"/>
                  </a:lnTo>
                  <a:cubicBezTo>
                    <a:pt x="43526" y="11685"/>
                    <a:pt x="43526" y="11621"/>
                    <a:pt x="43526" y="11578"/>
                  </a:cubicBezTo>
                  <a:cubicBezTo>
                    <a:pt x="43526" y="9649"/>
                    <a:pt x="43612" y="7742"/>
                    <a:pt x="43247" y="5834"/>
                  </a:cubicBezTo>
                  <a:cubicBezTo>
                    <a:pt x="43213" y="5628"/>
                    <a:pt x="43066" y="5539"/>
                    <a:pt x="42908" y="5539"/>
                  </a:cubicBezTo>
                  <a:cubicBezTo>
                    <a:pt x="42671" y="5539"/>
                    <a:pt x="42412" y="5740"/>
                    <a:pt x="42476" y="6049"/>
                  </a:cubicBezTo>
                  <a:cubicBezTo>
                    <a:pt x="42819" y="7870"/>
                    <a:pt x="42754" y="9713"/>
                    <a:pt x="42733" y="11578"/>
                  </a:cubicBezTo>
                  <a:cubicBezTo>
                    <a:pt x="42733" y="11621"/>
                    <a:pt x="42733" y="11685"/>
                    <a:pt x="42776" y="11749"/>
                  </a:cubicBezTo>
                  <a:lnTo>
                    <a:pt x="40483" y="11749"/>
                  </a:lnTo>
                  <a:cubicBezTo>
                    <a:pt x="40547" y="10078"/>
                    <a:pt x="40933" y="8427"/>
                    <a:pt x="40590" y="6777"/>
                  </a:cubicBezTo>
                  <a:cubicBezTo>
                    <a:pt x="40547" y="6571"/>
                    <a:pt x="40398" y="6482"/>
                    <a:pt x="40241" y="6482"/>
                  </a:cubicBezTo>
                  <a:cubicBezTo>
                    <a:pt x="40006" y="6482"/>
                    <a:pt x="39754" y="6683"/>
                    <a:pt x="39818" y="6991"/>
                  </a:cubicBezTo>
                  <a:cubicBezTo>
                    <a:pt x="40140" y="8556"/>
                    <a:pt x="39733" y="10163"/>
                    <a:pt x="39668" y="11749"/>
                  </a:cubicBezTo>
                  <a:lnTo>
                    <a:pt x="38811" y="11749"/>
                  </a:lnTo>
                  <a:cubicBezTo>
                    <a:pt x="38854" y="11663"/>
                    <a:pt x="38875" y="11556"/>
                    <a:pt x="38854" y="11471"/>
                  </a:cubicBezTo>
                  <a:cubicBezTo>
                    <a:pt x="38618" y="10613"/>
                    <a:pt x="38725" y="9756"/>
                    <a:pt x="38725" y="8877"/>
                  </a:cubicBezTo>
                  <a:cubicBezTo>
                    <a:pt x="38704" y="7849"/>
                    <a:pt x="38597" y="6841"/>
                    <a:pt x="38597" y="5813"/>
                  </a:cubicBezTo>
                  <a:cubicBezTo>
                    <a:pt x="38597" y="5545"/>
                    <a:pt x="38393" y="5411"/>
                    <a:pt x="38190" y="5411"/>
                  </a:cubicBezTo>
                  <a:cubicBezTo>
                    <a:pt x="37986" y="5411"/>
                    <a:pt x="37782" y="5545"/>
                    <a:pt x="37782" y="5813"/>
                  </a:cubicBezTo>
                  <a:cubicBezTo>
                    <a:pt x="37804" y="6841"/>
                    <a:pt x="37868" y="7849"/>
                    <a:pt x="37911" y="8877"/>
                  </a:cubicBezTo>
                  <a:cubicBezTo>
                    <a:pt x="37954" y="9842"/>
                    <a:pt x="37825" y="10742"/>
                    <a:pt x="38061" y="11663"/>
                  </a:cubicBezTo>
                  <a:cubicBezTo>
                    <a:pt x="38083" y="11685"/>
                    <a:pt x="38083" y="11728"/>
                    <a:pt x="38104" y="11749"/>
                  </a:cubicBezTo>
                  <a:lnTo>
                    <a:pt x="36325" y="11749"/>
                  </a:lnTo>
                  <a:cubicBezTo>
                    <a:pt x="36325" y="10249"/>
                    <a:pt x="36432" y="8770"/>
                    <a:pt x="36454" y="7270"/>
                  </a:cubicBezTo>
                  <a:cubicBezTo>
                    <a:pt x="36454" y="7002"/>
                    <a:pt x="36250" y="6868"/>
                    <a:pt x="36047" y="6868"/>
                  </a:cubicBezTo>
                  <a:cubicBezTo>
                    <a:pt x="35843" y="6868"/>
                    <a:pt x="35639" y="7002"/>
                    <a:pt x="35639" y="7270"/>
                  </a:cubicBezTo>
                  <a:cubicBezTo>
                    <a:pt x="35639" y="8770"/>
                    <a:pt x="35532" y="10249"/>
                    <a:pt x="35511" y="11749"/>
                  </a:cubicBezTo>
                  <a:lnTo>
                    <a:pt x="34032" y="11749"/>
                  </a:lnTo>
                  <a:cubicBezTo>
                    <a:pt x="33989" y="10892"/>
                    <a:pt x="34182" y="10078"/>
                    <a:pt x="34289" y="9242"/>
                  </a:cubicBezTo>
                  <a:cubicBezTo>
                    <a:pt x="34396" y="8299"/>
                    <a:pt x="34182" y="7292"/>
                    <a:pt x="34161" y="6349"/>
                  </a:cubicBezTo>
                  <a:cubicBezTo>
                    <a:pt x="34161" y="6091"/>
                    <a:pt x="33962" y="5963"/>
                    <a:pt x="33764" y="5963"/>
                  </a:cubicBezTo>
                  <a:cubicBezTo>
                    <a:pt x="33566" y="5963"/>
                    <a:pt x="33368" y="6091"/>
                    <a:pt x="33368" y="6349"/>
                  </a:cubicBezTo>
                  <a:cubicBezTo>
                    <a:pt x="33389" y="7184"/>
                    <a:pt x="33475" y="8042"/>
                    <a:pt x="33496" y="8877"/>
                  </a:cubicBezTo>
                  <a:cubicBezTo>
                    <a:pt x="33518" y="9863"/>
                    <a:pt x="33175" y="10763"/>
                    <a:pt x="33239" y="11749"/>
                  </a:cubicBezTo>
                  <a:lnTo>
                    <a:pt x="30389" y="11749"/>
                  </a:lnTo>
                  <a:cubicBezTo>
                    <a:pt x="30496" y="11663"/>
                    <a:pt x="30560" y="11556"/>
                    <a:pt x="30539" y="11428"/>
                  </a:cubicBezTo>
                  <a:cubicBezTo>
                    <a:pt x="30603" y="9949"/>
                    <a:pt x="30775" y="8449"/>
                    <a:pt x="31075" y="6991"/>
                  </a:cubicBezTo>
                  <a:cubicBezTo>
                    <a:pt x="31126" y="6683"/>
                    <a:pt x="30869" y="6482"/>
                    <a:pt x="30636" y="6482"/>
                  </a:cubicBezTo>
                  <a:cubicBezTo>
                    <a:pt x="30481" y="6482"/>
                    <a:pt x="30337" y="6571"/>
                    <a:pt x="30303" y="6777"/>
                  </a:cubicBezTo>
                  <a:cubicBezTo>
                    <a:pt x="29982" y="8320"/>
                    <a:pt x="29810" y="9863"/>
                    <a:pt x="29767" y="11449"/>
                  </a:cubicBezTo>
                  <a:cubicBezTo>
                    <a:pt x="29746" y="11556"/>
                    <a:pt x="29810" y="11663"/>
                    <a:pt x="29896" y="11749"/>
                  </a:cubicBezTo>
                  <a:lnTo>
                    <a:pt x="28246" y="11749"/>
                  </a:lnTo>
                  <a:cubicBezTo>
                    <a:pt x="28267" y="11685"/>
                    <a:pt x="28289" y="11642"/>
                    <a:pt x="28289" y="11578"/>
                  </a:cubicBezTo>
                  <a:cubicBezTo>
                    <a:pt x="28246" y="9649"/>
                    <a:pt x="28332" y="7720"/>
                    <a:pt x="28546" y="5813"/>
                  </a:cubicBezTo>
                  <a:cubicBezTo>
                    <a:pt x="28578" y="5558"/>
                    <a:pt x="28400" y="5435"/>
                    <a:pt x="28204" y="5435"/>
                  </a:cubicBezTo>
                  <a:cubicBezTo>
                    <a:pt x="28004" y="5435"/>
                    <a:pt x="27785" y="5564"/>
                    <a:pt x="27753" y="5813"/>
                  </a:cubicBezTo>
                  <a:cubicBezTo>
                    <a:pt x="27539" y="7720"/>
                    <a:pt x="27453" y="9649"/>
                    <a:pt x="27474" y="11578"/>
                  </a:cubicBezTo>
                  <a:cubicBezTo>
                    <a:pt x="27474" y="11642"/>
                    <a:pt x="27496" y="11685"/>
                    <a:pt x="27517" y="11749"/>
                  </a:cubicBezTo>
                  <a:lnTo>
                    <a:pt x="26146" y="11749"/>
                  </a:lnTo>
                  <a:lnTo>
                    <a:pt x="26146" y="11706"/>
                  </a:lnTo>
                  <a:cubicBezTo>
                    <a:pt x="26146" y="10099"/>
                    <a:pt x="26360" y="8492"/>
                    <a:pt x="25996" y="6927"/>
                  </a:cubicBezTo>
                  <a:cubicBezTo>
                    <a:pt x="25944" y="6721"/>
                    <a:pt x="25790" y="6632"/>
                    <a:pt x="25631" y="6632"/>
                  </a:cubicBezTo>
                  <a:cubicBezTo>
                    <a:pt x="25394" y="6632"/>
                    <a:pt x="25147" y="6833"/>
                    <a:pt x="25224" y="7142"/>
                  </a:cubicBezTo>
                  <a:cubicBezTo>
                    <a:pt x="25567" y="8642"/>
                    <a:pt x="25353" y="10185"/>
                    <a:pt x="25331" y="11706"/>
                  </a:cubicBezTo>
                  <a:lnTo>
                    <a:pt x="25331" y="11749"/>
                  </a:lnTo>
                  <a:lnTo>
                    <a:pt x="23167" y="11749"/>
                  </a:lnTo>
                  <a:cubicBezTo>
                    <a:pt x="23188" y="11685"/>
                    <a:pt x="23188" y="11642"/>
                    <a:pt x="23188" y="11578"/>
                  </a:cubicBezTo>
                  <a:cubicBezTo>
                    <a:pt x="23188" y="9863"/>
                    <a:pt x="23317" y="8170"/>
                    <a:pt x="23574" y="6477"/>
                  </a:cubicBezTo>
                  <a:cubicBezTo>
                    <a:pt x="23625" y="6169"/>
                    <a:pt x="23368" y="5968"/>
                    <a:pt x="23136" y="5968"/>
                  </a:cubicBezTo>
                  <a:cubicBezTo>
                    <a:pt x="22981" y="5968"/>
                    <a:pt x="22837" y="6057"/>
                    <a:pt x="22802" y="6263"/>
                  </a:cubicBezTo>
                  <a:cubicBezTo>
                    <a:pt x="22524" y="8020"/>
                    <a:pt x="22395" y="9799"/>
                    <a:pt x="22374" y="11578"/>
                  </a:cubicBezTo>
                  <a:cubicBezTo>
                    <a:pt x="22395" y="11642"/>
                    <a:pt x="22395" y="11685"/>
                    <a:pt x="22417" y="11749"/>
                  </a:cubicBezTo>
                  <a:lnTo>
                    <a:pt x="21152" y="11749"/>
                  </a:lnTo>
                  <a:cubicBezTo>
                    <a:pt x="21174" y="11685"/>
                    <a:pt x="21174" y="11642"/>
                    <a:pt x="21174" y="11599"/>
                  </a:cubicBezTo>
                  <a:cubicBezTo>
                    <a:pt x="21174" y="10035"/>
                    <a:pt x="21302" y="8470"/>
                    <a:pt x="21324" y="6906"/>
                  </a:cubicBezTo>
                  <a:cubicBezTo>
                    <a:pt x="21324" y="6638"/>
                    <a:pt x="21120" y="6504"/>
                    <a:pt x="20917" y="6504"/>
                  </a:cubicBezTo>
                  <a:cubicBezTo>
                    <a:pt x="20713" y="6504"/>
                    <a:pt x="20509" y="6638"/>
                    <a:pt x="20509" y="6906"/>
                  </a:cubicBezTo>
                  <a:cubicBezTo>
                    <a:pt x="20509" y="8470"/>
                    <a:pt x="20381" y="10035"/>
                    <a:pt x="20381" y="11599"/>
                  </a:cubicBezTo>
                  <a:cubicBezTo>
                    <a:pt x="20381" y="11642"/>
                    <a:pt x="20381" y="11685"/>
                    <a:pt x="20402" y="11728"/>
                  </a:cubicBezTo>
                  <a:lnTo>
                    <a:pt x="18302" y="11728"/>
                  </a:lnTo>
                  <a:cubicBezTo>
                    <a:pt x="18323" y="11685"/>
                    <a:pt x="18345" y="11621"/>
                    <a:pt x="18345" y="11578"/>
                  </a:cubicBezTo>
                  <a:cubicBezTo>
                    <a:pt x="18581" y="10013"/>
                    <a:pt x="18516" y="8470"/>
                    <a:pt x="18495" y="6906"/>
                  </a:cubicBezTo>
                  <a:cubicBezTo>
                    <a:pt x="18495" y="6638"/>
                    <a:pt x="18297" y="6504"/>
                    <a:pt x="18098" y="6504"/>
                  </a:cubicBezTo>
                  <a:cubicBezTo>
                    <a:pt x="17900" y="6504"/>
                    <a:pt x="17702" y="6638"/>
                    <a:pt x="17702" y="6906"/>
                  </a:cubicBezTo>
                  <a:cubicBezTo>
                    <a:pt x="17702" y="8406"/>
                    <a:pt x="17809" y="9885"/>
                    <a:pt x="17573" y="11363"/>
                  </a:cubicBezTo>
                  <a:cubicBezTo>
                    <a:pt x="17552" y="11492"/>
                    <a:pt x="17595" y="11642"/>
                    <a:pt x="17702" y="11728"/>
                  </a:cubicBezTo>
                  <a:lnTo>
                    <a:pt x="15687" y="11728"/>
                  </a:lnTo>
                  <a:cubicBezTo>
                    <a:pt x="15730" y="9777"/>
                    <a:pt x="16052" y="7827"/>
                    <a:pt x="15966" y="5856"/>
                  </a:cubicBezTo>
                  <a:cubicBezTo>
                    <a:pt x="15945" y="5598"/>
                    <a:pt x="15736" y="5470"/>
                    <a:pt x="15535" y="5470"/>
                  </a:cubicBezTo>
                  <a:cubicBezTo>
                    <a:pt x="15334" y="5470"/>
                    <a:pt x="15141" y="5598"/>
                    <a:pt x="15152" y="5856"/>
                  </a:cubicBezTo>
                  <a:cubicBezTo>
                    <a:pt x="15259" y="7827"/>
                    <a:pt x="14916" y="9777"/>
                    <a:pt x="14894" y="11728"/>
                  </a:cubicBezTo>
                  <a:lnTo>
                    <a:pt x="12880" y="11706"/>
                  </a:lnTo>
                  <a:cubicBezTo>
                    <a:pt x="12944" y="10099"/>
                    <a:pt x="13394" y="8406"/>
                    <a:pt x="12859" y="6820"/>
                  </a:cubicBezTo>
                  <a:cubicBezTo>
                    <a:pt x="12792" y="6628"/>
                    <a:pt x="12634" y="6547"/>
                    <a:pt x="12476" y="6547"/>
                  </a:cubicBezTo>
                  <a:cubicBezTo>
                    <a:pt x="12229" y="6547"/>
                    <a:pt x="11982" y="6747"/>
                    <a:pt x="12087" y="7034"/>
                  </a:cubicBezTo>
                  <a:cubicBezTo>
                    <a:pt x="12601" y="8535"/>
                    <a:pt x="12130" y="10163"/>
                    <a:pt x="12087" y="11706"/>
                  </a:cubicBezTo>
                  <a:lnTo>
                    <a:pt x="9794" y="11706"/>
                  </a:lnTo>
                  <a:lnTo>
                    <a:pt x="9794" y="11642"/>
                  </a:lnTo>
                  <a:cubicBezTo>
                    <a:pt x="9580" y="10078"/>
                    <a:pt x="9623" y="8470"/>
                    <a:pt x="9923" y="6906"/>
                  </a:cubicBezTo>
                  <a:cubicBezTo>
                    <a:pt x="9974" y="6597"/>
                    <a:pt x="9717" y="6397"/>
                    <a:pt x="9484" y="6397"/>
                  </a:cubicBezTo>
                  <a:cubicBezTo>
                    <a:pt x="9329" y="6397"/>
                    <a:pt x="9185" y="6486"/>
                    <a:pt x="9151" y="6691"/>
                  </a:cubicBezTo>
                  <a:cubicBezTo>
                    <a:pt x="8830" y="8342"/>
                    <a:pt x="8787" y="10035"/>
                    <a:pt x="9001" y="11706"/>
                  </a:cubicBezTo>
                  <a:lnTo>
                    <a:pt x="7115" y="11706"/>
                  </a:lnTo>
                  <a:cubicBezTo>
                    <a:pt x="7115" y="10206"/>
                    <a:pt x="7008" y="8706"/>
                    <a:pt x="6987" y="7206"/>
                  </a:cubicBezTo>
                  <a:cubicBezTo>
                    <a:pt x="6987" y="6938"/>
                    <a:pt x="6788" y="6804"/>
                    <a:pt x="6590" y="6804"/>
                  </a:cubicBezTo>
                  <a:cubicBezTo>
                    <a:pt x="6392" y="6804"/>
                    <a:pt x="6194" y="6938"/>
                    <a:pt x="6194" y="7206"/>
                  </a:cubicBezTo>
                  <a:cubicBezTo>
                    <a:pt x="6194" y="8706"/>
                    <a:pt x="6301" y="10206"/>
                    <a:pt x="6322" y="11706"/>
                  </a:cubicBezTo>
                  <a:cubicBezTo>
                    <a:pt x="5658" y="11663"/>
                    <a:pt x="4972" y="11663"/>
                    <a:pt x="4286" y="11663"/>
                  </a:cubicBezTo>
                  <a:cubicBezTo>
                    <a:pt x="4179" y="9970"/>
                    <a:pt x="4372" y="8299"/>
                    <a:pt x="3879" y="6649"/>
                  </a:cubicBezTo>
                  <a:cubicBezTo>
                    <a:pt x="3820" y="6453"/>
                    <a:pt x="3663" y="6369"/>
                    <a:pt x="3504" y="6369"/>
                  </a:cubicBezTo>
                  <a:cubicBezTo>
                    <a:pt x="3263" y="6369"/>
                    <a:pt x="3017" y="6565"/>
                    <a:pt x="3108" y="6863"/>
                  </a:cubicBezTo>
                  <a:cubicBezTo>
                    <a:pt x="3579" y="8427"/>
                    <a:pt x="3386" y="10056"/>
                    <a:pt x="3493" y="11685"/>
                  </a:cubicBezTo>
                  <a:cubicBezTo>
                    <a:pt x="2722" y="11706"/>
                    <a:pt x="1972" y="11749"/>
                    <a:pt x="1222" y="11835"/>
                  </a:cubicBezTo>
                  <a:cubicBezTo>
                    <a:pt x="1200" y="8256"/>
                    <a:pt x="965" y="4698"/>
                    <a:pt x="836" y="1119"/>
                  </a:cubicBezTo>
                  <a:cubicBezTo>
                    <a:pt x="5722" y="1119"/>
                    <a:pt x="10608" y="948"/>
                    <a:pt x="15495" y="862"/>
                  </a:cubicBezTo>
                  <a:cubicBezTo>
                    <a:pt x="16143" y="851"/>
                    <a:pt x="16792" y="846"/>
                    <a:pt x="17439" y="846"/>
                  </a:cubicBezTo>
                  <a:cubicBezTo>
                    <a:pt x="21839" y="846"/>
                    <a:pt x="26213" y="1077"/>
                    <a:pt x="30603" y="1227"/>
                  </a:cubicBezTo>
                  <a:cubicBezTo>
                    <a:pt x="31562" y="1264"/>
                    <a:pt x="32521" y="1279"/>
                    <a:pt x="33479" y="1279"/>
                  </a:cubicBezTo>
                  <a:cubicBezTo>
                    <a:pt x="37493" y="1279"/>
                    <a:pt x="41506" y="1005"/>
                    <a:pt x="45519" y="884"/>
                  </a:cubicBezTo>
                  <a:cubicBezTo>
                    <a:pt x="47382" y="828"/>
                    <a:pt x="49246" y="811"/>
                    <a:pt x="51109" y="811"/>
                  </a:cubicBezTo>
                  <a:close/>
                  <a:moveTo>
                    <a:pt x="51005" y="0"/>
                  </a:moveTo>
                  <a:cubicBezTo>
                    <a:pt x="49348" y="0"/>
                    <a:pt x="47691" y="12"/>
                    <a:pt x="46033" y="48"/>
                  </a:cubicBezTo>
                  <a:cubicBezTo>
                    <a:pt x="41728" y="141"/>
                    <a:pt x="37438" y="459"/>
                    <a:pt x="33137" y="459"/>
                  </a:cubicBezTo>
                  <a:cubicBezTo>
                    <a:pt x="32471" y="459"/>
                    <a:pt x="31805" y="451"/>
                    <a:pt x="31139" y="434"/>
                  </a:cubicBezTo>
                  <a:cubicBezTo>
                    <a:pt x="26508" y="316"/>
                    <a:pt x="21931" y="19"/>
                    <a:pt x="17309" y="19"/>
                  </a:cubicBezTo>
                  <a:cubicBezTo>
                    <a:pt x="16883" y="19"/>
                    <a:pt x="16457" y="21"/>
                    <a:pt x="16030" y="26"/>
                  </a:cubicBezTo>
                  <a:cubicBezTo>
                    <a:pt x="10823" y="91"/>
                    <a:pt x="5615" y="305"/>
                    <a:pt x="407" y="305"/>
                  </a:cubicBezTo>
                  <a:cubicBezTo>
                    <a:pt x="343" y="305"/>
                    <a:pt x="257" y="327"/>
                    <a:pt x="193" y="369"/>
                  </a:cubicBezTo>
                  <a:cubicBezTo>
                    <a:pt x="64" y="434"/>
                    <a:pt x="0" y="562"/>
                    <a:pt x="22" y="691"/>
                  </a:cubicBezTo>
                  <a:cubicBezTo>
                    <a:pt x="150" y="4506"/>
                    <a:pt x="407" y="8277"/>
                    <a:pt x="407" y="12092"/>
                  </a:cubicBezTo>
                  <a:cubicBezTo>
                    <a:pt x="407" y="12285"/>
                    <a:pt x="557" y="12456"/>
                    <a:pt x="750" y="12478"/>
                  </a:cubicBezTo>
                  <a:cubicBezTo>
                    <a:pt x="806" y="12571"/>
                    <a:pt x="911" y="12632"/>
                    <a:pt x="1036" y="12632"/>
                  </a:cubicBezTo>
                  <a:cubicBezTo>
                    <a:pt x="1055" y="12632"/>
                    <a:pt x="1074" y="12631"/>
                    <a:pt x="1093" y="12628"/>
                  </a:cubicBezTo>
                  <a:cubicBezTo>
                    <a:pt x="2854" y="12417"/>
                    <a:pt x="4650" y="12355"/>
                    <a:pt x="6453" y="12355"/>
                  </a:cubicBezTo>
                  <a:cubicBezTo>
                    <a:pt x="8863" y="12355"/>
                    <a:pt x="11285" y="12466"/>
                    <a:pt x="13651" y="12478"/>
                  </a:cubicBezTo>
                  <a:cubicBezTo>
                    <a:pt x="18131" y="12521"/>
                    <a:pt x="22588" y="12499"/>
                    <a:pt x="27046" y="12521"/>
                  </a:cubicBezTo>
                  <a:cubicBezTo>
                    <a:pt x="31512" y="12533"/>
                    <a:pt x="35972" y="12559"/>
                    <a:pt x="40428" y="12559"/>
                  </a:cubicBezTo>
                  <a:cubicBezTo>
                    <a:pt x="43734" y="12559"/>
                    <a:pt x="47037" y="12545"/>
                    <a:pt x="50341" y="12499"/>
                  </a:cubicBezTo>
                  <a:cubicBezTo>
                    <a:pt x="52655" y="12456"/>
                    <a:pt x="54970" y="12413"/>
                    <a:pt x="57306" y="12306"/>
                  </a:cubicBezTo>
                  <a:cubicBezTo>
                    <a:pt x="58313" y="12263"/>
                    <a:pt x="59492" y="12306"/>
                    <a:pt x="60499" y="12049"/>
                  </a:cubicBezTo>
                  <a:cubicBezTo>
                    <a:pt x="60560" y="12085"/>
                    <a:pt x="60625" y="12101"/>
                    <a:pt x="60689" y="12101"/>
                  </a:cubicBezTo>
                  <a:cubicBezTo>
                    <a:pt x="60892" y="12101"/>
                    <a:pt x="61083" y="11935"/>
                    <a:pt x="61099" y="11706"/>
                  </a:cubicBezTo>
                  <a:cubicBezTo>
                    <a:pt x="61121" y="8084"/>
                    <a:pt x="61485" y="4463"/>
                    <a:pt x="61485" y="841"/>
                  </a:cubicBezTo>
                  <a:cubicBezTo>
                    <a:pt x="61506" y="734"/>
                    <a:pt x="61442" y="605"/>
                    <a:pt x="61335" y="541"/>
                  </a:cubicBezTo>
                  <a:cubicBezTo>
                    <a:pt x="61399" y="284"/>
                    <a:pt x="61206" y="48"/>
                    <a:pt x="60949" y="48"/>
                  </a:cubicBezTo>
                  <a:cubicBezTo>
                    <a:pt x="57634" y="48"/>
                    <a:pt x="54320" y="0"/>
                    <a:pt x="5100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2" name="Google Shape;106;p3"/>
            <p:cNvSpPr/>
            <p:nvPr/>
          </p:nvSpPr>
          <p:spPr>
            <a:xfrm rot="19811400">
              <a:off x="6774120" y="990360"/>
              <a:ext cx="22680" cy="12312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23120"/>
                <a:gd name="textAreaBottom" fmla="*/ 123480 h 123120"/>
              </a:gdLst>
              <a:ahLst/>
              <a:cxnLst/>
              <a:rect l="textAreaLeft" t="textAreaTop" r="textAreaRight" b="textAreaBottom"/>
              <a:pathLst>
                <a:path w="922" h="4940">
                  <a:moveTo>
                    <a:pt x="525" y="0"/>
                  </a:moveTo>
                  <a:cubicBezTo>
                    <a:pt x="327" y="0"/>
                    <a:pt x="129" y="134"/>
                    <a:pt x="129" y="402"/>
                  </a:cubicBezTo>
                  <a:cubicBezTo>
                    <a:pt x="129" y="1774"/>
                    <a:pt x="0" y="3167"/>
                    <a:pt x="0" y="4538"/>
                  </a:cubicBezTo>
                  <a:cubicBezTo>
                    <a:pt x="0" y="4806"/>
                    <a:pt x="198" y="4940"/>
                    <a:pt x="397" y="4940"/>
                  </a:cubicBezTo>
                  <a:cubicBezTo>
                    <a:pt x="595" y="4940"/>
                    <a:pt x="793" y="4806"/>
                    <a:pt x="793" y="4538"/>
                  </a:cubicBezTo>
                  <a:cubicBezTo>
                    <a:pt x="793" y="3167"/>
                    <a:pt x="922" y="1774"/>
                    <a:pt x="922" y="402"/>
                  </a:cubicBezTo>
                  <a:cubicBezTo>
                    <a:pt x="922" y="134"/>
                    <a:pt x="723" y="0"/>
                    <a:pt x="52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83" name="Google Shape;107;p3"/>
          <p:cNvSpPr/>
          <p:nvPr/>
        </p:nvSpPr>
        <p:spPr>
          <a:xfrm>
            <a:off x="7791120" y="3960360"/>
            <a:ext cx="848160" cy="767160"/>
          </a:xfrm>
          <a:custGeom>
            <a:avLst/>
            <a:gdLst>
              <a:gd name="textAreaLeft" fmla="*/ 0 w 848160"/>
              <a:gd name="textAreaRight" fmla="*/ 848520 w 848160"/>
              <a:gd name="textAreaTop" fmla="*/ 0 h 767160"/>
              <a:gd name="textAreaBottom" fmla="*/ 767520 h 767160"/>
            </a:gdLst>
            <a:ahLst/>
            <a:cxnLst/>
            <a:rect l="textAreaLeft" t="textAreaTop" r="textAreaRight" b="textAreaBottom"/>
            <a:pathLst>
              <a:path w="33947" h="30695">
                <a:moveTo>
                  <a:pt x="9666" y="16481"/>
                </a:moveTo>
                <a:cubicBezTo>
                  <a:pt x="8680" y="16888"/>
                  <a:pt x="7758" y="17424"/>
                  <a:pt x="6923" y="18088"/>
                </a:cubicBezTo>
                <a:cubicBezTo>
                  <a:pt x="7480" y="17574"/>
                  <a:pt x="8059" y="17081"/>
                  <a:pt x="8680" y="16631"/>
                </a:cubicBezTo>
                <a:cubicBezTo>
                  <a:pt x="9001" y="16545"/>
                  <a:pt x="9323" y="16481"/>
                  <a:pt x="9666" y="16481"/>
                </a:cubicBezTo>
                <a:close/>
                <a:moveTo>
                  <a:pt x="8037" y="16866"/>
                </a:moveTo>
                <a:cubicBezTo>
                  <a:pt x="7158" y="17574"/>
                  <a:pt x="6237" y="18281"/>
                  <a:pt x="5358" y="19010"/>
                </a:cubicBezTo>
                <a:lnTo>
                  <a:pt x="6215" y="17852"/>
                </a:lnTo>
                <a:cubicBezTo>
                  <a:pt x="6323" y="17745"/>
                  <a:pt x="6451" y="17659"/>
                  <a:pt x="6580" y="17552"/>
                </a:cubicBezTo>
                <a:cubicBezTo>
                  <a:pt x="7073" y="17316"/>
                  <a:pt x="7544" y="17081"/>
                  <a:pt x="8037" y="16866"/>
                </a:cubicBezTo>
                <a:close/>
                <a:moveTo>
                  <a:pt x="14506" y="793"/>
                </a:moveTo>
                <a:cubicBezTo>
                  <a:pt x="15674" y="793"/>
                  <a:pt x="16845" y="830"/>
                  <a:pt x="18018" y="830"/>
                </a:cubicBezTo>
                <a:cubicBezTo>
                  <a:pt x="18412" y="830"/>
                  <a:pt x="18807" y="826"/>
                  <a:pt x="19202" y="815"/>
                </a:cubicBezTo>
                <a:lnTo>
                  <a:pt x="19202" y="815"/>
                </a:lnTo>
                <a:cubicBezTo>
                  <a:pt x="17702" y="3386"/>
                  <a:pt x="17059" y="6044"/>
                  <a:pt x="18517" y="8851"/>
                </a:cubicBezTo>
                <a:cubicBezTo>
                  <a:pt x="20188" y="12023"/>
                  <a:pt x="23767" y="14338"/>
                  <a:pt x="26425" y="16631"/>
                </a:cubicBezTo>
                <a:lnTo>
                  <a:pt x="26703" y="16888"/>
                </a:lnTo>
                <a:cubicBezTo>
                  <a:pt x="26382" y="16952"/>
                  <a:pt x="26082" y="17102"/>
                  <a:pt x="25867" y="17359"/>
                </a:cubicBezTo>
                <a:cubicBezTo>
                  <a:pt x="25634" y="17587"/>
                  <a:pt x="25354" y="17674"/>
                  <a:pt x="25051" y="17674"/>
                </a:cubicBezTo>
                <a:cubicBezTo>
                  <a:pt x="24214" y="17674"/>
                  <a:pt x="23194" y="17012"/>
                  <a:pt x="22439" y="16824"/>
                </a:cubicBezTo>
                <a:cubicBezTo>
                  <a:pt x="22182" y="16761"/>
                  <a:pt x="21940" y="16732"/>
                  <a:pt x="21710" y="16732"/>
                </a:cubicBezTo>
                <a:cubicBezTo>
                  <a:pt x="19975" y="16732"/>
                  <a:pt x="18904" y="18359"/>
                  <a:pt x="17467" y="19267"/>
                </a:cubicBezTo>
                <a:cubicBezTo>
                  <a:pt x="17012" y="19547"/>
                  <a:pt x="16598" y="19666"/>
                  <a:pt x="16216" y="19666"/>
                </a:cubicBezTo>
                <a:cubicBezTo>
                  <a:pt x="14523" y="19666"/>
                  <a:pt x="13437" y="17343"/>
                  <a:pt x="12109" y="16416"/>
                </a:cubicBezTo>
                <a:cubicBezTo>
                  <a:pt x="11355" y="15891"/>
                  <a:pt x="10616" y="15686"/>
                  <a:pt x="9883" y="15686"/>
                </a:cubicBezTo>
                <a:cubicBezTo>
                  <a:pt x="9033" y="15686"/>
                  <a:pt x="8192" y="15962"/>
                  <a:pt x="7351" y="16331"/>
                </a:cubicBezTo>
                <a:cubicBezTo>
                  <a:pt x="8616" y="14638"/>
                  <a:pt x="9880" y="12923"/>
                  <a:pt x="11037" y="11144"/>
                </a:cubicBezTo>
                <a:cubicBezTo>
                  <a:pt x="13202" y="7844"/>
                  <a:pt x="12087" y="4201"/>
                  <a:pt x="10244" y="1093"/>
                </a:cubicBezTo>
                <a:cubicBezTo>
                  <a:pt x="11664" y="848"/>
                  <a:pt x="13084" y="793"/>
                  <a:pt x="14506" y="793"/>
                </a:cubicBezTo>
                <a:close/>
                <a:moveTo>
                  <a:pt x="20210" y="18131"/>
                </a:moveTo>
                <a:cubicBezTo>
                  <a:pt x="19781" y="18602"/>
                  <a:pt x="19374" y="19095"/>
                  <a:pt x="18881" y="19545"/>
                </a:cubicBezTo>
                <a:cubicBezTo>
                  <a:pt x="18002" y="20338"/>
                  <a:pt x="17017" y="21003"/>
                  <a:pt x="16116" y="21774"/>
                </a:cubicBezTo>
                <a:cubicBezTo>
                  <a:pt x="15945" y="21924"/>
                  <a:pt x="15774" y="22096"/>
                  <a:pt x="15602" y="22246"/>
                </a:cubicBezTo>
                <a:cubicBezTo>
                  <a:pt x="16288" y="21538"/>
                  <a:pt x="16974" y="20831"/>
                  <a:pt x="17659" y="20124"/>
                </a:cubicBezTo>
                <a:cubicBezTo>
                  <a:pt x="18624" y="19652"/>
                  <a:pt x="19331" y="18731"/>
                  <a:pt x="20188" y="18131"/>
                </a:cubicBezTo>
                <a:close/>
                <a:moveTo>
                  <a:pt x="10202" y="16481"/>
                </a:moveTo>
                <a:cubicBezTo>
                  <a:pt x="10052" y="16609"/>
                  <a:pt x="9602" y="17081"/>
                  <a:pt x="9537" y="17145"/>
                </a:cubicBezTo>
                <a:cubicBezTo>
                  <a:pt x="8037" y="18431"/>
                  <a:pt x="6473" y="19631"/>
                  <a:pt x="4822" y="20703"/>
                </a:cubicBezTo>
                <a:cubicBezTo>
                  <a:pt x="4051" y="21281"/>
                  <a:pt x="3387" y="21946"/>
                  <a:pt x="2808" y="22696"/>
                </a:cubicBezTo>
                <a:cubicBezTo>
                  <a:pt x="3279" y="21881"/>
                  <a:pt x="3794" y="21110"/>
                  <a:pt x="4351" y="20360"/>
                </a:cubicBezTo>
                <a:cubicBezTo>
                  <a:pt x="5273" y="19674"/>
                  <a:pt x="6151" y="18902"/>
                  <a:pt x="7073" y="18195"/>
                </a:cubicBezTo>
                <a:cubicBezTo>
                  <a:pt x="7630" y="17788"/>
                  <a:pt x="8187" y="17424"/>
                  <a:pt x="8787" y="17081"/>
                </a:cubicBezTo>
                <a:cubicBezTo>
                  <a:pt x="9237" y="16845"/>
                  <a:pt x="9687" y="16631"/>
                  <a:pt x="10180" y="16481"/>
                </a:cubicBezTo>
                <a:close/>
                <a:moveTo>
                  <a:pt x="10480" y="16524"/>
                </a:moveTo>
                <a:cubicBezTo>
                  <a:pt x="10652" y="16545"/>
                  <a:pt x="10802" y="16609"/>
                  <a:pt x="10973" y="16674"/>
                </a:cubicBezTo>
                <a:cubicBezTo>
                  <a:pt x="9880" y="17274"/>
                  <a:pt x="8851" y="17981"/>
                  <a:pt x="7930" y="18795"/>
                </a:cubicBezTo>
                <a:cubicBezTo>
                  <a:pt x="6258" y="20145"/>
                  <a:pt x="4587" y="21453"/>
                  <a:pt x="2958" y="22846"/>
                </a:cubicBezTo>
                <a:cubicBezTo>
                  <a:pt x="3022" y="22760"/>
                  <a:pt x="3108" y="22674"/>
                  <a:pt x="3172" y="22588"/>
                </a:cubicBezTo>
                <a:cubicBezTo>
                  <a:pt x="3901" y="21710"/>
                  <a:pt x="4780" y="20960"/>
                  <a:pt x="5723" y="20338"/>
                </a:cubicBezTo>
                <a:cubicBezTo>
                  <a:pt x="7416" y="19202"/>
                  <a:pt x="9001" y="17917"/>
                  <a:pt x="10480" y="16524"/>
                </a:cubicBezTo>
                <a:close/>
                <a:moveTo>
                  <a:pt x="11166" y="16759"/>
                </a:moveTo>
                <a:lnTo>
                  <a:pt x="11295" y="16824"/>
                </a:lnTo>
                <a:cubicBezTo>
                  <a:pt x="11145" y="16995"/>
                  <a:pt x="11016" y="17145"/>
                  <a:pt x="10866" y="17295"/>
                </a:cubicBezTo>
                <a:cubicBezTo>
                  <a:pt x="8101" y="20210"/>
                  <a:pt x="4630" y="22331"/>
                  <a:pt x="1758" y="25117"/>
                </a:cubicBezTo>
                <a:cubicBezTo>
                  <a:pt x="1886" y="24646"/>
                  <a:pt x="2058" y="24174"/>
                  <a:pt x="2272" y="23746"/>
                </a:cubicBezTo>
                <a:cubicBezTo>
                  <a:pt x="3815" y="22331"/>
                  <a:pt x="5444" y="21024"/>
                  <a:pt x="7094" y="19717"/>
                </a:cubicBezTo>
                <a:cubicBezTo>
                  <a:pt x="7951" y="19031"/>
                  <a:pt x="8809" y="18324"/>
                  <a:pt x="9709" y="17659"/>
                </a:cubicBezTo>
                <a:cubicBezTo>
                  <a:pt x="10052" y="17402"/>
                  <a:pt x="10416" y="17188"/>
                  <a:pt x="10780" y="16974"/>
                </a:cubicBezTo>
                <a:cubicBezTo>
                  <a:pt x="10909" y="16888"/>
                  <a:pt x="11037" y="16824"/>
                  <a:pt x="11166" y="16759"/>
                </a:cubicBezTo>
                <a:close/>
                <a:moveTo>
                  <a:pt x="11466" y="16952"/>
                </a:moveTo>
                <a:cubicBezTo>
                  <a:pt x="11659" y="17081"/>
                  <a:pt x="11830" y="17209"/>
                  <a:pt x="12002" y="17381"/>
                </a:cubicBezTo>
                <a:cubicBezTo>
                  <a:pt x="10223" y="18688"/>
                  <a:pt x="8423" y="19995"/>
                  <a:pt x="6708" y="21367"/>
                </a:cubicBezTo>
                <a:cubicBezTo>
                  <a:pt x="5830" y="22074"/>
                  <a:pt x="4994" y="22867"/>
                  <a:pt x="4158" y="23617"/>
                </a:cubicBezTo>
                <a:cubicBezTo>
                  <a:pt x="3451" y="24260"/>
                  <a:pt x="2208" y="24967"/>
                  <a:pt x="1672" y="25482"/>
                </a:cubicBezTo>
                <a:cubicBezTo>
                  <a:pt x="4715" y="22374"/>
                  <a:pt x="8509" y="20145"/>
                  <a:pt x="11466" y="16952"/>
                </a:cubicBezTo>
                <a:close/>
                <a:moveTo>
                  <a:pt x="26979" y="17695"/>
                </a:moveTo>
                <a:cubicBezTo>
                  <a:pt x="27003" y="17695"/>
                  <a:pt x="27025" y="17697"/>
                  <a:pt x="27046" y="17702"/>
                </a:cubicBezTo>
                <a:lnTo>
                  <a:pt x="27068" y="17702"/>
                </a:lnTo>
                <a:cubicBezTo>
                  <a:pt x="25032" y="19417"/>
                  <a:pt x="23124" y="21238"/>
                  <a:pt x="21174" y="23017"/>
                </a:cubicBezTo>
                <a:cubicBezTo>
                  <a:pt x="20103" y="23960"/>
                  <a:pt x="19031" y="24903"/>
                  <a:pt x="17981" y="25889"/>
                </a:cubicBezTo>
                <a:cubicBezTo>
                  <a:pt x="18752" y="25096"/>
                  <a:pt x="19545" y="24324"/>
                  <a:pt x="20338" y="23553"/>
                </a:cubicBezTo>
                <a:cubicBezTo>
                  <a:pt x="21903" y="22010"/>
                  <a:pt x="23381" y="20381"/>
                  <a:pt x="24496" y="18474"/>
                </a:cubicBezTo>
                <a:cubicBezTo>
                  <a:pt x="24582" y="18517"/>
                  <a:pt x="24689" y="18538"/>
                  <a:pt x="24796" y="18538"/>
                </a:cubicBezTo>
                <a:cubicBezTo>
                  <a:pt x="24879" y="18549"/>
                  <a:pt x="24962" y="18554"/>
                  <a:pt x="25045" y="18554"/>
                </a:cubicBezTo>
                <a:cubicBezTo>
                  <a:pt x="25282" y="18554"/>
                  <a:pt x="25516" y="18510"/>
                  <a:pt x="25739" y="18431"/>
                </a:cubicBezTo>
                <a:cubicBezTo>
                  <a:pt x="26021" y="18310"/>
                  <a:pt x="26608" y="17695"/>
                  <a:pt x="26979" y="17695"/>
                </a:cubicBezTo>
                <a:close/>
                <a:moveTo>
                  <a:pt x="22760" y="17745"/>
                </a:moveTo>
                <a:lnTo>
                  <a:pt x="22760" y="17745"/>
                </a:lnTo>
                <a:cubicBezTo>
                  <a:pt x="23253" y="17917"/>
                  <a:pt x="23681" y="18195"/>
                  <a:pt x="24153" y="18367"/>
                </a:cubicBezTo>
                <a:lnTo>
                  <a:pt x="24174" y="18388"/>
                </a:lnTo>
                <a:cubicBezTo>
                  <a:pt x="23296" y="19202"/>
                  <a:pt x="22481" y="20102"/>
                  <a:pt x="21538" y="20874"/>
                </a:cubicBezTo>
                <a:cubicBezTo>
                  <a:pt x="20403" y="21796"/>
                  <a:pt x="19374" y="22803"/>
                  <a:pt x="18281" y="23789"/>
                </a:cubicBezTo>
                <a:cubicBezTo>
                  <a:pt x="17338" y="24646"/>
                  <a:pt x="16374" y="25503"/>
                  <a:pt x="15474" y="26425"/>
                </a:cubicBezTo>
                <a:lnTo>
                  <a:pt x="15645" y="26189"/>
                </a:lnTo>
                <a:cubicBezTo>
                  <a:pt x="16481" y="25224"/>
                  <a:pt x="17467" y="24367"/>
                  <a:pt x="18302" y="23403"/>
                </a:cubicBezTo>
                <a:cubicBezTo>
                  <a:pt x="19160" y="22438"/>
                  <a:pt x="19781" y="21303"/>
                  <a:pt x="20660" y="20381"/>
                </a:cubicBezTo>
                <a:cubicBezTo>
                  <a:pt x="21453" y="19567"/>
                  <a:pt x="22246" y="18817"/>
                  <a:pt x="22760" y="17788"/>
                </a:cubicBezTo>
                <a:cubicBezTo>
                  <a:pt x="22781" y="17767"/>
                  <a:pt x="22781" y="17767"/>
                  <a:pt x="22760" y="17745"/>
                </a:cubicBezTo>
                <a:close/>
                <a:moveTo>
                  <a:pt x="27582" y="17638"/>
                </a:moveTo>
                <a:cubicBezTo>
                  <a:pt x="28482" y="18431"/>
                  <a:pt x="29339" y="19288"/>
                  <a:pt x="30154" y="20188"/>
                </a:cubicBezTo>
                <a:cubicBezTo>
                  <a:pt x="27560" y="22096"/>
                  <a:pt x="25567" y="24667"/>
                  <a:pt x="23360" y="26982"/>
                </a:cubicBezTo>
                <a:cubicBezTo>
                  <a:pt x="23767" y="26425"/>
                  <a:pt x="24132" y="25824"/>
                  <a:pt x="24560" y="25332"/>
                </a:cubicBezTo>
                <a:cubicBezTo>
                  <a:pt x="26103" y="23531"/>
                  <a:pt x="27732" y="21796"/>
                  <a:pt x="29339" y="20081"/>
                </a:cubicBezTo>
                <a:cubicBezTo>
                  <a:pt x="29393" y="20010"/>
                  <a:pt x="29342" y="19894"/>
                  <a:pt x="29262" y="19894"/>
                </a:cubicBezTo>
                <a:cubicBezTo>
                  <a:pt x="29246" y="19894"/>
                  <a:pt x="29229" y="19899"/>
                  <a:pt x="29211" y="19910"/>
                </a:cubicBezTo>
                <a:cubicBezTo>
                  <a:pt x="27368" y="21110"/>
                  <a:pt x="25632" y="22481"/>
                  <a:pt x="24024" y="24003"/>
                </a:cubicBezTo>
                <a:cubicBezTo>
                  <a:pt x="24196" y="23810"/>
                  <a:pt x="24346" y="23617"/>
                  <a:pt x="24496" y="23424"/>
                </a:cubicBezTo>
                <a:cubicBezTo>
                  <a:pt x="25717" y="21860"/>
                  <a:pt x="27668" y="20531"/>
                  <a:pt x="28418" y="18688"/>
                </a:cubicBezTo>
                <a:cubicBezTo>
                  <a:pt x="28449" y="18610"/>
                  <a:pt x="28379" y="18555"/>
                  <a:pt x="28313" y="18555"/>
                </a:cubicBezTo>
                <a:cubicBezTo>
                  <a:pt x="28288" y="18555"/>
                  <a:pt x="28264" y="18563"/>
                  <a:pt x="28246" y="18581"/>
                </a:cubicBezTo>
                <a:cubicBezTo>
                  <a:pt x="26403" y="20424"/>
                  <a:pt x="24474" y="22246"/>
                  <a:pt x="22524" y="23981"/>
                </a:cubicBezTo>
                <a:cubicBezTo>
                  <a:pt x="21603" y="24774"/>
                  <a:pt x="20638" y="25524"/>
                  <a:pt x="19781" y="26382"/>
                </a:cubicBezTo>
                <a:lnTo>
                  <a:pt x="19888" y="26253"/>
                </a:lnTo>
                <a:cubicBezTo>
                  <a:pt x="20767" y="25182"/>
                  <a:pt x="21753" y="24196"/>
                  <a:pt x="22653" y="23124"/>
                </a:cubicBezTo>
                <a:cubicBezTo>
                  <a:pt x="24217" y="21345"/>
                  <a:pt x="26210" y="19695"/>
                  <a:pt x="27475" y="17702"/>
                </a:cubicBezTo>
                <a:cubicBezTo>
                  <a:pt x="27518" y="17681"/>
                  <a:pt x="27539" y="17659"/>
                  <a:pt x="27582" y="17638"/>
                </a:cubicBezTo>
                <a:close/>
                <a:moveTo>
                  <a:pt x="12216" y="17574"/>
                </a:moveTo>
                <a:cubicBezTo>
                  <a:pt x="12452" y="17809"/>
                  <a:pt x="12688" y="18088"/>
                  <a:pt x="12902" y="18324"/>
                </a:cubicBezTo>
                <a:lnTo>
                  <a:pt x="12945" y="18388"/>
                </a:lnTo>
                <a:lnTo>
                  <a:pt x="12623" y="18645"/>
                </a:lnTo>
                <a:cubicBezTo>
                  <a:pt x="12615" y="18643"/>
                  <a:pt x="12607" y="18641"/>
                  <a:pt x="12599" y="18641"/>
                </a:cubicBezTo>
                <a:cubicBezTo>
                  <a:pt x="12538" y="18641"/>
                  <a:pt x="12463" y="18709"/>
                  <a:pt x="12388" y="18859"/>
                </a:cubicBezTo>
                <a:cubicBezTo>
                  <a:pt x="10416" y="20531"/>
                  <a:pt x="8380" y="22117"/>
                  <a:pt x="6344" y="23681"/>
                </a:cubicBezTo>
                <a:lnTo>
                  <a:pt x="6365" y="23681"/>
                </a:lnTo>
                <a:cubicBezTo>
                  <a:pt x="5444" y="24410"/>
                  <a:pt x="4501" y="25139"/>
                  <a:pt x="3558" y="25867"/>
                </a:cubicBezTo>
                <a:cubicBezTo>
                  <a:pt x="3022" y="26275"/>
                  <a:pt x="2508" y="26703"/>
                  <a:pt x="1994" y="27110"/>
                </a:cubicBezTo>
                <a:cubicBezTo>
                  <a:pt x="2358" y="26789"/>
                  <a:pt x="2701" y="26425"/>
                  <a:pt x="3001" y="26039"/>
                </a:cubicBezTo>
                <a:cubicBezTo>
                  <a:pt x="5851" y="22953"/>
                  <a:pt x="9773" y="21067"/>
                  <a:pt x="12216" y="17574"/>
                </a:cubicBezTo>
                <a:close/>
                <a:moveTo>
                  <a:pt x="11930" y="17669"/>
                </a:moveTo>
                <a:cubicBezTo>
                  <a:pt x="12005" y="17669"/>
                  <a:pt x="11215" y="18550"/>
                  <a:pt x="11188" y="18550"/>
                </a:cubicBezTo>
                <a:cubicBezTo>
                  <a:pt x="11186" y="18550"/>
                  <a:pt x="11192" y="18539"/>
                  <a:pt x="11209" y="18517"/>
                </a:cubicBezTo>
                <a:lnTo>
                  <a:pt x="11209" y="18517"/>
                </a:lnTo>
                <a:cubicBezTo>
                  <a:pt x="8487" y="21860"/>
                  <a:pt x="4394" y="23724"/>
                  <a:pt x="1758" y="27175"/>
                </a:cubicBezTo>
                <a:cubicBezTo>
                  <a:pt x="1608" y="26682"/>
                  <a:pt x="1565" y="26167"/>
                  <a:pt x="1651" y="25674"/>
                </a:cubicBezTo>
                <a:cubicBezTo>
                  <a:pt x="3365" y="24753"/>
                  <a:pt x="4758" y="23317"/>
                  <a:pt x="6194" y="22053"/>
                </a:cubicBezTo>
                <a:cubicBezTo>
                  <a:pt x="7223" y="21131"/>
                  <a:pt x="8359" y="20338"/>
                  <a:pt x="9473" y="19524"/>
                </a:cubicBezTo>
                <a:lnTo>
                  <a:pt x="11080" y="18324"/>
                </a:lnTo>
                <a:lnTo>
                  <a:pt x="11873" y="17702"/>
                </a:lnTo>
                <a:cubicBezTo>
                  <a:pt x="11904" y="17679"/>
                  <a:pt x="11922" y="17669"/>
                  <a:pt x="11930" y="17669"/>
                </a:cubicBezTo>
                <a:close/>
                <a:moveTo>
                  <a:pt x="13073" y="18538"/>
                </a:moveTo>
                <a:cubicBezTo>
                  <a:pt x="13416" y="18945"/>
                  <a:pt x="13802" y="19310"/>
                  <a:pt x="14209" y="19652"/>
                </a:cubicBezTo>
                <a:cubicBezTo>
                  <a:pt x="10073" y="21731"/>
                  <a:pt x="7008" y="25267"/>
                  <a:pt x="3258" y="27903"/>
                </a:cubicBezTo>
                <a:cubicBezTo>
                  <a:pt x="3070" y="28033"/>
                  <a:pt x="2978" y="28085"/>
                  <a:pt x="2950" y="28085"/>
                </a:cubicBezTo>
                <a:cubicBezTo>
                  <a:pt x="2845" y="28085"/>
                  <a:pt x="3675" y="27332"/>
                  <a:pt x="3794" y="27196"/>
                </a:cubicBezTo>
                <a:cubicBezTo>
                  <a:pt x="4201" y="26789"/>
                  <a:pt x="4651" y="26425"/>
                  <a:pt x="5080" y="26060"/>
                </a:cubicBezTo>
                <a:cubicBezTo>
                  <a:pt x="6001" y="25310"/>
                  <a:pt x="6880" y="24517"/>
                  <a:pt x="7758" y="23724"/>
                </a:cubicBezTo>
                <a:cubicBezTo>
                  <a:pt x="9580" y="22074"/>
                  <a:pt x="11252" y="20231"/>
                  <a:pt x="13052" y="18538"/>
                </a:cubicBezTo>
                <a:close/>
                <a:moveTo>
                  <a:pt x="13116" y="24624"/>
                </a:moveTo>
                <a:lnTo>
                  <a:pt x="13116" y="24624"/>
                </a:lnTo>
                <a:cubicBezTo>
                  <a:pt x="12152" y="25546"/>
                  <a:pt x="11187" y="26489"/>
                  <a:pt x="10159" y="27325"/>
                </a:cubicBezTo>
                <a:cubicBezTo>
                  <a:pt x="9816" y="27603"/>
                  <a:pt x="9452" y="27882"/>
                  <a:pt x="9109" y="28160"/>
                </a:cubicBezTo>
                <a:lnTo>
                  <a:pt x="9344" y="27925"/>
                </a:lnTo>
                <a:cubicBezTo>
                  <a:pt x="10352" y="26982"/>
                  <a:pt x="11380" y="26060"/>
                  <a:pt x="12452" y="25182"/>
                </a:cubicBezTo>
                <a:cubicBezTo>
                  <a:pt x="12666" y="24989"/>
                  <a:pt x="12880" y="24796"/>
                  <a:pt x="13116" y="24624"/>
                </a:cubicBezTo>
                <a:close/>
                <a:moveTo>
                  <a:pt x="10887" y="20338"/>
                </a:moveTo>
                <a:lnTo>
                  <a:pt x="10887" y="20338"/>
                </a:lnTo>
                <a:cubicBezTo>
                  <a:pt x="9709" y="21538"/>
                  <a:pt x="8509" y="22760"/>
                  <a:pt x="7244" y="23874"/>
                </a:cubicBezTo>
                <a:cubicBezTo>
                  <a:pt x="5680" y="25267"/>
                  <a:pt x="3880" y="26553"/>
                  <a:pt x="2615" y="28268"/>
                </a:cubicBezTo>
                <a:cubicBezTo>
                  <a:pt x="2315" y="28032"/>
                  <a:pt x="2079" y="27753"/>
                  <a:pt x="1886" y="27432"/>
                </a:cubicBezTo>
                <a:cubicBezTo>
                  <a:pt x="3794" y="25889"/>
                  <a:pt x="5723" y="24410"/>
                  <a:pt x="7673" y="22910"/>
                </a:cubicBezTo>
                <a:cubicBezTo>
                  <a:pt x="8594" y="22203"/>
                  <a:pt x="9516" y="21474"/>
                  <a:pt x="10437" y="20724"/>
                </a:cubicBezTo>
                <a:cubicBezTo>
                  <a:pt x="10587" y="20617"/>
                  <a:pt x="10737" y="20467"/>
                  <a:pt x="10887" y="20338"/>
                </a:cubicBezTo>
                <a:close/>
                <a:moveTo>
                  <a:pt x="14338" y="19760"/>
                </a:moveTo>
                <a:cubicBezTo>
                  <a:pt x="14882" y="20181"/>
                  <a:pt x="15556" y="20416"/>
                  <a:pt x="16242" y="20416"/>
                </a:cubicBezTo>
                <a:cubicBezTo>
                  <a:pt x="16393" y="20416"/>
                  <a:pt x="16544" y="20404"/>
                  <a:pt x="16695" y="20381"/>
                </a:cubicBezTo>
                <a:lnTo>
                  <a:pt x="16695" y="20381"/>
                </a:lnTo>
                <a:cubicBezTo>
                  <a:pt x="15409" y="21345"/>
                  <a:pt x="14123" y="22267"/>
                  <a:pt x="12923" y="23317"/>
                </a:cubicBezTo>
                <a:cubicBezTo>
                  <a:pt x="11145" y="24882"/>
                  <a:pt x="9366" y="26425"/>
                  <a:pt x="7630" y="28010"/>
                </a:cubicBezTo>
                <a:cubicBezTo>
                  <a:pt x="7515" y="28106"/>
                  <a:pt x="6749" y="28836"/>
                  <a:pt x="6695" y="28836"/>
                </a:cubicBezTo>
                <a:cubicBezTo>
                  <a:pt x="6689" y="28836"/>
                  <a:pt x="6693" y="28826"/>
                  <a:pt x="6708" y="28803"/>
                </a:cubicBezTo>
                <a:cubicBezTo>
                  <a:pt x="7116" y="28310"/>
                  <a:pt x="7566" y="27860"/>
                  <a:pt x="8016" y="27410"/>
                </a:cubicBezTo>
                <a:cubicBezTo>
                  <a:pt x="8873" y="26553"/>
                  <a:pt x="9816" y="25760"/>
                  <a:pt x="10716" y="24924"/>
                </a:cubicBezTo>
                <a:cubicBezTo>
                  <a:pt x="11530" y="24174"/>
                  <a:pt x="12238" y="23339"/>
                  <a:pt x="13030" y="22567"/>
                </a:cubicBezTo>
                <a:cubicBezTo>
                  <a:pt x="13759" y="21860"/>
                  <a:pt x="14531" y="21217"/>
                  <a:pt x="15002" y="20295"/>
                </a:cubicBezTo>
                <a:cubicBezTo>
                  <a:pt x="15019" y="20228"/>
                  <a:pt x="14970" y="20175"/>
                  <a:pt x="14917" y="20175"/>
                </a:cubicBezTo>
                <a:cubicBezTo>
                  <a:pt x="14903" y="20175"/>
                  <a:pt x="14888" y="20179"/>
                  <a:pt x="14873" y="20188"/>
                </a:cubicBezTo>
                <a:lnTo>
                  <a:pt x="14895" y="20188"/>
                </a:lnTo>
                <a:cubicBezTo>
                  <a:pt x="13159" y="21260"/>
                  <a:pt x="11659" y="22653"/>
                  <a:pt x="10116" y="23981"/>
                </a:cubicBezTo>
                <a:cubicBezTo>
                  <a:pt x="9301" y="24667"/>
                  <a:pt x="8401" y="25203"/>
                  <a:pt x="7608" y="25846"/>
                </a:cubicBezTo>
                <a:cubicBezTo>
                  <a:pt x="6580" y="26682"/>
                  <a:pt x="5723" y="27732"/>
                  <a:pt x="4651" y="28503"/>
                </a:cubicBezTo>
                <a:cubicBezTo>
                  <a:pt x="4401" y="28682"/>
                  <a:pt x="4301" y="28746"/>
                  <a:pt x="4284" y="28746"/>
                </a:cubicBezTo>
                <a:cubicBezTo>
                  <a:pt x="4251" y="28746"/>
                  <a:pt x="4551" y="28489"/>
                  <a:pt x="4651" y="28375"/>
                </a:cubicBezTo>
                <a:cubicBezTo>
                  <a:pt x="5101" y="27903"/>
                  <a:pt x="5594" y="27475"/>
                  <a:pt x="6065" y="27025"/>
                </a:cubicBezTo>
                <a:cubicBezTo>
                  <a:pt x="7030" y="26167"/>
                  <a:pt x="8059" y="25396"/>
                  <a:pt x="9066" y="24624"/>
                </a:cubicBezTo>
                <a:cubicBezTo>
                  <a:pt x="10952" y="23146"/>
                  <a:pt x="12580" y="21431"/>
                  <a:pt x="14316" y="19802"/>
                </a:cubicBezTo>
                <a:cubicBezTo>
                  <a:pt x="14338" y="19781"/>
                  <a:pt x="14338" y="19781"/>
                  <a:pt x="14338" y="19760"/>
                </a:cubicBezTo>
                <a:close/>
                <a:moveTo>
                  <a:pt x="13840" y="19970"/>
                </a:moveTo>
                <a:cubicBezTo>
                  <a:pt x="13846" y="19970"/>
                  <a:pt x="13841" y="19978"/>
                  <a:pt x="13823" y="19995"/>
                </a:cubicBezTo>
                <a:cubicBezTo>
                  <a:pt x="13352" y="20424"/>
                  <a:pt x="12902" y="20874"/>
                  <a:pt x="12452" y="21324"/>
                </a:cubicBezTo>
                <a:cubicBezTo>
                  <a:pt x="11530" y="22203"/>
                  <a:pt x="10609" y="23081"/>
                  <a:pt x="9644" y="23896"/>
                </a:cubicBezTo>
                <a:cubicBezTo>
                  <a:pt x="7694" y="25567"/>
                  <a:pt x="5637" y="27025"/>
                  <a:pt x="3858" y="28911"/>
                </a:cubicBezTo>
                <a:cubicBezTo>
                  <a:pt x="3558" y="28803"/>
                  <a:pt x="3258" y="28675"/>
                  <a:pt x="2979" y="28503"/>
                </a:cubicBezTo>
                <a:cubicBezTo>
                  <a:pt x="2915" y="28482"/>
                  <a:pt x="2872" y="28439"/>
                  <a:pt x="2829" y="28418"/>
                </a:cubicBezTo>
                <a:cubicBezTo>
                  <a:pt x="6473" y="25996"/>
                  <a:pt x="9387" y="22674"/>
                  <a:pt x="13159" y="20424"/>
                </a:cubicBezTo>
                <a:cubicBezTo>
                  <a:pt x="13178" y="20405"/>
                  <a:pt x="13796" y="19970"/>
                  <a:pt x="13840" y="19970"/>
                </a:cubicBezTo>
                <a:close/>
                <a:moveTo>
                  <a:pt x="21827" y="17587"/>
                </a:moveTo>
                <a:cubicBezTo>
                  <a:pt x="21959" y="17587"/>
                  <a:pt x="22092" y="17597"/>
                  <a:pt x="22224" y="17617"/>
                </a:cubicBezTo>
                <a:cubicBezTo>
                  <a:pt x="22331" y="17617"/>
                  <a:pt x="22460" y="17638"/>
                  <a:pt x="22567" y="17681"/>
                </a:cubicBezTo>
                <a:lnTo>
                  <a:pt x="22610" y="17681"/>
                </a:lnTo>
                <a:cubicBezTo>
                  <a:pt x="20595" y="19052"/>
                  <a:pt x="18924" y="21003"/>
                  <a:pt x="17209" y="22696"/>
                </a:cubicBezTo>
                <a:cubicBezTo>
                  <a:pt x="15302" y="24560"/>
                  <a:pt x="13180" y="26189"/>
                  <a:pt x="11359" y="28139"/>
                </a:cubicBezTo>
                <a:cubicBezTo>
                  <a:pt x="11102" y="28396"/>
                  <a:pt x="10845" y="28632"/>
                  <a:pt x="10544" y="28846"/>
                </a:cubicBezTo>
                <a:lnTo>
                  <a:pt x="10437" y="28911"/>
                </a:lnTo>
                <a:cubicBezTo>
                  <a:pt x="10973" y="28353"/>
                  <a:pt x="11530" y="27839"/>
                  <a:pt x="12087" y="27303"/>
                </a:cubicBezTo>
                <a:cubicBezTo>
                  <a:pt x="13159" y="26296"/>
                  <a:pt x="14252" y="25332"/>
                  <a:pt x="15302" y="24303"/>
                </a:cubicBezTo>
                <a:cubicBezTo>
                  <a:pt x="17381" y="22310"/>
                  <a:pt x="19095" y="19910"/>
                  <a:pt x="20981" y="17724"/>
                </a:cubicBezTo>
                <a:cubicBezTo>
                  <a:pt x="21248" y="17635"/>
                  <a:pt x="21534" y="17587"/>
                  <a:pt x="21827" y="17587"/>
                </a:cubicBezTo>
                <a:close/>
                <a:moveTo>
                  <a:pt x="30261" y="20338"/>
                </a:moveTo>
                <a:cubicBezTo>
                  <a:pt x="31547" y="21860"/>
                  <a:pt x="32554" y="23574"/>
                  <a:pt x="32704" y="25460"/>
                </a:cubicBezTo>
                <a:cubicBezTo>
                  <a:pt x="32832" y="26875"/>
                  <a:pt x="32275" y="27839"/>
                  <a:pt x="31375" y="28503"/>
                </a:cubicBezTo>
                <a:cubicBezTo>
                  <a:pt x="32039" y="27882"/>
                  <a:pt x="32490" y="27067"/>
                  <a:pt x="32682" y="26189"/>
                </a:cubicBezTo>
                <a:cubicBezTo>
                  <a:pt x="32697" y="26116"/>
                  <a:pt x="32652" y="26063"/>
                  <a:pt x="32596" y="26063"/>
                </a:cubicBezTo>
                <a:cubicBezTo>
                  <a:pt x="32569" y="26063"/>
                  <a:pt x="32539" y="26075"/>
                  <a:pt x="32511" y="26103"/>
                </a:cubicBezTo>
                <a:cubicBezTo>
                  <a:pt x="32211" y="26425"/>
                  <a:pt x="31889" y="26746"/>
                  <a:pt x="31568" y="27067"/>
                </a:cubicBezTo>
                <a:cubicBezTo>
                  <a:pt x="31932" y="26532"/>
                  <a:pt x="32275" y="25996"/>
                  <a:pt x="32554" y="25417"/>
                </a:cubicBezTo>
                <a:cubicBezTo>
                  <a:pt x="32586" y="25336"/>
                  <a:pt x="32520" y="25267"/>
                  <a:pt x="32448" y="25267"/>
                </a:cubicBezTo>
                <a:cubicBezTo>
                  <a:pt x="32426" y="25267"/>
                  <a:pt x="32403" y="25273"/>
                  <a:pt x="32382" y="25289"/>
                </a:cubicBezTo>
                <a:cubicBezTo>
                  <a:pt x="32254" y="25417"/>
                  <a:pt x="32125" y="25567"/>
                  <a:pt x="31975" y="25696"/>
                </a:cubicBezTo>
                <a:cubicBezTo>
                  <a:pt x="32104" y="25460"/>
                  <a:pt x="32211" y="25224"/>
                  <a:pt x="32297" y="24989"/>
                </a:cubicBezTo>
                <a:cubicBezTo>
                  <a:pt x="32312" y="24911"/>
                  <a:pt x="32249" y="24856"/>
                  <a:pt x="32188" y="24856"/>
                </a:cubicBezTo>
                <a:cubicBezTo>
                  <a:pt x="32165" y="24856"/>
                  <a:pt x="32143" y="24864"/>
                  <a:pt x="32125" y="24882"/>
                </a:cubicBezTo>
                <a:cubicBezTo>
                  <a:pt x="31225" y="25739"/>
                  <a:pt x="30368" y="26639"/>
                  <a:pt x="29532" y="27539"/>
                </a:cubicBezTo>
                <a:cubicBezTo>
                  <a:pt x="29082" y="28010"/>
                  <a:pt x="28653" y="28460"/>
                  <a:pt x="28182" y="28911"/>
                </a:cubicBezTo>
                <a:cubicBezTo>
                  <a:pt x="28118" y="28975"/>
                  <a:pt x="28011" y="29125"/>
                  <a:pt x="27882" y="29253"/>
                </a:cubicBezTo>
                <a:cubicBezTo>
                  <a:pt x="28589" y="28353"/>
                  <a:pt x="29168" y="27410"/>
                  <a:pt x="29918" y="26575"/>
                </a:cubicBezTo>
                <a:cubicBezTo>
                  <a:pt x="30646" y="25760"/>
                  <a:pt x="31375" y="25053"/>
                  <a:pt x="31868" y="24089"/>
                </a:cubicBezTo>
                <a:cubicBezTo>
                  <a:pt x="31903" y="24019"/>
                  <a:pt x="31853" y="23921"/>
                  <a:pt x="31787" y="23921"/>
                </a:cubicBezTo>
                <a:cubicBezTo>
                  <a:pt x="31772" y="23921"/>
                  <a:pt x="31756" y="23926"/>
                  <a:pt x="31739" y="23939"/>
                </a:cubicBezTo>
                <a:cubicBezTo>
                  <a:pt x="30389" y="24882"/>
                  <a:pt x="29275" y="26082"/>
                  <a:pt x="28139" y="27260"/>
                </a:cubicBezTo>
                <a:lnTo>
                  <a:pt x="28375" y="26939"/>
                </a:lnTo>
                <a:cubicBezTo>
                  <a:pt x="29403" y="25482"/>
                  <a:pt x="30754" y="24324"/>
                  <a:pt x="31589" y="22738"/>
                </a:cubicBezTo>
                <a:cubicBezTo>
                  <a:pt x="31621" y="22675"/>
                  <a:pt x="31571" y="22600"/>
                  <a:pt x="31508" y="22600"/>
                </a:cubicBezTo>
                <a:cubicBezTo>
                  <a:pt x="31485" y="22600"/>
                  <a:pt x="31462" y="22609"/>
                  <a:pt x="31439" y="22631"/>
                </a:cubicBezTo>
                <a:cubicBezTo>
                  <a:pt x="30304" y="23574"/>
                  <a:pt x="29275" y="24624"/>
                  <a:pt x="28246" y="25696"/>
                </a:cubicBezTo>
                <a:cubicBezTo>
                  <a:pt x="27110" y="26853"/>
                  <a:pt x="25846" y="27925"/>
                  <a:pt x="24774" y="29125"/>
                </a:cubicBezTo>
                <a:cubicBezTo>
                  <a:pt x="26918" y="26725"/>
                  <a:pt x="29189" y="24410"/>
                  <a:pt x="30925" y="21667"/>
                </a:cubicBezTo>
                <a:cubicBezTo>
                  <a:pt x="30976" y="21599"/>
                  <a:pt x="30920" y="21519"/>
                  <a:pt x="30852" y="21519"/>
                </a:cubicBezTo>
                <a:cubicBezTo>
                  <a:pt x="30834" y="21519"/>
                  <a:pt x="30815" y="21525"/>
                  <a:pt x="30796" y="21538"/>
                </a:cubicBezTo>
                <a:cubicBezTo>
                  <a:pt x="29318" y="22546"/>
                  <a:pt x="28161" y="24024"/>
                  <a:pt x="26832" y="25224"/>
                </a:cubicBezTo>
                <a:cubicBezTo>
                  <a:pt x="26082" y="25889"/>
                  <a:pt x="25332" y="26575"/>
                  <a:pt x="24624" y="27303"/>
                </a:cubicBezTo>
                <a:cubicBezTo>
                  <a:pt x="26510" y="24967"/>
                  <a:pt x="28268" y="22567"/>
                  <a:pt x="30261" y="20338"/>
                </a:cubicBezTo>
                <a:close/>
                <a:moveTo>
                  <a:pt x="22396" y="18024"/>
                </a:moveTo>
                <a:cubicBezTo>
                  <a:pt x="22010" y="18752"/>
                  <a:pt x="21367" y="19352"/>
                  <a:pt x="20788" y="19910"/>
                </a:cubicBezTo>
                <a:cubicBezTo>
                  <a:pt x="19888" y="20853"/>
                  <a:pt x="19202" y="21903"/>
                  <a:pt x="18410" y="22931"/>
                </a:cubicBezTo>
                <a:cubicBezTo>
                  <a:pt x="17595" y="23960"/>
                  <a:pt x="16609" y="24753"/>
                  <a:pt x="15774" y="25717"/>
                </a:cubicBezTo>
                <a:cubicBezTo>
                  <a:pt x="14745" y="26875"/>
                  <a:pt x="13823" y="28096"/>
                  <a:pt x="12559" y="29018"/>
                </a:cubicBezTo>
                <a:cubicBezTo>
                  <a:pt x="12495" y="29061"/>
                  <a:pt x="12495" y="29146"/>
                  <a:pt x="12559" y="29189"/>
                </a:cubicBezTo>
                <a:cubicBezTo>
                  <a:pt x="12066" y="29211"/>
                  <a:pt x="11509" y="29211"/>
                  <a:pt x="10973" y="29232"/>
                </a:cubicBezTo>
                <a:cubicBezTo>
                  <a:pt x="10694" y="29232"/>
                  <a:pt x="10394" y="29253"/>
                  <a:pt x="10116" y="29275"/>
                </a:cubicBezTo>
                <a:cubicBezTo>
                  <a:pt x="10995" y="28868"/>
                  <a:pt x="11573" y="28160"/>
                  <a:pt x="12216" y="27453"/>
                </a:cubicBezTo>
                <a:cubicBezTo>
                  <a:pt x="13116" y="26489"/>
                  <a:pt x="14209" y="25653"/>
                  <a:pt x="15174" y="24774"/>
                </a:cubicBezTo>
                <a:cubicBezTo>
                  <a:pt x="17209" y="22953"/>
                  <a:pt x="19095" y="21003"/>
                  <a:pt x="21067" y="19117"/>
                </a:cubicBezTo>
                <a:cubicBezTo>
                  <a:pt x="21346" y="18838"/>
                  <a:pt x="22246" y="18302"/>
                  <a:pt x="22396" y="18024"/>
                </a:cubicBezTo>
                <a:close/>
                <a:moveTo>
                  <a:pt x="32390" y="26469"/>
                </a:moveTo>
                <a:cubicBezTo>
                  <a:pt x="32437" y="26469"/>
                  <a:pt x="32391" y="26634"/>
                  <a:pt x="32168" y="27110"/>
                </a:cubicBezTo>
                <a:cubicBezTo>
                  <a:pt x="31761" y="27903"/>
                  <a:pt x="31139" y="28568"/>
                  <a:pt x="30389" y="29018"/>
                </a:cubicBezTo>
                <a:cubicBezTo>
                  <a:pt x="30389" y="29039"/>
                  <a:pt x="30368" y="29039"/>
                  <a:pt x="30368" y="29061"/>
                </a:cubicBezTo>
                <a:cubicBezTo>
                  <a:pt x="30111" y="29168"/>
                  <a:pt x="29854" y="29253"/>
                  <a:pt x="29596" y="29318"/>
                </a:cubicBezTo>
                <a:lnTo>
                  <a:pt x="29639" y="29296"/>
                </a:lnTo>
                <a:lnTo>
                  <a:pt x="29704" y="29232"/>
                </a:lnTo>
                <a:lnTo>
                  <a:pt x="29768" y="29168"/>
                </a:lnTo>
                <a:cubicBezTo>
                  <a:pt x="30411" y="28546"/>
                  <a:pt x="31054" y="27882"/>
                  <a:pt x="31697" y="27217"/>
                </a:cubicBezTo>
                <a:cubicBezTo>
                  <a:pt x="31917" y="26998"/>
                  <a:pt x="32304" y="26469"/>
                  <a:pt x="32390" y="26469"/>
                </a:cubicBezTo>
                <a:close/>
                <a:moveTo>
                  <a:pt x="27098" y="17930"/>
                </a:moveTo>
                <a:lnTo>
                  <a:pt x="27098" y="17930"/>
                </a:lnTo>
                <a:cubicBezTo>
                  <a:pt x="26344" y="18580"/>
                  <a:pt x="25398" y="19761"/>
                  <a:pt x="24624" y="20595"/>
                </a:cubicBezTo>
                <a:cubicBezTo>
                  <a:pt x="23703" y="21603"/>
                  <a:pt x="22824" y="22653"/>
                  <a:pt x="21903" y="23681"/>
                </a:cubicBezTo>
                <a:cubicBezTo>
                  <a:pt x="21003" y="24710"/>
                  <a:pt x="20038" y="25717"/>
                  <a:pt x="19160" y="26810"/>
                </a:cubicBezTo>
                <a:cubicBezTo>
                  <a:pt x="18367" y="27796"/>
                  <a:pt x="17381" y="28460"/>
                  <a:pt x="16459" y="29296"/>
                </a:cubicBezTo>
                <a:cubicBezTo>
                  <a:pt x="16438" y="29318"/>
                  <a:pt x="16438" y="29318"/>
                  <a:pt x="16438" y="29339"/>
                </a:cubicBezTo>
                <a:lnTo>
                  <a:pt x="16416" y="29339"/>
                </a:lnTo>
                <a:cubicBezTo>
                  <a:pt x="15174" y="29253"/>
                  <a:pt x="13931" y="29211"/>
                  <a:pt x="12666" y="29211"/>
                </a:cubicBezTo>
                <a:lnTo>
                  <a:pt x="12688" y="29211"/>
                </a:lnTo>
                <a:cubicBezTo>
                  <a:pt x="13630" y="28675"/>
                  <a:pt x="14359" y="27882"/>
                  <a:pt x="15109" y="27089"/>
                </a:cubicBezTo>
                <a:cubicBezTo>
                  <a:pt x="16052" y="26082"/>
                  <a:pt x="17081" y="25160"/>
                  <a:pt x="18088" y="24239"/>
                </a:cubicBezTo>
                <a:cubicBezTo>
                  <a:pt x="20188" y="22353"/>
                  <a:pt x="22310" y="20488"/>
                  <a:pt x="24303" y="18495"/>
                </a:cubicBezTo>
                <a:lnTo>
                  <a:pt x="24303" y="18495"/>
                </a:lnTo>
                <a:cubicBezTo>
                  <a:pt x="23639" y="19160"/>
                  <a:pt x="22910" y="20488"/>
                  <a:pt x="22160" y="21345"/>
                </a:cubicBezTo>
                <a:cubicBezTo>
                  <a:pt x="21367" y="22267"/>
                  <a:pt x="20488" y="23124"/>
                  <a:pt x="19610" y="23981"/>
                </a:cubicBezTo>
                <a:cubicBezTo>
                  <a:pt x="17959" y="25589"/>
                  <a:pt x="16309" y="27175"/>
                  <a:pt x="14981" y="29061"/>
                </a:cubicBezTo>
                <a:cubicBezTo>
                  <a:pt x="14931" y="29126"/>
                  <a:pt x="15008" y="29217"/>
                  <a:pt x="15076" y="29217"/>
                </a:cubicBezTo>
                <a:cubicBezTo>
                  <a:pt x="15096" y="29217"/>
                  <a:pt x="15116" y="29209"/>
                  <a:pt x="15131" y="29189"/>
                </a:cubicBezTo>
                <a:cubicBezTo>
                  <a:pt x="15216" y="29103"/>
                  <a:pt x="15324" y="28975"/>
                  <a:pt x="15409" y="28868"/>
                </a:cubicBezTo>
                <a:cubicBezTo>
                  <a:pt x="15428" y="28877"/>
                  <a:pt x="15448" y="28882"/>
                  <a:pt x="15467" y="28882"/>
                </a:cubicBezTo>
                <a:cubicBezTo>
                  <a:pt x="15576" y="28882"/>
                  <a:pt x="15686" y="28724"/>
                  <a:pt x="15795" y="28396"/>
                </a:cubicBezTo>
                <a:cubicBezTo>
                  <a:pt x="17359" y="26596"/>
                  <a:pt x="19181" y="25053"/>
                  <a:pt x="20960" y="23467"/>
                </a:cubicBezTo>
                <a:cubicBezTo>
                  <a:pt x="23021" y="21616"/>
                  <a:pt x="24980" y="19703"/>
                  <a:pt x="27098" y="17930"/>
                </a:cubicBezTo>
                <a:close/>
                <a:moveTo>
                  <a:pt x="30904" y="27025"/>
                </a:moveTo>
                <a:lnTo>
                  <a:pt x="30904" y="27025"/>
                </a:lnTo>
                <a:cubicBezTo>
                  <a:pt x="30368" y="27710"/>
                  <a:pt x="29768" y="28353"/>
                  <a:pt x="29103" y="28932"/>
                </a:cubicBezTo>
                <a:cubicBezTo>
                  <a:pt x="28773" y="29226"/>
                  <a:pt x="28636" y="29340"/>
                  <a:pt x="28622" y="29340"/>
                </a:cubicBezTo>
                <a:cubicBezTo>
                  <a:pt x="28580" y="29340"/>
                  <a:pt x="29702" y="28258"/>
                  <a:pt x="29896" y="28032"/>
                </a:cubicBezTo>
                <a:cubicBezTo>
                  <a:pt x="30175" y="27732"/>
                  <a:pt x="30561" y="27346"/>
                  <a:pt x="30904" y="27025"/>
                </a:cubicBezTo>
                <a:close/>
                <a:moveTo>
                  <a:pt x="19395" y="19288"/>
                </a:moveTo>
                <a:lnTo>
                  <a:pt x="19395" y="19288"/>
                </a:lnTo>
                <a:cubicBezTo>
                  <a:pt x="19288" y="19417"/>
                  <a:pt x="19181" y="19545"/>
                  <a:pt x="19052" y="19695"/>
                </a:cubicBezTo>
                <a:cubicBezTo>
                  <a:pt x="18110" y="20853"/>
                  <a:pt x="17167" y="21988"/>
                  <a:pt x="16181" y="23103"/>
                </a:cubicBezTo>
                <a:cubicBezTo>
                  <a:pt x="14231" y="25289"/>
                  <a:pt x="11895" y="27067"/>
                  <a:pt x="9880" y="29189"/>
                </a:cubicBezTo>
                <a:cubicBezTo>
                  <a:pt x="9859" y="29211"/>
                  <a:pt x="9859" y="29253"/>
                  <a:pt x="9880" y="29296"/>
                </a:cubicBezTo>
                <a:cubicBezTo>
                  <a:pt x="9006" y="29355"/>
                  <a:pt x="8109" y="29422"/>
                  <a:pt x="7222" y="29422"/>
                </a:cubicBezTo>
                <a:cubicBezTo>
                  <a:pt x="6153" y="29422"/>
                  <a:pt x="5099" y="29324"/>
                  <a:pt x="4115" y="28996"/>
                </a:cubicBezTo>
                <a:cubicBezTo>
                  <a:pt x="5894" y="28139"/>
                  <a:pt x="7180" y="26360"/>
                  <a:pt x="8787" y="25203"/>
                </a:cubicBezTo>
                <a:cubicBezTo>
                  <a:pt x="10523" y="23939"/>
                  <a:pt x="12087" y="22438"/>
                  <a:pt x="13802" y="21131"/>
                </a:cubicBezTo>
                <a:cubicBezTo>
                  <a:pt x="13928" y="21047"/>
                  <a:pt x="14565" y="20697"/>
                  <a:pt x="14634" y="20582"/>
                </a:cubicBezTo>
                <a:lnTo>
                  <a:pt x="14634" y="20582"/>
                </a:lnTo>
                <a:cubicBezTo>
                  <a:pt x="14332" y="21178"/>
                  <a:pt x="13693" y="21690"/>
                  <a:pt x="13202" y="22138"/>
                </a:cubicBezTo>
                <a:cubicBezTo>
                  <a:pt x="12409" y="22888"/>
                  <a:pt x="11659" y="23681"/>
                  <a:pt x="10887" y="24474"/>
                </a:cubicBezTo>
                <a:cubicBezTo>
                  <a:pt x="9387" y="26039"/>
                  <a:pt x="7673" y="27346"/>
                  <a:pt x="6258" y="29039"/>
                </a:cubicBezTo>
                <a:cubicBezTo>
                  <a:pt x="6206" y="29109"/>
                  <a:pt x="6253" y="29206"/>
                  <a:pt x="6330" y="29206"/>
                </a:cubicBezTo>
                <a:cubicBezTo>
                  <a:pt x="6347" y="29206"/>
                  <a:pt x="6367" y="29201"/>
                  <a:pt x="6387" y="29189"/>
                </a:cubicBezTo>
                <a:cubicBezTo>
                  <a:pt x="8123" y="28118"/>
                  <a:pt x="9602" y="26510"/>
                  <a:pt x="11123" y="25160"/>
                </a:cubicBezTo>
                <a:cubicBezTo>
                  <a:pt x="13095" y="23446"/>
                  <a:pt x="15088" y="21860"/>
                  <a:pt x="17145" y="20295"/>
                </a:cubicBezTo>
                <a:lnTo>
                  <a:pt x="17167" y="20295"/>
                </a:lnTo>
                <a:lnTo>
                  <a:pt x="16224" y="21260"/>
                </a:lnTo>
                <a:cubicBezTo>
                  <a:pt x="15302" y="22203"/>
                  <a:pt x="14359" y="23124"/>
                  <a:pt x="13416" y="24024"/>
                </a:cubicBezTo>
                <a:cubicBezTo>
                  <a:pt x="11595" y="25739"/>
                  <a:pt x="9666" y="27282"/>
                  <a:pt x="7866" y="29039"/>
                </a:cubicBezTo>
                <a:cubicBezTo>
                  <a:pt x="7812" y="29110"/>
                  <a:pt x="7877" y="29226"/>
                  <a:pt x="7950" y="29226"/>
                </a:cubicBezTo>
                <a:cubicBezTo>
                  <a:pt x="7965" y="29226"/>
                  <a:pt x="7980" y="29221"/>
                  <a:pt x="7994" y="29211"/>
                </a:cubicBezTo>
                <a:cubicBezTo>
                  <a:pt x="8144" y="29103"/>
                  <a:pt x="8273" y="28996"/>
                  <a:pt x="8401" y="28889"/>
                </a:cubicBezTo>
                <a:cubicBezTo>
                  <a:pt x="8444" y="28889"/>
                  <a:pt x="8466" y="28868"/>
                  <a:pt x="8487" y="28846"/>
                </a:cubicBezTo>
                <a:cubicBezTo>
                  <a:pt x="10373" y="27432"/>
                  <a:pt x="12195" y="25910"/>
                  <a:pt x="13888" y="24281"/>
                </a:cubicBezTo>
                <a:cubicBezTo>
                  <a:pt x="15023" y="23210"/>
                  <a:pt x="16031" y="22053"/>
                  <a:pt x="17252" y="21110"/>
                </a:cubicBezTo>
                <a:cubicBezTo>
                  <a:pt x="18024" y="20553"/>
                  <a:pt x="18731" y="19931"/>
                  <a:pt x="19395" y="19288"/>
                </a:cubicBezTo>
                <a:close/>
                <a:moveTo>
                  <a:pt x="28053" y="19052"/>
                </a:moveTo>
                <a:cubicBezTo>
                  <a:pt x="27860" y="19352"/>
                  <a:pt x="27668" y="19631"/>
                  <a:pt x="27453" y="19888"/>
                </a:cubicBezTo>
                <a:cubicBezTo>
                  <a:pt x="26768" y="20703"/>
                  <a:pt x="25932" y="21410"/>
                  <a:pt x="25225" y="22203"/>
                </a:cubicBezTo>
                <a:cubicBezTo>
                  <a:pt x="23939" y="23660"/>
                  <a:pt x="22717" y="25160"/>
                  <a:pt x="21431" y="26596"/>
                </a:cubicBezTo>
                <a:cubicBezTo>
                  <a:pt x="20531" y="27539"/>
                  <a:pt x="19653" y="28525"/>
                  <a:pt x="18795" y="29511"/>
                </a:cubicBezTo>
                <a:cubicBezTo>
                  <a:pt x="18110" y="29446"/>
                  <a:pt x="17424" y="29403"/>
                  <a:pt x="16717" y="29361"/>
                </a:cubicBezTo>
                <a:cubicBezTo>
                  <a:pt x="18388" y="28203"/>
                  <a:pt x="19674" y="26639"/>
                  <a:pt x="21196" y="25332"/>
                </a:cubicBezTo>
                <a:cubicBezTo>
                  <a:pt x="22996" y="23810"/>
                  <a:pt x="24624" y="22160"/>
                  <a:pt x="26382" y="20595"/>
                </a:cubicBezTo>
                <a:cubicBezTo>
                  <a:pt x="26725" y="20295"/>
                  <a:pt x="27068" y="19995"/>
                  <a:pt x="27410" y="19674"/>
                </a:cubicBezTo>
                <a:cubicBezTo>
                  <a:pt x="27625" y="19481"/>
                  <a:pt x="27839" y="19267"/>
                  <a:pt x="28053" y="19052"/>
                </a:cubicBezTo>
                <a:close/>
                <a:moveTo>
                  <a:pt x="32168" y="25760"/>
                </a:moveTo>
                <a:cubicBezTo>
                  <a:pt x="32082" y="25867"/>
                  <a:pt x="32018" y="25975"/>
                  <a:pt x="31975" y="26082"/>
                </a:cubicBezTo>
                <a:cubicBezTo>
                  <a:pt x="31761" y="26446"/>
                  <a:pt x="31525" y="26810"/>
                  <a:pt x="31268" y="27153"/>
                </a:cubicBezTo>
                <a:cubicBezTo>
                  <a:pt x="30668" y="27989"/>
                  <a:pt x="29961" y="28739"/>
                  <a:pt x="29189" y="29425"/>
                </a:cubicBezTo>
                <a:cubicBezTo>
                  <a:pt x="28996" y="29489"/>
                  <a:pt x="28803" y="29532"/>
                  <a:pt x="28589" y="29575"/>
                </a:cubicBezTo>
                <a:cubicBezTo>
                  <a:pt x="29832" y="28696"/>
                  <a:pt x="30861" y="27582"/>
                  <a:pt x="31654" y="26296"/>
                </a:cubicBezTo>
                <a:lnTo>
                  <a:pt x="31889" y="26060"/>
                </a:lnTo>
                <a:cubicBezTo>
                  <a:pt x="31997" y="25975"/>
                  <a:pt x="32082" y="25867"/>
                  <a:pt x="32168" y="25760"/>
                </a:cubicBezTo>
                <a:close/>
                <a:moveTo>
                  <a:pt x="31879" y="25335"/>
                </a:moveTo>
                <a:cubicBezTo>
                  <a:pt x="31906" y="25335"/>
                  <a:pt x="31896" y="25394"/>
                  <a:pt x="31825" y="25546"/>
                </a:cubicBezTo>
                <a:cubicBezTo>
                  <a:pt x="31718" y="25760"/>
                  <a:pt x="31611" y="25975"/>
                  <a:pt x="31461" y="26189"/>
                </a:cubicBezTo>
                <a:cubicBezTo>
                  <a:pt x="30346" y="27282"/>
                  <a:pt x="29232" y="28375"/>
                  <a:pt x="28225" y="29575"/>
                </a:cubicBezTo>
                <a:cubicBezTo>
                  <a:pt x="28203" y="29596"/>
                  <a:pt x="28203" y="29618"/>
                  <a:pt x="28225" y="29639"/>
                </a:cubicBezTo>
                <a:lnTo>
                  <a:pt x="28203" y="29639"/>
                </a:lnTo>
                <a:cubicBezTo>
                  <a:pt x="28011" y="29682"/>
                  <a:pt x="27796" y="29703"/>
                  <a:pt x="27603" y="29725"/>
                </a:cubicBezTo>
                <a:cubicBezTo>
                  <a:pt x="28911" y="28546"/>
                  <a:pt x="30068" y="27239"/>
                  <a:pt x="31289" y="25975"/>
                </a:cubicBezTo>
                <a:cubicBezTo>
                  <a:pt x="31322" y="25942"/>
                  <a:pt x="31792" y="25335"/>
                  <a:pt x="31879" y="25335"/>
                </a:cubicBezTo>
                <a:close/>
                <a:moveTo>
                  <a:pt x="28887" y="20346"/>
                </a:moveTo>
                <a:cubicBezTo>
                  <a:pt x="28939" y="20346"/>
                  <a:pt x="28261" y="20886"/>
                  <a:pt x="28118" y="21045"/>
                </a:cubicBezTo>
                <a:cubicBezTo>
                  <a:pt x="27196" y="22053"/>
                  <a:pt x="26275" y="23038"/>
                  <a:pt x="25375" y="24046"/>
                </a:cubicBezTo>
                <a:cubicBezTo>
                  <a:pt x="24689" y="24796"/>
                  <a:pt x="24046" y="25567"/>
                  <a:pt x="23446" y="26382"/>
                </a:cubicBezTo>
                <a:cubicBezTo>
                  <a:pt x="22631" y="27518"/>
                  <a:pt x="21624" y="28268"/>
                  <a:pt x="20724" y="29296"/>
                </a:cubicBezTo>
                <a:cubicBezTo>
                  <a:pt x="20671" y="29368"/>
                  <a:pt x="20721" y="29483"/>
                  <a:pt x="20801" y="29483"/>
                </a:cubicBezTo>
                <a:cubicBezTo>
                  <a:pt x="20817" y="29483"/>
                  <a:pt x="20835" y="29479"/>
                  <a:pt x="20853" y="29468"/>
                </a:cubicBezTo>
                <a:cubicBezTo>
                  <a:pt x="23553" y="27518"/>
                  <a:pt x="25675" y="24710"/>
                  <a:pt x="28011" y="22353"/>
                </a:cubicBezTo>
                <a:cubicBezTo>
                  <a:pt x="28561" y="21781"/>
                  <a:pt x="29151" y="21230"/>
                  <a:pt x="29687" y="20642"/>
                </a:cubicBezTo>
                <a:lnTo>
                  <a:pt x="29687" y="20642"/>
                </a:lnTo>
                <a:cubicBezTo>
                  <a:pt x="29075" y="21323"/>
                  <a:pt x="28500" y="22041"/>
                  <a:pt x="27925" y="22760"/>
                </a:cubicBezTo>
                <a:cubicBezTo>
                  <a:pt x="26618" y="24367"/>
                  <a:pt x="25375" y="26039"/>
                  <a:pt x="24067" y="27646"/>
                </a:cubicBezTo>
                <a:cubicBezTo>
                  <a:pt x="23767" y="28032"/>
                  <a:pt x="23467" y="28396"/>
                  <a:pt x="23146" y="28761"/>
                </a:cubicBezTo>
                <a:cubicBezTo>
                  <a:pt x="23039" y="28889"/>
                  <a:pt x="22931" y="28996"/>
                  <a:pt x="22824" y="29125"/>
                </a:cubicBezTo>
                <a:cubicBezTo>
                  <a:pt x="22567" y="29253"/>
                  <a:pt x="22460" y="29382"/>
                  <a:pt x="22524" y="29489"/>
                </a:cubicBezTo>
                <a:cubicBezTo>
                  <a:pt x="22460" y="29575"/>
                  <a:pt x="22374" y="29661"/>
                  <a:pt x="22310" y="29746"/>
                </a:cubicBezTo>
                <a:cubicBezTo>
                  <a:pt x="21217" y="29682"/>
                  <a:pt x="20124" y="29596"/>
                  <a:pt x="19052" y="29511"/>
                </a:cubicBezTo>
                <a:cubicBezTo>
                  <a:pt x="20210" y="28246"/>
                  <a:pt x="21410" y="27003"/>
                  <a:pt x="22524" y="25717"/>
                </a:cubicBezTo>
                <a:cubicBezTo>
                  <a:pt x="24046" y="24153"/>
                  <a:pt x="25696" y="22696"/>
                  <a:pt x="27432" y="21367"/>
                </a:cubicBezTo>
                <a:cubicBezTo>
                  <a:pt x="27775" y="21088"/>
                  <a:pt x="28161" y="20831"/>
                  <a:pt x="28525" y="20574"/>
                </a:cubicBezTo>
                <a:cubicBezTo>
                  <a:pt x="28766" y="20410"/>
                  <a:pt x="28870" y="20346"/>
                  <a:pt x="28887" y="20346"/>
                </a:cubicBezTo>
                <a:close/>
                <a:moveTo>
                  <a:pt x="31441" y="24325"/>
                </a:moveTo>
                <a:cubicBezTo>
                  <a:pt x="31487" y="24325"/>
                  <a:pt x="31464" y="24409"/>
                  <a:pt x="31332" y="24624"/>
                </a:cubicBezTo>
                <a:cubicBezTo>
                  <a:pt x="30882" y="25267"/>
                  <a:pt x="30368" y="25867"/>
                  <a:pt x="29789" y="26425"/>
                </a:cubicBezTo>
                <a:cubicBezTo>
                  <a:pt x="28825" y="27453"/>
                  <a:pt x="28096" y="28675"/>
                  <a:pt x="27218" y="29768"/>
                </a:cubicBezTo>
                <a:cubicBezTo>
                  <a:pt x="26725" y="29811"/>
                  <a:pt x="26232" y="29832"/>
                  <a:pt x="25739" y="29832"/>
                </a:cubicBezTo>
                <a:cubicBezTo>
                  <a:pt x="25782" y="29811"/>
                  <a:pt x="25846" y="29768"/>
                  <a:pt x="25889" y="29725"/>
                </a:cubicBezTo>
                <a:cubicBezTo>
                  <a:pt x="25906" y="29732"/>
                  <a:pt x="25924" y="29736"/>
                  <a:pt x="25942" y="29736"/>
                </a:cubicBezTo>
                <a:cubicBezTo>
                  <a:pt x="26032" y="29736"/>
                  <a:pt x="26124" y="29643"/>
                  <a:pt x="26232" y="29446"/>
                </a:cubicBezTo>
                <a:cubicBezTo>
                  <a:pt x="26553" y="29189"/>
                  <a:pt x="26853" y="28868"/>
                  <a:pt x="27175" y="28568"/>
                </a:cubicBezTo>
                <a:cubicBezTo>
                  <a:pt x="28203" y="27560"/>
                  <a:pt x="29125" y="26446"/>
                  <a:pt x="30175" y="25460"/>
                </a:cubicBezTo>
                <a:cubicBezTo>
                  <a:pt x="30340" y="25295"/>
                  <a:pt x="31285" y="24325"/>
                  <a:pt x="31441" y="24325"/>
                </a:cubicBezTo>
                <a:close/>
                <a:moveTo>
                  <a:pt x="30487" y="21912"/>
                </a:moveTo>
                <a:cubicBezTo>
                  <a:pt x="30517" y="21912"/>
                  <a:pt x="30466" y="22020"/>
                  <a:pt x="30261" y="22331"/>
                </a:cubicBezTo>
                <a:cubicBezTo>
                  <a:pt x="29661" y="23210"/>
                  <a:pt x="29018" y="24067"/>
                  <a:pt x="28332" y="24882"/>
                </a:cubicBezTo>
                <a:cubicBezTo>
                  <a:pt x="27046" y="26403"/>
                  <a:pt x="25675" y="27818"/>
                  <a:pt x="24346" y="29318"/>
                </a:cubicBezTo>
                <a:cubicBezTo>
                  <a:pt x="24295" y="29385"/>
                  <a:pt x="24338" y="29493"/>
                  <a:pt x="24411" y="29493"/>
                </a:cubicBezTo>
                <a:cubicBezTo>
                  <a:pt x="24430" y="29493"/>
                  <a:pt x="24452" y="29486"/>
                  <a:pt x="24474" y="29468"/>
                </a:cubicBezTo>
                <a:cubicBezTo>
                  <a:pt x="26618" y="27839"/>
                  <a:pt x="28375" y="25803"/>
                  <a:pt x="30304" y="23917"/>
                </a:cubicBezTo>
                <a:cubicBezTo>
                  <a:pt x="30534" y="23687"/>
                  <a:pt x="30972" y="23370"/>
                  <a:pt x="31168" y="23090"/>
                </a:cubicBezTo>
                <a:lnTo>
                  <a:pt x="31168" y="23090"/>
                </a:lnTo>
                <a:cubicBezTo>
                  <a:pt x="30731" y="23804"/>
                  <a:pt x="30235" y="24458"/>
                  <a:pt x="29661" y="25053"/>
                </a:cubicBezTo>
                <a:cubicBezTo>
                  <a:pt x="28718" y="26167"/>
                  <a:pt x="27882" y="27368"/>
                  <a:pt x="26918" y="28460"/>
                </a:cubicBezTo>
                <a:cubicBezTo>
                  <a:pt x="26810" y="28610"/>
                  <a:pt x="26682" y="28739"/>
                  <a:pt x="26553" y="28868"/>
                </a:cubicBezTo>
                <a:cubicBezTo>
                  <a:pt x="26189" y="29211"/>
                  <a:pt x="25825" y="29532"/>
                  <a:pt x="25417" y="29853"/>
                </a:cubicBezTo>
                <a:lnTo>
                  <a:pt x="25417" y="29832"/>
                </a:lnTo>
                <a:cubicBezTo>
                  <a:pt x="24732" y="29832"/>
                  <a:pt x="24110" y="29832"/>
                  <a:pt x="23574" y="29811"/>
                </a:cubicBezTo>
                <a:cubicBezTo>
                  <a:pt x="23231" y="29811"/>
                  <a:pt x="22889" y="29768"/>
                  <a:pt x="22546" y="29746"/>
                </a:cubicBezTo>
                <a:lnTo>
                  <a:pt x="22674" y="29618"/>
                </a:lnTo>
                <a:cubicBezTo>
                  <a:pt x="23339" y="28846"/>
                  <a:pt x="24046" y="28139"/>
                  <a:pt x="24774" y="27432"/>
                </a:cubicBezTo>
                <a:cubicBezTo>
                  <a:pt x="26146" y="26039"/>
                  <a:pt x="27689" y="24839"/>
                  <a:pt x="29018" y="23403"/>
                </a:cubicBezTo>
                <a:cubicBezTo>
                  <a:pt x="29318" y="23081"/>
                  <a:pt x="29618" y="22781"/>
                  <a:pt x="29918" y="22460"/>
                </a:cubicBezTo>
                <a:cubicBezTo>
                  <a:pt x="30033" y="22359"/>
                  <a:pt x="30427" y="21912"/>
                  <a:pt x="30487" y="21912"/>
                </a:cubicBezTo>
                <a:close/>
                <a:moveTo>
                  <a:pt x="19610" y="0"/>
                </a:moveTo>
                <a:cubicBezTo>
                  <a:pt x="19002" y="28"/>
                  <a:pt x="18396" y="37"/>
                  <a:pt x="17790" y="37"/>
                </a:cubicBezTo>
                <a:cubicBezTo>
                  <a:pt x="16704" y="37"/>
                  <a:pt x="15619" y="8"/>
                  <a:pt x="14536" y="8"/>
                </a:cubicBezTo>
                <a:cubicBezTo>
                  <a:pt x="12918" y="8"/>
                  <a:pt x="11303" y="71"/>
                  <a:pt x="9687" y="386"/>
                </a:cubicBezTo>
                <a:cubicBezTo>
                  <a:pt x="9430" y="429"/>
                  <a:pt x="9323" y="708"/>
                  <a:pt x="9452" y="922"/>
                </a:cubicBezTo>
                <a:cubicBezTo>
                  <a:pt x="9366" y="1029"/>
                  <a:pt x="9366" y="1201"/>
                  <a:pt x="9452" y="1308"/>
                </a:cubicBezTo>
                <a:cubicBezTo>
                  <a:pt x="10459" y="2979"/>
                  <a:pt x="11316" y="4715"/>
                  <a:pt x="11466" y="6687"/>
                </a:cubicBezTo>
                <a:cubicBezTo>
                  <a:pt x="11616" y="9044"/>
                  <a:pt x="10244" y="10973"/>
                  <a:pt x="8937" y="12752"/>
                </a:cubicBezTo>
                <a:cubicBezTo>
                  <a:pt x="6880" y="15538"/>
                  <a:pt x="4780" y="18259"/>
                  <a:pt x="2851" y="21131"/>
                </a:cubicBezTo>
                <a:cubicBezTo>
                  <a:pt x="1544" y="23060"/>
                  <a:pt x="1" y="25889"/>
                  <a:pt x="1436" y="28139"/>
                </a:cubicBezTo>
                <a:cubicBezTo>
                  <a:pt x="2658" y="30025"/>
                  <a:pt x="5508" y="30196"/>
                  <a:pt x="7501" y="30196"/>
                </a:cubicBezTo>
                <a:cubicBezTo>
                  <a:pt x="8830" y="30196"/>
                  <a:pt x="10137" y="30068"/>
                  <a:pt x="11466" y="30003"/>
                </a:cubicBezTo>
                <a:cubicBezTo>
                  <a:pt x="11841" y="29996"/>
                  <a:pt x="12217" y="29993"/>
                  <a:pt x="12593" y="29993"/>
                </a:cubicBezTo>
                <a:cubicBezTo>
                  <a:pt x="14409" y="29993"/>
                  <a:pt x="16234" y="30076"/>
                  <a:pt x="18045" y="30218"/>
                </a:cubicBezTo>
                <a:cubicBezTo>
                  <a:pt x="20336" y="30384"/>
                  <a:pt x="22716" y="30695"/>
                  <a:pt x="25070" y="30695"/>
                </a:cubicBezTo>
                <a:cubicBezTo>
                  <a:pt x="26350" y="30695"/>
                  <a:pt x="27622" y="30603"/>
                  <a:pt x="28868" y="30346"/>
                </a:cubicBezTo>
                <a:cubicBezTo>
                  <a:pt x="31439" y="29832"/>
                  <a:pt x="33947" y="27882"/>
                  <a:pt x="33475" y="24967"/>
                </a:cubicBezTo>
                <a:cubicBezTo>
                  <a:pt x="33004" y="21860"/>
                  <a:pt x="30539" y="19352"/>
                  <a:pt x="28332" y="17295"/>
                </a:cubicBezTo>
                <a:cubicBezTo>
                  <a:pt x="25910" y="14981"/>
                  <a:pt x="23210" y="13009"/>
                  <a:pt x="20874" y="10609"/>
                </a:cubicBezTo>
                <a:cubicBezTo>
                  <a:pt x="19524" y="9216"/>
                  <a:pt x="18474" y="7587"/>
                  <a:pt x="18410" y="5594"/>
                </a:cubicBezTo>
                <a:cubicBezTo>
                  <a:pt x="18345" y="3858"/>
                  <a:pt x="19267" y="2208"/>
                  <a:pt x="20145" y="793"/>
                </a:cubicBezTo>
                <a:cubicBezTo>
                  <a:pt x="20253" y="600"/>
                  <a:pt x="20188" y="343"/>
                  <a:pt x="19974" y="258"/>
                </a:cubicBezTo>
                <a:cubicBezTo>
                  <a:pt x="19931" y="86"/>
                  <a:pt x="19781" y="0"/>
                  <a:pt x="196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4" name="Google Shape;108;p3"/>
          <p:cNvSpPr/>
          <p:nvPr/>
        </p:nvSpPr>
        <p:spPr>
          <a:xfrm>
            <a:off x="7280640" y="3886920"/>
            <a:ext cx="510480" cy="588600"/>
          </a:xfrm>
          <a:custGeom>
            <a:avLst/>
            <a:gdLst>
              <a:gd name="textAreaLeft" fmla="*/ 0 w 510480"/>
              <a:gd name="textAreaRight" fmla="*/ 510840 w 510480"/>
              <a:gd name="textAreaTop" fmla="*/ 0 h 588600"/>
              <a:gd name="textAreaBottom" fmla="*/ 588960 h 588600"/>
            </a:gdLst>
            <a:ahLst/>
            <a:cxnLst/>
            <a:rect l="textAreaLeft" t="textAreaTop" r="textAreaRight" b="textAreaBottom"/>
            <a:pathLst>
              <a:path w="23168" h="26715">
                <a:moveTo>
                  <a:pt x="13288" y="825"/>
                </a:moveTo>
                <a:cubicBezTo>
                  <a:pt x="13738" y="2861"/>
                  <a:pt x="13438" y="4940"/>
                  <a:pt x="13416" y="7019"/>
                </a:cubicBezTo>
                <a:cubicBezTo>
                  <a:pt x="13416" y="7105"/>
                  <a:pt x="13438" y="7190"/>
                  <a:pt x="13502" y="7255"/>
                </a:cubicBezTo>
                <a:cubicBezTo>
                  <a:pt x="13566" y="7362"/>
                  <a:pt x="13695" y="7426"/>
                  <a:pt x="13823" y="7426"/>
                </a:cubicBezTo>
                <a:cubicBezTo>
                  <a:pt x="13948" y="7420"/>
                  <a:pt x="14071" y="7418"/>
                  <a:pt x="14193" y="7418"/>
                </a:cubicBezTo>
                <a:cubicBezTo>
                  <a:pt x="18667" y="7418"/>
                  <a:pt x="21398" y="11203"/>
                  <a:pt x="21753" y="15334"/>
                </a:cubicBezTo>
                <a:cubicBezTo>
                  <a:pt x="21576" y="15295"/>
                  <a:pt x="21398" y="15276"/>
                  <a:pt x="21220" y="15276"/>
                </a:cubicBezTo>
                <a:cubicBezTo>
                  <a:pt x="20814" y="15276"/>
                  <a:pt x="20411" y="15376"/>
                  <a:pt x="20038" y="15570"/>
                </a:cubicBezTo>
                <a:cubicBezTo>
                  <a:pt x="19432" y="15855"/>
                  <a:pt x="18943" y="15994"/>
                  <a:pt x="18482" y="15994"/>
                </a:cubicBezTo>
                <a:cubicBezTo>
                  <a:pt x="17867" y="15994"/>
                  <a:pt x="17301" y="15747"/>
                  <a:pt x="16566" y="15270"/>
                </a:cubicBezTo>
                <a:cubicBezTo>
                  <a:pt x="15714" y="14722"/>
                  <a:pt x="14785" y="14515"/>
                  <a:pt x="13838" y="14515"/>
                </a:cubicBezTo>
                <a:cubicBezTo>
                  <a:pt x="12785" y="14515"/>
                  <a:pt x="11710" y="14771"/>
                  <a:pt x="10694" y="15098"/>
                </a:cubicBezTo>
                <a:cubicBezTo>
                  <a:pt x="10042" y="15322"/>
                  <a:pt x="9487" y="15431"/>
                  <a:pt x="8949" y="15431"/>
                </a:cubicBezTo>
                <a:cubicBezTo>
                  <a:pt x="8303" y="15431"/>
                  <a:pt x="7681" y="15274"/>
                  <a:pt x="6944" y="14970"/>
                </a:cubicBezTo>
                <a:cubicBezTo>
                  <a:pt x="6173" y="14691"/>
                  <a:pt x="5358" y="14520"/>
                  <a:pt x="4522" y="14434"/>
                </a:cubicBezTo>
                <a:cubicBezTo>
                  <a:pt x="4169" y="14394"/>
                  <a:pt x="3797" y="14368"/>
                  <a:pt x="3421" y="14368"/>
                </a:cubicBezTo>
                <a:cubicBezTo>
                  <a:pt x="2587" y="14368"/>
                  <a:pt x="1731" y="14493"/>
                  <a:pt x="1008" y="14863"/>
                </a:cubicBezTo>
                <a:cubicBezTo>
                  <a:pt x="1706" y="11124"/>
                  <a:pt x="4984" y="7405"/>
                  <a:pt x="8860" y="7405"/>
                </a:cubicBezTo>
                <a:cubicBezTo>
                  <a:pt x="9027" y="7405"/>
                  <a:pt x="9196" y="7412"/>
                  <a:pt x="9366" y="7426"/>
                </a:cubicBezTo>
                <a:cubicBezTo>
                  <a:pt x="9409" y="7426"/>
                  <a:pt x="9451" y="7426"/>
                  <a:pt x="9494" y="7405"/>
                </a:cubicBezTo>
                <a:cubicBezTo>
                  <a:pt x="9522" y="7410"/>
                  <a:pt x="9550" y="7413"/>
                  <a:pt x="9577" y="7413"/>
                </a:cubicBezTo>
                <a:cubicBezTo>
                  <a:pt x="9756" y="7413"/>
                  <a:pt x="9904" y="7294"/>
                  <a:pt x="9923" y="7126"/>
                </a:cubicBezTo>
                <a:cubicBezTo>
                  <a:pt x="10373" y="5026"/>
                  <a:pt x="9859" y="2968"/>
                  <a:pt x="9923" y="847"/>
                </a:cubicBezTo>
                <a:lnTo>
                  <a:pt x="9923" y="847"/>
                </a:lnTo>
                <a:cubicBezTo>
                  <a:pt x="10288" y="917"/>
                  <a:pt x="10654" y="941"/>
                  <a:pt x="11020" y="941"/>
                </a:cubicBezTo>
                <a:cubicBezTo>
                  <a:pt x="11771" y="941"/>
                  <a:pt x="12524" y="840"/>
                  <a:pt x="13288" y="825"/>
                </a:cubicBezTo>
                <a:close/>
                <a:moveTo>
                  <a:pt x="3644" y="15163"/>
                </a:moveTo>
                <a:cubicBezTo>
                  <a:pt x="2722" y="15613"/>
                  <a:pt x="2036" y="16277"/>
                  <a:pt x="1329" y="17006"/>
                </a:cubicBezTo>
                <a:cubicBezTo>
                  <a:pt x="1522" y="16791"/>
                  <a:pt x="1694" y="16577"/>
                  <a:pt x="1865" y="16363"/>
                </a:cubicBezTo>
                <a:cubicBezTo>
                  <a:pt x="2186" y="15998"/>
                  <a:pt x="2486" y="15591"/>
                  <a:pt x="2765" y="15184"/>
                </a:cubicBezTo>
                <a:cubicBezTo>
                  <a:pt x="3058" y="15163"/>
                  <a:pt x="3351" y="15163"/>
                  <a:pt x="3644" y="15163"/>
                </a:cubicBezTo>
                <a:close/>
                <a:moveTo>
                  <a:pt x="2529" y="15227"/>
                </a:moveTo>
                <a:lnTo>
                  <a:pt x="2529" y="15227"/>
                </a:lnTo>
                <a:cubicBezTo>
                  <a:pt x="2379" y="15463"/>
                  <a:pt x="2208" y="15698"/>
                  <a:pt x="2015" y="15913"/>
                </a:cubicBezTo>
                <a:cubicBezTo>
                  <a:pt x="1651" y="16384"/>
                  <a:pt x="1265" y="16834"/>
                  <a:pt x="901" y="17284"/>
                </a:cubicBezTo>
                <a:cubicBezTo>
                  <a:pt x="879" y="17156"/>
                  <a:pt x="858" y="17006"/>
                  <a:pt x="858" y="16898"/>
                </a:cubicBezTo>
                <a:cubicBezTo>
                  <a:pt x="836" y="16577"/>
                  <a:pt x="836" y="16256"/>
                  <a:pt x="858" y="15955"/>
                </a:cubicBezTo>
                <a:cubicBezTo>
                  <a:pt x="1179" y="15655"/>
                  <a:pt x="1565" y="15463"/>
                  <a:pt x="1994" y="15334"/>
                </a:cubicBezTo>
                <a:lnTo>
                  <a:pt x="1994" y="15334"/>
                </a:lnTo>
                <a:cubicBezTo>
                  <a:pt x="1608" y="15677"/>
                  <a:pt x="1265" y="16020"/>
                  <a:pt x="901" y="16363"/>
                </a:cubicBezTo>
                <a:cubicBezTo>
                  <a:pt x="848" y="16432"/>
                  <a:pt x="909" y="16530"/>
                  <a:pt x="980" y="16530"/>
                </a:cubicBezTo>
                <a:cubicBezTo>
                  <a:pt x="996" y="16530"/>
                  <a:pt x="1013" y="16525"/>
                  <a:pt x="1029" y="16513"/>
                </a:cubicBezTo>
                <a:cubicBezTo>
                  <a:pt x="1351" y="16191"/>
                  <a:pt x="1672" y="15891"/>
                  <a:pt x="1994" y="15591"/>
                </a:cubicBezTo>
                <a:lnTo>
                  <a:pt x="2379" y="15248"/>
                </a:lnTo>
                <a:lnTo>
                  <a:pt x="2529" y="15227"/>
                </a:lnTo>
                <a:close/>
                <a:moveTo>
                  <a:pt x="14316" y="15334"/>
                </a:moveTo>
                <a:cubicBezTo>
                  <a:pt x="14423" y="15334"/>
                  <a:pt x="14531" y="15355"/>
                  <a:pt x="14638" y="15355"/>
                </a:cubicBezTo>
                <a:cubicBezTo>
                  <a:pt x="14788" y="15377"/>
                  <a:pt x="14916" y="15398"/>
                  <a:pt x="15045" y="15441"/>
                </a:cubicBezTo>
                <a:cubicBezTo>
                  <a:pt x="13630" y="16256"/>
                  <a:pt x="12280" y="17177"/>
                  <a:pt x="10994" y="18184"/>
                </a:cubicBezTo>
                <a:cubicBezTo>
                  <a:pt x="11359" y="17841"/>
                  <a:pt x="11723" y="17499"/>
                  <a:pt x="12130" y="17220"/>
                </a:cubicBezTo>
                <a:cubicBezTo>
                  <a:pt x="12902" y="16641"/>
                  <a:pt x="13695" y="16170"/>
                  <a:pt x="14295" y="15420"/>
                </a:cubicBezTo>
                <a:cubicBezTo>
                  <a:pt x="14316" y="15398"/>
                  <a:pt x="14316" y="15355"/>
                  <a:pt x="14316" y="15334"/>
                </a:cubicBezTo>
                <a:close/>
                <a:moveTo>
                  <a:pt x="3483" y="15486"/>
                </a:moveTo>
                <a:cubicBezTo>
                  <a:pt x="3571" y="15486"/>
                  <a:pt x="3102" y="15924"/>
                  <a:pt x="3022" y="16020"/>
                </a:cubicBezTo>
                <a:cubicBezTo>
                  <a:pt x="2336" y="16770"/>
                  <a:pt x="1522" y="17348"/>
                  <a:pt x="1008" y="18227"/>
                </a:cubicBezTo>
                <a:cubicBezTo>
                  <a:pt x="986" y="18034"/>
                  <a:pt x="965" y="17863"/>
                  <a:pt x="943" y="17691"/>
                </a:cubicBezTo>
                <a:cubicBezTo>
                  <a:pt x="1308" y="17348"/>
                  <a:pt x="1651" y="16984"/>
                  <a:pt x="2015" y="16620"/>
                </a:cubicBezTo>
                <a:cubicBezTo>
                  <a:pt x="2358" y="16256"/>
                  <a:pt x="2744" y="15955"/>
                  <a:pt x="3151" y="15677"/>
                </a:cubicBezTo>
                <a:cubicBezTo>
                  <a:pt x="3355" y="15539"/>
                  <a:pt x="3453" y="15486"/>
                  <a:pt x="3483" y="15486"/>
                </a:cubicBezTo>
                <a:close/>
                <a:moveTo>
                  <a:pt x="3858" y="15184"/>
                </a:moveTo>
                <a:lnTo>
                  <a:pt x="3858" y="15184"/>
                </a:lnTo>
                <a:cubicBezTo>
                  <a:pt x="4587" y="15248"/>
                  <a:pt x="5315" y="15355"/>
                  <a:pt x="6023" y="15527"/>
                </a:cubicBezTo>
                <a:lnTo>
                  <a:pt x="6130" y="15548"/>
                </a:lnTo>
                <a:cubicBezTo>
                  <a:pt x="5444" y="16063"/>
                  <a:pt x="4801" y="16620"/>
                  <a:pt x="4222" y="17241"/>
                </a:cubicBezTo>
                <a:cubicBezTo>
                  <a:pt x="3815" y="17627"/>
                  <a:pt x="3429" y="18034"/>
                  <a:pt x="3022" y="18420"/>
                </a:cubicBezTo>
                <a:cubicBezTo>
                  <a:pt x="2683" y="18759"/>
                  <a:pt x="2008" y="19162"/>
                  <a:pt x="1786" y="19523"/>
                </a:cubicBezTo>
                <a:lnTo>
                  <a:pt x="1786" y="19523"/>
                </a:lnTo>
                <a:cubicBezTo>
                  <a:pt x="2299" y="18670"/>
                  <a:pt x="2918" y="17903"/>
                  <a:pt x="3644" y="17220"/>
                </a:cubicBezTo>
                <a:cubicBezTo>
                  <a:pt x="4222" y="16684"/>
                  <a:pt x="4758" y="16277"/>
                  <a:pt x="5058" y="15527"/>
                </a:cubicBezTo>
                <a:cubicBezTo>
                  <a:pt x="5112" y="15438"/>
                  <a:pt x="5046" y="15393"/>
                  <a:pt x="4973" y="15393"/>
                </a:cubicBezTo>
                <a:cubicBezTo>
                  <a:pt x="4959" y="15393"/>
                  <a:pt x="4944" y="15395"/>
                  <a:pt x="4930" y="15398"/>
                </a:cubicBezTo>
                <a:cubicBezTo>
                  <a:pt x="3601" y="16020"/>
                  <a:pt x="2636" y="17091"/>
                  <a:pt x="1586" y="18077"/>
                </a:cubicBezTo>
                <a:cubicBezTo>
                  <a:pt x="1408" y="18248"/>
                  <a:pt x="1302" y="18321"/>
                  <a:pt x="1256" y="18321"/>
                </a:cubicBezTo>
                <a:cubicBezTo>
                  <a:pt x="1170" y="18321"/>
                  <a:pt x="1299" y="18063"/>
                  <a:pt x="1565" y="17713"/>
                </a:cubicBezTo>
                <a:cubicBezTo>
                  <a:pt x="1822" y="17434"/>
                  <a:pt x="2079" y="17177"/>
                  <a:pt x="2358" y="16941"/>
                </a:cubicBezTo>
                <a:cubicBezTo>
                  <a:pt x="2915" y="16448"/>
                  <a:pt x="3429" y="15891"/>
                  <a:pt x="3858" y="15291"/>
                </a:cubicBezTo>
                <a:cubicBezTo>
                  <a:pt x="3879" y="15248"/>
                  <a:pt x="3879" y="15227"/>
                  <a:pt x="3858" y="15184"/>
                </a:cubicBezTo>
                <a:close/>
                <a:moveTo>
                  <a:pt x="4693" y="15763"/>
                </a:moveTo>
                <a:lnTo>
                  <a:pt x="4693" y="15763"/>
                </a:lnTo>
                <a:cubicBezTo>
                  <a:pt x="4542" y="15852"/>
                  <a:pt x="4029" y="16663"/>
                  <a:pt x="3794" y="16856"/>
                </a:cubicBezTo>
                <a:cubicBezTo>
                  <a:pt x="3451" y="17177"/>
                  <a:pt x="3129" y="17499"/>
                  <a:pt x="2808" y="17841"/>
                </a:cubicBezTo>
                <a:cubicBezTo>
                  <a:pt x="2272" y="18420"/>
                  <a:pt x="1822" y="19063"/>
                  <a:pt x="1415" y="19749"/>
                </a:cubicBezTo>
                <a:cubicBezTo>
                  <a:pt x="1381" y="19816"/>
                  <a:pt x="1427" y="19897"/>
                  <a:pt x="1500" y="19897"/>
                </a:cubicBezTo>
                <a:cubicBezTo>
                  <a:pt x="1520" y="19897"/>
                  <a:pt x="1542" y="19891"/>
                  <a:pt x="1565" y="19877"/>
                </a:cubicBezTo>
                <a:cubicBezTo>
                  <a:pt x="2358" y="19342"/>
                  <a:pt x="3108" y="18699"/>
                  <a:pt x="3772" y="17991"/>
                </a:cubicBezTo>
                <a:cubicBezTo>
                  <a:pt x="4179" y="17584"/>
                  <a:pt x="4565" y="17198"/>
                  <a:pt x="4972" y="16791"/>
                </a:cubicBezTo>
                <a:cubicBezTo>
                  <a:pt x="5084" y="16680"/>
                  <a:pt x="5742" y="15974"/>
                  <a:pt x="5823" y="15974"/>
                </a:cubicBezTo>
                <a:cubicBezTo>
                  <a:pt x="5852" y="15974"/>
                  <a:pt x="5812" y="16058"/>
                  <a:pt x="5658" y="16277"/>
                </a:cubicBezTo>
                <a:cubicBezTo>
                  <a:pt x="4544" y="17906"/>
                  <a:pt x="2872" y="19063"/>
                  <a:pt x="1715" y="20649"/>
                </a:cubicBezTo>
                <a:cubicBezTo>
                  <a:pt x="1460" y="20033"/>
                  <a:pt x="1247" y="19417"/>
                  <a:pt x="1118" y="18760"/>
                </a:cubicBezTo>
                <a:lnTo>
                  <a:pt x="1118" y="18760"/>
                </a:lnTo>
                <a:cubicBezTo>
                  <a:pt x="2338" y="17796"/>
                  <a:pt x="3323" y="16555"/>
                  <a:pt x="4693" y="15763"/>
                </a:cubicBezTo>
                <a:close/>
                <a:moveTo>
                  <a:pt x="6280" y="15613"/>
                </a:moveTo>
                <a:lnTo>
                  <a:pt x="6280" y="15613"/>
                </a:lnTo>
                <a:cubicBezTo>
                  <a:pt x="6601" y="15698"/>
                  <a:pt x="6923" y="15827"/>
                  <a:pt x="7244" y="15955"/>
                </a:cubicBezTo>
                <a:lnTo>
                  <a:pt x="7201" y="15955"/>
                </a:lnTo>
                <a:cubicBezTo>
                  <a:pt x="5165" y="17306"/>
                  <a:pt x="3601" y="19170"/>
                  <a:pt x="1779" y="20777"/>
                </a:cubicBezTo>
                <a:cubicBezTo>
                  <a:pt x="2465" y="20156"/>
                  <a:pt x="3408" y="18999"/>
                  <a:pt x="4201" y="18206"/>
                </a:cubicBezTo>
                <a:lnTo>
                  <a:pt x="4201" y="18227"/>
                </a:lnTo>
                <a:cubicBezTo>
                  <a:pt x="4994" y="17477"/>
                  <a:pt x="5701" y="16620"/>
                  <a:pt x="6280" y="15698"/>
                </a:cubicBezTo>
                <a:cubicBezTo>
                  <a:pt x="6301" y="15677"/>
                  <a:pt x="6301" y="15634"/>
                  <a:pt x="6280" y="15613"/>
                </a:cubicBezTo>
                <a:close/>
                <a:moveTo>
                  <a:pt x="7330" y="15955"/>
                </a:moveTo>
                <a:lnTo>
                  <a:pt x="7330" y="15955"/>
                </a:lnTo>
                <a:cubicBezTo>
                  <a:pt x="7694" y="16106"/>
                  <a:pt x="8080" y="16234"/>
                  <a:pt x="8487" y="16320"/>
                </a:cubicBezTo>
                <a:cubicBezTo>
                  <a:pt x="8551" y="16320"/>
                  <a:pt x="8594" y="16320"/>
                  <a:pt x="8658" y="16341"/>
                </a:cubicBezTo>
                <a:cubicBezTo>
                  <a:pt x="6687" y="17756"/>
                  <a:pt x="5058" y="19577"/>
                  <a:pt x="3022" y="20949"/>
                </a:cubicBezTo>
                <a:cubicBezTo>
                  <a:pt x="2808" y="21099"/>
                  <a:pt x="2572" y="21249"/>
                  <a:pt x="2336" y="21377"/>
                </a:cubicBezTo>
                <a:cubicBezTo>
                  <a:pt x="2594" y="21163"/>
                  <a:pt x="2829" y="20949"/>
                  <a:pt x="3044" y="20692"/>
                </a:cubicBezTo>
                <a:cubicBezTo>
                  <a:pt x="3494" y="20306"/>
                  <a:pt x="3987" y="19963"/>
                  <a:pt x="4437" y="19556"/>
                </a:cubicBezTo>
                <a:cubicBezTo>
                  <a:pt x="5530" y="18527"/>
                  <a:pt x="6451" y="17263"/>
                  <a:pt x="7351" y="16063"/>
                </a:cubicBezTo>
                <a:cubicBezTo>
                  <a:pt x="7373" y="16041"/>
                  <a:pt x="7351" y="15977"/>
                  <a:pt x="7330" y="15955"/>
                </a:cubicBezTo>
                <a:close/>
                <a:moveTo>
                  <a:pt x="6826" y="16341"/>
                </a:moveTo>
                <a:cubicBezTo>
                  <a:pt x="6879" y="16341"/>
                  <a:pt x="6764" y="16533"/>
                  <a:pt x="6344" y="17070"/>
                </a:cubicBezTo>
                <a:cubicBezTo>
                  <a:pt x="5658" y="17991"/>
                  <a:pt x="4887" y="18870"/>
                  <a:pt x="4051" y="19663"/>
                </a:cubicBezTo>
                <a:cubicBezTo>
                  <a:pt x="3365" y="20285"/>
                  <a:pt x="2615" y="20735"/>
                  <a:pt x="2058" y="21463"/>
                </a:cubicBezTo>
                <a:cubicBezTo>
                  <a:pt x="1975" y="21297"/>
                  <a:pt x="1912" y="21151"/>
                  <a:pt x="1830" y="20985"/>
                </a:cubicBezTo>
                <a:lnTo>
                  <a:pt x="1830" y="20985"/>
                </a:lnTo>
                <a:cubicBezTo>
                  <a:pt x="2684" y="20280"/>
                  <a:pt x="3453" y="19489"/>
                  <a:pt x="4244" y="18720"/>
                </a:cubicBezTo>
                <a:cubicBezTo>
                  <a:pt x="4672" y="18291"/>
                  <a:pt x="5101" y="17884"/>
                  <a:pt x="5551" y="17477"/>
                </a:cubicBezTo>
                <a:cubicBezTo>
                  <a:pt x="5857" y="17201"/>
                  <a:pt x="6715" y="16341"/>
                  <a:pt x="6826" y="16341"/>
                </a:cubicBezTo>
                <a:close/>
                <a:moveTo>
                  <a:pt x="9280" y="16320"/>
                </a:moveTo>
                <a:cubicBezTo>
                  <a:pt x="9259" y="16341"/>
                  <a:pt x="9259" y="16363"/>
                  <a:pt x="9237" y="16363"/>
                </a:cubicBezTo>
                <a:cubicBezTo>
                  <a:pt x="7308" y="18677"/>
                  <a:pt x="4329" y="19920"/>
                  <a:pt x="2786" y="22556"/>
                </a:cubicBezTo>
                <a:lnTo>
                  <a:pt x="2765" y="22599"/>
                </a:lnTo>
                <a:cubicBezTo>
                  <a:pt x="2551" y="22320"/>
                  <a:pt x="2358" y="22020"/>
                  <a:pt x="2186" y="21720"/>
                </a:cubicBezTo>
                <a:cubicBezTo>
                  <a:pt x="3472" y="20970"/>
                  <a:pt x="4672" y="20070"/>
                  <a:pt x="5744" y="19042"/>
                </a:cubicBezTo>
                <a:cubicBezTo>
                  <a:pt x="6365" y="18484"/>
                  <a:pt x="6987" y="17906"/>
                  <a:pt x="7630" y="17370"/>
                </a:cubicBezTo>
                <a:cubicBezTo>
                  <a:pt x="8037" y="17006"/>
                  <a:pt x="8487" y="16684"/>
                  <a:pt x="8937" y="16363"/>
                </a:cubicBezTo>
                <a:lnTo>
                  <a:pt x="8959" y="16341"/>
                </a:lnTo>
                <a:cubicBezTo>
                  <a:pt x="9066" y="16341"/>
                  <a:pt x="9173" y="16341"/>
                  <a:pt x="9280" y="16320"/>
                </a:cubicBezTo>
                <a:close/>
                <a:moveTo>
                  <a:pt x="13956" y="15354"/>
                </a:moveTo>
                <a:cubicBezTo>
                  <a:pt x="14012" y="15354"/>
                  <a:pt x="14067" y="15354"/>
                  <a:pt x="14123" y="15355"/>
                </a:cubicBezTo>
                <a:cubicBezTo>
                  <a:pt x="10737" y="17499"/>
                  <a:pt x="7823" y="20199"/>
                  <a:pt x="4822" y="22813"/>
                </a:cubicBezTo>
                <a:cubicBezTo>
                  <a:pt x="4785" y="22842"/>
                  <a:pt x="4735" y="22890"/>
                  <a:pt x="4678" y="22951"/>
                </a:cubicBezTo>
                <a:lnTo>
                  <a:pt x="4678" y="22951"/>
                </a:lnTo>
                <a:cubicBezTo>
                  <a:pt x="4825" y="22784"/>
                  <a:pt x="4969" y="22616"/>
                  <a:pt x="5122" y="22449"/>
                </a:cubicBezTo>
                <a:cubicBezTo>
                  <a:pt x="5851" y="21656"/>
                  <a:pt x="6644" y="20842"/>
                  <a:pt x="7437" y="20092"/>
                </a:cubicBezTo>
                <a:cubicBezTo>
                  <a:pt x="9044" y="18570"/>
                  <a:pt x="10737" y="17156"/>
                  <a:pt x="12430" y="15720"/>
                </a:cubicBezTo>
                <a:cubicBezTo>
                  <a:pt x="12486" y="15664"/>
                  <a:pt x="12446" y="15561"/>
                  <a:pt x="12379" y="15561"/>
                </a:cubicBezTo>
                <a:cubicBezTo>
                  <a:pt x="12368" y="15561"/>
                  <a:pt x="12356" y="15564"/>
                  <a:pt x="12345" y="15570"/>
                </a:cubicBezTo>
                <a:cubicBezTo>
                  <a:pt x="8787" y="16791"/>
                  <a:pt x="6537" y="19984"/>
                  <a:pt x="3622" y="22170"/>
                </a:cubicBezTo>
                <a:cubicBezTo>
                  <a:pt x="3387" y="22299"/>
                  <a:pt x="3172" y="22449"/>
                  <a:pt x="2979" y="22620"/>
                </a:cubicBezTo>
                <a:cubicBezTo>
                  <a:pt x="3258" y="22106"/>
                  <a:pt x="3622" y="21635"/>
                  <a:pt x="4029" y="21206"/>
                </a:cubicBezTo>
                <a:lnTo>
                  <a:pt x="4029" y="21227"/>
                </a:lnTo>
                <a:cubicBezTo>
                  <a:pt x="4737" y="20499"/>
                  <a:pt x="5487" y="19834"/>
                  <a:pt x="6301" y="19234"/>
                </a:cubicBezTo>
                <a:cubicBezTo>
                  <a:pt x="7458" y="18334"/>
                  <a:pt x="8616" y="17456"/>
                  <a:pt x="9559" y="16320"/>
                </a:cubicBezTo>
                <a:cubicBezTo>
                  <a:pt x="10009" y="16234"/>
                  <a:pt x="10459" y="16084"/>
                  <a:pt x="10909" y="15913"/>
                </a:cubicBezTo>
                <a:cubicBezTo>
                  <a:pt x="11865" y="15546"/>
                  <a:pt x="12900" y="15354"/>
                  <a:pt x="13956" y="15354"/>
                </a:cubicBezTo>
                <a:close/>
                <a:moveTo>
                  <a:pt x="17788" y="16856"/>
                </a:moveTo>
                <a:cubicBezTo>
                  <a:pt x="17931" y="16896"/>
                  <a:pt x="18093" y="16898"/>
                  <a:pt x="18256" y="16917"/>
                </a:cubicBezTo>
                <a:lnTo>
                  <a:pt x="18256" y="16917"/>
                </a:lnTo>
                <a:cubicBezTo>
                  <a:pt x="17131" y="17771"/>
                  <a:pt x="16173" y="18855"/>
                  <a:pt x="15109" y="19706"/>
                </a:cubicBezTo>
                <a:cubicBezTo>
                  <a:pt x="13545" y="20927"/>
                  <a:pt x="12087" y="22256"/>
                  <a:pt x="10544" y="23499"/>
                </a:cubicBezTo>
                <a:cubicBezTo>
                  <a:pt x="11402" y="22599"/>
                  <a:pt x="12280" y="21763"/>
                  <a:pt x="13223" y="20970"/>
                </a:cubicBezTo>
                <a:cubicBezTo>
                  <a:pt x="14831" y="19684"/>
                  <a:pt x="16524" y="18484"/>
                  <a:pt x="17788" y="16856"/>
                </a:cubicBezTo>
                <a:close/>
                <a:moveTo>
                  <a:pt x="11979" y="15794"/>
                </a:moveTo>
                <a:cubicBezTo>
                  <a:pt x="11997" y="15794"/>
                  <a:pt x="11981" y="15816"/>
                  <a:pt x="11916" y="15870"/>
                </a:cubicBezTo>
                <a:cubicBezTo>
                  <a:pt x="11552" y="16170"/>
                  <a:pt x="11166" y="16470"/>
                  <a:pt x="10802" y="16791"/>
                </a:cubicBezTo>
                <a:cubicBezTo>
                  <a:pt x="9966" y="17499"/>
                  <a:pt x="9130" y="18227"/>
                  <a:pt x="8316" y="18956"/>
                </a:cubicBezTo>
                <a:cubicBezTo>
                  <a:pt x="6687" y="20413"/>
                  <a:pt x="5187" y="21978"/>
                  <a:pt x="3794" y="23649"/>
                </a:cubicBezTo>
                <a:lnTo>
                  <a:pt x="3708" y="23585"/>
                </a:lnTo>
                <a:cubicBezTo>
                  <a:pt x="3451" y="23349"/>
                  <a:pt x="3194" y="23092"/>
                  <a:pt x="2958" y="22813"/>
                </a:cubicBezTo>
                <a:cubicBezTo>
                  <a:pt x="5872" y="20949"/>
                  <a:pt x="7973" y="18013"/>
                  <a:pt x="10994" y="16320"/>
                </a:cubicBezTo>
                <a:cubicBezTo>
                  <a:pt x="11083" y="16267"/>
                  <a:pt x="11895" y="15794"/>
                  <a:pt x="11979" y="15794"/>
                </a:cubicBezTo>
                <a:close/>
                <a:moveTo>
                  <a:pt x="15259" y="15527"/>
                </a:moveTo>
                <a:cubicBezTo>
                  <a:pt x="16009" y="15784"/>
                  <a:pt x="16652" y="16341"/>
                  <a:pt x="17359" y="16706"/>
                </a:cubicBezTo>
                <a:cubicBezTo>
                  <a:pt x="15731" y="17799"/>
                  <a:pt x="14295" y="19149"/>
                  <a:pt x="12666" y="20263"/>
                </a:cubicBezTo>
                <a:cubicBezTo>
                  <a:pt x="11444" y="21099"/>
                  <a:pt x="10244" y="21935"/>
                  <a:pt x="9066" y="22792"/>
                </a:cubicBezTo>
                <a:lnTo>
                  <a:pt x="10673" y="21185"/>
                </a:lnTo>
                <a:cubicBezTo>
                  <a:pt x="12430" y="19449"/>
                  <a:pt x="14552" y="17970"/>
                  <a:pt x="16438" y="16363"/>
                </a:cubicBezTo>
                <a:cubicBezTo>
                  <a:pt x="16528" y="16290"/>
                  <a:pt x="16451" y="16203"/>
                  <a:pt x="16360" y="16203"/>
                </a:cubicBezTo>
                <a:cubicBezTo>
                  <a:pt x="16343" y="16203"/>
                  <a:pt x="16326" y="16206"/>
                  <a:pt x="16309" y="16213"/>
                </a:cubicBezTo>
                <a:cubicBezTo>
                  <a:pt x="14659" y="16984"/>
                  <a:pt x="13202" y="18356"/>
                  <a:pt x="11766" y="19449"/>
                </a:cubicBezTo>
                <a:cubicBezTo>
                  <a:pt x="9859" y="20927"/>
                  <a:pt x="7973" y="22449"/>
                  <a:pt x="6001" y="23821"/>
                </a:cubicBezTo>
                <a:cubicBezTo>
                  <a:pt x="5726" y="24014"/>
                  <a:pt x="5608" y="24086"/>
                  <a:pt x="5582" y="24086"/>
                </a:cubicBezTo>
                <a:cubicBezTo>
                  <a:pt x="5519" y="24086"/>
                  <a:pt x="6002" y="23663"/>
                  <a:pt x="6108" y="23542"/>
                </a:cubicBezTo>
                <a:cubicBezTo>
                  <a:pt x="6515" y="23113"/>
                  <a:pt x="6923" y="22728"/>
                  <a:pt x="7373" y="22363"/>
                </a:cubicBezTo>
                <a:cubicBezTo>
                  <a:pt x="8166" y="21678"/>
                  <a:pt x="8980" y="21056"/>
                  <a:pt x="9751" y="20370"/>
                </a:cubicBezTo>
                <a:cubicBezTo>
                  <a:pt x="11573" y="18763"/>
                  <a:pt x="13438" y="17198"/>
                  <a:pt x="15238" y="15548"/>
                </a:cubicBezTo>
                <a:cubicBezTo>
                  <a:pt x="15238" y="15548"/>
                  <a:pt x="15259" y="15527"/>
                  <a:pt x="15259" y="15527"/>
                </a:cubicBezTo>
                <a:close/>
                <a:moveTo>
                  <a:pt x="20574" y="21013"/>
                </a:moveTo>
                <a:lnTo>
                  <a:pt x="20574" y="21013"/>
                </a:lnTo>
                <a:cubicBezTo>
                  <a:pt x="19836" y="22257"/>
                  <a:pt x="18809" y="23334"/>
                  <a:pt x="17593" y="24103"/>
                </a:cubicBezTo>
                <a:lnTo>
                  <a:pt x="17593" y="24103"/>
                </a:lnTo>
                <a:cubicBezTo>
                  <a:pt x="18232" y="23477"/>
                  <a:pt x="18814" y="22792"/>
                  <a:pt x="19395" y="22128"/>
                </a:cubicBezTo>
                <a:cubicBezTo>
                  <a:pt x="19760" y="21720"/>
                  <a:pt x="20145" y="21356"/>
                  <a:pt x="20574" y="21013"/>
                </a:cubicBezTo>
                <a:close/>
                <a:moveTo>
                  <a:pt x="13894" y="15682"/>
                </a:moveTo>
                <a:cubicBezTo>
                  <a:pt x="13928" y="15682"/>
                  <a:pt x="13200" y="16218"/>
                  <a:pt x="13030" y="16341"/>
                </a:cubicBezTo>
                <a:cubicBezTo>
                  <a:pt x="11573" y="17434"/>
                  <a:pt x="10180" y="18613"/>
                  <a:pt x="8873" y="19899"/>
                </a:cubicBezTo>
                <a:cubicBezTo>
                  <a:pt x="7394" y="21335"/>
                  <a:pt x="5744" y="22492"/>
                  <a:pt x="4480" y="24142"/>
                </a:cubicBezTo>
                <a:lnTo>
                  <a:pt x="4480" y="24163"/>
                </a:lnTo>
                <a:cubicBezTo>
                  <a:pt x="4308" y="24056"/>
                  <a:pt x="4137" y="23906"/>
                  <a:pt x="3944" y="23778"/>
                </a:cubicBezTo>
                <a:cubicBezTo>
                  <a:pt x="5615" y="22363"/>
                  <a:pt x="7244" y="20885"/>
                  <a:pt x="8916" y="19449"/>
                </a:cubicBezTo>
                <a:cubicBezTo>
                  <a:pt x="9880" y="18634"/>
                  <a:pt x="10866" y="17841"/>
                  <a:pt x="11873" y="17091"/>
                </a:cubicBezTo>
                <a:cubicBezTo>
                  <a:pt x="12387" y="16706"/>
                  <a:pt x="12902" y="16341"/>
                  <a:pt x="13438" y="15977"/>
                </a:cubicBezTo>
                <a:cubicBezTo>
                  <a:pt x="13754" y="15762"/>
                  <a:pt x="13881" y="15682"/>
                  <a:pt x="13894" y="15682"/>
                </a:cubicBezTo>
                <a:close/>
                <a:moveTo>
                  <a:pt x="14684" y="15779"/>
                </a:moveTo>
                <a:cubicBezTo>
                  <a:pt x="12953" y="17402"/>
                  <a:pt x="11074" y="18940"/>
                  <a:pt x="9280" y="20520"/>
                </a:cubicBezTo>
                <a:cubicBezTo>
                  <a:pt x="7866" y="21785"/>
                  <a:pt x="6280" y="22856"/>
                  <a:pt x="5165" y="24421"/>
                </a:cubicBezTo>
                <a:cubicBezTo>
                  <a:pt x="5115" y="24488"/>
                  <a:pt x="5184" y="24569"/>
                  <a:pt x="5257" y="24569"/>
                </a:cubicBezTo>
                <a:cubicBezTo>
                  <a:pt x="5277" y="24569"/>
                  <a:pt x="5297" y="24563"/>
                  <a:pt x="5315" y="24549"/>
                </a:cubicBezTo>
                <a:cubicBezTo>
                  <a:pt x="7051" y="23371"/>
                  <a:pt x="8723" y="22085"/>
                  <a:pt x="10394" y="20777"/>
                </a:cubicBezTo>
                <a:cubicBezTo>
                  <a:pt x="12195" y="19384"/>
                  <a:pt x="14038" y="17670"/>
                  <a:pt x="16031" y="16556"/>
                </a:cubicBezTo>
                <a:lnTo>
                  <a:pt x="16031" y="16556"/>
                </a:lnTo>
                <a:cubicBezTo>
                  <a:pt x="15195" y="17027"/>
                  <a:pt x="14380" y="17841"/>
                  <a:pt x="13630" y="18484"/>
                </a:cubicBezTo>
                <a:cubicBezTo>
                  <a:pt x="12602" y="19320"/>
                  <a:pt x="11573" y="20177"/>
                  <a:pt x="10544" y="21056"/>
                </a:cubicBezTo>
                <a:cubicBezTo>
                  <a:pt x="9601" y="21849"/>
                  <a:pt x="8873" y="22920"/>
                  <a:pt x="7866" y="23671"/>
                </a:cubicBezTo>
                <a:cubicBezTo>
                  <a:pt x="7244" y="24121"/>
                  <a:pt x="6623" y="24421"/>
                  <a:pt x="6151" y="25021"/>
                </a:cubicBezTo>
                <a:cubicBezTo>
                  <a:pt x="5637" y="24828"/>
                  <a:pt x="5122" y="24571"/>
                  <a:pt x="4651" y="24271"/>
                </a:cubicBezTo>
                <a:cubicBezTo>
                  <a:pt x="6237" y="22706"/>
                  <a:pt x="7823" y="21142"/>
                  <a:pt x="9516" y="19684"/>
                </a:cubicBezTo>
                <a:cubicBezTo>
                  <a:pt x="10459" y="18849"/>
                  <a:pt x="11444" y="18077"/>
                  <a:pt x="12452" y="17327"/>
                </a:cubicBezTo>
                <a:cubicBezTo>
                  <a:pt x="13149" y="16841"/>
                  <a:pt x="14243" y="16188"/>
                  <a:pt x="14684" y="15779"/>
                </a:cubicBezTo>
                <a:close/>
                <a:moveTo>
                  <a:pt x="21255" y="16097"/>
                </a:moveTo>
                <a:cubicBezTo>
                  <a:pt x="21419" y="16097"/>
                  <a:pt x="21584" y="16119"/>
                  <a:pt x="21753" y="16170"/>
                </a:cubicBezTo>
                <a:lnTo>
                  <a:pt x="21796" y="16170"/>
                </a:lnTo>
                <a:cubicBezTo>
                  <a:pt x="21796" y="16470"/>
                  <a:pt x="21796" y="16748"/>
                  <a:pt x="21774" y="17048"/>
                </a:cubicBezTo>
                <a:cubicBezTo>
                  <a:pt x="21688" y="18077"/>
                  <a:pt x="21453" y="19084"/>
                  <a:pt x="21067" y="20049"/>
                </a:cubicBezTo>
                <a:cubicBezTo>
                  <a:pt x="20167" y="20735"/>
                  <a:pt x="19310" y="21485"/>
                  <a:pt x="18495" y="22278"/>
                </a:cubicBezTo>
                <a:cubicBezTo>
                  <a:pt x="17917" y="22813"/>
                  <a:pt x="17316" y="23328"/>
                  <a:pt x="16674" y="23799"/>
                </a:cubicBezTo>
                <a:cubicBezTo>
                  <a:pt x="16474" y="23968"/>
                  <a:pt x="15603" y="24632"/>
                  <a:pt x="15472" y="24632"/>
                </a:cubicBezTo>
                <a:cubicBezTo>
                  <a:pt x="15421" y="24632"/>
                  <a:pt x="15485" y="24529"/>
                  <a:pt x="15752" y="24249"/>
                </a:cubicBezTo>
                <a:cubicBezTo>
                  <a:pt x="16845" y="23071"/>
                  <a:pt x="18002" y="21978"/>
                  <a:pt x="19202" y="20949"/>
                </a:cubicBezTo>
                <a:cubicBezTo>
                  <a:pt x="20124" y="20177"/>
                  <a:pt x="21110" y="19492"/>
                  <a:pt x="21560" y="18334"/>
                </a:cubicBezTo>
                <a:cubicBezTo>
                  <a:pt x="21589" y="18261"/>
                  <a:pt x="21529" y="18218"/>
                  <a:pt x="21467" y="18218"/>
                </a:cubicBezTo>
                <a:cubicBezTo>
                  <a:pt x="21438" y="18218"/>
                  <a:pt x="21409" y="18228"/>
                  <a:pt x="21388" y="18249"/>
                </a:cubicBezTo>
                <a:cubicBezTo>
                  <a:pt x="20188" y="19384"/>
                  <a:pt x="18795" y="20370"/>
                  <a:pt x="17574" y="21506"/>
                </a:cubicBezTo>
                <a:cubicBezTo>
                  <a:pt x="16866" y="22149"/>
                  <a:pt x="16181" y="22813"/>
                  <a:pt x="15473" y="23478"/>
                </a:cubicBezTo>
                <a:cubicBezTo>
                  <a:pt x="14895" y="24013"/>
                  <a:pt x="13802" y="24935"/>
                  <a:pt x="13459" y="25256"/>
                </a:cubicBezTo>
                <a:cubicBezTo>
                  <a:pt x="16052" y="22770"/>
                  <a:pt x="18645" y="20285"/>
                  <a:pt x="21153" y="17713"/>
                </a:cubicBezTo>
                <a:cubicBezTo>
                  <a:pt x="21238" y="17649"/>
                  <a:pt x="21303" y="17606"/>
                  <a:pt x="21303" y="17541"/>
                </a:cubicBezTo>
                <a:lnTo>
                  <a:pt x="21667" y="17177"/>
                </a:lnTo>
                <a:cubicBezTo>
                  <a:pt x="21733" y="17094"/>
                  <a:pt x="21672" y="16999"/>
                  <a:pt x="21591" y="16999"/>
                </a:cubicBezTo>
                <a:cubicBezTo>
                  <a:pt x="21567" y="16999"/>
                  <a:pt x="21541" y="17007"/>
                  <a:pt x="21517" y="17027"/>
                </a:cubicBezTo>
                <a:cubicBezTo>
                  <a:pt x="19738" y="18506"/>
                  <a:pt x="18024" y="20027"/>
                  <a:pt x="16288" y="21527"/>
                </a:cubicBezTo>
                <a:cubicBezTo>
                  <a:pt x="15431" y="22278"/>
                  <a:pt x="14552" y="23006"/>
                  <a:pt x="13673" y="23713"/>
                </a:cubicBezTo>
                <a:cubicBezTo>
                  <a:pt x="13202" y="24099"/>
                  <a:pt x="12709" y="24464"/>
                  <a:pt x="12216" y="24828"/>
                </a:cubicBezTo>
                <a:cubicBezTo>
                  <a:pt x="13609" y="23563"/>
                  <a:pt x="15023" y="22278"/>
                  <a:pt x="16395" y="20970"/>
                </a:cubicBezTo>
                <a:cubicBezTo>
                  <a:pt x="17959" y="19492"/>
                  <a:pt x="19610" y="18141"/>
                  <a:pt x="21003" y="16491"/>
                </a:cubicBezTo>
                <a:cubicBezTo>
                  <a:pt x="21067" y="16427"/>
                  <a:pt x="20998" y="16325"/>
                  <a:pt x="20923" y="16325"/>
                </a:cubicBezTo>
                <a:cubicBezTo>
                  <a:pt x="20899" y="16325"/>
                  <a:pt x="20874" y="16336"/>
                  <a:pt x="20853" y="16363"/>
                </a:cubicBezTo>
                <a:cubicBezTo>
                  <a:pt x="19117" y="17949"/>
                  <a:pt x="17338" y="19492"/>
                  <a:pt x="15516" y="20970"/>
                </a:cubicBezTo>
                <a:cubicBezTo>
                  <a:pt x="14466" y="21828"/>
                  <a:pt x="13395" y="22663"/>
                  <a:pt x="12323" y="23478"/>
                </a:cubicBezTo>
                <a:cubicBezTo>
                  <a:pt x="11787" y="23885"/>
                  <a:pt x="11252" y="24292"/>
                  <a:pt x="10716" y="24699"/>
                </a:cubicBezTo>
                <a:cubicBezTo>
                  <a:pt x="10566" y="24806"/>
                  <a:pt x="10202" y="25149"/>
                  <a:pt x="10030" y="25321"/>
                </a:cubicBezTo>
                <a:lnTo>
                  <a:pt x="10266" y="25085"/>
                </a:lnTo>
                <a:cubicBezTo>
                  <a:pt x="11895" y="23499"/>
                  <a:pt x="13759" y="22192"/>
                  <a:pt x="15409" y="20649"/>
                </a:cubicBezTo>
                <a:cubicBezTo>
                  <a:pt x="16866" y="19277"/>
                  <a:pt x="18431" y="18056"/>
                  <a:pt x="19717" y="16534"/>
                </a:cubicBezTo>
                <a:cubicBezTo>
                  <a:pt x="20223" y="16322"/>
                  <a:pt x="20730" y="16097"/>
                  <a:pt x="21255" y="16097"/>
                </a:cubicBezTo>
                <a:close/>
                <a:moveTo>
                  <a:pt x="17510" y="16823"/>
                </a:moveTo>
                <a:cubicBezTo>
                  <a:pt x="17551" y="16823"/>
                  <a:pt x="17470" y="16947"/>
                  <a:pt x="17188" y="17284"/>
                </a:cubicBezTo>
                <a:cubicBezTo>
                  <a:pt x="15859" y="18870"/>
                  <a:pt x="14038" y="20027"/>
                  <a:pt x="12452" y="21335"/>
                </a:cubicBezTo>
                <a:cubicBezTo>
                  <a:pt x="11530" y="22085"/>
                  <a:pt x="10737" y="22985"/>
                  <a:pt x="9901" y="23842"/>
                </a:cubicBezTo>
                <a:cubicBezTo>
                  <a:pt x="9494" y="24249"/>
                  <a:pt x="9044" y="24614"/>
                  <a:pt x="8594" y="24978"/>
                </a:cubicBezTo>
                <a:cubicBezTo>
                  <a:pt x="8358" y="25128"/>
                  <a:pt x="8123" y="25299"/>
                  <a:pt x="7887" y="25449"/>
                </a:cubicBezTo>
                <a:cubicBezTo>
                  <a:pt x="7844" y="25471"/>
                  <a:pt x="7823" y="25514"/>
                  <a:pt x="7844" y="25556"/>
                </a:cubicBezTo>
                <a:cubicBezTo>
                  <a:pt x="7351" y="25428"/>
                  <a:pt x="6858" y="25299"/>
                  <a:pt x="6387" y="25128"/>
                </a:cubicBezTo>
                <a:cubicBezTo>
                  <a:pt x="8423" y="23456"/>
                  <a:pt x="10587" y="21935"/>
                  <a:pt x="12752" y="20456"/>
                </a:cubicBezTo>
                <a:cubicBezTo>
                  <a:pt x="13566" y="19920"/>
                  <a:pt x="14316" y="19342"/>
                  <a:pt x="15066" y="18720"/>
                </a:cubicBezTo>
                <a:cubicBezTo>
                  <a:pt x="15666" y="18227"/>
                  <a:pt x="16245" y="17756"/>
                  <a:pt x="16866" y="17284"/>
                </a:cubicBezTo>
                <a:cubicBezTo>
                  <a:pt x="17174" y="17050"/>
                  <a:pt x="17454" y="16823"/>
                  <a:pt x="17510" y="16823"/>
                </a:cubicBezTo>
                <a:close/>
                <a:moveTo>
                  <a:pt x="19352" y="16684"/>
                </a:moveTo>
                <a:lnTo>
                  <a:pt x="19352" y="16684"/>
                </a:lnTo>
                <a:cubicBezTo>
                  <a:pt x="16524" y="20113"/>
                  <a:pt x="12495" y="22406"/>
                  <a:pt x="9473" y="25599"/>
                </a:cubicBezTo>
                <a:cubicBezTo>
                  <a:pt x="9422" y="25667"/>
                  <a:pt x="9465" y="25775"/>
                  <a:pt x="9538" y="25775"/>
                </a:cubicBezTo>
                <a:cubicBezTo>
                  <a:pt x="9557" y="25775"/>
                  <a:pt x="9579" y="25767"/>
                  <a:pt x="9601" y="25749"/>
                </a:cubicBezTo>
                <a:cubicBezTo>
                  <a:pt x="12987" y="23285"/>
                  <a:pt x="16288" y="20692"/>
                  <a:pt x="19438" y="17906"/>
                </a:cubicBezTo>
                <a:lnTo>
                  <a:pt x="19438" y="17906"/>
                </a:lnTo>
                <a:cubicBezTo>
                  <a:pt x="19160" y="18184"/>
                  <a:pt x="18902" y="18420"/>
                  <a:pt x="18624" y="18677"/>
                </a:cubicBezTo>
                <a:cubicBezTo>
                  <a:pt x="17745" y="19513"/>
                  <a:pt x="16824" y="20306"/>
                  <a:pt x="15924" y="21142"/>
                </a:cubicBezTo>
                <a:cubicBezTo>
                  <a:pt x="14295" y="22685"/>
                  <a:pt x="12559" y="24163"/>
                  <a:pt x="10952" y="25728"/>
                </a:cubicBezTo>
                <a:cubicBezTo>
                  <a:pt x="10882" y="25797"/>
                  <a:pt x="10939" y="25895"/>
                  <a:pt x="11009" y="25895"/>
                </a:cubicBezTo>
                <a:cubicBezTo>
                  <a:pt x="11026" y="25895"/>
                  <a:pt x="11043" y="25890"/>
                  <a:pt x="11059" y="25878"/>
                </a:cubicBezTo>
                <a:cubicBezTo>
                  <a:pt x="14316" y="23649"/>
                  <a:pt x="17209" y="20949"/>
                  <a:pt x="20188" y="18399"/>
                </a:cubicBezTo>
                <a:lnTo>
                  <a:pt x="20188" y="18399"/>
                </a:lnTo>
                <a:lnTo>
                  <a:pt x="20124" y="18484"/>
                </a:lnTo>
                <a:cubicBezTo>
                  <a:pt x="19310" y="19299"/>
                  <a:pt x="18474" y="20134"/>
                  <a:pt x="17638" y="20949"/>
                </a:cubicBezTo>
                <a:cubicBezTo>
                  <a:pt x="16095" y="22470"/>
                  <a:pt x="14531" y="23971"/>
                  <a:pt x="12966" y="25471"/>
                </a:cubicBezTo>
                <a:cubicBezTo>
                  <a:pt x="12892" y="25526"/>
                  <a:pt x="12962" y="25629"/>
                  <a:pt x="13037" y="25629"/>
                </a:cubicBezTo>
                <a:cubicBezTo>
                  <a:pt x="13049" y="25629"/>
                  <a:pt x="13061" y="25627"/>
                  <a:pt x="13073" y="25621"/>
                </a:cubicBezTo>
                <a:cubicBezTo>
                  <a:pt x="15795" y="23863"/>
                  <a:pt x="17981" y="21313"/>
                  <a:pt x="20510" y="19277"/>
                </a:cubicBezTo>
                <a:cubicBezTo>
                  <a:pt x="20729" y="19098"/>
                  <a:pt x="20948" y="18919"/>
                  <a:pt x="21150" y="18739"/>
                </a:cubicBezTo>
                <a:lnTo>
                  <a:pt x="21150" y="18739"/>
                </a:lnTo>
                <a:cubicBezTo>
                  <a:pt x="20895" y="18979"/>
                  <a:pt x="20709" y="19357"/>
                  <a:pt x="20445" y="19620"/>
                </a:cubicBezTo>
                <a:cubicBezTo>
                  <a:pt x="19931" y="20113"/>
                  <a:pt x="19374" y="20585"/>
                  <a:pt x="18795" y="21013"/>
                </a:cubicBezTo>
                <a:cubicBezTo>
                  <a:pt x="17424" y="22192"/>
                  <a:pt x="16138" y="23456"/>
                  <a:pt x="14959" y="24806"/>
                </a:cubicBezTo>
                <a:cubicBezTo>
                  <a:pt x="14885" y="24862"/>
                  <a:pt x="14955" y="24965"/>
                  <a:pt x="15044" y="24965"/>
                </a:cubicBezTo>
                <a:cubicBezTo>
                  <a:pt x="15058" y="24965"/>
                  <a:pt x="15073" y="24962"/>
                  <a:pt x="15088" y="24956"/>
                </a:cubicBezTo>
                <a:cubicBezTo>
                  <a:pt x="17059" y="24056"/>
                  <a:pt x="18517" y="22470"/>
                  <a:pt x="20124" y="21056"/>
                </a:cubicBezTo>
                <a:cubicBezTo>
                  <a:pt x="20210" y="20970"/>
                  <a:pt x="20660" y="20563"/>
                  <a:pt x="20960" y="20285"/>
                </a:cubicBezTo>
                <a:lnTo>
                  <a:pt x="20960" y="20285"/>
                </a:lnTo>
                <a:cubicBezTo>
                  <a:pt x="20895" y="20392"/>
                  <a:pt x="20853" y="20477"/>
                  <a:pt x="20810" y="20585"/>
                </a:cubicBezTo>
                <a:cubicBezTo>
                  <a:pt x="20403" y="20970"/>
                  <a:pt x="19931" y="21313"/>
                  <a:pt x="19524" y="21699"/>
                </a:cubicBezTo>
                <a:cubicBezTo>
                  <a:pt x="18559" y="22578"/>
                  <a:pt x="17809" y="23671"/>
                  <a:pt x="16845" y="24528"/>
                </a:cubicBezTo>
                <a:cubicBezTo>
                  <a:pt x="16824" y="24549"/>
                  <a:pt x="16824" y="24549"/>
                  <a:pt x="16802" y="24571"/>
                </a:cubicBezTo>
                <a:cubicBezTo>
                  <a:pt x="15238" y="25406"/>
                  <a:pt x="13480" y="25857"/>
                  <a:pt x="11702" y="25921"/>
                </a:cubicBezTo>
                <a:cubicBezTo>
                  <a:pt x="11527" y="25927"/>
                  <a:pt x="11352" y="25930"/>
                  <a:pt x="11177" y="25930"/>
                </a:cubicBezTo>
                <a:cubicBezTo>
                  <a:pt x="10126" y="25930"/>
                  <a:pt x="9066" y="25820"/>
                  <a:pt x="8037" y="25599"/>
                </a:cubicBezTo>
                <a:cubicBezTo>
                  <a:pt x="8144" y="25535"/>
                  <a:pt x="8251" y="25449"/>
                  <a:pt x="8358" y="25385"/>
                </a:cubicBezTo>
                <a:cubicBezTo>
                  <a:pt x="8381" y="25399"/>
                  <a:pt x="8405" y="25406"/>
                  <a:pt x="8430" y="25406"/>
                </a:cubicBezTo>
                <a:cubicBezTo>
                  <a:pt x="8522" y="25406"/>
                  <a:pt x="8626" y="25313"/>
                  <a:pt x="8744" y="25128"/>
                </a:cubicBezTo>
                <a:cubicBezTo>
                  <a:pt x="9001" y="24956"/>
                  <a:pt x="9237" y="24785"/>
                  <a:pt x="9473" y="24592"/>
                </a:cubicBezTo>
                <a:cubicBezTo>
                  <a:pt x="11230" y="23306"/>
                  <a:pt x="12837" y="21806"/>
                  <a:pt x="14509" y="20435"/>
                </a:cubicBezTo>
                <a:cubicBezTo>
                  <a:pt x="15366" y="19749"/>
                  <a:pt x="16181" y="19084"/>
                  <a:pt x="16995" y="18334"/>
                </a:cubicBezTo>
                <a:cubicBezTo>
                  <a:pt x="17381" y="17970"/>
                  <a:pt x="17788" y="17606"/>
                  <a:pt x="18217" y="17241"/>
                </a:cubicBezTo>
                <a:cubicBezTo>
                  <a:pt x="18431" y="17091"/>
                  <a:pt x="18667" y="16941"/>
                  <a:pt x="18902" y="16813"/>
                </a:cubicBezTo>
                <a:cubicBezTo>
                  <a:pt x="19052" y="16770"/>
                  <a:pt x="19202" y="16727"/>
                  <a:pt x="19352" y="16684"/>
                </a:cubicBezTo>
                <a:close/>
                <a:moveTo>
                  <a:pt x="9719" y="0"/>
                </a:moveTo>
                <a:cubicBezTo>
                  <a:pt x="9561" y="0"/>
                  <a:pt x="9419" y="86"/>
                  <a:pt x="9366" y="247"/>
                </a:cubicBezTo>
                <a:cubicBezTo>
                  <a:pt x="9216" y="311"/>
                  <a:pt x="9130" y="440"/>
                  <a:pt x="9130" y="590"/>
                </a:cubicBezTo>
                <a:cubicBezTo>
                  <a:pt x="9001" y="2604"/>
                  <a:pt x="9537" y="4597"/>
                  <a:pt x="9194" y="6612"/>
                </a:cubicBezTo>
                <a:cubicBezTo>
                  <a:pt x="9053" y="6603"/>
                  <a:pt x="8912" y="6598"/>
                  <a:pt x="8772" y="6598"/>
                </a:cubicBezTo>
                <a:cubicBezTo>
                  <a:pt x="4243" y="6598"/>
                  <a:pt x="481" y="11226"/>
                  <a:pt x="65" y="15591"/>
                </a:cubicBezTo>
                <a:cubicBezTo>
                  <a:pt x="22" y="15677"/>
                  <a:pt x="0" y="15784"/>
                  <a:pt x="43" y="15870"/>
                </a:cubicBezTo>
                <a:cubicBezTo>
                  <a:pt x="43" y="16084"/>
                  <a:pt x="22" y="16298"/>
                  <a:pt x="22" y="16491"/>
                </a:cubicBezTo>
                <a:cubicBezTo>
                  <a:pt x="65" y="19192"/>
                  <a:pt x="1008" y="21913"/>
                  <a:pt x="2872" y="23885"/>
                </a:cubicBezTo>
                <a:cubicBezTo>
                  <a:pt x="4978" y="26117"/>
                  <a:pt x="8593" y="26714"/>
                  <a:pt x="11544" y="26714"/>
                </a:cubicBezTo>
                <a:cubicBezTo>
                  <a:pt x="11597" y="26714"/>
                  <a:pt x="11649" y="26714"/>
                  <a:pt x="11702" y="26714"/>
                </a:cubicBezTo>
                <a:cubicBezTo>
                  <a:pt x="14595" y="26649"/>
                  <a:pt x="17402" y="25556"/>
                  <a:pt x="19610" y="23649"/>
                </a:cubicBezTo>
                <a:cubicBezTo>
                  <a:pt x="21453" y="22063"/>
                  <a:pt x="22246" y="19749"/>
                  <a:pt x="22524" y="17413"/>
                </a:cubicBezTo>
                <a:cubicBezTo>
                  <a:pt x="23167" y="12162"/>
                  <a:pt x="19824" y="6633"/>
                  <a:pt x="14230" y="6612"/>
                </a:cubicBezTo>
                <a:cubicBezTo>
                  <a:pt x="14295" y="4576"/>
                  <a:pt x="14509" y="2497"/>
                  <a:pt x="14038" y="482"/>
                </a:cubicBezTo>
                <a:cubicBezTo>
                  <a:pt x="13995" y="354"/>
                  <a:pt x="13930" y="268"/>
                  <a:pt x="13802" y="225"/>
                </a:cubicBezTo>
                <a:cubicBezTo>
                  <a:pt x="13763" y="91"/>
                  <a:pt x="13638" y="8"/>
                  <a:pt x="13505" y="8"/>
                </a:cubicBezTo>
                <a:cubicBezTo>
                  <a:pt x="13490" y="8"/>
                  <a:pt x="13474" y="9"/>
                  <a:pt x="13459" y="11"/>
                </a:cubicBezTo>
                <a:cubicBezTo>
                  <a:pt x="12659" y="25"/>
                  <a:pt x="11860" y="149"/>
                  <a:pt x="11066" y="149"/>
                </a:cubicBezTo>
                <a:cubicBezTo>
                  <a:pt x="10647" y="149"/>
                  <a:pt x="10230" y="115"/>
                  <a:pt x="9816" y="11"/>
                </a:cubicBezTo>
                <a:cubicBezTo>
                  <a:pt x="9783" y="4"/>
                  <a:pt x="9751" y="0"/>
                  <a:pt x="97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5" name="Google Shape;109;p3"/>
          <p:cNvSpPr/>
          <p:nvPr/>
        </p:nvSpPr>
        <p:spPr>
          <a:xfrm rot="550200">
            <a:off x="550440" y="3609000"/>
            <a:ext cx="1527480" cy="1290960"/>
          </a:xfrm>
          <a:custGeom>
            <a:avLst/>
            <a:gdLst>
              <a:gd name="textAreaLeft" fmla="*/ 0 w 1527480"/>
              <a:gd name="textAreaRight" fmla="*/ 1527840 w 1527480"/>
              <a:gd name="textAreaTop" fmla="*/ 0 h 1290960"/>
              <a:gd name="textAreaBottom" fmla="*/ 1291320 h 1290960"/>
            </a:gdLst>
            <a:ahLst/>
            <a:cxnLst/>
            <a:rect l="textAreaLeft" t="textAreaTop" r="textAreaRight" b="textAreaBottom"/>
            <a:pathLst>
              <a:path w="61122" h="51661">
                <a:moveTo>
                  <a:pt x="31697" y="728"/>
                </a:moveTo>
                <a:cubicBezTo>
                  <a:pt x="32104" y="878"/>
                  <a:pt x="32511" y="1028"/>
                  <a:pt x="32918" y="1157"/>
                </a:cubicBezTo>
                <a:cubicBezTo>
                  <a:pt x="32211" y="1264"/>
                  <a:pt x="31504" y="1393"/>
                  <a:pt x="30797" y="1607"/>
                </a:cubicBezTo>
                <a:cubicBezTo>
                  <a:pt x="31097" y="1307"/>
                  <a:pt x="31397" y="1028"/>
                  <a:pt x="31697" y="728"/>
                </a:cubicBezTo>
                <a:close/>
                <a:moveTo>
                  <a:pt x="33476" y="1371"/>
                </a:moveTo>
                <a:lnTo>
                  <a:pt x="34354" y="1693"/>
                </a:lnTo>
                <a:cubicBezTo>
                  <a:pt x="33476" y="1864"/>
                  <a:pt x="32640" y="2057"/>
                  <a:pt x="31783" y="2293"/>
                </a:cubicBezTo>
                <a:cubicBezTo>
                  <a:pt x="31333" y="2421"/>
                  <a:pt x="30882" y="2571"/>
                  <a:pt x="30411" y="2700"/>
                </a:cubicBezTo>
                <a:lnTo>
                  <a:pt x="30175" y="2786"/>
                </a:lnTo>
                <a:cubicBezTo>
                  <a:pt x="30518" y="2593"/>
                  <a:pt x="30861" y="2443"/>
                  <a:pt x="31225" y="2293"/>
                </a:cubicBezTo>
                <a:cubicBezTo>
                  <a:pt x="31997" y="2036"/>
                  <a:pt x="32747" y="1736"/>
                  <a:pt x="33476" y="1371"/>
                </a:cubicBezTo>
                <a:close/>
                <a:moveTo>
                  <a:pt x="33158" y="1323"/>
                </a:moveTo>
                <a:cubicBezTo>
                  <a:pt x="33430" y="1323"/>
                  <a:pt x="32016" y="1801"/>
                  <a:pt x="31975" y="1821"/>
                </a:cubicBezTo>
                <a:cubicBezTo>
                  <a:pt x="31118" y="2143"/>
                  <a:pt x="30304" y="2550"/>
                  <a:pt x="29468" y="2893"/>
                </a:cubicBezTo>
                <a:cubicBezTo>
                  <a:pt x="29790" y="2571"/>
                  <a:pt x="30132" y="2250"/>
                  <a:pt x="30475" y="1929"/>
                </a:cubicBezTo>
                <a:cubicBezTo>
                  <a:pt x="30882" y="1778"/>
                  <a:pt x="31290" y="1650"/>
                  <a:pt x="31718" y="1564"/>
                </a:cubicBezTo>
                <a:cubicBezTo>
                  <a:pt x="32168" y="1457"/>
                  <a:pt x="32640" y="1393"/>
                  <a:pt x="33090" y="1328"/>
                </a:cubicBezTo>
                <a:cubicBezTo>
                  <a:pt x="33119" y="1325"/>
                  <a:pt x="33141" y="1323"/>
                  <a:pt x="33158" y="1323"/>
                </a:cubicBezTo>
                <a:close/>
                <a:moveTo>
                  <a:pt x="34140" y="1929"/>
                </a:moveTo>
                <a:lnTo>
                  <a:pt x="33947" y="2057"/>
                </a:lnTo>
                <a:cubicBezTo>
                  <a:pt x="33604" y="2229"/>
                  <a:pt x="33261" y="2379"/>
                  <a:pt x="32897" y="2486"/>
                </a:cubicBezTo>
                <a:cubicBezTo>
                  <a:pt x="31547" y="2979"/>
                  <a:pt x="30111" y="3150"/>
                  <a:pt x="28761" y="3600"/>
                </a:cubicBezTo>
                <a:lnTo>
                  <a:pt x="29039" y="3322"/>
                </a:lnTo>
                <a:cubicBezTo>
                  <a:pt x="30111" y="3000"/>
                  <a:pt x="31204" y="2679"/>
                  <a:pt x="32297" y="2357"/>
                </a:cubicBezTo>
                <a:cubicBezTo>
                  <a:pt x="32918" y="2207"/>
                  <a:pt x="33518" y="2057"/>
                  <a:pt x="34140" y="1929"/>
                </a:cubicBezTo>
                <a:close/>
                <a:moveTo>
                  <a:pt x="34697" y="1821"/>
                </a:moveTo>
                <a:lnTo>
                  <a:pt x="35704" y="2207"/>
                </a:lnTo>
                <a:cubicBezTo>
                  <a:pt x="34654" y="2379"/>
                  <a:pt x="33668" y="2786"/>
                  <a:pt x="32661" y="3064"/>
                </a:cubicBezTo>
                <a:cubicBezTo>
                  <a:pt x="31204" y="3450"/>
                  <a:pt x="29704" y="3772"/>
                  <a:pt x="28268" y="4114"/>
                </a:cubicBezTo>
                <a:cubicBezTo>
                  <a:pt x="28332" y="4029"/>
                  <a:pt x="28397" y="3964"/>
                  <a:pt x="28482" y="3879"/>
                </a:cubicBezTo>
                <a:lnTo>
                  <a:pt x="28504" y="3879"/>
                </a:lnTo>
                <a:cubicBezTo>
                  <a:pt x="28825" y="3750"/>
                  <a:pt x="29168" y="3643"/>
                  <a:pt x="29532" y="3557"/>
                </a:cubicBezTo>
                <a:cubicBezTo>
                  <a:pt x="30154" y="3364"/>
                  <a:pt x="30797" y="3236"/>
                  <a:pt x="31440" y="3107"/>
                </a:cubicBezTo>
                <a:cubicBezTo>
                  <a:pt x="32597" y="2893"/>
                  <a:pt x="33711" y="2443"/>
                  <a:pt x="34697" y="1821"/>
                </a:cubicBezTo>
                <a:close/>
                <a:moveTo>
                  <a:pt x="35597" y="2354"/>
                </a:moveTo>
                <a:cubicBezTo>
                  <a:pt x="35655" y="2354"/>
                  <a:pt x="35600" y="2409"/>
                  <a:pt x="35319" y="2571"/>
                </a:cubicBezTo>
                <a:cubicBezTo>
                  <a:pt x="33969" y="3343"/>
                  <a:pt x="32275" y="3536"/>
                  <a:pt x="30775" y="3857"/>
                </a:cubicBezTo>
                <a:cubicBezTo>
                  <a:pt x="29554" y="4179"/>
                  <a:pt x="28354" y="4607"/>
                  <a:pt x="27218" y="5165"/>
                </a:cubicBezTo>
                <a:lnTo>
                  <a:pt x="28032" y="4350"/>
                </a:lnTo>
                <a:cubicBezTo>
                  <a:pt x="29147" y="4179"/>
                  <a:pt x="30218" y="3772"/>
                  <a:pt x="31333" y="3557"/>
                </a:cubicBezTo>
                <a:cubicBezTo>
                  <a:pt x="32061" y="3429"/>
                  <a:pt x="32811" y="3236"/>
                  <a:pt x="33518" y="3021"/>
                </a:cubicBezTo>
                <a:cubicBezTo>
                  <a:pt x="33947" y="2893"/>
                  <a:pt x="34354" y="2743"/>
                  <a:pt x="34783" y="2614"/>
                </a:cubicBezTo>
                <a:cubicBezTo>
                  <a:pt x="34884" y="2586"/>
                  <a:pt x="35477" y="2354"/>
                  <a:pt x="35597" y="2354"/>
                </a:cubicBezTo>
                <a:close/>
                <a:moveTo>
                  <a:pt x="36047" y="2357"/>
                </a:moveTo>
                <a:cubicBezTo>
                  <a:pt x="36519" y="2550"/>
                  <a:pt x="36990" y="2743"/>
                  <a:pt x="37483" y="2936"/>
                </a:cubicBezTo>
                <a:cubicBezTo>
                  <a:pt x="35769" y="3257"/>
                  <a:pt x="34033" y="3514"/>
                  <a:pt x="32340" y="3922"/>
                </a:cubicBezTo>
                <a:cubicBezTo>
                  <a:pt x="30713" y="4288"/>
                  <a:pt x="28719" y="4712"/>
                  <a:pt x="27293" y="5358"/>
                </a:cubicBezTo>
                <a:lnTo>
                  <a:pt x="27293" y="5358"/>
                </a:lnTo>
                <a:cubicBezTo>
                  <a:pt x="28790" y="4662"/>
                  <a:pt x="30363" y="4141"/>
                  <a:pt x="31975" y="3814"/>
                </a:cubicBezTo>
                <a:lnTo>
                  <a:pt x="31997" y="3814"/>
                </a:lnTo>
                <a:cubicBezTo>
                  <a:pt x="33411" y="3514"/>
                  <a:pt x="34826" y="3171"/>
                  <a:pt x="36047" y="2357"/>
                </a:cubicBezTo>
                <a:close/>
                <a:moveTo>
                  <a:pt x="40505" y="4222"/>
                </a:moveTo>
                <a:lnTo>
                  <a:pt x="41705" y="4757"/>
                </a:lnTo>
                <a:cubicBezTo>
                  <a:pt x="39390" y="5293"/>
                  <a:pt x="37033" y="5722"/>
                  <a:pt x="34719" y="6300"/>
                </a:cubicBezTo>
                <a:cubicBezTo>
                  <a:pt x="36712" y="5765"/>
                  <a:pt x="38662" y="5165"/>
                  <a:pt x="40505" y="4222"/>
                </a:cubicBezTo>
                <a:close/>
                <a:moveTo>
                  <a:pt x="36647" y="3300"/>
                </a:moveTo>
                <a:lnTo>
                  <a:pt x="36647" y="3300"/>
                </a:lnTo>
                <a:cubicBezTo>
                  <a:pt x="33090" y="4564"/>
                  <a:pt x="29361" y="5379"/>
                  <a:pt x="25782" y="6665"/>
                </a:cubicBezTo>
                <a:cubicBezTo>
                  <a:pt x="26103" y="6300"/>
                  <a:pt x="26446" y="5979"/>
                  <a:pt x="26768" y="5636"/>
                </a:cubicBezTo>
                <a:lnTo>
                  <a:pt x="26789" y="5636"/>
                </a:lnTo>
                <a:cubicBezTo>
                  <a:pt x="28654" y="5186"/>
                  <a:pt x="30518" y="4586"/>
                  <a:pt x="32383" y="4114"/>
                </a:cubicBezTo>
                <a:cubicBezTo>
                  <a:pt x="33368" y="3857"/>
                  <a:pt x="34354" y="3686"/>
                  <a:pt x="35340" y="3514"/>
                </a:cubicBezTo>
                <a:lnTo>
                  <a:pt x="36647" y="3300"/>
                </a:lnTo>
                <a:close/>
                <a:moveTo>
                  <a:pt x="37805" y="3086"/>
                </a:moveTo>
                <a:lnTo>
                  <a:pt x="38640" y="3429"/>
                </a:lnTo>
                <a:cubicBezTo>
                  <a:pt x="37976" y="3493"/>
                  <a:pt x="37333" y="3750"/>
                  <a:pt x="36669" y="3879"/>
                </a:cubicBezTo>
                <a:cubicBezTo>
                  <a:pt x="35619" y="4072"/>
                  <a:pt x="34569" y="4329"/>
                  <a:pt x="33540" y="4586"/>
                </a:cubicBezTo>
                <a:cubicBezTo>
                  <a:pt x="31225" y="5143"/>
                  <a:pt x="29018" y="6000"/>
                  <a:pt x="26725" y="6622"/>
                </a:cubicBezTo>
                <a:cubicBezTo>
                  <a:pt x="26361" y="6708"/>
                  <a:pt x="25975" y="6793"/>
                  <a:pt x="25589" y="6879"/>
                </a:cubicBezTo>
                <a:lnTo>
                  <a:pt x="25611" y="6858"/>
                </a:lnTo>
                <a:cubicBezTo>
                  <a:pt x="25996" y="6772"/>
                  <a:pt x="26489" y="6622"/>
                  <a:pt x="26896" y="6493"/>
                </a:cubicBezTo>
                <a:cubicBezTo>
                  <a:pt x="28182" y="6065"/>
                  <a:pt x="29490" y="5679"/>
                  <a:pt x="30775" y="5229"/>
                </a:cubicBezTo>
                <a:cubicBezTo>
                  <a:pt x="33090" y="4436"/>
                  <a:pt x="35512" y="3986"/>
                  <a:pt x="37805" y="3086"/>
                </a:cubicBezTo>
                <a:close/>
                <a:moveTo>
                  <a:pt x="38533" y="3622"/>
                </a:moveTo>
                <a:cubicBezTo>
                  <a:pt x="37376" y="4243"/>
                  <a:pt x="35983" y="4479"/>
                  <a:pt x="34740" y="4800"/>
                </a:cubicBezTo>
                <a:cubicBezTo>
                  <a:pt x="33390" y="5165"/>
                  <a:pt x="32040" y="5593"/>
                  <a:pt x="30668" y="5957"/>
                </a:cubicBezTo>
                <a:cubicBezTo>
                  <a:pt x="28589" y="6536"/>
                  <a:pt x="26532" y="7072"/>
                  <a:pt x="24560" y="7972"/>
                </a:cubicBezTo>
                <a:lnTo>
                  <a:pt x="25375" y="7115"/>
                </a:lnTo>
                <a:cubicBezTo>
                  <a:pt x="27561" y="6686"/>
                  <a:pt x="29661" y="5893"/>
                  <a:pt x="31804" y="5250"/>
                </a:cubicBezTo>
                <a:cubicBezTo>
                  <a:pt x="32983" y="4886"/>
                  <a:pt x="34183" y="4629"/>
                  <a:pt x="35383" y="4372"/>
                </a:cubicBezTo>
                <a:cubicBezTo>
                  <a:pt x="36326" y="4157"/>
                  <a:pt x="37676" y="4072"/>
                  <a:pt x="38533" y="3622"/>
                </a:cubicBezTo>
                <a:close/>
                <a:moveTo>
                  <a:pt x="38983" y="3579"/>
                </a:moveTo>
                <a:lnTo>
                  <a:pt x="40141" y="4072"/>
                </a:lnTo>
                <a:cubicBezTo>
                  <a:pt x="37612" y="4693"/>
                  <a:pt x="35061" y="5207"/>
                  <a:pt x="32533" y="5765"/>
                </a:cubicBezTo>
                <a:cubicBezTo>
                  <a:pt x="29940" y="6343"/>
                  <a:pt x="27561" y="7372"/>
                  <a:pt x="25032" y="8122"/>
                </a:cubicBezTo>
                <a:lnTo>
                  <a:pt x="24303" y="8293"/>
                </a:lnTo>
                <a:cubicBezTo>
                  <a:pt x="24732" y="8079"/>
                  <a:pt x="25160" y="7886"/>
                  <a:pt x="25589" y="7693"/>
                </a:cubicBezTo>
                <a:lnTo>
                  <a:pt x="25611" y="7715"/>
                </a:lnTo>
                <a:cubicBezTo>
                  <a:pt x="26211" y="7458"/>
                  <a:pt x="26811" y="7265"/>
                  <a:pt x="27432" y="7050"/>
                </a:cubicBezTo>
                <a:cubicBezTo>
                  <a:pt x="28847" y="6600"/>
                  <a:pt x="30304" y="6279"/>
                  <a:pt x="31740" y="5872"/>
                </a:cubicBezTo>
                <a:cubicBezTo>
                  <a:pt x="34119" y="5207"/>
                  <a:pt x="36797" y="4779"/>
                  <a:pt x="38962" y="3600"/>
                </a:cubicBezTo>
                <a:cubicBezTo>
                  <a:pt x="38983" y="3600"/>
                  <a:pt x="38983" y="3579"/>
                  <a:pt x="38983" y="3579"/>
                </a:cubicBezTo>
                <a:close/>
                <a:moveTo>
                  <a:pt x="41726" y="4865"/>
                </a:moveTo>
                <a:lnTo>
                  <a:pt x="41726" y="4886"/>
                </a:lnTo>
                <a:cubicBezTo>
                  <a:pt x="41234" y="5122"/>
                  <a:pt x="40719" y="5336"/>
                  <a:pt x="40205" y="5486"/>
                </a:cubicBezTo>
                <a:cubicBezTo>
                  <a:pt x="36733" y="6622"/>
                  <a:pt x="33090" y="7372"/>
                  <a:pt x="29575" y="8358"/>
                </a:cubicBezTo>
                <a:cubicBezTo>
                  <a:pt x="28482" y="8679"/>
                  <a:pt x="27346" y="8958"/>
                  <a:pt x="26232" y="9258"/>
                </a:cubicBezTo>
                <a:cubicBezTo>
                  <a:pt x="28225" y="8593"/>
                  <a:pt x="30197" y="7801"/>
                  <a:pt x="32147" y="7179"/>
                </a:cubicBezTo>
                <a:cubicBezTo>
                  <a:pt x="33947" y="6622"/>
                  <a:pt x="35812" y="6258"/>
                  <a:pt x="37633" y="5872"/>
                </a:cubicBezTo>
                <a:lnTo>
                  <a:pt x="40655" y="5207"/>
                </a:lnTo>
                <a:cubicBezTo>
                  <a:pt x="41019" y="5143"/>
                  <a:pt x="41384" y="5036"/>
                  <a:pt x="41726" y="4865"/>
                </a:cubicBezTo>
                <a:close/>
                <a:moveTo>
                  <a:pt x="39691" y="4436"/>
                </a:moveTo>
                <a:cubicBezTo>
                  <a:pt x="39305" y="4607"/>
                  <a:pt x="38919" y="4757"/>
                  <a:pt x="38533" y="4907"/>
                </a:cubicBezTo>
                <a:cubicBezTo>
                  <a:pt x="35683" y="6065"/>
                  <a:pt x="32618" y="6579"/>
                  <a:pt x="29682" y="7479"/>
                </a:cubicBezTo>
                <a:cubicBezTo>
                  <a:pt x="28247" y="7929"/>
                  <a:pt x="26811" y="8465"/>
                  <a:pt x="25332" y="8851"/>
                </a:cubicBezTo>
                <a:cubicBezTo>
                  <a:pt x="24603" y="9044"/>
                  <a:pt x="23853" y="9236"/>
                  <a:pt x="23146" y="9494"/>
                </a:cubicBezTo>
                <a:lnTo>
                  <a:pt x="24068" y="8508"/>
                </a:lnTo>
                <a:cubicBezTo>
                  <a:pt x="25311" y="8358"/>
                  <a:pt x="26468" y="7886"/>
                  <a:pt x="27625" y="7436"/>
                </a:cubicBezTo>
                <a:cubicBezTo>
                  <a:pt x="29104" y="6900"/>
                  <a:pt x="30604" y="6450"/>
                  <a:pt x="32125" y="6108"/>
                </a:cubicBezTo>
                <a:cubicBezTo>
                  <a:pt x="33754" y="5700"/>
                  <a:pt x="35426" y="5400"/>
                  <a:pt x="37055" y="5036"/>
                </a:cubicBezTo>
                <a:cubicBezTo>
                  <a:pt x="37912" y="4843"/>
                  <a:pt x="38769" y="4629"/>
                  <a:pt x="39626" y="4436"/>
                </a:cubicBezTo>
                <a:close/>
                <a:moveTo>
                  <a:pt x="32167" y="6991"/>
                </a:moveTo>
                <a:lnTo>
                  <a:pt x="32167" y="6991"/>
                </a:lnTo>
                <a:cubicBezTo>
                  <a:pt x="31988" y="7042"/>
                  <a:pt x="31805" y="7100"/>
                  <a:pt x="31633" y="7158"/>
                </a:cubicBezTo>
                <a:cubicBezTo>
                  <a:pt x="30025" y="7651"/>
                  <a:pt x="28461" y="8251"/>
                  <a:pt x="26854" y="8765"/>
                </a:cubicBezTo>
                <a:cubicBezTo>
                  <a:pt x="26082" y="9001"/>
                  <a:pt x="25332" y="9279"/>
                  <a:pt x="24582" y="9515"/>
                </a:cubicBezTo>
                <a:cubicBezTo>
                  <a:pt x="24132" y="9665"/>
                  <a:pt x="23660" y="9794"/>
                  <a:pt x="23210" y="9901"/>
                </a:cubicBezTo>
                <a:cubicBezTo>
                  <a:pt x="23146" y="9922"/>
                  <a:pt x="22867" y="10008"/>
                  <a:pt x="22610" y="10094"/>
                </a:cubicBezTo>
                <a:lnTo>
                  <a:pt x="22846" y="9815"/>
                </a:lnTo>
                <a:cubicBezTo>
                  <a:pt x="24068" y="9279"/>
                  <a:pt x="25461" y="9044"/>
                  <a:pt x="26725" y="8658"/>
                </a:cubicBezTo>
                <a:cubicBezTo>
                  <a:pt x="28332" y="8165"/>
                  <a:pt x="29897" y="7608"/>
                  <a:pt x="31504" y="7158"/>
                </a:cubicBezTo>
                <a:cubicBezTo>
                  <a:pt x="31733" y="7096"/>
                  <a:pt x="31952" y="7046"/>
                  <a:pt x="32167" y="6991"/>
                </a:cubicBezTo>
                <a:close/>
                <a:moveTo>
                  <a:pt x="24282" y="9858"/>
                </a:moveTo>
                <a:lnTo>
                  <a:pt x="24282" y="9858"/>
                </a:lnTo>
                <a:cubicBezTo>
                  <a:pt x="23489" y="10115"/>
                  <a:pt x="22696" y="10415"/>
                  <a:pt x="21946" y="10779"/>
                </a:cubicBezTo>
                <a:lnTo>
                  <a:pt x="22460" y="10244"/>
                </a:lnTo>
                <a:cubicBezTo>
                  <a:pt x="23060" y="10136"/>
                  <a:pt x="23682" y="10008"/>
                  <a:pt x="24282" y="9858"/>
                </a:cubicBezTo>
                <a:close/>
                <a:moveTo>
                  <a:pt x="42091" y="4929"/>
                </a:moveTo>
                <a:lnTo>
                  <a:pt x="43612" y="5593"/>
                </a:lnTo>
                <a:cubicBezTo>
                  <a:pt x="41962" y="6236"/>
                  <a:pt x="40269" y="6579"/>
                  <a:pt x="38555" y="6965"/>
                </a:cubicBezTo>
                <a:cubicBezTo>
                  <a:pt x="36497" y="7393"/>
                  <a:pt x="34461" y="8015"/>
                  <a:pt x="32426" y="8529"/>
                </a:cubicBezTo>
                <a:cubicBezTo>
                  <a:pt x="30475" y="9022"/>
                  <a:pt x="28525" y="9494"/>
                  <a:pt x="26596" y="10051"/>
                </a:cubicBezTo>
                <a:cubicBezTo>
                  <a:pt x="25675" y="10329"/>
                  <a:pt x="24753" y="10587"/>
                  <a:pt x="23832" y="10865"/>
                </a:cubicBezTo>
                <a:cubicBezTo>
                  <a:pt x="23210" y="11037"/>
                  <a:pt x="22182" y="11079"/>
                  <a:pt x="21474" y="11315"/>
                </a:cubicBezTo>
                <a:lnTo>
                  <a:pt x="21603" y="11165"/>
                </a:lnTo>
                <a:cubicBezTo>
                  <a:pt x="22953" y="10415"/>
                  <a:pt x="24518" y="9986"/>
                  <a:pt x="25996" y="9579"/>
                </a:cubicBezTo>
                <a:cubicBezTo>
                  <a:pt x="27861" y="9044"/>
                  <a:pt x="29747" y="8551"/>
                  <a:pt x="31611" y="8015"/>
                </a:cubicBezTo>
                <a:cubicBezTo>
                  <a:pt x="33497" y="7479"/>
                  <a:pt x="35426" y="6943"/>
                  <a:pt x="37333" y="6450"/>
                </a:cubicBezTo>
                <a:cubicBezTo>
                  <a:pt x="38940" y="6022"/>
                  <a:pt x="40591" y="5743"/>
                  <a:pt x="42091" y="4929"/>
                </a:cubicBezTo>
                <a:close/>
                <a:moveTo>
                  <a:pt x="43870" y="5722"/>
                </a:moveTo>
                <a:lnTo>
                  <a:pt x="45520" y="6450"/>
                </a:lnTo>
                <a:cubicBezTo>
                  <a:pt x="45415" y="6444"/>
                  <a:pt x="45311" y="6441"/>
                  <a:pt x="45207" y="6441"/>
                </a:cubicBezTo>
                <a:cubicBezTo>
                  <a:pt x="43509" y="6441"/>
                  <a:pt x="41799" y="7228"/>
                  <a:pt x="40183" y="7672"/>
                </a:cubicBezTo>
                <a:cubicBezTo>
                  <a:pt x="37912" y="8336"/>
                  <a:pt x="35619" y="8915"/>
                  <a:pt x="33326" y="9515"/>
                </a:cubicBezTo>
                <a:cubicBezTo>
                  <a:pt x="31011" y="10094"/>
                  <a:pt x="28739" y="10801"/>
                  <a:pt x="26403" y="11337"/>
                </a:cubicBezTo>
                <a:cubicBezTo>
                  <a:pt x="24325" y="11830"/>
                  <a:pt x="22224" y="12215"/>
                  <a:pt x="20146" y="12751"/>
                </a:cubicBezTo>
                <a:lnTo>
                  <a:pt x="21153" y="11658"/>
                </a:lnTo>
                <a:cubicBezTo>
                  <a:pt x="24968" y="10994"/>
                  <a:pt x="28718" y="9665"/>
                  <a:pt x="32490" y="8722"/>
                </a:cubicBezTo>
                <a:cubicBezTo>
                  <a:pt x="34376" y="8251"/>
                  <a:pt x="36240" y="7672"/>
                  <a:pt x="38148" y="7243"/>
                </a:cubicBezTo>
                <a:cubicBezTo>
                  <a:pt x="40055" y="6815"/>
                  <a:pt x="42005" y="6450"/>
                  <a:pt x="43870" y="5722"/>
                </a:cubicBezTo>
                <a:close/>
                <a:moveTo>
                  <a:pt x="45179" y="6653"/>
                </a:moveTo>
                <a:cubicBezTo>
                  <a:pt x="44563" y="6949"/>
                  <a:pt x="43927" y="7203"/>
                  <a:pt x="43291" y="7415"/>
                </a:cubicBezTo>
                <a:cubicBezTo>
                  <a:pt x="41319" y="8079"/>
                  <a:pt x="39262" y="8443"/>
                  <a:pt x="37312" y="9065"/>
                </a:cubicBezTo>
                <a:cubicBezTo>
                  <a:pt x="34847" y="9836"/>
                  <a:pt x="32404" y="10672"/>
                  <a:pt x="29918" y="11358"/>
                </a:cubicBezTo>
                <a:cubicBezTo>
                  <a:pt x="27518" y="12001"/>
                  <a:pt x="25096" y="12558"/>
                  <a:pt x="22717" y="13244"/>
                </a:cubicBezTo>
                <a:cubicBezTo>
                  <a:pt x="21432" y="13608"/>
                  <a:pt x="19953" y="13801"/>
                  <a:pt x="18667" y="14315"/>
                </a:cubicBezTo>
                <a:lnTo>
                  <a:pt x="19889" y="13008"/>
                </a:lnTo>
                <a:cubicBezTo>
                  <a:pt x="22053" y="12430"/>
                  <a:pt x="24239" y="12001"/>
                  <a:pt x="26446" y="11529"/>
                </a:cubicBezTo>
                <a:cubicBezTo>
                  <a:pt x="28932" y="10972"/>
                  <a:pt x="31375" y="10179"/>
                  <a:pt x="33840" y="9558"/>
                </a:cubicBezTo>
                <a:cubicBezTo>
                  <a:pt x="36154" y="8979"/>
                  <a:pt x="38426" y="8358"/>
                  <a:pt x="40719" y="7715"/>
                </a:cubicBezTo>
                <a:cubicBezTo>
                  <a:pt x="41705" y="7458"/>
                  <a:pt x="42691" y="7115"/>
                  <a:pt x="43677" y="6858"/>
                </a:cubicBezTo>
                <a:cubicBezTo>
                  <a:pt x="44072" y="6733"/>
                  <a:pt x="44950" y="6749"/>
                  <a:pt x="45179" y="6653"/>
                </a:cubicBezTo>
                <a:close/>
                <a:moveTo>
                  <a:pt x="45691" y="6515"/>
                </a:moveTo>
                <a:lnTo>
                  <a:pt x="47063" y="7136"/>
                </a:lnTo>
                <a:cubicBezTo>
                  <a:pt x="42026" y="8465"/>
                  <a:pt x="36926" y="9579"/>
                  <a:pt x="31933" y="11058"/>
                </a:cubicBezTo>
                <a:cubicBezTo>
                  <a:pt x="29490" y="11787"/>
                  <a:pt x="27046" y="12580"/>
                  <a:pt x="24625" y="13330"/>
                </a:cubicBezTo>
                <a:cubicBezTo>
                  <a:pt x="23360" y="13715"/>
                  <a:pt x="22096" y="14058"/>
                  <a:pt x="20831" y="14358"/>
                </a:cubicBezTo>
                <a:cubicBezTo>
                  <a:pt x="20210" y="14508"/>
                  <a:pt x="19589" y="14658"/>
                  <a:pt x="18946" y="14830"/>
                </a:cubicBezTo>
                <a:cubicBezTo>
                  <a:pt x="18667" y="14894"/>
                  <a:pt x="18388" y="14937"/>
                  <a:pt x="18088" y="14937"/>
                </a:cubicBezTo>
                <a:lnTo>
                  <a:pt x="18410" y="14616"/>
                </a:lnTo>
                <a:cubicBezTo>
                  <a:pt x="19138" y="14230"/>
                  <a:pt x="20103" y="14187"/>
                  <a:pt x="20896" y="13951"/>
                </a:cubicBezTo>
                <a:cubicBezTo>
                  <a:pt x="22160" y="13608"/>
                  <a:pt x="23403" y="13244"/>
                  <a:pt x="24646" y="12880"/>
                </a:cubicBezTo>
                <a:cubicBezTo>
                  <a:pt x="27239" y="12172"/>
                  <a:pt x="29875" y="11594"/>
                  <a:pt x="32426" y="10822"/>
                </a:cubicBezTo>
                <a:cubicBezTo>
                  <a:pt x="34826" y="10094"/>
                  <a:pt x="37183" y="9172"/>
                  <a:pt x="39605" y="8572"/>
                </a:cubicBezTo>
                <a:cubicBezTo>
                  <a:pt x="41662" y="8079"/>
                  <a:pt x="43741" y="7586"/>
                  <a:pt x="45648" y="6622"/>
                </a:cubicBezTo>
                <a:cubicBezTo>
                  <a:pt x="45670" y="6600"/>
                  <a:pt x="45691" y="6558"/>
                  <a:pt x="45691" y="6515"/>
                </a:cubicBezTo>
                <a:close/>
                <a:moveTo>
                  <a:pt x="45648" y="7736"/>
                </a:moveTo>
                <a:cubicBezTo>
                  <a:pt x="43377" y="8486"/>
                  <a:pt x="41062" y="9108"/>
                  <a:pt x="38705" y="9558"/>
                </a:cubicBezTo>
                <a:cubicBezTo>
                  <a:pt x="35854" y="10179"/>
                  <a:pt x="33047" y="11187"/>
                  <a:pt x="30261" y="12022"/>
                </a:cubicBezTo>
                <a:cubicBezTo>
                  <a:pt x="27582" y="12837"/>
                  <a:pt x="24903" y="13608"/>
                  <a:pt x="22246" y="14444"/>
                </a:cubicBezTo>
                <a:cubicBezTo>
                  <a:pt x="20360" y="15001"/>
                  <a:pt x="18496" y="15580"/>
                  <a:pt x="16738" y="16437"/>
                </a:cubicBezTo>
                <a:lnTo>
                  <a:pt x="17960" y="15108"/>
                </a:lnTo>
                <a:cubicBezTo>
                  <a:pt x="18065" y="15115"/>
                  <a:pt x="18171" y="15118"/>
                  <a:pt x="18278" y="15118"/>
                </a:cubicBezTo>
                <a:cubicBezTo>
                  <a:pt x="19929" y="15118"/>
                  <a:pt x="21725" y="14375"/>
                  <a:pt x="23275" y="13973"/>
                </a:cubicBezTo>
                <a:cubicBezTo>
                  <a:pt x="26039" y="13201"/>
                  <a:pt x="28761" y="12237"/>
                  <a:pt x="31525" y="11422"/>
                </a:cubicBezTo>
                <a:cubicBezTo>
                  <a:pt x="34140" y="10629"/>
                  <a:pt x="36776" y="9944"/>
                  <a:pt x="39433" y="9301"/>
                </a:cubicBezTo>
                <a:cubicBezTo>
                  <a:pt x="40762" y="8979"/>
                  <a:pt x="42112" y="8636"/>
                  <a:pt x="43441" y="8293"/>
                </a:cubicBezTo>
                <a:lnTo>
                  <a:pt x="45434" y="7779"/>
                </a:lnTo>
                <a:lnTo>
                  <a:pt x="45648" y="7736"/>
                </a:lnTo>
                <a:close/>
                <a:moveTo>
                  <a:pt x="47406" y="7286"/>
                </a:moveTo>
                <a:cubicBezTo>
                  <a:pt x="48177" y="7629"/>
                  <a:pt x="48970" y="7972"/>
                  <a:pt x="49742" y="8315"/>
                </a:cubicBezTo>
                <a:lnTo>
                  <a:pt x="49699" y="8315"/>
                </a:lnTo>
                <a:cubicBezTo>
                  <a:pt x="47063" y="9044"/>
                  <a:pt x="44341" y="9558"/>
                  <a:pt x="41705" y="10222"/>
                </a:cubicBezTo>
                <a:cubicBezTo>
                  <a:pt x="38898" y="10929"/>
                  <a:pt x="36047" y="11508"/>
                  <a:pt x="33240" y="12194"/>
                </a:cubicBezTo>
                <a:cubicBezTo>
                  <a:pt x="27754" y="13480"/>
                  <a:pt x="22332" y="15023"/>
                  <a:pt x="16974" y="16694"/>
                </a:cubicBezTo>
                <a:cubicBezTo>
                  <a:pt x="16845" y="16716"/>
                  <a:pt x="16460" y="16887"/>
                  <a:pt x="16245" y="16973"/>
                </a:cubicBezTo>
                <a:lnTo>
                  <a:pt x="16374" y="16844"/>
                </a:lnTo>
                <a:cubicBezTo>
                  <a:pt x="16974" y="16501"/>
                  <a:pt x="17617" y="16201"/>
                  <a:pt x="18281" y="15944"/>
                </a:cubicBezTo>
                <a:cubicBezTo>
                  <a:pt x="19589" y="15408"/>
                  <a:pt x="20939" y="15023"/>
                  <a:pt x="22289" y="14616"/>
                </a:cubicBezTo>
                <a:cubicBezTo>
                  <a:pt x="25118" y="13758"/>
                  <a:pt x="27946" y="12922"/>
                  <a:pt x="30797" y="12087"/>
                </a:cubicBezTo>
                <a:cubicBezTo>
                  <a:pt x="33626" y="11229"/>
                  <a:pt x="36390" y="10265"/>
                  <a:pt x="39240" y="9665"/>
                </a:cubicBezTo>
                <a:cubicBezTo>
                  <a:pt x="42026" y="9108"/>
                  <a:pt x="44748" y="8315"/>
                  <a:pt x="47406" y="7286"/>
                </a:cubicBezTo>
                <a:close/>
                <a:moveTo>
                  <a:pt x="47256" y="9108"/>
                </a:moveTo>
                <a:lnTo>
                  <a:pt x="47256" y="9108"/>
                </a:lnTo>
                <a:cubicBezTo>
                  <a:pt x="41641" y="10737"/>
                  <a:pt x="35854" y="11787"/>
                  <a:pt x="30261" y="13523"/>
                </a:cubicBezTo>
                <a:cubicBezTo>
                  <a:pt x="27325" y="14444"/>
                  <a:pt x="24389" y="15451"/>
                  <a:pt x="21453" y="16373"/>
                </a:cubicBezTo>
                <a:cubicBezTo>
                  <a:pt x="20039" y="16823"/>
                  <a:pt x="18624" y="17273"/>
                  <a:pt x="17188" y="17616"/>
                </a:cubicBezTo>
                <a:cubicBezTo>
                  <a:pt x="16481" y="17766"/>
                  <a:pt x="15774" y="17980"/>
                  <a:pt x="15088" y="18216"/>
                </a:cubicBezTo>
                <a:lnTo>
                  <a:pt x="16074" y="17144"/>
                </a:lnTo>
                <a:cubicBezTo>
                  <a:pt x="18731" y="16416"/>
                  <a:pt x="21324" y="15473"/>
                  <a:pt x="23982" y="14787"/>
                </a:cubicBezTo>
                <a:cubicBezTo>
                  <a:pt x="26939" y="14037"/>
                  <a:pt x="29854" y="13223"/>
                  <a:pt x="32790" y="12494"/>
                </a:cubicBezTo>
                <a:cubicBezTo>
                  <a:pt x="35747" y="11765"/>
                  <a:pt x="38769" y="11165"/>
                  <a:pt x="41748" y="10415"/>
                </a:cubicBezTo>
                <a:cubicBezTo>
                  <a:pt x="43227" y="10051"/>
                  <a:pt x="44684" y="9601"/>
                  <a:pt x="46184" y="9322"/>
                </a:cubicBezTo>
                <a:lnTo>
                  <a:pt x="47256" y="9108"/>
                </a:lnTo>
                <a:close/>
                <a:moveTo>
                  <a:pt x="49784" y="8336"/>
                </a:moveTo>
                <a:lnTo>
                  <a:pt x="51242" y="8979"/>
                </a:lnTo>
                <a:cubicBezTo>
                  <a:pt x="45220" y="10287"/>
                  <a:pt x="39198" y="11680"/>
                  <a:pt x="33283" y="13394"/>
                </a:cubicBezTo>
                <a:cubicBezTo>
                  <a:pt x="30111" y="14315"/>
                  <a:pt x="26918" y="15216"/>
                  <a:pt x="23703" y="16073"/>
                </a:cubicBezTo>
                <a:cubicBezTo>
                  <a:pt x="20681" y="16866"/>
                  <a:pt x="17745" y="18044"/>
                  <a:pt x="14659" y="18709"/>
                </a:cubicBezTo>
                <a:lnTo>
                  <a:pt x="14638" y="18709"/>
                </a:lnTo>
                <a:cubicBezTo>
                  <a:pt x="14702" y="18645"/>
                  <a:pt x="14767" y="18580"/>
                  <a:pt x="14831" y="18516"/>
                </a:cubicBezTo>
                <a:lnTo>
                  <a:pt x="14809" y="18494"/>
                </a:lnTo>
                <a:lnTo>
                  <a:pt x="15238" y="18344"/>
                </a:lnTo>
                <a:cubicBezTo>
                  <a:pt x="15902" y="18130"/>
                  <a:pt x="16567" y="17959"/>
                  <a:pt x="17253" y="17809"/>
                </a:cubicBezTo>
                <a:cubicBezTo>
                  <a:pt x="18860" y="17444"/>
                  <a:pt x="20424" y="16909"/>
                  <a:pt x="21989" y="16416"/>
                </a:cubicBezTo>
                <a:cubicBezTo>
                  <a:pt x="25118" y="15430"/>
                  <a:pt x="28182" y="14358"/>
                  <a:pt x="31311" y="13415"/>
                </a:cubicBezTo>
                <a:cubicBezTo>
                  <a:pt x="34440" y="12472"/>
                  <a:pt x="37569" y="11808"/>
                  <a:pt x="40698" y="10972"/>
                </a:cubicBezTo>
                <a:cubicBezTo>
                  <a:pt x="43698" y="10179"/>
                  <a:pt x="46827" y="9579"/>
                  <a:pt x="49763" y="8529"/>
                </a:cubicBezTo>
                <a:cubicBezTo>
                  <a:pt x="49827" y="8486"/>
                  <a:pt x="49849" y="8401"/>
                  <a:pt x="49784" y="8336"/>
                </a:cubicBezTo>
                <a:close/>
                <a:moveTo>
                  <a:pt x="51499" y="9108"/>
                </a:moveTo>
                <a:lnTo>
                  <a:pt x="52142" y="9408"/>
                </a:lnTo>
                <a:cubicBezTo>
                  <a:pt x="45520" y="11187"/>
                  <a:pt x="38898" y="12987"/>
                  <a:pt x="32340" y="14958"/>
                </a:cubicBezTo>
                <a:cubicBezTo>
                  <a:pt x="28889" y="16009"/>
                  <a:pt x="25482" y="17101"/>
                  <a:pt x="22053" y="18216"/>
                </a:cubicBezTo>
                <a:cubicBezTo>
                  <a:pt x="19503" y="19052"/>
                  <a:pt x="16867" y="19652"/>
                  <a:pt x="14274" y="20359"/>
                </a:cubicBezTo>
                <a:cubicBezTo>
                  <a:pt x="14981" y="20145"/>
                  <a:pt x="15688" y="19930"/>
                  <a:pt x="16352" y="19673"/>
                </a:cubicBezTo>
                <a:cubicBezTo>
                  <a:pt x="18131" y="19030"/>
                  <a:pt x="19846" y="18259"/>
                  <a:pt x="21624" y="17637"/>
                </a:cubicBezTo>
                <a:cubicBezTo>
                  <a:pt x="24989" y="16459"/>
                  <a:pt x="28439" y="15494"/>
                  <a:pt x="31868" y="14487"/>
                </a:cubicBezTo>
                <a:cubicBezTo>
                  <a:pt x="35276" y="13480"/>
                  <a:pt x="38683" y="12494"/>
                  <a:pt x="42134" y="11615"/>
                </a:cubicBezTo>
                <a:cubicBezTo>
                  <a:pt x="45220" y="10801"/>
                  <a:pt x="48499" y="10372"/>
                  <a:pt x="51456" y="9151"/>
                </a:cubicBezTo>
                <a:cubicBezTo>
                  <a:pt x="51477" y="9129"/>
                  <a:pt x="51477" y="9129"/>
                  <a:pt x="51499" y="9108"/>
                </a:cubicBezTo>
                <a:close/>
                <a:moveTo>
                  <a:pt x="50084" y="9429"/>
                </a:moveTo>
                <a:cubicBezTo>
                  <a:pt x="49827" y="9515"/>
                  <a:pt x="49570" y="9601"/>
                  <a:pt x="49313" y="9665"/>
                </a:cubicBezTo>
                <a:cubicBezTo>
                  <a:pt x="46291" y="10544"/>
                  <a:pt x="43162" y="11101"/>
                  <a:pt x="40119" y="11915"/>
                </a:cubicBezTo>
                <a:cubicBezTo>
                  <a:pt x="36840" y="12772"/>
                  <a:pt x="33583" y="13758"/>
                  <a:pt x="30347" y="14723"/>
                </a:cubicBezTo>
                <a:cubicBezTo>
                  <a:pt x="27089" y="15666"/>
                  <a:pt x="23810" y="16630"/>
                  <a:pt x="20617" y="17787"/>
                </a:cubicBezTo>
                <a:cubicBezTo>
                  <a:pt x="19010" y="18344"/>
                  <a:pt x="17467" y="19052"/>
                  <a:pt x="15860" y="19652"/>
                </a:cubicBezTo>
                <a:cubicBezTo>
                  <a:pt x="14852" y="20038"/>
                  <a:pt x="13824" y="20316"/>
                  <a:pt x="12795" y="20680"/>
                </a:cubicBezTo>
                <a:lnTo>
                  <a:pt x="14402" y="18945"/>
                </a:lnTo>
                <a:cubicBezTo>
                  <a:pt x="17403" y="18387"/>
                  <a:pt x="20296" y="17187"/>
                  <a:pt x="23253" y="16394"/>
                </a:cubicBezTo>
                <a:cubicBezTo>
                  <a:pt x="26618" y="15494"/>
                  <a:pt x="29982" y="14551"/>
                  <a:pt x="33326" y="13587"/>
                </a:cubicBezTo>
                <a:cubicBezTo>
                  <a:pt x="36626" y="12601"/>
                  <a:pt x="39948" y="11765"/>
                  <a:pt x="43291" y="10972"/>
                </a:cubicBezTo>
                <a:cubicBezTo>
                  <a:pt x="44941" y="10587"/>
                  <a:pt x="46591" y="10201"/>
                  <a:pt x="48263" y="9836"/>
                </a:cubicBezTo>
                <a:cubicBezTo>
                  <a:pt x="48863" y="9708"/>
                  <a:pt x="49484" y="9579"/>
                  <a:pt x="50084" y="9429"/>
                </a:cubicBezTo>
                <a:close/>
                <a:moveTo>
                  <a:pt x="52442" y="9515"/>
                </a:moveTo>
                <a:lnTo>
                  <a:pt x="53792" y="10136"/>
                </a:lnTo>
                <a:cubicBezTo>
                  <a:pt x="46505" y="11701"/>
                  <a:pt x="39326" y="13694"/>
                  <a:pt x="32168" y="15816"/>
                </a:cubicBezTo>
                <a:cubicBezTo>
                  <a:pt x="28611" y="16866"/>
                  <a:pt x="25075" y="17959"/>
                  <a:pt x="21517" y="19009"/>
                </a:cubicBezTo>
                <a:cubicBezTo>
                  <a:pt x="18281" y="19995"/>
                  <a:pt x="14874" y="20638"/>
                  <a:pt x="11723" y="21838"/>
                </a:cubicBezTo>
                <a:lnTo>
                  <a:pt x="12388" y="21109"/>
                </a:lnTo>
                <a:cubicBezTo>
                  <a:pt x="15452" y="20166"/>
                  <a:pt x="18581" y="19523"/>
                  <a:pt x="21624" y="18559"/>
                </a:cubicBezTo>
                <a:cubicBezTo>
                  <a:pt x="25053" y="17487"/>
                  <a:pt x="28439" y="16287"/>
                  <a:pt x="31911" y="15301"/>
                </a:cubicBezTo>
                <a:cubicBezTo>
                  <a:pt x="38748" y="13373"/>
                  <a:pt x="45563" y="11379"/>
                  <a:pt x="52442" y="9515"/>
                </a:cubicBezTo>
                <a:close/>
                <a:moveTo>
                  <a:pt x="54006" y="10244"/>
                </a:moveTo>
                <a:lnTo>
                  <a:pt x="55078" y="10715"/>
                </a:lnTo>
                <a:cubicBezTo>
                  <a:pt x="51649" y="11401"/>
                  <a:pt x="48220" y="12001"/>
                  <a:pt x="44855" y="12922"/>
                </a:cubicBezTo>
                <a:cubicBezTo>
                  <a:pt x="41041" y="13994"/>
                  <a:pt x="37205" y="15023"/>
                  <a:pt x="33368" y="15987"/>
                </a:cubicBezTo>
                <a:cubicBezTo>
                  <a:pt x="25868" y="17852"/>
                  <a:pt x="18431" y="20209"/>
                  <a:pt x="11059" y="22523"/>
                </a:cubicBezTo>
                <a:cubicBezTo>
                  <a:pt x="11166" y="22416"/>
                  <a:pt x="11273" y="22288"/>
                  <a:pt x="11402" y="22159"/>
                </a:cubicBezTo>
                <a:cubicBezTo>
                  <a:pt x="14509" y="20959"/>
                  <a:pt x="17853" y="20316"/>
                  <a:pt x="21046" y="19352"/>
                </a:cubicBezTo>
                <a:cubicBezTo>
                  <a:pt x="24775" y="18237"/>
                  <a:pt x="28482" y="17123"/>
                  <a:pt x="32211" y="16009"/>
                </a:cubicBezTo>
                <a:cubicBezTo>
                  <a:pt x="39390" y="13887"/>
                  <a:pt x="46613" y="11872"/>
                  <a:pt x="53942" y="10308"/>
                </a:cubicBezTo>
                <a:cubicBezTo>
                  <a:pt x="53985" y="10308"/>
                  <a:pt x="54006" y="10265"/>
                  <a:pt x="54006" y="10244"/>
                </a:cubicBezTo>
                <a:close/>
                <a:moveTo>
                  <a:pt x="55399" y="10865"/>
                </a:moveTo>
                <a:lnTo>
                  <a:pt x="57457" y="11787"/>
                </a:lnTo>
                <a:cubicBezTo>
                  <a:pt x="49720" y="13201"/>
                  <a:pt x="42112" y="15473"/>
                  <a:pt x="34483" y="17359"/>
                </a:cubicBezTo>
                <a:cubicBezTo>
                  <a:pt x="27089" y="19180"/>
                  <a:pt x="19781" y="21173"/>
                  <a:pt x="12431" y="23124"/>
                </a:cubicBezTo>
                <a:cubicBezTo>
                  <a:pt x="12859" y="22995"/>
                  <a:pt x="13309" y="22866"/>
                  <a:pt x="13738" y="22759"/>
                </a:cubicBezTo>
                <a:cubicBezTo>
                  <a:pt x="15752" y="22159"/>
                  <a:pt x="17745" y="21559"/>
                  <a:pt x="19760" y="20959"/>
                </a:cubicBezTo>
                <a:cubicBezTo>
                  <a:pt x="23810" y="19759"/>
                  <a:pt x="27839" y="18559"/>
                  <a:pt x="31890" y="17359"/>
                </a:cubicBezTo>
                <a:cubicBezTo>
                  <a:pt x="35876" y="16201"/>
                  <a:pt x="39862" y="15087"/>
                  <a:pt x="43870" y="14015"/>
                </a:cubicBezTo>
                <a:cubicBezTo>
                  <a:pt x="47684" y="12987"/>
                  <a:pt x="51735" y="12344"/>
                  <a:pt x="55399" y="10865"/>
                </a:cubicBezTo>
                <a:close/>
                <a:moveTo>
                  <a:pt x="54992" y="10951"/>
                </a:moveTo>
                <a:cubicBezTo>
                  <a:pt x="54991" y="10951"/>
                  <a:pt x="54178" y="11122"/>
                  <a:pt x="54006" y="11187"/>
                </a:cubicBezTo>
                <a:cubicBezTo>
                  <a:pt x="52335" y="11765"/>
                  <a:pt x="50556" y="12108"/>
                  <a:pt x="48820" y="12515"/>
                </a:cubicBezTo>
                <a:cubicBezTo>
                  <a:pt x="46806" y="12965"/>
                  <a:pt x="44812" y="13565"/>
                  <a:pt x="42819" y="14101"/>
                </a:cubicBezTo>
                <a:cubicBezTo>
                  <a:pt x="38983" y="15130"/>
                  <a:pt x="35147" y="16201"/>
                  <a:pt x="31333" y="17316"/>
                </a:cubicBezTo>
                <a:cubicBezTo>
                  <a:pt x="27454" y="18452"/>
                  <a:pt x="23575" y="19609"/>
                  <a:pt x="19717" y="20766"/>
                </a:cubicBezTo>
                <a:cubicBezTo>
                  <a:pt x="17874" y="21323"/>
                  <a:pt x="16031" y="21859"/>
                  <a:pt x="14188" y="22416"/>
                </a:cubicBezTo>
                <a:cubicBezTo>
                  <a:pt x="12816" y="22824"/>
                  <a:pt x="11381" y="23124"/>
                  <a:pt x="10030" y="23638"/>
                </a:cubicBezTo>
                <a:lnTo>
                  <a:pt x="10780" y="22824"/>
                </a:lnTo>
                <a:cubicBezTo>
                  <a:pt x="18410" y="20423"/>
                  <a:pt x="26146" y="18002"/>
                  <a:pt x="33926" y="16051"/>
                </a:cubicBezTo>
                <a:cubicBezTo>
                  <a:pt x="37762" y="15087"/>
                  <a:pt x="41576" y="14037"/>
                  <a:pt x="45391" y="12987"/>
                </a:cubicBezTo>
                <a:cubicBezTo>
                  <a:pt x="47148" y="12472"/>
                  <a:pt x="48949" y="12065"/>
                  <a:pt x="50749" y="11744"/>
                </a:cubicBezTo>
                <a:cubicBezTo>
                  <a:pt x="51692" y="11594"/>
                  <a:pt x="52635" y="11422"/>
                  <a:pt x="53556" y="11229"/>
                </a:cubicBezTo>
                <a:lnTo>
                  <a:pt x="54992" y="10951"/>
                </a:lnTo>
                <a:close/>
                <a:moveTo>
                  <a:pt x="57778" y="11937"/>
                </a:moveTo>
                <a:lnTo>
                  <a:pt x="58764" y="12365"/>
                </a:lnTo>
                <a:cubicBezTo>
                  <a:pt x="56985" y="12751"/>
                  <a:pt x="55271" y="13330"/>
                  <a:pt x="53535" y="13780"/>
                </a:cubicBezTo>
                <a:cubicBezTo>
                  <a:pt x="51413" y="14315"/>
                  <a:pt x="49206" y="14637"/>
                  <a:pt x="47041" y="15066"/>
                </a:cubicBezTo>
                <a:cubicBezTo>
                  <a:pt x="42691" y="15944"/>
                  <a:pt x="38319" y="16887"/>
                  <a:pt x="33990" y="17894"/>
                </a:cubicBezTo>
                <a:cubicBezTo>
                  <a:pt x="29661" y="18902"/>
                  <a:pt x="25375" y="20123"/>
                  <a:pt x="21089" y="21302"/>
                </a:cubicBezTo>
                <a:cubicBezTo>
                  <a:pt x="19010" y="21881"/>
                  <a:pt x="16974" y="22545"/>
                  <a:pt x="14874" y="23038"/>
                </a:cubicBezTo>
                <a:cubicBezTo>
                  <a:pt x="12924" y="23445"/>
                  <a:pt x="10995" y="23959"/>
                  <a:pt x="9109" y="24602"/>
                </a:cubicBezTo>
                <a:lnTo>
                  <a:pt x="9623" y="24066"/>
                </a:lnTo>
                <a:cubicBezTo>
                  <a:pt x="17595" y="21988"/>
                  <a:pt x="25503" y="19737"/>
                  <a:pt x="33497" y="17787"/>
                </a:cubicBezTo>
                <a:cubicBezTo>
                  <a:pt x="41576" y="15837"/>
                  <a:pt x="49592" y="13394"/>
                  <a:pt x="57778" y="11937"/>
                </a:cubicBezTo>
                <a:close/>
                <a:moveTo>
                  <a:pt x="59042" y="12494"/>
                </a:moveTo>
                <a:cubicBezTo>
                  <a:pt x="58571" y="12901"/>
                  <a:pt x="58142" y="13308"/>
                  <a:pt x="57714" y="13758"/>
                </a:cubicBezTo>
                <a:cubicBezTo>
                  <a:pt x="53770" y="14808"/>
                  <a:pt x="49720" y="15430"/>
                  <a:pt x="45755" y="16437"/>
                </a:cubicBezTo>
                <a:cubicBezTo>
                  <a:pt x="41641" y="17509"/>
                  <a:pt x="37462" y="18259"/>
                  <a:pt x="33326" y="19223"/>
                </a:cubicBezTo>
                <a:cubicBezTo>
                  <a:pt x="29189" y="20188"/>
                  <a:pt x="25096" y="21216"/>
                  <a:pt x="20982" y="22245"/>
                </a:cubicBezTo>
                <a:cubicBezTo>
                  <a:pt x="16717" y="23316"/>
                  <a:pt x="12474" y="24131"/>
                  <a:pt x="8295" y="25481"/>
                </a:cubicBezTo>
                <a:lnTo>
                  <a:pt x="8809" y="24924"/>
                </a:lnTo>
                <a:cubicBezTo>
                  <a:pt x="10652" y="24259"/>
                  <a:pt x="12538" y="23724"/>
                  <a:pt x="14445" y="23338"/>
                </a:cubicBezTo>
                <a:cubicBezTo>
                  <a:pt x="16545" y="22866"/>
                  <a:pt x="18581" y="22223"/>
                  <a:pt x="20660" y="21623"/>
                </a:cubicBezTo>
                <a:cubicBezTo>
                  <a:pt x="24925" y="20423"/>
                  <a:pt x="29232" y="19266"/>
                  <a:pt x="33518" y="18216"/>
                </a:cubicBezTo>
                <a:cubicBezTo>
                  <a:pt x="37805" y="17144"/>
                  <a:pt x="42241" y="16287"/>
                  <a:pt x="46591" y="15366"/>
                </a:cubicBezTo>
                <a:cubicBezTo>
                  <a:pt x="48756" y="14894"/>
                  <a:pt x="50920" y="14551"/>
                  <a:pt x="53085" y="14080"/>
                </a:cubicBezTo>
                <a:cubicBezTo>
                  <a:pt x="55056" y="13651"/>
                  <a:pt x="56964" y="12944"/>
                  <a:pt x="58935" y="12537"/>
                </a:cubicBezTo>
                <a:cubicBezTo>
                  <a:pt x="58957" y="12537"/>
                  <a:pt x="59000" y="12515"/>
                  <a:pt x="59000" y="12494"/>
                </a:cubicBezTo>
                <a:close/>
                <a:moveTo>
                  <a:pt x="57478" y="14037"/>
                </a:moveTo>
                <a:lnTo>
                  <a:pt x="57478" y="14037"/>
                </a:lnTo>
                <a:cubicBezTo>
                  <a:pt x="57049" y="14487"/>
                  <a:pt x="56642" y="14937"/>
                  <a:pt x="56235" y="15408"/>
                </a:cubicBezTo>
                <a:lnTo>
                  <a:pt x="55849" y="15494"/>
                </a:lnTo>
                <a:cubicBezTo>
                  <a:pt x="55834" y="15479"/>
                  <a:pt x="55814" y="15472"/>
                  <a:pt x="55789" y="15472"/>
                </a:cubicBezTo>
                <a:cubicBezTo>
                  <a:pt x="55743" y="15472"/>
                  <a:pt x="55683" y="15496"/>
                  <a:pt x="55614" y="15537"/>
                </a:cubicBezTo>
                <a:cubicBezTo>
                  <a:pt x="47684" y="17316"/>
                  <a:pt x="39648" y="18580"/>
                  <a:pt x="31697" y="20230"/>
                </a:cubicBezTo>
                <a:cubicBezTo>
                  <a:pt x="23510" y="21923"/>
                  <a:pt x="15452" y="24345"/>
                  <a:pt x="7394" y="26510"/>
                </a:cubicBezTo>
                <a:cubicBezTo>
                  <a:pt x="7609" y="26252"/>
                  <a:pt x="7844" y="25995"/>
                  <a:pt x="8080" y="25760"/>
                </a:cubicBezTo>
                <a:lnTo>
                  <a:pt x="8145" y="25760"/>
                </a:lnTo>
                <a:cubicBezTo>
                  <a:pt x="12216" y="24431"/>
                  <a:pt x="16374" y="23595"/>
                  <a:pt x="20531" y="22566"/>
                </a:cubicBezTo>
                <a:cubicBezTo>
                  <a:pt x="24668" y="21581"/>
                  <a:pt x="28761" y="20509"/>
                  <a:pt x="32897" y="19523"/>
                </a:cubicBezTo>
                <a:cubicBezTo>
                  <a:pt x="37033" y="18559"/>
                  <a:pt x="41212" y="17809"/>
                  <a:pt x="45327" y="16780"/>
                </a:cubicBezTo>
                <a:cubicBezTo>
                  <a:pt x="47470" y="16244"/>
                  <a:pt x="49592" y="15644"/>
                  <a:pt x="51756" y="15216"/>
                </a:cubicBezTo>
                <a:cubicBezTo>
                  <a:pt x="53663" y="14830"/>
                  <a:pt x="55571" y="14508"/>
                  <a:pt x="57478" y="14037"/>
                </a:cubicBezTo>
                <a:close/>
                <a:moveTo>
                  <a:pt x="59000" y="13544"/>
                </a:moveTo>
                <a:lnTo>
                  <a:pt x="59000" y="13544"/>
                </a:lnTo>
                <a:cubicBezTo>
                  <a:pt x="58957" y="13715"/>
                  <a:pt x="58935" y="13844"/>
                  <a:pt x="58914" y="14015"/>
                </a:cubicBezTo>
                <a:cubicBezTo>
                  <a:pt x="58892" y="14015"/>
                  <a:pt x="58850" y="14037"/>
                  <a:pt x="58828" y="14058"/>
                </a:cubicBezTo>
                <a:cubicBezTo>
                  <a:pt x="57542" y="15237"/>
                  <a:pt x="56385" y="16630"/>
                  <a:pt x="55185" y="17894"/>
                </a:cubicBezTo>
                <a:cubicBezTo>
                  <a:pt x="52485" y="20766"/>
                  <a:pt x="49784" y="23616"/>
                  <a:pt x="47084" y="26467"/>
                </a:cubicBezTo>
                <a:lnTo>
                  <a:pt x="46098" y="27517"/>
                </a:lnTo>
                <a:cubicBezTo>
                  <a:pt x="50299" y="22845"/>
                  <a:pt x="54499" y="18173"/>
                  <a:pt x="58871" y="13673"/>
                </a:cubicBezTo>
                <a:lnTo>
                  <a:pt x="59000" y="13544"/>
                </a:lnTo>
                <a:close/>
                <a:moveTo>
                  <a:pt x="55914" y="15816"/>
                </a:moveTo>
                <a:lnTo>
                  <a:pt x="55914" y="15816"/>
                </a:lnTo>
                <a:cubicBezTo>
                  <a:pt x="55549" y="16201"/>
                  <a:pt x="55206" y="16609"/>
                  <a:pt x="54842" y="16994"/>
                </a:cubicBezTo>
                <a:cubicBezTo>
                  <a:pt x="54756" y="17059"/>
                  <a:pt x="54692" y="17123"/>
                  <a:pt x="54606" y="17187"/>
                </a:cubicBezTo>
                <a:lnTo>
                  <a:pt x="54628" y="17209"/>
                </a:lnTo>
                <a:cubicBezTo>
                  <a:pt x="50492" y="17873"/>
                  <a:pt x="46398" y="18816"/>
                  <a:pt x="42284" y="19587"/>
                </a:cubicBezTo>
                <a:cubicBezTo>
                  <a:pt x="38040" y="20423"/>
                  <a:pt x="33776" y="21216"/>
                  <a:pt x="29575" y="22202"/>
                </a:cubicBezTo>
                <a:cubicBezTo>
                  <a:pt x="25353" y="23166"/>
                  <a:pt x="21153" y="24324"/>
                  <a:pt x="16974" y="25502"/>
                </a:cubicBezTo>
                <a:cubicBezTo>
                  <a:pt x="14959" y="26081"/>
                  <a:pt x="12966" y="26660"/>
                  <a:pt x="10973" y="27238"/>
                </a:cubicBezTo>
                <a:lnTo>
                  <a:pt x="8830" y="27860"/>
                </a:lnTo>
                <a:cubicBezTo>
                  <a:pt x="11466" y="26938"/>
                  <a:pt x="14102" y="25995"/>
                  <a:pt x="16803" y="25181"/>
                </a:cubicBezTo>
                <a:cubicBezTo>
                  <a:pt x="20831" y="23959"/>
                  <a:pt x="24903" y="22888"/>
                  <a:pt x="28997" y="21816"/>
                </a:cubicBezTo>
                <a:cubicBezTo>
                  <a:pt x="33133" y="20723"/>
                  <a:pt x="37290" y="19845"/>
                  <a:pt x="41491" y="19052"/>
                </a:cubicBezTo>
                <a:cubicBezTo>
                  <a:pt x="45348" y="18302"/>
                  <a:pt x="49291" y="17809"/>
                  <a:pt x="53085" y="16823"/>
                </a:cubicBezTo>
                <a:cubicBezTo>
                  <a:pt x="54049" y="16566"/>
                  <a:pt x="54992" y="16223"/>
                  <a:pt x="55914" y="15816"/>
                </a:cubicBezTo>
                <a:close/>
                <a:moveTo>
                  <a:pt x="42284" y="25524"/>
                </a:moveTo>
                <a:cubicBezTo>
                  <a:pt x="41319" y="25802"/>
                  <a:pt x="40376" y="26017"/>
                  <a:pt x="39412" y="26252"/>
                </a:cubicBezTo>
                <a:cubicBezTo>
                  <a:pt x="36176" y="26981"/>
                  <a:pt x="32918" y="27667"/>
                  <a:pt x="29661" y="28331"/>
                </a:cubicBezTo>
                <a:cubicBezTo>
                  <a:pt x="32554" y="27603"/>
                  <a:pt x="35426" y="26831"/>
                  <a:pt x="38362" y="26295"/>
                </a:cubicBezTo>
                <a:cubicBezTo>
                  <a:pt x="39669" y="26060"/>
                  <a:pt x="40976" y="25824"/>
                  <a:pt x="42284" y="25524"/>
                </a:cubicBezTo>
                <a:close/>
                <a:moveTo>
                  <a:pt x="55185" y="15859"/>
                </a:moveTo>
                <a:lnTo>
                  <a:pt x="55099" y="15944"/>
                </a:lnTo>
                <a:cubicBezTo>
                  <a:pt x="54842" y="16051"/>
                  <a:pt x="54542" y="16159"/>
                  <a:pt x="54263" y="16244"/>
                </a:cubicBezTo>
                <a:cubicBezTo>
                  <a:pt x="50684" y="17530"/>
                  <a:pt x="46655" y="17852"/>
                  <a:pt x="42927" y="18580"/>
                </a:cubicBezTo>
                <a:cubicBezTo>
                  <a:pt x="38726" y="19373"/>
                  <a:pt x="34504" y="20166"/>
                  <a:pt x="30368" y="21259"/>
                </a:cubicBezTo>
                <a:cubicBezTo>
                  <a:pt x="22224" y="23381"/>
                  <a:pt x="14167" y="25610"/>
                  <a:pt x="6280" y="28524"/>
                </a:cubicBezTo>
                <a:cubicBezTo>
                  <a:pt x="5959" y="28631"/>
                  <a:pt x="5637" y="28738"/>
                  <a:pt x="5337" y="28846"/>
                </a:cubicBezTo>
                <a:cubicBezTo>
                  <a:pt x="5916" y="28160"/>
                  <a:pt x="6516" y="27453"/>
                  <a:pt x="7137" y="26788"/>
                </a:cubicBezTo>
                <a:cubicBezTo>
                  <a:pt x="15474" y="24559"/>
                  <a:pt x="23789" y="22073"/>
                  <a:pt x="32254" y="20338"/>
                </a:cubicBezTo>
                <a:cubicBezTo>
                  <a:pt x="36583" y="19437"/>
                  <a:pt x="40912" y="18666"/>
                  <a:pt x="45241" y="17894"/>
                </a:cubicBezTo>
                <a:cubicBezTo>
                  <a:pt x="47298" y="17509"/>
                  <a:pt x="49377" y="17123"/>
                  <a:pt x="51456" y="16737"/>
                </a:cubicBezTo>
                <a:cubicBezTo>
                  <a:pt x="52442" y="16566"/>
                  <a:pt x="53428" y="16287"/>
                  <a:pt x="54435" y="16051"/>
                </a:cubicBezTo>
                <a:lnTo>
                  <a:pt x="55185" y="15859"/>
                </a:lnTo>
                <a:close/>
                <a:moveTo>
                  <a:pt x="54214" y="17369"/>
                </a:moveTo>
                <a:cubicBezTo>
                  <a:pt x="46270" y="20069"/>
                  <a:pt x="37945" y="21310"/>
                  <a:pt x="29832" y="23381"/>
                </a:cubicBezTo>
                <a:cubicBezTo>
                  <a:pt x="25632" y="24452"/>
                  <a:pt x="21432" y="25524"/>
                  <a:pt x="17231" y="26638"/>
                </a:cubicBezTo>
                <a:cubicBezTo>
                  <a:pt x="13288" y="27667"/>
                  <a:pt x="9152" y="28567"/>
                  <a:pt x="5380" y="30153"/>
                </a:cubicBezTo>
                <a:lnTo>
                  <a:pt x="3473" y="30967"/>
                </a:lnTo>
                <a:cubicBezTo>
                  <a:pt x="3987" y="30367"/>
                  <a:pt x="4501" y="29788"/>
                  <a:pt x="5016" y="29167"/>
                </a:cubicBezTo>
                <a:lnTo>
                  <a:pt x="5016" y="29188"/>
                </a:lnTo>
                <a:cubicBezTo>
                  <a:pt x="13181" y="26810"/>
                  <a:pt x="21324" y="24345"/>
                  <a:pt x="29597" y="22395"/>
                </a:cubicBezTo>
                <a:cubicBezTo>
                  <a:pt x="33819" y="21409"/>
                  <a:pt x="38062" y="20616"/>
                  <a:pt x="42326" y="19802"/>
                </a:cubicBezTo>
                <a:cubicBezTo>
                  <a:pt x="44362" y="19395"/>
                  <a:pt x="46398" y="19009"/>
                  <a:pt x="48413" y="18580"/>
                </a:cubicBezTo>
                <a:cubicBezTo>
                  <a:pt x="50306" y="18201"/>
                  <a:pt x="52551" y="17926"/>
                  <a:pt x="54214" y="17369"/>
                </a:cubicBezTo>
                <a:close/>
                <a:moveTo>
                  <a:pt x="54285" y="17552"/>
                </a:moveTo>
                <a:lnTo>
                  <a:pt x="52570" y="19416"/>
                </a:lnTo>
                <a:cubicBezTo>
                  <a:pt x="49249" y="20445"/>
                  <a:pt x="45884" y="21409"/>
                  <a:pt x="42519" y="22309"/>
                </a:cubicBezTo>
                <a:cubicBezTo>
                  <a:pt x="42005" y="22438"/>
                  <a:pt x="41491" y="22545"/>
                  <a:pt x="40976" y="22673"/>
                </a:cubicBezTo>
                <a:cubicBezTo>
                  <a:pt x="37612" y="23402"/>
                  <a:pt x="34290" y="24345"/>
                  <a:pt x="30947" y="25159"/>
                </a:cubicBezTo>
                <a:cubicBezTo>
                  <a:pt x="29875" y="25395"/>
                  <a:pt x="28825" y="25631"/>
                  <a:pt x="27754" y="25845"/>
                </a:cubicBezTo>
                <a:cubicBezTo>
                  <a:pt x="23532" y="26724"/>
                  <a:pt x="19267" y="27388"/>
                  <a:pt x="15024" y="28224"/>
                </a:cubicBezTo>
                <a:cubicBezTo>
                  <a:pt x="13031" y="28567"/>
                  <a:pt x="11059" y="29038"/>
                  <a:pt x="9130" y="29617"/>
                </a:cubicBezTo>
                <a:cubicBezTo>
                  <a:pt x="8209" y="29917"/>
                  <a:pt x="7287" y="30281"/>
                  <a:pt x="6387" y="30581"/>
                </a:cubicBezTo>
                <a:cubicBezTo>
                  <a:pt x="5937" y="30753"/>
                  <a:pt x="5466" y="30881"/>
                  <a:pt x="5016" y="30989"/>
                </a:cubicBezTo>
                <a:cubicBezTo>
                  <a:pt x="4473" y="31135"/>
                  <a:pt x="3706" y="31098"/>
                  <a:pt x="3251" y="31274"/>
                </a:cubicBezTo>
                <a:lnTo>
                  <a:pt x="3251" y="31274"/>
                </a:lnTo>
                <a:cubicBezTo>
                  <a:pt x="5081" y="30528"/>
                  <a:pt x="6850" y="29721"/>
                  <a:pt x="8745" y="29188"/>
                </a:cubicBezTo>
                <a:cubicBezTo>
                  <a:pt x="10909" y="28546"/>
                  <a:pt x="13095" y="27945"/>
                  <a:pt x="15281" y="27345"/>
                </a:cubicBezTo>
                <a:cubicBezTo>
                  <a:pt x="19481" y="26210"/>
                  <a:pt x="23682" y="25159"/>
                  <a:pt x="27882" y="24088"/>
                </a:cubicBezTo>
                <a:cubicBezTo>
                  <a:pt x="36026" y="22009"/>
                  <a:pt x="44384" y="20595"/>
                  <a:pt x="52442" y="18152"/>
                </a:cubicBezTo>
                <a:cubicBezTo>
                  <a:pt x="53063" y="17959"/>
                  <a:pt x="53685" y="17744"/>
                  <a:pt x="54285" y="17552"/>
                </a:cubicBezTo>
                <a:close/>
                <a:moveTo>
                  <a:pt x="25589" y="26488"/>
                </a:moveTo>
                <a:lnTo>
                  <a:pt x="25589" y="26488"/>
                </a:lnTo>
                <a:cubicBezTo>
                  <a:pt x="22632" y="27281"/>
                  <a:pt x="19696" y="28224"/>
                  <a:pt x="16738" y="29017"/>
                </a:cubicBezTo>
                <a:cubicBezTo>
                  <a:pt x="14809" y="29553"/>
                  <a:pt x="12859" y="30067"/>
                  <a:pt x="10952" y="30646"/>
                </a:cubicBezTo>
                <a:cubicBezTo>
                  <a:pt x="9109" y="31203"/>
                  <a:pt x="7159" y="31353"/>
                  <a:pt x="5380" y="32167"/>
                </a:cubicBezTo>
                <a:lnTo>
                  <a:pt x="4973" y="32339"/>
                </a:lnTo>
                <a:cubicBezTo>
                  <a:pt x="4437" y="32060"/>
                  <a:pt x="3880" y="31760"/>
                  <a:pt x="3344" y="31460"/>
                </a:cubicBezTo>
                <a:cubicBezTo>
                  <a:pt x="4887" y="31353"/>
                  <a:pt x="6344" y="30839"/>
                  <a:pt x="7802" y="30303"/>
                </a:cubicBezTo>
                <a:cubicBezTo>
                  <a:pt x="9859" y="29596"/>
                  <a:pt x="11938" y="29038"/>
                  <a:pt x="14059" y="28631"/>
                </a:cubicBezTo>
                <a:cubicBezTo>
                  <a:pt x="17874" y="27817"/>
                  <a:pt x="21753" y="27217"/>
                  <a:pt x="25589" y="26488"/>
                </a:cubicBezTo>
                <a:close/>
                <a:moveTo>
                  <a:pt x="52163" y="19866"/>
                </a:moveTo>
                <a:lnTo>
                  <a:pt x="51135" y="20980"/>
                </a:lnTo>
                <a:cubicBezTo>
                  <a:pt x="49420" y="21388"/>
                  <a:pt x="47748" y="22073"/>
                  <a:pt x="46034" y="22523"/>
                </a:cubicBezTo>
                <a:cubicBezTo>
                  <a:pt x="44170" y="23038"/>
                  <a:pt x="42284" y="23424"/>
                  <a:pt x="40398" y="23895"/>
                </a:cubicBezTo>
                <a:cubicBezTo>
                  <a:pt x="38490" y="24367"/>
                  <a:pt x="36755" y="25052"/>
                  <a:pt x="34911" y="25502"/>
                </a:cubicBezTo>
                <a:cubicBezTo>
                  <a:pt x="32876" y="25995"/>
                  <a:pt x="30840" y="26445"/>
                  <a:pt x="28804" y="26917"/>
                </a:cubicBezTo>
                <a:cubicBezTo>
                  <a:pt x="25010" y="27774"/>
                  <a:pt x="21260" y="28803"/>
                  <a:pt x="17510" y="29831"/>
                </a:cubicBezTo>
                <a:cubicBezTo>
                  <a:pt x="15624" y="30346"/>
                  <a:pt x="13781" y="30903"/>
                  <a:pt x="11831" y="31224"/>
                </a:cubicBezTo>
                <a:cubicBezTo>
                  <a:pt x="9902" y="31546"/>
                  <a:pt x="7952" y="31803"/>
                  <a:pt x="6044" y="32253"/>
                </a:cubicBezTo>
                <a:cubicBezTo>
                  <a:pt x="5922" y="32273"/>
                  <a:pt x="5955" y="32448"/>
                  <a:pt x="6068" y="32448"/>
                </a:cubicBezTo>
                <a:cubicBezTo>
                  <a:pt x="6074" y="32448"/>
                  <a:pt x="6080" y="32447"/>
                  <a:pt x="6087" y="32446"/>
                </a:cubicBezTo>
                <a:cubicBezTo>
                  <a:pt x="9580" y="31610"/>
                  <a:pt x="13138" y="31289"/>
                  <a:pt x="16610" y="30303"/>
                </a:cubicBezTo>
                <a:cubicBezTo>
                  <a:pt x="20317" y="29231"/>
                  <a:pt x="24068" y="28224"/>
                  <a:pt x="27861" y="27367"/>
                </a:cubicBezTo>
                <a:cubicBezTo>
                  <a:pt x="31633" y="26488"/>
                  <a:pt x="35362" y="25588"/>
                  <a:pt x="39069" y="24474"/>
                </a:cubicBezTo>
                <a:cubicBezTo>
                  <a:pt x="40762" y="23981"/>
                  <a:pt x="42498" y="23681"/>
                  <a:pt x="44212" y="23252"/>
                </a:cubicBezTo>
                <a:cubicBezTo>
                  <a:pt x="45755" y="22888"/>
                  <a:pt x="47256" y="22395"/>
                  <a:pt x="48734" y="21902"/>
                </a:cubicBezTo>
                <a:lnTo>
                  <a:pt x="48734" y="21902"/>
                </a:lnTo>
                <a:lnTo>
                  <a:pt x="47084" y="22545"/>
                </a:lnTo>
                <a:cubicBezTo>
                  <a:pt x="45155" y="23252"/>
                  <a:pt x="43162" y="23895"/>
                  <a:pt x="41169" y="24409"/>
                </a:cubicBezTo>
                <a:cubicBezTo>
                  <a:pt x="37290" y="25438"/>
                  <a:pt x="33390" y="26317"/>
                  <a:pt x="29490" y="27217"/>
                </a:cubicBezTo>
                <a:cubicBezTo>
                  <a:pt x="25589" y="28117"/>
                  <a:pt x="21753" y="28996"/>
                  <a:pt x="17895" y="30003"/>
                </a:cubicBezTo>
                <a:cubicBezTo>
                  <a:pt x="14188" y="30946"/>
                  <a:pt x="10352" y="31846"/>
                  <a:pt x="6794" y="33282"/>
                </a:cubicBezTo>
                <a:cubicBezTo>
                  <a:pt x="6259" y="33003"/>
                  <a:pt x="5744" y="32746"/>
                  <a:pt x="5209" y="32467"/>
                </a:cubicBezTo>
                <a:cubicBezTo>
                  <a:pt x="7073" y="31653"/>
                  <a:pt x="9045" y="31332"/>
                  <a:pt x="10995" y="30860"/>
                </a:cubicBezTo>
                <a:cubicBezTo>
                  <a:pt x="13095" y="30324"/>
                  <a:pt x="15174" y="29660"/>
                  <a:pt x="17274" y="29103"/>
                </a:cubicBezTo>
                <a:cubicBezTo>
                  <a:pt x="21303" y="28010"/>
                  <a:pt x="25246" y="26681"/>
                  <a:pt x="29339" y="25781"/>
                </a:cubicBezTo>
                <a:cubicBezTo>
                  <a:pt x="30218" y="25588"/>
                  <a:pt x="31075" y="25374"/>
                  <a:pt x="31954" y="25159"/>
                </a:cubicBezTo>
                <a:cubicBezTo>
                  <a:pt x="34869" y="24474"/>
                  <a:pt x="37762" y="23745"/>
                  <a:pt x="40655" y="22952"/>
                </a:cubicBezTo>
                <a:cubicBezTo>
                  <a:pt x="40933" y="22888"/>
                  <a:pt x="41234" y="22824"/>
                  <a:pt x="41534" y="22759"/>
                </a:cubicBezTo>
                <a:cubicBezTo>
                  <a:pt x="43527" y="22331"/>
                  <a:pt x="45520" y="21816"/>
                  <a:pt x="47491" y="21238"/>
                </a:cubicBezTo>
                <a:cubicBezTo>
                  <a:pt x="48970" y="20788"/>
                  <a:pt x="50727" y="20530"/>
                  <a:pt x="52163" y="19866"/>
                </a:cubicBezTo>
                <a:close/>
                <a:moveTo>
                  <a:pt x="50813" y="21366"/>
                </a:moveTo>
                <a:lnTo>
                  <a:pt x="48991" y="23338"/>
                </a:lnTo>
                <a:lnTo>
                  <a:pt x="48970" y="23338"/>
                </a:lnTo>
                <a:cubicBezTo>
                  <a:pt x="48563" y="23424"/>
                  <a:pt x="48134" y="23552"/>
                  <a:pt x="47727" y="23681"/>
                </a:cubicBezTo>
                <a:lnTo>
                  <a:pt x="47513" y="23745"/>
                </a:lnTo>
                <a:cubicBezTo>
                  <a:pt x="45391" y="24324"/>
                  <a:pt x="43377" y="25117"/>
                  <a:pt x="41234" y="25567"/>
                </a:cubicBezTo>
                <a:cubicBezTo>
                  <a:pt x="37033" y="26445"/>
                  <a:pt x="32854" y="27345"/>
                  <a:pt x="28697" y="28374"/>
                </a:cubicBezTo>
                <a:cubicBezTo>
                  <a:pt x="26061" y="29017"/>
                  <a:pt x="23446" y="29681"/>
                  <a:pt x="20831" y="30431"/>
                </a:cubicBezTo>
                <a:cubicBezTo>
                  <a:pt x="18088" y="31224"/>
                  <a:pt x="15302" y="31696"/>
                  <a:pt x="12516" y="32274"/>
                </a:cubicBezTo>
                <a:cubicBezTo>
                  <a:pt x="11209" y="32553"/>
                  <a:pt x="9923" y="32853"/>
                  <a:pt x="8616" y="33089"/>
                </a:cubicBezTo>
                <a:cubicBezTo>
                  <a:pt x="8338" y="33133"/>
                  <a:pt x="7380" y="33377"/>
                  <a:pt x="7210" y="33377"/>
                </a:cubicBezTo>
                <a:cubicBezTo>
                  <a:pt x="7132" y="33377"/>
                  <a:pt x="7223" y="33324"/>
                  <a:pt x="7630" y="33175"/>
                </a:cubicBezTo>
                <a:cubicBezTo>
                  <a:pt x="8273" y="32939"/>
                  <a:pt x="8916" y="32746"/>
                  <a:pt x="9538" y="32553"/>
                </a:cubicBezTo>
                <a:cubicBezTo>
                  <a:pt x="12324" y="31696"/>
                  <a:pt x="15131" y="30946"/>
                  <a:pt x="17960" y="30196"/>
                </a:cubicBezTo>
                <a:cubicBezTo>
                  <a:pt x="23467" y="28760"/>
                  <a:pt x="29039" y="27517"/>
                  <a:pt x="34590" y="26210"/>
                </a:cubicBezTo>
                <a:cubicBezTo>
                  <a:pt x="37483" y="25524"/>
                  <a:pt x="40376" y="24817"/>
                  <a:pt x="43248" y="24045"/>
                </a:cubicBezTo>
                <a:cubicBezTo>
                  <a:pt x="45820" y="23338"/>
                  <a:pt x="48306" y="22266"/>
                  <a:pt x="50813" y="21366"/>
                </a:cubicBezTo>
                <a:close/>
                <a:moveTo>
                  <a:pt x="48713" y="23595"/>
                </a:moveTo>
                <a:lnTo>
                  <a:pt x="47106" y="25374"/>
                </a:lnTo>
                <a:lnTo>
                  <a:pt x="47084" y="25374"/>
                </a:lnTo>
                <a:cubicBezTo>
                  <a:pt x="43034" y="26445"/>
                  <a:pt x="38919" y="27303"/>
                  <a:pt x="34783" y="28074"/>
                </a:cubicBezTo>
                <a:lnTo>
                  <a:pt x="34761" y="28074"/>
                </a:lnTo>
                <a:cubicBezTo>
                  <a:pt x="30604" y="28824"/>
                  <a:pt x="26553" y="29874"/>
                  <a:pt x="22482" y="30989"/>
                </a:cubicBezTo>
                <a:cubicBezTo>
                  <a:pt x="18474" y="32103"/>
                  <a:pt x="14402" y="33282"/>
                  <a:pt x="10309" y="34032"/>
                </a:cubicBezTo>
                <a:lnTo>
                  <a:pt x="9816" y="34118"/>
                </a:lnTo>
                <a:lnTo>
                  <a:pt x="9752" y="34096"/>
                </a:lnTo>
                <a:lnTo>
                  <a:pt x="10288" y="33925"/>
                </a:lnTo>
                <a:cubicBezTo>
                  <a:pt x="11231" y="33625"/>
                  <a:pt x="12173" y="33303"/>
                  <a:pt x="13116" y="32982"/>
                </a:cubicBezTo>
                <a:cubicBezTo>
                  <a:pt x="15260" y="32274"/>
                  <a:pt x="17488" y="31846"/>
                  <a:pt x="19653" y="31267"/>
                </a:cubicBezTo>
                <a:cubicBezTo>
                  <a:pt x="23746" y="30174"/>
                  <a:pt x="27732" y="28931"/>
                  <a:pt x="31890" y="28074"/>
                </a:cubicBezTo>
                <a:cubicBezTo>
                  <a:pt x="36047" y="27195"/>
                  <a:pt x="40312" y="26402"/>
                  <a:pt x="44384" y="25095"/>
                </a:cubicBezTo>
                <a:cubicBezTo>
                  <a:pt x="45348" y="24774"/>
                  <a:pt x="46291" y="24431"/>
                  <a:pt x="47213" y="24066"/>
                </a:cubicBezTo>
                <a:cubicBezTo>
                  <a:pt x="47277" y="24045"/>
                  <a:pt x="47320" y="24024"/>
                  <a:pt x="47384" y="24002"/>
                </a:cubicBezTo>
                <a:cubicBezTo>
                  <a:pt x="47813" y="23852"/>
                  <a:pt x="48263" y="23724"/>
                  <a:pt x="48713" y="23595"/>
                </a:cubicBezTo>
                <a:close/>
                <a:moveTo>
                  <a:pt x="46870" y="25652"/>
                </a:moveTo>
                <a:lnTo>
                  <a:pt x="46141" y="26445"/>
                </a:lnTo>
                <a:cubicBezTo>
                  <a:pt x="45563" y="26574"/>
                  <a:pt x="45005" y="26724"/>
                  <a:pt x="44470" y="26895"/>
                </a:cubicBezTo>
                <a:lnTo>
                  <a:pt x="43677" y="27088"/>
                </a:lnTo>
                <a:cubicBezTo>
                  <a:pt x="39562" y="28095"/>
                  <a:pt x="35340" y="28674"/>
                  <a:pt x="31247" y="29703"/>
                </a:cubicBezTo>
                <a:cubicBezTo>
                  <a:pt x="27154" y="30731"/>
                  <a:pt x="23060" y="32039"/>
                  <a:pt x="18967" y="33239"/>
                </a:cubicBezTo>
                <a:cubicBezTo>
                  <a:pt x="17660" y="33625"/>
                  <a:pt x="16288" y="33839"/>
                  <a:pt x="14959" y="34118"/>
                </a:cubicBezTo>
                <a:cubicBezTo>
                  <a:pt x="18924" y="32853"/>
                  <a:pt x="22910" y="31674"/>
                  <a:pt x="26896" y="30496"/>
                </a:cubicBezTo>
                <a:cubicBezTo>
                  <a:pt x="30968" y="29274"/>
                  <a:pt x="35126" y="28674"/>
                  <a:pt x="39262" y="27667"/>
                </a:cubicBezTo>
                <a:cubicBezTo>
                  <a:pt x="41576" y="27088"/>
                  <a:pt x="43912" y="26467"/>
                  <a:pt x="46227" y="25824"/>
                </a:cubicBezTo>
                <a:cubicBezTo>
                  <a:pt x="46293" y="25835"/>
                  <a:pt x="46353" y="25840"/>
                  <a:pt x="46404" y="25840"/>
                </a:cubicBezTo>
                <a:cubicBezTo>
                  <a:pt x="46553" y="25840"/>
                  <a:pt x="46640" y="25796"/>
                  <a:pt x="46655" y="25717"/>
                </a:cubicBezTo>
                <a:lnTo>
                  <a:pt x="46870" y="25652"/>
                </a:lnTo>
                <a:close/>
                <a:moveTo>
                  <a:pt x="45927" y="26724"/>
                </a:moveTo>
                <a:lnTo>
                  <a:pt x="45927" y="26724"/>
                </a:lnTo>
                <a:cubicBezTo>
                  <a:pt x="45413" y="27260"/>
                  <a:pt x="44920" y="27817"/>
                  <a:pt x="44427" y="28374"/>
                </a:cubicBezTo>
                <a:cubicBezTo>
                  <a:pt x="38983" y="30603"/>
                  <a:pt x="32983" y="31396"/>
                  <a:pt x="27282" y="32703"/>
                </a:cubicBezTo>
                <a:cubicBezTo>
                  <a:pt x="25053" y="33196"/>
                  <a:pt x="22825" y="33710"/>
                  <a:pt x="20596" y="34139"/>
                </a:cubicBezTo>
                <a:cubicBezTo>
                  <a:pt x="21839" y="33732"/>
                  <a:pt x="23082" y="33325"/>
                  <a:pt x="24325" y="32939"/>
                </a:cubicBezTo>
                <a:cubicBezTo>
                  <a:pt x="28311" y="31717"/>
                  <a:pt x="32340" y="30539"/>
                  <a:pt x="36390" y="29553"/>
                </a:cubicBezTo>
                <a:cubicBezTo>
                  <a:pt x="38319" y="29081"/>
                  <a:pt x="40248" y="28588"/>
                  <a:pt x="42134" y="27967"/>
                </a:cubicBezTo>
                <a:cubicBezTo>
                  <a:pt x="42991" y="27688"/>
                  <a:pt x="43827" y="27345"/>
                  <a:pt x="44662" y="27045"/>
                </a:cubicBezTo>
                <a:cubicBezTo>
                  <a:pt x="44898" y="26981"/>
                  <a:pt x="45155" y="26917"/>
                  <a:pt x="45391" y="26852"/>
                </a:cubicBezTo>
                <a:cubicBezTo>
                  <a:pt x="45429" y="26856"/>
                  <a:pt x="45464" y="26858"/>
                  <a:pt x="45495" y="26858"/>
                </a:cubicBezTo>
                <a:cubicBezTo>
                  <a:pt x="45641" y="26858"/>
                  <a:pt x="45716" y="26820"/>
                  <a:pt x="45734" y="26767"/>
                </a:cubicBezTo>
                <a:lnTo>
                  <a:pt x="45927" y="26724"/>
                </a:lnTo>
                <a:close/>
                <a:moveTo>
                  <a:pt x="24518" y="29617"/>
                </a:moveTo>
                <a:lnTo>
                  <a:pt x="24518" y="29617"/>
                </a:lnTo>
                <a:cubicBezTo>
                  <a:pt x="22546" y="30196"/>
                  <a:pt x="20596" y="30817"/>
                  <a:pt x="18603" y="31353"/>
                </a:cubicBezTo>
                <a:cubicBezTo>
                  <a:pt x="15495" y="32146"/>
                  <a:pt x="12452" y="33110"/>
                  <a:pt x="9366" y="34032"/>
                </a:cubicBezTo>
                <a:cubicBezTo>
                  <a:pt x="9302" y="34021"/>
                  <a:pt x="9243" y="34016"/>
                  <a:pt x="9190" y="34016"/>
                </a:cubicBezTo>
                <a:cubicBezTo>
                  <a:pt x="9030" y="34016"/>
                  <a:pt x="8921" y="34064"/>
                  <a:pt x="8873" y="34160"/>
                </a:cubicBezTo>
                <a:lnTo>
                  <a:pt x="8680" y="34225"/>
                </a:lnTo>
                <a:cubicBezTo>
                  <a:pt x="8187" y="33989"/>
                  <a:pt x="7673" y="33732"/>
                  <a:pt x="7180" y="33475"/>
                </a:cubicBezTo>
                <a:cubicBezTo>
                  <a:pt x="13074" y="32810"/>
                  <a:pt x="18796" y="31096"/>
                  <a:pt x="24518" y="29617"/>
                </a:cubicBezTo>
                <a:close/>
                <a:moveTo>
                  <a:pt x="41191" y="26960"/>
                </a:moveTo>
                <a:cubicBezTo>
                  <a:pt x="40526" y="27131"/>
                  <a:pt x="39862" y="27303"/>
                  <a:pt x="39219" y="27474"/>
                </a:cubicBezTo>
                <a:cubicBezTo>
                  <a:pt x="36112" y="28267"/>
                  <a:pt x="32940" y="28696"/>
                  <a:pt x="29832" y="29446"/>
                </a:cubicBezTo>
                <a:cubicBezTo>
                  <a:pt x="23317" y="31053"/>
                  <a:pt x="17017" y="33432"/>
                  <a:pt x="10545" y="35103"/>
                </a:cubicBezTo>
                <a:lnTo>
                  <a:pt x="9109" y="34418"/>
                </a:lnTo>
                <a:cubicBezTo>
                  <a:pt x="11831" y="34032"/>
                  <a:pt x="14445" y="33239"/>
                  <a:pt x="17124" y="32596"/>
                </a:cubicBezTo>
                <a:cubicBezTo>
                  <a:pt x="20274" y="31867"/>
                  <a:pt x="23382" y="30967"/>
                  <a:pt x="26489" y="30089"/>
                </a:cubicBezTo>
                <a:cubicBezTo>
                  <a:pt x="31311" y="28738"/>
                  <a:pt x="36262" y="27945"/>
                  <a:pt x="41191" y="26960"/>
                </a:cubicBezTo>
                <a:close/>
                <a:moveTo>
                  <a:pt x="2144" y="32403"/>
                </a:moveTo>
                <a:lnTo>
                  <a:pt x="2144" y="32403"/>
                </a:lnTo>
                <a:cubicBezTo>
                  <a:pt x="1715" y="33453"/>
                  <a:pt x="1480" y="34589"/>
                  <a:pt x="1458" y="35725"/>
                </a:cubicBezTo>
                <a:cubicBezTo>
                  <a:pt x="1244" y="34589"/>
                  <a:pt x="1522" y="33239"/>
                  <a:pt x="2144" y="32403"/>
                </a:cubicBezTo>
                <a:close/>
                <a:moveTo>
                  <a:pt x="42605" y="27560"/>
                </a:moveTo>
                <a:lnTo>
                  <a:pt x="42605" y="27560"/>
                </a:lnTo>
                <a:cubicBezTo>
                  <a:pt x="41941" y="27795"/>
                  <a:pt x="41298" y="28031"/>
                  <a:pt x="40655" y="28224"/>
                </a:cubicBezTo>
                <a:cubicBezTo>
                  <a:pt x="38576" y="28846"/>
                  <a:pt x="36476" y="29296"/>
                  <a:pt x="34376" y="29874"/>
                </a:cubicBezTo>
                <a:cubicBezTo>
                  <a:pt x="30368" y="30946"/>
                  <a:pt x="26318" y="32082"/>
                  <a:pt x="22353" y="33367"/>
                </a:cubicBezTo>
                <a:cubicBezTo>
                  <a:pt x="21174" y="33732"/>
                  <a:pt x="19974" y="34096"/>
                  <a:pt x="18796" y="34439"/>
                </a:cubicBezTo>
                <a:lnTo>
                  <a:pt x="18688" y="34460"/>
                </a:lnTo>
                <a:cubicBezTo>
                  <a:pt x="16631" y="34782"/>
                  <a:pt x="14488" y="35060"/>
                  <a:pt x="12709" y="36153"/>
                </a:cubicBezTo>
                <a:lnTo>
                  <a:pt x="10931" y="35296"/>
                </a:lnTo>
                <a:cubicBezTo>
                  <a:pt x="11895" y="35232"/>
                  <a:pt x="12816" y="34868"/>
                  <a:pt x="13759" y="34610"/>
                </a:cubicBezTo>
                <a:cubicBezTo>
                  <a:pt x="15174" y="34182"/>
                  <a:pt x="16674" y="34075"/>
                  <a:pt x="18088" y="33710"/>
                </a:cubicBezTo>
                <a:cubicBezTo>
                  <a:pt x="21217" y="32939"/>
                  <a:pt x="24282" y="31867"/>
                  <a:pt x="27368" y="30967"/>
                </a:cubicBezTo>
                <a:cubicBezTo>
                  <a:pt x="32383" y="29531"/>
                  <a:pt x="37526" y="28717"/>
                  <a:pt x="42605" y="27560"/>
                </a:cubicBezTo>
                <a:close/>
                <a:moveTo>
                  <a:pt x="17210" y="34889"/>
                </a:moveTo>
                <a:lnTo>
                  <a:pt x="17210" y="34889"/>
                </a:lnTo>
                <a:cubicBezTo>
                  <a:pt x="16995" y="34932"/>
                  <a:pt x="16781" y="34996"/>
                  <a:pt x="16567" y="35060"/>
                </a:cubicBezTo>
                <a:cubicBezTo>
                  <a:pt x="15624" y="35296"/>
                  <a:pt x="14724" y="35661"/>
                  <a:pt x="13802" y="35961"/>
                </a:cubicBezTo>
                <a:cubicBezTo>
                  <a:pt x="13502" y="36046"/>
                  <a:pt x="13202" y="36132"/>
                  <a:pt x="12924" y="36261"/>
                </a:cubicBezTo>
                <a:cubicBezTo>
                  <a:pt x="13395" y="35961"/>
                  <a:pt x="13909" y="35725"/>
                  <a:pt x="14445" y="35553"/>
                </a:cubicBezTo>
                <a:cubicBezTo>
                  <a:pt x="15345" y="35253"/>
                  <a:pt x="16267" y="35018"/>
                  <a:pt x="17210" y="34889"/>
                </a:cubicBezTo>
                <a:close/>
                <a:moveTo>
                  <a:pt x="43977" y="28846"/>
                </a:moveTo>
                <a:lnTo>
                  <a:pt x="42541" y="30453"/>
                </a:lnTo>
                <a:cubicBezTo>
                  <a:pt x="41212" y="30881"/>
                  <a:pt x="39862" y="31289"/>
                  <a:pt x="38512" y="31653"/>
                </a:cubicBezTo>
                <a:lnTo>
                  <a:pt x="37033" y="32039"/>
                </a:lnTo>
                <a:cubicBezTo>
                  <a:pt x="36519" y="32167"/>
                  <a:pt x="36026" y="32296"/>
                  <a:pt x="35512" y="32467"/>
                </a:cubicBezTo>
                <a:cubicBezTo>
                  <a:pt x="33197" y="33067"/>
                  <a:pt x="30861" y="33625"/>
                  <a:pt x="28525" y="34182"/>
                </a:cubicBezTo>
                <a:cubicBezTo>
                  <a:pt x="26103" y="34782"/>
                  <a:pt x="23639" y="35403"/>
                  <a:pt x="21174" y="35939"/>
                </a:cubicBezTo>
                <a:cubicBezTo>
                  <a:pt x="20060" y="36175"/>
                  <a:pt x="18946" y="36496"/>
                  <a:pt x="17831" y="36775"/>
                </a:cubicBezTo>
                <a:cubicBezTo>
                  <a:pt x="17210" y="36925"/>
                  <a:pt x="16567" y="37032"/>
                  <a:pt x="15924" y="37161"/>
                </a:cubicBezTo>
                <a:cubicBezTo>
                  <a:pt x="15676" y="37203"/>
                  <a:pt x="15547" y="37220"/>
                  <a:pt x="15501" y="37220"/>
                </a:cubicBezTo>
                <a:cubicBezTo>
                  <a:pt x="15313" y="37220"/>
                  <a:pt x="16527" y="36930"/>
                  <a:pt x="16717" y="36861"/>
                </a:cubicBezTo>
                <a:cubicBezTo>
                  <a:pt x="21496" y="35425"/>
                  <a:pt x="26318" y="34182"/>
                  <a:pt x="31118" y="32789"/>
                </a:cubicBezTo>
                <a:cubicBezTo>
                  <a:pt x="33561" y="32060"/>
                  <a:pt x="36047" y="31439"/>
                  <a:pt x="38469" y="30646"/>
                </a:cubicBezTo>
                <a:cubicBezTo>
                  <a:pt x="40226" y="30067"/>
                  <a:pt x="42091" y="29617"/>
                  <a:pt x="43805" y="28867"/>
                </a:cubicBezTo>
                <a:cubicBezTo>
                  <a:pt x="43870" y="28867"/>
                  <a:pt x="43912" y="28867"/>
                  <a:pt x="43977" y="28846"/>
                </a:cubicBezTo>
                <a:close/>
                <a:moveTo>
                  <a:pt x="38169" y="30517"/>
                </a:moveTo>
                <a:cubicBezTo>
                  <a:pt x="30647" y="32917"/>
                  <a:pt x="22825" y="34396"/>
                  <a:pt x="15388" y="37075"/>
                </a:cubicBezTo>
                <a:lnTo>
                  <a:pt x="15002" y="37246"/>
                </a:lnTo>
                <a:cubicBezTo>
                  <a:pt x="14381" y="36946"/>
                  <a:pt x="13781" y="36646"/>
                  <a:pt x="13159" y="36346"/>
                </a:cubicBezTo>
                <a:cubicBezTo>
                  <a:pt x="14809" y="35918"/>
                  <a:pt x="16395" y="35318"/>
                  <a:pt x="18067" y="34868"/>
                </a:cubicBezTo>
                <a:cubicBezTo>
                  <a:pt x="18388" y="34782"/>
                  <a:pt x="18688" y="34696"/>
                  <a:pt x="19010" y="34610"/>
                </a:cubicBezTo>
                <a:lnTo>
                  <a:pt x="19117" y="34589"/>
                </a:lnTo>
                <a:cubicBezTo>
                  <a:pt x="21196" y="34268"/>
                  <a:pt x="23253" y="33796"/>
                  <a:pt x="25311" y="33346"/>
                </a:cubicBezTo>
                <a:cubicBezTo>
                  <a:pt x="29425" y="32424"/>
                  <a:pt x="33561" y="31567"/>
                  <a:pt x="37676" y="30624"/>
                </a:cubicBezTo>
                <a:lnTo>
                  <a:pt x="38169" y="30517"/>
                </a:lnTo>
                <a:close/>
                <a:moveTo>
                  <a:pt x="41876" y="30881"/>
                </a:moveTo>
                <a:cubicBezTo>
                  <a:pt x="41919" y="30892"/>
                  <a:pt x="41968" y="30898"/>
                  <a:pt x="42016" y="30898"/>
                </a:cubicBezTo>
                <a:cubicBezTo>
                  <a:pt x="42064" y="30898"/>
                  <a:pt x="42112" y="30892"/>
                  <a:pt x="42155" y="30881"/>
                </a:cubicBezTo>
                <a:lnTo>
                  <a:pt x="42155" y="30881"/>
                </a:lnTo>
                <a:lnTo>
                  <a:pt x="40098" y="33153"/>
                </a:lnTo>
                <a:lnTo>
                  <a:pt x="39862" y="33239"/>
                </a:lnTo>
                <a:cubicBezTo>
                  <a:pt x="39818" y="33201"/>
                  <a:pt x="39766" y="33182"/>
                  <a:pt x="39708" y="33182"/>
                </a:cubicBezTo>
                <a:cubicBezTo>
                  <a:pt x="39569" y="33182"/>
                  <a:pt x="39394" y="33291"/>
                  <a:pt x="39198" y="33517"/>
                </a:cubicBezTo>
                <a:cubicBezTo>
                  <a:pt x="37869" y="33989"/>
                  <a:pt x="36540" y="34396"/>
                  <a:pt x="35190" y="34739"/>
                </a:cubicBezTo>
                <a:lnTo>
                  <a:pt x="35040" y="34760"/>
                </a:lnTo>
                <a:lnTo>
                  <a:pt x="34376" y="34932"/>
                </a:lnTo>
                <a:cubicBezTo>
                  <a:pt x="32468" y="35382"/>
                  <a:pt x="30518" y="35768"/>
                  <a:pt x="28654" y="36175"/>
                </a:cubicBezTo>
                <a:cubicBezTo>
                  <a:pt x="26511" y="36625"/>
                  <a:pt x="24325" y="36968"/>
                  <a:pt x="22139" y="37311"/>
                </a:cubicBezTo>
                <a:cubicBezTo>
                  <a:pt x="21153" y="37482"/>
                  <a:pt x="20146" y="37654"/>
                  <a:pt x="19138" y="37825"/>
                </a:cubicBezTo>
                <a:lnTo>
                  <a:pt x="18667" y="37932"/>
                </a:lnTo>
                <a:cubicBezTo>
                  <a:pt x="22546" y="36711"/>
                  <a:pt x="26403" y="35489"/>
                  <a:pt x="30304" y="34332"/>
                </a:cubicBezTo>
                <a:cubicBezTo>
                  <a:pt x="32018" y="33817"/>
                  <a:pt x="33733" y="33217"/>
                  <a:pt x="35447" y="32703"/>
                </a:cubicBezTo>
                <a:cubicBezTo>
                  <a:pt x="36669" y="32382"/>
                  <a:pt x="37890" y="32039"/>
                  <a:pt x="39112" y="31696"/>
                </a:cubicBezTo>
                <a:cubicBezTo>
                  <a:pt x="40033" y="31439"/>
                  <a:pt x="40955" y="31203"/>
                  <a:pt x="41876" y="30881"/>
                </a:cubicBezTo>
                <a:close/>
                <a:moveTo>
                  <a:pt x="32190" y="33517"/>
                </a:moveTo>
                <a:lnTo>
                  <a:pt x="32190" y="33517"/>
                </a:lnTo>
                <a:cubicBezTo>
                  <a:pt x="31547" y="33732"/>
                  <a:pt x="30904" y="33946"/>
                  <a:pt x="30240" y="34139"/>
                </a:cubicBezTo>
                <a:cubicBezTo>
                  <a:pt x="27968" y="34825"/>
                  <a:pt x="25675" y="35403"/>
                  <a:pt x="23403" y="36132"/>
                </a:cubicBezTo>
                <a:cubicBezTo>
                  <a:pt x="21410" y="36775"/>
                  <a:pt x="19438" y="37461"/>
                  <a:pt x="17424" y="38082"/>
                </a:cubicBezTo>
                <a:cubicBezTo>
                  <a:pt x="17295" y="38082"/>
                  <a:pt x="17210" y="38104"/>
                  <a:pt x="17167" y="38168"/>
                </a:cubicBezTo>
                <a:lnTo>
                  <a:pt x="16974" y="38232"/>
                </a:lnTo>
                <a:lnTo>
                  <a:pt x="16610" y="38039"/>
                </a:lnTo>
                <a:lnTo>
                  <a:pt x="15324" y="37418"/>
                </a:lnTo>
                <a:cubicBezTo>
                  <a:pt x="17167" y="37182"/>
                  <a:pt x="18946" y="36668"/>
                  <a:pt x="20767" y="36239"/>
                </a:cubicBezTo>
                <a:lnTo>
                  <a:pt x="20767" y="36218"/>
                </a:lnTo>
                <a:cubicBezTo>
                  <a:pt x="23039" y="35682"/>
                  <a:pt x="25311" y="35146"/>
                  <a:pt x="27604" y="34610"/>
                </a:cubicBezTo>
                <a:cubicBezTo>
                  <a:pt x="29125" y="34246"/>
                  <a:pt x="30647" y="33903"/>
                  <a:pt x="32190" y="33517"/>
                </a:cubicBezTo>
                <a:close/>
                <a:moveTo>
                  <a:pt x="30282" y="36025"/>
                </a:moveTo>
                <a:lnTo>
                  <a:pt x="30282" y="36025"/>
                </a:lnTo>
                <a:cubicBezTo>
                  <a:pt x="29790" y="36175"/>
                  <a:pt x="29297" y="36303"/>
                  <a:pt x="28782" y="36432"/>
                </a:cubicBezTo>
                <a:cubicBezTo>
                  <a:pt x="26789" y="36968"/>
                  <a:pt x="24775" y="37354"/>
                  <a:pt x="22782" y="37889"/>
                </a:cubicBezTo>
                <a:cubicBezTo>
                  <a:pt x="21989" y="38082"/>
                  <a:pt x="21239" y="38339"/>
                  <a:pt x="20446" y="38511"/>
                </a:cubicBezTo>
                <a:cubicBezTo>
                  <a:pt x="19846" y="38597"/>
                  <a:pt x="19267" y="38789"/>
                  <a:pt x="18753" y="39089"/>
                </a:cubicBezTo>
                <a:lnTo>
                  <a:pt x="17338" y="38382"/>
                </a:lnTo>
                <a:cubicBezTo>
                  <a:pt x="21110" y="37611"/>
                  <a:pt x="24925" y="37139"/>
                  <a:pt x="28718" y="36368"/>
                </a:cubicBezTo>
                <a:lnTo>
                  <a:pt x="28697" y="36346"/>
                </a:lnTo>
                <a:lnTo>
                  <a:pt x="30282" y="36025"/>
                </a:lnTo>
                <a:close/>
                <a:moveTo>
                  <a:pt x="39733" y="33560"/>
                </a:moveTo>
                <a:lnTo>
                  <a:pt x="39733" y="33560"/>
                </a:lnTo>
                <a:cubicBezTo>
                  <a:pt x="39198" y="34139"/>
                  <a:pt x="38683" y="34718"/>
                  <a:pt x="38148" y="35296"/>
                </a:cubicBezTo>
                <a:cubicBezTo>
                  <a:pt x="38137" y="35285"/>
                  <a:pt x="38126" y="35280"/>
                  <a:pt x="38115" y="35280"/>
                </a:cubicBezTo>
                <a:cubicBezTo>
                  <a:pt x="38105" y="35280"/>
                  <a:pt x="38094" y="35285"/>
                  <a:pt x="38083" y="35296"/>
                </a:cubicBezTo>
                <a:cubicBezTo>
                  <a:pt x="34804" y="36218"/>
                  <a:pt x="31483" y="36861"/>
                  <a:pt x="28139" y="37568"/>
                </a:cubicBezTo>
                <a:cubicBezTo>
                  <a:pt x="26318" y="37954"/>
                  <a:pt x="24518" y="38382"/>
                  <a:pt x="22696" y="38682"/>
                </a:cubicBezTo>
                <a:cubicBezTo>
                  <a:pt x="21732" y="38854"/>
                  <a:pt x="20746" y="38982"/>
                  <a:pt x="19739" y="39068"/>
                </a:cubicBezTo>
                <a:cubicBezTo>
                  <a:pt x="19587" y="39081"/>
                  <a:pt x="19115" y="39190"/>
                  <a:pt x="18999" y="39190"/>
                </a:cubicBezTo>
                <a:cubicBezTo>
                  <a:pt x="18918" y="39190"/>
                  <a:pt x="19010" y="39137"/>
                  <a:pt x="19503" y="38961"/>
                </a:cubicBezTo>
                <a:cubicBezTo>
                  <a:pt x="19824" y="38854"/>
                  <a:pt x="20167" y="38768"/>
                  <a:pt x="20510" y="38704"/>
                </a:cubicBezTo>
                <a:cubicBezTo>
                  <a:pt x="23960" y="37954"/>
                  <a:pt x="27432" y="37032"/>
                  <a:pt x="30840" y="36089"/>
                </a:cubicBezTo>
                <a:cubicBezTo>
                  <a:pt x="33754" y="35253"/>
                  <a:pt x="36947" y="34803"/>
                  <a:pt x="39733" y="33560"/>
                </a:cubicBezTo>
                <a:close/>
                <a:moveTo>
                  <a:pt x="37205" y="35746"/>
                </a:moveTo>
                <a:cubicBezTo>
                  <a:pt x="36776" y="35939"/>
                  <a:pt x="36347" y="36089"/>
                  <a:pt x="35897" y="36218"/>
                </a:cubicBezTo>
                <a:cubicBezTo>
                  <a:pt x="35233" y="36432"/>
                  <a:pt x="34547" y="36582"/>
                  <a:pt x="33883" y="36732"/>
                </a:cubicBezTo>
                <a:cubicBezTo>
                  <a:pt x="32426" y="37075"/>
                  <a:pt x="30947" y="37396"/>
                  <a:pt x="29468" y="37696"/>
                </a:cubicBezTo>
                <a:cubicBezTo>
                  <a:pt x="27904" y="37996"/>
                  <a:pt x="26425" y="38575"/>
                  <a:pt x="24903" y="39089"/>
                </a:cubicBezTo>
                <a:cubicBezTo>
                  <a:pt x="23617" y="39539"/>
                  <a:pt x="22182" y="39625"/>
                  <a:pt x="20939" y="40204"/>
                </a:cubicBezTo>
                <a:lnTo>
                  <a:pt x="19138" y="39304"/>
                </a:lnTo>
                <a:cubicBezTo>
                  <a:pt x="22203" y="39089"/>
                  <a:pt x="25203" y="38404"/>
                  <a:pt x="28182" y="37761"/>
                </a:cubicBezTo>
                <a:cubicBezTo>
                  <a:pt x="31204" y="37118"/>
                  <a:pt x="34226" y="36561"/>
                  <a:pt x="37205" y="35746"/>
                </a:cubicBezTo>
                <a:close/>
                <a:moveTo>
                  <a:pt x="37805" y="35661"/>
                </a:moveTo>
                <a:cubicBezTo>
                  <a:pt x="37333" y="36175"/>
                  <a:pt x="36883" y="36689"/>
                  <a:pt x="36412" y="37204"/>
                </a:cubicBezTo>
                <a:cubicBezTo>
                  <a:pt x="33690" y="37954"/>
                  <a:pt x="30882" y="38468"/>
                  <a:pt x="28139" y="39132"/>
                </a:cubicBezTo>
                <a:cubicBezTo>
                  <a:pt x="26789" y="39454"/>
                  <a:pt x="25418" y="39625"/>
                  <a:pt x="24046" y="39882"/>
                </a:cubicBezTo>
                <a:cubicBezTo>
                  <a:pt x="23253" y="40054"/>
                  <a:pt x="22460" y="40182"/>
                  <a:pt x="21667" y="40247"/>
                </a:cubicBezTo>
                <a:cubicBezTo>
                  <a:pt x="21619" y="40249"/>
                  <a:pt x="21578" y="40250"/>
                  <a:pt x="21545" y="40250"/>
                </a:cubicBezTo>
                <a:cubicBezTo>
                  <a:pt x="20937" y="40250"/>
                  <a:pt x="22624" y="39902"/>
                  <a:pt x="22867" y="39861"/>
                </a:cubicBezTo>
                <a:cubicBezTo>
                  <a:pt x="25611" y="39304"/>
                  <a:pt x="28182" y="38146"/>
                  <a:pt x="30968" y="37589"/>
                </a:cubicBezTo>
                <a:cubicBezTo>
                  <a:pt x="33240" y="37161"/>
                  <a:pt x="35726" y="36753"/>
                  <a:pt x="37805" y="35661"/>
                </a:cubicBezTo>
                <a:close/>
                <a:moveTo>
                  <a:pt x="35362" y="37675"/>
                </a:moveTo>
                <a:lnTo>
                  <a:pt x="34526" y="37996"/>
                </a:lnTo>
                <a:cubicBezTo>
                  <a:pt x="33304" y="38468"/>
                  <a:pt x="32040" y="38897"/>
                  <a:pt x="30775" y="39304"/>
                </a:cubicBezTo>
                <a:cubicBezTo>
                  <a:pt x="29511" y="39711"/>
                  <a:pt x="28182" y="40054"/>
                  <a:pt x="26896" y="40461"/>
                </a:cubicBezTo>
                <a:cubicBezTo>
                  <a:pt x="25782" y="40804"/>
                  <a:pt x="24560" y="41018"/>
                  <a:pt x="23489" y="41490"/>
                </a:cubicBezTo>
                <a:lnTo>
                  <a:pt x="21410" y="40440"/>
                </a:lnTo>
                <a:lnTo>
                  <a:pt x="21410" y="40440"/>
                </a:lnTo>
                <a:cubicBezTo>
                  <a:pt x="21531" y="40445"/>
                  <a:pt x="21653" y="40448"/>
                  <a:pt x="21775" y="40448"/>
                </a:cubicBezTo>
                <a:cubicBezTo>
                  <a:pt x="23585" y="40448"/>
                  <a:pt x="25554" y="39881"/>
                  <a:pt x="27261" y="39539"/>
                </a:cubicBezTo>
                <a:cubicBezTo>
                  <a:pt x="29832" y="39004"/>
                  <a:pt x="32383" y="38318"/>
                  <a:pt x="34976" y="37761"/>
                </a:cubicBezTo>
                <a:lnTo>
                  <a:pt x="35362" y="37675"/>
                </a:lnTo>
                <a:close/>
                <a:moveTo>
                  <a:pt x="36004" y="37611"/>
                </a:moveTo>
                <a:lnTo>
                  <a:pt x="36004" y="37611"/>
                </a:lnTo>
                <a:cubicBezTo>
                  <a:pt x="35426" y="38254"/>
                  <a:pt x="34826" y="38875"/>
                  <a:pt x="34247" y="39497"/>
                </a:cubicBezTo>
                <a:cubicBezTo>
                  <a:pt x="32640" y="39904"/>
                  <a:pt x="30947" y="40140"/>
                  <a:pt x="29318" y="40461"/>
                </a:cubicBezTo>
                <a:cubicBezTo>
                  <a:pt x="28354" y="40654"/>
                  <a:pt x="27389" y="40804"/>
                  <a:pt x="26425" y="40997"/>
                </a:cubicBezTo>
                <a:cubicBezTo>
                  <a:pt x="26018" y="41061"/>
                  <a:pt x="25632" y="41168"/>
                  <a:pt x="25246" y="41275"/>
                </a:cubicBezTo>
                <a:cubicBezTo>
                  <a:pt x="25052" y="41350"/>
                  <a:pt x="23954" y="41612"/>
                  <a:pt x="23775" y="41612"/>
                </a:cubicBezTo>
                <a:cubicBezTo>
                  <a:pt x="23698" y="41612"/>
                  <a:pt x="23795" y="41562"/>
                  <a:pt x="24218" y="41425"/>
                </a:cubicBezTo>
                <a:lnTo>
                  <a:pt x="24218" y="41404"/>
                </a:lnTo>
                <a:cubicBezTo>
                  <a:pt x="28161" y="40118"/>
                  <a:pt x="32147" y="39111"/>
                  <a:pt x="36004" y="37611"/>
                </a:cubicBezTo>
                <a:close/>
                <a:moveTo>
                  <a:pt x="32168" y="40140"/>
                </a:moveTo>
                <a:lnTo>
                  <a:pt x="30968" y="40461"/>
                </a:lnTo>
                <a:cubicBezTo>
                  <a:pt x="29018" y="40997"/>
                  <a:pt x="27175" y="41725"/>
                  <a:pt x="25268" y="42390"/>
                </a:cubicBezTo>
                <a:lnTo>
                  <a:pt x="25139" y="42325"/>
                </a:lnTo>
                <a:lnTo>
                  <a:pt x="24046" y="41747"/>
                </a:lnTo>
                <a:cubicBezTo>
                  <a:pt x="25332" y="41704"/>
                  <a:pt x="26704" y="41147"/>
                  <a:pt x="27925" y="40932"/>
                </a:cubicBezTo>
                <a:cubicBezTo>
                  <a:pt x="29339" y="40675"/>
                  <a:pt x="30754" y="40418"/>
                  <a:pt x="32168" y="40140"/>
                </a:cubicBezTo>
                <a:close/>
                <a:moveTo>
                  <a:pt x="33904" y="39861"/>
                </a:moveTo>
                <a:lnTo>
                  <a:pt x="33904" y="39861"/>
                </a:lnTo>
                <a:cubicBezTo>
                  <a:pt x="33690" y="40075"/>
                  <a:pt x="33497" y="40268"/>
                  <a:pt x="33304" y="40482"/>
                </a:cubicBezTo>
                <a:cubicBezTo>
                  <a:pt x="31954" y="40697"/>
                  <a:pt x="30625" y="40997"/>
                  <a:pt x="29318" y="41383"/>
                </a:cubicBezTo>
                <a:cubicBezTo>
                  <a:pt x="28611" y="41575"/>
                  <a:pt x="27925" y="41833"/>
                  <a:pt x="27239" y="42047"/>
                </a:cubicBezTo>
                <a:cubicBezTo>
                  <a:pt x="26961" y="42133"/>
                  <a:pt x="26661" y="42218"/>
                  <a:pt x="26382" y="42283"/>
                </a:cubicBezTo>
                <a:cubicBezTo>
                  <a:pt x="25761" y="42433"/>
                  <a:pt x="25525" y="42475"/>
                  <a:pt x="25482" y="42497"/>
                </a:cubicBezTo>
                <a:lnTo>
                  <a:pt x="25482" y="42497"/>
                </a:lnTo>
                <a:cubicBezTo>
                  <a:pt x="25525" y="42475"/>
                  <a:pt x="25889" y="42368"/>
                  <a:pt x="26082" y="42304"/>
                </a:cubicBezTo>
                <a:cubicBezTo>
                  <a:pt x="28654" y="41340"/>
                  <a:pt x="31290" y="40675"/>
                  <a:pt x="33904" y="39861"/>
                </a:cubicBezTo>
                <a:close/>
                <a:moveTo>
                  <a:pt x="32941" y="40749"/>
                </a:moveTo>
                <a:cubicBezTo>
                  <a:pt x="33161" y="40749"/>
                  <a:pt x="31761" y="41211"/>
                  <a:pt x="31761" y="41211"/>
                </a:cubicBezTo>
                <a:cubicBezTo>
                  <a:pt x="31075" y="41490"/>
                  <a:pt x="30347" y="41704"/>
                  <a:pt x="29661" y="41940"/>
                </a:cubicBezTo>
                <a:cubicBezTo>
                  <a:pt x="28675" y="42261"/>
                  <a:pt x="27646" y="42476"/>
                  <a:pt x="26811" y="43076"/>
                </a:cubicBezTo>
                <a:cubicBezTo>
                  <a:pt x="26789" y="43076"/>
                  <a:pt x="26789" y="43097"/>
                  <a:pt x="26768" y="43118"/>
                </a:cubicBezTo>
                <a:cubicBezTo>
                  <a:pt x="26403" y="42926"/>
                  <a:pt x="26039" y="42754"/>
                  <a:pt x="25675" y="42583"/>
                </a:cubicBezTo>
                <a:cubicBezTo>
                  <a:pt x="26661" y="42433"/>
                  <a:pt x="27625" y="42175"/>
                  <a:pt x="28568" y="41833"/>
                </a:cubicBezTo>
                <a:cubicBezTo>
                  <a:pt x="29875" y="41425"/>
                  <a:pt x="31183" y="41083"/>
                  <a:pt x="32533" y="40825"/>
                </a:cubicBezTo>
                <a:cubicBezTo>
                  <a:pt x="32767" y="40771"/>
                  <a:pt x="32893" y="40749"/>
                  <a:pt x="32941" y="40749"/>
                </a:cubicBezTo>
                <a:close/>
                <a:moveTo>
                  <a:pt x="32815" y="40973"/>
                </a:moveTo>
                <a:cubicBezTo>
                  <a:pt x="32413" y="41395"/>
                  <a:pt x="31991" y="41817"/>
                  <a:pt x="31568" y="42240"/>
                </a:cubicBezTo>
                <a:cubicBezTo>
                  <a:pt x="30754" y="42283"/>
                  <a:pt x="29940" y="42454"/>
                  <a:pt x="29168" y="42711"/>
                </a:cubicBezTo>
                <a:cubicBezTo>
                  <a:pt x="28761" y="42840"/>
                  <a:pt x="28354" y="42947"/>
                  <a:pt x="27968" y="43033"/>
                </a:cubicBezTo>
                <a:cubicBezTo>
                  <a:pt x="27615" y="43105"/>
                  <a:pt x="27404" y="43134"/>
                  <a:pt x="27294" y="43134"/>
                </a:cubicBezTo>
                <a:cubicBezTo>
                  <a:pt x="26882" y="43134"/>
                  <a:pt x="27891" y="42722"/>
                  <a:pt x="28247" y="42604"/>
                </a:cubicBezTo>
                <a:cubicBezTo>
                  <a:pt x="29776" y="42116"/>
                  <a:pt x="31347" y="41669"/>
                  <a:pt x="32815" y="40973"/>
                </a:cubicBezTo>
                <a:close/>
                <a:moveTo>
                  <a:pt x="31183" y="42647"/>
                </a:moveTo>
                <a:lnTo>
                  <a:pt x="31183" y="42647"/>
                </a:lnTo>
                <a:cubicBezTo>
                  <a:pt x="30818" y="43011"/>
                  <a:pt x="30432" y="43397"/>
                  <a:pt x="30068" y="43761"/>
                </a:cubicBezTo>
                <a:cubicBezTo>
                  <a:pt x="30047" y="43761"/>
                  <a:pt x="30047" y="43783"/>
                  <a:pt x="30047" y="43783"/>
                </a:cubicBezTo>
                <a:lnTo>
                  <a:pt x="30025" y="43783"/>
                </a:lnTo>
                <a:cubicBezTo>
                  <a:pt x="29845" y="43741"/>
                  <a:pt x="29665" y="43718"/>
                  <a:pt x="29486" y="43718"/>
                </a:cubicBezTo>
                <a:cubicBezTo>
                  <a:pt x="29387" y="43718"/>
                  <a:pt x="29288" y="43725"/>
                  <a:pt x="29189" y="43740"/>
                </a:cubicBezTo>
                <a:cubicBezTo>
                  <a:pt x="29122" y="43745"/>
                  <a:pt x="29065" y="43748"/>
                  <a:pt x="29017" y="43748"/>
                </a:cubicBezTo>
                <a:cubicBezTo>
                  <a:pt x="28319" y="43748"/>
                  <a:pt x="29594" y="43196"/>
                  <a:pt x="29875" y="43076"/>
                </a:cubicBezTo>
                <a:cubicBezTo>
                  <a:pt x="30325" y="42926"/>
                  <a:pt x="30754" y="42797"/>
                  <a:pt x="31183" y="42647"/>
                </a:cubicBezTo>
                <a:close/>
                <a:moveTo>
                  <a:pt x="31186" y="42403"/>
                </a:moveTo>
                <a:cubicBezTo>
                  <a:pt x="31228" y="42403"/>
                  <a:pt x="31204" y="42423"/>
                  <a:pt x="31075" y="42476"/>
                </a:cubicBezTo>
                <a:cubicBezTo>
                  <a:pt x="30132" y="42840"/>
                  <a:pt x="28932" y="42968"/>
                  <a:pt x="28289" y="43826"/>
                </a:cubicBezTo>
                <a:cubicBezTo>
                  <a:pt x="28268" y="43869"/>
                  <a:pt x="28268" y="43911"/>
                  <a:pt x="28311" y="43933"/>
                </a:cubicBezTo>
                <a:lnTo>
                  <a:pt x="28289" y="43933"/>
                </a:lnTo>
                <a:cubicBezTo>
                  <a:pt x="27904" y="43697"/>
                  <a:pt x="27496" y="43483"/>
                  <a:pt x="27089" y="43268"/>
                </a:cubicBezTo>
                <a:lnTo>
                  <a:pt x="27089" y="43268"/>
                </a:lnTo>
                <a:cubicBezTo>
                  <a:pt x="27148" y="43271"/>
                  <a:pt x="27206" y="43272"/>
                  <a:pt x="27265" y="43272"/>
                </a:cubicBezTo>
                <a:cubicBezTo>
                  <a:pt x="27785" y="43272"/>
                  <a:pt x="28303" y="43187"/>
                  <a:pt x="28804" y="43033"/>
                </a:cubicBezTo>
                <a:cubicBezTo>
                  <a:pt x="29211" y="42926"/>
                  <a:pt x="29618" y="42797"/>
                  <a:pt x="30025" y="42690"/>
                </a:cubicBezTo>
                <a:cubicBezTo>
                  <a:pt x="30092" y="42656"/>
                  <a:pt x="31041" y="42403"/>
                  <a:pt x="31186" y="42403"/>
                </a:cubicBezTo>
                <a:close/>
                <a:moveTo>
                  <a:pt x="28560" y="43973"/>
                </a:moveTo>
                <a:cubicBezTo>
                  <a:pt x="28895" y="43973"/>
                  <a:pt x="29570" y="43997"/>
                  <a:pt x="29618" y="44190"/>
                </a:cubicBezTo>
                <a:cubicBezTo>
                  <a:pt x="29490" y="44319"/>
                  <a:pt x="29361" y="44447"/>
                  <a:pt x="29211" y="44554"/>
                </a:cubicBezTo>
                <a:cubicBezTo>
                  <a:pt x="28954" y="44340"/>
                  <a:pt x="28675" y="44147"/>
                  <a:pt x="28375" y="43976"/>
                </a:cubicBezTo>
                <a:cubicBezTo>
                  <a:pt x="28375" y="43976"/>
                  <a:pt x="28449" y="43973"/>
                  <a:pt x="28560" y="43973"/>
                </a:cubicBezTo>
                <a:close/>
                <a:moveTo>
                  <a:pt x="3001" y="32039"/>
                </a:moveTo>
                <a:cubicBezTo>
                  <a:pt x="7223" y="34396"/>
                  <a:pt x="11681" y="36346"/>
                  <a:pt x="16010" y="38489"/>
                </a:cubicBezTo>
                <a:cubicBezTo>
                  <a:pt x="18817" y="39882"/>
                  <a:pt x="21624" y="41275"/>
                  <a:pt x="24410" y="42711"/>
                </a:cubicBezTo>
                <a:cubicBezTo>
                  <a:pt x="25825" y="43440"/>
                  <a:pt x="27561" y="44083"/>
                  <a:pt x="28825" y="45111"/>
                </a:cubicBezTo>
                <a:cubicBezTo>
                  <a:pt x="28782" y="45283"/>
                  <a:pt x="28739" y="45454"/>
                  <a:pt x="28675" y="45647"/>
                </a:cubicBezTo>
                <a:cubicBezTo>
                  <a:pt x="27068" y="45004"/>
                  <a:pt x="25503" y="44104"/>
                  <a:pt x="23960" y="43333"/>
                </a:cubicBezTo>
                <a:cubicBezTo>
                  <a:pt x="21239" y="41983"/>
                  <a:pt x="18517" y="40611"/>
                  <a:pt x="15817" y="39282"/>
                </a:cubicBezTo>
                <a:cubicBezTo>
                  <a:pt x="14038" y="38404"/>
                  <a:pt x="12195" y="37611"/>
                  <a:pt x="10459" y="36668"/>
                </a:cubicBezTo>
                <a:cubicBezTo>
                  <a:pt x="7973" y="35318"/>
                  <a:pt x="5466" y="33603"/>
                  <a:pt x="2765" y="32725"/>
                </a:cubicBezTo>
                <a:lnTo>
                  <a:pt x="2723" y="32725"/>
                </a:lnTo>
                <a:cubicBezTo>
                  <a:pt x="2830" y="32489"/>
                  <a:pt x="2915" y="32253"/>
                  <a:pt x="3001" y="32039"/>
                </a:cubicBezTo>
                <a:close/>
                <a:moveTo>
                  <a:pt x="2530" y="33346"/>
                </a:moveTo>
                <a:lnTo>
                  <a:pt x="2594" y="33389"/>
                </a:lnTo>
                <a:cubicBezTo>
                  <a:pt x="5294" y="34268"/>
                  <a:pt x="7823" y="36025"/>
                  <a:pt x="10330" y="37375"/>
                </a:cubicBezTo>
                <a:cubicBezTo>
                  <a:pt x="12088" y="38318"/>
                  <a:pt x="13931" y="39111"/>
                  <a:pt x="15688" y="39990"/>
                </a:cubicBezTo>
                <a:cubicBezTo>
                  <a:pt x="18410" y="41340"/>
                  <a:pt x="21132" y="42690"/>
                  <a:pt x="23832" y="44040"/>
                </a:cubicBezTo>
                <a:cubicBezTo>
                  <a:pt x="25353" y="44790"/>
                  <a:pt x="26875" y="45669"/>
                  <a:pt x="28461" y="46290"/>
                </a:cubicBezTo>
                <a:cubicBezTo>
                  <a:pt x="28375" y="46569"/>
                  <a:pt x="28289" y="46847"/>
                  <a:pt x="28225" y="47126"/>
                </a:cubicBezTo>
                <a:cubicBezTo>
                  <a:pt x="23768" y="44811"/>
                  <a:pt x="19138" y="42797"/>
                  <a:pt x="14617" y="40654"/>
                </a:cubicBezTo>
                <a:cubicBezTo>
                  <a:pt x="10459" y="38682"/>
                  <a:pt x="6173" y="36732"/>
                  <a:pt x="2272" y="34289"/>
                </a:cubicBezTo>
                <a:cubicBezTo>
                  <a:pt x="2337" y="33967"/>
                  <a:pt x="2423" y="33667"/>
                  <a:pt x="2530" y="33346"/>
                </a:cubicBezTo>
                <a:close/>
                <a:moveTo>
                  <a:pt x="58892" y="14937"/>
                </a:moveTo>
                <a:cubicBezTo>
                  <a:pt x="58892" y="15151"/>
                  <a:pt x="58935" y="15387"/>
                  <a:pt x="58978" y="15601"/>
                </a:cubicBezTo>
                <a:lnTo>
                  <a:pt x="58957" y="15601"/>
                </a:lnTo>
                <a:cubicBezTo>
                  <a:pt x="56578" y="17766"/>
                  <a:pt x="54499" y="20316"/>
                  <a:pt x="52292" y="22652"/>
                </a:cubicBezTo>
                <a:cubicBezTo>
                  <a:pt x="50106" y="24988"/>
                  <a:pt x="48027" y="27303"/>
                  <a:pt x="45820" y="29553"/>
                </a:cubicBezTo>
                <a:cubicBezTo>
                  <a:pt x="40741" y="34653"/>
                  <a:pt x="35854" y="39925"/>
                  <a:pt x="30904" y="45133"/>
                </a:cubicBezTo>
                <a:cubicBezTo>
                  <a:pt x="30218" y="45862"/>
                  <a:pt x="29532" y="46569"/>
                  <a:pt x="28868" y="47276"/>
                </a:cubicBezTo>
                <a:cubicBezTo>
                  <a:pt x="28954" y="46933"/>
                  <a:pt x="29082" y="46569"/>
                  <a:pt x="29189" y="46226"/>
                </a:cubicBezTo>
                <a:cubicBezTo>
                  <a:pt x="29232" y="46204"/>
                  <a:pt x="29254" y="46183"/>
                  <a:pt x="29297" y="46162"/>
                </a:cubicBezTo>
                <a:cubicBezTo>
                  <a:pt x="30690" y="44919"/>
                  <a:pt x="31911" y="43461"/>
                  <a:pt x="33197" y="42111"/>
                </a:cubicBezTo>
                <a:cubicBezTo>
                  <a:pt x="35919" y="39239"/>
                  <a:pt x="38662" y="36346"/>
                  <a:pt x="41384" y="33475"/>
                </a:cubicBezTo>
                <a:cubicBezTo>
                  <a:pt x="46763" y="27774"/>
                  <a:pt x="52163" y="22073"/>
                  <a:pt x="57542" y="16373"/>
                </a:cubicBezTo>
                <a:cubicBezTo>
                  <a:pt x="57992" y="15901"/>
                  <a:pt x="58421" y="15408"/>
                  <a:pt x="58892" y="14937"/>
                </a:cubicBezTo>
                <a:close/>
                <a:moveTo>
                  <a:pt x="2165" y="35018"/>
                </a:moveTo>
                <a:lnTo>
                  <a:pt x="2165" y="35018"/>
                </a:lnTo>
                <a:cubicBezTo>
                  <a:pt x="6001" y="37375"/>
                  <a:pt x="10202" y="39304"/>
                  <a:pt x="14274" y="41233"/>
                </a:cubicBezTo>
                <a:cubicBezTo>
                  <a:pt x="18860" y="43418"/>
                  <a:pt x="23553" y="45454"/>
                  <a:pt x="28075" y="47812"/>
                </a:cubicBezTo>
                <a:cubicBezTo>
                  <a:pt x="28011" y="48155"/>
                  <a:pt x="27968" y="48519"/>
                  <a:pt x="27968" y="48883"/>
                </a:cubicBezTo>
                <a:cubicBezTo>
                  <a:pt x="26811" y="48112"/>
                  <a:pt x="25375" y="47597"/>
                  <a:pt x="24132" y="46997"/>
                </a:cubicBezTo>
                <a:cubicBezTo>
                  <a:pt x="21260" y="45604"/>
                  <a:pt x="18346" y="44211"/>
                  <a:pt x="15452" y="42818"/>
                </a:cubicBezTo>
                <a:cubicBezTo>
                  <a:pt x="12559" y="41425"/>
                  <a:pt x="9602" y="40011"/>
                  <a:pt x="6687" y="38597"/>
                </a:cubicBezTo>
                <a:cubicBezTo>
                  <a:pt x="5359" y="37932"/>
                  <a:pt x="3387" y="37246"/>
                  <a:pt x="2315" y="36368"/>
                </a:cubicBezTo>
                <a:lnTo>
                  <a:pt x="2294" y="36368"/>
                </a:lnTo>
                <a:cubicBezTo>
                  <a:pt x="2272" y="36346"/>
                  <a:pt x="2230" y="36325"/>
                  <a:pt x="2187" y="36303"/>
                </a:cubicBezTo>
                <a:cubicBezTo>
                  <a:pt x="2122" y="35875"/>
                  <a:pt x="2101" y="35446"/>
                  <a:pt x="2165" y="35018"/>
                </a:cubicBezTo>
                <a:close/>
                <a:moveTo>
                  <a:pt x="59150" y="16351"/>
                </a:moveTo>
                <a:cubicBezTo>
                  <a:pt x="59171" y="16416"/>
                  <a:pt x="59192" y="16459"/>
                  <a:pt x="59214" y="16523"/>
                </a:cubicBezTo>
                <a:cubicBezTo>
                  <a:pt x="58271" y="17209"/>
                  <a:pt x="57478" y="18259"/>
                  <a:pt x="56707" y="19116"/>
                </a:cubicBezTo>
                <a:cubicBezTo>
                  <a:pt x="55099" y="20852"/>
                  <a:pt x="53492" y="22609"/>
                  <a:pt x="51885" y="24367"/>
                </a:cubicBezTo>
                <a:cubicBezTo>
                  <a:pt x="49634" y="26831"/>
                  <a:pt x="47406" y="29317"/>
                  <a:pt x="45091" y="31717"/>
                </a:cubicBezTo>
                <a:cubicBezTo>
                  <a:pt x="39605" y="37418"/>
                  <a:pt x="34054" y="43054"/>
                  <a:pt x="28675" y="48862"/>
                </a:cubicBezTo>
                <a:lnTo>
                  <a:pt x="28632" y="48905"/>
                </a:lnTo>
                <a:cubicBezTo>
                  <a:pt x="28632" y="48733"/>
                  <a:pt x="28632" y="48583"/>
                  <a:pt x="28632" y="48412"/>
                </a:cubicBezTo>
                <a:cubicBezTo>
                  <a:pt x="28697" y="48390"/>
                  <a:pt x="28761" y="48369"/>
                  <a:pt x="28804" y="48305"/>
                </a:cubicBezTo>
                <a:cubicBezTo>
                  <a:pt x="37890" y="38425"/>
                  <a:pt x="47363" y="28846"/>
                  <a:pt x="56556" y="19073"/>
                </a:cubicBezTo>
                <a:cubicBezTo>
                  <a:pt x="57414" y="18173"/>
                  <a:pt x="58250" y="17209"/>
                  <a:pt x="59150" y="16351"/>
                </a:cubicBezTo>
                <a:close/>
                <a:moveTo>
                  <a:pt x="2680" y="37439"/>
                </a:moveTo>
                <a:lnTo>
                  <a:pt x="2680" y="37439"/>
                </a:lnTo>
                <a:cubicBezTo>
                  <a:pt x="3708" y="38039"/>
                  <a:pt x="4951" y="38511"/>
                  <a:pt x="5959" y="38982"/>
                </a:cubicBezTo>
                <a:cubicBezTo>
                  <a:pt x="8830" y="40397"/>
                  <a:pt x="11723" y="41790"/>
                  <a:pt x="14617" y="43183"/>
                </a:cubicBezTo>
                <a:cubicBezTo>
                  <a:pt x="17553" y="44576"/>
                  <a:pt x="20489" y="45990"/>
                  <a:pt x="23425" y="47405"/>
                </a:cubicBezTo>
                <a:cubicBezTo>
                  <a:pt x="24882" y="48112"/>
                  <a:pt x="26618" y="48733"/>
                  <a:pt x="27946" y="49698"/>
                </a:cubicBezTo>
                <a:cubicBezTo>
                  <a:pt x="27989" y="49719"/>
                  <a:pt x="28032" y="49741"/>
                  <a:pt x="28075" y="49741"/>
                </a:cubicBezTo>
                <a:cubicBezTo>
                  <a:pt x="28161" y="50062"/>
                  <a:pt x="28289" y="50383"/>
                  <a:pt x="28482" y="50662"/>
                </a:cubicBezTo>
                <a:cubicBezTo>
                  <a:pt x="24175" y="48926"/>
                  <a:pt x="20017" y="46590"/>
                  <a:pt x="15881" y="44533"/>
                </a:cubicBezTo>
                <a:cubicBezTo>
                  <a:pt x="13031" y="43118"/>
                  <a:pt x="10180" y="41683"/>
                  <a:pt x="7352" y="40204"/>
                </a:cubicBezTo>
                <a:cubicBezTo>
                  <a:pt x="5851" y="39411"/>
                  <a:pt x="4201" y="38682"/>
                  <a:pt x="2808" y="37675"/>
                </a:cubicBezTo>
                <a:cubicBezTo>
                  <a:pt x="2787" y="37654"/>
                  <a:pt x="2765" y="37632"/>
                  <a:pt x="2723" y="37611"/>
                </a:cubicBezTo>
                <a:cubicBezTo>
                  <a:pt x="2744" y="37546"/>
                  <a:pt x="2723" y="37482"/>
                  <a:pt x="2680" y="37439"/>
                </a:cubicBezTo>
                <a:close/>
                <a:moveTo>
                  <a:pt x="59557" y="17144"/>
                </a:moveTo>
                <a:cubicBezTo>
                  <a:pt x="59707" y="17402"/>
                  <a:pt x="59943" y="17616"/>
                  <a:pt x="60200" y="17744"/>
                </a:cubicBezTo>
                <a:cubicBezTo>
                  <a:pt x="59964" y="18087"/>
                  <a:pt x="59535" y="18537"/>
                  <a:pt x="59321" y="18795"/>
                </a:cubicBezTo>
                <a:cubicBezTo>
                  <a:pt x="58442" y="19802"/>
                  <a:pt x="57542" y="20788"/>
                  <a:pt x="56642" y="21773"/>
                </a:cubicBezTo>
                <a:cubicBezTo>
                  <a:pt x="53921" y="24731"/>
                  <a:pt x="51156" y="27667"/>
                  <a:pt x="48391" y="30581"/>
                </a:cubicBezTo>
                <a:cubicBezTo>
                  <a:pt x="42755" y="36539"/>
                  <a:pt x="37076" y="42476"/>
                  <a:pt x="31440" y="48433"/>
                </a:cubicBezTo>
                <a:cubicBezTo>
                  <a:pt x="30732" y="49162"/>
                  <a:pt x="30025" y="49891"/>
                  <a:pt x="29339" y="50662"/>
                </a:cubicBezTo>
                <a:cubicBezTo>
                  <a:pt x="29104" y="50383"/>
                  <a:pt x="28911" y="50062"/>
                  <a:pt x="28782" y="49719"/>
                </a:cubicBezTo>
                <a:cubicBezTo>
                  <a:pt x="28825" y="49698"/>
                  <a:pt x="28868" y="49676"/>
                  <a:pt x="28889" y="49633"/>
                </a:cubicBezTo>
                <a:cubicBezTo>
                  <a:pt x="30882" y="47362"/>
                  <a:pt x="33047" y="45240"/>
                  <a:pt x="35147" y="43054"/>
                </a:cubicBezTo>
                <a:cubicBezTo>
                  <a:pt x="38298" y="39754"/>
                  <a:pt x="41448" y="36475"/>
                  <a:pt x="44620" y="33196"/>
                </a:cubicBezTo>
                <a:cubicBezTo>
                  <a:pt x="49634" y="27988"/>
                  <a:pt x="54221" y="22309"/>
                  <a:pt x="59407" y="17273"/>
                </a:cubicBezTo>
                <a:lnTo>
                  <a:pt x="59557" y="17144"/>
                </a:lnTo>
                <a:close/>
                <a:moveTo>
                  <a:pt x="31586" y="0"/>
                </a:moveTo>
                <a:cubicBezTo>
                  <a:pt x="31503" y="0"/>
                  <a:pt x="31419" y="34"/>
                  <a:pt x="31375" y="107"/>
                </a:cubicBezTo>
                <a:cubicBezTo>
                  <a:pt x="25953" y="5207"/>
                  <a:pt x="21024" y="10822"/>
                  <a:pt x="15967" y="16287"/>
                </a:cubicBezTo>
                <a:cubicBezTo>
                  <a:pt x="11381" y="21238"/>
                  <a:pt x="6623" y="26102"/>
                  <a:pt x="2315" y="31310"/>
                </a:cubicBezTo>
                <a:cubicBezTo>
                  <a:pt x="387" y="32617"/>
                  <a:pt x="1" y="37161"/>
                  <a:pt x="2380" y="38189"/>
                </a:cubicBezTo>
                <a:cubicBezTo>
                  <a:pt x="3773" y="39239"/>
                  <a:pt x="5487" y="39990"/>
                  <a:pt x="7030" y="40782"/>
                </a:cubicBezTo>
                <a:cubicBezTo>
                  <a:pt x="9859" y="42261"/>
                  <a:pt x="12688" y="43697"/>
                  <a:pt x="15538" y="45111"/>
                </a:cubicBezTo>
                <a:cubicBezTo>
                  <a:pt x="19996" y="47340"/>
                  <a:pt x="24475" y="49848"/>
                  <a:pt x="29147" y="51626"/>
                </a:cubicBezTo>
                <a:cubicBezTo>
                  <a:pt x="29188" y="51650"/>
                  <a:pt x="29230" y="51661"/>
                  <a:pt x="29271" y="51661"/>
                </a:cubicBezTo>
                <a:cubicBezTo>
                  <a:pt x="29381" y="51661"/>
                  <a:pt x="29480" y="51585"/>
                  <a:pt x="29511" y="51476"/>
                </a:cubicBezTo>
                <a:cubicBezTo>
                  <a:pt x="29554" y="51455"/>
                  <a:pt x="29597" y="51434"/>
                  <a:pt x="29618" y="51391"/>
                </a:cubicBezTo>
                <a:cubicBezTo>
                  <a:pt x="33647" y="46719"/>
                  <a:pt x="38126" y="42390"/>
                  <a:pt x="42391" y="37932"/>
                </a:cubicBezTo>
                <a:cubicBezTo>
                  <a:pt x="47963" y="32060"/>
                  <a:pt x="53599" y="26231"/>
                  <a:pt x="59000" y="20188"/>
                </a:cubicBezTo>
                <a:cubicBezTo>
                  <a:pt x="59643" y="19480"/>
                  <a:pt x="60735" y="18580"/>
                  <a:pt x="61078" y="17616"/>
                </a:cubicBezTo>
                <a:cubicBezTo>
                  <a:pt x="61121" y="17509"/>
                  <a:pt x="61078" y="17380"/>
                  <a:pt x="60993" y="17294"/>
                </a:cubicBezTo>
                <a:cubicBezTo>
                  <a:pt x="60928" y="17230"/>
                  <a:pt x="60821" y="17187"/>
                  <a:pt x="60735" y="17187"/>
                </a:cubicBezTo>
                <a:cubicBezTo>
                  <a:pt x="60729" y="17187"/>
                  <a:pt x="60723" y="17188"/>
                  <a:pt x="60717" y="17188"/>
                </a:cubicBezTo>
                <a:cubicBezTo>
                  <a:pt x="60129" y="17188"/>
                  <a:pt x="59834" y="16197"/>
                  <a:pt x="59707" y="15773"/>
                </a:cubicBezTo>
                <a:cubicBezTo>
                  <a:pt x="59407" y="14723"/>
                  <a:pt x="59514" y="13587"/>
                  <a:pt x="59964" y="12601"/>
                </a:cubicBezTo>
                <a:cubicBezTo>
                  <a:pt x="60028" y="12537"/>
                  <a:pt x="60050" y="12451"/>
                  <a:pt x="60028" y="12365"/>
                </a:cubicBezTo>
                <a:cubicBezTo>
                  <a:pt x="60028" y="12258"/>
                  <a:pt x="59964" y="12151"/>
                  <a:pt x="59857" y="12108"/>
                </a:cubicBezTo>
                <a:cubicBezTo>
                  <a:pt x="55699" y="10265"/>
                  <a:pt x="51542" y="8358"/>
                  <a:pt x="47363" y="6536"/>
                </a:cubicBezTo>
                <a:cubicBezTo>
                  <a:pt x="42219" y="4264"/>
                  <a:pt x="37055" y="1821"/>
                  <a:pt x="31697" y="21"/>
                </a:cubicBezTo>
                <a:cubicBezTo>
                  <a:pt x="31663" y="8"/>
                  <a:pt x="31625" y="0"/>
                  <a:pt x="315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6" name="Google Shape;110;p3"/>
          <p:cNvSpPr/>
          <p:nvPr/>
        </p:nvSpPr>
        <p:spPr>
          <a:xfrm>
            <a:off x="1830960" y="278280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7" name="Google Shape;111;p3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8" name="Google Shape;112;p3"/>
          <p:cNvSpPr/>
          <p:nvPr/>
        </p:nvSpPr>
        <p:spPr>
          <a:xfrm>
            <a:off x="8366040" y="26460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9" name="Google Shape;113;p3"/>
          <p:cNvSpPr/>
          <p:nvPr/>
        </p:nvSpPr>
        <p:spPr>
          <a:xfrm>
            <a:off x="3550680" y="26496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0" name="Google Shape;114;p3"/>
          <p:cNvSpPr/>
          <p:nvPr/>
        </p:nvSpPr>
        <p:spPr>
          <a:xfrm>
            <a:off x="8688600" y="336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1" name="Google Shape;115;p3"/>
          <p:cNvSpPr/>
          <p:nvPr/>
        </p:nvSpPr>
        <p:spPr>
          <a:xfrm>
            <a:off x="1461960" y="174780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2" name="Google Shape;116;p3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3" name="Google Shape;117;p3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4" name="Google Shape;118;p3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5" name="Google Shape;119;p3"/>
          <p:cNvSpPr/>
          <p:nvPr/>
        </p:nvSpPr>
        <p:spPr>
          <a:xfrm>
            <a:off x="1498680" y="99900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6" name="Google Shape;120;p3"/>
          <p:cNvSpPr/>
          <p:nvPr/>
        </p:nvSpPr>
        <p:spPr>
          <a:xfrm>
            <a:off x="7163640" y="476712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7" name="Google Shape;121;p3"/>
          <p:cNvSpPr/>
          <p:nvPr/>
        </p:nvSpPr>
        <p:spPr>
          <a:xfrm>
            <a:off x="8484840" y="19026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8" name="Google Shape;122;p3"/>
          <p:cNvSpPr/>
          <p:nvPr/>
        </p:nvSpPr>
        <p:spPr>
          <a:xfrm>
            <a:off x="7119720" y="7344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9" name="Google Shape;123;p3"/>
          <p:cNvSpPr/>
          <p:nvPr/>
        </p:nvSpPr>
        <p:spPr>
          <a:xfrm>
            <a:off x="1204200" y="25048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0" name="Google Shape;124;p3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1" name="Google Shape;125;p3"/>
          <p:cNvSpPr/>
          <p:nvPr/>
        </p:nvSpPr>
        <p:spPr>
          <a:xfrm>
            <a:off x="3290040" y="417240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2" name="Google Shape;126;p3"/>
          <p:cNvSpPr/>
          <p:nvPr/>
        </p:nvSpPr>
        <p:spPr>
          <a:xfrm>
            <a:off x="2594520" y="24717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3" name="Google Shape;127;p3"/>
          <p:cNvSpPr/>
          <p:nvPr/>
        </p:nvSpPr>
        <p:spPr>
          <a:xfrm>
            <a:off x="7368840" y="217404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4" name="Google Shape;128;p3"/>
          <p:cNvSpPr/>
          <p:nvPr/>
        </p:nvSpPr>
        <p:spPr>
          <a:xfrm>
            <a:off x="6795720" y="306000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4" h="965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5" name="Google Shape;129;p3"/>
          <p:cNvSpPr/>
          <p:nvPr/>
        </p:nvSpPr>
        <p:spPr>
          <a:xfrm>
            <a:off x="5737320" y="4287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6" name="Google Shape;130;p3"/>
          <p:cNvSpPr/>
          <p:nvPr/>
        </p:nvSpPr>
        <p:spPr>
          <a:xfrm>
            <a:off x="6543360" y="46436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7" name="Google Shape;131;p3"/>
          <p:cNvSpPr/>
          <p:nvPr/>
        </p:nvSpPr>
        <p:spPr>
          <a:xfrm>
            <a:off x="6516360" y="214920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8" name="Google Shape;132;p3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09" name="Google Shape;133;p3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0" name="Google Shape;134;p3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1" name="Google Shape;135;p3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2" name="Google Shape;136;p3"/>
          <p:cNvSpPr/>
          <p:nvPr/>
        </p:nvSpPr>
        <p:spPr>
          <a:xfrm>
            <a:off x="2164320" y="315360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3" name="Google Shape;137;p3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4" name="Google Shape;138;p3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5" name="Google Shape;139;p3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6" name="Google Shape;140;p3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7" name="Google Shape;141;p3"/>
          <p:cNvSpPr/>
          <p:nvPr/>
        </p:nvSpPr>
        <p:spPr>
          <a:xfrm>
            <a:off x="6369480" y="42408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8" name="Google Shape;142;p3"/>
          <p:cNvSpPr/>
          <p:nvPr/>
        </p:nvSpPr>
        <p:spPr>
          <a:xfrm>
            <a:off x="4901760" y="84276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9" name="Google Shape;143;p3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0" name="Google Shape;144;p3"/>
          <p:cNvSpPr/>
          <p:nvPr/>
        </p:nvSpPr>
        <p:spPr>
          <a:xfrm>
            <a:off x="7435440" y="332568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1" name="Google Shape;145;p3"/>
          <p:cNvSpPr/>
          <p:nvPr/>
        </p:nvSpPr>
        <p:spPr>
          <a:xfrm>
            <a:off x="7863840" y="167040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2" name="Google Shape;146;p3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3" name="Google Shape;147;p3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4" name="Google Shape;148;p3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5" name="Google Shape;149;p3"/>
          <p:cNvSpPr/>
          <p:nvPr/>
        </p:nvSpPr>
        <p:spPr>
          <a:xfrm>
            <a:off x="8665200" y="135756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6" name="Google Shape;150;p3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7" name="Google Shape;151;p3"/>
          <p:cNvSpPr/>
          <p:nvPr/>
        </p:nvSpPr>
        <p:spPr>
          <a:xfrm>
            <a:off x="1525320" y="326160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28" name="Google Shape;152;p3"/>
          <p:cNvSpPr/>
          <p:nvPr/>
        </p:nvSpPr>
        <p:spPr>
          <a:xfrm>
            <a:off x="3006000" y="45990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629" name="Google Shape;153;p3"/>
          <p:cNvPicPr/>
          <p:nvPr/>
        </p:nvPicPr>
        <p:blipFill>
          <a:blip r:embed="rId3"/>
          <a:srcRect l="-116791" t="-666" r="-97439" b="-291"/>
          <a:stretch/>
        </p:blipFill>
        <p:spPr>
          <a:xfrm rot="4690800">
            <a:off x="3416400" y="2491920"/>
            <a:ext cx="1310760" cy="4685400"/>
          </a:xfrm>
          <a:prstGeom prst="rect">
            <a:avLst/>
          </a:prstGeom>
          <a:noFill/>
          <a:ln w="0">
            <a:noFill/>
          </a:ln>
          <a:effectLst>
            <a:outerShdw blurRad="214200" dist="19080" algn="bl" rotWithShape="0">
              <a:srgbClr val="000000">
                <a:alpha val="31000"/>
              </a:srgbClr>
            </a:outerShdw>
          </a:effec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4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0" name="Google Shape;3231;p21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1" name="PlaceHolder 1"/>
          <p:cNvSpPr>
            <a:spLocks noGrp="1"/>
          </p:cNvSpPr>
          <p:nvPr>
            <p:ph type="title"/>
          </p:nvPr>
        </p:nvSpPr>
        <p:spPr>
          <a:xfrm>
            <a:off x="714960" y="31608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32" name="Google Shape;3239;p21"/>
          <p:cNvSpPr/>
          <p:nvPr/>
        </p:nvSpPr>
        <p:spPr>
          <a:xfrm>
            <a:off x="230760" y="24465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3" name="Google Shape;3240;p21"/>
          <p:cNvSpPr/>
          <p:nvPr/>
        </p:nvSpPr>
        <p:spPr>
          <a:xfrm>
            <a:off x="394920" y="299016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4" name="Google Shape;3241;p21"/>
          <p:cNvSpPr/>
          <p:nvPr/>
        </p:nvSpPr>
        <p:spPr>
          <a:xfrm>
            <a:off x="5903640" y="264816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5" name="Google Shape;3242;p21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6" name="Google Shape;3243;p21"/>
          <p:cNvSpPr/>
          <p:nvPr/>
        </p:nvSpPr>
        <p:spPr>
          <a:xfrm>
            <a:off x="3134160" y="411588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7" name="Google Shape;3244;p21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8" name="Google Shape;3245;p21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9" name="Google Shape;3246;p21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0" name="Google Shape;3247;p21"/>
          <p:cNvSpPr/>
          <p:nvPr/>
        </p:nvSpPr>
        <p:spPr>
          <a:xfrm>
            <a:off x="3057840" y="213444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1" name="Google Shape;3248;p21"/>
          <p:cNvSpPr/>
          <p:nvPr/>
        </p:nvSpPr>
        <p:spPr>
          <a:xfrm>
            <a:off x="8484840" y="19026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2" name="Google Shape;3249;p21"/>
          <p:cNvSpPr/>
          <p:nvPr/>
        </p:nvSpPr>
        <p:spPr>
          <a:xfrm>
            <a:off x="8118720" y="71676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3" name="Google Shape;3250;p21"/>
          <p:cNvSpPr/>
          <p:nvPr/>
        </p:nvSpPr>
        <p:spPr>
          <a:xfrm>
            <a:off x="2832840" y="299016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4" name="Google Shape;3251;p21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5" name="Google Shape;3252;p21"/>
          <p:cNvSpPr/>
          <p:nvPr/>
        </p:nvSpPr>
        <p:spPr>
          <a:xfrm>
            <a:off x="289440" y="491724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6" name="Google Shape;3253;p21"/>
          <p:cNvSpPr/>
          <p:nvPr/>
        </p:nvSpPr>
        <p:spPr>
          <a:xfrm>
            <a:off x="2594520" y="24717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7" name="Google Shape;3254;p21"/>
          <p:cNvSpPr/>
          <p:nvPr/>
        </p:nvSpPr>
        <p:spPr>
          <a:xfrm>
            <a:off x="5960880" y="6732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8" name="Google Shape;3255;p21"/>
          <p:cNvSpPr/>
          <p:nvPr/>
        </p:nvSpPr>
        <p:spPr>
          <a:xfrm>
            <a:off x="6543360" y="46436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49" name="Google Shape;3256;p21"/>
          <p:cNvSpPr/>
          <p:nvPr/>
        </p:nvSpPr>
        <p:spPr>
          <a:xfrm>
            <a:off x="6516360" y="214920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0" name="Google Shape;3257;p21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1" name="Google Shape;3258;p21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2" name="Google Shape;3259;p21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3" name="Google Shape;3260;p21"/>
          <p:cNvSpPr/>
          <p:nvPr/>
        </p:nvSpPr>
        <p:spPr>
          <a:xfrm>
            <a:off x="1114920" y="488520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4" name="Google Shape;3261;p21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5" name="Google Shape;3262;p21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6" name="Google Shape;3263;p21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7" name="Google Shape;3264;p21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8" name="Google Shape;3265;p21"/>
          <p:cNvSpPr/>
          <p:nvPr/>
        </p:nvSpPr>
        <p:spPr>
          <a:xfrm>
            <a:off x="4722480" y="135936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9" name="Google Shape;3266;p21"/>
          <p:cNvSpPr/>
          <p:nvPr/>
        </p:nvSpPr>
        <p:spPr>
          <a:xfrm>
            <a:off x="1607400" y="133344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0" name="Google Shape;3267;p21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1" name="Google Shape;3268;p21"/>
          <p:cNvSpPr/>
          <p:nvPr/>
        </p:nvSpPr>
        <p:spPr>
          <a:xfrm>
            <a:off x="7863840" y="167040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2" name="Google Shape;3269;p21"/>
          <p:cNvSpPr/>
          <p:nvPr/>
        </p:nvSpPr>
        <p:spPr>
          <a:xfrm>
            <a:off x="871668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3" name="Google Shape;3270;p21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4" name="Google Shape;3271;p21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5" name="Google Shape;3272;p21"/>
          <p:cNvSpPr/>
          <p:nvPr/>
        </p:nvSpPr>
        <p:spPr>
          <a:xfrm>
            <a:off x="8718480" y="38844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6" name="Google Shape;3273;p21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7" name="Google Shape;3274;p21"/>
          <p:cNvSpPr/>
          <p:nvPr/>
        </p:nvSpPr>
        <p:spPr>
          <a:xfrm>
            <a:off x="3934800" y="494856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68" name="Google Shape;3275;p21"/>
          <p:cNvSpPr/>
          <p:nvPr/>
        </p:nvSpPr>
        <p:spPr>
          <a:xfrm>
            <a:off x="2072880" y="495216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4_2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9" name="Google Shape;3277;p22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0" name="PlaceHolder 1"/>
          <p:cNvSpPr>
            <a:spLocks noGrp="1"/>
          </p:cNvSpPr>
          <p:nvPr>
            <p:ph type="title"/>
          </p:nvPr>
        </p:nvSpPr>
        <p:spPr>
          <a:xfrm>
            <a:off x="714960" y="31608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71" name="Google Shape;3285;p22"/>
          <p:cNvSpPr/>
          <p:nvPr/>
        </p:nvSpPr>
        <p:spPr>
          <a:xfrm flipH="1">
            <a:off x="8726040" y="1054080"/>
            <a:ext cx="63000" cy="55800"/>
          </a:xfrm>
          <a:custGeom>
            <a:avLst/>
            <a:gdLst>
              <a:gd name="textAreaLeft" fmla="*/ -360 w 63000"/>
              <a:gd name="textAreaRight" fmla="*/ 6300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2" name="Google Shape;3286;p22"/>
          <p:cNvSpPr/>
          <p:nvPr/>
        </p:nvSpPr>
        <p:spPr>
          <a:xfrm flipH="1">
            <a:off x="8613360" y="3405960"/>
            <a:ext cx="58320" cy="54720"/>
          </a:xfrm>
          <a:custGeom>
            <a:avLst/>
            <a:gdLst>
              <a:gd name="textAreaLeft" fmla="*/ 360 w 58320"/>
              <a:gd name="textAreaRight" fmla="*/ 5904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3" name="Google Shape;3287;p22"/>
          <p:cNvSpPr/>
          <p:nvPr/>
        </p:nvSpPr>
        <p:spPr>
          <a:xfrm flipH="1">
            <a:off x="2995200" y="2133000"/>
            <a:ext cx="273600" cy="542520"/>
          </a:xfrm>
          <a:custGeom>
            <a:avLst/>
            <a:gdLst>
              <a:gd name="textAreaLeft" fmla="*/ 360 w 273600"/>
              <a:gd name="textAreaRight" fmla="*/ 27432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4" name="Google Shape;3288;p22"/>
          <p:cNvSpPr/>
          <p:nvPr/>
        </p:nvSpPr>
        <p:spPr>
          <a:xfrm flipH="1">
            <a:off x="7454520" y="369000"/>
            <a:ext cx="273600" cy="542160"/>
          </a:xfrm>
          <a:custGeom>
            <a:avLst/>
            <a:gdLst>
              <a:gd name="textAreaLeft" fmla="*/ 360 w 273600"/>
              <a:gd name="textAreaRight" fmla="*/ 27432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5" name="Google Shape;3289;p22"/>
          <p:cNvSpPr/>
          <p:nvPr/>
        </p:nvSpPr>
        <p:spPr>
          <a:xfrm flipH="1">
            <a:off x="701280" y="4533840"/>
            <a:ext cx="158760" cy="262440"/>
          </a:xfrm>
          <a:custGeom>
            <a:avLst/>
            <a:gdLst>
              <a:gd name="textAreaLeft" fmla="*/ -360 w 158760"/>
              <a:gd name="textAreaRight" fmla="*/ 15876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6" name="Google Shape;3290;p22"/>
          <p:cNvSpPr/>
          <p:nvPr/>
        </p:nvSpPr>
        <p:spPr>
          <a:xfrm flipH="1">
            <a:off x="7728120" y="4687200"/>
            <a:ext cx="158760" cy="262440"/>
          </a:xfrm>
          <a:custGeom>
            <a:avLst/>
            <a:gdLst>
              <a:gd name="textAreaLeft" fmla="*/ -360 w 158760"/>
              <a:gd name="textAreaRight" fmla="*/ 15876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7" name="Google Shape;3291;p22"/>
          <p:cNvSpPr/>
          <p:nvPr/>
        </p:nvSpPr>
        <p:spPr>
          <a:xfrm flipH="1">
            <a:off x="4857480" y="4568040"/>
            <a:ext cx="360" cy="360"/>
          </a:xfrm>
          <a:custGeom>
            <a:avLst/>
            <a:gdLst>
              <a:gd name="textAreaLeft" fmla="*/ -360 w 360"/>
              <a:gd name="textAreaRight" fmla="*/ 36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8" name="Google Shape;3292;p22"/>
          <p:cNvSpPr/>
          <p:nvPr/>
        </p:nvSpPr>
        <p:spPr>
          <a:xfrm flipH="1">
            <a:off x="4854960" y="4565520"/>
            <a:ext cx="360" cy="360"/>
          </a:xfrm>
          <a:custGeom>
            <a:avLst/>
            <a:gdLst>
              <a:gd name="textAreaLeft" fmla="*/ -360 w 360"/>
              <a:gd name="textAreaRight" fmla="*/ 36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9" name="Google Shape;3293;p22"/>
          <p:cNvSpPr/>
          <p:nvPr/>
        </p:nvSpPr>
        <p:spPr>
          <a:xfrm flipH="1">
            <a:off x="4862520" y="4581360"/>
            <a:ext cx="360" cy="360"/>
          </a:xfrm>
          <a:custGeom>
            <a:avLst/>
            <a:gdLst>
              <a:gd name="textAreaLeft" fmla="*/ -360 w 360"/>
              <a:gd name="textAreaRight" fmla="*/ 36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0" name="Google Shape;3294;p22"/>
          <p:cNvSpPr/>
          <p:nvPr/>
        </p:nvSpPr>
        <p:spPr>
          <a:xfrm flipH="1">
            <a:off x="6181920" y="1942560"/>
            <a:ext cx="167040" cy="170640"/>
          </a:xfrm>
          <a:custGeom>
            <a:avLst/>
            <a:gdLst>
              <a:gd name="textAreaLeft" fmla="*/ 360 w 167040"/>
              <a:gd name="textAreaRight" fmla="*/ 16776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1" name="Google Shape;3295;p22"/>
          <p:cNvSpPr/>
          <p:nvPr/>
        </p:nvSpPr>
        <p:spPr>
          <a:xfrm flipH="1">
            <a:off x="4387680" y="4384440"/>
            <a:ext cx="178920" cy="180720"/>
          </a:xfrm>
          <a:custGeom>
            <a:avLst/>
            <a:gdLst>
              <a:gd name="textAreaLeft" fmla="*/ -360 w 178920"/>
              <a:gd name="textAreaRight" fmla="*/ 17892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2" name="Google Shape;3296;p22"/>
          <p:cNvSpPr/>
          <p:nvPr/>
        </p:nvSpPr>
        <p:spPr>
          <a:xfrm flipH="1">
            <a:off x="1093320" y="369000"/>
            <a:ext cx="179640" cy="181800"/>
          </a:xfrm>
          <a:custGeom>
            <a:avLst/>
            <a:gdLst>
              <a:gd name="textAreaLeft" fmla="*/ -360 w 179640"/>
              <a:gd name="textAreaRight" fmla="*/ 17964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3" name="Google Shape;3297;p22"/>
          <p:cNvSpPr/>
          <p:nvPr/>
        </p:nvSpPr>
        <p:spPr>
          <a:xfrm flipH="1">
            <a:off x="613080" y="924120"/>
            <a:ext cx="43560" cy="36000"/>
          </a:xfrm>
          <a:custGeom>
            <a:avLst/>
            <a:gdLst>
              <a:gd name="textAreaLeft" fmla="*/ -360 w 43560"/>
              <a:gd name="textAreaRight" fmla="*/ 4356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4" name="Google Shape;3298;p22"/>
          <p:cNvSpPr/>
          <p:nvPr/>
        </p:nvSpPr>
        <p:spPr>
          <a:xfrm flipH="1">
            <a:off x="8041320" y="2504880"/>
            <a:ext cx="43560" cy="36000"/>
          </a:xfrm>
          <a:custGeom>
            <a:avLst/>
            <a:gdLst>
              <a:gd name="textAreaLeft" fmla="*/ -360 w 43560"/>
              <a:gd name="textAreaRight" fmla="*/ 4356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5" name="Google Shape;3299;p22"/>
          <p:cNvSpPr/>
          <p:nvPr/>
        </p:nvSpPr>
        <p:spPr>
          <a:xfrm flipH="1">
            <a:off x="6707160" y="15336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6" name="Google Shape;3300;p22"/>
          <p:cNvSpPr/>
          <p:nvPr/>
        </p:nvSpPr>
        <p:spPr>
          <a:xfrm flipH="1">
            <a:off x="5623560" y="4657320"/>
            <a:ext cx="40320" cy="33120"/>
          </a:xfrm>
          <a:custGeom>
            <a:avLst/>
            <a:gdLst>
              <a:gd name="textAreaLeft" fmla="*/ 360 w 40320"/>
              <a:gd name="textAreaRight" fmla="*/ 4104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7" name="Google Shape;3301;p22"/>
          <p:cNvSpPr/>
          <p:nvPr/>
        </p:nvSpPr>
        <p:spPr>
          <a:xfrm flipH="1">
            <a:off x="8672040" y="238752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8" name="Google Shape;3302;p22"/>
          <p:cNvSpPr/>
          <p:nvPr/>
        </p:nvSpPr>
        <p:spPr>
          <a:xfrm flipH="1">
            <a:off x="3129480" y="1494720"/>
            <a:ext cx="41400" cy="31680"/>
          </a:xfrm>
          <a:custGeom>
            <a:avLst/>
            <a:gdLst>
              <a:gd name="textAreaLeft" fmla="*/ -360 w 41400"/>
              <a:gd name="textAreaRight" fmla="*/ 4140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89" name="Google Shape;3303;p22"/>
          <p:cNvSpPr/>
          <p:nvPr/>
        </p:nvSpPr>
        <p:spPr>
          <a:xfrm flipH="1">
            <a:off x="5413320" y="4950000"/>
            <a:ext cx="41400" cy="31680"/>
          </a:xfrm>
          <a:custGeom>
            <a:avLst/>
            <a:gdLst>
              <a:gd name="textAreaLeft" fmla="*/ -360 w 41400"/>
              <a:gd name="textAreaRight" fmla="*/ 4140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4" h="965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0" name="Google Shape;3304;p22"/>
          <p:cNvSpPr/>
          <p:nvPr/>
        </p:nvSpPr>
        <p:spPr>
          <a:xfrm flipH="1">
            <a:off x="3512880" y="200160"/>
            <a:ext cx="39240" cy="33480"/>
          </a:xfrm>
          <a:custGeom>
            <a:avLst/>
            <a:gdLst>
              <a:gd name="textAreaLeft" fmla="*/ -360 w 39240"/>
              <a:gd name="textAreaRight" fmla="*/ 3924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1" name="Google Shape;3305;p22"/>
          <p:cNvSpPr/>
          <p:nvPr/>
        </p:nvSpPr>
        <p:spPr>
          <a:xfrm flipH="1">
            <a:off x="2714040" y="4643640"/>
            <a:ext cx="32400" cy="42840"/>
          </a:xfrm>
          <a:custGeom>
            <a:avLst/>
            <a:gdLst>
              <a:gd name="textAreaLeft" fmla="*/ 360 w 32400"/>
              <a:gd name="textAreaRight" fmla="*/ 3312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2" name="Google Shape;3306;p22"/>
          <p:cNvSpPr/>
          <p:nvPr/>
        </p:nvSpPr>
        <p:spPr>
          <a:xfrm flipH="1">
            <a:off x="2746800" y="1296720"/>
            <a:ext cx="38160" cy="35640"/>
          </a:xfrm>
          <a:custGeom>
            <a:avLst/>
            <a:gdLst>
              <a:gd name="textAreaLeft" fmla="*/ 360 w 38160"/>
              <a:gd name="textAreaRight" fmla="*/ 3888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3" name="Google Shape;3307;p22"/>
          <p:cNvSpPr/>
          <p:nvPr/>
        </p:nvSpPr>
        <p:spPr>
          <a:xfrm flipH="1">
            <a:off x="761040" y="2903400"/>
            <a:ext cx="40320" cy="31320"/>
          </a:xfrm>
          <a:custGeom>
            <a:avLst/>
            <a:gdLst>
              <a:gd name="textAreaLeft" fmla="*/ 360 w 40320"/>
              <a:gd name="textAreaRight" fmla="*/ 4104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4" name="Google Shape;3308;p22"/>
          <p:cNvSpPr/>
          <p:nvPr/>
        </p:nvSpPr>
        <p:spPr>
          <a:xfrm flipH="1">
            <a:off x="3732480" y="4797360"/>
            <a:ext cx="32400" cy="42480"/>
          </a:xfrm>
          <a:custGeom>
            <a:avLst/>
            <a:gdLst>
              <a:gd name="textAreaLeft" fmla="*/ 360 w 32400"/>
              <a:gd name="textAreaRight" fmla="*/ 3312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5" name="Google Shape;3309;p22"/>
          <p:cNvSpPr/>
          <p:nvPr/>
        </p:nvSpPr>
        <p:spPr>
          <a:xfrm flipH="1">
            <a:off x="7932240" y="4125960"/>
            <a:ext cx="36720" cy="35640"/>
          </a:xfrm>
          <a:custGeom>
            <a:avLst/>
            <a:gdLst>
              <a:gd name="textAreaLeft" fmla="*/ 360 w 36720"/>
              <a:gd name="textAreaRight" fmla="*/ 3744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9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6" name="Google Shape;3310;p22"/>
          <p:cNvSpPr/>
          <p:nvPr/>
        </p:nvSpPr>
        <p:spPr>
          <a:xfrm flipH="1">
            <a:off x="8737920" y="4591080"/>
            <a:ext cx="40320" cy="32400"/>
          </a:xfrm>
          <a:custGeom>
            <a:avLst/>
            <a:gdLst>
              <a:gd name="textAreaLeft" fmla="*/ 360 w 40320"/>
              <a:gd name="textAreaRight" fmla="*/ 4104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7" name="Google Shape;3311;p22"/>
          <p:cNvSpPr/>
          <p:nvPr/>
        </p:nvSpPr>
        <p:spPr>
          <a:xfrm flipH="1">
            <a:off x="7017840" y="4686840"/>
            <a:ext cx="40320" cy="31680"/>
          </a:xfrm>
          <a:custGeom>
            <a:avLst/>
            <a:gdLst>
              <a:gd name="textAreaLeft" fmla="*/ 360 w 40320"/>
              <a:gd name="textAreaRight" fmla="*/ 4104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8" name="Google Shape;3312;p22"/>
          <p:cNvSpPr/>
          <p:nvPr/>
        </p:nvSpPr>
        <p:spPr>
          <a:xfrm flipH="1">
            <a:off x="5885280" y="2901600"/>
            <a:ext cx="36720" cy="34920"/>
          </a:xfrm>
          <a:custGeom>
            <a:avLst/>
            <a:gdLst>
              <a:gd name="textAreaLeft" fmla="*/ 360 w 36720"/>
              <a:gd name="textAreaRight" fmla="*/ 3744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99" name="Google Shape;3313;p22"/>
          <p:cNvSpPr/>
          <p:nvPr/>
        </p:nvSpPr>
        <p:spPr>
          <a:xfrm flipH="1">
            <a:off x="7928280" y="216720"/>
            <a:ext cx="44640" cy="28800"/>
          </a:xfrm>
          <a:custGeom>
            <a:avLst/>
            <a:gdLst>
              <a:gd name="textAreaLeft" fmla="*/ 360 w 44640"/>
              <a:gd name="textAreaRight" fmla="*/ 4536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0" name="Google Shape;3314;p22"/>
          <p:cNvSpPr/>
          <p:nvPr/>
        </p:nvSpPr>
        <p:spPr>
          <a:xfrm flipH="1">
            <a:off x="8431560" y="152280"/>
            <a:ext cx="39240" cy="34560"/>
          </a:xfrm>
          <a:custGeom>
            <a:avLst/>
            <a:gdLst>
              <a:gd name="textAreaLeft" fmla="*/ -360 w 39240"/>
              <a:gd name="textAreaRight" fmla="*/ 3924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1" name="Google Shape;3315;p22"/>
          <p:cNvSpPr/>
          <p:nvPr/>
        </p:nvSpPr>
        <p:spPr>
          <a:xfrm flipH="1">
            <a:off x="8241840" y="842040"/>
            <a:ext cx="42480" cy="37800"/>
          </a:xfrm>
          <a:custGeom>
            <a:avLst/>
            <a:gdLst>
              <a:gd name="textAreaLeft" fmla="*/ 360 w 42480"/>
              <a:gd name="textAreaRight" fmla="*/ 4320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2" name="Google Shape;3316;p22"/>
          <p:cNvSpPr/>
          <p:nvPr/>
        </p:nvSpPr>
        <p:spPr>
          <a:xfrm flipH="1">
            <a:off x="9103320" y="44496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3" name="Google Shape;3317;p22"/>
          <p:cNvSpPr/>
          <p:nvPr/>
        </p:nvSpPr>
        <p:spPr>
          <a:xfrm flipH="1">
            <a:off x="263520" y="2550240"/>
            <a:ext cx="30240" cy="42840"/>
          </a:xfrm>
          <a:custGeom>
            <a:avLst/>
            <a:gdLst>
              <a:gd name="textAreaLeft" fmla="*/ 360 w 30240"/>
              <a:gd name="textAreaRight" fmla="*/ 3096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4" name="Google Shape;3318;p22"/>
          <p:cNvSpPr/>
          <p:nvPr/>
        </p:nvSpPr>
        <p:spPr>
          <a:xfrm flipH="1">
            <a:off x="624240" y="151560"/>
            <a:ext cx="35640" cy="36360"/>
          </a:xfrm>
          <a:custGeom>
            <a:avLst/>
            <a:gdLst>
              <a:gd name="textAreaLeft" fmla="*/ -360 w 35640"/>
              <a:gd name="textAreaRight" fmla="*/ 3564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5" name="Google Shape;3319;p22"/>
          <p:cNvSpPr/>
          <p:nvPr/>
        </p:nvSpPr>
        <p:spPr>
          <a:xfrm flipH="1">
            <a:off x="5309280" y="67320"/>
            <a:ext cx="33480" cy="35280"/>
          </a:xfrm>
          <a:custGeom>
            <a:avLst/>
            <a:gdLst>
              <a:gd name="textAreaLeft" fmla="*/ -360 w 33480"/>
              <a:gd name="textAreaRight" fmla="*/ 3348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6" name="Google Shape;3320;p22"/>
          <p:cNvSpPr/>
          <p:nvPr/>
        </p:nvSpPr>
        <p:spPr>
          <a:xfrm flipH="1">
            <a:off x="1618200" y="4876200"/>
            <a:ext cx="38160" cy="37800"/>
          </a:xfrm>
          <a:custGeom>
            <a:avLst/>
            <a:gdLst>
              <a:gd name="textAreaLeft" fmla="*/ 360 w 38160"/>
              <a:gd name="textAreaRight" fmla="*/ 3888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7" name="Google Shape;3321;p22"/>
          <p:cNvSpPr/>
          <p:nvPr/>
        </p:nvSpPr>
        <p:spPr>
          <a:xfrm flipH="1">
            <a:off x="145440" y="1404720"/>
            <a:ext cx="43560" cy="33120"/>
          </a:xfrm>
          <a:custGeom>
            <a:avLst/>
            <a:gdLst>
              <a:gd name="textAreaLeft" fmla="*/ -360 w 43560"/>
              <a:gd name="textAreaRight" fmla="*/ 4356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8" name="Google Shape;3322;p22"/>
          <p:cNvSpPr/>
          <p:nvPr/>
        </p:nvSpPr>
        <p:spPr>
          <a:xfrm flipH="1">
            <a:off x="344880" y="3405960"/>
            <a:ext cx="43560" cy="36000"/>
          </a:xfrm>
          <a:custGeom>
            <a:avLst/>
            <a:gdLst>
              <a:gd name="textAreaLeft" fmla="*/ -360 w 43560"/>
              <a:gd name="textAreaRight" fmla="*/ 4356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09" name="Google Shape;3323;p22"/>
          <p:cNvSpPr/>
          <p:nvPr/>
        </p:nvSpPr>
        <p:spPr>
          <a:xfrm flipH="1">
            <a:off x="1726560" y="33840"/>
            <a:ext cx="41400" cy="33120"/>
          </a:xfrm>
          <a:custGeom>
            <a:avLst/>
            <a:gdLst>
              <a:gd name="textAreaLeft" fmla="*/ -360 w 41400"/>
              <a:gd name="textAreaRight" fmla="*/ 4140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0" name="Google Shape;3324;p22"/>
          <p:cNvSpPr/>
          <p:nvPr/>
        </p:nvSpPr>
        <p:spPr>
          <a:xfrm flipH="1">
            <a:off x="9010080" y="2771640"/>
            <a:ext cx="41400" cy="31320"/>
          </a:xfrm>
          <a:custGeom>
            <a:avLst/>
            <a:gdLst>
              <a:gd name="textAreaLeft" fmla="*/ -360 w 41400"/>
              <a:gd name="textAreaRight" fmla="*/ 4140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1" name="Google Shape;3325;p22"/>
          <p:cNvSpPr/>
          <p:nvPr/>
        </p:nvSpPr>
        <p:spPr>
          <a:xfrm flipH="1">
            <a:off x="5994000" y="2384640"/>
            <a:ext cx="40320" cy="39240"/>
          </a:xfrm>
          <a:custGeom>
            <a:avLst/>
            <a:gdLst>
              <a:gd name="textAreaLeft" fmla="*/ 360 w 40320"/>
              <a:gd name="textAreaRight" fmla="*/ 4104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2" name="Google Shape;3326;p22"/>
          <p:cNvSpPr/>
          <p:nvPr/>
        </p:nvSpPr>
        <p:spPr>
          <a:xfrm flipH="1">
            <a:off x="8778600" y="1756800"/>
            <a:ext cx="38160" cy="37440"/>
          </a:xfrm>
          <a:custGeom>
            <a:avLst/>
            <a:gdLst>
              <a:gd name="textAreaLeft" fmla="*/ 360 w 38160"/>
              <a:gd name="textAreaRight" fmla="*/ 3888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3" name="Google Shape;3327;p22"/>
          <p:cNvSpPr/>
          <p:nvPr/>
        </p:nvSpPr>
        <p:spPr>
          <a:xfrm flipH="1">
            <a:off x="6247080" y="4599000"/>
            <a:ext cx="36720" cy="35640"/>
          </a:xfrm>
          <a:custGeom>
            <a:avLst/>
            <a:gdLst>
              <a:gd name="textAreaLeft" fmla="*/ 360 w 36720"/>
              <a:gd name="textAreaRight" fmla="*/ 3744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5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4" name="Google Shape;3329;p23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5" name="PlaceHolder 1"/>
          <p:cNvSpPr>
            <a:spLocks noGrp="1"/>
          </p:cNvSpPr>
          <p:nvPr>
            <p:ph type="title"/>
          </p:nvPr>
        </p:nvSpPr>
        <p:spPr>
          <a:xfrm>
            <a:off x="714960" y="31104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16" name="Google Shape;3338;p23"/>
          <p:cNvSpPr/>
          <p:nvPr/>
        </p:nvSpPr>
        <p:spPr>
          <a:xfrm flipH="1">
            <a:off x="8726040" y="1054080"/>
            <a:ext cx="63000" cy="55800"/>
          </a:xfrm>
          <a:custGeom>
            <a:avLst/>
            <a:gdLst>
              <a:gd name="textAreaLeft" fmla="*/ -360 w 63000"/>
              <a:gd name="textAreaRight" fmla="*/ 6300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7" name="Google Shape;3339;p23"/>
          <p:cNvSpPr/>
          <p:nvPr/>
        </p:nvSpPr>
        <p:spPr>
          <a:xfrm flipH="1">
            <a:off x="8613360" y="3405960"/>
            <a:ext cx="58320" cy="54720"/>
          </a:xfrm>
          <a:custGeom>
            <a:avLst/>
            <a:gdLst>
              <a:gd name="textAreaLeft" fmla="*/ 360 w 58320"/>
              <a:gd name="textAreaRight" fmla="*/ 5904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8" name="Google Shape;3340;p23"/>
          <p:cNvSpPr/>
          <p:nvPr/>
        </p:nvSpPr>
        <p:spPr>
          <a:xfrm flipH="1">
            <a:off x="7454520" y="369000"/>
            <a:ext cx="273600" cy="542160"/>
          </a:xfrm>
          <a:custGeom>
            <a:avLst/>
            <a:gdLst>
              <a:gd name="textAreaLeft" fmla="*/ 360 w 273600"/>
              <a:gd name="textAreaRight" fmla="*/ 27432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19" name="Google Shape;3341;p23"/>
          <p:cNvSpPr/>
          <p:nvPr/>
        </p:nvSpPr>
        <p:spPr>
          <a:xfrm flipH="1">
            <a:off x="701280" y="4533840"/>
            <a:ext cx="158760" cy="262440"/>
          </a:xfrm>
          <a:custGeom>
            <a:avLst/>
            <a:gdLst>
              <a:gd name="textAreaLeft" fmla="*/ -360 w 158760"/>
              <a:gd name="textAreaRight" fmla="*/ 15876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0" name="Google Shape;3342;p23"/>
          <p:cNvSpPr/>
          <p:nvPr/>
        </p:nvSpPr>
        <p:spPr>
          <a:xfrm flipH="1">
            <a:off x="613080" y="924120"/>
            <a:ext cx="43560" cy="36000"/>
          </a:xfrm>
          <a:custGeom>
            <a:avLst/>
            <a:gdLst>
              <a:gd name="textAreaLeft" fmla="*/ -360 w 43560"/>
              <a:gd name="textAreaRight" fmla="*/ 4356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1" name="Google Shape;3343;p23"/>
          <p:cNvSpPr/>
          <p:nvPr/>
        </p:nvSpPr>
        <p:spPr>
          <a:xfrm flipH="1">
            <a:off x="6707160" y="15336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2" name="Google Shape;3344;p23"/>
          <p:cNvSpPr/>
          <p:nvPr/>
        </p:nvSpPr>
        <p:spPr>
          <a:xfrm flipH="1">
            <a:off x="8672040" y="238752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3" name="Google Shape;3345;p23"/>
          <p:cNvSpPr/>
          <p:nvPr/>
        </p:nvSpPr>
        <p:spPr>
          <a:xfrm flipH="1">
            <a:off x="3512880" y="200160"/>
            <a:ext cx="39240" cy="33480"/>
          </a:xfrm>
          <a:custGeom>
            <a:avLst/>
            <a:gdLst>
              <a:gd name="textAreaLeft" fmla="*/ -360 w 39240"/>
              <a:gd name="textAreaRight" fmla="*/ 3924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4" name="Google Shape;3346;p23"/>
          <p:cNvSpPr/>
          <p:nvPr/>
        </p:nvSpPr>
        <p:spPr>
          <a:xfrm flipH="1">
            <a:off x="761040" y="2903400"/>
            <a:ext cx="40320" cy="31320"/>
          </a:xfrm>
          <a:custGeom>
            <a:avLst/>
            <a:gdLst>
              <a:gd name="textAreaLeft" fmla="*/ 360 w 40320"/>
              <a:gd name="textAreaRight" fmla="*/ 4104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5" name="Google Shape;3347;p23"/>
          <p:cNvSpPr/>
          <p:nvPr/>
        </p:nvSpPr>
        <p:spPr>
          <a:xfrm flipH="1">
            <a:off x="8737920" y="4591080"/>
            <a:ext cx="40320" cy="32400"/>
          </a:xfrm>
          <a:custGeom>
            <a:avLst/>
            <a:gdLst>
              <a:gd name="textAreaLeft" fmla="*/ 360 w 40320"/>
              <a:gd name="textAreaRight" fmla="*/ 4104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6" name="Google Shape;3348;p23"/>
          <p:cNvSpPr/>
          <p:nvPr/>
        </p:nvSpPr>
        <p:spPr>
          <a:xfrm flipH="1">
            <a:off x="7928280" y="216720"/>
            <a:ext cx="44640" cy="28800"/>
          </a:xfrm>
          <a:custGeom>
            <a:avLst/>
            <a:gdLst>
              <a:gd name="textAreaLeft" fmla="*/ 360 w 44640"/>
              <a:gd name="textAreaRight" fmla="*/ 4536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7" name="Google Shape;3349;p23"/>
          <p:cNvSpPr/>
          <p:nvPr/>
        </p:nvSpPr>
        <p:spPr>
          <a:xfrm flipH="1">
            <a:off x="8431560" y="152280"/>
            <a:ext cx="39240" cy="34560"/>
          </a:xfrm>
          <a:custGeom>
            <a:avLst/>
            <a:gdLst>
              <a:gd name="textAreaLeft" fmla="*/ -360 w 39240"/>
              <a:gd name="textAreaRight" fmla="*/ 3924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8" name="Google Shape;3350;p23"/>
          <p:cNvSpPr/>
          <p:nvPr/>
        </p:nvSpPr>
        <p:spPr>
          <a:xfrm flipH="1">
            <a:off x="8241840" y="842040"/>
            <a:ext cx="42480" cy="37800"/>
          </a:xfrm>
          <a:custGeom>
            <a:avLst/>
            <a:gdLst>
              <a:gd name="textAreaLeft" fmla="*/ 360 w 42480"/>
              <a:gd name="textAreaRight" fmla="*/ 4320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9" name="Google Shape;3351;p23"/>
          <p:cNvSpPr/>
          <p:nvPr/>
        </p:nvSpPr>
        <p:spPr>
          <a:xfrm flipH="1">
            <a:off x="9103320" y="444960"/>
            <a:ext cx="40320" cy="32760"/>
          </a:xfrm>
          <a:custGeom>
            <a:avLst/>
            <a:gdLst>
              <a:gd name="textAreaLeft" fmla="*/ 360 w 40320"/>
              <a:gd name="textAreaRight" fmla="*/ 4104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0" name="Google Shape;3352;p23"/>
          <p:cNvSpPr/>
          <p:nvPr/>
        </p:nvSpPr>
        <p:spPr>
          <a:xfrm flipH="1">
            <a:off x="263520" y="2550240"/>
            <a:ext cx="30240" cy="42840"/>
          </a:xfrm>
          <a:custGeom>
            <a:avLst/>
            <a:gdLst>
              <a:gd name="textAreaLeft" fmla="*/ 360 w 30240"/>
              <a:gd name="textAreaRight" fmla="*/ 3096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1" name="Google Shape;3353;p23"/>
          <p:cNvSpPr/>
          <p:nvPr/>
        </p:nvSpPr>
        <p:spPr>
          <a:xfrm flipH="1">
            <a:off x="624240" y="151560"/>
            <a:ext cx="35640" cy="36360"/>
          </a:xfrm>
          <a:custGeom>
            <a:avLst/>
            <a:gdLst>
              <a:gd name="textAreaLeft" fmla="*/ -360 w 35640"/>
              <a:gd name="textAreaRight" fmla="*/ 3564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2" name="Google Shape;3354;p23"/>
          <p:cNvSpPr/>
          <p:nvPr/>
        </p:nvSpPr>
        <p:spPr>
          <a:xfrm flipH="1">
            <a:off x="5309280" y="67320"/>
            <a:ext cx="33480" cy="35280"/>
          </a:xfrm>
          <a:custGeom>
            <a:avLst/>
            <a:gdLst>
              <a:gd name="textAreaLeft" fmla="*/ -360 w 33480"/>
              <a:gd name="textAreaRight" fmla="*/ 3348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3" name="Google Shape;3355;p23"/>
          <p:cNvSpPr/>
          <p:nvPr/>
        </p:nvSpPr>
        <p:spPr>
          <a:xfrm flipH="1">
            <a:off x="145440" y="1404720"/>
            <a:ext cx="43560" cy="33120"/>
          </a:xfrm>
          <a:custGeom>
            <a:avLst/>
            <a:gdLst>
              <a:gd name="textAreaLeft" fmla="*/ -360 w 43560"/>
              <a:gd name="textAreaRight" fmla="*/ 4356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4" name="Google Shape;3356;p23"/>
          <p:cNvSpPr/>
          <p:nvPr/>
        </p:nvSpPr>
        <p:spPr>
          <a:xfrm flipH="1">
            <a:off x="344880" y="3405960"/>
            <a:ext cx="43560" cy="36000"/>
          </a:xfrm>
          <a:custGeom>
            <a:avLst/>
            <a:gdLst>
              <a:gd name="textAreaLeft" fmla="*/ -360 w 43560"/>
              <a:gd name="textAreaRight" fmla="*/ 4356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5" name="Google Shape;3357;p23"/>
          <p:cNvSpPr/>
          <p:nvPr/>
        </p:nvSpPr>
        <p:spPr>
          <a:xfrm flipH="1">
            <a:off x="1726560" y="33840"/>
            <a:ext cx="41400" cy="33120"/>
          </a:xfrm>
          <a:custGeom>
            <a:avLst/>
            <a:gdLst>
              <a:gd name="textAreaLeft" fmla="*/ -360 w 41400"/>
              <a:gd name="textAreaRight" fmla="*/ 4140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6" name="Google Shape;3358;p23"/>
          <p:cNvSpPr/>
          <p:nvPr/>
        </p:nvSpPr>
        <p:spPr>
          <a:xfrm flipH="1">
            <a:off x="9010080" y="2771640"/>
            <a:ext cx="41400" cy="31320"/>
          </a:xfrm>
          <a:custGeom>
            <a:avLst/>
            <a:gdLst>
              <a:gd name="textAreaLeft" fmla="*/ -360 w 41400"/>
              <a:gd name="textAreaRight" fmla="*/ 4140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37" name="Google Shape;3359;p23"/>
          <p:cNvSpPr/>
          <p:nvPr/>
        </p:nvSpPr>
        <p:spPr>
          <a:xfrm flipH="1">
            <a:off x="8778600" y="1756800"/>
            <a:ext cx="38160" cy="37440"/>
          </a:xfrm>
          <a:custGeom>
            <a:avLst/>
            <a:gdLst>
              <a:gd name="textAreaLeft" fmla="*/ 360 w 38160"/>
              <a:gd name="textAreaRight" fmla="*/ 3888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38" name="Google Shape;3360;p23"/>
          <p:cNvGrpSpPr/>
          <p:nvPr/>
        </p:nvGrpSpPr>
        <p:grpSpPr>
          <a:xfrm>
            <a:off x="6880320" y="0"/>
            <a:ext cx="2309760" cy="513720"/>
            <a:chOff x="6880320" y="0"/>
            <a:chExt cx="2309760" cy="513720"/>
          </a:xfrm>
        </p:grpSpPr>
        <p:sp>
          <p:nvSpPr>
            <p:cNvPr id="2739" name="Google Shape;3361;p23"/>
            <p:cNvSpPr/>
            <p:nvPr/>
          </p:nvSpPr>
          <p:spPr>
            <a:xfrm>
              <a:off x="6880320" y="0"/>
              <a:ext cx="2309760" cy="202680"/>
            </a:xfrm>
            <a:custGeom>
              <a:avLst/>
              <a:gdLst>
                <a:gd name="textAreaLeft" fmla="*/ 0 w 2309760"/>
                <a:gd name="textAreaRight" fmla="*/ 2310120 w 2309760"/>
                <a:gd name="textAreaTop" fmla="*/ 0 h 202680"/>
                <a:gd name="textAreaBottom" fmla="*/ 203040 h 202680"/>
              </a:gdLst>
              <a:ahLst/>
              <a:cxnLst/>
              <a:rect l="textAreaLeft" t="textAreaTop" r="textAreaRight" b="textAreaBottom"/>
              <a:pathLst>
                <a:path w="30570" h="2685" fill="none">
                  <a:moveTo>
                    <a:pt x="0" y="1"/>
                  </a:moveTo>
                  <a:cubicBezTo>
                    <a:pt x="547" y="611"/>
                    <a:pt x="1431" y="804"/>
                    <a:pt x="2250" y="965"/>
                  </a:cubicBezTo>
                  <a:cubicBezTo>
                    <a:pt x="11604" y="2685"/>
                    <a:pt x="21312" y="2685"/>
                    <a:pt x="30570" y="531"/>
                  </a:cubicBezTo>
                </a:path>
              </a:pathLst>
            </a:custGeom>
            <a:noFill/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0" name="Google Shape;3362;p23"/>
            <p:cNvSpPr/>
            <p:nvPr/>
          </p:nvSpPr>
          <p:spPr>
            <a:xfrm>
              <a:off x="7515360" y="139680"/>
              <a:ext cx="389520" cy="34704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347040"/>
                <a:gd name="textAreaBottom" fmla="*/ 347400 h 347040"/>
              </a:gdLst>
              <a:ahLst/>
              <a:cxnLst/>
              <a:rect l="textAreaLeft" t="textAreaTop" r="textAreaRight" b="textAreaBottom"/>
              <a:pathLst>
                <a:path w="5160" h="4597">
                  <a:moveTo>
                    <a:pt x="0" y="0"/>
                  </a:moveTo>
                  <a:lnTo>
                    <a:pt x="2314" y="4597"/>
                  </a:lnTo>
                  <a:lnTo>
                    <a:pt x="5159" y="321"/>
                  </a:lnTo>
                  <a:cubicBezTo>
                    <a:pt x="3439" y="273"/>
                    <a:pt x="1720" y="16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1" name="Google Shape;3363;p23"/>
            <p:cNvSpPr/>
            <p:nvPr/>
          </p:nvSpPr>
          <p:spPr>
            <a:xfrm>
              <a:off x="8018280" y="151920"/>
              <a:ext cx="414000" cy="361800"/>
            </a:xfrm>
            <a:custGeom>
              <a:avLst/>
              <a:gdLst>
                <a:gd name="textAreaLeft" fmla="*/ 0 w 414000"/>
                <a:gd name="textAreaRight" fmla="*/ 414360 w 414000"/>
                <a:gd name="textAreaTop" fmla="*/ 0 h 361800"/>
                <a:gd name="textAreaBottom" fmla="*/ 362160 h 361800"/>
              </a:gdLst>
              <a:ahLst/>
              <a:cxnLst/>
              <a:rect l="textAreaLeft" t="textAreaTop" r="textAreaRight" b="textAreaBottom"/>
              <a:pathLst>
                <a:path w="5482" h="4791">
                  <a:moveTo>
                    <a:pt x="5482" y="1"/>
                  </a:moveTo>
                  <a:lnTo>
                    <a:pt x="5482" y="1"/>
                  </a:lnTo>
                  <a:cubicBezTo>
                    <a:pt x="3849" y="116"/>
                    <a:pt x="2203" y="180"/>
                    <a:pt x="556" y="180"/>
                  </a:cubicBezTo>
                  <a:cubicBezTo>
                    <a:pt x="371" y="180"/>
                    <a:pt x="186" y="179"/>
                    <a:pt x="1" y="178"/>
                  </a:cubicBezTo>
                  <a:lnTo>
                    <a:pt x="1" y="178"/>
                  </a:lnTo>
                  <a:lnTo>
                    <a:pt x="2926" y="4790"/>
                  </a:lnTo>
                  <a:lnTo>
                    <a:pt x="5482" y="1"/>
                  </a:lnTo>
                  <a:close/>
                </a:path>
              </a:pathLst>
            </a:custGeom>
            <a:solidFill>
              <a:schemeClr val="lt1"/>
            </a:solidFill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2" name="Google Shape;3364;p23"/>
            <p:cNvSpPr/>
            <p:nvPr/>
          </p:nvSpPr>
          <p:spPr>
            <a:xfrm>
              <a:off x="7030800" y="69120"/>
              <a:ext cx="385920" cy="39312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93120"/>
                <a:gd name="textAreaBottom" fmla="*/ 393480 h 393120"/>
              </a:gdLst>
              <a:ahLst/>
              <a:cxnLst/>
              <a:rect l="textAreaLeft" t="textAreaTop" r="textAreaRight" b="textAreaBottom"/>
              <a:pathLst>
                <a:path w="5112" h="5209">
                  <a:moveTo>
                    <a:pt x="0" y="1"/>
                  </a:moveTo>
                  <a:lnTo>
                    <a:pt x="2893" y="5208"/>
                  </a:lnTo>
                  <a:lnTo>
                    <a:pt x="5111" y="788"/>
                  </a:lnTo>
                  <a:cubicBezTo>
                    <a:pt x="3440" y="579"/>
                    <a:pt x="1784" y="338"/>
                    <a:pt x="129" y="3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3" name="Google Shape;3365;p23"/>
            <p:cNvSpPr/>
            <p:nvPr/>
          </p:nvSpPr>
          <p:spPr>
            <a:xfrm>
              <a:off x="8524800" y="93600"/>
              <a:ext cx="385920" cy="37620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76200"/>
                <a:gd name="textAreaBottom" fmla="*/ 376560 h 376200"/>
              </a:gdLst>
              <a:ahLst/>
              <a:cxnLst/>
              <a:rect l="textAreaLeft" t="textAreaTop" r="textAreaRight" b="textAreaBottom"/>
              <a:pathLst>
                <a:path w="5112" h="4983">
                  <a:moveTo>
                    <a:pt x="5111" y="0"/>
                  </a:moveTo>
                  <a:lnTo>
                    <a:pt x="5111" y="0"/>
                  </a:lnTo>
                  <a:cubicBezTo>
                    <a:pt x="3423" y="290"/>
                    <a:pt x="1704" y="515"/>
                    <a:pt x="0" y="675"/>
                  </a:cubicBezTo>
                  <a:lnTo>
                    <a:pt x="2700" y="4983"/>
                  </a:lnTo>
                  <a:lnTo>
                    <a:pt x="5111" y="0"/>
                  </a:lnTo>
                  <a:close/>
                </a:path>
              </a:pathLst>
            </a:custGeom>
            <a:solidFill>
              <a:schemeClr val="lt1"/>
            </a:solidFill>
            <a:ln w="19050" cap="rnd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44" name="Google Shape;3366;p23"/>
          <p:cNvGrpSpPr/>
          <p:nvPr/>
        </p:nvGrpSpPr>
        <p:grpSpPr>
          <a:xfrm>
            <a:off x="157320" y="3940920"/>
            <a:ext cx="420120" cy="513720"/>
            <a:chOff x="157320" y="3940920"/>
            <a:chExt cx="420120" cy="513720"/>
          </a:xfrm>
        </p:grpSpPr>
        <p:sp>
          <p:nvSpPr>
            <p:cNvPr id="2745" name="Google Shape;3367;p23"/>
            <p:cNvSpPr/>
            <p:nvPr/>
          </p:nvSpPr>
          <p:spPr>
            <a:xfrm>
              <a:off x="178560" y="4017960"/>
              <a:ext cx="317520" cy="35820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6912" h="7795">
                  <a:moveTo>
                    <a:pt x="3126" y="876"/>
                  </a:moveTo>
                  <a:lnTo>
                    <a:pt x="3126" y="876"/>
                  </a:lnTo>
                  <a:cubicBezTo>
                    <a:pt x="3870" y="1935"/>
                    <a:pt x="5066" y="2711"/>
                    <a:pt x="6293" y="3109"/>
                  </a:cubicBezTo>
                  <a:cubicBezTo>
                    <a:pt x="4898" y="3917"/>
                    <a:pt x="3828" y="5217"/>
                    <a:pt x="3440" y="6780"/>
                  </a:cubicBezTo>
                  <a:cubicBezTo>
                    <a:pt x="3073" y="5511"/>
                    <a:pt x="2297" y="4252"/>
                    <a:pt x="1060" y="3875"/>
                  </a:cubicBezTo>
                  <a:cubicBezTo>
                    <a:pt x="2308" y="3361"/>
                    <a:pt x="3482" y="2082"/>
                    <a:pt x="3126" y="876"/>
                  </a:cubicBezTo>
                  <a:close/>
                  <a:moveTo>
                    <a:pt x="2895" y="1"/>
                  </a:moveTo>
                  <a:cubicBezTo>
                    <a:pt x="2812" y="1"/>
                    <a:pt x="2724" y="78"/>
                    <a:pt x="2738" y="173"/>
                  </a:cubicBezTo>
                  <a:cubicBezTo>
                    <a:pt x="2696" y="131"/>
                    <a:pt x="2654" y="79"/>
                    <a:pt x="2612" y="26"/>
                  </a:cubicBezTo>
                  <a:cubicBezTo>
                    <a:pt x="2591" y="10"/>
                    <a:pt x="2569" y="3"/>
                    <a:pt x="2548" y="3"/>
                  </a:cubicBezTo>
                  <a:cubicBezTo>
                    <a:pt x="2476" y="3"/>
                    <a:pt x="2418" y="89"/>
                    <a:pt x="2475" y="163"/>
                  </a:cubicBezTo>
                  <a:cubicBezTo>
                    <a:pt x="3776" y="1736"/>
                    <a:pt x="1825" y="3571"/>
                    <a:pt x="221" y="3749"/>
                  </a:cubicBezTo>
                  <a:cubicBezTo>
                    <a:pt x="11" y="3770"/>
                    <a:pt x="1" y="4095"/>
                    <a:pt x="221" y="4095"/>
                  </a:cubicBezTo>
                  <a:cubicBezTo>
                    <a:pt x="249" y="4094"/>
                    <a:pt x="277" y="4094"/>
                    <a:pt x="305" y="4094"/>
                  </a:cubicBezTo>
                  <a:cubicBezTo>
                    <a:pt x="2126" y="4094"/>
                    <a:pt x="3056" y="6111"/>
                    <a:pt x="3304" y="7671"/>
                  </a:cubicBezTo>
                  <a:cubicBezTo>
                    <a:pt x="3317" y="7757"/>
                    <a:pt x="3378" y="7794"/>
                    <a:pt x="3443" y="7794"/>
                  </a:cubicBezTo>
                  <a:cubicBezTo>
                    <a:pt x="3529" y="7794"/>
                    <a:pt x="3623" y="7730"/>
                    <a:pt x="3629" y="7629"/>
                  </a:cubicBezTo>
                  <a:cubicBezTo>
                    <a:pt x="3786" y="5679"/>
                    <a:pt x="5087" y="4074"/>
                    <a:pt x="6785" y="3193"/>
                  </a:cubicBezTo>
                  <a:cubicBezTo>
                    <a:pt x="6911" y="3120"/>
                    <a:pt x="6890" y="2942"/>
                    <a:pt x="6754" y="2889"/>
                  </a:cubicBezTo>
                  <a:cubicBezTo>
                    <a:pt x="5223" y="2501"/>
                    <a:pt x="3744" y="1505"/>
                    <a:pt x="3010" y="79"/>
                  </a:cubicBezTo>
                  <a:cubicBezTo>
                    <a:pt x="2984" y="23"/>
                    <a:pt x="2940" y="1"/>
                    <a:pt x="28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6" name="Google Shape;3368;p23"/>
            <p:cNvSpPr/>
            <p:nvPr/>
          </p:nvSpPr>
          <p:spPr>
            <a:xfrm>
              <a:off x="376560" y="3940920"/>
              <a:ext cx="127440" cy="12024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2779" h="2624">
                  <a:moveTo>
                    <a:pt x="1070" y="671"/>
                  </a:moveTo>
                  <a:cubicBezTo>
                    <a:pt x="1363" y="954"/>
                    <a:pt x="1741" y="1132"/>
                    <a:pt x="2139" y="1185"/>
                  </a:cubicBezTo>
                  <a:cubicBezTo>
                    <a:pt x="1877" y="1426"/>
                    <a:pt x="1709" y="1751"/>
                    <a:pt x="1667" y="2107"/>
                  </a:cubicBezTo>
                  <a:lnTo>
                    <a:pt x="1667" y="2097"/>
                  </a:lnTo>
                  <a:cubicBezTo>
                    <a:pt x="1353" y="1866"/>
                    <a:pt x="975" y="1730"/>
                    <a:pt x="577" y="1719"/>
                  </a:cubicBezTo>
                  <a:cubicBezTo>
                    <a:pt x="849" y="1405"/>
                    <a:pt x="1070" y="1048"/>
                    <a:pt x="1070" y="671"/>
                  </a:cubicBezTo>
                  <a:close/>
                  <a:moveTo>
                    <a:pt x="792" y="0"/>
                  </a:moveTo>
                  <a:cubicBezTo>
                    <a:pt x="730" y="0"/>
                    <a:pt x="674" y="63"/>
                    <a:pt x="703" y="136"/>
                  </a:cubicBezTo>
                  <a:cubicBezTo>
                    <a:pt x="1038" y="807"/>
                    <a:pt x="587" y="1342"/>
                    <a:pt x="94" y="1772"/>
                  </a:cubicBezTo>
                  <a:cubicBezTo>
                    <a:pt x="0" y="1877"/>
                    <a:pt x="74" y="2034"/>
                    <a:pt x="210" y="2034"/>
                  </a:cubicBezTo>
                  <a:cubicBezTo>
                    <a:pt x="283" y="2029"/>
                    <a:pt x="355" y="2026"/>
                    <a:pt x="425" y="2026"/>
                  </a:cubicBezTo>
                  <a:cubicBezTo>
                    <a:pt x="925" y="2026"/>
                    <a:pt x="1371" y="2165"/>
                    <a:pt x="1720" y="2569"/>
                  </a:cubicBezTo>
                  <a:cubicBezTo>
                    <a:pt x="1752" y="2607"/>
                    <a:pt x="1789" y="2623"/>
                    <a:pt x="1825" y="2623"/>
                  </a:cubicBezTo>
                  <a:cubicBezTo>
                    <a:pt x="1915" y="2623"/>
                    <a:pt x="1997" y="2520"/>
                    <a:pt x="1982" y="2422"/>
                  </a:cubicBezTo>
                  <a:cubicBezTo>
                    <a:pt x="1909" y="1929"/>
                    <a:pt x="2160" y="1436"/>
                    <a:pt x="2622" y="1216"/>
                  </a:cubicBezTo>
                  <a:cubicBezTo>
                    <a:pt x="2779" y="1174"/>
                    <a:pt x="2758" y="933"/>
                    <a:pt x="2580" y="922"/>
                  </a:cubicBezTo>
                  <a:cubicBezTo>
                    <a:pt x="1993" y="901"/>
                    <a:pt x="1332" y="713"/>
                    <a:pt x="1080" y="136"/>
                  </a:cubicBezTo>
                  <a:cubicBezTo>
                    <a:pt x="1060" y="88"/>
                    <a:pt x="1016" y="62"/>
                    <a:pt x="971" y="62"/>
                  </a:cubicBezTo>
                  <a:cubicBezTo>
                    <a:pt x="948" y="62"/>
                    <a:pt x="924" y="69"/>
                    <a:pt x="902" y="83"/>
                  </a:cubicBezTo>
                  <a:cubicBezTo>
                    <a:pt x="891" y="73"/>
                    <a:pt x="881" y="52"/>
                    <a:pt x="870" y="42"/>
                  </a:cubicBezTo>
                  <a:cubicBezTo>
                    <a:pt x="848" y="13"/>
                    <a:pt x="820" y="0"/>
                    <a:pt x="79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7" name="Google Shape;3369;p23"/>
            <p:cNvSpPr/>
            <p:nvPr/>
          </p:nvSpPr>
          <p:spPr>
            <a:xfrm>
              <a:off x="157320" y="4253760"/>
              <a:ext cx="89280" cy="1130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1951" h="2465">
                  <a:moveTo>
                    <a:pt x="1049" y="664"/>
                  </a:moveTo>
                  <a:cubicBezTo>
                    <a:pt x="1112" y="937"/>
                    <a:pt x="1280" y="1167"/>
                    <a:pt x="1510" y="1335"/>
                  </a:cubicBezTo>
                  <a:cubicBezTo>
                    <a:pt x="1280" y="1440"/>
                    <a:pt x="1070" y="1597"/>
                    <a:pt x="913" y="1807"/>
                  </a:cubicBezTo>
                  <a:cubicBezTo>
                    <a:pt x="860" y="1513"/>
                    <a:pt x="661" y="1283"/>
                    <a:pt x="399" y="1157"/>
                  </a:cubicBezTo>
                  <a:cubicBezTo>
                    <a:pt x="671" y="1094"/>
                    <a:pt x="913" y="916"/>
                    <a:pt x="1049" y="664"/>
                  </a:cubicBezTo>
                  <a:close/>
                  <a:moveTo>
                    <a:pt x="1086" y="1"/>
                  </a:moveTo>
                  <a:cubicBezTo>
                    <a:pt x="1025" y="1"/>
                    <a:pt x="965" y="40"/>
                    <a:pt x="965" y="119"/>
                  </a:cubicBezTo>
                  <a:cubicBezTo>
                    <a:pt x="944" y="632"/>
                    <a:pt x="640" y="1031"/>
                    <a:pt x="105" y="1041"/>
                  </a:cubicBezTo>
                  <a:cubicBezTo>
                    <a:pt x="32" y="1041"/>
                    <a:pt x="0" y="1125"/>
                    <a:pt x="53" y="1167"/>
                  </a:cubicBezTo>
                  <a:cubicBezTo>
                    <a:pt x="0" y="1241"/>
                    <a:pt x="42" y="1346"/>
                    <a:pt x="126" y="1356"/>
                  </a:cubicBezTo>
                  <a:cubicBezTo>
                    <a:pt x="629" y="1440"/>
                    <a:pt x="724" y="1891"/>
                    <a:pt x="724" y="2331"/>
                  </a:cubicBezTo>
                  <a:cubicBezTo>
                    <a:pt x="724" y="2420"/>
                    <a:pt x="789" y="2465"/>
                    <a:pt x="855" y="2465"/>
                  </a:cubicBezTo>
                  <a:cubicBezTo>
                    <a:pt x="920" y="2465"/>
                    <a:pt x="986" y="2420"/>
                    <a:pt x="986" y="2331"/>
                  </a:cubicBezTo>
                  <a:cubicBezTo>
                    <a:pt x="1028" y="1859"/>
                    <a:pt x="1458" y="1629"/>
                    <a:pt x="1856" y="1450"/>
                  </a:cubicBezTo>
                  <a:cubicBezTo>
                    <a:pt x="1951" y="1398"/>
                    <a:pt x="1898" y="1251"/>
                    <a:pt x="1814" y="1220"/>
                  </a:cubicBezTo>
                  <a:cubicBezTo>
                    <a:pt x="1343" y="1031"/>
                    <a:pt x="1217" y="580"/>
                    <a:pt x="1206" y="119"/>
                  </a:cubicBezTo>
                  <a:cubicBezTo>
                    <a:pt x="1206" y="40"/>
                    <a:pt x="1146" y="1"/>
                    <a:pt x="10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8" name="Google Shape;3370;p23"/>
            <p:cNvSpPr/>
            <p:nvPr/>
          </p:nvSpPr>
          <p:spPr>
            <a:xfrm>
              <a:off x="500760" y="4032720"/>
              <a:ext cx="76680" cy="56160"/>
            </a:xfrm>
            <a:custGeom>
              <a:avLst/>
              <a:gdLst>
                <a:gd name="textAreaLeft" fmla="*/ 0 w 76680"/>
                <a:gd name="textAreaRight" fmla="*/ 77040 w 76680"/>
                <a:gd name="textAreaTop" fmla="*/ 0 h 56160"/>
                <a:gd name="textAreaBottom" fmla="*/ 56520 h 56160"/>
              </a:gdLst>
              <a:ahLst/>
              <a:cxnLst/>
              <a:rect l="textAreaLeft" t="textAreaTop" r="textAreaRight" b="textAreaBottom"/>
              <a:pathLst>
                <a:path w="1674" h="1227">
                  <a:moveTo>
                    <a:pt x="527" y="268"/>
                  </a:moveTo>
                  <a:lnTo>
                    <a:pt x="527" y="268"/>
                  </a:lnTo>
                  <a:cubicBezTo>
                    <a:pt x="672" y="376"/>
                    <a:pt x="847" y="410"/>
                    <a:pt x="1028" y="410"/>
                  </a:cubicBezTo>
                  <a:cubicBezTo>
                    <a:pt x="1108" y="410"/>
                    <a:pt x="1190" y="403"/>
                    <a:pt x="1271" y="394"/>
                  </a:cubicBezTo>
                  <a:lnTo>
                    <a:pt x="1271" y="394"/>
                  </a:lnTo>
                  <a:cubicBezTo>
                    <a:pt x="1198" y="551"/>
                    <a:pt x="1177" y="740"/>
                    <a:pt x="1198" y="918"/>
                  </a:cubicBezTo>
                  <a:cubicBezTo>
                    <a:pt x="1067" y="881"/>
                    <a:pt x="936" y="863"/>
                    <a:pt x="806" y="863"/>
                  </a:cubicBezTo>
                  <a:cubicBezTo>
                    <a:pt x="676" y="863"/>
                    <a:pt x="548" y="881"/>
                    <a:pt x="422" y="918"/>
                  </a:cubicBezTo>
                  <a:cubicBezTo>
                    <a:pt x="516" y="719"/>
                    <a:pt x="558" y="488"/>
                    <a:pt x="527" y="268"/>
                  </a:cubicBezTo>
                  <a:close/>
                  <a:moveTo>
                    <a:pt x="509" y="1"/>
                  </a:moveTo>
                  <a:cubicBezTo>
                    <a:pt x="480" y="1"/>
                    <a:pt x="451" y="17"/>
                    <a:pt x="433" y="47"/>
                  </a:cubicBezTo>
                  <a:cubicBezTo>
                    <a:pt x="421" y="42"/>
                    <a:pt x="409" y="39"/>
                    <a:pt x="398" y="39"/>
                  </a:cubicBezTo>
                  <a:cubicBezTo>
                    <a:pt x="349" y="39"/>
                    <a:pt x="309" y="90"/>
                    <a:pt x="317" y="142"/>
                  </a:cubicBezTo>
                  <a:cubicBezTo>
                    <a:pt x="391" y="456"/>
                    <a:pt x="307" y="782"/>
                    <a:pt x="86" y="1023"/>
                  </a:cubicBezTo>
                  <a:cubicBezTo>
                    <a:pt x="1" y="1099"/>
                    <a:pt x="62" y="1226"/>
                    <a:pt x="167" y="1226"/>
                  </a:cubicBezTo>
                  <a:cubicBezTo>
                    <a:pt x="178" y="1226"/>
                    <a:pt x="190" y="1225"/>
                    <a:pt x="202" y="1222"/>
                  </a:cubicBezTo>
                  <a:cubicBezTo>
                    <a:pt x="416" y="1161"/>
                    <a:pt x="619" y="1103"/>
                    <a:pt x="824" y="1103"/>
                  </a:cubicBezTo>
                  <a:cubicBezTo>
                    <a:pt x="971" y="1103"/>
                    <a:pt x="1118" y="1133"/>
                    <a:pt x="1271" y="1211"/>
                  </a:cubicBezTo>
                  <a:cubicBezTo>
                    <a:pt x="1288" y="1220"/>
                    <a:pt x="1305" y="1223"/>
                    <a:pt x="1322" y="1223"/>
                  </a:cubicBezTo>
                  <a:cubicBezTo>
                    <a:pt x="1392" y="1223"/>
                    <a:pt x="1456" y="1159"/>
                    <a:pt x="1439" y="1075"/>
                  </a:cubicBezTo>
                  <a:cubicBezTo>
                    <a:pt x="1397" y="771"/>
                    <a:pt x="1408" y="551"/>
                    <a:pt x="1607" y="299"/>
                  </a:cubicBezTo>
                  <a:cubicBezTo>
                    <a:pt x="1674" y="213"/>
                    <a:pt x="1575" y="118"/>
                    <a:pt x="1494" y="118"/>
                  </a:cubicBezTo>
                  <a:cubicBezTo>
                    <a:pt x="1486" y="118"/>
                    <a:pt x="1478" y="119"/>
                    <a:pt x="1471" y="121"/>
                  </a:cubicBezTo>
                  <a:cubicBezTo>
                    <a:pt x="1331" y="144"/>
                    <a:pt x="1192" y="165"/>
                    <a:pt x="1057" y="165"/>
                  </a:cubicBezTo>
                  <a:cubicBezTo>
                    <a:pt x="886" y="165"/>
                    <a:pt x="721" y="132"/>
                    <a:pt x="569" y="26"/>
                  </a:cubicBezTo>
                  <a:cubicBezTo>
                    <a:pt x="551" y="9"/>
                    <a:pt x="530" y="1"/>
                    <a:pt x="50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9" name="Google Shape;3371;p23"/>
            <p:cNvSpPr/>
            <p:nvPr/>
          </p:nvSpPr>
          <p:spPr>
            <a:xfrm>
              <a:off x="218160" y="4374360"/>
              <a:ext cx="90360" cy="8028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1972" h="1754">
                  <a:moveTo>
                    <a:pt x="955" y="377"/>
                  </a:moveTo>
                  <a:cubicBezTo>
                    <a:pt x="1039" y="629"/>
                    <a:pt x="1206" y="838"/>
                    <a:pt x="1427" y="975"/>
                  </a:cubicBezTo>
                  <a:cubicBezTo>
                    <a:pt x="1227" y="1017"/>
                    <a:pt x="1049" y="1132"/>
                    <a:pt x="923" y="1300"/>
                  </a:cubicBezTo>
                  <a:cubicBezTo>
                    <a:pt x="829" y="1111"/>
                    <a:pt x="693" y="954"/>
                    <a:pt x="514" y="838"/>
                  </a:cubicBezTo>
                  <a:cubicBezTo>
                    <a:pt x="714" y="733"/>
                    <a:pt x="871" y="576"/>
                    <a:pt x="955" y="377"/>
                  </a:cubicBezTo>
                  <a:close/>
                  <a:moveTo>
                    <a:pt x="984" y="0"/>
                  </a:moveTo>
                  <a:cubicBezTo>
                    <a:pt x="958" y="0"/>
                    <a:pt x="933" y="14"/>
                    <a:pt x="923" y="41"/>
                  </a:cubicBezTo>
                  <a:cubicBezTo>
                    <a:pt x="818" y="461"/>
                    <a:pt x="546" y="629"/>
                    <a:pt x="137" y="681"/>
                  </a:cubicBezTo>
                  <a:cubicBezTo>
                    <a:pt x="1" y="702"/>
                    <a:pt x="22" y="901"/>
                    <a:pt x="137" y="943"/>
                  </a:cubicBezTo>
                  <a:cubicBezTo>
                    <a:pt x="483" y="1059"/>
                    <a:pt x="682" y="1331"/>
                    <a:pt x="798" y="1667"/>
                  </a:cubicBezTo>
                  <a:cubicBezTo>
                    <a:pt x="819" y="1722"/>
                    <a:pt x="881" y="1753"/>
                    <a:pt x="939" y="1753"/>
                  </a:cubicBezTo>
                  <a:cubicBezTo>
                    <a:pt x="991" y="1753"/>
                    <a:pt x="1039" y="1727"/>
                    <a:pt x="1049" y="1667"/>
                  </a:cubicBezTo>
                  <a:cubicBezTo>
                    <a:pt x="1123" y="1300"/>
                    <a:pt x="1458" y="1184"/>
                    <a:pt x="1794" y="1174"/>
                  </a:cubicBezTo>
                  <a:cubicBezTo>
                    <a:pt x="1909" y="1163"/>
                    <a:pt x="1972" y="985"/>
                    <a:pt x="1867" y="933"/>
                  </a:cubicBezTo>
                  <a:cubicBezTo>
                    <a:pt x="1511" y="796"/>
                    <a:pt x="1248" y="503"/>
                    <a:pt x="1144" y="146"/>
                  </a:cubicBezTo>
                  <a:cubicBezTo>
                    <a:pt x="1133" y="104"/>
                    <a:pt x="1091" y="73"/>
                    <a:pt x="1049" y="73"/>
                  </a:cubicBezTo>
                  <a:lnTo>
                    <a:pt x="1049" y="62"/>
                  </a:lnTo>
                  <a:cubicBezTo>
                    <a:pt x="1049" y="21"/>
                    <a:pt x="1017" y="0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4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0" name="Google Shape;3373;p24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1" name="PlaceHolder 1"/>
          <p:cNvSpPr>
            <a:spLocks noGrp="1"/>
          </p:cNvSpPr>
          <p:nvPr>
            <p:ph type="title"/>
          </p:nvPr>
        </p:nvSpPr>
        <p:spPr>
          <a:xfrm>
            <a:off x="714960" y="31284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52" name="Google Shape;3383;p24"/>
          <p:cNvSpPr/>
          <p:nvPr/>
        </p:nvSpPr>
        <p:spPr>
          <a:xfrm>
            <a:off x="6578640" y="1512720"/>
            <a:ext cx="191160" cy="64800"/>
          </a:xfrm>
          <a:custGeom>
            <a:avLst/>
            <a:gdLst>
              <a:gd name="textAreaLeft" fmla="*/ 0 w 191160"/>
              <a:gd name="textAreaRight" fmla="*/ 191520 w 191160"/>
              <a:gd name="textAreaTop" fmla="*/ 0 h 64800"/>
              <a:gd name="textAreaBottom" fmla="*/ 65160 h 64800"/>
            </a:gdLst>
            <a:ahLst/>
            <a:cxnLst/>
            <a:rect l="textAreaLeft" t="textAreaTop" r="textAreaRight" b="textAreaBottom"/>
            <a:pathLst>
              <a:path w="3231" h="1099">
                <a:moveTo>
                  <a:pt x="1634" y="1"/>
                </a:moveTo>
                <a:cubicBezTo>
                  <a:pt x="988" y="1"/>
                  <a:pt x="345" y="375"/>
                  <a:pt x="0" y="1098"/>
                </a:cubicBezTo>
                <a:cubicBezTo>
                  <a:pt x="1061" y="1082"/>
                  <a:pt x="2138" y="1066"/>
                  <a:pt x="3231" y="1050"/>
                </a:cubicBezTo>
                <a:cubicBezTo>
                  <a:pt x="2869" y="343"/>
                  <a:pt x="2251" y="1"/>
                  <a:pt x="1634" y="1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0" bIns="32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3" name="Google Shape;3384;p24"/>
          <p:cNvSpPr/>
          <p:nvPr/>
        </p:nvSpPr>
        <p:spPr>
          <a:xfrm>
            <a:off x="6787440" y="1514880"/>
            <a:ext cx="222480" cy="59400"/>
          </a:xfrm>
          <a:custGeom>
            <a:avLst/>
            <a:gdLst>
              <a:gd name="textAreaLeft" fmla="*/ 0 w 222480"/>
              <a:gd name="textAreaRight" fmla="*/ 222840 w 222480"/>
              <a:gd name="textAreaTop" fmla="*/ 0 h 59400"/>
              <a:gd name="textAreaBottom" fmla="*/ 59760 h 59400"/>
            </a:gdLst>
            <a:ahLst/>
            <a:cxnLst/>
            <a:rect l="textAreaLeft" t="textAreaTop" r="textAreaRight" b="textAreaBottom"/>
            <a:pathLst>
              <a:path w="3762" h="1011">
                <a:moveTo>
                  <a:pt x="1849" y="0"/>
                </a:moveTo>
                <a:cubicBezTo>
                  <a:pt x="1159" y="0"/>
                  <a:pt x="474" y="333"/>
                  <a:pt x="1" y="1011"/>
                </a:cubicBezTo>
                <a:lnTo>
                  <a:pt x="3762" y="963"/>
                </a:lnTo>
                <a:cubicBezTo>
                  <a:pt x="3730" y="963"/>
                  <a:pt x="3697" y="947"/>
                  <a:pt x="3681" y="930"/>
                </a:cubicBezTo>
                <a:cubicBezTo>
                  <a:pt x="3191" y="313"/>
                  <a:pt x="2517" y="0"/>
                  <a:pt x="1849" y="0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880" bIns="29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4" name="Google Shape;3385;p24"/>
          <p:cNvSpPr/>
          <p:nvPr/>
        </p:nvSpPr>
        <p:spPr>
          <a:xfrm>
            <a:off x="7052040" y="1519560"/>
            <a:ext cx="198000" cy="51840"/>
          </a:xfrm>
          <a:custGeom>
            <a:avLst/>
            <a:gdLst>
              <a:gd name="textAreaLeft" fmla="*/ 0 w 198000"/>
              <a:gd name="textAreaRight" fmla="*/ 198360 w 198000"/>
              <a:gd name="textAreaTop" fmla="*/ 0 h 51840"/>
              <a:gd name="textAreaBottom" fmla="*/ 52200 h 51840"/>
            </a:gdLst>
            <a:ahLst/>
            <a:cxnLst/>
            <a:rect l="textAreaLeft" t="textAreaTop" r="textAreaRight" b="textAreaBottom"/>
            <a:pathLst>
              <a:path w="3344" h="883">
                <a:moveTo>
                  <a:pt x="1710" y="0"/>
                </a:moveTo>
                <a:cubicBezTo>
                  <a:pt x="1087" y="0"/>
                  <a:pt x="459" y="302"/>
                  <a:pt x="1" y="883"/>
                </a:cubicBezTo>
                <a:lnTo>
                  <a:pt x="3344" y="867"/>
                </a:lnTo>
                <a:cubicBezTo>
                  <a:pt x="2910" y="282"/>
                  <a:pt x="2312" y="0"/>
                  <a:pt x="1710" y="0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5" name="Google Shape;3386;p24"/>
          <p:cNvSpPr/>
          <p:nvPr/>
        </p:nvSpPr>
        <p:spPr>
          <a:xfrm>
            <a:off x="7272000" y="1510920"/>
            <a:ext cx="209160" cy="59760"/>
          </a:xfrm>
          <a:custGeom>
            <a:avLst/>
            <a:gdLst>
              <a:gd name="textAreaLeft" fmla="*/ 0 w 209160"/>
              <a:gd name="textAreaRight" fmla="*/ 209520 w 209160"/>
              <a:gd name="textAreaTop" fmla="*/ 0 h 59760"/>
              <a:gd name="textAreaBottom" fmla="*/ 60120 h 59760"/>
            </a:gdLst>
            <a:ahLst/>
            <a:cxnLst/>
            <a:rect l="textAreaLeft" t="textAreaTop" r="textAreaRight" b="textAreaBottom"/>
            <a:pathLst>
              <a:path w="3537" h="1015">
                <a:moveTo>
                  <a:pt x="1818" y="1"/>
                </a:moveTo>
                <a:cubicBezTo>
                  <a:pt x="1673" y="1"/>
                  <a:pt x="1514" y="26"/>
                  <a:pt x="1335" y="82"/>
                </a:cubicBezTo>
                <a:cubicBezTo>
                  <a:pt x="804" y="243"/>
                  <a:pt x="386" y="629"/>
                  <a:pt x="1" y="1015"/>
                </a:cubicBezTo>
                <a:lnTo>
                  <a:pt x="3537" y="1015"/>
                </a:lnTo>
                <a:lnTo>
                  <a:pt x="3537" y="998"/>
                </a:lnTo>
                <a:cubicBezTo>
                  <a:pt x="3295" y="998"/>
                  <a:pt x="3199" y="822"/>
                  <a:pt x="3022" y="661"/>
                </a:cubicBezTo>
                <a:cubicBezTo>
                  <a:pt x="2615" y="279"/>
                  <a:pt x="2294" y="1"/>
                  <a:pt x="1818" y="1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9880" bIns="29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6" name="Google Shape;3387;p24"/>
          <p:cNvSpPr/>
          <p:nvPr/>
        </p:nvSpPr>
        <p:spPr>
          <a:xfrm>
            <a:off x="7481880" y="1502640"/>
            <a:ext cx="257760" cy="66960"/>
          </a:xfrm>
          <a:custGeom>
            <a:avLst/>
            <a:gdLst>
              <a:gd name="textAreaLeft" fmla="*/ 0 w 257760"/>
              <a:gd name="textAreaRight" fmla="*/ 258120 w 257760"/>
              <a:gd name="textAreaTop" fmla="*/ 0 h 66960"/>
              <a:gd name="textAreaBottom" fmla="*/ 67320 h 66960"/>
            </a:gdLst>
            <a:ahLst/>
            <a:cxnLst/>
            <a:rect l="textAreaLeft" t="textAreaTop" r="textAreaRight" b="textAreaBottom"/>
            <a:pathLst>
              <a:path w="4357" h="1138">
                <a:moveTo>
                  <a:pt x="2280" y="0"/>
                </a:moveTo>
                <a:cubicBezTo>
                  <a:pt x="2020" y="0"/>
                  <a:pt x="1752" y="45"/>
                  <a:pt x="1479" y="141"/>
                </a:cubicBezTo>
                <a:cubicBezTo>
                  <a:pt x="1029" y="302"/>
                  <a:pt x="772" y="607"/>
                  <a:pt x="418" y="880"/>
                </a:cubicBezTo>
                <a:cubicBezTo>
                  <a:pt x="306" y="977"/>
                  <a:pt x="258" y="1105"/>
                  <a:pt x="113" y="1121"/>
                </a:cubicBezTo>
                <a:cubicBezTo>
                  <a:pt x="65" y="1137"/>
                  <a:pt x="33" y="1137"/>
                  <a:pt x="1" y="1137"/>
                </a:cubicBezTo>
                <a:lnTo>
                  <a:pt x="4356" y="1137"/>
                </a:lnTo>
                <a:cubicBezTo>
                  <a:pt x="3842" y="453"/>
                  <a:pt x="3105" y="0"/>
                  <a:pt x="2280" y="0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7" name="Google Shape;3388;p24"/>
          <p:cNvSpPr/>
          <p:nvPr/>
        </p:nvSpPr>
        <p:spPr>
          <a:xfrm>
            <a:off x="7755120" y="1509120"/>
            <a:ext cx="211320" cy="62640"/>
          </a:xfrm>
          <a:custGeom>
            <a:avLst/>
            <a:gdLst>
              <a:gd name="textAreaLeft" fmla="*/ 0 w 211320"/>
              <a:gd name="textAreaRight" fmla="*/ 211680 w 21132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3569" h="1063">
                <a:moveTo>
                  <a:pt x="1840" y="0"/>
                </a:moveTo>
                <a:cubicBezTo>
                  <a:pt x="1221" y="0"/>
                  <a:pt x="591" y="302"/>
                  <a:pt x="145" y="918"/>
                </a:cubicBezTo>
                <a:cubicBezTo>
                  <a:pt x="129" y="942"/>
                  <a:pt x="105" y="954"/>
                  <a:pt x="81" y="954"/>
                </a:cubicBezTo>
                <a:cubicBezTo>
                  <a:pt x="57" y="954"/>
                  <a:pt x="32" y="942"/>
                  <a:pt x="16" y="918"/>
                </a:cubicBezTo>
                <a:lnTo>
                  <a:pt x="0" y="934"/>
                </a:lnTo>
                <a:lnTo>
                  <a:pt x="48" y="1014"/>
                </a:lnTo>
                <a:cubicBezTo>
                  <a:pt x="48" y="1014"/>
                  <a:pt x="48" y="1030"/>
                  <a:pt x="48" y="1030"/>
                </a:cubicBezTo>
                <a:cubicBezTo>
                  <a:pt x="1222" y="1047"/>
                  <a:pt x="2395" y="1047"/>
                  <a:pt x="3568" y="1063"/>
                </a:cubicBezTo>
                <a:cubicBezTo>
                  <a:pt x="3174" y="359"/>
                  <a:pt x="2514" y="0"/>
                  <a:pt x="1840" y="0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8" name="Google Shape;3389;p24"/>
          <p:cNvSpPr/>
          <p:nvPr/>
        </p:nvSpPr>
        <p:spPr>
          <a:xfrm>
            <a:off x="7991280" y="1523880"/>
            <a:ext cx="165600" cy="48600"/>
          </a:xfrm>
          <a:custGeom>
            <a:avLst/>
            <a:gdLst>
              <a:gd name="textAreaLeft" fmla="*/ 0 w 165600"/>
              <a:gd name="textAreaRight" fmla="*/ 165960 w 165600"/>
              <a:gd name="textAreaTop" fmla="*/ 0 h 48600"/>
              <a:gd name="textAreaBottom" fmla="*/ 48960 h 48600"/>
            </a:gdLst>
            <a:ahLst/>
            <a:cxnLst/>
            <a:rect l="textAreaLeft" t="textAreaTop" r="textAreaRight" b="textAreaBottom"/>
            <a:pathLst>
              <a:path w="2797" h="829">
                <a:moveTo>
                  <a:pt x="1411" y="1"/>
                </a:moveTo>
                <a:cubicBezTo>
                  <a:pt x="880" y="1"/>
                  <a:pt x="343" y="270"/>
                  <a:pt x="0" y="813"/>
                </a:cubicBezTo>
                <a:lnTo>
                  <a:pt x="2797" y="829"/>
                </a:lnTo>
                <a:cubicBezTo>
                  <a:pt x="2481" y="278"/>
                  <a:pt x="1949" y="1"/>
                  <a:pt x="1411" y="1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9" name="Google Shape;3390;p24"/>
          <p:cNvSpPr/>
          <p:nvPr/>
        </p:nvSpPr>
        <p:spPr>
          <a:xfrm>
            <a:off x="8184960" y="1518480"/>
            <a:ext cx="148320" cy="55800"/>
          </a:xfrm>
          <a:custGeom>
            <a:avLst/>
            <a:gdLst>
              <a:gd name="textAreaLeft" fmla="*/ 0 w 148320"/>
              <a:gd name="textAreaRight" fmla="*/ 148680 w 14832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2509" h="948">
                <a:moveTo>
                  <a:pt x="1179" y="0"/>
                </a:moveTo>
                <a:cubicBezTo>
                  <a:pt x="671" y="0"/>
                  <a:pt x="176" y="315"/>
                  <a:pt x="1" y="932"/>
                </a:cubicBezTo>
                <a:lnTo>
                  <a:pt x="2508" y="948"/>
                </a:lnTo>
                <a:lnTo>
                  <a:pt x="2508" y="900"/>
                </a:lnTo>
                <a:cubicBezTo>
                  <a:pt x="2460" y="900"/>
                  <a:pt x="2412" y="867"/>
                  <a:pt x="2380" y="819"/>
                </a:cubicBezTo>
                <a:cubicBezTo>
                  <a:pt x="2132" y="270"/>
                  <a:pt x="1650" y="0"/>
                  <a:pt x="1179" y="0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60" name="Google Shape;3391;p24"/>
          <p:cNvSpPr/>
          <p:nvPr/>
        </p:nvSpPr>
        <p:spPr>
          <a:xfrm>
            <a:off x="8333280" y="1527120"/>
            <a:ext cx="100800" cy="51480"/>
          </a:xfrm>
          <a:custGeom>
            <a:avLst/>
            <a:gdLst>
              <a:gd name="textAreaLeft" fmla="*/ 0 w 100800"/>
              <a:gd name="textAreaRight" fmla="*/ 101160 w 100800"/>
              <a:gd name="textAreaTop" fmla="*/ 0 h 51480"/>
              <a:gd name="textAreaBottom" fmla="*/ 51840 h 51480"/>
            </a:gdLst>
            <a:ahLst/>
            <a:cxnLst/>
            <a:rect l="textAreaLeft" t="textAreaTop" r="textAreaRight" b="textAreaBottom"/>
            <a:pathLst>
              <a:path w="1708" h="872">
                <a:moveTo>
                  <a:pt x="856" y="0"/>
                </a:moveTo>
                <a:cubicBezTo>
                  <a:pt x="530" y="0"/>
                  <a:pt x="206" y="200"/>
                  <a:pt x="129" y="662"/>
                </a:cubicBezTo>
                <a:cubicBezTo>
                  <a:pt x="113" y="710"/>
                  <a:pt x="64" y="759"/>
                  <a:pt x="0" y="759"/>
                </a:cubicBezTo>
                <a:lnTo>
                  <a:pt x="0" y="807"/>
                </a:lnTo>
                <a:lnTo>
                  <a:pt x="1511" y="823"/>
                </a:lnTo>
                <a:cubicBezTo>
                  <a:pt x="1543" y="823"/>
                  <a:pt x="1591" y="839"/>
                  <a:pt x="1607" y="871"/>
                </a:cubicBezTo>
                <a:cubicBezTo>
                  <a:pt x="1707" y="336"/>
                  <a:pt x="1279" y="0"/>
                  <a:pt x="856" y="0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920" bIns="25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61" name="Google Shape;3392;p24"/>
          <p:cNvSpPr/>
          <p:nvPr/>
        </p:nvSpPr>
        <p:spPr>
          <a:xfrm>
            <a:off x="6757920" y="1948320"/>
            <a:ext cx="166320" cy="61200"/>
          </a:xfrm>
          <a:custGeom>
            <a:avLst/>
            <a:gdLst>
              <a:gd name="textAreaLeft" fmla="*/ 0 w 166320"/>
              <a:gd name="textAreaRight" fmla="*/ 166680 w 166320"/>
              <a:gd name="textAreaTop" fmla="*/ 0 h 61200"/>
              <a:gd name="textAreaBottom" fmla="*/ 61560 h 61200"/>
            </a:gdLst>
            <a:ahLst/>
            <a:cxnLst/>
            <a:rect l="textAreaLeft" t="textAreaTop" r="textAreaRight" b="textAreaBottom"/>
            <a:pathLst>
              <a:path w="2814" h="1036">
                <a:moveTo>
                  <a:pt x="1" y="0"/>
                </a:moveTo>
                <a:lnTo>
                  <a:pt x="1" y="0"/>
                </a:lnTo>
                <a:cubicBezTo>
                  <a:pt x="42" y="722"/>
                  <a:pt x="551" y="1036"/>
                  <a:pt x="1144" y="1036"/>
                </a:cubicBezTo>
                <a:cubicBezTo>
                  <a:pt x="1238" y="1036"/>
                  <a:pt x="1334" y="1028"/>
                  <a:pt x="1431" y="1013"/>
                </a:cubicBezTo>
                <a:cubicBezTo>
                  <a:pt x="2074" y="916"/>
                  <a:pt x="2395" y="659"/>
                  <a:pt x="2781" y="161"/>
                </a:cubicBezTo>
                <a:cubicBezTo>
                  <a:pt x="2781" y="145"/>
                  <a:pt x="2797" y="145"/>
                  <a:pt x="2813" y="129"/>
                </a:cubicBezTo>
                <a:cubicBezTo>
                  <a:pt x="1865" y="97"/>
                  <a:pt x="933" y="48"/>
                  <a:pt x="1" y="0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600" bIns="30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62" name="Google Shape;3393;p24"/>
          <p:cNvSpPr/>
          <p:nvPr/>
        </p:nvSpPr>
        <p:spPr>
          <a:xfrm>
            <a:off x="6583320" y="1935000"/>
            <a:ext cx="158400" cy="70920"/>
          </a:xfrm>
          <a:custGeom>
            <a:avLst/>
            <a:gdLst>
              <a:gd name="textAreaLeft" fmla="*/ 0 w 158400"/>
              <a:gd name="textAreaRight" fmla="*/ 158760 w 158400"/>
              <a:gd name="textAreaTop" fmla="*/ 0 h 70920"/>
              <a:gd name="textAreaBottom" fmla="*/ 71280 h 70920"/>
            </a:gdLst>
            <a:ahLst/>
            <a:cxnLst/>
            <a:rect l="textAreaLeft" t="textAreaTop" r="textAreaRight" b="textAreaBottom"/>
            <a:pathLst>
              <a:path w="2679" h="1200">
                <a:moveTo>
                  <a:pt x="0" y="0"/>
                </a:moveTo>
                <a:cubicBezTo>
                  <a:pt x="145" y="322"/>
                  <a:pt x="354" y="611"/>
                  <a:pt x="643" y="852"/>
                </a:cubicBezTo>
                <a:cubicBezTo>
                  <a:pt x="914" y="1071"/>
                  <a:pt x="1295" y="1200"/>
                  <a:pt x="1655" y="1200"/>
                </a:cubicBezTo>
                <a:cubicBezTo>
                  <a:pt x="2191" y="1200"/>
                  <a:pt x="2678" y="912"/>
                  <a:pt x="2668" y="209"/>
                </a:cubicBezTo>
                <a:cubicBezTo>
                  <a:pt x="1784" y="145"/>
                  <a:pt x="917" y="97"/>
                  <a:pt x="49" y="16"/>
                </a:cubicBezTo>
                <a:cubicBezTo>
                  <a:pt x="33" y="16"/>
                  <a:pt x="16" y="0"/>
                  <a:pt x="0" y="0"/>
                </a:cubicBezTo>
                <a:close/>
              </a:path>
            </a:pathLst>
          </a:custGeom>
          <a:solidFill>
            <a:srgbClr val="FEF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5640" bIns="35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63" name="Google Shape;3394;p24"/>
          <p:cNvSpPr/>
          <p:nvPr/>
        </p:nvSpPr>
        <p:spPr>
          <a:xfrm>
            <a:off x="5666400" y="2485440"/>
            <a:ext cx="239760" cy="225000"/>
          </a:xfrm>
          <a:custGeom>
            <a:avLst/>
            <a:gdLst>
              <a:gd name="textAreaLeft" fmla="*/ 0 w 239760"/>
              <a:gd name="textAreaRight" fmla="*/ 240120 w 239760"/>
              <a:gd name="textAreaTop" fmla="*/ 0 h 225000"/>
              <a:gd name="textAreaBottom" fmla="*/ 225360 h 225000"/>
            </a:gdLst>
            <a:ahLst/>
            <a:cxnLst/>
            <a:rect l="textAreaLeft" t="textAreaTop" r="textAreaRight" b="textAreaBottom"/>
            <a:pathLst>
              <a:path w="5905" h="5541">
                <a:moveTo>
                  <a:pt x="3083" y="300"/>
                </a:moveTo>
                <a:cubicBezTo>
                  <a:pt x="3157" y="625"/>
                  <a:pt x="3104" y="971"/>
                  <a:pt x="3125" y="1285"/>
                </a:cubicBezTo>
                <a:cubicBezTo>
                  <a:pt x="2989" y="1065"/>
                  <a:pt x="2853" y="855"/>
                  <a:pt x="2716" y="646"/>
                </a:cubicBezTo>
                <a:cubicBezTo>
                  <a:pt x="2695" y="625"/>
                  <a:pt x="2685" y="604"/>
                  <a:pt x="2664" y="593"/>
                </a:cubicBezTo>
                <a:cubicBezTo>
                  <a:pt x="2790" y="478"/>
                  <a:pt x="2926" y="373"/>
                  <a:pt x="3083" y="300"/>
                </a:cubicBezTo>
                <a:close/>
                <a:moveTo>
                  <a:pt x="2475" y="792"/>
                </a:moveTo>
                <a:cubicBezTo>
                  <a:pt x="2590" y="1139"/>
                  <a:pt x="2737" y="1474"/>
                  <a:pt x="2905" y="1810"/>
                </a:cubicBezTo>
                <a:cubicBezTo>
                  <a:pt x="2716" y="1547"/>
                  <a:pt x="2517" y="1306"/>
                  <a:pt x="2286" y="1086"/>
                </a:cubicBezTo>
                <a:lnTo>
                  <a:pt x="2265" y="1065"/>
                </a:lnTo>
                <a:cubicBezTo>
                  <a:pt x="2328" y="971"/>
                  <a:pt x="2402" y="876"/>
                  <a:pt x="2475" y="792"/>
                </a:cubicBezTo>
                <a:close/>
                <a:moveTo>
                  <a:pt x="3828" y="1967"/>
                </a:moveTo>
                <a:cubicBezTo>
                  <a:pt x="4080" y="2103"/>
                  <a:pt x="4331" y="2229"/>
                  <a:pt x="4572" y="2365"/>
                </a:cubicBezTo>
                <a:cubicBezTo>
                  <a:pt x="4562" y="2376"/>
                  <a:pt x="4541" y="2386"/>
                  <a:pt x="4530" y="2407"/>
                </a:cubicBezTo>
                <a:cubicBezTo>
                  <a:pt x="4436" y="2334"/>
                  <a:pt x="4331" y="2271"/>
                  <a:pt x="4226" y="2219"/>
                </a:cubicBezTo>
                <a:cubicBezTo>
                  <a:pt x="4204" y="2203"/>
                  <a:pt x="4180" y="2195"/>
                  <a:pt x="4156" y="2195"/>
                </a:cubicBezTo>
                <a:cubicBezTo>
                  <a:pt x="4101" y="2195"/>
                  <a:pt x="4049" y="2234"/>
                  <a:pt x="4027" y="2292"/>
                </a:cubicBezTo>
                <a:lnTo>
                  <a:pt x="3828" y="1967"/>
                </a:lnTo>
                <a:close/>
                <a:moveTo>
                  <a:pt x="2098" y="1317"/>
                </a:moveTo>
                <a:cubicBezTo>
                  <a:pt x="2286" y="1768"/>
                  <a:pt x="2507" y="2208"/>
                  <a:pt x="2758" y="2638"/>
                </a:cubicBezTo>
                <a:cubicBezTo>
                  <a:pt x="2528" y="2282"/>
                  <a:pt x="2255" y="1946"/>
                  <a:pt x="1940" y="1663"/>
                </a:cubicBezTo>
                <a:cubicBezTo>
                  <a:pt x="1912" y="1629"/>
                  <a:pt x="1878" y="1615"/>
                  <a:pt x="1845" y="1615"/>
                </a:cubicBezTo>
                <a:cubicBezTo>
                  <a:pt x="1755" y="1615"/>
                  <a:pt x="1672" y="1720"/>
                  <a:pt x="1741" y="1820"/>
                </a:cubicBezTo>
                <a:cubicBezTo>
                  <a:pt x="1856" y="2093"/>
                  <a:pt x="1982" y="2355"/>
                  <a:pt x="2119" y="2617"/>
                </a:cubicBezTo>
                <a:cubicBezTo>
                  <a:pt x="1919" y="2282"/>
                  <a:pt x="1678" y="1956"/>
                  <a:pt x="1416" y="1663"/>
                </a:cubicBezTo>
                <a:cubicBezTo>
                  <a:pt x="1395" y="1636"/>
                  <a:pt x="1365" y="1625"/>
                  <a:pt x="1334" y="1625"/>
                </a:cubicBezTo>
                <a:cubicBezTo>
                  <a:pt x="1255" y="1625"/>
                  <a:pt x="1169" y="1699"/>
                  <a:pt x="1206" y="1789"/>
                </a:cubicBezTo>
                <a:lnTo>
                  <a:pt x="1269" y="1946"/>
                </a:lnTo>
                <a:cubicBezTo>
                  <a:pt x="1133" y="1799"/>
                  <a:pt x="976" y="1663"/>
                  <a:pt x="808" y="1537"/>
                </a:cubicBezTo>
                <a:cubicBezTo>
                  <a:pt x="795" y="1524"/>
                  <a:pt x="774" y="1515"/>
                  <a:pt x="750" y="1515"/>
                </a:cubicBezTo>
                <a:cubicBezTo>
                  <a:pt x="735" y="1515"/>
                  <a:pt x="719" y="1519"/>
                  <a:pt x="703" y="1527"/>
                </a:cubicBezTo>
                <a:cubicBezTo>
                  <a:pt x="692" y="1474"/>
                  <a:pt x="682" y="1422"/>
                  <a:pt x="671" y="1369"/>
                </a:cubicBezTo>
                <a:lnTo>
                  <a:pt x="671" y="1369"/>
                </a:lnTo>
                <a:cubicBezTo>
                  <a:pt x="1059" y="1390"/>
                  <a:pt x="1437" y="1464"/>
                  <a:pt x="1804" y="1600"/>
                </a:cubicBezTo>
                <a:lnTo>
                  <a:pt x="1814" y="1589"/>
                </a:lnTo>
                <a:cubicBezTo>
                  <a:pt x="1826" y="1594"/>
                  <a:pt x="1837" y="1596"/>
                  <a:pt x="1849" y="1596"/>
                </a:cubicBezTo>
                <a:cubicBezTo>
                  <a:pt x="1892" y="1596"/>
                  <a:pt x="1937" y="1568"/>
                  <a:pt x="1961" y="1527"/>
                </a:cubicBezTo>
                <a:cubicBezTo>
                  <a:pt x="2014" y="1464"/>
                  <a:pt x="2056" y="1390"/>
                  <a:pt x="2098" y="1317"/>
                </a:cubicBezTo>
                <a:close/>
                <a:moveTo>
                  <a:pt x="4814" y="2512"/>
                </a:moveTo>
                <a:cubicBezTo>
                  <a:pt x="4845" y="2533"/>
                  <a:pt x="4887" y="2554"/>
                  <a:pt x="4918" y="2575"/>
                </a:cubicBezTo>
                <a:cubicBezTo>
                  <a:pt x="5074" y="2689"/>
                  <a:pt x="4770" y="2854"/>
                  <a:pt x="4389" y="2999"/>
                </a:cubicBezTo>
                <a:lnTo>
                  <a:pt x="4389" y="2999"/>
                </a:lnTo>
                <a:cubicBezTo>
                  <a:pt x="4418" y="2967"/>
                  <a:pt x="4435" y="2918"/>
                  <a:pt x="4415" y="2869"/>
                </a:cubicBezTo>
                <a:cubicBezTo>
                  <a:pt x="4405" y="2795"/>
                  <a:pt x="4384" y="2711"/>
                  <a:pt x="4373" y="2628"/>
                </a:cubicBezTo>
                <a:lnTo>
                  <a:pt x="4373" y="2628"/>
                </a:lnTo>
                <a:cubicBezTo>
                  <a:pt x="4447" y="2680"/>
                  <a:pt x="4520" y="2722"/>
                  <a:pt x="4583" y="2774"/>
                </a:cubicBezTo>
                <a:cubicBezTo>
                  <a:pt x="4614" y="2802"/>
                  <a:pt x="4652" y="2815"/>
                  <a:pt x="4688" y="2815"/>
                </a:cubicBezTo>
                <a:cubicBezTo>
                  <a:pt x="4760" y="2815"/>
                  <a:pt x="4828" y="2764"/>
                  <a:pt x="4835" y="2680"/>
                </a:cubicBezTo>
                <a:cubicBezTo>
                  <a:pt x="4845" y="2628"/>
                  <a:pt x="4835" y="2565"/>
                  <a:pt x="4814" y="2512"/>
                </a:cubicBezTo>
                <a:close/>
                <a:moveTo>
                  <a:pt x="3503" y="2386"/>
                </a:moveTo>
                <a:cubicBezTo>
                  <a:pt x="3597" y="2554"/>
                  <a:pt x="3702" y="2711"/>
                  <a:pt x="3807" y="2869"/>
                </a:cubicBezTo>
                <a:cubicBezTo>
                  <a:pt x="3836" y="2912"/>
                  <a:pt x="3883" y="2933"/>
                  <a:pt x="3929" y="2933"/>
                </a:cubicBezTo>
                <a:cubicBezTo>
                  <a:pt x="3983" y="2933"/>
                  <a:pt x="4036" y="2904"/>
                  <a:pt x="4059" y="2848"/>
                </a:cubicBezTo>
                <a:cubicBezTo>
                  <a:pt x="4090" y="2890"/>
                  <a:pt x="4121" y="2942"/>
                  <a:pt x="4153" y="2984"/>
                </a:cubicBezTo>
                <a:cubicBezTo>
                  <a:pt x="4184" y="3026"/>
                  <a:pt x="4226" y="3058"/>
                  <a:pt x="4268" y="3058"/>
                </a:cubicBezTo>
                <a:cubicBezTo>
                  <a:pt x="4121" y="3110"/>
                  <a:pt x="3964" y="3162"/>
                  <a:pt x="3817" y="3204"/>
                </a:cubicBezTo>
                <a:cubicBezTo>
                  <a:pt x="3838" y="3183"/>
                  <a:pt x="3838" y="3141"/>
                  <a:pt x="3828" y="3120"/>
                </a:cubicBezTo>
                <a:cubicBezTo>
                  <a:pt x="3733" y="2869"/>
                  <a:pt x="3618" y="2628"/>
                  <a:pt x="3503" y="2386"/>
                </a:cubicBezTo>
                <a:close/>
                <a:moveTo>
                  <a:pt x="1122" y="2900"/>
                </a:moveTo>
                <a:cubicBezTo>
                  <a:pt x="1175" y="3037"/>
                  <a:pt x="1238" y="3183"/>
                  <a:pt x="1301" y="3320"/>
                </a:cubicBezTo>
                <a:cubicBezTo>
                  <a:pt x="1217" y="3236"/>
                  <a:pt x="1133" y="3141"/>
                  <a:pt x="1049" y="3047"/>
                </a:cubicBezTo>
                <a:cubicBezTo>
                  <a:pt x="1070" y="3005"/>
                  <a:pt x="1101" y="2953"/>
                  <a:pt x="1112" y="2900"/>
                </a:cubicBezTo>
                <a:close/>
                <a:moveTo>
                  <a:pt x="2653" y="1904"/>
                </a:moveTo>
                <a:lnTo>
                  <a:pt x="2653" y="1904"/>
                </a:lnTo>
                <a:cubicBezTo>
                  <a:pt x="2989" y="2334"/>
                  <a:pt x="3272" y="2806"/>
                  <a:pt x="3608" y="3236"/>
                </a:cubicBezTo>
                <a:cubicBezTo>
                  <a:pt x="3618" y="3246"/>
                  <a:pt x="3629" y="3257"/>
                  <a:pt x="3639" y="3257"/>
                </a:cubicBezTo>
                <a:lnTo>
                  <a:pt x="3366" y="3341"/>
                </a:lnTo>
                <a:cubicBezTo>
                  <a:pt x="3188" y="2837"/>
                  <a:pt x="2905" y="2376"/>
                  <a:pt x="2653" y="1904"/>
                </a:cubicBezTo>
                <a:close/>
                <a:moveTo>
                  <a:pt x="881" y="3330"/>
                </a:moveTo>
                <a:lnTo>
                  <a:pt x="923" y="3446"/>
                </a:lnTo>
                <a:cubicBezTo>
                  <a:pt x="902" y="3435"/>
                  <a:pt x="881" y="3430"/>
                  <a:pt x="862" y="3430"/>
                </a:cubicBezTo>
                <a:cubicBezTo>
                  <a:pt x="842" y="3430"/>
                  <a:pt x="823" y="3435"/>
                  <a:pt x="808" y="3446"/>
                </a:cubicBezTo>
                <a:cubicBezTo>
                  <a:pt x="829" y="3414"/>
                  <a:pt x="850" y="3383"/>
                  <a:pt x="871" y="3341"/>
                </a:cubicBezTo>
                <a:lnTo>
                  <a:pt x="881" y="3330"/>
                </a:lnTo>
                <a:close/>
                <a:moveTo>
                  <a:pt x="1206" y="2229"/>
                </a:moveTo>
                <a:cubicBezTo>
                  <a:pt x="1552" y="2628"/>
                  <a:pt x="1846" y="3068"/>
                  <a:pt x="2087" y="3540"/>
                </a:cubicBezTo>
                <a:cubicBezTo>
                  <a:pt x="2071" y="3529"/>
                  <a:pt x="2053" y="3524"/>
                  <a:pt x="2035" y="3524"/>
                </a:cubicBezTo>
                <a:cubicBezTo>
                  <a:pt x="2016" y="3524"/>
                  <a:pt x="1998" y="3529"/>
                  <a:pt x="1982" y="3540"/>
                </a:cubicBezTo>
                <a:lnTo>
                  <a:pt x="1993" y="3529"/>
                </a:lnTo>
                <a:lnTo>
                  <a:pt x="1982" y="3529"/>
                </a:lnTo>
                <a:cubicBezTo>
                  <a:pt x="1804" y="3047"/>
                  <a:pt x="1489" y="2649"/>
                  <a:pt x="1206" y="2229"/>
                </a:cubicBezTo>
                <a:close/>
                <a:moveTo>
                  <a:pt x="1238" y="3603"/>
                </a:moveTo>
                <a:cubicBezTo>
                  <a:pt x="1301" y="3666"/>
                  <a:pt x="1364" y="3718"/>
                  <a:pt x="1426" y="3781"/>
                </a:cubicBezTo>
                <a:cubicBezTo>
                  <a:pt x="1290" y="3844"/>
                  <a:pt x="1143" y="3896"/>
                  <a:pt x="997" y="3938"/>
                </a:cubicBezTo>
                <a:lnTo>
                  <a:pt x="1007" y="3928"/>
                </a:lnTo>
                <a:cubicBezTo>
                  <a:pt x="997" y="3875"/>
                  <a:pt x="986" y="3823"/>
                  <a:pt x="986" y="3771"/>
                </a:cubicBezTo>
                <a:lnTo>
                  <a:pt x="986" y="3771"/>
                </a:lnTo>
                <a:cubicBezTo>
                  <a:pt x="1017" y="3792"/>
                  <a:pt x="1059" y="3802"/>
                  <a:pt x="1091" y="3823"/>
                </a:cubicBezTo>
                <a:cubicBezTo>
                  <a:pt x="1110" y="3833"/>
                  <a:pt x="1130" y="3837"/>
                  <a:pt x="1149" y="3837"/>
                </a:cubicBezTo>
                <a:cubicBezTo>
                  <a:pt x="1232" y="3837"/>
                  <a:pt x="1301" y="3751"/>
                  <a:pt x="1259" y="3666"/>
                </a:cubicBezTo>
                <a:cubicBezTo>
                  <a:pt x="1259" y="3645"/>
                  <a:pt x="1238" y="3624"/>
                  <a:pt x="1238" y="3603"/>
                </a:cubicBezTo>
                <a:close/>
                <a:moveTo>
                  <a:pt x="745" y="3529"/>
                </a:moveTo>
                <a:lnTo>
                  <a:pt x="745" y="3550"/>
                </a:lnTo>
                <a:cubicBezTo>
                  <a:pt x="755" y="3645"/>
                  <a:pt x="755" y="3739"/>
                  <a:pt x="766" y="3823"/>
                </a:cubicBezTo>
                <a:cubicBezTo>
                  <a:pt x="745" y="3818"/>
                  <a:pt x="724" y="3815"/>
                  <a:pt x="703" y="3815"/>
                </a:cubicBezTo>
                <a:cubicBezTo>
                  <a:pt x="682" y="3815"/>
                  <a:pt x="661" y="3818"/>
                  <a:pt x="640" y="3823"/>
                </a:cubicBezTo>
                <a:cubicBezTo>
                  <a:pt x="598" y="3844"/>
                  <a:pt x="577" y="3886"/>
                  <a:pt x="588" y="3928"/>
                </a:cubicBezTo>
                <a:cubicBezTo>
                  <a:pt x="598" y="3959"/>
                  <a:pt x="619" y="3991"/>
                  <a:pt x="640" y="4012"/>
                </a:cubicBezTo>
                <a:cubicBezTo>
                  <a:pt x="567" y="4022"/>
                  <a:pt x="483" y="4022"/>
                  <a:pt x="409" y="4022"/>
                </a:cubicBezTo>
                <a:lnTo>
                  <a:pt x="420" y="4012"/>
                </a:lnTo>
                <a:cubicBezTo>
                  <a:pt x="504" y="3886"/>
                  <a:pt x="629" y="3718"/>
                  <a:pt x="745" y="3529"/>
                </a:cubicBezTo>
                <a:close/>
                <a:moveTo>
                  <a:pt x="2402" y="2586"/>
                </a:moveTo>
                <a:lnTo>
                  <a:pt x="2402" y="2586"/>
                </a:lnTo>
                <a:cubicBezTo>
                  <a:pt x="2664" y="2953"/>
                  <a:pt x="2905" y="3351"/>
                  <a:pt x="3209" y="3697"/>
                </a:cubicBezTo>
                <a:cubicBezTo>
                  <a:pt x="3209" y="3708"/>
                  <a:pt x="3220" y="3718"/>
                  <a:pt x="3230" y="3718"/>
                </a:cubicBezTo>
                <a:cubicBezTo>
                  <a:pt x="3251" y="4175"/>
                  <a:pt x="3323" y="4703"/>
                  <a:pt x="3142" y="5100"/>
                </a:cubicBezTo>
                <a:lnTo>
                  <a:pt x="3142" y="5100"/>
                </a:lnTo>
                <a:cubicBezTo>
                  <a:pt x="3038" y="4821"/>
                  <a:pt x="2914" y="4543"/>
                  <a:pt x="2779" y="4274"/>
                </a:cubicBezTo>
                <a:lnTo>
                  <a:pt x="2779" y="4274"/>
                </a:lnTo>
                <a:cubicBezTo>
                  <a:pt x="2821" y="4337"/>
                  <a:pt x="2853" y="4410"/>
                  <a:pt x="2895" y="4484"/>
                </a:cubicBezTo>
                <a:cubicBezTo>
                  <a:pt x="2923" y="4523"/>
                  <a:pt x="2964" y="4540"/>
                  <a:pt x="3004" y="4540"/>
                </a:cubicBezTo>
                <a:cubicBezTo>
                  <a:pt x="3082" y="4540"/>
                  <a:pt x="3156" y="4476"/>
                  <a:pt x="3136" y="4379"/>
                </a:cubicBezTo>
                <a:cubicBezTo>
                  <a:pt x="2999" y="3729"/>
                  <a:pt x="2695" y="3162"/>
                  <a:pt x="2402" y="2586"/>
                </a:cubicBezTo>
                <a:close/>
                <a:moveTo>
                  <a:pt x="3180" y="1"/>
                </a:moveTo>
                <a:cubicBezTo>
                  <a:pt x="3168" y="1"/>
                  <a:pt x="3157" y="2"/>
                  <a:pt x="3146" y="6"/>
                </a:cubicBezTo>
                <a:cubicBezTo>
                  <a:pt x="2727" y="142"/>
                  <a:pt x="2412" y="446"/>
                  <a:pt x="2150" y="792"/>
                </a:cubicBezTo>
                <a:cubicBezTo>
                  <a:pt x="2056" y="918"/>
                  <a:pt x="1972" y="1044"/>
                  <a:pt x="1877" y="1170"/>
                </a:cubicBezTo>
                <a:cubicBezTo>
                  <a:pt x="1817" y="1263"/>
                  <a:pt x="1780" y="1296"/>
                  <a:pt x="1728" y="1296"/>
                </a:cubicBezTo>
                <a:cubicBezTo>
                  <a:pt x="1681" y="1296"/>
                  <a:pt x="1621" y="1268"/>
                  <a:pt x="1521" y="1233"/>
                </a:cubicBezTo>
                <a:cubicBezTo>
                  <a:pt x="1244" y="1152"/>
                  <a:pt x="951" y="1102"/>
                  <a:pt x="663" y="1102"/>
                </a:cubicBezTo>
                <a:cubicBezTo>
                  <a:pt x="613" y="1102"/>
                  <a:pt x="564" y="1104"/>
                  <a:pt x="514" y="1107"/>
                </a:cubicBezTo>
                <a:cubicBezTo>
                  <a:pt x="441" y="1107"/>
                  <a:pt x="378" y="1159"/>
                  <a:pt x="378" y="1233"/>
                </a:cubicBezTo>
                <a:cubicBezTo>
                  <a:pt x="420" y="1789"/>
                  <a:pt x="713" y="2187"/>
                  <a:pt x="1112" y="2554"/>
                </a:cubicBezTo>
                <a:cubicBezTo>
                  <a:pt x="1106" y="2553"/>
                  <a:pt x="1101" y="2553"/>
                  <a:pt x="1096" y="2553"/>
                </a:cubicBezTo>
                <a:cubicBezTo>
                  <a:pt x="1037" y="2553"/>
                  <a:pt x="979" y="2602"/>
                  <a:pt x="1017" y="2670"/>
                </a:cubicBezTo>
                <a:cubicBezTo>
                  <a:pt x="1038" y="2691"/>
                  <a:pt x="126" y="3907"/>
                  <a:pt x="42" y="4064"/>
                </a:cubicBezTo>
                <a:cubicBezTo>
                  <a:pt x="0" y="4138"/>
                  <a:pt x="42" y="4243"/>
                  <a:pt x="126" y="4274"/>
                </a:cubicBezTo>
                <a:cubicBezTo>
                  <a:pt x="232" y="4292"/>
                  <a:pt x="335" y="4300"/>
                  <a:pt x="437" y="4300"/>
                </a:cubicBezTo>
                <a:cubicBezTo>
                  <a:pt x="977" y="4300"/>
                  <a:pt x="1456" y="4065"/>
                  <a:pt x="1951" y="3844"/>
                </a:cubicBezTo>
                <a:cubicBezTo>
                  <a:pt x="2234" y="4452"/>
                  <a:pt x="2475" y="5071"/>
                  <a:pt x="3020" y="5501"/>
                </a:cubicBezTo>
                <a:cubicBezTo>
                  <a:pt x="3047" y="5527"/>
                  <a:pt x="3081" y="5540"/>
                  <a:pt x="3116" y="5540"/>
                </a:cubicBezTo>
                <a:cubicBezTo>
                  <a:pt x="3151" y="5540"/>
                  <a:pt x="3188" y="5527"/>
                  <a:pt x="3220" y="5501"/>
                </a:cubicBezTo>
                <a:cubicBezTo>
                  <a:pt x="3366" y="5323"/>
                  <a:pt x="3471" y="5102"/>
                  <a:pt x="3492" y="4861"/>
                </a:cubicBezTo>
                <a:cubicBezTo>
                  <a:pt x="3513" y="4747"/>
                  <a:pt x="3513" y="3613"/>
                  <a:pt x="3452" y="3613"/>
                </a:cubicBezTo>
                <a:cubicBezTo>
                  <a:pt x="3452" y="3613"/>
                  <a:pt x="3451" y="3613"/>
                  <a:pt x="3451" y="3613"/>
                </a:cubicBezTo>
                <a:lnTo>
                  <a:pt x="3451" y="3613"/>
                </a:lnTo>
                <a:cubicBezTo>
                  <a:pt x="3996" y="3446"/>
                  <a:pt x="4593" y="3351"/>
                  <a:pt x="5065" y="3016"/>
                </a:cubicBezTo>
                <a:cubicBezTo>
                  <a:pt x="5904" y="2418"/>
                  <a:pt x="3891" y="1694"/>
                  <a:pt x="3534" y="1516"/>
                </a:cubicBezTo>
                <a:cubicBezTo>
                  <a:pt x="3512" y="1509"/>
                  <a:pt x="3490" y="1501"/>
                  <a:pt x="3467" y="1501"/>
                </a:cubicBezTo>
                <a:cubicBezTo>
                  <a:pt x="3458" y="1501"/>
                  <a:pt x="3449" y="1502"/>
                  <a:pt x="3440" y="1506"/>
                </a:cubicBezTo>
                <a:cubicBezTo>
                  <a:pt x="3524" y="1076"/>
                  <a:pt x="3440" y="467"/>
                  <a:pt x="3304" y="100"/>
                </a:cubicBezTo>
                <a:cubicBezTo>
                  <a:pt x="3286" y="40"/>
                  <a:pt x="3233" y="1"/>
                  <a:pt x="318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64" name="Google Shape;3395;p24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65" name="Google Shape;3396;p24"/>
          <p:cNvSpPr/>
          <p:nvPr/>
        </p:nvSpPr>
        <p:spPr>
          <a:xfrm>
            <a:off x="8665200" y="304344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66" name="Google Shape;3397;p24"/>
          <p:cNvSpPr/>
          <p:nvPr/>
        </p:nvSpPr>
        <p:spPr>
          <a:xfrm>
            <a:off x="1725480" y="32796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67" name="Google Shape;3398;p24"/>
          <p:cNvSpPr/>
          <p:nvPr/>
        </p:nvSpPr>
        <p:spPr>
          <a:xfrm>
            <a:off x="4666680" y="483876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68" name="Google Shape;3399;p24"/>
          <p:cNvSpPr/>
          <p:nvPr/>
        </p:nvSpPr>
        <p:spPr>
          <a:xfrm>
            <a:off x="265320" y="443412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69" name="Google Shape;3400;p24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0" name="Google Shape;3401;p24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1" name="Google Shape;3402;p24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2" name="Google Shape;3403;p24"/>
          <p:cNvSpPr/>
          <p:nvPr/>
        </p:nvSpPr>
        <p:spPr>
          <a:xfrm>
            <a:off x="278640" y="398988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3" name="Google Shape;3404;p24"/>
          <p:cNvSpPr/>
          <p:nvPr/>
        </p:nvSpPr>
        <p:spPr>
          <a:xfrm>
            <a:off x="7966800" y="461232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4" name="Google Shape;3405;p24"/>
          <p:cNvSpPr/>
          <p:nvPr/>
        </p:nvSpPr>
        <p:spPr>
          <a:xfrm>
            <a:off x="7863840" y="33264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5" name="Google Shape;3406;p24"/>
          <p:cNvSpPr/>
          <p:nvPr/>
        </p:nvSpPr>
        <p:spPr>
          <a:xfrm>
            <a:off x="7119720" y="7344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6" name="Google Shape;3407;p24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7" name="Google Shape;3408;p24"/>
          <p:cNvSpPr/>
          <p:nvPr/>
        </p:nvSpPr>
        <p:spPr>
          <a:xfrm>
            <a:off x="1276200" y="491472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8" name="Google Shape;3409;p24"/>
          <p:cNvSpPr/>
          <p:nvPr/>
        </p:nvSpPr>
        <p:spPr>
          <a:xfrm>
            <a:off x="5737320" y="4287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9" name="Google Shape;3410;p24"/>
          <p:cNvSpPr/>
          <p:nvPr/>
        </p:nvSpPr>
        <p:spPr>
          <a:xfrm>
            <a:off x="8529120" y="49100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0" name="Google Shape;3411;p24"/>
          <p:cNvSpPr/>
          <p:nvPr/>
        </p:nvSpPr>
        <p:spPr>
          <a:xfrm>
            <a:off x="6516360" y="173484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1" name="Google Shape;3412;p24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2" name="Google Shape;3413;p24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3" name="Google Shape;3414;p24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4" name="Google Shape;3415;p24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5" name="Google Shape;3416;p24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6" name="Google Shape;3417;p24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7" name="Google Shape;3418;p24"/>
          <p:cNvSpPr/>
          <p:nvPr/>
        </p:nvSpPr>
        <p:spPr>
          <a:xfrm>
            <a:off x="552240" y="6962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8" name="Google Shape;3419;p24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9" name="Google Shape;3420;p24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0" name="Google Shape;3421;p24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1" name="Google Shape;3422;p24"/>
          <p:cNvSpPr/>
          <p:nvPr/>
        </p:nvSpPr>
        <p:spPr>
          <a:xfrm>
            <a:off x="8781120" y="73656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2" name="Google Shape;3423;p24"/>
          <p:cNvSpPr/>
          <p:nvPr/>
        </p:nvSpPr>
        <p:spPr>
          <a:xfrm>
            <a:off x="405360" y="113148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3" name="Google Shape;3424;p24"/>
          <p:cNvSpPr/>
          <p:nvPr/>
        </p:nvSpPr>
        <p:spPr>
          <a:xfrm>
            <a:off x="8735400" y="29988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4" name="Google Shape;3425;p24"/>
          <p:cNvSpPr/>
          <p:nvPr/>
        </p:nvSpPr>
        <p:spPr>
          <a:xfrm>
            <a:off x="3934800" y="494856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5" name="Google Shape;3426;p24"/>
          <p:cNvSpPr/>
          <p:nvPr/>
        </p:nvSpPr>
        <p:spPr>
          <a:xfrm>
            <a:off x="3006000" y="45990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4_1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6" name="Google Shape;3428;p25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7" name="PlaceHolder 1"/>
          <p:cNvSpPr>
            <a:spLocks noGrp="1"/>
          </p:cNvSpPr>
          <p:nvPr>
            <p:ph type="title"/>
          </p:nvPr>
        </p:nvSpPr>
        <p:spPr>
          <a:xfrm>
            <a:off x="714960" y="31284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98" name="Google Shape;3442;p25"/>
          <p:cNvSpPr/>
          <p:nvPr/>
        </p:nvSpPr>
        <p:spPr>
          <a:xfrm>
            <a:off x="185040" y="186300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99" name="Google Shape;3443;p25"/>
          <p:cNvSpPr/>
          <p:nvPr/>
        </p:nvSpPr>
        <p:spPr>
          <a:xfrm>
            <a:off x="8503920" y="19044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0" name="Google Shape;3444;p25"/>
          <p:cNvSpPr/>
          <p:nvPr/>
        </p:nvSpPr>
        <p:spPr>
          <a:xfrm>
            <a:off x="236880" y="88560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1" name="Google Shape;3445;p25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2" name="Google Shape;3446;p25"/>
          <p:cNvSpPr/>
          <p:nvPr/>
        </p:nvSpPr>
        <p:spPr>
          <a:xfrm>
            <a:off x="147960" y="441720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3" name="Google Shape;3447;p25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4" name="Google Shape;3448;p25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5" name="Google Shape;3449;p25"/>
          <p:cNvSpPr/>
          <p:nvPr/>
        </p:nvSpPr>
        <p:spPr>
          <a:xfrm>
            <a:off x="8867520" y="88560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6" name="Google Shape;3450;p25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7" name="Google Shape;3451;p25"/>
          <p:cNvSpPr/>
          <p:nvPr/>
        </p:nvSpPr>
        <p:spPr>
          <a:xfrm>
            <a:off x="197640" y="47937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8" name="Google Shape;3452;p25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09" name="Google Shape;3453;p25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10" name="Google Shape;3454;p25"/>
          <p:cNvSpPr/>
          <p:nvPr/>
        </p:nvSpPr>
        <p:spPr>
          <a:xfrm>
            <a:off x="404280" y="50176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2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1" name="Google Shape;3456;p26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2" name="PlaceHolder 1"/>
          <p:cNvSpPr>
            <a:spLocks noGrp="1"/>
          </p:cNvSpPr>
          <p:nvPr>
            <p:ph type="title"/>
          </p:nvPr>
        </p:nvSpPr>
        <p:spPr>
          <a:xfrm>
            <a:off x="2117160" y="307440"/>
            <a:ext cx="4909320" cy="70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500" b="0" u="none" strike="noStrike">
                <a:solidFill>
                  <a:schemeClr val="accent1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7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13" name="PlaceHolder 2"/>
          <p:cNvSpPr>
            <a:spLocks noGrp="1"/>
          </p:cNvSpPr>
          <p:nvPr>
            <p:ph type="title"/>
          </p:nvPr>
        </p:nvSpPr>
        <p:spPr>
          <a:xfrm>
            <a:off x="2117160" y="1743480"/>
            <a:ext cx="4909320" cy="70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500" b="0" u="none" strike="noStrike">
                <a:solidFill>
                  <a:schemeClr val="accent1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7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14" name="PlaceHolder 3"/>
          <p:cNvSpPr>
            <a:spLocks noGrp="1"/>
          </p:cNvSpPr>
          <p:nvPr>
            <p:ph type="title"/>
          </p:nvPr>
        </p:nvSpPr>
        <p:spPr>
          <a:xfrm>
            <a:off x="2117160" y="3175200"/>
            <a:ext cx="4909320" cy="70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500" b="0" u="none" strike="noStrike">
                <a:solidFill>
                  <a:schemeClr val="accent1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7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815" name="Google Shape;3463;p26"/>
          <p:cNvGrpSpPr/>
          <p:nvPr/>
        </p:nvGrpSpPr>
        <p:grpSpPr>
          <a:xfrm>
            <a:off x="7260840" y="-27720"/>
            <a:ext cx="1882800" cy="1458720"/>
            <a:chOff x="7260840" y="-27720"/>
            <a:chExt cx="1882800" cy="1458720"/>
          </a:xfrm>
        </p:grpSpPr>
        <p:sp>
          <p:nvSpPr>
            <p:cNvPr id="2816" name="Google Shape;3464;p26"/>
            <p:cNvSpPr/>
            <p:nvPr/>
          </p:nvSpPr>
          <p:spPr>
            <a:xfrm flipH="1">
              <a:off x="8634960" y="905040"/>
              <a:ext cx="492480" cy="525960"/>
            </a:xfrm>
            <a:custGeom>
              <a:avLst/>
              <a:gdLst>
                <a:gd name="textAreaLeft" fmla="*/ 360 w 492480"/>
                <a:gd name="textAreaRight" fmla="*/ 493200 w 492480"/>
                <a:gd name="textAreaTop" fmla="*/ 0 h 525960"/>
                <a:gd name="textAreaBottom" fmla="*/ 526320 h 525960"/>
              </a:gdLst>
              <a:ahLst/>
              <a:cxnLst/>
              <a:rect l="textAreaLeft" t="textAreaTop" r="textAreaRight" b="textAreaBottom"/>
              <a:pathLst>
                <a:path w="19717" h="21051">
                  <a:moveTo>
                    <a:pt x="15471" y="0"/>
                  </a:moveTo>
                  <a:cubicBezTo>
                    <a:pt x="15403" y="0"/>
                    <a:pt x="15332" y="78"/>
                    <a:pt x="15379" y="172"/>
                  </a:cubicBezTo>
                  <a:cubicBezTo>
                    <a:pt x="17482" y="4378"/>
                    <a:pt x="19716" y="9208"/>
                    <a:pt x="18139" y="14006"/>
                  </a:cubicBezTo>
                  <a:cubicBezTo>
                    <a:pt x="17449" y="16043"/>
                    <a:pt x="16036" y="17752"/>
                    <a:pt x="14163" y="18803"/>
                  </a:cubicBezTo>
                  <a:cubicBezTo>
                    <a:pt x="12257" y="19756"/>
                    <a:pt x="10220" y="20348"/>
                    <a:pt x="8117" y="20545"/>
                  </a:cubicBezTo>
                  <a:cubicBezTo>
                    <a:pt x="6704" y="20709"/>
                    <a:pt x="5323" y="20808"/>
                    <a:pt x="3943" y="20841"/>
                  </a:cubicBezTo>
                  <a:lnTo>
                    <a:pt x="1643" y="20841"/>
                  </a:lnTo>
                  <a:cubicBezTo>
                    <a:pt x="1347" y="20841"/>
                    <a:pt x="1019" y="20808"/>
                    <a:pt x="690" y="20742"/>
                  </a:cubicBezTo>
                  <a:cubicBezTo>
                    <a:pt x="394" y="20611"/>
                    <a:pt x="66" y="20151"/>
                    <a:pt x="427" y="19921"/>
                  </a:cubicBezTo>
                  <a:cubicBezTo>
                    <a:pt x="510" y="19838"/>
                    <a:pt x="454" y="19708"/>
                    <a:pt x="375" y="19708"/>
                  </a:cubicBezTo>
                  <a:cubicBezTo>
                    <a:pt x="360" y="19708"/>
                    <a:pt x="344" y="19713"/>
                    <a:pt x="329" y="19724"/>
                  </a:cubicBezTo>
                  <a:cubicBezTo>
                    <a:pt x="33" y="19954"/>
                    <a:pt x="0" y="20381"/>
                    <a:pt x="230" y="20677"/>
                  </a:cubicBezTo>
                  <a:cubicBezTo>
                    <a:pt x="540" y="21015"/>
                    <a:pt x="1091" y="21039"/>
                    <a:pt x="1532" y="21039"/>
                  </a:cubicBezTo>
                  <a:cubicBezTo>
                    <a:pt x="1606" y="21039"/>
                    <a:pt x="1676" y="21038"/>
                    <a:pt x="1742" y="21038"/>
                  </a:cubicBezTo>
                  <a:cubicBezTo>
                    <a:pt x="2120" y="21046"/>
                    <a:pt x="2495" y="21050"/>
                    <a:pt x="2870" y="21050"/>
                  </a:cubicBezTo>
                  <a:cubicBezTo>
                    <a:pt x="3993" y="21050"/>
                    <a:pt x="5102" y="21013"/>
                    <a:pt x="6211" y="20939"/>
                  </a:cubicBezTo>
                  <a:cubicBezTo>
                    <a:pt x="8478" y="20775"/>
                    <a:pt x="10778" y="20479"/>
                    <a:pt x="12914" y="19592"/>
                  </a:cubicBezTo>
                  <a:cubicBezTo>
                    <a:pt x="14984" y="18836"/>
                    <a:pt x="16693" y="17358"/>
                    <a:pt x="17778" y="15419"/>
                  </a:cubicBezTo>
                  <a:cubicBezTo>
                    <a:pt x="18796" y="13283"/>
                    <a:pt x="19125" y="10884"/>
                    <a:pt x="18698" y="8551"/>
                  </a:cubicBezTo>
                  <a:cubicBezTo>
                    <a:pt x="18238" y="5528"/>
                    <a:pt x="16890" y="2768"/>
                    <a:pt x="15543" y="40"/>
                  </a:cubicBezTo>
                  <a:cubicBezTo>
                    <a:pt x="15524" y="12"/>
                    <a:pt x="15498" y="0"/>
                    <a:pt x="1547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7" name="Google Shape;3465;p26"/>
            <p:cNvSpPr/>
            <p:nvPr/>
          </p:nvSpPr>
          <p:spPr>
            <a:xfrm flipH="1">
              <a:off x="8431200" y="630000"/>
              <a:ext cx="246600" cy="448200"/>
            </a:xfrm>
            <a:custGeom>
              <a:avLst/>
              <a:gdLst>
                <a:gd name="textAreaLeft" fmla="*/ -360 w 246600"/>
                <a:gd name="textAreaRight" fmla="*/ 246600 w 24660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9873" h="17936">
                  <a:moveTo>
                    <a:pt x="9137" y="0"/>
                  </a:moveTo>
                  <a:cubicBezTo>
                    <a:pt x="9084" y="0"/>
                    <a:pt x="9035" y="33"/>
                    <a:pt x="9051" y="99"/>
                  </a:cubicBezTo>
                  <a:cubicBezTo>
                    <a:pt x="9183" y="1840"/>
                    <a:pt x="9314" y="3615"/>
                    <a:pt x="9446" y="5389"/>
                  </a:cubicBezTo>
                  <a:cubicBezTo>
                    <a:pt x="9610" y="7131"/>
                    <a:pt x="9610" y="8938"/>
                    <a:pt x="9380" y="10680"/>
                  </a:cubicBezTo>
                  <a:cubicBezTo>
                    <a:pt x="8953" y="13473"/>
                    <a:pt x="7474" y="16430"/>
                    <a:pt x="4648" y="17383"/>
                  </a:cubicBezTo>
                  <a:cubicBezTo>
                    <a:pt x="4066" y="17603"/>
                    <a:pt x="3459" y="17711"/>
                    <a:pt x="2855" y="17711"/>
                  </a:cubicBezTo>
                  <a:cubicBezTo>
                    <a:pt x="1922" y="17711"/>
                    <a:pt x="996" y="17454"/>
                    <a:pt x="179" y="16956"/>
                  </a:cubicBezTo>
                  <a:cubicBezTo>
                    <a:pt x="160" y="16937"/>
                    <a:pt x="141" y="16929"/>
                    <a:pt x="123" y="16929"/>
                  </a:cubicBezTo>
                  <a:cubicBezTo>
                    <a:pt x="50" y="16929"/>
                    <a:pt x="1" y="17067"/>
                    <a:pt x="80" y="17120"/>
                  </a:cubicBezTo>
                  <a:cubicBezTo>
                    <a:pt x="907" y="17664"/>
                    <a:pt x="1869" y="17935"/>
                    <a:pt x="2834" y="17935"/>
                  </a:cubicBezTo>
                  <a:cubicBezTo>
                    <a:pt x="3211" y="17935"/>
                    <a:pt x="3588" y="17894"/>
                    <a:pt x="3958" y="17810"/>
                  </a:cubicBezTo>
                  <a:cubicBezTo>
                    <a:pt x="5371" y="17482"/>
                    <a:pt x="6620" y="16726"/>
                    <a:pt x="7507" y="15609"/>
                  </a:cubicBezTo>
                  <a:cubicBezTo>
                    <a:pt x="9643" y="13046"/>
                    <a:pt x="9873" y="9563"/>
                    <a:pt x="9708" y="6375"/>
                  </a:cubicBezTo>
                  <a:cubicBezTo>
                    <a:pt x="9610" y="4272"/>
                    <a:pt x="9413" y="2202"/>
                    <a:pt x="9248" y="99"/>
                  </a:cubicBezTo>
                  <a:cubicBezTo>
                    <a:pt x="9248" y="33"/>
                    <a:pt x="9191" y="0"/>
                    <a:pt x="9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8" name="Google Shape;3466;p26"/>
            <p:cNvSpPr/>
            <p:nvPr/>
          </p:nvSpPr>
          <p:spPr>
            <a:xfrm flipH="1">
              <a:off x="8643960" y="645120"/>
              <a:ext cx="325080" cy="298080"/>
            </a:xfrm>
            <a:custGeom>
              <a:avLst/>
              <a:gdLst>
                <a:gd name="textAreaLeft" fmla="*/ -360 w 325080"/>
                <a:gd name="textAreaRight" fmla="*/ 325080 w 325080"/>
                <a:gd name="textAreaTop" fmla="*/ 0 h 298080"/>
                <a:gd name="textAreaBottom" fmla="*/ 298440 h 298080"/>
              </a:gdLst>
              <a:ahLst/>
              <a:cxnLst/>
              <a:rect l="textAreaLeft" t="textAreaTop" r="textAreaRight" b="textAreaBottom"/>
              <a:pathLst>
                <a:path w="13013" h="11935">
                  <a:moveTo>
                    <a:pt x="12447" y="1"/>
                  </a:moveTo>
                  <a:cubicBezTo>
                    <a:pt x="12383" y="1"/>
                    <a:pt x="12303" y="57"/>
                    <a:pt x="12323" y="138"/>
                  </a:cubicBezTo>
                  <a:cubicBezTo>
                    <a:pt x="12717" y="2635"/>
                    <a:pt x="13013" y="5461"/>
                    <a:pt x="11731" y="7827"/>
                  </a:cubicBezTo>
                  <a:cubicBezTo>
                    <a:pt x="10483" y="10160"/>
                    <a:pt x="7821" y="11310"/>
                    <a:pt x="5258" y="11639"/>
                  </a:cubicBezTo>
                  <a:cubicBezTo>
                    <a:pt x="4298" y="11713"/>
                    <a:pt x="3339" y="11756"/>
                    <a:pt x="2379" y="11756"/>
                  </a:cubicBezTo>
                  <a:cubicBezTo>
                    <a:pt x="1630" y="11756"/>
                    <a:pt x="881" y="11730"/>
                    <a:pt x="132" y="11672"/>
                  </a:cubicBezTo>
                  <a:cubicBezTo>
                    <a:pt x="0" y="11672"/>
                    <a:pt x="0" y="11869"/>
                    <a:pt x="132" y="11869"/>
                  </a:cubicBezTo>
                  <a:lnTo>
                    <a:pt x="132" y="11836"/>
                  </a:lnTo>
                  <a:cubicBezTo>
                    <a:pt x="1045" y="11887"/>
                    <a:pt x="1973" y="11935"/>
                    <a:pt x="2901" y="11935"/>
                  </a:cubicBezTo>
                  <a:cubicBezTo>
                    <a:pt x="4979" y="11935"/>
                    <a:pt x="7053" y="11696"/>
                    <a:pt x="8938" y="10719"/>
                  </a:cubicBezTo>
                  <a:cubicBezTo>
                    <a:pt x="10056" y="10160"/>
                    <a:pt x="11008" y="9306"/>
                    <a:pt x="11699" y="8254"/>
                  </a:cubicBezTo>
                  <a:cubicBezTo>
                    <a:pt x="12356" y="7137"/>
                    <a:pt x="12750" y="5889"/>
                    <a:pt x="12816" y="4607"/>
                  </a:cubicBezTo>
                  <a:cubicBezTo>
                    <a:pt x="12881" y="3063"/>
                    <a:pt x="12783" y="1551"/>
                    <a:pt x="12520" y="72"/>
                  </a:cubicBezTo>
                  <a:cubicBezTo>
                    <a:pt x="12520" y="22"/>
                    <a:pt x="12486" y="1"/>
                    <a:pt x="1244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9" name="Google Shape;3467;p26"/>
            <p:cNvSpPr/>
            <p:nvPr/>
          </p:nvSpPr>
          <p:spPr>
            <a:xfrm flipH="1">
              <a:off x="8164800" y="324000"/>
              <a:ext cx="444240" cy="304200"/>
            </a:xfrm>
            <a:custGeom>
              <a:avLst/>
              <a:gdLst>
                <a:gd name="textAreaLeft" fmla="*/ 360 w 444240"/>
                <a:gd name="textAreaRight" fmla="*/ 444960 w 444240"/>
                <a:gd name="textAreaTop" fmla="*/ 0 h 304200"/>
                <a:gd name="textAreaBottom" fmla="*/ 304560 h 304200"/>
              </a:gdLst>
              <a:ahLst/>
              <a:cxnLst/>
              <a:rect l="textAreaLeft" t="textAreaTop" r="textAreaRight" b="textAreaBottom"/>
              <a:pathLst>
                <a:path w="17790" h="12179">
                  <a:moveTo>
                    <a:pt x="16650" y="0"/>
                  </a:moveTo>
                  <a:cubicBezTo>
                    <a:pt x="16588" y="0"/>
                    <a:pt x="16520" y="56"/>
                    <a:pt x="16541" y="138"/>
                  </a:cubicBezTo>
                  <a:cubicBezTo>
                    <a:pt x="17789" y="3128"/>
                    <a:pt x="16836" y="6644"/>
                    <a:pt x="14733" y="9010"/>
                  </a:cubicBezTo>
                  <a:cubicBezTo>
                    <a:pt x="12954" y="11018"/>
                    <a:pt x="10388" y="11984"/>
                    <a:pt x="7766" y="11984"/>
                  </a:cubicBezTo>
                  <a:cubicBezTo>
                    <a:pt x="6999" y="11984"/>
                    <a:pt x="6226" y="11901"/>
                    <a:pt x="5467" y="11737"/>
                  </a:cubicBezTo>
                  <a:cubicBezTo>
                    <a:pt x="3528" y="11310"/>
                    <a:pt x="1721" y="10390"/>
                    <a:pt x="209" y="9043"/>
                  </a:cubicBezTo>
                  <a:cubicBezTo>
                    <a:pt x="187" y="9021"/>
                    <a:pt x="164" y="9012"/>
                    <a:pt x="142" y="9012"/>
                  </a:cubicBezTo>
                  <a:cubicBezTo>
                    <a:pt x="64" y="9012"/>
                    <a:pt x="1" y="9123"/>
                    <a:pt x="78" y="9174"/>
                  </a:cubicBezTo>
                  <a:cubicBezTo>
                    <a:pt x="2219" y="11133"/>
                    <a:pt x="5005" y="12179"/>
                    <a:pt x="7856" y="12179"/>
                  </a:cubicBezTo>
                  <a:cubicBezTo>
                    <a:pt x="8592" y="12179"/>
                    <a:pt x="9332" y="12109"/>
                    <a:pt x="10067" y="11967"/>
                  </a:cubicBezTo>
                  <a:cubicBezTo>
                    <a:pt x="11743" y="11573"/>
                    <a:pt x="13255" y="10751"/>
                    <a:pt x="14470" y="9569"/>
                  </a:cubicBezTo>
                  <a:cubicBezTo>
                    <a:pt x="15653" y="8418"/>
                    <a:pt x="16508" y="6973"/>
                    <a:pt x="16935" y="5428"/>
                  </a:cubicBezTo>
                  <a:cubicBezTo>
                    <a:pt x="17494" y="3654"/>
                    <a:pt x="17395" y="1781"/>
                    <a:pt x="16738" y="72"/>
                  </a:cubicBezTo>
                  <a:cubicBezTo>
                    <a:pt x="16725" y="22"/>
                    <a:pt x="16689" y="0"/>
                    <a:pt x="1665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0" name="Google Shape;3468;p26"/>
            <p:cNvSpPr/>
            <p:nvPr/>
          </p:nvSpPr>
          <p:spPr>
            <a:xfrm flipH="1">
              <a:off x="7260480" y="-5040"/>
              <a:ext cx="924120" cy="492120"/>
            </a:xfrm>
            <a:custGeom>
              <a:avLst/>
              <a:gdLst>
                <a:gd name="textAreaLeft" fmla="*/ -360 w 924120"/>
                <a:gd name="textAreaRight" fmla="*/ 924120 w 924120"/>
                <a:gd name="textAreaTop" fmla="*/ 0 h 492120"/>
                <a:gd name="textAreaBottom" fmla="*/ 492480 h 492120"/>
              </a:gdLst>
              <a:ahLst/>
              <a:cxnLst/>
              <a:rect l="textAreaLeft" t="textAreaTop" r="textAreaRight" b="textAreaBottom"/>
              <a:pathLst>
                <a:path w="36977" h="19693">
                  <a:moveTo>
                    <a:pt x="42" y="17677"/>
                  </a:moveTo>
                  <a:lnTo>
                    <a:pt x="75" y="17710"/>
                  </a:lnTo>
                  <a:cubicBezTo>
                    <a:pt x="73" y="17708"/>
                    <a:pt x="71" y="17706"/>
                    <a:pt x="69" y="17704"/>
                  </a:cubicBezTo>
                  <a:lnTo>
                    <a:pt x="69" y="17704"/>
                  </a:lnTo>
                  <a:cubicBezTo>
                    <a:pt x="60" y="17695"/>
                    <a:pt x="51" y="17686"/>
                    <a:pt x="42" y="17677"/>
                  </a:cubicBezTo>
                  <a:close/>
                  <a:moveTo>
                    <a:pt x="35295" y="0"/>
                  </a:moveTo>
                  <a:cubicBezTo>
                    <a:pt x="35208" y="0"/>
                    <a:pt x="35125" y="111"/>
                    <a:pt x="35202" y="163"/>
                  </a:cubicBezTo>
                  <a:cubicBezTo>
                    <a:pt x="36484" y="1181"/>
                    <a:pt x="36746" y="3021"/>
                    <a:pt x="36221" y="4467"/>
                  </a:cubicBezTo>
                  <a:cubicBezTo>
                    <a:pt x="35662" y="6209"/>
                    <a:pt x="34151" y="7457"/>
                    <a:pt x="32639" y="8410"/>
                  </a:cubicBezTo>
                  <a:cubicBezTo>
                    <a:pt x="29419" y="10448"/>
                    <a:pt x="25705" y="11696"/>
                    <a:pt x="21894" y="11992"/>
                  </a:cubicBezTo>
                  <a:cubicBezTo>
                    <a:pt x="21360" y="12025"/>
                    <a:pt x="20828" y="12041"/>
                    <a:pt x="20298" y="12041"/>
                  </a:cubicBezTo>
                  <a:cubicBezTo>
                    <a:pt x="18675" y="12041"/>
                    <a:pt x="17071" y="11887"/>
                    <a:pt x="15486" y="11565"/>
                  </a:cubicBezTo>
                  <a:cubicBezTo>
                    <a:pt x="15387" y="11565"/>
                    <a:pt x="15322" y="11598"/>
                    <a:pt x="15354" y="11696"/>
                  </a:cubicBezTo>
                  <a:cubicBezTo>
                    <a:pt x="16176" y="14095"/>
                    <a:pt x="14796" y="16658"/>
                    <a:pt x="12824" y="18071"/>
                  </a:cubicBezTo>
                  <a:cubicBezTo>
                    <a:pt x="11376" y="19114"/>
                    <a:pt x="9645" y="19499"/>
                    <a:pt x="7890" y="19499"/>
                  </a:cubicBezTo>
                  <a:cubicBezTo>
                    <a:pt x="6657" y="19499"/>
                    <a:pt x="5413" y="19309"/>
                    <a:pt x="4248" y="19024"/>
                  </a:cubicBezTo>
                  <a:cubicBezTo>
                    <a:pt x="3426" y="18827"/>
                    <a:pt x="2670" y="18564"/>
                    <a:pt x="1849" y="18334"/>
                  </a:cubicBezTo>
                  <a:cubicBezTo>
                    <a:pt x="1553" y="18269"/>
                    <a:pt x="1290" y="18203"/>
                    <a:pt x="1027" y="18104"/>
                  </a:cubicBezTo>
                  <a:cubicBezTo>
                    <a:pt x="732" y="17973"/>
                    <a:pt x="436" y="17776"/>
                    <a:pt x="206" y="17546"/>
                  </a:cubicBezTo>
                  <a:cubicBezTo>
                    <a:pt x="185" y="17524"/>
                    <a:pt x="162" y="17515"/>
                    <a:pt x="140" y="17515"/>
                  </a:cubicBezTo>
                  <a:cubicBezTo>
                    <a:pt x="63" y="17515"/>
                    <a:pt x="1" y="17627"/>
                    <a:pt x="69" y="17704"/>
                  </a:cubicBezTo>
                  <a:lnTo>
                    <a:pt x="69" y="17704"/>
                  </a:lnTo>
                  <a:cubicBezTo>
                    <a:pt x="459" y="18083"/>
                    <a:pt x="942" y="18337"/>
                    <a:pt x="1487" y="18466"/>
                  </a:cubicBezTo>
                  <a:cubicBezTo>
                    <a:pt x="2210" y="18630"/>
                    <a:pt x="2933" y="18893"/>
                    <a:pt x="3656" y="19090"/>
                  </a:cubicBezTo>
                  <a:cubicBezTo>
                    <a:pt x="5055" y="19469"/>
                    <a:pt x="6479" y="19693"/>
                    <a:pt x="7930" y="19693"/>
                  </a:cubicBezTo>
                  <a:cubicBezTo>
                    <a:pt x="8115" y="19693"/>
                    <a:pt x="8301" y="19689"/>
                    <a:pt x="8487" y="19682"/>
                  </a:cubicBezTo>
                  <a:cubicBezTo>
                    <a:pt x="9965" y="19649"/>
                    <a:pt x="11411" y="19221"/>
                    <a:pt x="12660" y="18466"/>
                  </a:cubicBezTo>
                  <a:cubicBezTo>
                    <a:pt x="13744" y="17743"/>
                    <a:pt x="14599" y="16790"/>
                    <a:pt x="15190" y="15673"/>
                  </a:cubicBezTo>
                  <a:cubicBezTo>
                    <a:pt x="15820" y="14475"/>
                    <a:pt x="15967" y="13097"/>
                    <a:pt x="15602" y="11798"/>
                  </a:cubicBezTo>
                  <a:lnTo>
                    <a:pt x="15602" y="11798"/>
                  </a:lnTo>
                  <a:cubicBezTo>
                    <a:pt x="17107" y="12090"/>
                    <a:pt x="18631" y="12235"/>
                    <a:pt x="20153" y="12235"/>
                  </a:cubicBezTo>
                  <a:cubicBezTo>
                    <a:pt x="22527" y="12235"/>
                    <a:pt x="24897" y="11880"/>
                    <a:pt x="27184" y="11171"/>
                  </a:cubicBezTo>
                  <a:cubicBezTo>
                    <a:pt x="29090" y="10579"/>
                    <a:pt x="30897" y="9725"/>
                    <a:pt x="32573" y="8706"/>
                  </a:cubicBezTo>
                  <a:cubicBezTo>
                    <a:pt x="34085" y="7753"/>
                    <a:pt x="35596" y="6537"/>
                    <a:pt x="36319" y="4862"/>
                  </a:cubicBezTo>
                  <a:cubicBezTo>
                    <a:pt x="36976" y="3284"/>
                    <a:pt x="36779" y="1181"/>
                    <a:pt x="35366" y="31"/>
                  </a:cubicBezTo>
                  <a:cubicBezTo>
                    <a:pt x="35345" y="9"/>
                    <a:pt x="35320" y="0"/>
                    <a:pt x="3529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1" name="Google Shape;3469;p26"/>
            <p:cNvSpPr/>
            <p:nvPr/>
          </p:nvSpPr>
          <p:spPr>
            <a:xfrm flipH="1">
              <a:off x="7903440" y="137160"/>
              <a:ext cx="533880" cy="159120"/>
            </a:xfrm>
            <a:custGeom>
              <a:avLst/>
              <a:gdLst>
                <a:gd name="textAreaLeft" fmla="*/ -360 w 533880"/>
                <a:gd name="textAreaRight" fmla="*/ 533880 w 53388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21363" h="6381">
                  <a:moveTo>
                    <a:pt x="21213" y="1"/>
                  </a:moveTo>
                  <a:cubicBezTo>
                    <a:pt x="21191" y="1"/>
                    <a:pt x="21168" y="10"/>
                    <a:pt x="21147" y="31"/>
                  </a:cubicBezTo>
                  <a:cubicBezTo>
                    <a:pt x="19339" y="2364"/>
                    <a:pt x="16941" y="4138"/>
                    <a:pt x="14180" y="5190"/>
                  </a:cubicBezTo>
                  <a:cubicBezTo>
                    <a:pt x="12393" y="5853"/>
                    <a:pt x="10520" y="6184"/>
                    <a:pt x="8644" y="6184"/>
                  </a:cubicBezTo>
                  <a:cubicBezTo>
                    <a:pt x="7449" y="6184"/>
                    <a:pt x="6254" y="6050"/>
                    <a:pt x="5078" y="5781"/>
                  </a:cubicBezTo>
                  <a:cubicBezTo>
                    <a:pt x="3337" y="5354"/>
                    <a:pt x="1694" y="4664"/>
                    <a:pt x="182" y="3711"/>
                  </a:cubicBezTo>
                  <a:cubicBezTo>
                    <a:pt x="166" y="3701"/>
                    <a:pt x="150" y="3696"/>
                    <a:pt x="135" y="3696"/>
                  </a:cubicBezTo>
                  <a:cubicBezTo>
                    <a:pt x="57" y="3696"/>
                    <a:pt x="1" y="3820"/>
                    <a:pt x="83" y="3876"/>
                  </a:cubicBezTo>
                  <a:cubicBezTo>
                    <a:pt x="2643" y="5498"/>
                    <a:pt x="5617" y="6380"/>
                    <a:pt x="8668" y="6380"/>
                  </a:cubicBezTo>
                  <a:cubicBezTo>
                    <a:pt x="8830" y="6380"/>
                    <a:pt x="8991" y="6378"/>
                    <a:pt x="9153" y="6373"/>
                  </a:cubicBezTo>
                  <a:cubicBezTo>
                    <a:pt x="12209" y="6307"/>
                    <a:pt x="15166" y="5321"/>
                    <a:pt x="17664" y="3613"/>
                  </a:cubicBezTo>
                  <a:cubicBezTo>
                    <a:pt x="19044" y="2660"/>
                    <a:pt x="20292" y="1510"/>
                    <a:pt x="21311" y="195"/>
                  </a:cubicBezTo>
                  <a:cubicBezTo>
                    <a:pt x="21363" y="118"/>
                    <a:pt x="21293" y="1"/>
                    <a:pt x="212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2" name="Google Shape;3470;p26"/>
            <p:cNvSpPr/>
            <p:nvPr/>
          </p:nvSpPr>
          <p:spPr>
            <a:xfrm flipH="1">
              <a:off x="7635600" y="69840"/>
              <a:ext cx="341640" cy="180360"/>
            </a:xfrm>
            <a:custGeom>
              <a:avLst/>
              <a:gdLst>
                <a:gd name="textAreaLeft" fmla="*/ -360 w 341640"/>
                <a:gd name="textAreaRight" fmla="*/ 341640 w 34164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13678" h="7232">
                  <a:moveTo>
                    <a:pt x="13567" y="0"/>
                  </a:moveTo>
                  <a:cubicBezTo>
                    <a:pt x="13523" y="0"/>
                    <a:pt x="13477" y="26"/>
                    <a:pt x="13462" y="84"/>
                  </a:cubicBezTo>
                  <a:cubicBezTo>
                    <a:pt x="13002" y="2154"/>
                    <a:pt x="11786" y="3994"/>
                    <a:pt x="10110" y="5276"/>
                  </a:cubicBezTo>
                  <a:cubicBezTo>
                    <a:pt x="8551" y="6431"/>
                    <a:pt x="6662" y="7053"/>
                    <a:pt x="4710" y="7053"/>
                  </a:cubicBezTo>
                  <a:cubicBezTo>
                    <a:pt x="4441" y="7053"/>
                    <a:pt x="4171" y="7041"/>
                    <a:pt x="3900" y="7018"/>
                  </a:cubicBezTo>
                  <a:cubicBezTo>
                    <a:pt x="2586" y="6886"/>
                    <a:pt x="1337" y="6459"/>
                    <a:pt x="187" y="5769"/>
                  </a:cubicBezTo>
                  <a:cubicBezTo>
                    <a:pt x="176" y="5765"/>
                    <a:pt x="166" y="5764"/>
                    <a:pt x="155" y="5764"/>
                  </a:cubicBezTo>
                  <a:cubicBezTo>
                    <a:pt x="69" y="5764"/>
                    <a:pt x="0" y="5878"/>
                    <a:pt x="88" y="5966"/>
                  </a:cubicBezTo>
                  <a:cubicBezTo>
                    <a:pt x="1534" y="6806"/>
                    <a:pt x="3163" y="7232"/>
                    <a:pt x="4821" y="7232"/>
                  </a:cubicBezTo>
                  <a:cubicBezTo>
                    <a:pt x="5498" y="7232"/>
                    <a:pt x="6181" y="7161"/>
                    <a:pt x="6857" y="7018"/>
                  </a:cubicBezTo>
                  <a:cubicBezTo>
                    <a:pt x="8993" y="6492"/>
                    <a:pt x="10866" y="5243"/>
                    <a:pt x="12148" y="3436"/>
                  </a:cubicBezTo>
                  <a:cubicBezTo>
                    <a:pt x="12871" y="2450"/>
                    <a:pt x="13397" y="1333"/>
                    <a:pt x="13659" y="117"/>
                  </a:cubicBezTo>
                  <a:cubicBezTo>
                    <a:pt x="13678" y="43"/>
                    <a:pt x="13624" y="0"/>
                    <a:pt x="1356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360" bIns="90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3" name="Google Shape;3471;p26"/>
            <p:cNvSpPr/>
            <p:nvPr/>
          </p:nvSpPr>
          <p:spPr>
            <a:xfrm flipH="1">
              <a:off x="8697240" y="35640"/>
              <a:ext cx="446400" cy="288360"/>
            </a:xfrm>
            <a:custGeom>
              <a:avLst/>
              <a:gdLst>
                <a:gd name="textAreaLeft" fmla="*/ 360 w 446400"/>
                <a:gd name="textAreaRight" fmla="*/ 447120 w 446400"/>
                <a:gd name="textAreaTop" fmla="*/ 0 h 288360"/>
                <a:gd name="textAreaBottom" fmla="*/ 288720 h 288360"/>
              </a:gdLst>
              <a:ahLst/>
              <a:cxnLst/>
              <a:rect l="textAreaLeft" t="textAreaTop" r="textAreaRight" b="textAreaBottom"/>
              <a:pathLst>
                <a:path w="17867" h="11545">
                  <a:moveTo>
                    <a:pt x="17748" y="0"/>
                  </a:moveTo>
                  <a:cubicBezTo>
                    <a:pt x="17714" y="0"/>
                    <a:pt x="17682" y="22"/>
                    <a:pt x="17670" y="72"/>
                  </a:cubicBezTo>
                  <a:cubicBezTo>
                    <a:pt x="17210" y="2964"/>
                    <a:pt x="15830" y="5625"/>
                    <a:pt x="13727" y="7663"/>
                  </a:cubicBezTo>
                  <a:cubicBezTo>
                    <a:pt x="11459" y="9799"/>
                    <a:pt x="8535" y="11080"/>
                    <a:pt x="5446" y="11310"/>
                  </a:cubicBezTo>
                  <a:cubicBezTo>
                    <a:pt x="5117" y="11334"/>
                    <a:pt x="4790" y="11346"/>
                    <a:pt x="4463" y="11346"/>
                  </a:cubicBezTo>
                  <a:cubicBezTo>
                    <a:pt x="2995" y="11346"/>
                    <a:pt x="1553" y="11104"/>
                    <a:pt x="155" y="10620"/>
                  </a:cubicBezTo>
                  <a:cubicBezTo>
                    <a:pt x="148" y="10618"/>
                    <a:pt x="140" y="10616"/>
                    <a:pt x="133" y="10616"/>
                  </a:cubicBezTo>
                  <a:cubicBezTo>
                    <a:pt x="48" y="10616"/>
                    <a:pt x="1" y="10787"/>
                    <a:pt x="122" y="10817"/>
                  </a:cubicBezTo>
                  <a:cubicBezTo>
                    <a:pt x="1538" y="11304"/>
                    <a:pt x="3010" y="11545"/>
                    <a:pt x="4483" y="11545"/>
                  </a:cubicBezTo>
                  <a:cubicBezTo>
                    <a:pt x="6190" y="11545"/>
                    <a:pt x="7898" y="11222"/>
                    <a:pt x="9520" y="10587"/>
                  </a:cubicBezTo>
                  <a:cubicBezTo>
                    <a:pt x="12346" y="9470"/>
                    <a:pt x="14679" y="7400"/>
                    <a:pt x="16191" y="4804"/>
                  </a:cubicBezTo>
                  <a:cubicBezTo>
                    <a:pt x="17045" y="3358"/>
                    <a:pt x="17604" y="1781"/>
                    <a:pt x="17867" y="138"/>
                  </a:cubicBezTo>
                  <a:cubicBezTo>
                    <a:pt x="17867" y="56"/>
                    <a:pt x="17804" y="0"/>
                    <a:pt x="1774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4" name="Google Shape;3472;p26"/>
            <p:cNvSpPr/>
            <p:nvPr/>
          </p:nvSpPr>
          <p:spPr>
            <a:xfrm flipH="1">
              <a:off x="8676720" y="50040"/>
              <a:ext cx="61560" cy="130320"/>
            </a:xfrm>
            <a:custGeom>
              <a:avLst/>
              <a:gdLst>
                <a:gd name="textAreaLeft" fmla="*/ -360 w 61560"/>
                <a:gd name="textAreaRight" fmla="*/ 61560 w 6156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2479" h="5225">
                  <a:moveTo>
                    <a:pt x="2363" y="0"/>
                  </a:moveTo>
                  <a:cubicBezTo>
                    <a:pt x="2328" y="0"/>
                    <a:pt x="2294" y="19"/>
                    <a:pt x="2281" y="58"/>
                  </a:cubicBezTo>
                  <a:cubicBezTo>
                    <a:pt x="1821" y="1832"/>
                    <a:pt x="1066" y="3541"/>
                    <a:pt x="47" y="5085"/>
                  </a:cubicBezTo>
                  <a:cubicBezTo>
                    <a:pt x="0" y="5155"/>
                    <a:pt x="69" y="5225"/>
                    <a:pt x="148" y="5225"/>
                  </a:cubicBezTo>
                  <a:cubicBezTo>
                    <a:pt x="181" y="5225"/>
                    <a:pt x="215" y="5213"/>
                    <a:pt x="244" y="5184"/>
                  </a:cubicBezTo>
                  <a:cubicBezTo>
                    <a:pt x="1263" y="3639"/>
                    <a:pt x="2018" y="1931"/>
                    <a:pt x="2479" y="123"/>
                  </a:cubicBezTo>
                  <a:cubicBezTo>
                    <a:pt x="2479" y="44"/>
                    <a:pt x="2418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5" name="Google Shape;3473;p26"/>
            <p:cNvSpPr/>
            <p:nvPr/>
          </p:nvSpPr>
          <p:spPr>
            <a:xfrm flipH="1">
              <a:off x="8670240" y="106200"/>
              <a:ext cx="46440" cy="78840"/>
            </a:xfrm>
            <a:custGeom>
              <a:avLst/>
              <a:gdLst>
                <a:gd name="textAreaLeft" fmla="*/ -360 w 46440"/>
                <a:gd name="textAreaRight" fmla="*/ 46440 w 46440"/>
                <a:gd name="textAreaTop" fmla="*/ 0 h 78840"/>
                <a:gd name="textAreaBottom" fmla="*/ 79200 h 78840"/>
              </a:gdLst>
              <a:ahLst/>
              <a:cxnLst/>
              <a:rect l="textAreaLeft" t="textAreaTop" r="textAreaRight" b="textAreaBottom"/>
              <a:pathLst>
                <a:path w="1866" h="3161">
                  <a:moveTo>
                    <a:pt x="1732" y="0"/>
                  </a:moveTo>
                  <a:cubicBezTo>
                    <a:pt x="1687" y="0"/>
                    <a:pt x="1643" y="21"/>
                    <a:pt x="1629" y="74"/>
                  </a:cubicBezTo>
                  <a:cubicBezTo>
                    <a:pt x="1268" y="1125"/>
                    <a:pt x="742" y="2111"/>
                    <a:pt x="52" y="2966"/>
                  </a:cubicBezTo>
                  <a:cubicBezTo>
                    <a:pt x="1" y="3043"/>
                    <a:pt x="70" y="3160"/>
                    <a:pt x="150" y="3160"/>
                  </a:cubicBezTo>
                  <a:cubicBezTo>
                    <a:pt x="172" y="3160"/>
                    <a:pt x="195" y="3151"/>
                    <a:pt x="216" y="3130"/>
                  </a:cubicBezTo>
                  <a:lnTo>
                    <a:pt x="184" y="3130"/>
                  </a:lnTo>
                  <a:cubicBezTo>
                    <a:pt x="906" y="2210"/>
                    <a:pt x="1465" y="1191"/>
                    <a:pt x="1827" y="107"/>
                  </a:cubicBezTo>
                  <a:cubicBezTo>
                    <a:pt x="1866" y="48"/>
                    <a:pt x="1799" y="0"/>
                    <a:pt x="17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6" name="Google Shape;3474;p26"/>
            <p:cNvSpPr/>
            <p:nvPr/>
          </p:nvSpPr>
          <p:spPr>
            <a:xfrm flipH="1">
              <a:off x="8671680" y="136080"/>
              <a:ext cx="29160" cy="50040"/>
            </a:xfrm>
            <a:custGeom>
              <a:avLst/>
              <a:gdLst>
                <a:gd name="textAreaLeft" fmla="*/ -360 w 29160"/>
                <a:gd name="textAreaRight" fmla="*/ 29160 w 2916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1176" h="2010">
                  <a:moveTo>
                    <a:pt x="1039" y="0"/>
                  </a:moveTo>
                  <a:cubicBezTo>
                    <a:pt x="1011" y="0"/>
                    <a:pt x="984" y="12"/>
                    <a:pt x="965" y="41"/>
                  </a:cubicBezTo>
                  <a:lnTo>
                    <a:pt x="44" y="1848"/>
                  </a:lnTo>
                  <a:cubicBezTo>
                    <a:pt x="1" y="1936"/>
                    <a:pt x="74" y="2009"/>
                    <a:pt x="147" y="2009"/>
                  </a:cubicBezTo>
                  <a:cubicBezTo>
                    <a:pt x="183" y="2009"/>
                    <a:pt x="220" y="1991"/>
                    <a:pt x="242" y="1947"/>
                  </a:cubicBezTo>
                  <a:cubicBezTo>
                    <a:pt x="537" y="1355"/>
                    <a:pt x="833" y="764"/>
                    <a:pt x="1129" y="140"/>
                  </a:cubicBezTo>
                  <a:cubicBezTo>
                    <a:pt x="1175" y="70"/>
                    <a:pt x="1107" y="0"/>
                    <a:pt x="103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7" name="Google Shape;3475;p26"/>
            <p:cNvSpPr/>
            <p:nvPr/>
          </p:nvSpPr>
          <p:spPr>
            <a:xfrm flipH="1">
              <a:off x="8269200" y="249840"/>
              <a:ext cx="191520" cy="64080"/>
            </a:xfrm>
            <a:custGeom>
              <a:avLst/>
              <a:gdLst>
                <a:gd name="textAreaLeft" fmla="*/ 360 w 191520"/>
                <a:gd name="textAreaRight" fmla="*/ 192240 w 19152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w="7675" h="2579">
                  <a:moveTo>
                    <a:pt x="154" y="1"/>
                  </a:moveTo>
                  <a:cubicBezTo>
                    <a:pt x="57" y="1"/>
                    <a:pt x="1" y="125"/>
                    <a:pt x="83" y="180"/>
                  </a:cubicBezTo>
                  <a:cubicBezTo>
                    <a:pt x="2318" y="1659"/>
                    <a:pt x="4881" y="2480"/>
                    <a:pt x="7543" y="2579"/>
                  </a:cubicBezTo>
                  <a:cubicBezTo>
                    <a:pt x="7674" y="2579"/>
                    <a:pt x="7674" y="2382"/>
                    <a:pt x="7543" y="2349"/>
                  </a:cubicBezTo>
                  <a:cubicBezTo>
                    <a:pt x="4914" y="2283"/>
                    <a:pt x="2384" y="1462"/>
                    <a:pt x="215" y="16"/>
                  </a:cubicBezTo>
                  <a:cubicBezTo>
                    <a:pt x="194" y="5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8" name="Google Shape;3476;p26"/>
            <p:cNvSpPr/>
            <p:nvPr/>
          </p:nvSpPr>
          <p:spPr>
            <a:xfrm flipH="1">
              <a:off x="8320680" y="294120"/>
              <a:ext cx="109800" cy="37080"/>
            </a:xfrm>
            <a:custGeom>
              <a:avLst/>
              <a:gdLst>
                <a:gd name="textAreaLeft" fmla="*/ -360 w 109800"/>
                <a:gd name="textAreaRight" fmla="*/ 109800 w 10980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4411" h="1499">
                  <a:moveTo>
                    <a:pt x="154" y="1"/>
                  </a:moveTo>
                  <a:cubicBezTo>
                    <a:pt x="57" y="1"/>
                    <a:pt x="1" y="125"/>
                    <a:pt x="83" y="181"/>
                  </a:cubicBezTo>
                  <a:cubicBezTo>
                    <a:pt x="1398" y="805"/>
                    <a:pt x="2811" y="1232"/>
                    <a:pt x="4224" y="1495"/>
                  </a:cubicBezTo>
                  <a:cubicBezTo>
                    <a:pt x="4234" y="1497"/>
                    <a:pt x="4243" y="1499"/>
                    <a:pt x="4253" y="1499"/>
                  </a:cubicBezTo>
                  <a:cubicBezTo>
                    <a:pt x="4364" y="1499"/>
                    <a:pt x="4411" y="1328"/>
                    <a:pt x="4289" y="1298"/>
                  </a:cubicBezTo>
                  <a:cubicBezTo>
                    <a:pt x="2876" y="1068"/>
                    <a:pt x="1496" y="608"/>
                    <a:pt x="215" y="16"/>
                  </a:cubicBezTo>
                  <a:cubicBezTo>
                    <a:pt x="194" y="6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9" name="Google Shape;3477;p26"/>
            <p:cNvSpPr/>
            <p:nvPr/>
          </p:nvSpPr>
          <p:spPr>
            <a:xfrm flipH="1">
              <a:off x="8339400" y="329040"/>
              <a:ext cx="52920" cy="15480"/>
            </a:xfrm>
            <a:custGeom>
              <a:avLst/>
              <a:gdLst>
                <a:gd name="textAreaLeft" fmla="*/ -360 w 52920"/>
                <a:gd name="textAreaRight" fmla="*/ 52920 w 5292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2127" h="629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lnTo>
                    <a:pt x="122" y="234"/>
                  </a:lnTo>
                  <a:cubicBezTo>
                    <a:pt x="746" y="432"/>
                    <a:pt x="1370" y="563"/>
                    <a:pt x="1995" y="629"/>
                  </a:cubicBezTo>
                  <a:cubicBezTo>
                    <a:pt x="2126" y="629"/>
                    <a:pt x="2126" y="432"/>
                    <a:pt x="1995" y="432"/>
                  </a:cubicBezTo>
                  <a:cubicBezTo>
                    <a:pt x="1370" y="366"/>
                    <a:pt x="779" y="20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0" name="Google Shape;3478;p26"/>
            <p:cNvSpPr/>
            <p:nvPr/>
          </p:nvSpPr>
          <p:spPr>
            <a:xfrm flipH="1">
              <a:off x="8083800" y="416520"/>
              <a:ext cx="101160" cy="32760"/>
            </a:xfrm>
            <a:custGeom>
              <a:avLst/>
              <a:gdLst>
                <a:gd name="textAreaLeft" fmla="*/ -360 w 101160"/>
                <a:gd name="textAreaRight" fmla="*/ 101160 w 1011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4054" h="1330">
                  <a:moveTo>
                    <a:pt x="149" y="0"/>
                  </a:moveTo>
                  <a:cubicBezTo>
                    <a:pt x="52" y="0"/>
                    <a:pt x="0" y="125"/>
                    <a:pt x="110" y="180"/>
                  </a:cubicBezTo>
                  <a:cubicBezTo>
                    <a:pt x="1260" y="870"/>
                    <a:pt x="2575" y="1264"/>
                    <a:pt x="3922" y="1330"/>
                  </a:cubicBezTo>
                  <a:cubicBezTo>
                    <a:pt x="4054" y="1330"/>
                    <a:pt x="4054" y="1133"/>
                    <a:pt x="3922" y="1133"/>
                  </a:cubicBezTo>
                  <a:cubicBezTo>
                    <a:pt x="2608" y="1034"/>
                    <a:pt x="1326" y="673"/>
                    <a:pt x="209" y="15"/>
                  </a:cubicBezTo>
                  <a:cubicBezTo>
                    <a:pt x="188" y="5"/>
                    <a:pt x="167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1" name="Google Shape;3479;p26"/>
            <p:cNvSpPr/>
            <p:nvPr/>
          </p:nvSpPr>
          <p:spPr>
            <a:xfrm flipH="1">
              <a:off x="7997400" y="450000"/>
              <a:ext cx="56520" cy="1008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268" h="420">
                  <a:moveTo>
                    <a:pt x="2104" y="1"/>
                  </a:moveTo>
                  <a:cubicBezTo>
                    <a:pt x="1645" y="138"/>
                    <a:pt x="1187" y="196"/>
                    <a:pt x="729" y="196"/>
                  </a:cubicBezTo>
                  <a:cubicBezTo>
                    <a:pt x="530" y="196"/>
                    <a:pt x="331" y="185"/>
                    <a:pt x="132" y="165"/>
                  </a:cubicBezTo>
                  <a:cubicBezTo>
                    <a:pt x="1" y="165"/>
                    <a:pt x="1" y="362"/>
                    <a:pt x="132" y="395"/>
                  </a:cubicBezTo>
                  <a:cubicBezTo>
                    <a:pt x="305" y="412"/>
                    <a:pt x="477" y="420"/>
                    <a:pt x="649" y="420"/>
                  </a:cubicBezTo>
                  <a:cubicBezTo>
                    <a:pt x="1165" y="420"/>
                    <a:pt x="1676" y="346"/>
                    <a:pt x="2169" y="198"/>
                  </a:cubicBezTo>
                  <a:cubicBezTo>
                    <a:pt x="2268" y="165"/>
                    <a:pt x="2235" y="1"/>
                    <a:pt x="210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2" name="Google Shape;3480;p26"/>
            <p:cNvSpPr/>
            <p:nvPr/>
          </p:nvSpPr>
          <p:spPr>
            <a:xfrm flipH="1">
              <a:off x="7812720" y="304200"/>
              <a:ext cx="19800" cy="83520"/>
            </a:xfrm>
            <a:custGeom>
              <a:avLst/>
              <a:gdLst>
                <a:gd name="textAreaLeft" fmla="*/ -360 w 19800"/>
                <a:gd name="textAreaRight" fmla="*/ 19800 w 198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801" h="3355">
                  <a:moveTo>
                    <a:pt x="557" y="1"/>
                  </a:moveTo>
                  <a:cubicBezTo>
                    <a:pt x="502" y="1"/>
                    <a:pt x="439" y="57"/>
                    <a:pt x="439" y="138"/>
                  </a:cubicBezTo>
                  <a:cubicBezTo>
                    <a:pt x="603" y="1157"/>
                    <a:pt x="472" y="2241"/>
                    <a:pt x="45" y="3194"/>
                  </a:cubicBezTo>
                  <a:cubicBezTo>
                    <a:pt x="1" y="3282"/>
                    <a:pt x="59" y="3355"/>
                    <a:pt x="123" y="3355"/>
                  </a:cubicBezTo>
                  <a:cubicBezTo>
                    <a:pt x="154" y="3355"/>
                    <a:pt x="187" y="3336"/>
                    <a:pt x="209" y="3293"/>
                  </a:cubicBezTo>
                  <a:cubicBezTo>
                    <a:pt x="669" y="2274"/>
                    <a:pt x="800" y="1157"/>
                    <a:pt x="636" y="72"/>
                  </a:cubicBezTo>
                  <a:cubicBezTo>
                    <a:pt x="624" y="22"/>
                    <a:pt x="592" y="1"/>
                    <a:pt x="55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760" bIns="41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3" name="Google Shape;3481;p26"/>
            <p:cNvSpPr/>
            <p:nvPr/>
          </p:nvSpPr>
          <p:spPr>
            <a:xfrm flipH="1">
              <a:off x="7831440" y="285840"/>
              <a:ext cx="12600" cy="59760"/>
            </a:xfrm>
            <a:custGeom>
              <a:avLst/>
              <a:gdLst>
                <a:gd name="textAreaLeft" fmla="*/ -360 w 12600"/>
                <a:gd name="textAreaRight" fmla="*/ 12600 w 1260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514" h="2410">
                  <a:moveTo>
                    <a:pt x="113" y="1"/>
                  </a:moveTo>
                  <a:cubicBezTo>
                    <a:pt x="56" y="1"/>
                    <a:pt x="2" y="43"/>
                    <a:pt x="21" y="117"/>
                  </a:cubicBezTo>
                  <a:cubicBezTo>
                    <a:pt x="284" y="807"/>
                    <a:pt x="284" y="1596"/>
                    <a:pt x="21" y="2286"/>
                  </a:cubicBezTo>
                  <a:cubicBezTo>
                    <a:pt x="1" y="2366"/>
                    <a:pt x="65" y="2409"/>
                    <a:pt x="127" y="2409"/>
                  </a:cubicBezTo>
                  <a:cubicBezTo>
                    <a:pt x="166" y="2409"/>
                    <a:pt x="205" y="2391"/>
                    <a:pt x="218" y="2352"/>
                  </a:cubicBezTo>
                  <a:cubicBezTo>
                    <a:pt x="514" y="1596"/>
                    <a:pt x="514" y="807"/>
                    <a:pt x="218" y="84"/>
                  </a:cubicBezTo>
                  <a:cubicBezTo>
                    <a:pt x="204" y="27"/>
                    <a:pt x="15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4" name="Google Shape;3482;p26"/>
            <p:cNvSpPr/>
            <p:nvPr/>
          </p:nvSpPr>
          <p:spPr>
            <a:xfrm flipH="1">
              <a:off x="7891560" y="194400"/>
              <a:ext cx="74880" cy="20520"/>
            </a:xfrm>
            <a:custGeom>
              <a:avLst/>
              <a:gdLst>
                <a:gd name="textAreaLeft" fmla="*/ 360 w 74880"/>
                <a:gd name="textAreaRight" fmla="*/ 75600 w 7488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013" h="838">
                  <a:moveTo>
                    <a:pt x="147" y="0"/>
                  </a:moveTo>
                  <a:cubicBezTo>
                    <a:pt x="43" y="0"/>
                    <a:pt x="0" y="111"/>
                    <a:pt x="88" y="170"/>
                  </a:cubicBezTo>
                  <a:cubicBezTo>
                    <a:pt x="818" y="607"/>
                    <a:pt x="1677" y="838"/>
                    <a:pt x="2551" y="838"/>
                  </a:cubicBezTo>
                  <a:cubicBezTo>
                    <a:pt x="2661" y="838"/>
                    <a:pt x="2771" y="834"/>
                    <a:pt x="2881" y="827"/>
                  </a:cubicBezTo>
                  <a:cubicBezTo>
                    <a:pt x="3004" y="827"/>
                    <a:pt x="3012" y="626"/>
                    <a:pt x="2906" y="626"/>
                  </a:cubicBezTo>
                  <a:cubicBezTo>
                    <a:pt x="2898" y="626"/>
                    <a:pt x="2890" y="627"/>
                    <a:pt x="2881" y="630"/>
                  </a:cubicBezTo>
                  <a:cubicBezTo>
                    <a:pt x="2774" y="637"/>
                    <a:pt x="2667" y="641"/>
                    <a:pt x="2561" y="641"/>
                  </a:cubicBezTo>
                  <a:cubicBezTo>
                    <a:pt x="1723" y="641"/>
                    <a:pt x="916" y="414"/>
                    <a:pt x="187" y="5"/>
                  </a:cubicBezTo>
                  <a:cubicBezTo>
                    <a:pt x="173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5" name="Google Shape;3483;p26"/>
            <p:cNvSpPr/>
            <p:nvPr/>
          </p:nvSpPr>
          <p:spPr>
            <a:xfrm flipH="1">
              <a:off x="7914600" y="183600"/>
              <a:ext cx="20160" cy="7200"/>
            </a:xfrm>
            <a:custGeom>
              <a:avLst/>
              <a:gdLst>
                <a:gd name="textAreaLeft" fmla="*/ 360 w 20160"/>
                <a:gd name="textAreaRight" fmla="*/ 20880 w 201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22" h="309">
                  <a:moveTo>
                    <a:pt x="85" y="0"/>
                  </a:moveTo>
                  <a:cubicBezTo>
                    <a:pt x="48" y="0"/>
                    <a:pt x="24" y="31"/>
                    <a:pt x="0" y="79"/>
                  </a:cubicBezTo>
                  <a:cubicBezTo>
                    <a:pt x="0" y="112"/>
                    <a:pt x="33" y="177"/>
                    <a:pt x="66" y="210"/>
                  </a:cubicBezTo>
                  <a:lnTo>
                    <a:pt x="690" y="309"/>
                  </a:lnTo>
                  <a:cubicBezTo>
                    <a:pt x="756" y="309"/>
                    <a:pt x="789" y="276"/>
                    <a:pt x="822" y="243"/>
                  </a:cubicBezTo>
                  <a:cubicBezTo>
                    <a:pt x="822" y="177"/>
                    <a:pt x="789" y="112"/>
                    <a:pt x="756" y="112"/>
                  </a:cubicBezTo>
                  <a:lnTo>
                    <a:pt x="132" y="13"/>
                  </a:lnTo>
                  <a:cubicBezTo>
                    <a:pt x="114" y="4"/>
                    <a:pt x="9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6" name="Google Shape;3484;p26"/>
            <p:cNvSpPr/>
            <p:nvPr/>
          </p:nvSpPr>
          <p:spPr>
            <a:xfrm flipH="1">
              <a:off x="7896600" y="171000"/>
              <a:ext cx="22680" cy="5400"/>
            </a:xfrm>
            <a:custGeom>
              <a:avLst/>
              <a:gdLst>
                <a:gd name="textAreaLeft" fmla="*/ -360 w 22680"/>
                <a:gd name="textAreaRight" fmla="*/ 22680 w 226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921" h="232">
                  <a:moveTo>
                    <a:pt x="86" y="0"/>
                  </a:moveTo>
                  <a:cubicBezTo>
                    <a:pt x="49" y="0"/>
                    <a:pt x="25" y="31"/>
                    <a:pt x="1" y="79"/>
                  </a:cubicBezTo>
                  <a:cubicBezTo>
                    <a:pt x="1" y="112"/>
                    <a:pt x="33" y="177"/>
                    <a:pt x="99" y="210"/>
                  </a:cubicBezTo>
                  <a:lnTo>
                    <a:pt x="99" y="177"/>
                  </a:lnTo>
                  <a:cubicBezTo>
                    <a:pt x="234" y="216"/>
                    <a:pt x="369" y="232"/>
                    <a:pt x="503" y="232"/>
                  </a:cubicBezTo>
                  <a:cubicBezTo>
                    <a:pt x="599" y="232"/>
                    <a:pt x="694" y="224"/>
                    <a:pt x="789" y="210"/>
                  </a:cubicBezTo>
                  <a:cubicBezTo>
                    <a:pt x="855" y="210"/>
                    <a:pt x="921" y="177"/>
                    <a:pt x="888" y="112"/>
                  </a:cubicBezTo>
                  <a:cubicBezTo>
                    <a:pt x="888" y="46"/>
                    <a:pt x="855" y="13"/>
                    <a:pt x="789" y="13"/>
                  </a:cubicBezTo>
                  <a:cubicBezTo>
                    <a:pt x="691" y="30"/>
                    <a:pt x="584" y="38"/>
                    <a:pt x="473" y="38"/>
                  </a:cubicBezTo>
                  <a:cubicBezTo>
                    <a:pt x="362" y="38"/>
                    <a:pt x="247" y="30"/>
                    <a:pt x="132" y="13"/>
                  </a:cubicBezTo>
                  <a:cubicBezTo>
                    <a:pt x="114" y="4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7" name="Google Shape;3485;p26"/>
            <p:cNvSpPr/>
            <p:nvPr/>
          </p:nvSpPr>
          <p:spPr>
            <a:xfrm flipH="1">
              <a:off x="7959240" y="158760"/>
              <a:ext cx="110880" cy="63360"/>
            </a:xfrm>
            <a:custGeom>
              <a:avLst/>
              <a:gdLst>
                <a:gd name="textAreaLeft" fmla="*/ 360 w 110880"/>
                <a:gd name="textAreaRight" fmla="*/ 111600 w 11088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4444" h="2553">
                  <a:moveTo>
                    <a:pt x="4272" y="1"/>
                  </a:moveTo>
                  <a:cubicBezTo>
                    <a:pt x="4248" y="1"/>
                    <a:pt x="4224" y="6"/>
                    <a:pt x="4199" y="18"/>
                  </a:cubicBezTo>
                  <a:cubicBezTo>
                    <a:pt x="2983" y="1037"/>
                    <a:pt x="1603" y="1826"/>
                    <a:pt x="92" y="2351"/>
                  </a:cubicBezTo>
                  <a:cubicBezTo>
                    <a:pt x="1" y="2382"/>
                    <a:pt x="22" y="2552"/>
                    <a:pt x="129" y="2552"/>
                  </a:cubicBezTo>
                  <a:cubicBezTo>
                    <a:pt x="138" y="2552"/>
                    <a:pt x="147" y="2551"/>
                    <a:pt x="158" y="2549"/>
                  </a:cubicBezTo>
                  <a:cubicBezTo>
                    <a:pt x="1702" y="1990"/>
                    <a:pt x="3115" y="1201"/>
                    <a:pt x="4364" y="183"/>
                  </a:cubicBezTo>
                  <a:cubicBezTo>
                    <a:pt x="4444" y="102"/>
                    <a:pt x="4372" y="1"/>
                    <a:pt x="42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8" name="Google Shape;3486;p26"/>
            <p:cNvSpPr/>
            <p:nvPr/>
          </p:nvSpPr>
          <p:spPr>
            <a:xfrm flipH="1">
              <a:off x="7919280" y="98280"/>
              <a:ext cx="40320" cy="34920"/>
            </a:xfrm>
            <a:custGeom>
              <a:avLst/>
              <a:gdLst>
                <a:gd name="textAreaLeft" fmla="*/ 360 w 40320"/>
                <a:gd name="textAreaRight" fmla="*/ 41040 w 403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632" h="1415">
                  <a:moveTo>
                    <a:pt x="1486" y="0"/>
                  </a:moveTo>
                  <a:cubicBezTo>
                    <a:pt x="1463" y="0"/>
                    <a:pt x="1441" y="10"/>
                    <a:pt x="1425" y="34"/>
                  </a:cubicBezTo>
                  <a:cubicBezTo>
                    <a:pt x="1228" y="264"/>
                    <a:pt x="998" y="495"/>
                    <a:pt x="801" y="692"/>
                  </a:cubicBezTo>
                  <a:cubicBezTo>
                    <a:pt x="702" y="790"/>
                    <a:pt x="604" y="922"/>
                    <a:pt x="505" y="1020"/>
                  </a:cubicBezTo>
                  <a:cubicBezTo>
                    <a:pt x="374" y="1119"/>
                    <a:pt x="407" y="1119"/>
                    <a:pt x="341" y="1152"/>
                  </a:cubicBezTo>
                  <a:cubicBezTo>
                    <a:pt x="275" y="1185"/>
                    <a:pt x="242" y="1217"/>
                    <a:pt x="209" y="1217"/>
                  </a:cubicBezTo>
                  <a:cubicBezTo>
                    <a:pt x="188" y="1207"/>
                    <a:pt x="168" y="1202"/>
                    <a:pt x="149" y="1202"/>
                  </a:cubicBezTo>
                  <a:cubicBezTo>
                    <a:pt x="52" y="1202"/>
                    <a:pt x="1" y="1327"/>
                    <a:pt x="111" y="1382"/>
                  </a:cubicBezTo>
                  <a:lnTo>
                    <a:pt x="78" y="1382"/>
                  </a:lnTo>
                  <a:cubicBezTo>
                    <a:pt x="133" y="1404"/>
                    <a:pt x="188" y="1415"/>
                    <a:pt x="240" y="1415"/>
                  </a:cubicBezTo>
                  <a:cubicBezTo>
                    <a:pt x="345" y="1415"/>
                    <a:pt x="440" y="1371"/>
                    <a:pt x="505" y="1283"/>
                  </a:cubicBezTo>
                  <a:cubicBezTo>
                    <a:pt x="637" y="1185"/>
                    <a:pt x="735" y="1053"/>
                    <a:pt x="867" y="922"/>
                  </a:cubicBezTo>
                  <a:cubicBezTo>
                    <a:pt x="1097" y="692"/>
                    <a:pt x="1327" y="429"/>
                    <a:pt x="1557" y="199"/>
                  </a:cubicBezTo>
                  <a:cubicBezTo>
                    <a:pt x="1631" y="99"/>
                    <a:pt x="1556" y="0"/>
                    <a:pt x="148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9" name="Google Shape;3487;p26"/>
            <p:cNvSpPr/>
            <p:nvPr/>
          </p:nvSpPr>
          <p:spPr>
            <a:xfrm flipH="1">
              <a:off x="7617240" y="250200"/>
              <a:ext cx="182520" cy="19440"/>
            </a:xfrm>
            <a:custGeom>
              <a:avLst/>
              <a:gdLst>
                <a:gd name="textAreaLeft" fmla="*/ -360 w 182520"/>
                <a:gd name="textAreaRight" fmla="*/ 182520 w 1825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7310" h="789">
                  <a:moveTo>
                    <a:pt x="130" y="0"/>
                  </a:moveTo>
                  <a:cubicBezTo>
                    <a:pt x="47" y="0"/>
                    <a:pt x="0" y="142"/>
                    <a:pt x="90" y="202"/>
                  </a:cubicBezTo>
                  <a:cubicBezTo>
                    <a:pt x="1487" y="595"/>
                    <a:pt x="2907" y="789"/>
                    <a:pt x="4330" y="789"/>
                  </a:cubicBezTo>
                  <a:cubicBezTo>
                    <a:pt x="5284" y="789"/>
                    <a:pt x="6238" y="702"/>
                    <a:pt x="7188" y="531"/>
                  </a:cubicBezTo>
                  <a:cubicBezTo>
                    <a:pt x="7309" y="500"/>
                    <a:pt x="7290" y="330"/>
                    <a:pt x="7183" y="330"/>
                  </a:cubicBezTo>
                  <a:cubicBezTo>
                    <a:pt x="7174" y="330"/>
                    <a:pt x="7165" y="331"/>
                    <a:pt x="7155" y="333"/>
                  </a:cubicBezTo>
                  <a:cubicBezTo>
                    <a:pt x="6242" y="501"/>
                    <a:pt x="5319" y="582"/>
                    <a:pt x="4397" y="582"/>
                  </a:cubicBezTo>
                  <a:cubicBezTo>
                    <a:pt x="2964" y="582"/>
                    <a:pt x="1536" y="385"/>
                    <a:pt x="156" y="5"/>
                  </a:cubicBezTo>
                  <a:cubicBezTo>
                    <a:pt x="147" y="2"/>
                    <a:pt x="13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0" name="Google Shape;3488;p26"/>
            <p:cNvSpPr/>
            <p:nvPr/>
          </p:nvSpPr>
          <p:spPr>
            <a:xfrm flipH="1">
              <a:off x="7677000" y="226440"/>
              <a:ext cx="97920" cy="9360"/>
            </a:xfrm>
            <a:custGeom>
              <a:avLst/>
              <a:gdLst>
                <a:gd name="textAreaLeft" fmla="*/ 360 w 97920"/>
                <a:gd name="textAreaRight" fmla="*/ 98640 w 9792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3933" h="387">
                  <a:moveTo>
                    <a:pt x="126" y="0"/>
                  </a:moveTo>
                  <a:cubicBezTo>
                    <a:pt x="19" y="0"/>
                    <a:pt x="0" y="171"/>
                    <a:pt x="121" y="201"/>
                  </a:cubicBezTo>
                  <a:lnTo>
                    <a:pt x="89" y="201"/>
                  </a:lnTo>
                  <a:cubicBezTo>
                    <a:pt x="868" y="327"/>
                    <a:pt x="1661" y="386"/>
                    <a:pt x="2459" y="386"/>
                  </a:cubicBezTo>
                  <a:cubicBezTo>
                    <a:pt x="2905" y="386"/>
                    <a:pt x="3354" y="368"/>
                    <a:pt x="3802" y="332"/>
                  </a:cubicBezTo>
                  <a:cubicBezTo>
                    <a:pt x="3924" y="332"/>
                    <a:pt x="3933" y="132"/>
                    <a:pt x="3826" y="132"/>
                  </a:cubicBezTo>
                  <a:cubicBezTo>
                    <a:pt x="3819" y="132"/>
                    <a:pt x="3811" y="133"/>
                    <a:pt x="3802" y="135"/>
                  </a:cubicBezTo>
                  <a:cubicBezTo>
                    <a:pt x="3365" y="171"/>
                    <a:pt x="2929" y="189"/>
                    <a:pt x="2493" y="189"/>
                  </a:cubicBezTo>
                  <a:cubicBezTo>
                    <a:pt x="1713" y="189"/>
                    <a:pt x="934" y="13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1" name="Google Shape;3489;p26"/>
            <p:cNvSpPr/>
            <p:nvPr/>
          </p:nvSpPr>
          <p:spPr>
            <a:xfrm flipH="1">
              <a:off x="7676280" y="207720"/>
              <a:ext cx="28440" cy="7200"/>
            </a:xfrm>
            <a:custGeom>
              <a:avLst/>
              <a:gdLst>
                <a:gd name="textAreaLeft" fmla="*/ -360 w 28440"/>
                <a:gd name="textAreaRight" fmla="*/ 28440 w 284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151" h="296">
                  <a:moveTo>
                    <a:pt x="1019" y="0"/>
                  </a:moveTo>
                  <a:cubicBezTo>
                    <a:pt x="723" y="66"/>
                    <a:pt x="427" y="99"/>
                    <a:pt x="132" y="99"/>
                  </a:cubicBezTo>
                  <a:cubicBezTo>
                    <a:pt x="0" y="99"/>
                    <a:pt x="0" y="296"/>
                    <a:pt x="132" y="296"/>
                  </a:cubicBezTo>
                  <a:cubicBezTo>
                    <a:pt x="460" y="296"/>
                    <a:pt x="756" y="263"/>
                    <a:pt x="1085" y="197"/>
                  </a:cubicBezTo>
                  <a:cubicBezTo>
                    <a:pt x="1150" y="197"/>
                    <a:pt x="1150" y="131"/>
                    <a:pt x="1150" y="66"/>
                  </a:cubicBezTo>
                  <a:cubicBezTo>
                    <a:pt x="1150" y="33"/>
                    <a:pt x="1085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2" name="Google Shape;3490;p26"/>
            <p:cNvSpPr/>
            <p:nvPr/>
          </p:nvSpPr>
          <p:spPr>
            <a:xfrm flipH="1">
              <a:off x="7312320" y="-27720"/>
              <a:ext cx="24840" cy="114120"/>
            </a:xfrm>
            <a:custGeom>
              <a:avLst/>
              <a:gdLst>
                <a:gd name="textAreaLeft" fmla="*/ -360 w 24840"/>
                <a:gd name="textAreaRight" fmla="*/ 24840 w 2484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1001" h="4581">
                  <a:moveTo>
                    <a:pt x="139" y="1"/>
                  </a:moveTo>
                  <a:cubicBezTo>
                    <a:pt x="71" y="1"/>
                    <a:pt x="0" y="78"/>
                    <a:pt x="47" y="172"/>
                  </a:cubicBezTo>
                  <a:cubicBezTo>
                    <a:pt x="475" y="797"/>
                    <a:pt x="705" y="1552"/>
                    <a:pt x="770" y="2308"/>
                  </a:cubicBezTo>
                  <a:cubicBezTo>
                    <a:pt x="803" y="2670"/>
                    <a:pt x="770" y="3064"/>
                    <a:pt x="705" y="3425"/>
                  </a:cubicBezTo>
                  <a:cubicBezTo>
                    <a:pt x="639" y="3787"/>
                    <a:pt x="540" y="4214"/>
                    <a:pt x="212" y="4378"/>
                  </a:cubicBezTo>
                  <a:cubicBezTo>
                    <a:pt x="124" y="4466"/>
                    <a:pt x="193" y="4581"/>
                    <a:pt x="279" y="4581"/>
                  </a:cubicBezTo>
                  <a:cubicBezTo>
                    <a:pt x="289" y="4581"/>
                    <a:pt x="300" y="4579"/>
                    <a:pt x="310" y="4576"/>
                  </a:cubicBezTo>
                  <a:cubicBezTo>
                    <a:pt x="606" y="4378"/>
                    <a:pt x="803" y="4083"/>
                    <a:pt x="836" y="3754"/>
                  </a:cubicBezTo>
                  <a:cubicBezTo>
                    <a:pt x="935" y="3327"/>
                    <a:pt x="1000" y="2900"/>
                    <a:pt x="967" y="2473"/>
                  </a:cubicBezTo>
                  <a:cubicBezTo>
                    <a:pt x="935" y="1618"/>
                    <a:pt x="705" y="764"/>
                    <a:pt x="212" y="41"/>
                  </a:cubicBezTo>
                  <a:cubicBezTo>
                    <a:pt x="193" y="13"/>
                    <a:pt x="16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3" name="Google Shape;3491;p26"/>
            <p:cNvSpPr/>
            <p:nvPr/>
          </p:nvSpPr>
          <p:spPr>
            <a:xfrm flipH="1">
              <a:off x="7291800" y="42480"/>
              <a:ext cx="30600" cy="77040"/>
            </a:xfrm>
            <a:custGeom>
              <a:avLst/>
              <a:gdLst>
                <a:gd name="textAreaLeft" fmla="*/ -360 w 30600"/>
                <a:gd name="textAreaRight" fmla="*/ 30600 w 306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1242" h="3093">
                  <a:moveTo>
                    <a:pt x="1098" y="0"/>
                  </a:moveTo>
                  <a:cubicBezTo>
                    <a:pt x="1045" y="0"/>
                    <a:pt x="995" y="33"/>
                    <a:pt x="1012" y="99"/>
                  </a:cubicBezTo>
                  <a:cubicBezTo>
                    <a:pt x="1045" y="624"/>
                    <a:pt x="979" y="1183"/>
                    <a:pt x="847" y="1742"/>
                  </a:cubicBezTo>
                  <a:cubicBezTo>
                    <a:pt x="716" y="2136"/>
                    <a:pt x="552" y="2695"/>
                    <a:pt x="92" y="2859"/>
                  </a:cubicBezTo>
                  <a:cubicBezTo>
                    <a:pt x="1" y="2920"/>
                    <a:pt x="22" y="3093"/>
                    <a:pt x="129" y="3093"/>
                  </a:cubicBezTo>
                  <a:cubicBezTo>
                    <a:pt x="138" y="3093"/>
                    <a:pt x="147" y="3091"/>
                    <a:pt x="157" y="3089"/>
                  </a:cubicBezTo>
                  <a:lnTo>
                    <a:pt x="190" y="3056"/>
                  </a:lnTo>
                  <a:cubicBezTo>
                    <a:pt x="617" y="2826"/>
                    <a:pt x="913" y="2399"/>
                    <a:pt x="1012" y="1906"/>
                  </a:cubicBezTo>
                  <a:cubicBezTo>
                    <a:pt x="1176" y="1315"/>
                    <a:pt x="1242" y="690"/>
                    <a:pt x="1209" y="99"/>
                  </a:cubicBezTo>
                  <a:cubicBezTo>
                    <a:pt x="1209" y="33"/>
                    <a:pt x="1151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4" name="Google Shape;3492;p26"/>
            <p:cNvSpPr/>
            <p:nvPr/>
          </p:nvSpPr>
          <p:spPr>
            <a:xfrm flipH="1">
              <a:off x="7332480" y="123120"/>
              <a:ext cx="78120" cy="50040"/>
            </a:xfrm>
            <a:custGeom>
              <a:avLst/>
              <a:gdLst>
                <a:gd name="textAreaLeft" fmla="*/ -360 w 78120"/>
                <a:gd name="textAreaRight" fmla="*/ 78120 w 7812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3145" h="2019">
                  <a:moveTo>
                    <a:pt x="2975" y="1"/>
                  </a:moveTo>
                  <a:cubicBezTo>
                    <a:pt x="2951" y="1"/>
                    <a:pt x="2926" y="9"/>
                    <a:pt x="2904" y="31"/>
                  </a:cubicBezTo>
                  <a:cubicBezTo>
                    <a:pt x="2082" y="787"/>
                    <a:pt x="1129" y="1411"/>
                    <a:pt x="111" y="1839"/>
                  </a:cubicBezTo>
                  <a:cubicBezTo>
                    <a:pt x="0" y="1894"/>
                    <a:pt x="75" y="2018"/>
                    <a:pt x="160" y="2018"/>
                  </a:cubicBezTo>
                  <a:cubicBezTo>
                    <a:pt x="177" y="2018"/>
                    <a:pt x="193" y="2014"/>
                    <a:pt x="209" y="2003"/>
                  </a:cubicBezTo>
                  <a:lnTo>
                    <a:pt x="176" y="2003"/>
                  </a:lnTo>
                  <a:cubicBezTo>
                    <a:pt x="1228" y="1576"/>
                    <a:pt x="2214" y="951"/>
                    <a:pt x="3068" y="163"/>
                  </a:cubicBezTo>
                  <a:cubicBezTo>
                    <a:pt x="3145" y="112"/>
                    <a:pt x="3062" y="1"/>
                    <a:pt x="29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5" name="Google Shape;3493;p26"/>
            <p:cNvSpPr/>
            <p:nvPr/>
          </p:nvSpPr>
          <p:spPr>
            <a:xfrm flipH="1">
              <a:off x="8498160" y="491400"/>
              <a:ext cx="121320" cy="85680"/>
            </a:xfrm>
            <a:custGeom>
              <a:avLst/>
              <a:gdLst>
                <a:gd name="textAreaLeft" fmla="*/ -360 w 121320"/>
                <a:gd name="textAreaRight" fmla="*/ 121320 w 12132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4868" h="3444">
                  <a:moveTo>
                    <a:pt x="159" y="0"/>
                  </a:moveTo>
                  <a:cubicBezTo>
                    <a:pt x="83" y="0"/>
                    <a:pt x="1" y="85"/>
                    <a:pt x="47" y="154"/>
                  </a:cubicBezTo>
                  <a:lnTo>
                    <a:pt x="79" y="154"/>
                  </a:lnTo>
                  <a:cubicBezTo>
                    <a:pt x="1131" y="1797"/>
                    <a:pt x="2807" y="2980"/>
                    <a:pt x="4680" y="3440"/>
                  </a:cubicBezTo>
                  <a:cubicBezTo>
                    <a:pt x="4690" y="3443"/>
                    <a:pt x="4700" y="3444"/>
                    <a:pt x="4709" y="3444"/>
                  </a:cubicBezTo>
                  <a:cubicBezTo>
                    <a:pt x="4820" y="3444"/>
                    <a:pt x="4867" y="3273"/>
                    <a:pt x="4746" y="3243"/>
                  </a:cubicBezTo>
                  <a:cubicBezTo>
                    <a:pt x="2905" y="2783"/>
                    <a:pt x="1262" y="1633"/>
                    <a:pt x="244" y="56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6" name="Google Shape;3494;p26"/>
            <p:cNvSpPr/>
            <p:nvPr/>
          </p:nvSpPr>
          <p:spPr>
            <a:xfrm flipH="1">
              <a:off x="8507520" y="511920"/>
              <a:ext cx="63360" cy="37800"/>
            </a:xfrm>
            <a:custGeom>
              <a:avLst/>
              <a:gdLst>
                <a:gd name="textAreaLeft" fmla="*/ 360 w 63360"/>
                <a:gd name="textAreaRight" fmla="*/ 64080 w 633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2552" h="1530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cubicBezTo>
                    <a:pt x="711" y="807"/>
                    <a:pt x="1500" y="1267"/>
                    <a:pt x="2387" y="1530"/>
                  </a:cubicBezTo>
                  <a:cubicBezTo>
                    <a:pt x="2486" y="1530"/>
                    <a:pt x="2552" y="1365"/>
                    <a:pt x="2420" y="1333"/>
                  </a:cubicBezTo>
                  <a:cubicBezTo>
                    <a:pt x="1599" y="1070"/>
                    <a:pt x="843" y="610"/>
                    <a:pt x="219" y="18"/>
                  </a:cubicBezTo>
                  <a:cubicBezTo>
                    <a:pt x="200" y="6"/>
                    <a:pt x="180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7" name="Google Shape;3495;p26"/>
            <p:cNvSpPr/>
            <p:nvPr/>
          </p:nvSpPr>
          <p:spPr>
            <a:xfrm flipH="1">
              <a:off x="8477280" y="511560"/>
              <a:ext cx="50040" cy="21600"/>
            </a:xfrm>
            <a:custGeom>
              <a:avLst/>
              <a:gdLst>
                <a:gd name="textAreaLeft" fmla="*/ -360 w 50040"/>
                <a:gd name="textAreaRight" fmla="*/ 50040 w 5004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019" h="882">
                  <a:moveTo>
                    <a:pt x="123" y="0"/>
                  </a:moveTo>
                  <a:cubicBezTo>
                    <a:pt x="49" y="0"/>
                    <a:pt x="0" y="139"/>
                    <a:pt x="80" y="191"/>
                  </a:cubicBezTo>
                  <a:cubicBezTo>
                    <a:pt x="606" y="553"/>
                    <a:pt x="1230" y="816"/>
                    <a:pt x="1887" y="882"/>
                  </a:cubicBezTo>
                  <a:cubicBezTo>
                    <a:pt x="2019" y="882"/>
                    <a:pt x="2019" y="684"/>
                    <a:pt x="1887" y="684"/>
                  </a:cubicBezTo>
                  <a:cubicBezTo>
                    <a:pt x="1263" y="586"/>
                    <a:pt x="671" y="356"/>
                    <a:pt x="178" y="27"/>
                  </a:cubicBezTo>
                  <a:cubicBezTo>
                    <a:pt x="159" y="8"/>
                    <a:pt x="140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8" name="Google Shape;3496;p26"/>
            <p:cNvSpPr/>
            <p:nvPr/>
          </p:nvSpPr>
          <p:spPr>
            <a:xfrm flipH="1">
              <a:off x="8283600" y="513360"/>
              <a:ext cx="116640" cy="70200"/>
            </a:xfrm>
            <a:custGeom>
              <a:avLst/>
              <a:gdLst>
                <a:gd name="textAreaLeft" fmla="*/ 360 w 116640"/>
                <a:gd name="textAreaRight" fmla="*/ 117360 w 11664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4680" h="2825">
                  <a:moveTo>
                    <a:pt x="4547" y="0"/>
                  </a:moveTo>
                  <a:cubicBezTo>
                    <a:pt x="4518" y="0"/>
                    <a:pt x="4489" y="16"/>
                    <a:pt x="4469" y="56"/>
                  </a:cubicBezTo>
                  <a:cubicBezTo>
                    <a:pt x="3746" y="1074"/>
                    <a:pt x="2761" y="1896"/>
                    <a:pt x="1578" y="2323"/>
                  </a:cubicBezTo>
                  <a:cubicBezTo>
                    <a:pt x="1204" y="2524"/>
                    <a:pt x="780" y="2625"/>
                    <a:pt x="349" y="2625"/>
                  </a:cubicBezTo>
                  <a:cubicBezTo>
                    <a:pt x="288" y="2625"/>
                    <a:pt x="226" y="2623"/>
                    <a:pt x="165" y="2619"/>
                  </a:cubicBezTo>
                  <a:cubicBezTo>
                    <a:pt x="66" y="2619"/>
                    <a:pt x="0" y="2816"/>
                    <a:pt x="132" y="2816"/>
                  </a:cubicBezTo>
                  <a:cubicBezTo>
                    <a:pt x="207" y="2821"/>
                    <a:pt x="282" y="2824"/>
                    <a:pt x="358" y="2824"/>
                  </a:cubicBezTo>
                  <a:cubicBezTo>
                    <a:pt x="750" y="2824"/>
                    <a:pt x="1154" y="2751"/>
                    <a:pt x="1512" y="2586"/>
                  </a:cubicBezTo>
                  <a:cubicBezTo>
                    <a:pt x="1939" y="2422"/>
                    <a:pt x="2333" y="2225"/>
                    <a:pt x="2728" y="1995"/>
                  </a:cubicBezTo>
                  <a:cubicBezTo>
                    <a:pt x="3484" y="1502"/>
                    <a:pt x="4141" y="877"/>
                    <a:pt x="4634" y="154"/>
                  </a:cubicBezTo>
                  <a:cubicBezTo>
                    <a:pt x="4680" y="85"/>
                    <a:pt x="4613" y="0"/>
                    <a:pt x="45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9" name="Google Shape;3497;p26"/>
            <p:cNvSpPr/>
            <p:nvPr/>
          </p:nvSpPr>
          <p:spPr>
            <a:xfrm flipH="1">
              <a:off x="8208000" y="455400"/>
              <a:ext cx="96120" cy="114120"/>
            </a:xfrm>
            <a:custGeom>
              <a:avLst/>
              <a:gdLst>
                <a:gd name="textAreaLeft" fmla="*/ -360 w 96120"/>
                <a:gd name="textAreaRight" fmla="*/ 96120 w 9612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3866" h="4578">
                  <a:moveTo>
                    <a:pt x="3735" y="1"/>
                  </a:moveTo>
                  <a:cubicBezTo>
                    <a:pt x="3697" y="1"/>
                    <a:pt x="3660" y="22"/>
                    <a:pt x="3648" y="73"/>
                  </a:cubicBezTo>
                  <a:cubicBezTo>
                    <a:pt x="3352" y="960"/>
                    <a:pt x="2892" y="1781"/>
                    <a:pt x="2235" y="2471"/>
                  </a:cubicBezTo>
                  <a:cubicBezTo>
                    <a:pt x="1939" y="2800"/>
                    <a:pt x="1643" y="3129"/>
                    <a:pt x="1315" y="3457"/>
                  </a:cubicBezTo>
                  <a:cubicBezTo>
                    <a:pt x="1150" y="3621"/>
                    <a:pt x="986" y="3753"/>
                    <a:pt x="822" y="3917"/>
                  </a:cubicBezTo>
                  <a:cubicBezTo>
                    <a:pt x="657" y="4082"/>
                    <a:pt x="395" y="4312"/>
                    <a:pt x="132" y="4377"/>
                  </a:cubicBezTo>
                  <a:cubicBezTo>
                    <a:pt x="9" y="4377"/>
                    <a:pt x="1" y="4578"/>
                    <a:pt x="107" y="4578"/>
                  </a:cubicBezTo>
                  <a:cubicBezTo>
                    <a:pt x="115" y="4578"/>
                    <a:pt x="123" y="4577"/>
                    <a:pt x="132" y="4574"/>
                  </a:cubicBezTo>
                  <a:cubicBezTo>
                    <a:pt x="592" y="4542"/>
                    <a:pt x="953" y="4082"/>
                    <a:pt x="1282" y="3753"/>
                  </a:cubicBezTo>
                  <a:cubicBezTo>
                    <a:pt x="1577" y="3457"/>
                    <a:pt x="2005" y="3063"/>
                    <a:pt x="2366" y="2669"/>
                  </a:cubicBezTo>
                  <a:cubicBezTo>
                    <a:pt x="3023" y="1946"/>
                    <a:pt x="3549" y="1058"/>
                    <a:pt x="3845" y="138"/>
                  </a:cubicBezTo>
                  <a:cubicBezTo>
                    <a:pt x="3865" y="57"/>
                    <a:pt x="3798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0" name="Google Shape;3498;p26"/>
            <p:cNvSpPr/>
            <p:nvPr/>
          </p:nvSpPr>
          <p:spPr>
            <a:xfrm flipH="1">
              <a:off x="8225640" y="438480"/>
              <a:ext cx="43920" cy="57960"/>
            </a:xfrm>
            <a:custGeom>
              <a:avLst/>
              <a:gdLst>
                <a:gd name="textAreaLeft" fmla="*/ 360 w 43920"/>
                <a:gd name="textAreaRight" fmla="*/ 44640 w 4392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1765" h="2328">
                  <a:moveTo>
                    <a:pt x="1643" y="0"/>
                  </a:moveTo>
                  <a:cubicBezTo>
                    <a:pt x="1611" y="0"/>
                    <a:pt x="1578" y="19"/>
                    <a:pt x="1556" y="62"/>
                  </a:cubicBezTo>
                  <a:cubicBezTo>
                    <a:pt x="1162" y="818"/>
                    <a:pt x="669" y="1508"/>
                    <a:pt x="78" y="2166"/>
                  </a:cubicBezTo>
                  <a:cubicBezTo>
                    <a:pt x="1" y="2217"/>
                    <a:pt x="84" y="2328"/>
                    <a:pt x="155" y="2328"/>
                  </a:cubicBezTo>
                  <a:cubicBezTo>
                    <a:pt x="175" y="2328"/>
                    <a:pt x="195" y="2319"/>
                    <a:pt x="209" y="2297"/>
                  </a:cubicBezTo>
                  <a:cubicBezTo>
                    <a:pt x="834" y="1673"/>
                    <a:pt x="1326" y="950"/>
                    <a:pt x="1721" y="161"/>
                  </a:cubicBezTo>
                  <a:cubicBezTo>
                    <a:pt x="1765" y="73"/>
                    <a:pt x="1706" y="0"/>
                    <a:pt x="164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1" name="Google Shape;3499;p26"/>
            <p:cNvSpPr/>
            <p:nvPr/>
          </p:nvSpPr>
          <p:spPr>
            <a:xfrm flipH="1">
              <a:off x="8846280" y="901800"/>
              <a:ext cx="158040" cy="158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6335" h="647">
                  <a:moveTo>
                    <a:pt x="6206" y="0"/>
                  </a:moveTo>
                  <a:cubicBezTo>
                    <a:pt x="6198" y="0"/>
                    <a:pt x="6188" y="1"/>
                    <a:pt x="6178" y="4"/>
                  </a:cubicBezTo>
                  <a:cubicBezTo>
                    <a:pt x="5131" y="301"/>
                    <a:pt x="4055" y="449"/>
                    <a:pt x="2982" y="449"/>
                  </a:cubicBezTo>
                  <a:cubicBezTo>
                    <a:pt x="2035" y="449"/>
                    <a:pt x="1089" y="334"/>
                    <a:pt x="165" y="103"/>
                  </a:cubicBezTo>
                  <a:cubicBezTo>
                    <a:pt x="33" y="103"/>
                    <a:pt x="0" y="267"/>
                    <a:pt x="132" y="300"/>
                  </a:cubicBezTo>
                  <a:cubicBezTo>
                    <a:pt x="1071" y="531"/>
                    <a:pt x="2033" y="646"/>
                    <a:pt x="2995" y="646"/>
                  </a:cubicBezTo>
                  <a:cubicBezTo>
                    <a:pt x="4086" y="646"/>
                    <a:pt x="5179" y="498"/>
                    <a:pt x="6244" y="201"/>
                  </a:cubicBezTo>
                  <a:cubicBezTo>
                    <a:pt x="6335" y="171"/>
                    <a:pt x="6314" y="0"/>
                    <a:pt x="620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2" name="Google Shape;3500;p26"/>
            <p:cNvSpPr/>
            <p:nvPr/>
          </p:nvSpPr>
          <p:spPr>
            <a:xfrm flipH="1">
              <a:off x="8884800" y="891720"/>
              <a:ext cx="78480" cy="8640"/>
            </a:xfrm>
            <a:custGeom>
              <a:avLst/>
              <a:gdLst>
                <a:gd name="textAreaLeft" fmla="*/ 360 w 78480"/>
                <a:gd name="textAreaRight" fmla="*/ 79200 w 7848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3147" h="354">
                  <a:moveTo>
                    <a:pt x="164" y="0"/>
                  </a:moveTo>
                  <a:cubicBezTo>
                    <a:pt x="50" y="0"/>
                    <a:pt x="1" y="201"/>
                    <a:pt x="124" y="201"/>
                  </a:cubicBezTo>
                  <a:cubicBezTo>
                    <a:pt x="622" y="304"/>
                    <a:pt x="1129" y="353"/>
                    <a:pt x="1636" y="353"/>
                  </a:cubicBezTo>
                  <a:cubicBezTo>
                    <a:pt x="2098" y="353"/>
                    <a:pt x="2561" y="312"/>
                    <a:pt x="3015" y="234"/>
                  </a:cubicBezTo>
                  <a:cubicBezTo>
                    <a:pt x="3147" y="234"/>
                    <a:pt x="3081" y="36"/>
                    <a:pt x="2950" y="36"/>
                  </a:cubicBezTo>
                  <a:cubicBezTo>
                    <a:pt x="2535" y="111"/>
                    <a:pt x="2121" y="145"/>
                    <a:pt x="1706" y="145"/>
                  </a:cubicBezTo>
                  <a:cubicBezTo>
                    <a:pt x="1201" y="145"/>
                    <a:pt x="695" y="94"/>
                    <a:pt x="189" y="4"/>
                  </a:cubicBezTo>
                  <a:cubicBezTo>
                    <a:pt x="181" y="1"/>
                    <a:pt x="172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3" name="Google Shape;3501;p26"/>
            <p:cNvSpPr/>
            <p:nvPr/>
          </p:nvSpPr>
          <p:spPr>
            <a:xfrm flipH="1">
              <a:off x="8881560" y="871200"/>
              <a:ext cx="52920" cy="8640"/>
            </a:xfrm>
            <a:custGeom>
              <a:avLst/>
              <a:gdLst>
                <a:gd name="textAreaLeft" fmla="*/ -360 w 52920"/>
                <a:gd name="textAreaRight" fmla="*/ 52920 w 529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2127" h="366">
                  <a:moveTo>
                    <a:pt x="1968" y="0"/>
                  </a:moveTo>
                  <a:cubicBezTo>
                    <a:pt x="1959" y="0"/>
                    <a:pt x="1949" y="2"/>
                    <a:pt x="1939" y="4"/>
                  </a:cubicBezTo>
                  <a:cubicBezTo>
                    <a:pt x="1487" y="105"/>
                    <a:pt x="1035" y="147"/>
                    <a:pt x="569" y="147"/>
                  </a:cubicBezTo>
                  <a:cubicBezTo>
                    <a:pt x="425" y="147"/>
                    <a:pt x="279" y="143"/>
                    <a:pt x="132" y="136"/>
                  </a:cubicBezTo>
                  <a:cubicBezTo>
                    <a:pt x="0" y="136"/>
                    <a:pt x="0" y="333"/>
                    <a:pt x="132" y="366"/>
                  </a:cubicBezTo>
                  <a:cubicBezTo>
                    <a:pt x="756" y="366"/>
                    <a:pt x="1381" y="333"/>
                    <a:pt x="2005" y="201"/>
                  </a:cubicBezTo>
                  <a:cubicBezTo>
                    <a:pt x="2126" y="171"/>
                    <a:pt x="2080" y="0"/>
                    <a:pt x="196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4" name="Google Shape;3502;p26"/>
            <p:cNvSpPr/>
            <p:nvPr/>
          </p:nvSpPr>
          <p:spPr>
            <a:xfrm flipH="1">
              <a:off x="8681760" y="596520"/>
              <a:ext cx="26640" cy="198360"/>
            </a:xfrm>
            <a:custGeom>
              <a:avLst/>
              <a:gdLst>
                <a:gd name="textAreaLeft" fmla="*/ 360 w 26640"/>
                <a:gd name="textAreaRight" fmla="*/ 27360 w 26640"/>
                <a:gd name="textAreaTop" fmla="*/ 0 h 198360"/>
                <a:gd name="textAreaBottom" fmla="*/ 198720 h 198360"/>
              </a:gdLst>
              <a:ahLst/>
              <a:cxnLst/>
              <a:rect l="textAreaLeft" t="textAreaTop" r="textAreaRight" b="textAreaBottom"/>
              <a:pathLst>
                <a:path w="1076" h="7942">
                  <a:moveTo>
                    <a:pt x="412" y="1"/>
                  </a:moveTo>
                  <a:cubicBezTo>
                    <a:pt x="355" y="1"/>
                    <a:pt x="301" y="44"/>
                    <a:pt x="319" y="117"/>
                  </a:cubicBezTo>
                  <a:cubicBezTo>
                    <a:pt x="582" y="1465"/>
                    <a:pt x="779" y="2845"/>
                    <a:pt x="845" y="4225"/>
                  </a:cubicBezTo>
                  <a:cubicBezTo>
                    <a:pt x="878" y="4882"/>
                    <a:pt x="845" y="5539"/>
                    <a:pt x="779" y="6197"/>
                  </a:cubicBezTo>
                  <a:cubicBezTo>
                    <a:pt x="747" y="6657"/>
                    <a:pt x="714" y="7610"/>
                    <a:pt x="122" y="7741"/>
                  </a:cubicBezTo>
                  <a:cubicBezTo>
                    <a:pt x="1" y="7771"/>
                    <a:pt x="48" y="7942"/>
                    <a:pt x="159" y="7942"/>
                  </a:cubicBezTo>
                  <a:cubicBezTo>
                    <a:pt x="168" y="7942"/>
                    <a:pt x="178" y="7941"/>
                    <a:pt x="188" y="7938"/>
                  </a:cubicBezTo>
                  <a:cubicBezTo>
                    <a:pt x="648" y="7840"/>
                    <a:pt x="812" y="7314"/>
                    <a:pt x="911" y="6887"/>
                  </a:cubicBezTo>
                  <a:cubicBezTo>
                    <a:pt x="1010" y="6131"/>
                    <a:pt x="1075" y="5375"/>
                    <a:pt x="1075" y="4619"/>
                  </a:cubicBezTo>
                  <a:cubicBezTo>
                    <a:pt x="1010" y="3108"/>
                    <a:pt x="812" y="1563"/>
                    <a:pt x="517" y="85"/>
                  </a:cubicBezTo>
                  <a:cubicBezTo>
                    <a:pt x="502" y="27"/>
                    <a:pt x="456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5" name="Google Shape;3503;p26"/>
            <p:cNvSpPr/>
            <p:nvPr/>
          </p:nvSpPr>
          <p:spPr>
            <a:xfrm flipH="1">
              <a:off x="8702280" y="677160"/>
              <a:ext cx="10080" cy="82800"/>
            </a:xfrm>
            <a:custGeom>
              <a:avLst/>
              <a:gdLst>
                <a:gd name="textAreaLeft" fmla="*/ 360 w 10080"/>
                <a:gd name="textAreaRight" fmla="*/ 10800 w 100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415" h="3331">
                  <a:moveTo>
                    <a:pt x="177" y="0"/>
                  </a:moveTo>
                  <a:cubicBezTo>
                    <a:pt x="113" y="0"/>
                    <a:pt x="33" y="56"/>
                    <a:pt x="53" y="138"/>
                  </a:cubicBezTo>
                  <a:cubicBezTo>
                    <a:pt x="218" y="1156"/>
                    <a:pt x="185" y="2208"/>
                    <a:pt x="20" y="3194"/>
                  </a:cubicBezTo>
                  <a:cubicBezTo>
                    <a:pt x="0" y="3275"/>
                    <a:pt x="68" y="3331"/>
                    <a:pt x="130" y="3331"/>
                  </a:cubicBezTo>
                  <a:cubicBezTo>
                    <a:pt x="168" y="3331"/>
                    <a:pt x="205" y="3309"/>
                    <a:pt x="218" y="3259"/>
                  </a:cubicBezTo>
                  <a:cubicBezTo>
                    <a:pt x="415" y="2208"/>
                    <a:pt x="415" y="1123"/>
                    <a:pt x="250" y="72"/>
                  </a:cubicBezTo>
                  <a:cubicBezTo>
                    <a:pt x="250" y="22"/>
                    <a:pt x="21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6" name="Google Shape;3504;p26"/>
            <p:cNvSpPr/>
            <p:nvPr/>
          </p:nvSpPr>
          <p:spPr>
            <a:xfrm flipH="1">
              <a:off x="8721360" y="695520"/>
              <a:ext cx="9720" cy="42840"/>
            </a:xfrm>
            <a:custGeom>
              <a:avLst/>
              <a:gdLst>
                <a:gd name="textAreaLeft" fmla="*/ -360 w 9720"/>
                <a:gd name="textAreaRight" fmla="*/ 9720 w 97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396" h="1734">
                  <a:moveTo>
                    <a:pt x="247" y="0"/>
                  </a:moveTo>
                  <a:cubicBezTo>
                    <a:pt x="190" y="0"/>
                    <a:pt x="132" y="33"/>
                    <a:pt x="132" y="99"/>
                  </a:cubicBezTo>
                  <a:cubicBezTo>
                    <a:pt x="198" y="592"/>
                    <a:pt x="132" y="1117"/>
                    <a:pt x="1" y="1610"/>
                  </a:cubicBezTo>
                  <a:cubicBezTo>
                    <a:pt x="1" y="1690"/>
                    <a:pt x="61" y="1733"/>
                    <a:pt x="116" y="1733"/>
                  </a:cubicBezTo>
                  <a:cubicBezTo>
                    <a:pt x="152" y="1733"/>
                    <a:pt x="185" y="1715"/>
                    <a:pt x="198" y="1676"/>
                  </a:cubicBezTo>
                  <a:cubicBezTo>
                    <a:pt x="329" y="1150"/>
                    <a:pt x="395" y="624"/>
                    <a:pt x="362" y="99"/>
                  </a:cubicBezTo>
                  <a:cubicBezTo>
                    <a:pt x="362" y="33"/>
                    <a:pt x="305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7" name="Google Shape;3505;p26"/>
            <p:cNvSpPr/>
            <p:nvPr/>
          </p:nvSpPr>
          <p:spPr>
            <a:xfrm flipH="1">
              <a:off x="8620560" y="817200"/>
              <a:ext cx="113400" cy="109800"/>
            </a:xfrm>
            <a:custGeom>
              <a:avLst/>
              <a:gdLst>
                <a:gd name="textAreaLeft" fmla="*/ -360 w 113400"/>
                <a:gd name="textAreaRight" fmla="*/ 113400 w 11340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4548" h="4404">
                  <a:moveTo>
                    <a:pt x="4426" y="0"/>
                  </a:moveTo>
                  <a:cubicBezTo>
                    <a:pt x="4398" y="0"/>
                    <a:pt x="4373" y="18"/>
                    <a:pt x="4362" y="62"/>
                  </a:cubicBezTo>
                  <a:cubicBezTo>
                    <a:pt x="3540" y="1935"/>
                    <a:pt x="1996" y="3447"/>
                    <a:pt x="90" y="4202"/>
                  </a:cubicBezTo>
                  <a:cubicBezTo>
                    <a:pt x="0" y="4262"/>
                    <a:pt x="19" y="4404"/>
                    <a:pt x="123" y="4404"/>
                  </a:cubicBezTo>
                  <a:cubicBezTo>
                    <a:pt x="133" y="4404"/>
                    <a:pt x="144" y="4403"/>
                    <a:pt x="156" y="4400"/>
                  </a:cubicBezTo>
                  <a:cubicBezTo>
                    <a:pt x="2127" y="3611"/>
                    <a:pt x="3672" y="2099"/>
                    <a:pt x="4526" y="161"/>
                  </a:cubicBezTo>
                  <a:cubicBezTo>
                    <a:pt x="4548" y="73"/>
                    <a:pt x="4482" y="0"/>
                    <a:pt x="44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8" name="Google Shape;3506;p26"/>
            <p:cNvSpPr/>
            <p:nvPr/>
          </p:nvSpPr>
          <p:spPr>
            <a:xfrm flipH="1">
              <a:off x="8652960" y="885240"/>
              <a:ext cx="64080" cy="47520"/>
            </a:xfrm>
            <a:custGeom>
              <a:avLst/>
              <a:gdLst>
                <a:gd name="textAreaLeft" fmla="*/ 360 w 64080"/>
                <a:gd name="textAreaRight" fmla="*/ 64800 w 640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2584" h="1914">
                  <a:moveTo>
                    <a:pt x="2441" y="1"/>
                  </a:moveTo>
                  <a:cubicBezTo>
                    <a:pt x="2409" y="1"/>
                    <a:pt x="2376" y="13"/>
                    <a:pt x="2348" y="41"/>
                  </a:cubicBezTo>
                  <a:cubicBezTo>
                    <a:pt x="1757" y="796"/>
                    <a:pt x="1001" y="1355"/>
                    <a:pt x="114" y="1684"/>
                  </a:cubicBezTo>
                  <a:cubicBezTo>
                    <a:pt x="1" y="1740"/>
                    <a:pt x="34" y="1894"/>
                    <a:pt x="129" y="1894"/>
                  </a:cubicBezTo>
                  <a:cubicBezTo>
                    <a:pt x="144" y="1894"/>
                    <a:pt x="161" y="1890"/>
                    <a:pt x="180" y="1881"/>
                  </a:cubicBezTo>
                  <a:lnTo>
                    <a:pt x="180" y="1914"/>
                  </a:lnTo>
                  <a:cubicBezTo>
                    <a:pt x="1100" y="1552"/>
                    <a:pt x="1921" y="961"/>
                    <a:pt x="2513" y="172"/>
                  </a:cubicBezTo>
                  <a:cubicBezTo>
                    <a:pt x="2583" y="78"/>
                    <a:pt x="2519" y="1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9" name="Google Shape;3507;p26"/>
            <p:cNvSpPr/>
            <p:nvPr/>
          </p:nvSpPr>
          <p:spPr>
            <a:xfrm flipH="1">
              <a:off x="8651160" y="912240"/>
              <a:ext cx="47160" cy="37080"/>
            </a:xfrm>
            <a:custGeom>
              <a:avLst/>
              <a:gdLst>
                <a:gd name="textAreaLeft" fmla="*/ -360 w 47160"/>
                <a:gd name="textAreaRight" fmla="*/ 47160 w 471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901" h="1495">
                  <a:moveTo>
                    <a:pt x="1757" y="0"/>
                  </a:moveTo>
                  <a:cubicBezTo>
                    <a:pt x="1734" y="0"/>
                    <a:pt x="1711" y="10"/>
                    <a:pt x="1695" y="35"/>
                  </a:cubicBezTo>
                  <a:cubicBezTo>
                    <a:pt x="1235" y="561"/>
                    <a:pt x="709" y="988"/>
                    <a:pt x="85" y="1284"/>
                  </a:cubicBezTo>
                  <a:cubicBezTo>
                    <a:pt x="0" y="1340"/>
                    <a:pt x="61" y="1494"/>
                    <a:pt x="143" y="1494"/>
                  </a:cubicBezTo>
                  <a:cubicBezTo>
                    <a:pt x="156" y="1494"/>
                    <a:pt x="170" y="1490"/>
                    <a:pt x="183" y="1481"/>
                  </a:cubicBezTo>
                  <a:cubicBezTo>
                    <a:pt x="808" y="1152"/>
                    <a:pt x="1366" y="692"/>
                    <a:pt x="1826" y="166"/>
                  </a:cubicBezTo>
                  <a:cubicBezTo>
                    <a:pt x="1900" y="93"/>
                    <a:pt x="18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0" name="Google Shape;3508;p26"/>
            <p:cNvSpPr/>
            <p:nvPr/>
          </p:nvSpPr>
          <p:spPr>
            <a:xfrm flipH="1">
              <a:off x="8597520" y="1013040"/>
              <a:ext cx="95760" cy="20520"/>
            </a:xfrm>
            <a:custGeom>
              <a:avLst/>
              <a:gdLst>
                <a:gd name="textAreaLeft" fmla="*/ 360 w 95760"/>
                <a:gd name="textAreaRight" fmla="*/ 96480 w 9576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844" h="833">
                  <a:moveTo>
                    <a:pt x="3679" y="1"/>
                  </a:moveTo>
                  <a:cubicBezTo>
                    <a:pt x="3663" y="1"/>
                    <a:pt x="3645" y="5"/>
                    <a:pt x="3627" y="14"/>
                  </a:cubicBezTo>
                  <a:cubicBezTo>
                    <a:pt x="3037" y="432"/>
                    <a:pt x="2359" y="642"/>
                    <a:pt x="1676" y="642"/>
                  </a:cubicBezTo>
                  <a:cubicBezTo>
                    <a:pt x="1179" y="642"/>
                    <a:pt x="680" y="531"/>
                    <a:pt x="209" y="310"/>
                  </a:cubicBezTo>
                  <a:cubicBezTo>
                    <a:pt x="188" y="299"/>
                    <a:pt x="168" y="294"/>
                    <a:pt x="149" y="294"/>
                  </a:cubicBezTo>
                  <a:cubicBezTo>
                    <a:pt x="52" y="294"/>
                    <a:pt x="1" y="419"/>
                    <a:pt x="111" y="474"/>
                  </a:cubicBezTo>
                  <a:cubicBezTo>
                    <a:pt x="605" y="714"/>
                    <a:pt x="1147" y="833"/>
                    <a:pt x="1692" y="833"/>
                  </a:cubicBezTo>
                  <a:cubicBezTo>
                    <a:pt x="2414" y="833"/>
                    <a:pt x="3140" y="623"/>
                    <a:pt x="3758" y="211"/>
                  </a:cubicBezTo>
                  <a:cubicBezTo>
                    <a:pt x="3843" y="155"/>
                    <a:pt x="3782" y="1"/>
                    <a:pt x="367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1" name="Google Shape;3509;p26"/>
            <p:cNvSpPr/>
            <p:nvPr/>
          </p:nvSpPr>
          <p:spPr>
            <a:xfrm flipH="1">
              <a:off x="8448480" y="768600"/>
              <a:ext cx="28080" cy="149400"/>
            </a:xfrm>
            <a:custGeom>
              <a:avLst/>
              <a:gdLst>
                <a:gd name="textAreaLeft" fmla="*/ 360 w 28080"/>
                <a:gd name="textAreaRight" fmla="*/ 28800 w 28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1138" h="5990">
                  <a:moveTo>
                    <a:pt x="1039" y="1"/>
                  </a:moveTo>
                  <a:cubicBezTo>
                    <a:pt x="990" y="1"/>
                    <a:pt x="940" y="33"/>
                    <a:pt x="940" y="99"/>
                  </a:cubicBezTo>
                  <a:cubicBezTo>
                    <a:pt x="875" y="2038"/>
                    <a:pt x="809" y="4042"/>
                    <a:pt x="20" y="5883"/>
                  </a:cubicBezTo>
                  <a:cubicBezTo>
                    <a:pt x="1" y="5942"/>
                    <a:pt x="64" y="5989"/>
                    <a:pt x="124" y="5989"/>
                  </a:cubicBezTo>
                  <a:cubicBezTo>
                    <a:pt x="165" y="5989"/>
                    <a:pt x="204" y="5968"/>
                    <a:pt x="217" y="5915"/>
                  </a:cubicBezTo>
                  <a:cubicBezTo>
                    <a:pt x="1006" y="4075"/>
                    <a:pt x="1072" y="2071"/>
                    <a:pt x="1138" y="99"/>
                  </a:cubicBezTo>
                  <a:cubicBezTo>
                    <a:pt x="1138" y="33"/>
                    <a:pt x="1088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2" name="Google Shape;3510;p26"/>
            <p:cNvSpPr/>
            <p:nvPr/>
          </p:nvSpPr>
          <p:spPr>
            <a:xfrm flipH="1">
              <a:off x="8466480" y="715320"/>
              <a:ext cx="18720" cy="137160"/>
            </a:xfrm>
            <a:custGeom>
              <a:avLst/>
              <a:gdLst>
                <a:gd name="textAreaLeft" fmla="*/ 360 w 18720"/>
                <a:gd name="textAreaRight" fmla="*/ 19440 w 1872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757" h="5495">
                  <a:moveTo>
                    <a:pt x="658" y="1"/>
                  </a:moveTo>
                  <a:cubicBezTo>
                    <a:pt x="609" y="1"/>
                    <a:pt x="559" y="34"/>
                    <a:pt x="559" y="99"/>
                  </a:cubicBezTo>
                  <a:cubicBezTo>
                    <a:pt x="494" y="1874"/>
                    <a:pt x="297" y="3615"/>
                    <a:pt x="1" y="5357"/>
                  </a:cubicBezTo>
                  <a:cubicBezTo>
                    <a:pt x="1" y="5438"/>
                    <a:pt x="64" y="5494"/>
                    <a:pt x="119" y="5494"/>
                  </a:cubicBezTo>
                  <a:cubicBezTo>
                    <a:pt x="154" y="5494"/>
                    <a:pt x="185" y="5473"/>
                    <a:pt x="198" y="5423"/>
                  </a:cubicBezTo>
                  <a:lnTo>
                    <a:pt x="198" y="5455"/>
                  </a:lnTo>
                  <a:cubicBezTo>
                    <a:pt x="494" y="3681"/>
                    <a:pt x="691" y="1907"/>
                    <a:pt x="757" y="99"/>
                  </a:cubicBezTo>
                  <a:cubicBezTo>
                    <a:pt x="757" y="34"/>
                    <a:pt x="707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3" name="Google Shape;3511;p26"/>
            <p:cNvSpPr/>
            <p:nvPr/>
          </p:nvSpPr>
          <p:spPr>
            <a:xfrm flipH="1">
              <a:off x="8470440" y="616680"/>
              <a:ext cx="10800" cy="74880"/>
            </a:xfrm>
            <a:custGeom>
              <a:avLst/>
              <a:gdLst>
                <a:gd name="textAreaLeft" fmla="*/ 360 w 10800"/>
                <a:gd name="textAreaRight" fmla="*/ 11520 w 108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449" h="3003">
                  <a:moveTo>
                    <a:pt x="131" y="1"/>
                  </a:moveTo>
                  <a:cubicBezTo>
                    <a:pt x="68" y="1"/>
                    <a:pt x="1" y="57"/>
                    <a:pt x="21" y="138"/>
                  </a:cubicBezTo>
                  <a:cubicBezTo>
                    <a:pt x="218" y="1025"/>
                    <a:pt x="251" y="1945"/>
                    <a:pt x="120" y="2865"/>
                  </a:cubicBezTo>
                  <a:cubicBezTo>
                    <a:pt x="99" y="2947"/>
                    <a:pt x="167" y="3003"/>
                    <a:pt x="229" y="3003"/>
                  </a:cubicBezTo>
                  <a:cubicBezTo>
                    <a:pt x="268" y="3003"/>
                    <a:pt x="304" y="2981"/>
                    <a:pt x="317" y="2931"/>
                  </a:cubicBezTo>
                  <a:cubicBezTo>
                    <a:pt x="448" y="1978"/>
                    <a:pt x="415" y="1025"/>
                    <a:pt x="218" y="72"/>
                  </a:cubicBezTo>
                  <a:cubicBezTo>
                    <a:pt x="206" y="22"/>
                    <a:pt x="169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4" name="Google Shape;3512;p26"/>
            <p:cNvSpPr/>
            <p:nvPr/>
          </p:nvSpPr>
          <p:spPr>
            <a:xfrm flipH="1">
              <a:off x="8459640" y="637920"/>
              <a:ext cx="6480" cy="36360"/>
            </a:xfrm>
            <a:custGeom>
              <a:avLst/>
              <a:gdLst>
                <a:gd name="textAreaLeft" fmla="*/ 360 w 6480"/>
                <a:gd name="textAreaRight" fmla="*/ 7200 w 648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79" h="1468">
                  <a:moveTo>
                    <a:pt x="116" y="1"/>
                  </a:moveTo>
                  <a:cubicBezTo>
                    <a:pt x="58" y="1"/>
                    <a:pt x="1" y="34"/>
                    <a:pt x="1" y="99"/>
                  </a:cubicBezTo>
                  <a:lnTo>
                    <a:pt x="66" y="1381"/>
                  </a:lnTo>
                  <a:cubicBezTo>
                    <a:pt x="66" y="1434"/>
                    <a:pt x="132" y="1468"/>
                    <a:pt x="188" y="1468"/>
                  </a:cubicBezTo>
                  <a:cubicBezTo>
                    <a:pt x="237" y="1468"/>
                    <a:pt x="279" y="1442"/>
                    <a:pt x="263" y="1381"/>
                  </a:cubicBezTo>
                  <a:lnTo>
                    <a:pt x="231" y="99"/>
                  </a:lnTo>
                  <a:cubicBezTo>
                    <a:pt x="231" y="34"/>
                    <a:pt x="173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5" name="Google Shape;3513;p26"/>
            <p:cNvSpPr/>
            <p:nvPr/>
          </p:nvSpPr>
          <p:spPr>
            <a:xfrm flipH="1">
              <a:off x="8726400" y="917280"/>
              <a:ext cx="45000" cy="122760"/>
            </a:xfrm>
            <a:custGeom>
              <a:avLst/>
              <a:gdLst>
                <a:gd name="textAreaLeft" fmla="*/ -360 w 45000"/>
                <a:gd name="textAreaRight" fmla="*/ 45000 w 4500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809" h="4929">
                  <a:moveTo>
                    <a:pt x="149" y="0"/>
                  </a:moveTo>
                  <a:cubicBezTo>
                    <a:pt x="70" y="0"/>
                    <a:pt x="1" y="70"/>
                    <a:pt x="47" y="140"/>
                  </a:cubicBezTo>
                  <a:cubicBezTo>
                    <a:pt x="1066" y="1520"/>
                    <a:pt x="1329" y="3229"/>
                    <a:pt x="1592" y="4872"/>
                  </a:cubicBezTo>
                  <a:cubicBezTo>
                    <a:pt x="1605" y="4911"/>
                    <a:pt x="1643" y="4929"/>
                    <a:pt x="1683" y="4929"/>
                  </a:cubicBezTo>
                  <a:cubicBezTo>
                    <a:pt x="1745" y="4929"/>
                    <a:pt x="1809" y="4886"/>
                    <a:pt x="1789" y="4806"/>
                  </a:cubicBezTo>
                  <a:cubicBezTo>
                    <a:pt x="1526" y="3163"/>
                    <a:pt x="1263" y="1421"/>
                    <a:pt x="245" y="41"/>
                  </a:cubicBezTo>
                  <a:cubicBezTo>
                    <a:pt x="216" y="12"/>
                    <a:pt x="18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6" name="Google Shape;3514;p26"/>
            <p:cNvSpPr/>
            <p:nvPr/>
          </p:nvSpPr>
          <p:spPr>
            <a:xfrm flipH="1">
              <a:off x="8746560" y="973440"/>
              <a:ext cx="22320" cy="89640"/>
            </a:xfrm>
            <a:custGeom>
              <a:avLst/>
              <a:gdLst>
                <a:gd name="textAreaLeft" fmla="*/ 360 w 22320"/>
                <a:gd name="textAreaRight" fmla="*/ 23040 w 2232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911" h="3605">
                  <a:moveTo>
                    <a:pt x="142" y="0"/>
                  </a:moveTo>
                  <a:cubicBezTo>
                    <a:pt x="73" y="0"/>
                    <a:pt x="0" y="85"/>
                    <a:pt x="23" y="154"/>
                  </a:cubicBezTo>
                  <a:cubicBezTo>
                    <a:pt x="516" y="1206"/>
                    <a:pt x="713" y="2356"/>
                    <a:pt x="647" y="3506"/>
                  </a:cubicBezTo>
                  <a:cubicBezTo>
                    <a:pt x="647" y="3572"/>
                    <a:pt x="697" y="3604"/>
                    <a:pt x="750" y="3604"/>
                  </a:cubicBezTo>
                  <a:cubicBezTo>
                    <a:pt x="803" y="3604"/>
                    <a:pt x="861" y="3572"/>
                    <a:pt x="877" y="3506"/>
                  </a:cubicBezTo>
                  <a:cubicBezTo>
                    <a:pt x="910" y="2323"/>
                    <a:pt x="680" y="1140"/>
                    <a:pt x="220" y="56"/>
                  </a:cubicBezTo>
                  <a:cubicBezTo>
                    <a:pt x="200" y="16"/>
                    <a:pt x="172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7" name="Google Shape;3515;p26"/>
            <p:cNvSpPr/>
            <p:nvPr/>
          </p:nvSpPr>
          <p:spPr>
            <a:xfrm flipH="1">
              <a:off x="8694720" y="1040400"/>
              <a:ext cx="21600" cy="162000"/>
            </a:xfrm>
            <a:custGeom>
              <a:avLst/>
              <a:gdLst>
                <a:gd name="textAreaLeft" fmla="*/ 360 w 21600"/>
                <a:gd name="textAreaRight" fmla="*/ 22320 w 2160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875" h="6488">
                  <a:moveTo>
                    <a:pt x="294" y="0"/>
                  </a:moveTo>
                  <a:cubicBezTo>
                    <a:pt x="232" y="0"/>
                    <a:pt x="164" y="57"/>
                    <a:pt x="184" y="138"/>
                  </a:cubicBezTo>
                  <a:cubicBezTo>
                    <a:pt x="677" y="2208"/>
                    <a:pt x="612" y="4344"/>
                    <a:pt x="20" y="6381"/>
                  </a:cubicBezTo>
                  <a:cubicBezTo>
                    <a:pt x="0" y="6440"/>
                    <a:pt x="52" y="6488"/>
                    <a:pt x="110" y="6488"/>
                  </a:cubicBezTo>
                  <a:cubicBezTo>
                    <a:pt x="149" y="6488"/>
                    <a:pt x="191" y="6467"/>
                    <a:pt x="217" y="6414"/>
                  </a:cubicBezTo>
                  <a:cubicBezTo>
                    <a:pt x="809" y="4344"/>
                    <a:pt x="874" y="2175"/>
                    <a:pt x="382" y="72"/>
                  </a:cubicBezTo>
                  <a:cubicBezTo>
                    <a:pt x="369" y="22"/>
                    <a:pt x="332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8" name="Google Shape;3516;p26"/>
            <p:cNvSpPr/>
            <p:nvPr/>
          </p:nvSpPr>
          <p:spPr>
            <a:xfrm flipH="1">
              <a:off x="8925120" y="1328040"/>
              <a:ext cx="171720" cy="16920"/>
            </a:xfrm>
            <a:custGeom>
              <a:avLst/>
              <a:gdLst>
                <a:gd name="textAreaLeft" fmla="*/ -360 w 171720"/>
                <a:gd name="textAreaRight" fmla="*/ 171720 w 171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6879" h="696">
                  <a:moveTo>
                    <a:pt x="6751" y="0"/>
                  </a:moveTo>
                  <a:cubicBezTo>
                    <a:pt x="6743" y="0"/>
                    <a:pt x="6734" y="2"/>
                    <a:pt x="6725" y="4"/>
                  </a:cubicBezTo>
                  <a:cubicBezTo>
                    <a:pt x="5595" y="318"/>
                    <a:pt x="4427" y="474"/>
                    <a:pt x="3262" y="474"/>
                  </a:cubicBezTo>
                  <a:cubicBezTo>
                    <a:pt x="2226" y="474"/>
                    <a:pt x="1191" y="350"/>
                    <a:pt x="186" y="103"/>
                  </a:cubicBezTo>
                  <a:cubicBezTo>
                    <a:pt x="175" y="100"/>
                    <a:pt x="163" y="99"/>
                    <a:pt x="153" y="99"/>
                  </a:cubicBezTo>
                  <a:cubicBezTo>
                    <a:pt x="45" y="99"/>
                    <a:pt x="1" y="240"/>
                    <a:pt x="121" y="300"/>
                  </a:cubicBezTo>
                  <a:cubicBezTo>
                    <a:pt x="1160" y="564"/>
                    <a:pt x="2215" y="696"/>
                    <a:pt x="3266" y="696"/>
                  </a:cubicBezTo>
                  <a:cubicBezTo>
                    <a:pt x="4442" y="696"/>
                    <a:pt x="5614" y="531"/>
                    <a:pt x="6758" y="202"/>
                  </a:cubicBezTo>
                  <a:cubicBezTo>
                    <a:pt x="6878" y="142"/>
                    <a:pt x="6834" y="0"/>
                    <a:pt x="675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9" name="Google Shape;3517;p26"/>
            <p:cNvSpPr/>
            <p:nvPr/>
          </p:nvSpPr>
          <p:spPr>
            <a:xfrm flipH="1">
              <a:off x="8880120" y="1348920"/>
              <a:ext cx="158760" cy="38520"/>
            </a:xfrm>
            <a:custGeom>
              <a:avLst/>
              <a:gdLst>
                <a:gd name="textAreaLeft" fmla="*/ -360 w 158760"/>
                <a:gd name="textAreaRight" fmla="*/ 158760 w 15876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6360" h="1561">
                  <a:moveTo>
                    <a:pt x="6225" y="1"/>
                  </a:moveTo>
                  <a:cubicBezTo>
                    <a:pt x="6210" y="1"/>
                    <a:pt x="6194" y="5"/>
                    <a:pt x="6178" y="16"/>
                  </a:cubicBezTo>
                  <a:cubicBezTo>
                    <a:pt x="4336" y="873"/>
                    <a:pt x="2371" y="1332"/>
                    <a:pt x="372" y="1332"/>
                  </a:cubicBezTo>
                  <a:cubicBezTo>
                    <a:pt x="303" y="1332"/>
                    <a:pt x="234" y="1331"/>
                    <a:pt x="164" y="1330"/>
                  </a:cubicBezTo>
                  <a:cubicBezTo>
                    <a:pt x="0" y="1330"/>
                    <a:pt x="0" y="1560"/>
                    <a:pt x="164" y="1560"/>
                  </a:cubicBezTo>
                  <a:cubicBezTo>
                    <a:pt x="2268" y="1560"/>
                    <a:pt x="4371" y="1100"/>
                    <a:pt x="6276" y="180"/>
                  </a:cubicBezTo>
                  <a:cubicBezTo>
                    <a:pt x="6359" y="125"/>
                    <a:pt x="6303" y="1"/>
                    <a:pt x="622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0" name="Google Shape;3518;p26"/>
            <p:cNvSpPr/>
            <p:nvPr/>
          </p:nvSpPr>
          <p:spPr>
            <a:xfrm flipH="1">
              <a:off x="8760240" y="1296000"/>
              <a:ext cx="74160" cy="61560"/>
            </a:xfrm>
            <a:custGeom>
              <a:avLst/>
              <a:gdLst>
                <a:gd name="textAreaLeft" fmla="*/ 360 w 74160"/>
                <a:gd name="textAreaRight" fmla="*/ 74880 w 7416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981" h="2481">
                  <a:moveTo>
                    <a:pt x="2838" y="1"/>
                  </a:moveTo>
                  <a:cubicBezTo>
                    <a:pt x="2815" y="1"/>
                    <a:pt x="2792" y="11"/>
                    <a:pt x="2775" y="36"/>
                  </a:cubicBezTo>
                  <a:cubicBezTo>
                    <a:pt x="2053" y="956"/>
                    <a:pt x="1132" y="1712"/>
                    <a:pt x="114" y="2270"/>
                  </a:cubicBezTo>
                  <a:cubicBezTo>
                    <a:pt x="1" y="2327"/>
                    <a:pt x="82" y="2481"/>
                    <a:pt x="170" y="2481"/>
                  </a:cubicBezTo>
                  <a:cubicBezTo>
                    <a:pt x="184" y="2481"/>
                    <a:pt x="199" y="2477"/>
                    <a:pt x="212" y="2467"/>
                  </a:cubicBezTo>
                  <a:cubicBezTo>
                    <a:pt x="1264" y="1909"/>
                    <a:pt x="2184" y="1120"/>
                    <a:pt x="2907" y="167"/>
                  </a:cubicBezTo>
                  <a:cubicBezTo>
                    <a:pt x="2981" y="93"/>
                    <a:pt x="2907" y="1"/>
                    <a:pt x="283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71" name="Google Shape;3519;p26"/>
          <p:cNvGrpSpPr/>
          <p:nvPr/>
        </p:nvGrpSpPr>
        <p:grpSpPr>
          <a:xfrm>
            <a:off x="7482960" y="3985200"/>
            <a:ext cx="1548000" cy="950040"/>
            <a:chOff x="7482960" y="3985200"/>
            <a:chExt cx="1548000" cy="950040"/>
          </a:xfrm>
        </p:grpSpPr>
        <p:sp>
          <p:nvSpPr>
            <p:cNvPr id="2872" name="Google Shape;3520;p26"/>
            <p:cNvSpPr/>
            <p:nvPr/>
          </p:nvSpPr>
          <p:spPr>
            <a:xfrm flipH="1">
              <a:off x="8672400" y="4318200"/>
              <a:ext cx="358200" cy="365040"/>
            </a:xfrm>
            <a:custGeom>
              <a:avLst/>
              <a:gdLst>
                <a:gd name="textAreaLeft" fmla="*/ -360 w 358200"/>
                <a:gd name="textAreaRight" fmla="*/ 358200 w 358200"/>
                <a:gd name="textAreaTop" fmla="*/ 0 h 365040"/>
                <a:gd name="textAreaBottom" fmla="*/ 365400 h 365040"/>
              </a:gdLst>
              <a:ahLst/>
              <a:cxnLst/>
              <a:rect l="textAreaLeft" t="textAreaTop" r="textAreaRight" b="textAreaBottom"/>
              <a:pathLst>
                <a:path w="14336" h="14623">
                  <a:moveTo>
                    <a:pt x="7425" y="1"/>
                  </a:moveTo>
                  <a:cubicBezTo>
                    <a:pt x="5375" y="1"/>
                    <a:pt x="3400" y="878"/>
                    <a:pt x="2038" y="2452"/>
                  </a:cubicBezTo>
                  <a:cubicBezTo>
                    <a:pt x="559" y="4128"/>
                    <a:pt x="0" y="6428"/>
                    <a:pt x="493" y="8597"/>
                  </a:cubicBezTo>
                  <a:cubicBezTo>
                    <a:pt x="986" y="10831"/>
                    <a:pt x="2399" y="12704"/>
                    <a:pt x="4436" y="13756"/>
                  </a:cubicBezTo>
                  <a:cubicBezTo>
                    <a:pt x="5595" y="14335"/>
                    <a:pt x="6848" y="14623"/>
                    <a:pt x="8103" y="14623"/>
                  </a:cubicBezTo>
                  <a:cubicBezTo>
                    <a:pt x="9411" y="14623"/>
                    <a:pt x="10721" y="14310"/>
                    <a:pt x="11928" y="13690"/>
                  </a:cubicBezTo>
                  <a:cubicBezTo>
                    <a:pt x="12018" y="13630"/>
                    <a:pt x="11944" y="13489"/>
                    <a:pt x="11856" y="13489"/>
                  </a:cubicBezTo>
                  <a:cubicBezTo>
                    <a:pt x="11847" y="13489"/>
                    <a:pt x="11839" y="13490"/>
                    <a:pt x="11830" y="13493"/>
                  </a:cubicBezTo>
                  <a:cubicBezTo>
                    <a:pt x="10659" y="14116"/>
                    <a:pt x="9369" y="14424"/>
                    <a:pt x="8078" y="14424"/>
                  </a:cubicBezTo>
                  <a:cubicBezTo>
                    <a:pt x="7122" y="14424"/>
                    <a:pt x="6166" y="14255"/>
                    <a:pt x="5258" y="13920"/>
                  </a:cubicBezTo>
                  <a:cubicBezTo>
                    <a:pt x="3155" y="13131"/>
                    <a:pt x="1545" y="11390"/>
                    <a:pt x="887" y="9254"/>
                  </a:cubicBezTo>
                  <a:cubicBezTo>
                    <a:pt x="197" y="7217"/>
                    <a:pt x="526" y="4949"/>
                    <a:pt x="1742" y="3175"/>
                  </a:cubicBezTo>
                  <a:cubicBezTo>
                    <a:pt x="2990" y="1400"/>
                    <a:pt x="5028" y="316"/>
                    <a:pt x="7197" y="217"/>
                  </a:cubicBezTo>
                  <a:cubicBezTo>
                    <a:pt x="7221" y="217"/>
                    <a:pt x="7246" y="217"/>
                    <a:pt x="7271" y="217"/>
                  </a:cubicBezTo>
                  <a:cubicBezTo>
                    <a:pt x="9999" y="217"/>
                    <a:pt x="12339" y="2009"/>
                    <a:pt x="14130" y="3898"/>
                  </a:cubicBezTo>
                  <a:cubicBezTo>
                    <a:pt x="14155" y="3922"/>
                    <a:pt x="14181" y="3933"/>
                    <a:pt x="14206" y="3933"/>
                  </a:cubicBezTo>
                  <a:cubicBezTo>
                    <a:pt x="14280" y="3933"/>
                    <a:pt x="14335" y="3840"/>
                    <a:pt x="14262" y="3766"/>
                  </a:cubicBezTo>
                  <a:lnTo>
                    <a:pt x="14294" y="3733"/>
                  </a:lnTo>
                  <a:cubicBezTo>
                    <a:pt x="12586" y="1959"/>
                    <a:pt x="10483" y="283"/>
                    <a:pt x="7952" y="20"/>
                  </a:cubicBezTo>
                  <a:cubicBezTo>
                    <a:pt x="7776" y="7"/>
                    <a:pt x="7600" y="1"/>
                    <a:pt x="742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3" name="Google Shape;3521;p26"/>
            <p:cNvSpPr/>
            <p:nvPr/>
          </p:nvSpPr>
          <p:spPr>
            <a:xfrm flipH="1">
              <a:off x="8374680" y="4122720"/>
              <a:ext cx="398520" cy="223560"/>
            </a:xfrm>
            <a:custGeom>
              <a:avLst/>
              <a:gdLst>
                <a:gd name="textAreaLeft" fmla="*/ -360 w 398520"/>
                <a:gd name="textAreaRight" fmla="*/ 398520 w 398520"/>
                <a:gd name="textAreaTop" fmla="*/ 0 h 223560"/>
                <a:gd name="textAreaBottom" fmla="*/ 223920 h 223560"/>
              </a:gdLst>
              <a:ahLst/>
              <a:cxnLst/>
              <a:rect l="textAreaLeft" t="textAreaTop" r="textAreaRight" b="textAreaBottom"/>
              <a:pathLst>
                <a:path w="15958" h="8955">
                  <a:moveTo>
                    <a:pt x="8017" y="0"/>
                  </a:moveTo>
                  <a:cubicBezTo>
                    <a:pt x="5032" y="0"/>
                    <a:pt x="2266" y="1884"/>
                    <a:pt x="888" y="4553"/>
                  </a:cubicBezTo>
                  <a:cubicBezTo>
                    <a:pt x="493" y="5375"/>
                    <a:pt x="198" y="6262"/>
                    <a:pt x="99" y="7182"/>
                  </a:cubicBezTo>
                  <a:cubicBezTo>
                    <a:pt x="0" y="7609"/>
                    <a:pt x="0" y="8069"/>
                    <a:pt x="132" y="8529"/>
                  </a:cubicBezTo>
                  <a:cubicBezTo>
                    <a:pt x="208" y="8732"/>
                    <a:pt x="382" y="8955"/>
                    <a:pt x="594" y="8955"/>
                  </a:cubicBezTo>
                  <a:cubicBezTo>
                    <a:pt x="656" y="8955"/>
                    <a:pt x="722" y="8936"/>
                    <a:pt x="789" y="8891"/>
                  </a:cubicBezTo>
                  <a:cubicBezTo>
                    <a:pt x="872" y="8808"/>
                    <a:pt x="815" y="8678"/>
                    <a:pt x="737" y="8678"/>
                  </a:cubicBezTo>
                  <a:cubicBezTo>
                    <a:pt x="722" y="8678"/>
                    <a:pt x="706" y="8683"/>
                    <a:pt x="690" y="8694"/>
                  </a:cubicBezTo>
                  <a:lnTo>
                    <a:pt x="723" y="8694"/>
                  </a:lnTo>
                  <a:cubicBezTo>
                    <a:pt x="682" y="8723"/>
                    <a:pt x="644" y="8735"/>
                    <a:pt x="607" y="8735"/>
                  </a:cubicBezTo>
                  <a:cubicBezTo>
                    <a:pt x="439" y="8735"/>
                    <a:pt x="323" y="8467"/>
                    <a:pt x="296" y="8332"/>
                  </a:cubicBezTo>
                  <a:cubicBezTo>
                    <a:pt x="263" y="8135"/>
                    <a:pt x="263" y="7938"/>
                    <a:pt x="296" y="7741"/>
                  </a:cubicBezTo>
                  <a:cubicBezTo>
                    <a:pt x="296" y="7346"/>
                    <a:pt x="329" y="6952"/>
                    <a:pt x="428" y="6558"/>
                  </a:cubicBezTo>
                  <a:cubicBezTo>
                    <a:pt x="592" y="5835"/>
                    <a:pt x="855" y="5112"/>
                    <a:pt x="1216" y="4455"/>
                  </a:cubicBezTo>
                  <a:cubicBezTo>
                    <a:pt x="1972" y="3074"/>
                    <a:pt x="3089" y="1924"/>
                    <a:pt x="4437" y="1169"/>
                  </a:cubicBezTo>
                  <a:cubicBezTo>
                    <a:pt x="5527" y="545"/>
                    <a:pt x="6741" y="209"/>
                    <a:pt x="7964" y="209"/>
                  </a:cubicBezTo>
                  <a:cubicBezTo>
                    <a:pt x="8289" y="209"/>
                    <a:pt x="8614" y="233"/>
                    <a:pt x="8938" y="281"/>
                  </a:cubicBezTo>
                  <a:cubicBezTo>
                    <a:pt x="10483" y="478"/>
                    <a:pt x="11962" y="1169"/>
                    <a:pt x="13144" y="2220"/>
                  </a:cubicBezTo>
                  <a:cubicBezTo>
                    <a:pt x="14492" y="3370"/>
                    <a:pt x="15412" y="4915"/>
                    <a:pt x="15740" y="6656"/>
                  </a:cubicBezTo>
                  <a:cubicBezTo>
                    <a:pt x="15753" y="6706"/>
                    <a:pt x="15790" y="6728"/>
                    <a:pt x="15828" y="6728"/>
                  </a:cubicBezTo>
                  <a:cubicBezTo>
                    <a:pt x="15890" y="6728"/>
                    <a:pt x="15958" y="6672"/>
                    <a:pt x="15938" y="6590"/>
                  </a:cubicBezTo>
                  <a:cubicBezTo>
                    <a:pt x="15346" y="3272"/>
                    <a:pt x="12422" y="610"/>
                    <a:pt x="9103" y="84"/>
                  </a:cubicBezTo>
                  <a:cubicBezTo>
                    <a:pt x="8739" y="28"/>
                    <a:pt x="8377" y="0"/>
                    <a:pt x="801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4" name="Google Shape;3522;p26"/>
            <p:cNvSpPr/>
            <p:nvPr/>
          </p:nvSpPr>
          <p:spPr>
            <a:xfrm flipH="1">
              <a:off x="8440200" y="4682520"/>
              <a:ext cx="432360" cy="201240"/>
            </a:xfrm>
            <a:custGeom>
              <a:avLst/>
              <a:gdLst>
                <a:gd name="textAreaLeft" fmla="*/ -360 w 432360"/>
                <a:gd name="textAreaRight" fmla="*/ 432360 w 432360"/>
                <a:gd name="textAreaTop" fmla="*/ 0 h 201240"/>
                <a:gd name="textAreaBottom" fmla="*/ 201600 h 201240"/>
              </a:gdLst>
              <a:ahLst/>
              <a:cxnLst/>
              <a:rect l="textAreaLeft" t="textAreaTop" r="textAreaRight" b="textAreaBottom"/>
              <a:pathLst>
                <a:path w="17306" h="8066">
                  <a:moveTo>
                    <a:pt x="131" y="0"/>
                  </a:moveTo>
                  <a:cubicBezTo>
                    <a:pt x="68" y="0"/>
                    <a:pt x="1" y="56"/>
                    <a:pt x="21" y="138"/>
                  </a:cubicBezTo>
                  <a:cubicBezTo>
                    <a:pt x="711" y="3424"/>
                    <a:pt x="3307" y="5987"/>
                    <a:pt x="6297" y="7236"/>
                  </a:cubicBezTo>
                  <a:cubicBezTo>
                    <a:pt x="7544" y="7745"/>
                    <a:pt x="8985" y="8066"/>
                    <a:pt x="10403" y="8066"/>
                  </a:cubicBezTo>
                  <a:cubicBezTo>
                    <a:pt x="12276" y="8066"/>
                    <a:pt x="14109" y="7507"/>
                    <a:pt x="15400" y="6085"/>
                  </a:cubicBezTo>
                  <a:cubicBezTo>
                    <a:pt x="16780" y="4508"/>
                    <a:pt x="17076" y="2339"/>
                    <a:pt x="17306" y="335"/>
                  </a:cubicBezTo>
                  <a:cubicBezTo>
                    <a:pt x="17306" y="269"/>
                    <a:pt x="17256" y="236"/>
                    <a:pt x="17203" y="236"/>
                  </a:cubicBezTo>
                  <a:cubicBezTo>
                    <a:pt x="17150" y="236"/>
                    <a:pt x="17092" y="269"/>
                    <a:pt x="17076" y="335"/>
                  </a:cubicBezTo>
                  <a:cubicBezTo>
                    <a:pt x="16878" y="2109"/>
                    <a:pt x="16681" y="4015"/>
                    <a:pt x="15597" y="5494"/>
                  </a:cubicBezTo>
                  <a:cubicBezTo>
                    <a:pt x="14611" y="6743"/>
                    <a:pt x="13198" y="7564"/>
                    <a:pt x="11621" y="7761"/>
                  </a:cubicBezTo>
                  <a:cubicBezTo>
                    <a:pt x="11194" y="7823"/>
                    <a:pt x="10763" y="7853"/>
                    <a:pt x="10333" y="7853"/>
                  </a:cubicBezTo>
                  <a:cubicBezTo>
                    <a:pt x="7547" y="7853"/>
                    <a:pt x="4745" y="6608"/>
                    <a:pt x="2781" y="4672"/>
                  </a:cubicBezTo>
                  <a:cubicBezTo>
                    <a:pt x="1500" y="3424"/>
                    <a:pt x="613" y="1814"/>
                    <a:pt x="218" y="72"/>
                  </a:cubicBezTo>
                  <a:cubicBezTo>
                    <a:pt x="206" y="22"/>
                    <a:pt x="16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5" name="Google Shape;3523;p26"/>
            <p:cNvSpPr/>
            <p:nvPr/>
          </p:nvSpPr>
          <p:spPr>
            <a:xfrm flipH="1">
              <a:off x="8020080" y="4661280"/>
              <a:ext cx="485280" cy="273960"/>
            </a:xfrm>
            <a:custGeom>
              <a:avLst/>
              <a:gdLst>
                <a:gd name="textAreaLeft" fmla="*/ 360 w 485280"/>
                <a:gd name="textAreaRight" fmla="*/ 486000 w 485280"/>
                <a:gd name="textAreaTop" fmla="*/ 0 h 273960"/>
                <a:gd name="textAreaBottom" fmla="*/ 274320 h 273960"/>
              </a:gdLst>
              <a:ahLst/>
              <a:cxnLst/>
              <a:rect l="textAreaLeft" t="textAreaTop" r="textAreaRight" b="textAreaBottom"/>
              <a:pathLst>
                <a:path w="19422" h="10977">
                  <a:moveTo>
                    <a:pt x="19322" y="1"/>
                  </a:moveTo>
                  <a:cubicBezTo>
                    <a:pt x="19273" y="1"/>
                    <a:pt x="19224" y="34"/>
                    <a:pt x="19224" y="99"/>
                  </a:cubicBezTo>
                  <a:cubicBezTo>
                    <a:pt x="18862" y="3320"/>
                    <a:pt x="18205" y="7033"/>
                    <a:pt x="15445" y="9070"/>
                  </a:cubicBezTo>
                  <a:cubicBezTo>
                    <a:pt x="13933" y="10155"/>
                    <a:pt x="12060" y="10615"/>
                    <a:pt x="10253" y="10713"/>
                  </a:cubicBezTo>
                  <a:cubicBezTo>
                    <a:pt x="9909" y="10736"/>
                    <a:pt x="9564" y="10747"/>
                    <a:pt x="9220" y="10747"/>
                  </a:cubicBezTo>
                  <a:cubicBezTo>
                    <a:pt x="7530" y="10747"/>
                    <a:pt x="5851" y="10482"/>
                    <a:pt x="4240" y="9990"/>
                  </a:cubicBezTo>
                  <a:cubicBezTo>
                    <a:pt x="3254" y="9728"/>
                    <a:pt x="2367" y="9300"/>
                    <a:pt x="1578" y="8709"/>
                  </a:cubicBezTo>
                  <a:cubicBezTo>
                    <a:pt x="888" y="8150"/>
                    <a:pt x="329" y="7362"/>
                    <a:pt x="494" y="6409"/>
                  </a:cubicBezTo>
                  <a:cubicBezTo>
                    <a:pt x="513" y="6349"/>
                    <a:pt x="450" y="6302"/>
                    <a:pt x="390" y="6302"/>
                  </a:cubicBezTo>
                  <a:cubicBezTo>
                    <a:pt x="349" y="6302"/>
                    <a:pt x="310" y="6323"/>
                    <a:pt x="296" y="6376"/>
                  </a:cubicBezTo>
                  <a:cubicBezTo>
                    <a:pt x="1" y="8019"/>
                    <a:pt x="1611" y="9169"/>
                    <a:pt x="2925" y="9760"/>
                  </a:cubicBezTo>
                  <a:cubicBezTo>
                    <a:pt x="4897" y="10549"/>
                    <a:pt x="7033" y="10976"/>
                    <a:pt x="9136" y="10976"/>
                  </a:cubicBezTo>
                  <a:cubicBezTo>
                    <a:pt x="11075" y="10976"/>
                    <a:pt x="13046" y="10713"/>
                    <a:pt x="14755" y="9760"/>
                  </a:cubicBezTo>
                  <a:cubicBezTo>
                    <a:pt x="16266" y="8873"/>
                    <a:pt x="17449" y="7493"/>
                    <a:pt x="18107" y="5883"/>
                  </a:cubicBezTo>
                  <a:cubicBezTo>
                    <a:pt x="18895" y="4043"/>
                    <a:pt x="19191" y="2071"/>
                    <a:pt x="19421" y="99"/>
                  </a:cubicBezTo>
                  <a:cubicBezTo>
                    <a:pt x="19421" y="34"/>
                    <a:pt x="19372" y="1"/>
                    <a:pt x="1932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6" name="Google Shape;3524;p26"/>
            <p:cNvSpPr/>
            <p:nvPr/>
          </p:nvSpPr>
          <p:spPr>
            <a:xfrm flipH="1">
              <a:off x="7952400" y="3985200"/>
              <a:ext cx="475920" cy="263160"/>
            </a:xfrm>
            <a:custGeom>
              <a:avLst/>
              <a:gdLst>
                <a:gd name="textAreaLeft" fmla="*/ 360 w 475920"/>
                <a:gd name="textAreaRight" fmla="*/ 476640 w 4759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9047" h="10543">
                  <a:moveTo>
                    <a:pt x="8021" y="0"/>
                  </a:moveTo>
                  <a:cubicBezTo>
                    <a:pt x="7415" y="0"/>
                    <a:pt x="6808" y="63"/>
                    <a:pt x="6211" y="186"/>
                  </a:cubicBezTo>
                  <a:cubicBezTo>
                    <a:pt x="2498" y="1205"/>
                    <a:pt x="1" y="4688"/>
                    <a:pt x="231" y="8533"/>
                  </a:cubicBezTo>
                  <a:cubicBezTo>
                    <a:pt x="231" y="8598"/>
                    <a:pt x="288" y="8631"/>
                    <a:pt x="346" y="8631"/>
                  </a:cubicBezTo>
                  <a:cubicBezTo>
                    <a:pt x="403" y="8631"/>
                    <a:pt x="461" y="8598"/>
                    <a:pt x="461" y="8533"/>
                  </a:cubicBezTo>
                  <a:cubicBezTo>
                    <a:pt x="198" y="4984"/>
                    <a:pt x="2366" y="1698"/>
                    <a:pt x="5751" y="548"/>
                  </a:cubicBezTo>
                  <a:cubicBezTo>
                    <a:pt x="6497" y="310"/>
                    <a:pt x="7251" y="200"/>
                    <a:pt x="8000" y="200"/>
                  </a:cubicBezTo>
                  <a:cubicBezTo>
                    <a:pt x="11078" y="200"/>
                    <a:pt x="14055" y="2053"/>
                    <a:pt x="15905" y="4458"/>
                  </a:cubicBezTo>
                  <a:cubicBezTo>
                    <a:pt x="17252" y="6265"/>
                    <a:pt x="18238" y="8303"/>
                    <a:pt x="18829" y="10471"/>
                  </a:cubicBezTo>
                  <a:cubicBezTo>
                    <a:pt x="18842" y="10522"/>
                    <a:pt x="18879" y="10543"/>
                    <a:pt x="18917" y="10543"/>
                  </a:cubicBezTo>
                  <a:cubicBezTo>
                    <a:pt x="18979" y="10543"/>
                    <a:pt x="19047" y="10487"/>
                    <a:pt x="19027" y="10406"/>
                  </a:cubicBezTo>
                  <a:cubicBezTo>
                    <a:pt x="17877" y="6528"/>
                    <a:pt x="15708" y="2683"/>
                    <a:pt x="11896" y="909"/>
                  </a:cubicBezTo>
                  <a:cubicBezTo>
                    <a:pt x="10677" y="300"/>
                    <a:pt x="9350" y="0"/>
                    <a:pt x="802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7" name="Google Shape;3525;p26"/>
            <p:cNvSpPr/>
            <p:nvPr/>
          </p:nvSpPr>
          <p:spPr>
            <a:xfrm flipH="1">
              <a:off x="7946280" y="4282560"/>
              <a:ext cx="347040" cy="419760"/>
            </a:xfrm>
            <a:custGeom>
              <a:avLst/>
              <a:gdLst>
                <a:gd name="textAreaLeft" fmla="*/ 360 w 347040"/>
                <a:gd name="textAreaRight" fmla="*/ 347760 w 347040"/>
                <a:gd name="textAreaTop" fmla="*/ 0 h 419760"/>
                <a:gd name="textAreaBottom" fmla="*/ 420120 h 419760"/>
              </a:gdLst>
              <a:ahLst/>
              <a:cxnLst/>
              <a:rect l="textAreaLeft" t="textAreaTop" r="textAreaRight" b="textAreaBottom"/>
              <a:pathLst>
                <a:path w="13901" h="16800">
                  <a:moveTo>
                    <a:pt x="1204" y="1"/>
                  </a:moveTo>
                  <a:cubicBezTo>
                    <a:pt x="847" y="1"/>
                    <a:pt x="489" y="12"/>
                    <a:pt x="132" y="35"/>
                  </a:cubicBezTo>
                  <a:cubicBezTo>
                    <a:pt x="1" y="35"/>
                    <a:pt x="1" y="232"/>
                    <a:pt x="132" y="232"/>
                  </a:cubicBezTo>
                  <a:cubicBezTo>
                    <a:pt x="440" y="218"/>
                    <a:pt x="750" y="211"/>
                    <a:pt x="1062" y="211"/>
                  </a:cubicBezTo>
                  <a:cubicBezTo>
                    <a:pt x="5043" y="211"/>
                    <a:pt x="9261" y="1415"/>
                    <a:pt x="11699" y="4767"/>
                  </a:cubicBezTo>
                  <a:cubicBezTo>
                    <a:pt x="12915" y="6344"/>
                    <a:pt x="13539" y="8316"/>
                    <a:pt x="13506" y="10320"/>
                  </a:cubicBezTo>
                  <a:cubicBezTo>
                    <a:pt x="13408" y="12226"/>
                    <a:pt x="12520" y="13968"/>
                    <a:pt x="11042" y="15151"/>
                  </a:cubicBezTo>
                  <a:cubicBezTo>
                    <a:pt x="9931" y="16053"/>
                    <a:pt x="8527" y="16614"/>
                    <a:pt x="7116" y="16614"/>
                  </a:cubicBezTo>
                  <a:cubicBezTo>
                    <a:pt x="6524" y="16614"/>
                    <a:pt x="5930" y="16515"/>
                    <a:pt x="5357" y="16301"/>
                  </a:cubicBezTo>
                  <a:cubicBezTo>
                    <a:pt x="5338" y="16292"/>
                    <a:pt x="5321" y="16288"/>
                    <a:pt x="5306" y="16288"/>
                  </a:cubicBezTo>
                  <a:cubicBezTo>
                    <a:pt x="5211" y="16288"/>
                    <a:pt x="5178" y="16442"/>
                    <a:pt x="5291" y="16498"/>
                  </a:cubicBezTo>
                  <a:lnTo>
                    <a:pt x="5291" y="16465"/>
                  </a:lnTo>
                  <a:cubicBezTo>
                    <a:pt x="5905" y="16694"/>
                    <a:pt x="6531" y="16800"/>
                    <a:pt x="7150" y="16800"/>
                  </a:cubicBezTo>
                  <a:cubicBezTo>
                    <a:pt x="10181" y="16800"/>
                    <a:pt x="13059" y="14274"/>
                    <a:pt x="13605" y="11273"/>
                  </a:cubicBezTo>
                  <a:cubicBezTo>
                    <a:pt x="13900" y="9269"/>
                    <a:pt x="13506" y="7166"/>
                    <a:pt x="12422" y="5424"/>
                  </a:cubicBezTo>
                  <a:cubicBezTo>
                    <a:pt x="11272" y="3584"/>
                    <a:pt x="9629" y="2138"/>
                    <a:pt x="7624" y="1284"/>
                  </a:cubicBezTo>
                  <a:cubicBezTo>
                    <a:pt x="5588" y="435"/>
                    <a:pt x="3406" y="1"/>
                    <a:pt x="120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8" name="Google Shape;3526;p26"/>
            <p:cNvSpPr/>
            <p:nvPr/>
          </p:nvSpPr>
          <p:spPr>
            <a:xfrm flipH="1">
              <a:off x="7619400" y="4046760"/>
              <a:ext cx="393480" cy="426960"/>
            </a:xfrm>
            <a:custGeom>
              <a:avLst/>
              <a:gdLst>
                <a:gd name="textAreaLeft" fmla="*/ -360 w 393480"/>
                <a:gd name="textAreaRight" fmla="*/ 393480 w 3934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5751" h="17090">
                  <a:moveTo>
                    <a:pt x="4677" y="0"/>
                  </a:moveTo>
                  <a:cubicBezTo>
                    <a:pt x="2903" y="0"/>
                    <a:pt x="1095" y="690"/>
                    <a:pt x="44" y="2169"/>
                  </a:cubicBezTo>
                  <a:cubicBezTo>
                    <a:pt x="0" y="2257"/>
                    <a:pt x="73" y="2330"/>
                    <a:pt x="146" y="2330"/>
                  </a:cubicBezTo>
                  <a:cubicBezTo>
                    <a:pt x="183" y="2330"/>
                    <a:pt x="219" y="2312"/>
                    <a:pt x="241" y="2268"/>
                  </a:cubicBezTo>
                  <a:cubicBezTo>
                    <a:pt x="1194" y="986"/>
                    <a:pt x="2673" y="230"/>
                    <a:pt x="4283" y="198"/>
                  </a:cubicBezTo>
                  <a:cubicBezTo>
                    <a:pt x="4332" y="197"/>
                    <a:pt x="4382" y="196"/>
                    <a:pt x="4431" y="196"/>
                  </a:cubicBezTo>
                  <a:cubicBezTo>
                    <a:pt x="6055" y="196"/>
                    <a:pt x="7641" y="720"/>
                    <a:pt x="8949" y="1676"/>
                  </a:cubicBezTo>
                  <a:cubicBezTo>
                    <a:pt x="10428" y="2859"/>
                    <a:pt x="11709" y="4272"/>
                    <a:pt x="12695" y="5915"/>
                  </a:cubicBezTo>
                  <a:cubicBezTo>
                    <a:pt x="13779" y="7591"/>
                    <a:pt x="14831" y="9366"/>
                    <a:pt x="15258" y="11337"/>
                  </a:cubicBezTo>
                  <a:cubicBezTo>
                    <a:pt x="15652" y="13309"/>
                    <a:pt x="15324" y="15543"/>
                    <a:pt x="13779" y="16923"/>
                  </a:cubicBezTo>
                  <a:cubicBezTo>
                    <a:pt x="13705" y="16997"/>
                    <a:pt x="13761" y="17090"/>
                    <a:pt x="13835" y="17090"/>
                  </a:cubicBezTo>
                  <a:cubicBezTo>
                    <a:pt x="13859" y="17090"/>
                    <a:pt x="13886" y="17080"/>
                    <a:pt x="13911" y="17055"/>
                  </a:cubicBezTo>
                  <a:cubicBezTo>
                    <a:pt x="15258" y="15839"/>
                    <a:pt x="15751" y="13933"/>
                    <a:pt x="15587" y="12192"/>
                  </a:cubicBezTo>
                  <a:cubicBezTo>
                    <a:pt x="15390" y="10056"/>
                    <a:pt x="14338" y="8150"/>
                    <a:pt x="13221" y="6375"/>
                  </a:cubicBezTo>
                  <a:cubicBezTo>
                    <a:pt x="11315" y="3286"/>
                    <a:pt x="8620" y="66"/>
                    <a:pt x="467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9" name="Google Shape;3527;p26"/>
            <p:cNvSpPr/>
            <p:nvPr/>
          </p:nvSpPr>
          <p:spPr>
            <a:xfrm flipH="1">
              <a:off x="7710480" y="4540320"/>
              <a:ext cx="355320" cy="327960"/>
            </a:xfrm>
            <a:custGeom>
              <a:avLst/>
              <a:gdLst>
                <a:gd name="textAreaLeft" fmla="*/ -360 w 355320"/>
                <a:gd name="textAreaRight" fmla="*/ 355320 w 35532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14229" h="13137">
                  <a:moveTo>
                    <a:pt x="13287" y="1"/>
                  </a:moveTo>
                  <a:cubicBezTo>
                    <a:pt x="13224" y="1"/>
                    <a:pt x="13157" y="57"/>
                    <a:pt x="13177" y="138"/>
                  </a:cubicBezTo>
                  <a:cubicBezTo>
                    <a:pt x="14229" y="2964"/>
                    <a:pt x="13867" y="6151"/>
                    <a:pt x="12257" y="8714"/>
                  </a:cubicBezTo>
                  <a:cubicBezTo>
                    <a:pt x="10581" y="11212"/>
                    <a:pt x="7788" y="12789"/>
                    <a:pt x="4765" y="12921"/>
                  </a:cubicBezTo>
                  <a:cubicBezTo>
                    <a:pt x="4553" y="12938"/>
                    <a:pt x="4340" y="12946"/>
                    <a:pt x="4128" y="12946"/>
                  </a:cubicBezTo>
                  <a:cubicBezTo>
                    <a:pt x="3519" y="12946"/>
                    <a:pt x="2910" y="12878"/>
                    <a:pt x="2300" y="12756"/>
                  </a:cubicBezTo>
                  <a:cubicBezTo>
                    <a:pt x="1643" y="12592"/>
                    <a:pt x="329" y="12362"/>
                    <a:pt x="230" y="11508"/>
                  </a:cubicBezTo>
                  <a:cubicBezTo>
                    <a:pt x="230" y="11442"/>
                    <a:pt x="173" y="11409"/>
                    <a:pt x="115" y="11409"/>
                  </a:cubicBezTo>
                  <a:cubicBezTo>
                    <a:pt x="58" y="11409"/>
                    <a:pt x="0" y="11442"/>
                    <a:pt x="0" y="11508"/>
                  </a:cubicBezTo>
                  <a:lnTo>
                    <a:pt x="33" y="11508"/>
                  </a:lnTo>
                  <a:cubicBezTo>
                    <a:pt x="131" y="12198"/>
                    <a:pt x="822" y="12526"/>
                    <a:pt x="1413" y="12723"/>
                  </a:cubicBezTo>
                  <a:cubicBezTo>
                    <a:pt x="2136" y="12953"/>
                    <a:pt x="2925" y="13085"/>
                    <a:pt x="3680" y="13118"/>
                  </a:cubicBezTo>
                  <a:cubicBezTo>
                    <a:pt x="3875" y="13130"/>
                    <a:pt x="4071" y="13136"/>
                    <a:pt x="4266" y="13136"/>
                  </a:cubicBezTo>
                  <a:cubicBezTo>
                    <a:pt x="5613" y="13136"/>
                    <a:pt x="6952" y="12842"/>
                    <a:pt x="8215" y="12296"/>
                  </a:cubicBezTo>
                  <a:cubicBezTo>
                    <a:pt x="11140" y="11047"/>
                    <a:pt x="13210" y="8419"/>
                    <a:pt x="13801" y="5297"/>
                  </a:cubicBezTo>
                  <a:cubicBezTo>
                    <a:pt x="14130" y="3555"/>
                    <a:pt x="13998" y="1748"/>
                    <a:pt x="13374" y="72"/>
                  </a:cubicBezTo>
                  <a:cubicBezTo>
                    <a:pt x="13362" y="22"/>
                    <a:pt x="13325" y="1"/>
                    <a:pt x="1328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0" name="Google Shape;3528;p26"/>
            <p:cNvSpPr/>
            <p:nvPr/>
          </p:nvSpPr>
          <p:spPr>
            <a:xfrm flipH="1">
              <a:off x="7482960" y="4401000"/>
              <a:ext cx="167760" cy="372960"/>
            </a:xfrm>
            <a:custGeom>
              <a:avLst/>
              <a:gdLst>
                <a:gd name="textAreaLeft" fmla="*/ 360 w 167760"/>
                <a:gd name="textAreaRight" fmla="*/ 168480 w 167760"/>
                <a:gd name="textAreaTop" fmla="*/ 0 h 372960"/>
                <a:gd name="textAreaBottom" fmla="*/ 373320 h 372960"/>
              </a:gdLst>
              <a:ahLst/>
              <a:cxnLst/>
              <a:rect l="textAreaLeft" t="textAreaTop" r="textAreaRight" b="textAreaBottom"/>
              <a:pathLst>
                <a:path w="6723" h="14931">
                  <a:moveTo>
                    <a:pt x="1266" y="0"/>
                  </a:moveTo>
                  <a:cubicBezTo>
                    <a:pt x="1188" y="0"/>
                    <a:pt x="1125" y="111"/>
                    <a:pt x="1202" y="162"/>
                  </a:cubicBezTo>
                  <a:lnTo>
                    <a:pt x="1202" y="195"/>
                  </a:lnTo>
                  <a:cubicBezTo>
                    <a:pt x="3075" y="1904"/>
                    <a:pt x="4981" y="3843"/>
                    <a:pt x="5671" y="6406"/>
                  </a:cubicBezTo>
                  <a:cubicBezTo>
                    <a:pt x="6033" y="7622"/>
                    <a:pt x="6000" y="8936"/>
                    <a:pt x="5573" y="10152"/>
                  </a:cubicBezTo>
                  <a:cubicBezTo>
                    <a:pt x="5145" y="11236"/>
                    <a:pt x="4390" y="12189"/>
                    <a:pt x="3437" y="12879"/>
                  </a:cubicBezTo>
                  <a:cubicBezTo>
                    <a:pt x="2385" y="13602"/>
                    <a:pt x="1268" y="14227"/>
                    <a:pt x="85" y="14752"/>
                  </a:cubicBezTo>
                  <a:cubicBezTo>
                    <a:pt x="0" y="14781"/>
                    <a:pt x="61" y="14930"/>
                    <a:pt x="163" y="14930"/>
                  </a:cubicBezTo>
                  <a:cubicBezTo>
                    <a:pt x="180" y="14930"/>
                    <a:pt x="198" y="14926"/>
                    <a:pt x="216" y="14917"/>
                  </a:cubicBezTo>
                  <a:cubicBezTo>
                    <a:pt x="2287" y="13931"/>
                    <a:pt x="4620" y="12781"/>
                    <a:pt x="5605" y="10579"/>
                  </a:cubicBezTo>
                  <a:cubicBezTo>
                    <a:pt x="6723" y="8180"/>
                    <a:pt x="5868" y="5387"/>
                    <a:pt x="4422" y="3350"/>
                  </a:cubicBezTo>
                  <a:cubicBezTo>
                    <a:pt x="3502" y="2134"/>
                    <a:pt x="2484" y="1017"/>
                    <a:pt x="1334" y="31"/>
                  </a:cubicBezTo>
                  <a:cubicBezTo>
                    <a:pt x="1312" y="9"/>
                    <a:pt x="1288" y="0"/>
                    <a:pt x="126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1" name="Google Shape;3529;p26"/>
            <p:cNvSpPr/>
            <p:nvPr/>
          </p:nvSpPr>
          <p:spPr>
            <a:xfrm flipH="1">
              <a:off x="7611480" y="4764600"/>
              <a:ext cx="295560" cy="149760"/>
            </a:xfrm>
            <a:custGeom>
              <a:avLst/>
              <a:gdLst>
                <a:gd name="textAreaLeft" fmla="*/ -360 w 295560"/>
                <a:gd name="textAreaRight" fmla="*/ 295560 w 29556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11830" h="6000">
                  <a:moveTo>
                    <a:pt x="11699" y="0"/>
                  </a:moveTo>
                  <a:cubicBezTo>
                    <a:pt x="11661" y="0"/>
                    <a:pt x="11624" y="22"/>
                    <a:pt x="11612" y="72"/>
                  </a:cubicBezTo>
                  <a:cubicBezTo>
                    <a:pt x="11283" y="1945"/>
                    <a:pt x="10231" y="3588"/>
                    <a:pt x="8654" y="4640"/>
                  </a:cubicBezTo>
                  <a:cubicBezTo>
                    <a:pt x="7533" y="5395"/>
                    <a:pt x="6205" y="5783"/>
                    <a:pt x="4869" y="5783"/>
                  </a:cubicBezTo>
                  <a:cubicBezTo>
                    <a:pt x="4286" y="5783"/>
                    <a:pt x="3702" y="5709"/>
                    <a:pt x="3134" y="5560"/>
                  </a:cubicBezTo>
                  <a:cubicBezTo>
                    <a:pt x="2049" y="5297"/>
                    <a:pt x="1031" y="4771"/>
                    <a:pt x="209" y="4015"/>
                  </a:cubicBezTo>
                  <a:cubicBezTo>
                    <a:pt x="187" y="3993"/>
                    <a:pt x="164" y="3985"/>
                    <a:pt x="142" y="3985"/>
                  </a:cubicBezTo>
                  <a:cubicBezTo>
                    <a:pt x="64" y="3985"/>
                    <a:pt x="1" y="4095"/>
                    <a:pt x="78" y="4147"/>
                  </a:cubicBezTo>
                  <a:cubicBezTo>
                    <a:pt x="1391" y="5346"/>
                    <a:pt x="3101" y="5999"/>
                    <a:pt x="4863" y="5999"/>
                  </a:cubicBezTo>
                  <a:cubicBezTo>
                    <a:pt x="5129" y="5999"/>
                    <a:pt x="5397" y="5984"/>
                    <a:pt x="5664" y="5954"/>
                  </a:cubicBezTo>
                  <a:cubicBezTo>
                    <a:pt x="8753" y="5593"/>
                    <a:pt x="11250" y="3227"/>
                    <a:pt x="11809" y="138"/>
                  </a:cubicBezTo>
                  <a:cubicBezTo>
                    <a:pt x="11829" y="56"/>
                    <a:pt x="11761" y="0"/>
                    <a:pt x="1169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2" name="Google Shape;3530;p26"/>
            <p:cNvSpPr/>
            <p:nvPr/>
          </p:nvSpPr>
          <p:spPr>
            <a:xfrm flipH="1">
              <a:off x="8145360" y="4303800"/>
              <a:ext cx="168840" cy="32040"/>
            </a:xfrm>
            <a:custGeom>
              <a:avLst/>
              <a:gdLst>
                <a:gd name="textAreaLeft" fmla="*/ -360 w 168840"/>
                <a:gd name="textAreaRight" fmla="*/ 168840 w 1688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6761" h="1292">
                  <a:moveTo>
                    <a:pt x="1505" y="1"/>
                  </a:moveTo>
                  <a:cubicBezTo>
                    <a:pt x="1048" y="1"/>
                    <a:pt x="589" y="24"/>
                    <a:pt x="132" y="71"/>
                  </a:cubicBezTo>
                  <a:cubicBezTo>
                    <a:pt x="0" y="71"/>
                    <a:pt x="0" y="301"/>
                    <a:pt x="132" y="301"/>
                  </a:cubicBezTo>
                  <a:cubicBezTo>
                    <a:pt x="621" y="243"/>
                    <a:pt x="1110" y="214"/>
                    <a:pt x="1598" y="214"/>
                  </a:cubicBezTo>
                  <a:cubicBezTo>
                    <a:pt x="3304" y="214"/>
                    <a:pt x="4988" y="572"/>
                    <a:pt x="6572" y="1287"/>
                  </a:cubicBezTo>
                  <a:cubicBezTo>
                    <a:pt x="6581" y="1290"/>
                    <a:pt x="6590" y="1292"/>
                    <a:pt x="6599" y="1292"/>
                  </a:cubicBezTo>
                  <a:cubicBezTo>
                    <a:pt x="6687" y="1292"/>
                    <a:pt x="6761" y="1150"/>
                    <a:pt x="6671" y="1090"/>
                  </a:cubicBezTo>
                  <a:cubicBezTo>
                    <a:pt x="5050" y="358"/>
                    <a:pt x="3285" y="1"/>
                    <a:pt x="150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3" name="Google Shape;3531;p26"/>
            <p:cNvSpPr/>
            <p:nvPr/>
          </p:nvSpPr>
          <p:spPr>
            <a:xfrm flipH="1">
              <a:off x="8199720" y="4320360"/>
              <a:ext cx="60120" cy="22680"/>
            </a:xfrm>
            <a:custGeom>
              <a:avLst/>
              <a:gdLst>
                <a:gd name="textAreaLeft" fmla="*/ -360 w 60120"/>
                <a:gd name="textAreaRight" fmla="*/ 60120 w 6012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2422" h="927">
                  <a:moveTo>
                    <a:pt x="131" y="1"/>
                  </a:moveTo>
                  <a:cubicBezTo>
                    <a:pt x="0" y="1"/>
                    <a:pt x="0" y="198"/>
                    <a:pt x="131" y="231"/>
                  </a:cubicBezTo>
                  <a:cubicBezTo>
                    <a:pt x="854" y="329"/>
                    <a:pt x="1577" y="560"/>
                    <a:pt x="2235" y="921"/>
                  </a:cubicBezTo>
                  <a:cubicBezTo>
                    <a:pt x="2245" y="925"/>
                    <a:pt x="2256" y="926"/>
                    <a:pt x="2266" y="926"/>
                  </a:cubicBezTo>
                  <a:cubicBezTo>
                    <a:pt x="2352" y="926"/>
                    <a:pt x="2421" y="815"/>
                    <a:pt x="2333" y="757"/>
                  </a:cubicBezTo>
                  <a:cubicBezTo>
                    <a:pt x="1643" y="362"/>
                    <a:pt x="920" y="99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4" name="Google Shape;3532;p26"/>
            <p:cNvSpPr/>
            <p:nvPr/>
          </p:nvSpPr>
          <p:spPr>
            <a:xfrm flipH="1">
              <a:off x="8199720" y="4338360"/>
              <a:ext cx="55440" cy="20520"/>
            </a:xfrm>
            <a:custGeom>
              <a:avLst/>
              <a:gdLst>
                <a:gd name="textAreaLeft" fmla="*/ 360 w 55440"/>
                <a:gd name="textAreaRight" fmla="*/ 56160 w 5544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237" h="841">
                  <a:moveTo>
                    <a:pt x="126" y="0"/>
                  </a:moveTo>
                  <a:cubicBezTo>
                    <a:pt x="19" y="0"/>
                    <a:pt x="0" y="171"/>
                    <a:pt x="122" y="201"/>
                  </a:cubicBezTo>
                  <a:lnTo>
                    <a:pt x="122" y="168"/>
                  </a:lnTo>
                  <a:cubicBezTo>
                    <a:pt x="779" y="300"/>
                    <a:pt x="1436" y="530"/>
                    <a:pt x="2028" y="825"/>
                  </a:cubicBezTo>
                  <a:cubicBezTo>
                    <a:pt x="2049" y="836"/>
                    <a:pt x="2069" y="841"/>
                    <a:pt x="2088" y="841"/>
                  </a:cubicBezTo>
                  <a:cubicBezTo>
                    <a:pt x="2185" y="841"/>
                    <a:pt x="2236" y="716"/>
                    <a:pt x="2126" y="661"/>
                  </a:cubicBezTo>
                  <a:cubicBezTo>
                    <a:pt x="1502" y="332"/>
                    <a:pt x="845" y="135"/>
                    <a:pt x="155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5" name="Google Shape;3533;p26"/>
            <p:cNvSpPr/>
            <p:nvPr/>
          </p:nvSpPr>
          <p:spPr>
            <a:xfrm flipH="1">
              <a:off x="8125560" y="4646160"/>
              <a:ext cx="140760" cy="180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5643" h="739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cubicBezTo>
                    <a:pt x="1476" y="559"/>
                    <a:pt x="2890" y="738"/>
                    <a:pt x="4302" y="738"/>
                  </a:cubicBezTo>
                  <a:cubicBezTo>
                    <a:pt x="4706" y="738"/>
                    <a:pt x="5109" y="724"/>
                    <a:pt x="5511" y="694"/>
                  </a:cubicBezTo>
                  <a:cubicBezTo>
                    <a:pt x="5642" y="694"/>
                    <a:pt x="5642" y="497"/>
                    <a:pt x="5511" y="497"/>
                  </a:cubicBezTo>
                  <a:cubicBezTo>
                    <a:pt x="5109" y="527"/>
                    <a:pt x="4709" y="541"/>
                    <a:pt x="4311" y="541"/>
                  </a:cubicBezTo>
                  <a:cubicBezTo>
                    <a:pt x="2916" y="541"/>
                    <a:pt x="1542" y="36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6" name="Google Shape;3534;p26"/>
            <p:cNvSpPr/>
            <p:nvPr/>
          </p:nvSpPr>
          <p:spPr>
            <a:xfrm flipH="1">
              <a:off x="8164080" y="4665960"/>
              <a:ext cx="81720" cy="11880"/>
            </a:xfrm>
            <a:custGeom>
              <a:avLst/>
              <a:gdLst>
                <a:gd name="textAreaLeft" fmla="*/ -360 w 81720"/>
                <a:gd name="textAreaRight" fmla="*/ 81720 w 8172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3277" h="490">
                  <a:moveTo>
                    <a:pt x="159" y="0"/>
                  </a:moveTo>
                  <a:cubicBezTo>
                    <a:pt x="47" y="0"/>
                    <a:pt x="1" y="171"/>
                    <a:pt x="122" y="201"/>
                  </a:cubicBezTo>
                  <a:cubicBezTo>
                    <a:pt x="814" y="386"/>
                    <a:pt x="1521" y="489"/>
                    <a:pt x="2234" y="489"/>
                  </a:cubicBezTo>
                  <a:cubicBezTo>
                    <a:pt x="2537" y="489"/>
                    <a:pt x="2841" y="470"/>
                    <a:pt x="3145" y="431"/>
                  </a:cubicBezTo>
                  <a:cubicBezTo>
                    <a:pt x="3268" y="431"/>
                    <a:pt x="3276" y="231"/>
                    <a:pt x="3170" y="231"/>
                  </a:cubicBezTo>
                  <a:cubicBezTo>
                    <a:pt x="3162" y="231"/>
                    <a:pt x="3154" y="232"/>
                    <a:pt x="3145" y="234"/>
                  </a:cubicBezTo>
                  <a:cubicBezTo>
                    <a:pt x="2851" y="273"/>
                    <a:pt x="2554" y="292"/>
                    <a:pt x="2256" y="292"/>
                  </a:cubicBezTo>
                  <a:cubicBezTo>
                    <a:pt x="1557" y="292"/>
                    <a:pt x="856" y="188"/>
                    <a:pt x="188" y="4"/>
                  </a:cubicBezTo>
                  <a:cubicBezTo>
                    <a:pt x="178" y="2"/>
                    <a:pt x="168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7" name="Google Shape;3535;p26"/>
            <p:cNvSpPr/>
            <p:nvPr/>
          </p:nvSpPr>
          <p:spPr>
            <a:xfrm flipH="1">
              <a:off x="8402400" y="4829760"/>
              <a:ext cx="77040" cy="60480"/>
            </a:xfrm>
            <a:custGeom>
              <a:avLst/>
              <a:gdLst>
                <a:gd name="textAreaLeft" fmla="*/ 360 w 77040"/>
                <a:gd name="textAreaRight" fmla="*/ 77760 w 7704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3091" h="2427">
                  <a:moveTo>
                    <a:pt x="144" y="1"/>
                  </a:moveTo>
                  <a:cubicBezTo>
                    <a:pt x="67" y="1"/>
                    <a:pt x="0" y="86"/>
                    <a:pt x="46" y="155"/>
                  </a:cubicBezTo>
                  <a:lnTo>
                    <a:pt x="46" y="122"/>
                  </a:lnTo>
                  <a:cubicBezTo>
                    <a:pt x="802" y="1108"/>
                    <a:pt x="1755" y="1896"/>
                    <a:pt x="2872" y="2422"/>
                  </a:cubicBezTo>
                  <a:cubicBezTo>
                    <a:pt x="2884" y="2425"/>
                    <a:pt x="2895" y="2426"/>
                    <a:pt x="2906" y="2426"/>
                  </a:cubicBezTo>
                  <a:cubicBezTo>
                    <a:pt x="3019" y="2426"/>
                    <a:pt x="3090" y="2285"/>
                    <a:pt x="2971" y="2225"/>
                  </a:cubicBezTo>
                  <a:cubicBezTo>
                    <a:pt x="1886" y="1732"/>
                    <a:pt x="966" y="976"/>
                    <a:pt x="243" y="56"/>
                  </a:cubicBezTo>
                  <a:cubicBezTo>
                    <a:pt x="214" y="16"/>
                    <a:pt x="17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240" bIns="30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8" name="Google Shape;3536;p26"/>
            <p:cNvSpPr/>
            <p:nvPr/>
          </p:nvSpPr>
          <p:spPr>
            <a:xfrm flipH="1">
              <a:off x="8413920" y="4799160"/>
              <a:ext cx="52920" cy="39240"/>
            </a:xfrm>
            <a:custGeom>
              <a:avLst/>
              <a:gdLst>
                <a:gd name="textAreaLeft" fmla="*/ -360 w 52920"/>
                <a:gd name="textAreaRight" fmla="*/ 52920 w 529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136" h="1581">
                  <a:moveTo>
                    <a:pt x="154" y="1"/>
                  </a:moveTo>
                  <a:cubicBezTo>
                    <a:pt x="83" y="1"/>
                    <a:pt x="0" y="112"/>
                    <a:pt x="77" y="163"/>
                  </a:cubicBezTo>
                  <a:lnTo>
                    <a:pt x="77" y="196"/>
                  </a:lnTo>
                  <a:cubicBezTo>
                    <a:pt x="603" y="754"/>
                    <a:pt x="1227" y="1214"/>
                    <a:pt x="1917" y="1576"/>
                  </a:cubicBezTo>
                  <a:cubicBezTo>
                    <a:pt x="1926" y="1579"/>
                    <a:pt x="1935" y="1580"/>
                    <a:pt x="1944" y="1580"/>
                  </a:cubicBezTo>
                  <a:cubicBezTo>
                    <a:pt x="2037" y="1580"/>
                    <a:pt x="2135" y="1438"/>
                    <a:pt x="2016" y="1379"/>
                  </a:cubicBezTo>
                  <a:cubicBezTo>
                    <a:pt x="1359" y="1050"/>
                    <a:pt x="734" y="590"/>
                    <a:pt x="208" y="31"/>
                  </a:cubicBezTo>
                  <a:cubicBezTo>
                    <a:pt x="194" y="9"/>
                    <a:pt x="175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9" name="Google Shape;3537;p26"/>
            <p:cNvSpPr/>
            <p:nvPr/>
          </p:nvSpPr>
          <p:spPr>
            <a:xfrm flipH="1">
              <a:off x="8404920" y="4792680"/>
              <a:ext cx="52200" cy="27720"/>
            </a:xfrm>
            <a:custGeom>
              <a:avLst/>
              <a:gdLst>
                <a:gd name="textAreaLeft" fmla="*/ -360 w 52200"/>
                <a:gd name="textAreaRight" fmla="*/ 52200 w 5220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106" h="1117">
                  <a:moveTo>
                    <a:pt x="123" y="0"/>
                  </a:moveTo>
                  <a:cubicBezTo>
                    <a:pt x="50" y="0"/>
                    <a:pt x="1" y="139"/>
                    <a:pt x="80" y="192"/>
                  </a:cubicBezTo>
                  <a:cubicBezTo>
                    <a:pt x="639" y="619"/>
                    <a:pt x="1263" y="915"/>
                    <a:pt x="1953" y="1112"/>
                  </a:cubicBezTo>
                  <a:cubicBezTo>
                    <a:pt x="1962" y="1115"/>
                    <a:pt x="1971" y="1116"/>
                    <a:pt x="1979" y="1116"/>
                  </a:cubicBezTo>
                  <a:cubicBezTo>
                    <a:pt x="2062" y="1116"/>
                    <a:pt x="2106" y="974"/>
                    <a:pt x="1986" y="915"/>
                  </a:cubicBezTo>
                  <a:cubicBezTo>
                    <a:pt x="1329" y="717"/>
                    <a:pt x="738" y="422"/>
                    <a:pt x="179" y="27"/>
                  </a:cubicBezTo>
                  <a:cubicBezTo>
                    <a:pt x="160" y="8"/>
                    <a:pt x="141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0" name="Google Shape;3538;p26"/>
            <p:cNvSpPr/>
            <p:nvPr/>
          </p:nvSpPr>
          <p:spPr>
            <a:xfrm flipH="1">
              <a:off x="8094240" y="4736520"/>
              <a:ext cx="106200" cy="85320"/>
            </a:xfrm>
            <a:custGeom>
              <a:avLst/>
              <a:gdLst>
                <a:gd name="textAreaLeft" fmla="*/ -360 w 106200"/>
                <a:gd name="textAreaRight" fmla="*/ 106200 w 1062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4266" h="3430">
                  <a:moveTo>
                    <a:pt x="4113" y="0"/>
                  </a:moveTo>
                  <a:cubicBezTo>
                    <a:pt x="4082" y="0"/>
                    <a:pt x="4051" y="12"/>
                    <a:pt x="4032" y="41"/>
                  </a:cubicBezTo>
                  <a:cubicBezTo>
                    <a:pt x="3046" y="1454"/>
                    <a:pt x="1699" y="2538"/>
                    <a:pt x="121" y="3228"/>
                  </a:cubicBezTo>
                  <a:cubicBezTo>
                    <a:pt x="0" y="3259"/>
                    <a:pt x="47" y="3429"/>
                    <a:pt x="132" y="3429"/>
                  </a:cubicBezTo>
                  <a:cubicBezTo>
                    <a:pt x="139" y="3429"/>
                    <a:pt x="147" y="3428"/>
                    <a:pt x="154" y="3426"/>
                  </a:cubicBezTo>
                  <a:cubicBezTo>
                    <a:pt x="1797" y="2735"/>
                    <a:pt x="3210" y="1585"/>
                    <a:pt x="4196" y="139"/>
                  </a:cubicBezTo>
                  <a:cubicBezTo>
                    <a:pt x="4266" y="70"/>
                    <a:pt x="4188" y="0"/>
                    <a:pt x="411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1" name="Google Shape;3539;p26"/>
            <p:cNvSpPr/>
            <p:nvPr/>
          </p:nvSpPr>
          <p:spPr>
            <a:xfrm flipH="1">
              <a:off x="8075520" y="4767120"/>
              <a:ext cx="114840" cy="76320"/>
            </a:xfrm>
            <a:custGeom>
              <a:avLst/>
              <a:gdLst>
                <a:gd name="textAreaLeft" fmla="*/ -360 w 114840"/>
                <a:gd name="textAreaRight" fmla="*/ 114840 w 11484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4608" h="3062">
                  <a:moveTo>
                    <a:pt x="4468" y="0"/>
                  </a:moveTo>
                  <a:cubicBezTo>
                    <a:pt x="4444" y="0"/>
                    <a:pt x="4418" y="11"/>
                    <a:pt x="4394" y="35"/>
                  </a:cubicBezTo>
                  <a:cubicBezTo>
                    <a:pt x="3309" y="1415"/>
                    <a:pt x="1798" y="2401"/>
                    <a:pt x="122" y="2861"/>
                  </a:cubicBezTo>
                  <a:cubicBezTo>
                    <a:pt x="0" y="2891"/>
                    <a:pt x="47" y="3062"/>
                    <a:pt x="133" y="3062"/>
                  </a:cubicBezTo>
                  <a:cubicBezTo>
                    <a:pt x="140" y="3062"/>
                    <a:pt x="147" y="3060"/>
                    <a:pt x="155" y="3058"/>
                  </a:cubicBezTo>
                  <a:cubicBezTo>
                    <a:pt x="1896" y="2598"/>
                    <a:pt x="3441" y="1579"/>
                    <a:pt x="4558" y="199"/>
                  </a:cubicBezTo>
                  <a:cubicBezTo>
                    <a:pt x="4608" y="100"/>
                    <a:pt x="4545" y="0"/>
                    <a:pt x="446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2" name="Google Shape;3540;p26"/>
            <p:cNvSpPr/>
            <p:nvPr/>
          </p:nvSpPr>
          <p:spPr>
            <a:xfrm flipH="1">
              <a:off x="8097120" y="4821480"/>
              <a:ext cx="83520" cy="51480"/>
            </a:xfrm>
            <a:custGeom>
              <a:avLst/>
              <a:gdLst>
                <a:gd name="textAreaLeft" fmla="*/ 360 w 83520"/>
                <a:gd name="textAreaRight" fmla="*/ 84240 w 8352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3356" h="2073">
                  <a:moveTo>
                    <a:pt x="3186" y="1"/>
                  </a:moveTo>
                  <a:cubicBezTo>
                    <a:pt x="3161" y="1"/>
                    <a:pt x="3136" y="10"/>
                    <a:pt x="3114" y="32"/>
                  </a:cubicBezTo>
                  <a:cubicBezTo>
                    <a:pt x="2227" y="820"/>
                    <a:pt x="1208" y="1445"/>
                    <a:pt x="91" y="1872"/>
                  </a:cubicBezTo>
                  <a:cubicBezTo>
                    <a:pt x="0" y="1902"/>
                    <a:pt x="21" y="2073"/>
                    <a:pt x="128" y="2073"/>
                  </a:cubicBezTo>
                  <a:cubicBezTo>
                    <a:pt x="137" y="2073"/>
                    <a:pt x="147" y="2071"/>
                    <a:pt x="157" y="2069"/>
                  </a:cubicBezTo>
                  <a:cubicBezTo>
                    <a:pt x="1307" y="1609"/>
                    <a:pt x="2358" y="984"/>
                    <a:pt x="3278" y="163"/>
                  </a:cubicBezTo>
                  <a:cubicBezTo>
                    <a:pt x="3355" y="112"/>
                    <a:pt x="3273" y="1"/>
                    <a:pt x="3186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3" name="Google Shape;3541;p26"/>
            <p:cNvSpPr/>
            <p:nvPr/>
          </p:nvSpPr>
          <p:spPr>
            <a:xfrm flipH="1">
              <a:off x="8707320" y="4722480"/>
              <a:ext cx="117000" cy="92160"/>
            </a:xfrm>
            <a:custGeom>
              <a:avLst/>
              <a:gdLst>
                <a:gd name="textAreaLeft" fmla="*/ -360 w 117000"/>
                <a:gd name="textAreaRight" fmla="*/ 117000 w 11700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4700" h="3703">
                  <a:moveTo>
                    <a:pt x="162" y="0"/>
                  </a:moveTo>
                  <a:cubicBezTo>
                    <a:pt x="85" y="0"/>
                    <a:pt x="0" y="70"/>
                    <a:pt x="47" y="140"/>
                  </a:cubicBezTo>
                  <a:cubicBezTo>
                    <a:pt x="1197" y="1717"/>
                    <a:pt x="2741" y="2933"/>
                    <a:pt x="4516" y="3689"/>
                  </a:cubicBezTo>
                  <a:cubicBezTo>
                    <a:pt x="4530" y="3698"/>
                    <a:pt x="4544" y="3702"/>
                    <a:pt x="4557" y="3702"/>
                  </a:cubicBezTo>
                  <a:cubicBezTo>
                    <a:pt x="4638" y="3702"/>
                    <a:pt x="4699" y="3553"/>
                    <a:pt x="4615" y="3524"/>
                  </a:cubicBezTo>
                  <a:cubicBezTo>
                    <a:pt x="2873" y="2769"/>
                    <a:pt x="1361" y="1586"/>
                    <a:pt x="244" y="41"/>
                  </a:cubicBezTo>
                  <a:cubicBezTo>
                    <a:pt x="225" y="12"/>
                    <a:pt x="194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4" name="Google Shape;3542;p26"/>
            <p:cNvSpPr/>
            <p:nvPr/>
          </p:nvSpPr>
          <p:spPr>
            <a:xfrm flipH="1">
              <a:off x="8739360" y="4692240"/>
              <a:ext cx="81360" cy="87480"/>
            </a:xfrm>
            <a:custGeom>
              <a:avLst/>
              <a:gdLst>
                <a:gd name="textAreaLeft" fmla="*/ 360 w 81360"/>
                <a:gd name="textAreaRight" fmla="*/ 82080 w 8136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3268" h="3511">
                  <a:moveTo>
                    <a:pt x="115" y="1"/>
                  </a:moveTo>
                  <a:cubicBezTo>
                    <a:pt x="58" y="1"/>
                    <a:pt x="0" y="33"/>
                    <a:pt x="0" y="99"/>
                  </a:cubicBezTo>
                  <a:cubicBezTo>
                    <a:pt x="66" y="461"/>
                    <a:pt x="230" y="756"/>
                    <a:pt x="493" y="1019"/>
                  </a:cubicBezTo>
                  <a:cubicBezTo>
                    <a:pt x="756" y="1315"/>
                    <a:pt x="1019" y="1644"/>
                    <a:pt x="1315" y="1906"/>
                  </a:cubicBezTo>
                  <a:cubicBezTo>
                    <a:pt x="1841" y="2498"/>
                    <a:pt x="2432" y="3024"/>
                    <a:pt x="3089" y="3484"/>
                  </a:cubicBezTo>
                  <a:cubicBezTo>
                    <a:pt x="3108" y="3503"/>
                    <a:pt x="3127" y="3511"/>
                    <a:pt x="3145" y="3511"/>
                  </a:cubicBezTo>
                  <a:cubicBezTo>
                    <a:pt x="3219" y="3511"/>
                    <a:pt x="3267" y="3372"/>
                    <a:pt x="3188" y="3319"/>
                  </a:cubicBezTo>
                  <a:cubicBezTo>
                    <a:pt x="2596" y="2859"/>
                    <a:pt x="2038" y="2367"/>
                    <a:pt x="1545" y="1841"/>
                  </a:cubicBezTo>
                  <a:cubicBezTo>
                    <a:pt x="1282" y="1578"/>
                    <a:pt x="1052" y="1315"/>
                    <a:pt x="822" y="1052"/>
                  </a:cubicBezTo>
                  <a:cubicBezTo>
                    <a:pt x="690" y="921"/>
                    <a:pt x="592" y="756"/>
                    <a:pt x="460" y="625"/>
                  </a:cubicBezTo>
                  <a:cubicBezTo>
                    <a:pt x="329" y="461"/>
                    <a:pt x="230" y="296"/>
                    <a:pt x="230" y="99"/>
                  </a:cubicBezTo>
                  <a:cubicBezTo>
                    <a:pt x="230" y="33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5" name="Google Shape;3543;p26"/>
            <p:cNvSpPr/>
            <p:nvPr/>
          </p:nvSpPr>
          <p:spPr>
            <a:xfrm flipH="1">
              <a:off x="8737920" y="4696200"/>
              <a:ext cx="53640" cy="54720"/>
            </a:xfrm>
            <a:custGeom>
              <a:avLst/>
              <a:gdLst>
                <a:gd name="textAreaLeft" fmla="*/ -360 w 53640"/>
                <a:gd name="textAreaRight" fmla="*/ 53640 w 536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167" h="2205">
                  <a:moveTo>
                    <a:pt x="131" y="1"/>
                  </a:moveTo>
                  <a:cubicBezTo>
                    <a:pt x="59" y="1"/>
                    <a:pt x="0" y="71"/>
                    <a:pt x="23" y="140"/>
                  </a:cubicBezTo>
                  <a:cubicBezTo>
                    <a:pt x="516" y="962"/>
                    <a:pt x="1174" y="1652"/>
                    <a:pt x="1962" y="2178"/>
                  </a:cubicBezTo>
                  <a:cubicBezTo>
                    <a:pt x="1981" y="2197"/>
                    <a:pt x="2002" y="2205"/>
                    <a:pt x="2021" y="2205"/>
                  </a:cubicBezTo>
                  <a:cubicBezTo>
                    <a:pt x="2102" y="2205"/>
                    <a:pt x="2167" y="2066"/>
                    <a:pt x="2061" y="2013"/>
                  </a:cubicBezTo>
                  <a:cubicBezTo>
                    <a:pt x="1305" y="1488"/>
                    <a:pt x="681" y="830"/>
                    <a:pt x="221" y="42"/>
                  </a:cubicBezTo>
                  <a:cubicBezTo>
                    <a:pt x="192" y="13"/>
                    <a:pt x="160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6" name="Google Shape;3544;p26"/>
            <p:cNvSpPr/>
            <p:nvPr/>
          </p:nvSpPr>
          <p:spPr>
            <a:xfrm flipH="1">
              <a:off x="8741520" y="4705920"/>
              <a:ext cx="21960" cy="17280"/>
            </a:xfrm>
            <a:custGeom>
              <a:avLst/>
              <a:gdLst>
                <a:gd name="textAreaLeft" fmla="*/ -360 w 21960"/>
                <a:gd name="textAreaRight" fmla="*/ 21960 w 2196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888" h="708">
                  <a:moveTo>
                    <a:pt x="132" y="1"/>
                  </a:moveTo>
                  <a:cubicBezTo>
                    <a:pt x="108" y="1"/>
                    <a:pt x="83" y="9"/>
                    <a:pt x="66" y="25"/>
                  </a:cubicBezTo>
                  <a:cubicBezTo>
                    <a:pt x="1" y="58"/>
                    <a:pt x="1" y="124"/>
                    <a:pt x="66" y="157"/>
                  </a:cubicBezTo>
                  <a:lnTo>
                    <a:pt x="691" y="682"/>
                  </a:lnTo>
                  <a:cubicBezTo>
                    <a:pt x="707" y="699"/>
                    <a:pt x="732" y="707"/>
                    <a:pt x="757" y="707"/>
                  </a:cubicBezTo>
                  <a:cubicBezTo>
                    <a:pt x="781" y="707"/>
                    <a:pt x="806" y="699"/>
                    <a:pt x="822" y="682"/>
                  </a:cubicBezTo>
                  <a:cubicBezTo>
                    <a:pt x="888" y="650"/>
                    <a:pt x="888" y="584"/>
                    <a:pt x="822" y="551"/>
                  </a:cubicBezTo>
                  <a:lnTo>
                    <a:pt x="198" y="25"/>
                  </a:lnTo>
                  <a:cubicBezTo>
                    <a:pt x="181" y="9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7" name="Google Shape;3545;p26"/>
            <p:cNvSpPr/>
            <p:nvPr/>
          </p:nvSpPr>
          <p:spPr>
            <a:xfrm flipH="1">
              <a:off x="8502480" y="4815720"/>
              <a:ext cx="139320" cy="28800"/>
            </a:xfrm>
            <a:custGeom>
              <a:avLst/>
              <a:gdLst>
                <a:gd name="textAreaLeft" fmla="*/ -360 w 139320"/>
                <a:gd name="textAreaRight" fmla="*/ 139320 w 13932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5580" h="1166">
                  <a:moveTo>
                    <a:pt x="5415" y="1"/>
                  </a:moveTo>
                  <a:cubicBezTo>
                    <a:pt x="4086" y="358"/>
                    <a:pt x="2717" y="955"/>
                    <a:pt x="1340" y="955"/>
                  </a:cubicBezTo>
                  <a:cubicBezTo>
                    <a:pt x="946" y="955"/>
                    <a:pt x="552" y="906"/>
                    <a:pt x="157" y="789"/>
                  </a:cubicBezTo>
                  <a:cubicBezTo>
                    <a:pt x="147" y="787"/>
                    <a:pt x="138" y="786"/>
                    <a:pt x="129" y="786"/>
                  </a:cubicBezTo>
                  <a:cubicBezTo>
                    <a:pt x="22" y="786"/>
                    <a:pt x="1" y="956"/>
                    <a:pt x="92" y="986"/>
                  </a:cubicBezTo>
                  <a:lnTo>
                    <a:pt x="124" y="986"/>
                  </a:lnTo>
                  <a:cubicBezTo>
                    <a:pt x="534" y="1113"/>
                    <a:pt x="943" y="1165"/>
                    <a:pt x="1351" y="1165"/>
                  </a:cubicBezTo>
                  <a:cubicBezTo>
                    <a:pt x="2745" y="1165"/>
                    <a:pt x="4126" y="554"/>
                    <a:pt x="5448" y="198"/>
                  </a:cubicBezTo>
                  <a:cubicBezTo>
                    <a:pt x="5579" y="165"/>
                    <a:pt x="5514" y="1"/>
                    <a:pt x="54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8" name="Google Shape;3546;p26"/>
            <p:cNvSpPr/>
            <p:nvPr/>
          </p:nvSpPr>
          <p:spPr>
            <a:xfrm flipH="1">
              <a:off x="8510040" y="4791600"/>
              <a:ext cx="64080" cy="19080"/>
            </a:xfrm>
            <a:custGeom>
              <a:avLst/>
              <a:gdLst>
                <a:gd name="textAreaLeft" fmla="*/ 360 w 64080"/>
                <a:gd name="textAreaRight" fmla="*/ 64800 w 640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581" h="772">
                  <a:moveTo>
                    <a:pt x="2446" y="0"/>
                  </a:moveTo>
                  <a:cubicBezTo>
                    <a:pt x="2431" y="0"/>
                    <a:pt x="2415" y="5"/>
                    <a:pt x="2399" y="16"/>
                  </a:cubicBezTo>
                  <a:cubicBezTo>
                    <a:pt x="1709" y="377"/>
                    <a:pt x="921" y="574"/>
                    <a:pt x="165" y="574"/>
                  </a:cubicBezTo>
                  <a:cubicBezTo>
                    <a:pt x="0" y="574"/>
                    <a:pt x="0" y="771"/>
                    <a:pt x="165" y="771"/>
                  </a:cubicBezTo>
                  <a:cubicBezTo>
                    <a:pt x="953" y="771"/>
                    <a:pt x="1775" y="574"/>
                    <a:pt x="2498" y="180"/>
                  </a:cubicBezTo>
                  <a:cubicBezTo>
                    <a:pt x="2580" y="125"/>
                    <a:pt x="2525" y="0"/>
                    <a:pt x="244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9" name="Google Shape;3547;p26"/>
            <p:cNvSpPr/>
            <p:nvPr/>
          </p:nvSpPr>
          <p:spPr>
            <a:xfrm flipH="1">
              <a:off x="8903520" y="4496040"/>
              <a:ext cx="95040" cy="129960"/>
            </a:xfrm>
            <a:custGeom>
              <a:avLst/>
              <a:gdLst>
                <a:gd name="textAreaLeft" fmla="*/ 360 w 95040"/>
                <a:gd name="textAreaRight" fmla="*/ 95760 w 9504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3819" h="5212">
                  <a:moveTo>
                    <a:pt x="145" y="0"/>
                  </a:moveTo>
                  <a:cubicBezTo>
                    <a:pt x="80" y="0"/>
                    <a:pt x="0" y="56"/>
                    <a:pt x="21" y="137"/>
                  </a:cubicBezTo>
                  <a:lnTo>
                    <a:pt x="21" y="105"/>
                  </a:lnTo>
                  <a:cubicBezTo>
                    <a:pt x="513" y="2208"/>
                    <a:pt x="1828" y="4015"/>
                    <a:pt x="3635" y="5198"/>
                  </a:cubicBezTo>
                  <a:cubicBezTo>
                    <a:pt x="3649" y="5207"/>
                    <a:pt x="3663" y="5211"/>
                    <a:pt x="3676" y="5211"/>
                  </a:cubicBezTo>
                  <a:cubicBezTo>
                    <a:pt x="3757" y="5211"/>
                    <a:pt x="3819" y="5057"/>
                    <a:pt x="3734" y="5001"/>
                  </a:cubicBezTo>
                  <a:cubicBezTo>
                    <a:pt x="1959" y="3883"/>
                    <a:pt x="711" y="2109"/>
                    <a:pt x="218" y="72"/>
                  </a:cubicBezTo>
                  <a:cubicBezTo>
                    <a:pt x="218" y="21"/>
                    <a:pt x="18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0" name="Google Shape;3548;p26"/>
            <p:cNvSpPr/>
            <p:nvPr/>
          </p:nvSpPr>
          <p:spPr>
            <a:xfrm flipH="1">
              <a:off x="8884080" y="4552560"/>
              <a:ext cx="57960" cy="56880"/>
            </a:xfrm>
            <a:custGeom>
              <a:avLst/>
              <a:gdLst>
                <a:gd name="textAreaLeft" fmla="*/ -360 w 57960"/>
                <a:gd name="textAreaRight" fmla="*/ 57960 w 5796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2336" h="2288">
                  <a:moveTo>
                    <a:pt x="131" y="0"/>
                  </a:moveTo>
                  <a:cubicBezTo>
                    <a:pt x="68" y="0"/>
                    <a:pt x="1" y="57"/>
                    <a:pt x="21" y="138"/>
                  </a:cubicBezTo>
                  <a:cubicBezTo>
                    <a:pt x="415" y="1091"/>
                    <a:pt x="1171" y="1847"/>
                    <a:pt x="2124" y="2274"/>
                  </a:cubicBezTo>
                  <a:cubicBezTo>
                    <a:pt x="2143" y="2283"/>
                    <a:pt x="2161" y="2287"/>
                    <a:pt x="2177" y="2287"/>
                  </a:cubicBezTo>
                  <a:cubicBezTo>
                    <a:pt x="2279" y="2287"/>
                    <a:pt x="2336" y="2138"/>
                    <a:pt x="2223" y="2109"/>
                  </a:cubicBezTo>
                  <a:cubicBezTo>
                    <a:pt x="1335" y="1715"/>
                    <a:pt x="613" y="992"/>
                    <a:pt x="218" y="72"/>
                  </a:cubicBezTo>
                  <a:cubicBezTo>
                    <a:pt x="206" y="22"/>
                    <a:pt x="16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1" name="Google Shape;3549;p26"/>
            <p:cNvSpPr/>
            <p:nvPr/>
          </p:nvSpPr>
          <p:spPr>
            <a:xfrm flipH="1">
              <a:off x="8886960" y="4572000"/>
              <a:ext cx="26640" cy="20160"/>
            </a:xfrm>
            <a:custGeom>
              <a:avLst/>
              <a:gdLst>
                <a:gd name="textAreaLeft" fmla="*/ 360 w 26640"/>
                <a:gd name="textAreaRight" fmla="*/ 27360 w 2664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085" h="820">
                  <a:moveTo>
                    <a:pt x="132" y="1"/>
                  </a:moveTo>
                  <a:cubicBezTo>
                    <a:pt x="107" y="1"/>
                    <a:pt x="82" y="17"/>
                    <a:pt x="66" y="50"/>
                  </a:cubicBezTo>
                  <a:cubicBezTo>
                    <a:pt x="0" y="83"/>
                    <a:pt x="0" y="148"/>
                    <a:pt x="66" y="181"/>
                  </a:cubicBezTo>
                  <a:lnTo>
                    <a:pt x="99" y="181"/>
                  </a:lnTo>
                  <a:cubicBezTo>
                    <a:pt x="329" y="444"/>
                    <a:pt x="592" y="641"/>
                    <a:pt x="920" y="806"/>
                  </a:cubicBezTo>
                  <a:cubicBezTo>
                    <a:pt x="930" y="815"/>
                    <a:pt x="942" y="819"/>
                    <a:pt x="956" y="819"/>
                  </a:cubicBezTo>
                  <a:cubicBezTo>
                    <a:pt x="989" y="819"/>
                    <a:pt x="1028" y="796"/>
                    <a:pt x="1052" y="773"/>
                  </a:cubicBezTo>
                  <a:cubicBezTo>
                    <a:pt x="1085" y="740"/>
                    <a:pt x="1085" y="674"/>
                    <a:pt x="1019" y="641"/>
                  </a:cubicBezTo>
                  <a:cubicBezTo>
                    <a:pt x="723" y="477"/>
                    <a:pt x="427" y="280"/>
                    <a:pt x="197" y="50"/>
                  </a:cubicBezTo>
                  <a:cubicBezTo>
                    <a:pt x="181" y="17"/>
                    <a:pt x="156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2" name="Google Shape;3550;p26"/>
            <p:cNvSpPr/>
            <p:nvPr/>
          </p:nvSpPr>
          <p:spPr>
            <a:xfrm flipH="1">
              <a:off x="8839440" y="4348440"/>
              <a:ext cx="102600" cy="45360"/>
            </a:xfrm>
            <a:custGeom>
              <a:avLst/>
              <a:gdLst>
                <a:gd name="textAreaLeft" fmla="*/ -360 w 102600"/>
                <a:gd name="textAreaRight" fmla="*/ 102600 w 10260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4120" h="1833">
                  <a:moveTo>
                    <a:pt x="3501" y="1"/>
                  </a:moveTo>
                  <a:cubicBezTo>
                    <a:pt x="2190" y="1"/>
                    <a:pt x="926" y="585"/>
                    <a:pt x="78" y="1638"/>
                  </a:cubicBezTo>
                  <a:cubicBezTo>
                    <a:pt x="1" y="1715"/>
                    <a:pt x="85" y="1833"/>
                    <a:pt x="156" y="1833"/>
                  </a:cubicBezTo>
                  <a:cubicBezTo>
                    <a:pt x="176" y="1833"/>
                    <a:pt x="195" y="1824"/>
                    <a:pt x="209" y="1802"/>
                  </a:cubicBezTo>
                  <a:cubicBezTo>
                    <a:pt x="1012" y="799"/>
                    <a:pt x="2190" y="221"/>
                    <a:pt x="3438" y="221"/>
                  </a:cubicBezTo>
                  <a:cubicBezTo>
                    <a:pt x="3620" y="221"/>
                    <a:pt x="3804" y="233"/>
                    <a:pt x="3988" y="258"/>
                  </a:cubicBezTo>
                  <a:cubicBezTo>
                    <a:pt x="4120" y="258"/>
                    <a:pt x="4120" y="61"/>
                    <a:pt x="3988" y="28"/>
                  </a:cubicBezTo>
                  <a:cubicBezTo>
                    <a:pt x="3825" y="10"/>
                    <a:pt x="3663" y="1"/>
                    <a:pt x="35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3" name="Google Shape;3551;p26"/>
            <p:cNvSpPr/>
            <p:nvPr/>
          </p:nvSpPr>
          <p:spPr>
            <a:xfrm flipH="1">
              <a:off x="8795880" y="4367160"/>
              <a:ext cx="75960" cy="1692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3047" h="695">
                  <a:moveTo>
                    <a:pt x="2915" y="1"/>
                  </a:moveTo>
                  <a:cubicBezTo>
                    <a:pt x="1995" y="34"/>
                    <a:pt x="1042" y="198"/>
                    <a:pt x="122" y="494"/>
                  </a:cubicBezTo>
                  <a:cubicBezTo>
                    <a:pt x="0" y="524"/>
                    <a:pt x="47" y="695"/>
                    <a:pt x="158" y="695"/>
                  </a:cubicBezTo>
                  <a:cubicBezTo>
                    <a:pt x="168" y="695"/>
                    <a:pt x="177" y="693"/>
                    <a:pt x="187" y="691"/>
                  </a:cubicBezTo>
                  <a:cubicBezTo>
                    <a:pt x="1075" y="395"/>
                    <a:pt x="1995" y="231"/>
                    <a:pt x="2915" y="231"/>
                  </a:cubicBezTo>
                  <a:cubicBezTo>
                    <a:pt x="3046" y="231"/>
                    <a:pt x="3046" y="1"/>
                    <a:pt x="29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4" name="Google Shape;3552;p26"/>
            <p:cNvSpPr/>
            <p:nvPr/>
          </p:nvSpPr>
          <p:spPr>
            <a:xfrm flipH="1">
              <a:off x="8732160" y="4253400"/>
              <a:ext cx="23040" cy="113040"/>
            </a:xfrm>
            <a:custGeom>
              <a:avLst/>
              <a:gdLst>
                <a:gd name="textAreaLeft" fmla="*/ 360 w 23040"/>
                <a:gd name="textAreaRight" fmla="*/ 23760 w 2304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934" h="4531">
                  <a:moveTo>
                    <a:pt x="679" y="0"/>
                  </a:moveTo>
                  <a:cubicBezTo>
                    <a:pt x="641" y="0"/>
                    <a:pt x="604" y="22"/>
                    <a:pt x="592" y="72"/>
                  </a:cubicBezTo>
                  <a:cubicBezTo>
                    <a:pt x="0" y="1485"/>
                    <a:pt x="66" y="3095"/>
                    <a:pt x="723" y="4475"/>
                  </a:cubicBezTo>
                  <a:cubicBezTo>
                    <a:pt x="743" y="4515"/>
                    <a:pt x="772" y="4530"/>
                    <a:pt x="800" y="4530"/>
                  </a:cubicBezTo>
                  <a:cubicBezTo>
                    <a:pt x="867" y="4530"/>
                    <a:pt x="933" y="4446"/>
                    <a:pt x="887" y="4377"/>
                  </a:cubicBezTo>
                  <a:cubicBezTo>
                    <a:pt x="263" y="3029"/>
                    <a:pt x="230" y="1485"/>
                    <a:pt x="789" y="138"/>
                  </a:cubicBezTo>
                  <a:cubicBezTo>
                    <a:pt x="809" y="56"/>
                    <a:pt x="742" y="0"/>
                    <a:pt x="67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5" name="Google Shape;3553;p26"/>
            <p:cNvSpPr/>
            <p:nvPr/>
          </p:nvSpPr>
          <p:spPr>
            <a:xfrm flipH="1">
              <a:off x="8714520" y="4266720"/>
              <a:ext cx="15840" cy="87120"/>
            </a:xfrm>
            <a:custGeom>
              <a:avLst/>
              <a:gdLst>
                <a:gd name="textAreaLeft" fmla="*/ 360 w 15840"/>
                <a:gd name="textAreaRight" fmla="*/ 16560 w 1584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645" h="3496">
                  <a:moveTo>
                    <a:pt x="515" y="0"/>
                  </a:moveTo>
                  <a:cubicBezTo>
                    <a:pt x="476" y="0"/>
                    <a:pt x="440" y="21"/>
                    <a:pt x="427" y="72"/>
                  </a:cubicBezTo>
                  <a:cubicBezTo>
                    <a:pt x="99" y="1156"/>
                    <a:pt x="0" y="2306"/>
                    <a:pt x="230" y="3423"/>
                  </a:cubicBezTo>
                  <a:cubicBezTo>
                    <a:pt x="243" y="3474"/>
                    <a:pt x="279" y="3495"/>
                    <a:pt x="318" y="3495"/>
                  </a:cubicBezTo>
                  <a:cubicBezTo>
                    <a:pt x="380" y="3495"/>
                    <a:pt x="448" y="3439"/>
                    <a:pt x="427" y="3358"/>
                  </a:cubicBezTo>
                  <a:cubicBezTo>
                    <a:pt x="230" y="2273"/>
                    <a:pt x="296" y="1156"/>
                    <a:pt x="624" y="137"/>
                  </a:cubicBezTo>
                  <a:cubicBezTo>
                    <a:pt x="645" y="56"/>
                    <a:pt x="577" y="0"/>
                    <a:pt x="51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560" bIns="43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6" name="Google Shape;3554;p26"/>
            <p:cNvSpPr/>
            <p:nvPr/>
          </p:nvSpPr>
          <p:spPr>
            <a:xfrm flipH="1">
              <a:off x="8685360" y="4300200"/>
              <a:ext cx="18000" cy="51120"/>
            </a:xfrm>
            <a:custGeom>
              <a:avLst/>
              <a:gdLst>
                <a:gd name="textAreaLeft" fmla="*/ 360 w 18000"/>
                <a:gd name="textAreaRight" fmla="*/ 18720 w 1800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737" h="2052">
                  <a:moveTo>
                    <a:pt x="601" y="0"/>
                  </a:moveTo>
                  <a:cubicBezTo>
                    <a:pt x="573" y="0"/>
                    <a:pt x="545" y="12"/>
                    <a:pt x="526" y="41"/>
                  </a:cubicBezTo>
                  <a:cubicBezTo>
                    <a:pt x="132" y="600"/>
                    <a:pt x="0" y="1290"/>
                    <a:pt x="165" y="1980"/>
                  </a:cubicBezTo>
                  <a:cubicBezTo>
                    <a:pt x="177" y="2030"/>
                    <a:pt x="214" y="2051"/>
                    <a:pt x="252" y="2051"/>
                  </a:cubicBezTo>
                  <a:cubicBezTo>
                    <a:pt x="315" y="2051"/>
                    <a:pt x="382" y="1995"/>
                    <a:pt x="362" y="1914"/>
                  </a:cubicBezTo>
                  <a:cubicBezTo>
                    <a:pt x="230" y="1290"/>
                    <a:pt x="329" y="665"/>
                    <a:pt x="690" y="140"/>
                  </a:cubicBezTo>
                  <a:cubicBezTo>
                    <a:pt x="737" y="70"/>
                    <a:pt x="668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7" name="Google Shape;3555;p26"/>
            <p:cNvSpPr/>
            <p:nvPr/>
          </p:nvSpPr>
          <p:spPr>
            <a:xfrm flipH="1">
              <a:off x="8488080" y="4150080"/>
              <a:ext cx="113040" cy="24480"/>
            </a:xfrm>
            <a:custGeom>
              <a:avLst/>
              <a:gdLst>
                <a:gd name="textAreaLeft" fmla="*/ 360 w 113040"/>
                <a:gd name="textAreaRight" fmla="*/ 113760 w 11304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4531" h="987">
                  <a:moveTo>
                    <a:pt x="1927" y="0"/>
                  </a:moveTo>
                  <a:cubicBezTo>
                    <a:pt x="1311" y="0"/>
                    <a:pt x="693" y="132"/>
                    <a:pt x="114" y="401"/>
                  </a:cubicBezTo>
                  <a:cubicBezTo>
                    <a:pt x="1" y="429"/>
                    <a:pt x="82" y="579"/>
                    <a:pt x="169" y="579"/>
                  </a:cubicBezTo>
                  <a:cubicBezTo>
                    <a:pt x="184" y="579"/>
                    <a:pt x="198" y="575"/>
                    <a:pt x="212" y="565"/>
                  </a:cubicBezTo>
                  <a:cubicBezTo>
                    <a:pt x="759" y="312"/>
                    <a:pt x="1344" y="188"/>
                    <a:pt x="1928" y="188"/>
                  </a:cubicBezTo>
                  <a:cubicBezTo>
                    <a:pt x="2781" y="188"/>
                    <a:pt x="3630" y="452"/>
                    <a:pt x="4352" y="960"/>
                  </a:cubicBezTo>
                  <a:cubicBezTo>
                    <a:pt x="4372" y="979"/>
                    <a:pt x="4391" y="987"/>
                    <a:pt x="4408" y="987"/>
                  </a:cubicBezTo>
                  <a:cubicBezTo>
                    <a:pt x="4482" y="987"/>
                    <a:pt x="4531" y="848"/>
                    <a:pt x="4451" y="795"/>
                  </a:cubicBezTo>
                  <a:cubicBezTo>
                    <a:pt x="3695" y="272"/>
                    <a:pt x="2813" y="0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8" name="Google Shape;3556;p26"/>
            <p:cNvSpPr/>
            <p:nvPr/>
          </p:nvSpPr>
          <p:spPr>
            <a:xfrm flipH="1">
              <a:off x="8490600" y="4183920"/>
              <a:ext cx="70560" cy="26640"/>
            </a:xfrm>
            <a:custGeom>
              <a:avLst/>
              <a:gdLst>
                <a:gd name="textAreaLeft" fmla="*/ 360 w 70560"/>
                <a:gd name="textAreaRight" fmla="*/ 71280 w 7056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2834" h="1079">
                  <a:moveTo>
                    <a:pt x="132" y="0"/>
                  </a:moveTo>
                  <a:cubicBezTo>
                    <a:pt x="0" y="0"/>
                    <a:pt x="0" y="197"/>
                    <a:pt x="132" y="197"/>
                  </a:cubicBezTo>
                  <a:cubicBezTo>
                    <a:pt x="1052" y="197"/>
                    <a:pt x="1906" y="526"/>
                    <a:pt x="2629" y="1052"/>
                  </a:cubicBezTo>
                  <a:cubicBezTo>
                    <a:pt x="2648" y="1071"/>
                    <a:pt x="2668" y="1079"/>
                    <a:pt x="2688" y="1079"/>
                  </a:cubicBezTo>
                  <a:cubicBezTo>
                    <a:pt x="2769" y="1079"/>
                    <a:pt x="2834" y="940"/>
                    <a:pt x="2728" y="887"/>
                  </a:cubicBezTo>
                  <a:cubicBezTo>
                    <a:pt x="2005" y="329"/>
                    <a:pt x="1085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9" name="Google Shape;3557;p26"/>
            <p:cNvSpPr/>
            <p:nvPr/>
          </p:nvSpPr>
          <p:spPr>
            <a:xfrm flipH="1">
              <a:off x="8412480" y="4209840"/>
              <a:ext cx="63000" cy="63720"/>
            </a:xfrm>
            <a:custGeom>
              <a:avLst/>
              <a:gdLst>
                <a:gd name="textAreaLeft" fmla="*/ -360 w 63000"/>
                <a:gd name="textAreaRight" fmla="*/ 63000 w 6300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31" h="2567">
                  <a:moveTo>
                    <a:pt x="143" y="0"/>
                  </a:moveTo>
                  <a:cubicBezTo>
                    <a:pt x="62" y="0"/>
                    <a:pt x="1" y="154"/>
                    <a:pt x="85" y="211"/>
                  </a:cubicBezTo>
                  <a:cubicBezTo>
                    <a:pt x="940" y="835"/>
                    <a:pt x="1696" y="1624"/>
                    <a:pt x="2287" y="2511"/>
                  </a:cubicBezTo>
                  <a:cubicBezTo>
                    <a:pt x="2317" y="2551"/>
                    <a:pt x="2352" y="2566"/>
                    <a:pt x="2386" y="2566"/>
                  </a:cubicBezTo>
                  <a:cubicBezTo>
                    <a:pt x="2464" y="2566"/>
                    <a:pt x="2530" y="2481"/>
                    <a:pt x="2484" y="2412"/>
                  </a:cubicBezTo>
                  <a:cubicBezTo>
                    <a:pt x="1860" y="1492"/>
                    <a:pt x="1104" y="671"/>
                    <a:pt x="184" y="14"/>
                  </a:cubicBezTo>
                  <a:cubicBezTo>
                    <a:pt x="170" y="4"/>
                    <a:pt x="15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0" name="Google Shape;3558;p26"/>
            <p:cNvSpPr/>
            <p:nvPr/>
          </p:nvSpPr>
          <p:spPr>
            <a:xfrm flipH="1">
              <a:off x="8411040" y="4214880"/>
              <a:ext cx="36360" cy="46080"/>
            </a:xfrm>
            <a:custGeom>
              <a:avLst/>
              <a:gdLst>
                <a:gd name="textAreaLeft" fmla="*/ -360 w 36360"/>
                <a:gd name="textAreaRight" fmla="*/ 36360 w 3636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1474" h="1858">
                  <a:moveTo>
                    <a:pt x="138" y="1"/>
                  </a:moveTo>
                  <a:cubicBezTo>
                    <a:pt x="62" y="1"/>
                    <a:pt x="0" y="93"/>
                    <a:pt x="50" y="167"/>
                  </a:cubicBezTo>
                  <a:lnTo>
                    <a:pt x="83" y="167"/>
                  </a:lnTo>
                  <a:cubicBezTo>
                    <a:pt x="510" y="693"/>
                    <a:pt x="937" y="1251"/>
                    <a:pt x="1266" y="1810"/>
                  </a:cubicBezTo>
                  <a:cubicBezTo>
                    <a:pt x="1288" y="1843"/>
                    <a:pt x="1320" y="1858"/>
                    <a:pt x="1352" y="1858"/>
                  </a:cubicBezTo>
                  <a:cubicBezTo>
                    <a:pt x="1415" y="1858"/>
                    <a:pt x="1474" y="1799"/>
                    <a:pt x="1430" y="1711"/>
                  </a:cubicBezTo>
                  <a:cubicBezTo>
                    <a:pt x="1101" y="1120"/>
                    <a:pt x="674" y="561"/>
                    <a:pt x="214" y="36"/>
                  </a:cubicBezTo>
                  <a:cubicBezTo>
                    <a:pt x="189" y="11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1" name="Google Shape;3559;p26"/>
            <p:cNvSpPr/>
            <p:nvPr/>
          </p:nvSpPr>
          <p:spPr>
            <a:xfrm flipH="1">
              <a:off x="8362440" y="4143240"/>
              <a:ext cx="29520" cy="121320"/>
            </a:xfrm>
            <a:custGeom>
              <a:avLst/>
              <a:gdLst>
                <a:gd name="textAreaLeft" fmla="*/ 360 w 29520"/>
                <a:gd name="textAreaRight" fmla="*/ 30240 w 29520"/>
                <a:gd name="textAreaTop" fmla="*/ 0 h 121320"/>
                <a:gd name="textAreaBottom" fmla="*/ 121680 h 121320"/>
              </a:gdLst>
              <a:ahLst/>
              <a:cxnLst/>
              <a:rect l="textAreaLeft" t="textAreaTop" r="textAreaRight" b="textAreaBottom"/>
              <a:pathLst>
                <a:path w="1197" h="4860">
                  <a:moveTo>
                    <a:pt x="1063" y="0"/>
                  </a:moveTo>
                  <a:cubicBezTo>
                    <a:pt x="1035" y="0"/>
                    <a:pt x="1006" y="16"/>
                    <a:pt x="986" y="56"/>
                  </a:cubicBezTo>
                  <a:cubicBezTo>
                    <a:pt x="165" y="1502"/>
                    <a:pt x="0" y="3210"/>
                    <a:pt x="526" y="4788"/>
                  </a:cubicBezTo>
                  <a:cubicBezTo>
                    <a:pt x="539" y="4838"/>
                    <a:pt x="575" y="4859"/>
                    <a:pt x="614" y="4859"/>
                  </a:cubicBezTo>
                  <a:cubicBezTo>
                    <a:pt x="676" y="4859"/>
                    <a:pt x="744" y="4803"/>
                    <a:pt x="723" y="4722"/>
                  </a:cubicBezTo>
                  <a:cubicBezTo>
                    <a:pt x="230" y="3210"/>
                    <a:pt x="395" y="1567"/>
                    <a:pt x="1151" y="154"/>
                  </a:cubicBezTo>
                  <a:cubicBezTo>
                    <a:pt x="1196" y="85"/>
                    <a:pt x="1130" y="0"/>
                    <a:pt x="10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840" bIns="60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2" name="Google Shape;3560;p26"/>
            <p:cNvSpPr/>
            <p:nvPr/>
          </p:nvSpPr>
          <p:spPr>
            <a:xfrm flipH="1">
              <a:off x="8350920" y="4087440"/>
              <a:ext cx="52560" cy="81360"/>
            </a:xfrm>
            <a:custGeom>
              <a:avLst/>
              <a:gdLst>
                <a:gd name="textAreaLeft" fmla="*/ 360 w 52560"/>
                <a:gd name="textAreaRight" fmla="*/ 53280 w 525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2118" h="3267">
                  <a:moveTo>
                    <a:pt x="1949" y="0"/>
                  </a:moveTo>
                  <a:cubicBezTo>
                    <a:pt x="1934" y="0"/>
                    <a:pt x="1920" y="4"/>
                    <a:pt x="1906" y="13"/>
                  </a:cubicBezTo>
                  <a:cubicBezTo>
                    <a:pt x="723" y="638"/>
                    <a:pt x="0" y="1854"/>
                    <a:pt x="33" y="3168"/>
                  </a:cubicBezTo>
                  <a:cubicBezTo>
                    <a:pt x="33" y="3234"/>
                    <a:pt x="83" y="3267"/>
                    <a:pt x="132" y="3267"/>
                  </a:cubicBezTo>
                  <a:cubicBezTo>
                    <a:pt x="181" y="3267"/>
                    <a:pt x="230" y="3234"/>
                    <a:pt x="230" y="3168"/>
                  </a:cubicBezTo>
                  <a:cubicBezTo>
                    <a:pt x="230" y="1919"/>
                    <a:pt x="888" y="769"/>
                    <a:pt x="2005" y="211"/>
                  </a:cubicBezTo>
                  <a:cubicBezTo>
                    <a:pt x="2118" y="154"/>
                    <a:pt x="2036" y="0"/>
                    <a:pt x="19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3" name="Google Shape;3561;p26"/>
            <p:cNvSpPr/>
            <p:nvPr/>
          </p:nvSpPr>
          <p:spPr>
            <a:xfrm flipH="1">
              <a:off x="8054280" y="4029480"/>
              <a:ext cx="146880" cy="70920"/>
            </a:xfrm>
            <a:custGeom>
              <a:avLst/>
              <a:gdLst>
                <a:gd name="textAreaLeft" fmla="*/ 360 w 146880"/>
                <a:gd name="textAreaRight" fmla="*/ 147600 w 14688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5895" h="2857">
                  <a:moveTo>
                    <a:pt x="132" y="0"/>
                  </a:moveTo>
                  <a:cubicBezTo>
                    <a:pt x="1" y="0"/>
                    <a:pt x="1" y="197"/>
                    <a:pt x="132" y="197"/>
                  </a:cubicBezTo>
                  <a:cubicBezTo>
                    <a:pt x="2268" y="230"/>
                    <a:pt x="4306" y="1183"/>
                    <a:pt x="5686" y="2826"/>
                  </a:cubicBezTo>
                  <a:cubicBezTo>
                    <a:pt x="5700" y="2848"/>
                    <a:pt x="5719" y="2857"/>
                    <a:pt x="5739" y="2857"/>
                  </a:cubicBezTo>
                  <a:cubicBezTo>
                    <a:pt x="5810" y="2857"/>
                    <a:pt x="5894" y="2739"/>
                    <a:pt x="5817" y="2662"/>
                  </a:cubicBezTo>
                  <a:cubicBezTo>
                    <a:pt x="4404" y="986"/>
                    <a:pt x="2334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4" name="Google Shape;3562;p26"/>
            <p:cNvSpPr/>
            <p:nvPr/>
          </p:nvSpPr>
          <p:spPr>
            <a:xfrm flipH="1">
              <a:off x="8083800" y="4064760"/>
              <a:ext cx="59040" cy="37440"/>
            </a:xfrm>
            <a:custGeom>
              <a:avLst/>
              <a:gdLst>
                <a:gd name="textAreaLeft" fmla="*/ 360 w 59040"/>
                <a:gd name="textAreaRight" fmla="*/ 59760 w 590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2371" h="1514">
                  <a:moveTo>
                    <a:pt x="129" y="1"/>
                  </a:moveTo>
                  <a:cubicBezTo>
                    <a:pt x="22" y="1"/>
                    <a:pt x="1" y="171"/>
                    <a:pt x="92" y="201"/>
                  </a:cubicBezTo>
                  <a:cubicBezTo>
                    <a:pt x="847" y="497"/>
                    <a:pt x="1537" y="957"/>
                    <a:pt x="2129" y="1483"/>
                  </a:cubicBezTo>
                  <a:cubicBezTo>
                    <a:pt x="2151" y="1505"/>
                    <a:pt x="2176" y="1514"/>
                    <a:pt x="2200" y="1514"/>
                  </a:cubicBezTo>
                  <a:cubicBezTo>
                    <a:pt x="2287" y="1514"/>
                    <a:pt x="2370" y="1403"/>
                    <a:pt x="2293" y="1352"/>
                  </a:cubicBezTo>
                  <a:cubicBezTo>
                    <a:pt x="1636" y="793"/>
                    <a:pt x="946" y="333"/>
                    <a:pt x="157" y="4"/>
                  </a:cubicBezTo>
                  <a:cubicBezTo>
                    <a:pt x="147" y="2"/>
                    <a:pt x="138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5" name="Google Shape;3563;p26"/>
            <p:cNvSpPr/>
            <p:nvPr/>
          </p:nvSpPr>
          <p:spPr>
            <a:xfrm flipH="1">
              <a:off x="8068320" y="4102560"/>
              <a:ext cx="47880" cy="37800"/>
            </a:xfrm>
            <a:custGeom>
              <a:avLst/>
              <a:gdLst>
                <a:gd name="textAreaLeft" fmla="*/ -360 w 47880"/>
                <a:gd name="textAreaRight" fmla="*/ 47880 w 47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932" h="1528">
                  <a:moveTo>
                    <a:pt x="141" y="0"/>
                  </a:moveTo>
                  <a:cubicBezTo>
                    <a:pt x="63" y="0"/>
                    <a:pt x="1" y="111"/>
                    <a:pt x="77" y="162"/>
                  </a:cubicBezTo>
                  <a:lnTo>
                    <a:pt x="1720" y="1509"/>
                  </a:lnTo>
                  <a:cubicBezTo>
                    <a:pt x="1739" y="1522"/>
                    <a:pt x="1758" y="1527"/>
                    <a:pt x="1777" y="1527"/>
                  </a:cubicBezTo>
                  <a:cubicBezTo>
                    <a:pt x="1860" y="1527"/>
                    <a:pt x="1932" y="1425"/>
                    <a:pt x="1852" y="1345"/>
                  </a:cubicBezTo>
                  <a:lnTo>
                    <a:pt x="209" y="31"/>
                  </a:lnTo>
                  <a:cubicBezTo>
                    <a:pt x="187" y="9"/>
                    <a:pt x="164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6" name="Google Shape;3564;p26"/>
            <p:cNvSpPr/>
            <p:nvPr/>
          </p:nvSpPr>
          <p:spPr>
            <a:xfrm flipH="1">
              <a:off x="7966800" y="4186080"/>
              <a:ext cx="66600" cy="85320"/>
            </a:xfrm>
            <a:custGeom>
              <a:avLst/>
              <a:gdLst>
                <a:gd name="textAreaLeft" fmla="*/ -360 w 66600"/>
                <a:gd name="textAreaRight" fmla="*/ 66600 w 66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2684" h="3428">
                  <a:moveTo>
                    <a:pt x="155" y="1"/>
                  </a:moveTo>
                  <a:cubicBezTo>
                    <a:pt x="72" y="1"/>
                    <a:pt x="0" y="103"/>
                    <a:pt x="80" y="183"/>
                  </a:cubicBezTo>
                  <a:cubicBezTo>
                    <a:pt x="1132" y="1004"/>
                    <a:pt x="1953" y="2122"/>
                    <a:pt x="2446" y="3370"/>
                  </a:cubicBezTo>
                  <a:cubicBezTo>
                    <a:pt x="2472" y="3409"/>
                    <a:pt x="2518" y="3428"/>
                    <a:pt x="2561" y="3428"/>
                  </a:cubicBezTo>
                  <a:cubicBezTo>
                    <a:pt x="2626" y="3428"/>
                    <a:pt x="2683" y="3384"/>
                    <a:pt x="2643" y="3305"/>
                  </a:cubicBezTo>
                  <a:cubicBezTo>
                    <a:pt x="2150" y="2023"/>
                    <a:pt x="1296" y="873"/>
                    <a:pt x="212" y="19"/>
                  </a:cubicBezTo>
                  <a:cubicBezTo>
                    <a:pt x="193" y="6"/>
                    <a:pt x="17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7" name="Google Shape;3565;p26"/>
            <p:cNvSpPr/>
            <p:nvPr/>
          </p:nvSpPr>
          <p:spPr>
            <a:xfrm flipH="1">
              <a:off x="7935480" y="4820040"/>
              <a:ext cx="110880" cy="19080"/>
            </a:xfrm>
            <a:custGeom>
              <a:avLst/>
              <a:gdLst>
                <a:gd name="textAreaLeft" fmla="*/ 360 w 110880"/>
                <a:gd name="textAreaRight" fmla="*/ 111600 w 1108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4449" h="784">
                  <a:moveTo>
                    <a:pt x="149" y="1"/>
                  </a:moveTo>
                  <a:cubicBezTo>
                    <a:pt x="52" y="1"/>
                    <a:pt x="1" y="125"/>
                    <a:pt x="111" y="180"/>
                  </a:cubicBezTo>
                  <a:lnTo>
                    <a:pt x="111" y="213"/>
                  </a:lnTo>
                  <a:cubicBezTo>
                    <a:pt x="956" y="593"/>
                    <a:pt x="1869" y="783"/>
                    <a:pt x="2789" y="783"/>
                  </a:cubicBezTo>
                  <a:cubicBezTo>
                    <a:pt x="3300" y="783"/>
                    <a:pt x="3813" y="725"/>
                    <a:pt x="4317" y="607"/>
                  </a:cubicBezTo>
                  <a:cubicBezTo>
                    <a:pt x="4449" y="574"/>
                    <a:pt x="4383" y="410"/>
                    <a:pt x="4252" y="410"/>
                  </a:cubicBezTo>
                  <a:cubicBezTo>
                    <a:pt x="3786" y="524"/>
                    <a:pt x="3313" y="578"/>
                    <a:pt x="2841" y="578"/>
                  </a:cubicBezTo>
                  <a:cubicBezTo>
                    <a:pt x="1944" y="578"/>
                    <a:pt x="1049" y="382"/>
                    <a:pt x="210" y="16"/>
                  </a:cubicBezTo>
                  <a:cubicBezTo>
                    <a:pt x="188" y="5"/>
                    <a:pt x="16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8" name="Google Shape;3566;p26"/>
            <p:cNvSpPr/>
            <p:nvPr/>
          </p:nvSpPr>
          <p:spPr>
            <a:xfrm flipH="1">
              <a:off x="7948080" y="4788360"/>
              <a:ext cx="88920" cy="9000"/>
            </a:xfrm>
            <a:custGeom>
              <a:avLst/>
              <a:gdLst>
                <a:gd name="textAreaLeft" fmla="*/ -360 w 88920"/>
                <a:gd name="textAreaRight" fmla="*/ 88920 w 889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572" h="379">
                  <a:moveTo>
                    <a:pt x="158" y="1"/>
                  </a:moveTo>
                  <a:cubicBezTo>
                    <a:pt x="47" y="1"/>
                    <a:pt x="0" y="171"/>
                    <a:pt x="122" y="201"/>
                  </a:cubicBezTo>
                  <a:cubicBezTo>
                    <a:pt x="772" y="320"/>
                    <a:pt x="1435" y="379"/>
                    <a:pt x="2102" y="379"/>
                  </a:cubicBezTo>
                  <a:cubicBezTo>
                    <a:pt x="2547" y="379"/>
                    <a:pt x="2994" y="353"/>
                    <a:pt x="3440" y="300"/>
                  </a:cubicBezTo>
                  <a:cubicBezTo>
                    <a:pt x="3572" y="300"/>
                    <a:pt x="3572" y="103"/>
                    <a:pt x="3440" y="103"/>
                  </a:cubicBezTo>
                  <a:cubicBezTo>
                    <a:pt x="3007" y="155"/>
                    <a:pt x="2568" y="182"/>
                    <a:pt x="2130" y="182"/>
                  </a:cubicBezTo>
                  <a:cubicBezTo>
                    <a:pt x="1473" y="182"/>
                    <a:pt x="818" y="123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9" name="Google Shape;3567;p26"/>
            <p:cNvSpPr/>
            <p:nvPr/>
          </p:nvSpPr>
          <p:spPr>
            <a:xfrm flipH="1">
              <a:off x="7759440" y="4656960"/>
              <a:ext cx="89640" cy="130320"/>
            </a:xfrm>
            <a:custGeom>
              <a:avLst/>
              <a:gdLst>
                <a:gd name="textAreaLeft" fmla="*/ -360 w 89640"/>
                <a:gd name="textAreaRight" fmla="*/ 89640 w 8964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3603" h="5233">
                  <a:moveTo>
                    <a:pt x="3472" y="1"/>
                  </a:moveTo>
                  <a:cubicBezTo>
                    <a:pt x="3434" y="1"/>
                    <a:pt x="3397" y="22"/>
                    <a:pt x="3385" y="72"/>
                  </a:cubicBezTo>
                  <a:cubicBezTo>
                    <a:pt x="3220" y="1058"/>
                    <a:pt x="2859" y="2011"/>
                    <a:pt x="2366" y="2865"/>
                  </a:cubicBezTo>
                  <a:cubicBezTo>
                    <a:pt x="2103" y="3293"/>
                    <a:pt x="1840" y="3720"/>
                    <a:pt x="1512" y="4114"/>
                  </a:cubicBezTo>
                  <a:cubicBezTo>
                    <a:pt x="1247" y="4438"/>
                    <a:pt x="797" y="5026"/>
                    <a:pt x="328" y="5026"/>
                  </a:cubicBezTo>
                  <a:cubicBezTo>
                    <a:pt x="273" y="5026"/>
                    <a:pt x="219" y="5018"/>
                    <a:pt x="164" y="5001"/>
                  </a:cubicBezTo>
                  <a:cubicBezTo>
                    <a:pt x="33" y="5001"/>
                    <a:pt x="0" y="5166"/>
                    <a:pt x="132" y="5199"/>
                  </a:cubicBezTo>
                  <a:cubicBezTo>
                    <a:pt x="207" y="5222"/>
                    <a:pt x="280" y="5233"/>
                    <a:pt x="350" y="5233"/>
                  </a:cubicBezTo>
                  <a:cubicBezTo>
                    <a:pt x="769" y="5233"/>
                    <a:pt x="1099" y="4851"/>
                    <a:pt x="1380" y="4541"/>
                  </a:cubicBezTo>
                  <a:cubicBezTo>
                    <a:pt x="2530" y="3325"/>
                    <a:pt x="3286" y="1781"/>
                    <a:pt x="3582" y="138"/>
                  </a:cubicBezTo>
                  <a:cubicBezTo>
                    <a:pt x="3602" y="57"/>
                    <a:pt x="3535" y="1"/>
                    <a:pt x="34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0" name="Google Shape;3568;p26"/>
            <p:cNvSpPr/>
            <p:nvPr/>
          </p:nvSpPr>
          <p:spPr>
            <a:xfrm flipH="1">
              <a:off x="7773120" y="4559400"/>
              <a:ext cx="11160" cy="66240"/>
            </a:xfrm>
            <a:custGeom>
              <a:avLst/>
              <a:gdLst>
                <a:gd name="textAreaLeft" fmla="*/ -360 w 11160"/>
                <a:gd name="textAreaRight" fmla="*/ 11160 w 1116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461" h="2668">
                  <a:moveTo>
                    <a:pt x="296" y="0"/>
                  </a:moveTo>
                  <a:cubicBezTo>
                    <a:pt x="247" y="0"/>
                    <a:pt x="197" y="33"/>
                    <a:pt x="197" y="99"/>
                  </a:cubicBezTo>
                  <a:cubicBezTo>
                    <a:pt x="263" y="920"/>
                    <a:pt x="197" y="1742"/>
                    <a:pt x="0" y="2530"/>
                  </a:cubicBezTo>
                  <a:cubicBezTo>
                    <a:pt x="0" y="2612"/>
                    <a:pt x="63" y="2668"/>
                    <a:pt x="119" y="2668"/>
                  </a:cubicBezTo>
                  <a:cubicBezTo>
                    <a:pt x="153" y="2668"/>
                    <a:pt x="185" y="2646"/>
                    <a:pt x="197" y="2596"/>
                  </a:cubicBezTo>
                  <a:cubicBezTo>
                    <a:pt x="427" y="1775"/>
                    <a:pt x="460" y="953"/>
                    <a:pt x="394" y="99"/>
                  </a:cubicBezTo>
                  <a:cubicBezTo>
                    <a:pt x="394" y="33"/>
                    <a:pt x="345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120" bIns="33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1" name="Google Shape;3569;p26"/>
            <p:cNvSpPr/>
            <p:nvPr/>
          </p:nvSpPr>
          <p:spPr>
            <a:xfrm flipH="1">
              <a:off x="7806600" y="4848120"/>
              <a:ext cx="75600" cy="31320"/>
            </a:xfrm>
            <a:custGeom>
              <a:avLst/>
              <a:gdLst>
                <a:gd name="textAreaLeft" fmla="*/ 360 w 75600"/>
                <a:gd name="textAreaRight" fmla="*/ 76320 w 756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3043" h="1263">
                  <a:moveTo>
                    <a:pt x="164" y="1"/>
                  </a:moveTo>
                  <a:cubicBezTo>
                    <a:pt x="62" y="1"/>
                    <a:pt x="0" y="155"/>
                    <a:pt x="85" y="211"/>
                  </a:cubicBezTo>
                  <a:cubicBezTo>
                    <a:pt x="940" y="770"/>
                    <a:pt x="1860" y="1098"/>
                    <a:pt x="2846" y="1263"/>
                  </a:cubicBezTo>
                  <a:cubicBezTo>
                    <a:pt x="2977" y="1263"/>
                    <a:pt x="3043" y="1066"/>
                    <a:pt x="2911" y="1066"/>
                  </a:cubicBezTo>
                  <a:cubicBezTo>
                    <a:pt x="1925" y="934"/>
                    <a:pt x="1005" y="573"/>
                    <a:pt x="217" y="14"/>
                  </a:cubicBezTo>
                  <a:cubicBezTo>
                    <a:pt x="198" y="5"/>
                    <a:pt x="181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2" name="Google Shape;3570;p26"/>
            <p:cNvSpPr/>
            <p:nvPr/>
          </p:nvSpPr>
          <p:spPr>
            <a:xfrm flipH="1">
              <a:off x="7791120" y="4827600"/>
              <a:ext cx="49320" cy="20520"/>
            </a:xfrm>
            <a:custGeom>
              <a:avLst/>
              <a:gdLst>
                <a:gd name="textAreaLeft" fmla="*/ -360 w 49320"/>
                <a:gd name="textAreaRight" fmla="*/ 49320 w 493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990" h="838">
                  <a:moveTo>
                    <a:pt x="154" y="0"/>
                  </a:moveTo>
                  <a:cubicBezTo>
                    <a:pt x="57" y="0"/>
                    <a:pt x="1" y="125"/>
                    <a:pt x="83" y="180"/>
                  </a:cubicBezTo>
                  <a:lnTo>
                    <a:pt x="116" y="180"/>
                  </a:lnTo>
                  <a:cubicBezTo>
                    <a:pt x="609" y="574"/>
                    <a:pt x="1201" y="771"/>
                    <a:pt x="1858" y="837"/>
                  </a:cubicBezTo>
                  <a:cubicBezTo>
                    <a:pt x="1989" y="837"/>
                    <a:pt x="1956" y="640"/>
                    <a:pt x="1858" y="640"/>
                  </a:cubicBezTo>
                  <a:cubicBezTo>
                    <a:pt x="1233" y="574"/>
                    <a:pt x="675" y="377"/>
                    <a:pt x="215" y="16"/>
                  </a:cubicBezTo>
                  <a:cubicBezTo>
                    <a:pt x="194" y="5"/>
                    <a:pt x="173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3" name="Google Shape;3571;p26"/>
            <p:cNvSpPr/>
            <p:nvPr/>
          </p:nvSpPr>
          <p:spPr>
            <a:xfrm flipH="1">
              <a:off x="7762320" y="4819680"/>
              <a:ext cx="39600" cy="6840"/>
            </a:xfrm>
            <a:custGeom>
              <a:avLst/>
              <a:gdLst>
                <a:gd name="textAreaLeft" fmla="*/ 360 w 39600"/>
                <a:gd name="textAreaRight" fmla="*/ 40320 w 396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601" h="287">
                  <a:moveTo>
                    <a:pt x="158" y="0"/>
                  </a:moveTo>
                  <a:cubicBezTo>
                    <a:pt x="47" y="0"/>
                    <a:pt x="0" y="171"/>
                    <a:pt x="121" y="201"/>
                  </a:cubicBezTo>
                  <a:cubicBezTo>
                    <a:pt x="413" y="264"/>
                    <a:pt x="705" y="286"/>
                    <a:pt x="996" y="286"/>
                  </a:cubicBezTo>
                  <a:cubicBezTo>
                    <a:pt x="1165" y="286"/>
                    <a:pt x="1333" y="279"/>
                    <a:pt x="1502" y="267"/>
                  </a:cubicBezTo>
                  <a:cubicBezTo>
                    <a:pt x="1567" y="267"/>
                    <a:pt x="1600" y="201"/>
                    <a:pt x="1600" y="168"/>
                  </a:cubicBezTo>
                  <a:cubicBezTo>
                    <a:pt x="1600" y="115"/>
                    <a:pt x="1578" y="61"/>
                    <a:pt x="1534" y="61"/>
                  </a:cubicBezTo>
                  <a:cubicBezTo>
                    <a:pt x="1525" y="61"/>
                    <a:pt x="1514" y="64"/>
                    <a:pt x="1502" y="70"/>
                  </a:cubicBezTo>
                  <a:cubicBezTo>
                    <a:pt x="1387" y="78"/>
                    <a:pt x="1270" y="83"/>
                    <a:pt x="1152" y="83"/>
                  </a:cubicBezTo>
                  <a:cubicBezTo>
                    <a:pt x="830" y="83"/>
                    <a:pt x="500" y="52"/>
                    <a:pt x="187" y="4"/>
                  </a:cubicBezTo>
                  <a:cubicBezTo>
                    <a:pt x="177" y="1"/>
                    <a:pt x="167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4" name="Google Shape;3572;p26"/>
            <p:cNvSpPr/>
            <p:nvPr/>
          </p:nvSpPr>
          <p:spPr>
            <a:xfrm flipH="1">
              <a:off x="7625160" y="4767480"/>
              <a:ext cx="45000" cy="68400"/>
            </a:xfrm>
            <a:custGeom>
              <a:avLst/>
              <a:gdLst>
                <a:gd name="textAreaLeft" fmla="*/ -360 w 45000"/>
                <a:gd name="textAreaRight" fmla="*/ 45000 w 4500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816" h="2749">
                  <a:moveTo>
                    <a:pt x="1713" y="1"/>
                  </a:moveTo>
                  <a:cubicBezTo>
                    <a:pt x="1673" y="1"/>
                    <a:pt x="1633" y="27"/>
                    <a:pt x="1619" y="84"/>
                  </a:cubicBezTo>
                  <a:cubicBezTo>
                    <a:pt x="1323" y="1037"/>
                    <a:pt x="797" y="1892"/>
                    <a:pt x="74" y="2582"/>
                  </a:cubicBezTo>
                  <a:cubicBezTo>
                    <a:pt x="0" y="2656"/>
                    <a:pt x="74" y="2748"/>
                    <a:pt x="144" y="2748"/>
                  </a:cubicBezTo>
                  <a:cubicBezTo>
                    <a:pt x="167" y="2748"/>
                    <a:pt x="189" y="2738"/>
                    <a:pt x="206" y="2713"/>
                  </a:cubicBezTo>
                  <a:cubicBezTo>
                    <a:pt x="962" y="2023"/>
                    <a:pt x="1520" y="1103"/>
                    <a:pt x="1816" y="117"/>
                  </a:cubicBezTo>
                  <a:cubicBezTo>
                    <a:pt x="1816" y="43"/>
                    <a:pt x="1764" y="1"/>
                    <a:pt x="17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5" name="Google Shape;3573;p26"/>
            <p:cNvSpPr/>
            <p:nvPr/>
          </p:nvSpPr>
          <p:spPr>
            <a:xfrm flipH="1">
              <a:off x="7612920" y="4461840"/>
              <a:ext cx="54720" cy="70920"/>
            </a:xfrm>
            <a:custGeom>
              <a:avLst/>
              <a:gdLst>
                <a:gd name="textAreaLeft" fmla="*/ 360 w 54720"/>
                <a:gd name="textAreaRight" fmla="*/ 55440 w 547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2206" h="2850">
                  <a:moveTo>
                    <a:pt x="134" y="0"/>
                  </a:moveTo>
                  <a:cubicBezTo>
                    <a:pt x="56" y="0"/>
                    <a:pt x="0" y="125"/>
                    <a:pt x="83" y="180"/>
                  </a:cubicBezTo>
                  <a:cubicBezTo>
                    <a:pt x="970" y="837"/>
                    <a:pt x="1660" y="1724"/>
                    <a:pt x="1989" y="2776"/>
                  </a:cubicBezTo>
                  <a:cubicBezTo>
                    <a:pt x="2002" y="2829"/>
                    <a:pt x="2041" y="2850"/>
                    <a:pt x="2082" y="2850"/>
                  </a:cubicBezTo>
                  <a:cubicBezTo>
                    <a:pt x="2142" y="2850"/>
                    <a:pt x="2206" y="2802"/>
                    <a:pt x="2186" y="2743"/>
                  </a:cubicBezTo>
                  <a:cubicBezTo>
                    <a:pt x="1857" y="1626"/>
                    <a:pt x="1134" y="673"/>
                    <a:pt x="181" y="16"/>
                  </a:cubicBezTo>
                  <a:cubicBezTo>
                    <a:pt x="165" y="5"/>
                    <a:pt x="150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6" name="Google Shape;3574;p26"/>
            <p:cNvSpPr/>
            <p:nvPr/>
          </p:nvSpPr>
          <p:spPr>
            <a:xfrm flipH="1">
              <a:off x="7599600" y="4446360"/>
              <a:ext cx="34560" cy="48600"/>
            </a:xfrm>
            <a:custGeom>
              <a:avLst/>
              <a:gdLst>
                <a:gd name="textAreaLeft" fmla="*/ 360 w 34560"/>
                <a:gd name="textAreaRight" fmla="*/ 35280 w 3456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1394" h="1959">
                  <a:moveTo>
                    <a:pt x="159" y="1"/>
                  </a:moveTo>
                  <a:cubicBezTo>
                    <a:pt x="83" y="1"/>
                    <a:pt x="0" y="86"/>
                    <a:pt x="46" y="155"/>
                  </a:cubicBezTo>
                  <a:lnTo>
                    <a:pt x="1163" y="1896"/>
                  </a:lnTo>
                  <a:cubicBezTo>
                    <a:pt x="1185" y="1940"/>
                    <a:pt x="1222" y="1958"/>
                    <a:pt x="1257" y="1958"/>
                  </a:cubicBezTo>
                  <a:cubicBezTo>
                    <a:pt x="1328" y="1958"/>
                    <a:pt x="1393" y="1885"/>
                    <a:pt x="1328" y="1798"/>
                  </a:cubicBezTo>
                  <a:lnTo>
                    <a:pt x="243" y="56"/>
                  </a:lnTo>
                  <a:cubicBezTo>
                    <a:pt x="224" y="17"/>
                    <a:pt x="192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7" name="Google Shape;3575;p26"/>
            <p:cNvSpPr/>
            <p:nvPr/>
          </p:nvSpPr>
          <p:spPr>
            <a:xfrm flipH="1">
              <a:off x="7553520" y="4429440"/>
              <a:ext cx="63360" cy="106200"/>
            </a:xfrm>
            <a:custGeom>
              <a:avLst/>
              <a:gdLst>
                <a:gd name="textAreaLeft" fmla="*/ 360 w 63360"/>
                <a:gd name="textAreaRight" fmla="*/ 64080 w 6336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2552" h="4256">
                  <a:moveTo>
                    <a:pt x="137" y="0"/>
                  </a:moveTo>
                  <a:cubicBezTo>
                    <a:pt x="69" y="0"/>
                    <a:pt x="1" y="70"/>
                    <a:pt x="47" y="140"/>
                  </a:cubicBezTo>
                  <a:cubicBezTo>
                    <a:pt x="967" y="1388"/>
                    <a:pt x="1723" y="2769"/>
                    <a:pt x="2315" y="4182"/>
                  </a:cubicBezTo>
                  <a:cubicBezTo>
                    <a:pt x="2341" y="4234"/>
                    <a:pt x="2388" y="4255"/>
                    <a:pt x="2431" y="4255"/>
                  </a:cubicBezTo>
                  <a:cubicBezTo>
                    <a:pt x="2496" y="4255"/>
                    <a:pt x="2551" y="4208"/>
                    <a:pt x="2512" y="4149"/>
                  </a:cubicBezTo>
                  <a:cubicBezTo>
                    <a:pt x="1920" y="2703"/>
                    <a:pt x="1132" y="1323"/>
                    <a:pt x="212" y="41"/>
                  </a:cubicBezTo>
                  <a:cubicBezTo>
                    <a:pt x="192" y="12"/>
                    <a:pt x="16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8" name="Google Shape;3576;p26"/>
            <p:cNvSpPr/>
            <p:nvPr/>
          </p:nvSpPr>
          <p:spPr>
            <a:xfrm flipH="1">
              <a:off x="7558560" y="4618800"/>
              <a:ext cx="42480" cy="97200"/>
            </a:xfrm>
            <a:custGeom>
              <a:avLst/>
              <a:gdLst>
                <a:gd name="textAreaLeft" fmla="*/ 360 w 42480"/>
                <a:gd name="textAreaRight" fmla="*/ 43200 w 4248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1718" h="3905">
                  <a:moveTo>
                    <a:pt x="1429" y="1"/>
                  </a:moveTo>
                  <a:cubicBezTo>
                    <a:pt x="1368" y="1"/>
                    <a:pt x="1303" y="44"/>
                    <a:pt x="1323" y="124"/>
                  </a:cubicBezTo>
                  <a:cubicBezTo>
                    <a:pt x="1487" y="1471"/>
                    <a:pt x="1027" y="2785"/>
                    <a:pt x="74" y="3738"/>
                  </a:cubicBezTo>
                  <a:cubicBezTo>
                    <a:pt x="1" y="3812"/>
                    <a:pt x="74" y="3905"/>
                    <a:pt x="158" y="3905"/>
                  </a:cubicBezTo>
                  <a:cubicBezTo>
                    <a:pt x="185" y="3905"/>
                    <a:pt x="214" y="3894"/>
                    <a:pt x="239" y="3870"/>
                  </a:cubicBezTo>
                  <a:cubicBezTo>
                    <a:pt x="1225" y="2884"/>
                    <a:pt x="1718" y="1471"/>
                    <a:pt x="1520" y="58"/>
                  </a:cubicBezTo>
                  <a:cubicBezTo>
                    <a:pt x="1507" y="19"/>
                    <a:pt x="1469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9" name="Google Shape;3577;p26"/>
            <p:cNvSpPr/>
            <p:nvPr/>
          </p:nvSpPr>
          <p:spPr>
            <a:xfrm flipH="1">
              <a:off x="7538040" y="4561920"/>
              <a:ext cx="7200" cy="92520"/>
            </a:xfrm>
            <a:custGeom>
              <a:avLst/>
              <a:gdLst>
                <a:gd name="textAreaLeft" fmla="*/ 360 w 7200"/>
                <a:gd name="textAreaRight" fmla="*/ 7920 w 720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6" h="3715">
                  <a:moveTo>
                    <a:pt x="148" y="1"/>
                  </a:moveTo>
                  <a:cubicBezTo>
                    <a:pt x="91" y="1"/>
                    <a:pt x="33" y="34"/>
                    <a:pt x="33" y="99"/>
                  </a:cubicBezTo>
                  <a:cubicBezTo>
                    <a:pt x="99" y="1282"/>
                    <a:pt x="66" y="2432"/>
                    <a:pt x="0" y="3615"/>
                  </a:cubicBezTo>
                  <a:cubicBezTo>
                    <a:pt x="0" y="3681"/>
                    <a:pt x="50" y="3714"/>
                    <a:pt x="99" y="3714"/>
                  </a:cubicBezTo>
                  <a:cubicBezTo>
                    <a:pt x="148" y="3714"/>
                    <a:pt x="197" y="3681"/>
                    <a:pt x="197" y="3615"/>
                  </a:cubicBezTo>
                  <a:cubicBezTo>
                    <a:pt x="296" y="2432"/>
                    <a:pt x="296" y="1282"/>
                    <a:pt x="263" y="99"/>
                  </a:cubicBezTo>
                  <a:cubicBezTo>
                    <a:pt x="263" y="34"/>
                    <a:pt x="206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0" name="Google Shape;3578;p26"/>
            <p:cNvSpPr/>
            <p:nvPr/>
          </p:nvSpPr>
          <p:spPr>
            <a:xfrm flipH="1">
              <a:off x="7878960" y="4099320"/>
              <a:ext cx="123120" cy="43200"/>
            </a:xfrm>
            <a:custGeom>
              <a:avLst/>
              <a:gdLst>
                <a:gd name="textAreaLeft" fmla="*/ 360 w 123120"/>
                <a:gd name="textAreaRight" fmla="*/ 123840 w 12312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4938" h="1742">
                  <a:moveTo>
                    <a:pt x="3675" y="1"/>
                  </a:moveTo>
                  <a:cubicBezTo>
                    <a:pt x="2314" y="1"/>
                    <a:pt x="1001" y="546"/>
                    <a:pt x="50" y="1575"/>
                  </a:cubicBezTo>
                  <a:cubicBezTo>
                    <a:pt x="1" y="1649"/>
                    <a:pt x="62" y="1741"/>
                    <a:pt x="138" y="1741"/>
                  </a:cubicBezTo>
                  <a:cubicBezTo>
                    <a:pt x="163" y="1741"/>
                    <a:pt x="190" y="1731"/>
                    <a:pt x="214" y="1706"/>
                  </a:cubicBezTo>
                  <a:cubicBezTo>
                    <a:pt x="1099" y="745"/>
                    <a:pt x="2334" y="213"/>
                    <a:pt x="3605" y="213"/>
                  </a:cubicBezTo>
                  <a:cubicBezTo>
                    <a:pt x="3986" y="213"/>
                    <a:pt x="4370" y="260"/>
                    <a:pt x="4749" y="359"/>
                  </a:cubicBezTo>
                  <a:cubicBezTo>
                    <a:pt x="4758" y="361"/>
                    <a:pt x="4766" y="362"/>
                    <a:pt x="4774" y="362"/>
                  </a:cubicBezTo>
                  <a:cubicBezTo>
                    <a:pt x="4888" y="362"/>
                    <a:pt x="4937" y="160"/>
                    <a:pt x="4815" y="129"/>
                  </a:cubicBezTo>
                  <a:cubicBezTo>
                    <a:pt x="4435" y="43"/>
                    <a:pt x="4053" y="1"/>
                    <a:pt x="36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1" name="Google Shape;3579;p26"/>
            <p:cNvSpPr/>
            <p:nvPr/>
          </p:nvSpPr>
          <p:spPr>
            <a:xfrm flipH="1">
              <a:off x="7748640" y="4127760"/>
              <a:ext cx="78480" cy="82080"/>
            </a:xfrm>
            <a:custGeom>
              <a:avLst/>
              <a:gdLst>
                <a:gd name="textAreaLeft" fmla="*/ 360 w 78480"/>
                <a:gd name="textAreaRight" fmla="*/ 79200 w 7848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148" h="3292">
                  <a:moveTo>
                    <a:pt x="150" y="0"/>
                  </a:moveTo>
                  <a:cubicBezTo>
                    <a:pt x="52" y="0"/>
                    <a:pt x="0" y="130"/>
                    <a:pt x="111" y="213"/>
                  </a:cubicBezTo>
                  <a:cubicBezTo>
                    <a:pt x="1294" y="936"/>
                    <a:pt x="2280" y="1987"/>
                    <a:pt x="2937" y="3236"/>
                  </a:cubicBezTo>
                  <a:cubicBezTo>
                    <a:pt x="2957" y="3275"/>
                    <a:pt x="2985" y="3291"/>
                    <a:pt x="3014" y="3291"/>
                  </a:cubicBezTo>
                  <a:cubicBezTo>
                    <a:pt x="3081" y="3291"/>
                    <a:pt x="3147" y="3206"/>
                    <a:pt x="3101" y="3137"/>
                  </a:cubicBezTo>
                  <a:cubicBezTo>
                    <a:pt x="2444" y="1856"/>
                    <a:pt x="1425" y="771"/>
                    <a:pt x="209" y="16"/>
                  </a:cubicBezTo>
                  <a:cubicBezTo>
                    <a:pt x="188" y="5"/>
                    <a:pt x="168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2" name="Google Shape;3580;p26"/>
            <p:cNvSpPr/>
            <p:nvPr/>
          </p:nvSpPr>
          <p:spPr>
            <a:xfrm flipH="1">
              <a:off x="7681680" y="4225680"/>
              <a:ext cx="41400" cy="159120"/>
            </a:xfrm>
            <a:custGeom>
              <a:avLst/>
              <a:gdLst>
                <a:gd name="textAreaLeft" fmla="*/ -360 w 41400"/>
                <a:gd name="textAreaRight" fmla="*/ 41400 w 4140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1667" h="6376">
                  <a:moveTo>
                    <a:pt x="145" y="1"/>
                  </a:moveTo>
                  <a:cubicBezTo>
                    <a:pt x="76" y="1"/>
                    <a:pt x="0" y="71"/>
                    <a:pt x="24" y="140"/>
                  </a:cubicBezTo>
                  <a:cubicBezTo>
                    <a:pt x="944" y="2079"/>
                    <a:pt x="1437" y="4149"/>
                    <a:pt x="1469" y="6252"/>
                  </a:cubicBezTo>
                  <a:cubicBezTo>
                    <a:pt x="1469" y="6335"/>
                    <a:pt x="1519" y="6376"/>
                    <a:pt x="1568" y="6376"/>
                  </a:cubicBezTo>
                  <a:cubicBezTo>
                    <a:pt x="1617" y="6376"/>
                    <a:pt x="1667" y="6335"/>
                    <a:pt x="1667" y="6252"/>
                  </a:cubicBezTo>
                  <a:cubicBezTo>
                    <a:pt x="1634" y="4116"/>
                    <a:pt x="1141" y="1981"/>
                    <a:pt x="221" y="42"/>
                  </a:cubicBezTo>
                  <a:cubicBezTo>
                    <a:pt x="202" y="13"/>
                    <a:pt x="174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3" name="Google Shape;3581;p26"/>
            <p:cNvSpPr/>
            <p:nvPr/>
          </p:nvSpPr>
          <p:spPr>
            <a:xfrm flipH="1">
              <a:off x="7714800" y="4280400"/>
              <a:ext cx="25560" cy="96480"/>
            </a:xfrm>
            <a:custGeom>
              <a:avLst/>
              <a:gdLst>
                <a:gd name="textAreaLeft" fmla="*/ -360 w 25560"/>
                <a:gd name="textAreaRight" fmla="*/ 25560 w 255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33" h="3874">
                  <a:moveTo>
                    <a:pt x="159" y="0"/>
                  </a:moveTo>
                  <a:cubicBezTo>
                    <a:pt x="83" y="0"/>
                    <a:pt x="0" y="85"/>
                    <a:pt x="46" y="154"/>
                  </a:cubicBezTo>
                  <a:cubicBezTo>
                    <a:pt x="638" y="1238"/>
                    <a:pt x="835" y="2520"/>
                    <a:pt x="638" y="3736"/>
                  </a:cubicBezTo>
                  <a:cubicBezTo>
                    <a:pt x="618" y="3817"/>
                    <a:pt x="685" y="3873"/>
                    <a:pt x="747" y="3873"/>
                  </a:cubicBezTo>
                  <a:cubicBezTo>
                    <a:pt x="786" y="3873"/>
                    <a:pt x="822" y="3852"/>
                    <a:pt x="835" y="3802"/>
                  </a:cubicBezTo>
                  <a:cubicBezTo>
                    <a:pt x="1032" y="2520"/>
                    <a:pt x="835" y="1206"/>
                    <a:pt x="244" y="55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4" name="Google Shape;3582;p26"/>
            <p:cNvSpPr/>
            <p:nvPr/>
          </p:nvSpPr>
          <p:spPr>
            <a:xfrm flipH="1">
              <a:off x="7656480" y="4256280"/>
              <a:ext cx="26280" cy="110160"/>
            </a:xfrm>
            <a:custGeom>
              <a:avLst/>
              <a:gdLst>
                <a:gd name="textAreaLeft" fmla="*/ -360 w 26280"/>
                <a:gd name="textAreaRight" fmla="*/ 26280 w 2628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1066" h="4426">
                  <a:moveTo>
                    <a:pt x="148" y="0"/>
                  </a:moveTo>
                  <a:cubicBezTo>
                    <a:pt x="83" y="0"/>
                    <a:pt x="1" y="85"/>
                    <a:pt x="47" y="154"/>
                  </a:cubicBezTo>
                  <a:cubicBezTo>
                    <a:pt x="605" y="1468"/>
                    <a:pt x="868" y="2881"/>
                    <a:pt x="770" y="4327"/>
                  </a:cubicBezTo>
                  <a:cubicBezTo>
                    <a:pt x="770" y="4393"/>
                    <a:pt x="819" y="4426"/>
                    <a:pt x="868" y="4426"/>
                  </a:cubicBezTo>
                  <a:cubicBezTo>
                    <a:pt x="917" y="4426"/>
                    <a:pt x="967" y="4393"/>
                    <a:pt x="967" y="4327"/>
                  </a:cubicBezTo>
                  <a:cubicBezTo>
                    <a:pt x="1065" y="2849"/>
                    <a:pt x="802" y="1403"/>
                    <a:pt x="211" y="55"/>
                  </a:cubicBezTo>
                  <a:cubicBezTo>
                    <a:pt x="201" y="16"/>
                    <a:pt x="176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35" name="Google Shape;3583;p26"/>
          <p:cNvGrpSpPr/>
          <p:nvPr/>
        </p:nvGrpSpPr>
        <p:grpSpPr>
          <a:xfrm>
            <a:off x="-128880" y="-189000"/>
            <a:ext cx="1258560" cy="2265120"/>
            <a:chOff x="-128880" y="-189000"/>
            <a:chExt cx="1258560" cy="2265120"/>
          </a:xfrm>
        </p:grpSpPr>
        <p:sp>
          <p:nvSpPr>
            <p:cNvPr id="2936" name="Google Shape;3584;p26"/>
            <p:cNvSpPr/>
            <p:nvPr/>
          </p:nvSpPr>
          <p:spPr>
            <a:xfrm flipH="1">
              <a:off x="-129240" y="1679400"/>
              <a:ext cx="475560" cy="396720"/>
            </a:xfrm>
            <a:custGeom>
              <a:avLst/>
              <a:gdLst>
                <a:gd name="textAreaLeft" fmla="*/ -360 w 475560"/>
                <a:gd name="textAreaRight" fmla="*/ 475560 w 47556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038" h="15878">
                  <a:moveTo>
                    <a:pt x="1827" y="1"/>
                  </a:moveTo>
                  <a:cubicBezTo>
                    <a:pt x="1794" y="1"/>
                    <a:pt x="1762" y="16"/>
                    <a:pt x="1742" y="56"/>
                  </a:cubicBezTo>
                  <a:cubicBezTo>
                    <a:pt x="1" y="3703"/>
                    <a:pt x="724" y="8205"/>
                    <a:pt x="3254" y="11327"/>
                  </a:cubicBezTo>
                  <a:cubicBezTo>
                    <a:pt x="5712" y="14221"/>
                    <a:pt x="9291" y="15877"/>
                    <a:pt x="13040" y="15877"/>
                  </a:cubicBezTo>
                  <a:cubicBezTo>
                    <a:pt x="13250" y="15877"/>
                    <a:pt x="13460" y="15872"/>
                    <a:pt x="13671" y="15862"/>
                  </a:cubicBezTo>
                  <a:cubicBezTo>
                    <a:pt x="15675" y="15763"/>
                    <a:pt x="17745" y="15040"/>
                    <a:pt x="18994" y="13364"/>
                  </a:cubicBezTo>
                  <a:cubicBezTo>
                    <a:pt x="19038" y="13277"/>
                    <a:pt x="18979" y="13204"/>
                    <a:pt x="18906" y="13204"/>
                  </a:cubicBezTo>
                  <a:cubicBezTo>
                    <a:pt x="18870" y="13204"/>
                    <a:pt x="18830" y="13222"/>
                    <a:pt x="18797" y="13266"/>
                  </a:cubicBezTo>
                  <a:lnTo>
                    <a:pt x="18797" y="13233"/>
                  </a:lnTo>
                  <a:cubicBezTo>
                    <a:pt x="17713" y="14712"/>
                    <a:pt x="15905" y="15435"/>
                    <a:pt x="14098" y="15599"/>
                  </a:cubicBezTo>
                  <a:cubicBezTo>
                    <a:pt x="13741" y="15631"/>
                    <a:pt x="13384" y="15647"/>
                    <a:pt x="13026" y="15647"/>
                  </a:cubicBezTo>
                  <a:cubicBezTo>
                    <a:pt x="11537" y="15647"/>
                    <a:pt x="10047" y="15373"/>
                    <a:pt x="8643" y="14843"/>
                  </a:cubicBezTo>
                  <a:cubicBezTo>
                    <a:pt x="6836" y="14186"/>
                    <a:pt x="5193" y="13102"/>
                    <a:pt x="3878" y="11721"/>
                  </a:cubicBezTo>
                  <a:cubicBezTo>
                    <a:pt x="2564" y="10276"/>
                    <a:pt x="1644" y="8534"/>
                    <a:pt x="1250" y="6628"/>
                  </a:cubicBezTo>
                  <a:cubicBezTo>
                    <a:pt x="757" y="4459"/>
                    <a:pt x="987" y="2192"/>
                    <a:pt x="1940" y="155"/>
                  </a:cubicBezTo>
                  <a:cubicBezTo>
                    <a:pt x="1986" y="86"/>
                    <a:pt x="1903" y="1"/>
                    <a:pt x="182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7" name="Google Shape;3585;p26"/>
            <p:cNvSpPr/>
            <p:nvPr/>
          </p:nvSpPr>
          <p:spPr>
            <a:xfrm flipH="1">
              <a:off x="23760" y="1218240"/>
              <a:ext cx="561240" cy="446760"/>
            </a:xfrm>
            <a:custGeom>
              <a:avLst/>
              <a:gdLst>
                <a:gd name="textAreaLeft" fmla="*/ -360 w 561240"/>
                <a:gd name="textAreaRight" fmla="*/ 561240 w 561240"/>
                <a:gd name="textAreaTop" fmla="*/ 0 h 446760"/>
                <a:gd name="textAreaBottom" fmla="*/ 447120 h 446760"/>
              </a:gdLst>
              <a:ahLst/>
              <a:cxnLst/>
              <a:rect l="textAreaLeft" t="textAreaTop" r="textAreaRight" b="textAreaBottom"/>
              <a:pathLst>
                <a:path w="22459" h="17878">
                  <a:moveTo>
                    <a:pt x="1638" y="0"/>
                  </a:moveTo>
                  <a:cubicBezTo>
                    <a:pt x="1606" y="0"/>
                    <a:pt x="1573" y="13"/>
                    <a:pt x="1545" y="41"/>
                  </a:cubicBezTo>
                  <a:cubicBezTo>
                    <a:pt x="165" y="1881"/>
                    <a:pt x="0" y="4247"/>
                    <a:pt x="460" y="6415"/>
                  </a:cubicBezTo>
                  <a:cubicBezTo>
                    <a:pt x="953" y="8650"/>
                    <a:pt x="2005" y="10720"/>
                    <a:pt x="3484" y="12495"/>
                  </a:cubicBezTo>
                  <a:cubicBezTo>
                    <a:pt x="6183" y="15734"/>
                    <a:pt x="10114" y="17878"/>
                    <a:pt x="14327" y="17878"/>
                  </a:cubicBezTo>
                  <a:cubicBezTo>
                    <a:pt x="14730" y="17878"/>
                    <a:pt x="15136" y="17858"/>
                    <a:pt x="15543" y="17818"/>
                  </a:cubicBezTo>
                  <a:cubicBezTo>
                    <a:pt x="18106" y="17588"/>
                    <a:pt x="20505" y="16536"/>
                    <a:pt x="22378" y="14828"/>
                  </a:cubicBezTo>
                  <a:cubicBezTo>
                    <a:pt x="22458" y="14748"/>
                    <a:pt x="22387" y="14646"/>
                    <a:pt x="22304" y="14646"/>
                  </a:cubicBezTo>
                  <a:cubicBezTo>
                    <a:pt x="22285" y="14646"/>
                    <a:pt x="22265" y="14651"/>
                    <a:pt x="22247" y="14663"/>
                  </a:cubicBezTo>
                  <a:cubicBezTo>
                    <a:pt x="20081" y="16679"/>
                    <a:pt x="17173" y="17673"/>
                    <a:pt x="14264" y="17673"/>
                  </a:cubicBezTo>
                  <a:cubicBezTo>
                    <a:pt x="12715" y="17673"/>
                    <a:pt x="11165" y="17392"/>
                    <a:pt x="9727" y="16832"/>
                  </a:cubicBezTo>
                  <a:cubicBezTo>
                    <a:pt x="5521" y="15091"/>
                    <a:pt x="2268" y="11607"/>
                    <a:pt x="888" y="7303"/>
                  </a:cubicBezTo>
                  <a:cubicBezTo>
                    <a:pt x="165" y="4937"/>
                    <a:pt x="165" y="2209"/>
                    <a:pt x="1742" y="172"/>
                  </a:cubicBezTo>
                  <a:cubicBezTo>
                    <a:pt x="1789" y="78"/>
                    <a:pt x="1718" y="0"/>
                    <a:pt x="163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8" name="Google Shape;3586;p26"/>
            <p:cNvSpPr/>
            <p:nvPr/>
          </p:nvSpPr>
          <p:spPr>
            <a:xfrm flipH="1">
              <a:off x="560520" y="1022400"/>
              <a:ext cx="425160" cy="424800"/>
            </a:xfrm>
            <a:custGeom>
              <a:avLst/>
              <a:gdLst>
                <a:gd name="textAreaLeft" fmla="*/ -360 w 425160"/>
                <a:gd name="textAreaRight" fmla="*/ 425160 w 425160"/>
                <a:gd name="textAreaTop" fmla="*/ 0 h 424800"/>
                <a:gd name="textAreaBottom" fmla="*/ 425160 h 424800"/>
              </a:gdLst>
              <a:ahLst/>
              <a:cxnLst/>
              <a:rect l="textAreaLeft" t="textAreaTop" r="textAreaRight" b="textAreaBottom"/>
              <a:pathLst>
                <a:path w="17023" h="17003">
                  <a:moveTo>
                    <a:pt x="3755" y="1"/>
                  </a:moveTo>
                  <a:cubicBezTo>
                    <a:pt x="3741" y="1"/>
                    <a:pt x="3728" y="5"/>
                    <a:pt x="3714" y="14"/>
                  </a:cubicBezTo>
                  <a:cubicBezTo>
                    <a:pt x="2892" y="375"/>
                    <a:pt x="2137" y="868"/>
                    <a:pt x="1447" y="1460"/>
                  </a:cubicBezTo>
                  <a:cubicBezTo>
                    <a:pt x="822" y="2051"/>
                    <a:pt x="395" y="2906"/>
                    <a:pt x="296" y="3793"/>
                  </a:cubicBezTo>
                  <a:cubicBezTo>
                    <a:pt x="1" y="5830"/>
                    <a:pt x="526" y="7933"/>
                    <a:pt x="1414" y="9741"/>
                  </a:cubicBezTo>
                  <a:cubicBezTo>
                    <a:pt x="3122" y="13224"/>
                    <a:pt x="6277" y="15754"/>
                    <a:pt x="10056" y="16641"/>
                  </a:cubicBezTo>
                  <a:cubicBezTo>
                    <a:pt x="11041" y="16884"/>
                    <a:pt x="12045" y="17003"/>
                    <a:pt x="13048" y="17003"/>
                  </a:cubicBezTo>
                  <a:cubicBezTo>
                    <a:pt x="14354" y="17003"/>
                    <a:pt x="15660" y="16801"/>
                    <a:pt x="16924" y="16411"/>
                  </a:cubicBezTo>
                  <a:cubicBezTo>
                    <a:pt x="17022" y="16378"/>
                    <a:pt x="16989" y="16214"/>
                    <a:pt x="16858" y="16214"/>
                  </a:cubicBezTo>
                  <a:cubicBezTo>
                    <a:pt x="15588" y="16618"/>
                    <a:pt x="14293" y="16812"/>
                    <a:pt x="13015" y="16812"/>
                  </a:cubicBezTo>
                  <a:cubicBezTo>
                    <a:pt x="8573" y="16812"/>
                    <a:pt x="4335" y="14470"/>
                    <a:pt x="2038" y="10463"/>
                  </a:cubicBezTo>
                  <a:cubicBezTo>
                    <a:pt x="986" y="8755"/>
                    <a:pt x="428" y="6816"/>
                    <a:pt x="428" y="4844"/>
                  </a:cubicBezTo>
                  <a:cubicBezTo>
                    <a:pt x="428" y="3727"/>
                    <a:pt x="625" y="2643"/>
                    <a:pt x="1381" y="1788"/>
                  </a:cubicBezTo>
                  <a:cubicBezTo>
                    <a:pt x="2104" y="1131"/>
                    <a:pt x="2925" y="573"/>
                    <a:pt x="3812" y="211"/>
                  </a:cubicBezTo>
                  <a:cubicBezTo>
                    <a:pt x="3897" y="155"/>
                    <a:pt x="3836" y="1"/>
                    <a:pt x="375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9" name="Google Shape;3587;p26"/>
            <p:cNvSpPr/>
            <p:nvPr/>
          </p:nvSpPr>
          <p:spPr>
            <a:xfrm flipH="1">
              <a:off x="784080" y="619200"/>
              <a:ext cx="345240" cy="412200"/>
            </a:xfrm>
            <a:custGeom>
              <a:avLst/>
              <a:gdLst>
                <a:gd name="textAreaLeft" fmla="*/ -360 w 345240"/>
                <a:gd name="textAreaRight" fmla="*/ 345240 w 345240"/>
                <a:gd name="textAreaTop" fmla="*/ 0 h 412200"/>
                <a:gd name="textAreaBottom" fmla="*/ 412560 h 412200"/>
              </a:gdLst>
              <a:ahLst/>
              <a:cxnLst/>
              <a:rect l="textAreaLeft" t="textAreaTop" r="textAreaRight" b="textAreaBottom"/>
              <a:pathLst>
                <a:path w="13825" h="16501">
                  <a:moveTo>
                    <a:pt x="10821" y="1"/>
                  </a:moveTo>
                  <a:cubicBezTo>
                    <a:pt x="9256" y="1"/>
                    <a:pt x="7695" y="293"/>
                    <a:pt x="6211" y="863"/>
                  </a:cubicBezTo>
                  <a:cubicBezTo>
                    <a:pt x="4075" y="1717"/>
                    <a:pt x="2333" y="3295"/>
                    <a:pt x="1249" y="5332"/>
                  </a:cubicBezTo>
                  <a:cubicBezTo>
                    <a:pt x="197" y="7238"/>
                    <a:pt x="0" y="9505"/>
                    <a:pt x="690" y="11575"/>
                  </a:cubicBezTo>
                  <a:cubicBezTo>
                    <a:pt x="1347" y="13646"/>
                    <a:pt x="2892" y="15289"/>
                    <a:pt x="4929" y="16044"/>
                  </a:cubicBezTo>
                  <a:cubicBezTo>
                    <a:pt x="5837" y="16369"/>
                    <a:pt x="6773" y="16501"/>
                    <a:pt x="7715" y="16501"/>
                  </a:cubicBezTo>
                  <a:cubicBezTo>
                    <a:pt x="9639" y="16501"/>
                    <a:pt x="11588" y="15950"/>
                    <a:pt x="13374" y="15354"/>
                  </a:cubicBezTo>
                  <a:cubicBezTo>
                    <a:pt x="13489" y="15325"/>
                    <a:pt x="13478" y="15145"/>
                    <a:pt x="13386" y="15145"/>
                  </a:cubicBezTo>
                  <a:cubicBezTo>
                    <a:pt x="13372" y="15145"/>
                    <a:pt x="13358" y="15149"/>
                    <a:pt x="13341" y="15157"/>
                  </a:cubicBezTo>
                  <a:cubicBezTo>
                    <a:pt x="11540" y="15741"/>
                    <a:pt x="9602" y="16304"/>
                    <a:pt x="7678" y="16304"/>
                  </a:cubicBezTo>
                  <a:cubicBezTo>
                    <a:pt x="7110" y="16304"/>
                    <a:pt x="6543" y="16255"/>
                    <a:pt x="5981" y="16143"/>
                  </a:cubicBezTo>
                  <a:cubicBezTo>
                    <a:pt x="3812" y="15683"/>
                    <a:pt x="2005" y="14204"/>
                    <a:pt x="1150" y="12200"/>
                  </a:cubicBezTo>
                  <a:cubicBezTo>
                    <a:pt x="263" y="10228"/>
                    <a:pt x="263" y="7994"/>
                    <a:pt x="1150" y="6022"/>
                  </a:cubicBezTo>
                  <a:cubicBezTo>
                    <a:pt x="2037" y="4017"/>
                    <a:pt x="3582" y="2374"/>
                    <a:pt x="5554" y="1389"/>
                  </a:cubicBezTo>
                  <a:cubicBezTo>
                    <a:pt x="7206" y="595"/>
                    <a:pt x="8999" y="193"/>
                    <a:pt x="10803" y="193"/>
                  </a:cubicBezTo>
                  <a:cubicBezTo>
                    <a:pt x="11762" y="193"/>
                    <a:pt x="12724" y="306"/>
                    <a:pt x="13670" y="534"/>
                  </a:cubicBezTo>
                  <a:cubicBezTo>
                    <a:pt x="13680" y="537"/>
                    <a:pt x="13690" y="538"/>
                    <a:pt x="13698" y="538"/>
                  </a:cubicBezTo>
                  <a:cubicBezTo>
                    <a:pt x="13805" y="538"/>
                    <a:pt x="13824" y="367"/>
                    <a:pt x="13703" y="337"/>
                  </a:cubicBezTo>
                  <a:cubicBezTo>
                    <a:pt x="12751" y="112"/>
                    <a:pt x="11785" y="1"/>
                    <a:pt x="1082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0" name="Google Shape;3588;p26"/>
            <p:cNvSpPr/>
            <p:nvPr/>
          </p:nvSpPr>
          <p:spPr>
            <a:xfrm flipH="1">
              <a:off x="449280" y="293760"/>
              <a:ext cx="415440" cy="323640"/>
            </a:xfrm>
            <a:custGeom>
              <a:avLst/>
              <a:gdLst>
                <a:gd name="textAreaLeft" fmla="*/ 360 w 415440"/>
                <a:gd name="textAreaRight" fmla="*/ 416160 w 41544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6629" h="12965">
                  <a:moveTo>
                    <a:pt x="7612" y="0"/>
                  </a:moveTo>
                  <a:cubicBezTo>
                    <a:pt x="6875" y="0"/>
                    <a:pt x="6138" y="136"/>
                    <a:pt x="5456" y="379"/>
                  </a:cubicBezTo>
                  <a:cubicBezTo>
                    <a:pt x="4503" y="774"/>
                    <a:pt x="3648" y="1365"/>
                    <a:pt x="2991" y="2154"/>
                  </a:cubicBezTo>
                  <a:cubicBezTo>
                    <a:pt x="2268" y="2975"/>
                    <a:pt x="1677" y="3862"/>
                    <a:pt x="1184" y="4848"/>
                  </a:cubicBezTo>
                  <a:cubicBezTo>
                    <a:pt x="625" y="5867"/>
                    <a:pt x="264" y="6984"/>
                    <a:pt x="132" y="8134"/>
                  </a:cubicBezTo>
                  <a:cubicBezTo>
                    <a:pt x="1" y="9252"/>
                    <a:pt x="264" y="10402"/>
                    <a:pt x="855" y="11322"/>
                  </a:cubicBezTo>
                  <a:cubicBezTo>
                    <a:pt x="1414" y="12209"/>
                    <a:pt x="2301" y="12800"/>
                    <a:pt x="3320" y="12965"/>
                  </a:cubicBezTo>
                  <a:cubicBezTo>
                    <a:pt x="3418" y="12965"/>
                    <a:pt x="3484" y="12800"/>
                    <a:pt x="3353" y="12768"/>
                  </a:cubicBezTo>
                  <a:cubicBezTo>
                    <a:pt x="1414" y="12505"/>
                    <a:pt x="297" y="10500"/>
                    <a:pt x="297" y="8693"/>
                  </a:cubicBezTo>
                  <a:cubicBezTo>
                    <a:pt x="362" y="7543"/>
                    <a:pt x="658" y="6393"/>
                    <a:pt x="1184" y="5374"/>
                  </a:cubicBezTo>
                  <a:cubicBezTo>
                    <a:pt x="1611" y="4421"/>
                    <a:pt x="2170" y="3501"/>
                    <a:pt x="2827" y="2680"/>
                  </a:cubicBezTo>
                  <a:cubicBezTo>
                    <a:pt x="3418" y="1858"/>
                    <a:pt x="4207" y="1201"/>
                    <a:pt x="5094" y="774"/>
                  </a:cubicBezTo>
                  <a:cubicBezTo>
                    <a:pt x="5870" y="400"/>
                    <a:pt x="6695" y="203"/>
                    <a:pt x="7549" y="203"/>
                  </a:cubicBezTo>
                  <a:cubicBezTo>
                    <a:pt x="7672" y="203"/>
                    <a:pt x="7796" y="207"/>
                    <a:pt x="7920" y="215"/>
                  </a:cubicBezTo>
                  <a:cubicBezTo>
                    <a:pt x="9892" y="314"/>
                    <a:pt x="11765" y="1168"/>
                    <a:pt x="13178" y="2581"/>
                  </a:cubicBezTo>
                  <a:cubicBezTo>
                    <a:pt x="14755" y="4191"/>
                    <a:pt x="15774" y="6294"/>
                    <a:pt x="16431" y="8430"/>
                  </a:cubicBezTo>
                  <a:cubicBezTo>
                    <a:pt x="16444" y="8483"/>
                    <a:pt x="16478" y="8504"/>
                    <a:pt x="16515" y="8504"/>
                  </a:cubicBezTo>
                  <a:cubicBezTo>
                    <a:pt x="16569" y="8504"/>
                    <a:pt x="16628" y="8456"/>
                    <a:pt x="16628" y="8397"/>
                  </a:cubicBezTo>
                  <a:cubicBezTo>
                    <a:pt x="16037" y="6327"/>
                    <a:pt x="15051" y="4454"/>
                    <a:pt x="13671" y="2844"/>
                  </a:cubicBezTo>
                  <a:cubicBezTo>
                    <a:pt x="12324" y="1267"/>
                    <a:pt x="10418" y="281"/>
                    <a:pt x="8380" y="51"/>
                  </a:cubicBezTo>
                  <a:cubicBezTo>
                    <a:pt x="8126" y="17"/>
                    <a:pt x="7869" y="0"/>
                    <a:pt x="761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1" name="Google Shape;3589;p26"/>
            <p:cNvSpPr/>
            <p:nvPr/>
          </p:nvSpPr>
          <p:spPr>
            <a:xfrm flipH="1">
              <a:off x="-83160" y="501120"/>
              <a:ext cx="556200" cy="581760"/>
            </a:xfrm>
            <a:custGeom>
              <a:avLst/>
              <a:gdLst>
                <a:gd name="textAreaLeft" fmla="*/ -360 w 556200"/>
                <a:gd name="textAreaRight" fmla="*/ 556200 w 556200"/>
                <a:gd name="textAreaTop" fmla="*/ 0 h 581760"/>
                <a:gd name="textAreaBottom" fmla="*/ 582120 h 581760"/>
              </a:gdLst>
              <a:ahLst/>
              <a:cxnLst/>
              <a:rect l="textAreaLeft" t="textAreaTop" r="textAreaRight" b="textAreaBottom"/>
              <a:pathLst>
                <a:path w="22266" h="23285">
                  <a:moveTo>
                    <a:pt x="10820" y="0"/>
                  </a:moveTo>
                  <a:cubicBezTo>
                    <a:pt x="9674" y="0"/>
                    <a:pt x="8514" y="216"/>
                    <a:pt x="7460" y="664"/>
                  </a:cubicBezTo>
                  <a:cubicBezTo>
                    <a:pt x="4732" y="1781"/>
                    <a:pt x="2564" y="3950"/>
                    <a:pt x="1446" y="6710"/>
                  </a:cubicBezTo>
                  <a:cubicBezTo>
                    <a:pt x="296" y="9536"/>
                    <a:pt x="0" y="12658"/>
                    <a:pt x="625" y="15681"/>
                  </a:cubicBezTo>
                  <a:cubicBezTo>
                    <a:pt x="1118" y="18343"/>
                    <a:pt x="2366" y="20971"/>
                    <a:pt x="4535" y="22680"/>
                  </a:cubicBezTo>
                  <a:cubicBezTo>
                    <a:pt x="4831" y="22877"/>
                    <a:pt x="5127" y="23075"/>
                    <a:pt x="5422" y="23272"/>
                  </a:cubicBezTo>
                  <a:cubicBezTo>
                    <a:pt x="5441" y="23281"/>
                    <a:pt x="5458" y="23285"/>
                    <a:pt x="5475" y="23285"/>
                  </a:cubicBezTo>
                  <a:cubicBezTo>
                    <a:pt x="5577" y="23285"/>
                    <a:pt x="5634" y="23131"/>
                    <a:pt x="5521" y="23075"/>
                  </a:cubicBezTo>
                  <a:cubicBezTo>
                    <a:pt x="3155" y="21694"/>
                    <a:pt x="1709" y="19197"/>
                    <a:pt x="1019" y="16568"/>
                  </a:cubicBezTo>
                  <a:cubicBezTo>
                    <a:pt x="263" y="13677"/>
                    <a:pt x="329" y="10653"/>
                    <a:pt x="1249" y="7795"/>
                  </a:cubicBezTo>
                  <a:cubicBezTo>
                    <a:pt x="2103" y="5001"/>
                    <a:pt x="4042" y="2635"/>
                    <a:pt x="6671" y="1222"/>
                  </a:cubicBezTo>
                  <a:cubicBezTo>
                    <a:pt x="7920" y="565"/>
                    <a:pt x="9333" y="204"/>
                    <a:pt x="10779" y="204"/>
                  </a:cubicBezTo>
                  <a:cubicBezTo>
                    <a:pt x="12159" y="237"/>
                    <a:pt x="13539" y="565"/>
                    <a:pt x="14788" y="1190"/>
                  </a:cubicBezTo>
                  <a:cubicBezTo>
                    <a:pt x="17383" y="2405"/>
                    <a:pt x="19454" y="4508"/>
                    <a:pt x="21360" y="6579"/>
                  </a:cubicBezTo>
                  <a:lnTo>
                    <a:pt x="22050" y="7367"/>
                  </a:lnTo>
                  <a:cubicBezTo>
                    <a:pt x="22071" y="7389"/>
                    <a:pt x="22094" y="7398"/>
                    <a:pt x="22116" y="7398"/>
                  </a:cubicBezTo>
                  <a:cubicBezTo>
                    <a:pt x="22196" y="7398"/>
                    <a:pt x="22265" y="7280"/>
                    <a:pt x="22214" y="7203"/>
                  </a:cubicBezTo>
                  <a:cubicBezTo>
                    <a:pt x="20242" y="5034"/>
                    <a:pt x="18172" y="2800"/>
                    <a:pt x="15609" y="1354"/>
                  </a:cubicBezTo>
                  <a:cubicBezTo>
                    <a:pt x="14393" y="664"/>
                    <a:pt x="13046" y="204"/>
                    <a:pt x="11666" y="39"/>
                  </a:cubicBezTo>
                  <a:cubicBezTo>
                    <a:pt x="11386" y="13"/>
                    <a:pt x="11104" y="0"/>
                    <a:pt x="1082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2" name="Google Shape;3590;p26"/>
            <p:cNvSpPr/>
            <p:nvPr/>
          </p:nvSpPr>
          <p:spPr>
            <a:xfrm flipH="1">
              <a:off x="65160" y="34920"/>
              <a:ext cx="460440" cy="486720"/>
            </a:xfrm>
            <a:custGeom>
              <a:avLst/>
              <a:gdLst>
                <a:gd name="textAreaLeft" fmla="*/ -360 w 460440"/>
                <a:gd name="textAreaRight" fmla="*/ 460440 w 460440"/>
                <a:gd name="textAreaTop" fmla="*/ 0 h 486720"/>
                <a:gd name="textAreaBottom" fmla="*/ 487080 h 486720"/>
              </a:gdLst>
              <a:ahLst/>
              <a:cxnLst/>
              <a:rect l="textAreaLeft" t="textAreaTop" r="textAreaRight" b="textAreaBottom"/>
              <a:pathLst>
                <a:path w="18425" h="19485">
                  <a:moveTo>
                    <a:pt x="13865" y="0"/>
                  </a:moveTo>
                  <a:cubicBezTo>
                    <a:pt x="10577" y="0"/>
                    <a:pt x="7306" y="928"/>
                    <a:pt x="4732" y="3050"/>
                  </a:cubicBezTo>
                  <a:cubicBezTo>
                    <a:pt x="3089" y="4397"/>
                    <a:pt x="1808" y="6172"/>
                    <a:pt x="1085" y="8176"/>
                  </a:cubicBezTo>
                  <a:cubicBezTo>
                    <a:pt x="395" y="10115"/>
                    <a:pt x="362" y="12284"/>
                    <a:pt x="986" y="14255"/>
                  </a:cubicBezTo>
                  <a:cubicBezTo>
                    <a:pt x="1611" y="16457"/>
                    <a:pt x="3089" y="18330"/>
                    <a:pt x="5061" y="19480"/>
                  </a:cubicBezTo>
                  <a:cubicBezTo>
                    <a:pt x="5073" y="19483"/>
                    <a:pt x="5084" y="19484"/>
                    <a:pt x="5095" y="19484"/>
                  </a:cubicBezTo>
                  <a:cubicBezTo>
                    <a:pt x="5208" y="19484"/>
                    <a:pt x="5279" y="19343"/>
                    <a:pt x="5159" y="19283"/>
                  </a:cubicBezTo>
                  <a:cubicBezTo>
                    <a:pt x="1578" y="17311"/>
                    <a:pt x="0" y="12744"/>
                    <a:pt x="1085" y="8866"/>
                  </a:cubicBezTo>
                  <a:cubicBezTo>
                    <a:pt x="2268" y="4660"/>
                    <a:pt x="5981" y="1604"/>
                    <a:pt x="10154" y="618"/>
                  </a:cubicBezTo>
                  <a:cubicBezTo>
                    <a:pt x="11385" y="330"/>
                    <a:pt x="12645" y="188"/>
                    <a:pt x="13906" y="188"/>
                  </a:cubicBezTo>
                  <a:cubicBezTo>
                    <a:pt x="15372" y="188"/>
                    <a:pt x="16840" y="379"/>
                    <a:pt x="18271" y="750"/>
                  </a:cubicBezTo>
                  <a:cubicBezTo>
                    <a:pt x="18281" y="752"/>
                    <a:pt x="18290" y="753"/>
                    <a:pt x="18299" y="753"/>
                  </a:cubicBezTo>
                  <a:cubicBezTo>
                    <a:pt x="18406" y="753"/>
                    <a:pt x="18425" y="583"/>
                    <a:pt x="18304" y="553"/>
                  </a:cubicBezTo>
                  <a:cubicBezTo>
                    <a:pt x="16864" y="193"/>
                    <a:pt x="15363" y="0"/>
                    <a:pt x="1386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3" name="Google Shape;3591;p26"/>
            <p:cNvSpPr/>
            <p:nvPr/>
          </p:nvSpPr>
          <p:spPr>
            <a:xfrm flipH="1">
              <a:off x="351360" y="15120"/>
              <a:ext cx="363600" cy="281520"/>
            </a:xfrm>
            <a:custGeom>
              <a:avLst/>
              <a:gdLst>
                <a:gd name="textAreaLeft" fmla="*/ 360 w 363600"/>
                <a:gd name="textAreaRight" fmla="*/ 364320 w 36360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4565" h="11282">
                  <a:moveTo>
                    <a:pt x="7978" y="1"/>
                  </a:moveTo>
                  <a:cubicBezTo>
                    <a:pt x="6861" y="1"/>
                    <a:pt x="5743" y="203"/>
                    <a:pt x="4667" y="655"/>
                  </a:cubicBezTo>
                  <a:cubicBezTo>
                    <a:pt x="3254" y="1213"/>
                    <a:pt x="2071" y="2232"/>
                    <a:pt x="1249" y="3513"/>
                  </a:cubicBezTo>
                  <a:cubicBezTo>
                    <a:pt x="526" y="4729"/>
                    <a:pt x="263" y="6175"/>
                    <a:pt x="526" y="7555"/>
                  </a:cubicBezTo>
                  <a:cubicBezTo>
                    <a:pt x="756" y="9100"/>
                    <a:pt x="1676" y="10447"/>
                    <a:pt x="2991" y="11268"/>
                  </a:cubicBezTo>
                  <a:cubicBezTo>
                    <a:pt x="3009" y="11278"/>
                    <a:pt x="3027" y="11282"/>
                    <a:pt x="3043" y="11282"/>
                  </a:cubicBezTo>
                  <a:cubicBezTo>
                    <a:pt x="3145" y="11282"/>
                    <a:pt x="3202" y="11128"/>
                    <a:pt x="3089" y="11071"/>
                  </a:cubicBezTo>
                  <a:lnTo>
                    <a:pt x="3089" y="11071"/>
                  </a:lnTo>
                  <a:lnTo>
                    <a:pt x="3089" y="11104"/>
                  </a:lnTo>
                  <a:cubicBezTo>
                    <a:pt x="691" y="9724"/>
                    <a:pt x="1" y="6372"/>
                    <a:pt x="1249" y="3973"/>
                  </a:cubicBezTo>
                  <a:cubicBezTo>
                    <a:pt x="2529" y="1473"/>
                    <a:pt x="5347" y="186"/>
                    <a:pt x="8089" y="186"/>
                  </a:cubicBezTo>
                  <a:cubicBezTo>
                    <a:pt x="8374" y="186"/>
                    <a:pt x="8657" y="200"/>
                    <a:pt x="8939" y="227"/>
                  </a:cubicBezTo>
                  <a:cubicBezTo>
                    <a:pt x="10910" y="490"/>
                    <a:pt x="12750" y="1180"/>
                    <a:pt x="14360" y="2298"/>
                  </a:cubicBezTo>
                  <a:cubicBezTo>
                    <a:pt x="14386" y="2317"/>
                    <a:pt x="14410" y="2325"/>
                    <a:pt x="14432" y="2325"/>
                  </a:cubicBezTo>
                  <a:cubicBezTo>
                    <a:pt x="14521" y="2325"/>
                    <a:pt x="14565" y="2186"/>
                    <a:pt x="14459" y="2133"/>
                  </a:cubicBezTo>
                  <a:cubicBezTo>
                    <a:pt x="12559" y="852"/>
                    <a:pt x="10272" y="1"/>
                    <a:pt x="797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4" name="Google Shape;3592;p26"/>
            <p:cNvSpPr/>
            <p:nvPr/>
          </p:nvSpPr>
          <p:spPr>
            <a:xfrm flipH="1">
              <a:off x="-105120" y="-189000"/>
              <a:ext cx="332280" cy="223560"/>
            </a:xfrm>
            <a:custGeom>
              <a:avLst/>
              <a:gdLst>
                <a:gd name="textAreaLeft" fmla="*/ -360 w 332280"/>
                <a:gd name="textAreaRight" fmla="*/ 332280 w 332280"/>
                <a:gd name="textAreaTop" fmla="*/ 0 h 223560"/>
                <a:gd name="textAreaBottom" fmla="*/ 223920 h 223560"/>
              </a:gdLst>
              <a:ahLst/>
              <a:cxnLst/>
              <a:rect l="textAreaLeft" t="textAreaTop" r="textAreaRight" b="textAreaBottom"/>
              <a:pathLst>
                <a:path w="13309" h="8954">
                  <a:moveTo>
                    <a:pt x="13178" y="0"/>
                  </a:moveTo>
                  <a:cubicBezTo>
                    <a:pt x="10647" y="230"/>
                    <a:pt x="8051" y="526"/>
                    <a:pt x="5653" y="1413"/>
                  </a:cubicBezTo>
                  <a:cubicBezTo>
                    <a:pt x="4502" y="1840"/>
                    <a:pt x="3385" y="2399"/>
                    <a:pt x="2399" y="3155"/>
                  </a:cubicBezTo>
                  <a:cubicBezTo>
                    <a:pt x="1479" y="3878"/>
                    <a:pt x="592" y="4798"/>
                    <a:pt x="296" y="5981"/>
                  </a:cubicBezTo>
                  <a:cubicBezTo>
                    <a:pt x="1" y="7065"/>
                    <a:pt x="428" y="8248"/>
                    <a:pt x="1348" y="8938"/>
                  </a:cubicBezTo>
                  <a:cubicBezTo>
                    <a:pt x="1369" y="8948"/>
                    <a:pt x="1389" y="8953"/>
                    <a:pt x="1407" y="8953"/>
                  </a:cubicBezTo>
                  <a:cubicBezTo>
                    <a:pt x="1505" y="8953"/>
                    <a:pt x="1557" y="8824"/>
                    <a:pt x="1446" y="8741"/>
                  </a:cubicBezTo>
                  <a:cubicBezTo>
                    <a:pt x="592" y="8116"/>
                    <a:pt x="198" y="6999"/>
                    <a:pt x="526" y="5948"/>
                  </a:cubicBezTo>
                  <a:cubicBezTo>
                    <a:pt x="822" y="4798"/>
                    <a:pt x="1709" y="3910"/>
                    <a:pt x="2629" y="3220"/>
                  </a:cubicBezTo>
                  <a:cubicBezTo>
                    <a:pt x="4535" y="1840"/>
                    <a:pt x="6836" y="1117"/>
                    <a:pt x="9136" y="690"/>
                  </a:cubicBezTo>
                  <a:cubicBezTo>
                    <a:pt x="10483" y="460"/>
                    <a:pt x="11830" y="329"/>
                    <a:pt x="13178" y="197"/>
                  </a:cubicBezTo>
                  <a:cubicBezTo>
                    <a:pt x="13309" y="197"/>
                    <a:pt x="13309" y="0"/>
                    <a:pt x="1317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5" name="Google Shape;3593;p26"/>
            <p:cNvSpPr/>
            <p:nvPr/>
          </p:nvSpPr>
          <p:spPr>
            <a:xfrm flipH="1">
              <a:off x="268920" y="1673640"/>
              <a:ext cx="33120" cy="164160"/>
            </a:xfrm>
            <a:custGeom>
              <a:avLst/>
              <a:gdLst>
                <a:gd name="textAreaLeft" fmla="*/ 360 w 33120"/>
                <a:gd name="textAreaRight" fmla="*/ 33840 w 3312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1337" h="6578">
                  <a:moveTo>
                    <a:pt x="1205" y="1"/>
                  </a:moveTo>
                  <a:cubicBezTo>
                    <a:pt x="1172" y="1"/>
                    <a:pt x="1139" y="19"/>
                    <a:pt x="1117" y="63"/>
                  </a:cubicBezTo>
                  <a:cubicBezTo>
                    <a:pt x="66" y="2067"/>
                    <a:pt x="0" y="4466"/>
                    <a:pt x="953" y="6536"/>
                  </a:cubicBezTo>
                  <a:cubicBezTo>
                    <a:pt x="963" y="6565"/>
                    <a:pt x="987" y="6577"/>
                    <a:pt x="1014" y="6577"/>
                  </a:cubicBezTo>
                  <a:cubicBezTo>
                    <a:pt x="1079" y="6577"/>
                    <a:pt x="1164" y="6508"/>
                    <a:pt x="1117" y="6438"/>
                  </a:cubicBezTo>
                  <a:cubicBezTo>
                    <a:pt x="230" y="4401"/>
                    <a:pt x="296" y="2100"/>
                    <a:pt x="1315" y="162"/>
                  </a:cubicBezTo>
                  <a:cubicBezTo>
                    <a:pt x="1337" y="74"/>
                    <a:pt x="1271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6" name="Google Shape;3594;p26"/>
            <p:cNvSpPr/>
            <p:nvPr/>
          </p:nvSpPr>
          <p:spPr>
            <a:xfrm flipH="1">
              <a:off x="-39960" y="1949040"/>
              <a:ext cx="235080" cy="83880"/>
            </a:xfrm>
            <a:custGeom>
              <a:avLst/>
              <a:gdLst>
                <a:gd name="textAreaLeft" fmla="*/ -360 w 235080"/>
                <a:gd name="textAreaRight" fmla="*/ 235080 w 235080"/>
                <a:gd name="textAreaTop" fmla="*/ 0 h 83880"/>
                <a:gd name="textAreaBottom" fmla="*/ 84240 h 83880"/>
              </a:gdLst>
              <a:ahLst/>
              <a:cxnLst/>
              <a:rect l="textAreaLeft" t="textAreaTop" r="textAreaRight" b="textAreaBottom"/>
              <a:pathLst>
                <a:path w="9413" h="3366">
                  <a:moveTo>
                    <a:pt x="149" y="1"/>
                  </a:moveTo>
                  <a:cubicBezTo>
                    <a:pt x="83" y="1"/>
                    <a:pt x="1" y="86"/>
                    <a:pt x="47" y="155"/>
                  </a:cubicBezTo>
                  <a:cubicBezTo>
                    <a:pt x="376" y="812"/>
                    <a:pt x="901" y="1371"/>
                    <a:pt x="1558" y="1732"/>
                  </a:cubicBezTo>
                  <a:cubicBezTo>
                    <a:pt x="2314" y="2159"/>
                    <a:pt x="3103" y="2488"/>
                    <a:pt x="3924" y="2751"/>
                  </a:cubicBezTo>
                  <a:cubicBezTo>
                    <a:pt x="5266" y="3156"/>
                    <a:pt x="6647" y="3366"/>
                    <a:pt x="8036" y="3366"/>
                  </a:cubicBezTo>
                  <a:cubicBezTo>
                    <a:pt x="8450" y="3366"/>
                    <a:pt x="8866" y="3347"/>
                    <a:pt x="9281" y="3309"/>
                  </a:cubicBezTo>
                  <a:cubicBezTo>
                    <a:pt x="9412" y="3309"/>
                    <a:pt x="9412" y="3079"/>
                    <a:pt x="9281" y="3079"/>
                  </a:cubicBezTo>
                  <a:cubicBezTo>
                    <a:pt x="8815" y="3133"/>
                    <a:pt x="8346" y="3160"/>
                    <a:pt x="7877" y="3160"/>
                  </a:cubicBezTo>
                  <a:cubicBezTo>
                    <a:pt x="6627" y="3160"/>
                    <a:pt x="5373" y="2969"/>
                    <a:pt x="4154" y="2586"/>
                  </a:cubicBezTo>
                  <a:cubicBezTo>
                    <a:pt x="3333" y="2356"/>
                    <a:pt x="2544" y="2028"/>
                    <a:pt x="1788" y="1633"/>
                  </a:cubicBezTo>
                  <a:cubicBezTo>
                    <a:pt x="1098" y="1272"/>
                    <a:pt x="540" y="713"/>
                    <a:pt x="211" y="56"/>
                  </a:cubicBezTo>
                  <a:cubicBezTo>
                    <a:pt x="201" y="17"/>
                    <a:pt x="177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120" bIns="42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7" name="Google Shape;3595;p26"/>
            <p:cNvSpPr/>
            <p:nvPr/>
          </p:nvSpPr>
          <p:spPr>
            <a:xfrm flipH="1">
              <a:off x="-30240" y="1974960"/>
              <a:ext cx="163800" cy="34200"/>
            </a:xfrm>
            <a:custGeom>
              <a:avLst/>
              <a:gdLst>
                <a:gd name="textAreaLeft" fmla="*/ -360 w 163800"/>
                <a:gd name="textAreaRight" fmla="*/ 163800 w 16380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6563" h="1385">
                  <a:moveTo>
                    <a:pt x="133" y="0"/>
                  </a:moveTo>
                  <a:cubicBezTo>
                    <a:pt x="48" y="0"/>
                    <a:pt x="1" y="173"/>
                    <a:pt x="122" y="234"/>
                  </a:cubicBezTo>
                  <a:cubicBezTo>
                    <a:pt x="2127" y="924"/>
                    <a:pt x="4263" y="1318"/>
                    <a:pt x="6431" y="1384"/>
                  </a:cubicBezTo>
                  <a:cubicBezTo>
                    <a:pt x="6563" y="1384"/>
                    <a:pt x="6563" y="1187"/>
                    <a:pt x="6431" y="1187"/>
                  </a:cubicBezTo>
                  <a:cubicBezTo>
                    <a:pt x="4295" y="1121"/>
                    <a:pt x="2159" y="727"/>
                    <a:pt x="155" y="4"/>
                  </a:cubicBezTo>
                  <a:cubicBezTo>
                    <a:pt x="148" y="1"/>
                    <a:pt x="14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8" name="Google Shape;3596;p26"/>
            <p:cNvSpPr/>
            <p:nvPr/>
          </p:nvSpPr>
          <p:spPr>
            <a:xfrm flipH="1">
              <a:off x="-21960" y="1957320"/>
              <a:ext cx="129960" cy="24840"/>
            </a:xfrm>
            <a:custGeom>
              <a:avLst/>
              <a:gdLst>
                <a:gd name="textAreaLeft" fmla="*/ -360 w 129960"/>
                <a:gd name="textAreaRight" fmla="*/ 129960 w 12996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5209" h="1001">
                  <a:moveTo>
                    <a:pt x="114" y="0"/>
                  </a:moveTo>
                  <a:cubicBezTo>
                    <a:pt x="37" y="0"/>
                    <a:pt x="1" y="180"/>
                    <a:pt x="116" y="209"/>
                  </a:cubicBezTo>
                  <a:cubicBezTo>
                    <a:pt x="1411" y="749"/>
                    <a:pt x="2795" y="1000"/>
                    <a:pt x="4176" y="1000"/>
                  </a:cubicBezTo>
                  <a:cubicBezTo>
                    <a:pt x="4477" y="1000"/>
                    <a:pt x="4778" y="988"/>
                    <a:pt x="5078" y="965"/>
                  </a:cubicBezTo>
                  <a:cubicBezTo>
                    <a:pt x="5200" y="965"/>
                    <a:pt x="5209" y="764"/>
                    <a:pt x="5102" y="764"/>
                  </a:cubicBezTo>
                  <a:cubicBezTo>
                    <a:pt x="5095" y="764"/>
                    <a:pt x="5086" y="766"/>
                    <a:pt x="5078" y="768"/>
                  </a:cubicBezTo>
                  <a:cubicBezTo>
                    <a:pt x="4796" y="790"/>
                    <a:pt x="4515" y="801"/>
                    <a:pt x="4234" y="801"/>
                  </a:cubicBezTo>
                  <a:cubicBezTo>
                    <a:pt x="2842" y="801"/>
                    <a:pt x="1461" y="531"/>
                    <a:pt x="149" y="12"/>
                  </a:cubicBezTo>
                  <a:cubicBezTo>
                    <a:pt x="136" y="4"/>
                    <a:pt x="125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9" name="Google Shape;3597;p26"/>
            <p:cNvSpPr/>
            <p:nvPr/>
          </p:nvSpPr>
          <p:spPr>
            <a:xfrm flipH="1">
              <a:off x="226800" y="1740960"/>
              <a:ext cx="28440" cy="129960"/>
            </a:xfrm>
            <a:custGeom>
              <a:avLst/>
              <a:gdLst>
                <a:gd name="textAreaLeft" fmla="*/ -360 w 28440"/>
                <a:gd name="textAreaRight" fmla="*/ 28440 w 2844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1158" h="5218">
                  <a:moveTo>
                    <a:pt x="99" y="1"/>
                  </a:moveTo>
                  <a:cubicBezTo>
                    <a:pt x="50" y="1"/>
                    <a:pt x="0" y="34"/>
                    <a:pt x="0" y="99"/>
                  </a:cubicBezTo>
                  <a:cubicBezTo>
                    <a:pt x="99" y="1808"/>
                    <a:pt x="395" y="3517"/>
                    <a:pt x="920" y="5160"/>
                  </a:cubicBezTo>
                  <a:cubicBezTo>
                    <a:pt x="933" y="5199"/>
                    <a:pt x="977" y="5217"/>
                    <a:pt x="1021" y="5217"/>
                  </a:cubicBezTo>
                  <a:cubicBezTo>
                    <a:pt x="1089" y="5217"/>
                    <a:pt x="1157" y="5174"/>
                    <a:pt x="1118" y="5094"/>
                  </a:cubicBezTo>
                  <a:cubicBezTo>
                    <a:pt x="625" y="3484"/>
                    <a:pt x="296" y="1775"/>
                    <a:pt x="198" y="99"/>
                  </a:cubicBezTo>
                  <a:cubicBezTo>
                    <a:pt x="198" y="34"/>
                    <a:pt x="148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0" name="Google Shape;3598;p26"/>
            <p:cNvSpPr/>
            <p:nvPr/>
          </p:nvSpPr>
          <p:spPr>
            <a:xfrm flipH="1">
              <a:off x="403920" y="1373400"/>
              <a:ext cx="117720" cy="172080"/>
            </a:xfrm>
            <a:custGeom>
              <a:avLst/>
              <a:gdLst>
                <a:gd name="textAreaLeft" fmla="*/ -360 w 117720"/>
                <a:gd name="textAreaRight" fmla="*/ 117720 w 117720"/>
                <a:gd name="textAreaTop" fmla="*/ 0 h 172080"/>
                <a:gd name="textAreaBottom" fmla="*/ 172440 h 172080"/>
              </a:gdLst>
              <a:ahLst/>
              <a:cxnLst/>
              <a:rect l="textAreaLeft" t="textAreaTop" r="textAreaRight" b="textAreaBottom"/>
              <a:pathLst>
                <a:path w="4717" h="6892">
                  <a:moveTo>
                    <a:pt x="380" y="0"/>
                  </a:moveTo>
                  <a:cubicBezTo>
                    <a:pt x="337" y="0"/>
                    <a:pt x="290" y="21"/>
                    <a:pt x="264" y="74"/>
                  </a:cubicBezTo>
                  <a:cubicBezTo>
                    <a:pt x="1" y="731"/>
                    <a:pt x="362" y="1454"/>
                    <a:pt x="625" y="2046"/>
                  </a:cubicBezTo>
                  <a:cubicBezTo>
                    <a:pt x="921" y="2703"/>
                    <a:pt x="1282" y="3327"/>
                    <a:pt x="1677" y="3886"/>
                  </a:cubicBezTo>
                  <a:cubicBezTo>
                    <a:pt x="2432" y="5036"/>
                    <a:pt x="3418" y="6055"/>
                    <a:pt x="4535" y="6876"/>
                  </a:cubicBezTo>
                  <a:cubicBezTo>
                    <a:pt x="4551" y="6887"/>
                    <a:pt x="4567" y="6891"/>
                    <a:pt x="4582" y="6891"/>
                  </a:cubicBezTo>
                  <a:cubicBezTo>
                    <a:pt x="4660" y="6891"/>
                    <a:pt x="4717" y="6762"/>
                    <a:pt x="4634" y="6679"/>
                  </a:cubicBezTo>
                  <a:cubicBezTo>
                    <a:pt x="3582" y="5890"/>
                    <a:pt x="2662" y="4937"/>
                    <a:pt x="1907" y="3853"/>
                  </a:cubicBezTo>
                  <a:cubicBezTo>
                    <a:pt x="1545" y="3327"/>
                    <a:pt x="1217" y="2801"/>
                    <a:pt x="954" y="2210"/>
                  </a:cubicBezTo>
                  <a:cubicBezTo>
                    <a:pt x="658" y="1618"/>
                    <a:pt x="198" y="797"/>
                    <a:pt x="461" y="107"/>
                  </a:cubicBezTo>
                  <a:cubicBezTo>
                    <a:pt x="500" y="48"/>
                    <a:pt x="445" y="0"/>
                    <a:pt x="38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040" bIns="86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1" name="Google Shape;3599;p26"/>
            <p:cNvSpPr/>
            <p:nvPr/>
          </p:nvSpPr>
          <p:spPr>
            <a:xfrm flipH="1">
              <a:off x="426960" y="1402200"/>
              <a:ext cx="68760" cy="91800"/>
            </a:xfrm>
            <a:custGeom>
              <a:avLst/>
              <a:gdLst>
                <a:gd name="textAreaLeft" fmla="*/ -360 w 68760"/>
                <a:gd name="textAreaRight" fmla="*/ 68760 w 68760"/>
                <a:gd name="textAreaTop" fmla="*/ 0 h 91800"/>
                <a:gd name="textAreaBottom" fmla="*/ 92160 h 91800"/>
              </a:gdLst>
              <a:ahLst/>
              <a:cxnLst/>
              <a:rect l="textAreaLeft" t="textAreaTop" r="textAreaRight" b="textAreaBottom"/>
              <a:pathLst>
                <a:path w="2760" h="3687">
                  <a:moveTo>
                    <a:pt x="124" y="0"/>
                  </a:moveTo>
                  <a:cubicBezTo>
                    <a:pt x="64" y="0"/>
                    <a:pt x="0" y="48"/>
                    <a:pt x="20" y="107"/>
                  </a:cubicBezTo>
                  <a:lnTo>
                    <a:pt x="20" y="140"/>
                  </a:lnTo>
                  <a:cubicBezTo>
                    <a:pt x="579" y="1487"/>
                    <a:pt x="1433" y="2703"/>
                    <a:pt x="2550" y="3656"/>
                  </a:cubicBezTo>
                  <a:cubicBezTo>
                    <a:pt x="2572" y="3677"/>
                    <a:pt x="2595" y="3686"/>
                    <a:pt x="2617" y="3686"/>
                  </a:cubicBezTo>
                  <a:cubicBezTo>
                    <a:pt x="2695" y="3686"/>
                    <a:pt x="2759" y="3569"/>
                    <a:pt x="2682" y="3492"/>
                  </a:cubicBezTo>
                  <a:cubicBezTo>
                    <a:pt x="1630" y="2571"/>
                    <a:pt x="776" y="1388"/>
                    <a:pt x="217" y="74"/>
                  </a:cubicBezTo>
                  <a:cubicBezTo>
                    <a:pt x="204" y="22"/>
                    <a:pt x="165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2" name="Google Shape;3600;p26"/>
            <p:cNvSpPr/>
            <p:nvPr/>
          </p:nvSpPr>
          <p:spPr>
            <a:xfrm flipH="1">
              <a:off x="426960" y="1415160"/>
              <a:ext cx="43920" cy="45000"/>
            </a:xfrm>
            <a:custGeom>
              <a:avLst/>
              <a:gdLst>
                <a:gd name="textAreaLeft" fmla="*/ 360 w 43920"/>
                <a:gd name="textAreaRight" fmla="*/ 44640 w 4392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1770" h="1816">
                  <a:moveTo>
                    <a:pt x="160" y="1"/>
                  </a:moveTo>
                  <a:cubicBezTo>
                    <a:pt x="83" y="1"/>
                    <a:pt x="1" y="86"/>
                    <a:pt x="47" y="155"/>
                  </a:cubicBezTo>
                  <a:cubicBezTo>
                    <a:pt x="474" y="746"/>
                    <a:pt x="967" y="1305"/>
                    <a:pt x="1525" y="1798"/>
                  </a:cubicBezTo>
                  <a:cubicBezTo>
                    <a:pt x="1544" y="1810"/>
                    <a:pt x="1565" y="1815"/>
                    <a:pt x="1586" y="1815"/>
                  </a:cubicBezTo>
                  <a:cubicBezTo>
                    <a:pt x="1676" y="1815"/>
                    <a:pt x="1770" y="1713"/>
                    <a:pt x="1690" y="1633"/>
                  </a:cubicBezTo>
                  <a:cubicBezTo>
                    <a:pt x="1131" y="1173"/>
                    <a:pt x="638" y="615"/>
                    <a:pt x="244" y="56"/>
                  </a:cubicBezTo>
                  <a:cubicBezTo>
                    <a:pt x="224" y="16"/>
                    <a:pt x="192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3" name="Google Shape;3601;p26"/>
            <p:cNvSpPr/>
            <p:nvPr/>
          </p:nvSpPr>
          <p:spPr>
            <a:xfrm flipH="1">
              <a:off x="65520" y="1540440"/>
              <a:ext cx="214560" cy="59040"/>
            </a:xfrm>
            <a:custGeom>
              <a:avLst/>
              <a:gdLst>
                <a:gd name="textAreaLeft" fmla="*/ 360 w 214560"/>
                <a:gd name="textAreaRight" fmla="*/ 215280 w 2145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8591" h="2369">
                  <a:moveTo>
                    <a:pt x="8469" y="1"/>
                  </a:moveTo>
                  <a:cubicBezTo>
                    <a:pt x="8451" y="1"/>
                    <a:pt x="8432" y="9"/>
                    <a:pt x="8413" y="28"/>
                  </a:cubicBezTo>
                  <a:cubicBezTo>
                    <a:pt x="6213" y="1435"/>
                    <a:pt x="3674" y="2163"/>
                    <a:pt x="1074" y="2163"/>
                  </a:cubicBezTo>
                  <a:cubicBezTo>
                    <a:pt x="761" y="2163"/>
                    <a:pt x="446" y="2152"/>
                    <a:pt x="132" y="2131"/>
                  </a:cubicBezTo>
                  <a:cubicBezTo>
                    <a:pt x="0" y="2131"/>
                    <a:pt x="0" y="2328"/>
                    <a:pt x="132" y="2328"/>
                  </a:cubicBezTo>
                  <a:cubicBezTo>
                    <a:pt x="480" y="2355"/>
                    <a:pt x="827" y="2368"/>
                    <a:pt x="1173" y="2368"/>
                  </a:cubicBezTo>
                  <a:cubicBezTo>
                    <a:pt x="3771" y="2368"/>
                    <a:pt x="6308" y="1613"/>
                    <a:pt x="8511" y="192"/>
                  </a:cubicBezTo>
                  <a:cubicBezTo>
                    <a:pt x="8591" y="139"/>
                    <a:pt x="8542" y="1"/>
                    <a:pt x="846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520" bIns="29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4" name="Google Shape;3602;p26"/>
            <p:cNvSpPr/>
            <p:nvPr/>
          </p:nvSpPr>
          <p:spPr>
            <a:xfrm flipH="1">
              <a:off x="70200" y="1523520"/>
              <a:ext cx="154440" cy="41760"/>
            </a:xfrm>
            <a:custGeom>
              <a:avLst/>
              <a:gdLst>
                <a:gd name="textAreaLeft" fmla="*/ -360 w 154440"/>
                <a:gd name="textAreaRight" fmla="*/ 154440 w 1544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6198" h="1690">
                  <a:moveTo>
                    <a:pt x="6054" y="0"/>
                  </a:moveTo>
                  <a:cubicBezTo>
                    <a:pt x="6041" y="0"/>
                    <a:pt x="6027" y="5"/>
                    <a:pt x="6014" y="14"/>
                  </a:cubicBezTo>
                  <a:cubicBezTo>
                    <a:pt x="4173" y="901"/>
                    <a:pt x="2169" y="1427"/>
                    <a:pt x="132" y="1492"/>
                  </a:cubicBezTo>
                  <a:cubicBezTo>
                    <a:pt x="0" y="1492"/>
                    <a:pt x="0" y="1690"/>
                    <a:pt x="132" y="1690"/>
                  </a:cubicBezTo>
                  <a:cubicBezTo>
                    <a:pt x="2202" y="1624"/>
                    <a:pt x="4239" y="1098"/>
                    <a:pt x="6112" y="211"/>
                  </a:cubicBezTo>
                  <a:cubicBezTo>
                    <a:pt x="6197" y="154"/>
                    <a:pt x="6136" y="0"/>
                    <a:pt x="605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5" name="Google Shape;3603;p26"/>
            <p:cNvSpPr/>
            <p:nvPr/>
          </p:nvSpPr>
          <p:spPr>
            <a:xfrm flipH="1">
              <a:off x="93240" y="1496520"/>
              <a:ext cx="86400" cy="31320"/>
            </a:xfrm>
            <a:custGeom>
              <a:avLst/>
              <a:gdLst>
                <a:gd name="textAreaLeft" fmla="*/ 360 w 86400"/>
                <a:gd name="textAreaRight" fmla="*/ 87120 w 864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3466" h="1262">
                  <a:moveTo>
                    <a:pt x="3296" y="0"/>
                  </a:moveTo>
                  <a:cubicBezTo>
                    <a:pt x="3282" y="0"/>
                    <a:pt x="3267" y="4"/>
                    <a:pt x="3254" y="13"/>
                  </a:cubicBezTo>
                  <a:cubicBezTo>
                    <a:pt x="2333" y="638"/>
                    <a:pt x="1249" y="966"/>
                    <a:pt x="132" y="1065"/>
                  </a:cubicBezTo>
                  <a:cubicBezTo>
                    <a:pt x="0" y="1065"/>
                    <a:pt x="0" y="1262"/>
                    <a:pt x="132" y="1262"/>
                  </a:cubicBezTo>
                  <a:cubicBezTo>
                    <a:pt x="1282" y="1196"/>
                    <a:pt x="2399" y="835"/>
                    <a:pt x="3352" y="210"/>
                  </a:cubicBezTo>
                  <a:cubicBezTo>
                    <a:pt x="3465" y="154"/>
                    <a:pt x="3384" y="0"/>
                    <a:pt x="329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6" name="Google Shape;3604;p26"/>
            <p:cNvSpPr/>
            <p:nvPr/>
          </p:nvSpPr>
          <p:spPr>
            <a:xfrm flipH="1">
              <a:off x="119520" y="1465560"/>
              <a:ext cx="52560" cy="20520"/>
            </a:xfrm>
            <a:custGeom>
              <a:avLst/>
              <a:gdLst>
                <a:gd name="textAreaLeft" fmla="*/ 360 w 52560"/>
                <a:gd name="textAreaRight" fmla="*/ 53280 w 5256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114" h="838">
                  <a:moveTo>
                    <a:pt x="1982" y="1"/>
                  </a:moveTo>
                  <a:cubicBezTo>
                    <a:pt x="1975" y="1"/>
                    <a:pt x="1967" y="2"/>
                    <a:pt x="1960" y="5"/>
                  </a:cubicBezTo>
                  <a:lnTo>
                    <a:pt x="87" y="629"/>
                  </a:lnTo>
                  <a:cubicBezTo>
                    <a:pt x="0" y="658"/>
                    <a:pt x="15" y="838"/>
                    <a:pt x="108" y="838"/>
                  </a:cubicBezTo>
                  <a:cubicBezTo>
                    <a:pt x="121" y="838"/>
                    <a:pt x="136" y="834"/>
                    <a:pt x="152" y="826"/>
                  </a:cubicBezTo>
                  <a:lnTo>
                    <a:pt x="1993" y="202"/>
                  </a:lnTo>
                  <a:cubicBezTo>
                    <a:pt x="2114" y="171"/>
                    <a:pt x="2067" y="1"/>
                    <a:pt x="198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7" name="Google Shape;3605;p26"/>
            <p:cNvSpPr/>
            <p:nvPr/>
          </p:nvSpPr>
          <p:spPr>
            <a:xfrm flipH="1">
              <a:off x="448200" y="1136880"/>
              <a:ext cx="77040" cy="115200"/>
            </a:xfrm>
            <a:custGeom>
              <a:avLst/>
              <a:gdLst>
                <a:gd name="textAreaLeft" fmla="*/ 360 w 77040"/>
                <a:gd name="textAreaRight" fmla="*/ 77760 w 7704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3098" h="4623">
                  <a:moveTo>
                    <a:pt x="2972" y="1"/>
                  </a:moveTo>
                  <a:cubicBezTo>
                    <a:pt x="2963" y="1"/>
                    <a:pt x="2954" y="2"/>
                    <a:pt x="2944" y="4"/>
                  </a:cubicBezTo>
                  <a:cubicBezTo>
                    <a:pt x="1038" y="662"/>
                    <a:pt x="446" y="2765"/>
                    <a:pt x="19" y="4506"/>
                  </a:cubicBezTo>
                  <a:cubicBezTo>
                    <a:pt x="1" y="4580"/>
                    <a:pt x="55" y="4623"/>
                    <a:pt x="112" y="4623"/>
                  </a:cubicBezTo>
                  <a:cubicBezTo>
                    <a:pt x="156" y="4623"/>
                    <a:pt x="202" y="4597"/>
                    <a:pt x="216" y="4539"/>
                  </a:cubicBezTo>
                  <a:cubicBezTo>
                    <a:pt x="643" y="2896"/>
                    <a:pt x="1169" y="859"/>
                    <a:pt x="2977" y="202"/>
                  </a:cubicBezTo>
                  <a:cubicBezTo>
                    <a:pt x="3098" y="171"/>
                    <a:pt x="3079" y="1"/>
                    <a:pt x="29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8" name="Google Shape;3606;p26"/>
            <p:cNvSpPr/>
            <p:nvPr/>
          </p:nvSpPr>
          <p:spPr>
            <a:xfrm flipH="1">
              <a:off x="433440" y="1146240"/>
              <a:ext cx="46080" cy="57240"/>
            </a:xfrm>
            <a:custGeom>
              <a:avLst/>
              <a:gdLst>
                <a:gd name="textAreaLeft" fmla="*/ 360 w 46080"/>
                <a:gd name="textAreaRight" fmla="*/ 46800 w 4608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1863" h="2302">
                  <a:moveTo>
                    <a:pt x="1740" y="1"/>
                  </a:moveTo>
                  <a:cubicBezTo>
                    <a:pt x="1722" y="1"/>
                    <a:pt x="1703" y="9"/>
                    <a:pt x="1684" y="28"/>
                  </a:cubicBezTo>
                  <a:cubicBezTo>
                    <a:pt x="929" y="554"/>
                    <a:pt x="370" y="1309"/>
                    <a:pt x="41" y="2164"/>
                  </a:cubicBezTo>
                  <a:cubicBezTo>
                    <a:pt x="1" y="2245"/>
                    <a:pt x="60" y="2301"/>
                    <a:pt x="128" y="2301"/>
                  </a:cubicBezTo>
                  <a:cubicBezTo>
                    <a:pt x="169" y="2301"/>
                    <a:pt x="213" y="2280"/>
                    <a:pt x="238" y="2229"/>
                  </a:cubicBezTo>
                  <a:cubicBezTo>
                    <a:pt x="534" y="1408"/>
                    <a:pt x="1060" y="718"/>
                    <a:pt x="1783" y="192"/>
                  </a:cubicBezTo>
                  <a:cubicBezTo>
                    <a:pt x="1862" y="139"/>
                    <a:pt x="1814" y="1"/>
                    <a:pt x="174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9" name="Google Shape;3607;p26"/>
            <p:cNvSpPr/>
            <p:nvPr/>
          </p:nvSpPr>
          <p:spPr>
            <a:xfrm flipH="1">
              <a:off x="241200" y="962640"/>
              <a:ext cx="155880" cy="151200"/>
            </a:xfrm>
            <a:custGeom>
              <a:avLst/>
              <a:gdLst>
                <a:gd name="textAreaLeft" fmla="*/ -360 w 155880"/>
                <a:gd name="textAreaRight" fmla="*/ 155880 w 155880"/>
                <a:gd name="textAreaTop" fmla="*/ 0 h 151200"/>
                <a:gd name="textAreaBottom" fmla="*/ 151560 h 151200"/>
              </a:gdLst>
              <a:ahLst/>
              <a:cxnLst/>
              <a:rect l="textAreaLeft" t="textAreaTop" r="textAreaRight" b="textAreaBottom"/>
              <a:pathLst>
                <a:path w="6248" h="6059">
                  <a:moveTo>
                    <a:pt x="163" y="0"/>
                  </a:moveTo>
                  <a:cubicBezTo>
                    <a:pt x="86" y="0"/>
                    <a:pt x="1" y="70"/>
                    <a:pt x="47" y="140"/>
                  </a:cubicBezTo>
                  <a:cubicBezTo>
                    <a:pt x="836" y="1454"/>
                    <a:pt x="1756" y="2703"/>
                    <a:pt x="2775" y="3853"/>
                  </a:cubicBezTo>
                  <a:cubicBezTo>
                    <a:pt x="3662" y="4871"/>
                    <a:pt x="4713" y="5792"/>
                    <a:pt x="6061" y="6054"/>
                  </a:cubicBezTo>
                  <a:cubicBezTo>
                    <a:pt x="6071" y="6057"/>
                    <a:pt x="6080" y="6058"/>
                    <a:pt x="6090" y="6058"/>
                  </a:cubicBezTo>
                  <a:cubicBezTo>
                    <a:pt x="6201" y="6058"/>
                    <a:pt x="6248" y="5888"/>
                    <a:pt x="6126" y="5857"/>
                  </a:cubicBezTo>
                  <a:cubicBezTo>
                    <a:pt x="4779" y="5594"/>
                    <a:pt x="3760" y="4641"/>
                    <a:pt x="2906" y="3656"/>
                  </a:cubicBezTo>
                  <a:cubicBezTo>
                    <a:pt x="1887" y="2538"/>
                    <a:pt x="1000" y="1323"/>
                    <a:pt x="244" y="41"/>
                  </a:cubicBezTo>
                  <a:cubicBezTo>
                    <a:pt x="225" y="12"/>
                    <a:pt x="195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0" bIns="75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0" name="Google Shape;3608;p26"/>
            <p:cNvSpPr/>
            <p:nvPr/>
          </p:nvSpPr>
          <p:spPr>
            <a:xfrm flipH="1">
              <a:off x="270720" y="995760"/>
              <a:ext cx="83520" cy="77400"/>
            </a:xfrm>
            <a:custGeom>
              <a:avLst/>
              <a:gdLst>
                <a:gd name="textAreaLeft" fmla="*/ 360 w 83520"/>
                <a:gd name="textAreaRight" fmla="*/ 84240 w 8352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3353" h="3110">
                  <a:moveTo>
                    <a:pt x="152" y="0"/>
                  </a:moveTo>
                  <a:cubicBezTo>
                    <a:pt x="72" y="0"/>
                    <a:pt x="1" y="78"/>
                    <a:pt x="48" y="172"/>
                  </a:cubicBezTo>
                  <a:cubicBezTo>
                    <a:pt x="902" y="1322"/>
                    <a:pt x="1954" y="2308"/>
                    <a:pt x="3170" y="3096"/>
                  </a:cubicBezTo>
                  <a:cubicBezTo>
                    <a:pt x="3183" y="3106"/>
                    <a:pt x="3197" y="3110"/>
                    <a:pt x="3210" y="3110"/>
                  </a:cubicBezTo>
                  <a:cubicBezTo>
                    <a:pt x="3292" y="3110"/>
                    <a:pt x="3353" y="2956"/>
                    <a:pt x="3268" y="2899"/>
                  </a:cubicBezTo>
                  <a:cubicBezTo>
                    <a:pt x="2085" y="2143"/>
                    <a:pt x="1067" y="1190"/>
                    <a:pt x="245" y="40"/>
                  </a:cubicBezTo>
                  <a:cubicBezTo>
                    <a:pt x="217" y="12"/>
                    <a:pt x="184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1" name="Google Shape;3609;p26"/>
            <p:cNvSpPr/>
            <p:nvPr/>
          </p:nvSpPr>
          <p:spPr>
            <a:xfrm flipH="1">
              <a:off x="239760" y="1016280"/>
              <a:ext cx="68400" cy="51840"/>
            </a:xfrm>
            <a:custGeom>
              <a:avLst/>
              <a:gdLst>
                <a:gd name="textAreaLeft" fmla="*/ 360 w 68400"/>
                <a:gd name="textAreaRight" fmla="*/ 69120 w 6840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2752" h="2087">
                  <a:moveTo>
                    <a:pt x="144" y="1"/>
                  </a:moveTo>
                  <a:cubicBezTo>
                    <a:pt x="75" y="1"/>
                    <a:pt x="1" y="93"/>
                    <a:pt x="75" y="167"/>
                  </a:cubicBezTo>
                  <a:lnTo>
                    <a:pt x="75" y="200"/>
                  </a:lnTo>
                  <a:cubicBezTo>
                    <a:pt x="765" y="989"/>
                    <a:pt x="1586" y="1613"/>
                    <a:pt x="2539" y="2073"/>
                  </a:cubicBezTo>
                  <a:cubicBezTo>
                    <a:pt x="2558" y="2082"/>
                    <a:pt x="2575" y="2086"/>
                    <a:pt x="2592" y="2086"/>
                  </a:cubicBezTo>
                  <a:cubicBezTo>
                    <a:pt x="2694" y="2086"/>
                    <a:pt x="2751" y="1933"/>
                    <a:pt x="2638" y="1876"/>
                  </a:cubicBezTo>
                  <a:cubicBezTo>
                    <a:pt x="1718" y="1449"/>
                    <a:pt x="896" y="825"/>
                    <a:pt x="206" y="36"/>
                  </a:cubicBezTo>
                  <a:cubicBezTo>
                    <a:pt x="190" y="11"/>
                    <a:pt x="167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2" name="Google Shape;3610;p26"/>
            <p:cNvSpPr/>
            <p:nvPr/>
          </p:nvSpPr>
          <p:spPr>
            <a:xfrm flipH="1">
              <a:off x="233640" y="574200"/>
              <a:ext cx="151560" cy="182880"/>
            </a:xfrm>
            <a:custGeom>
              <a:avLst/>
              <a:gdLst>
                <a:gd name="textAreaLeft" fmla="*/ -360 w 151560"/>
                <a:gd name="textAreaRight" fmla="*/ 151560 w 151560"/>
                <a:gd name="textAreaTop" fmla="*/ 0 h 182880"/>
                <a:gd name="textAreaBottom" fmla="*/ 183240 h 182880"/>
              </a:gdLst>
              <a:ahLst/>
              <a:cxnLst/>
              <a:rect l="textAreaLeft" t="textAreaTop" r="textAreaRight" b="textAreaBottom"/>
              <a:pathLst>
                <a:path w="6080" h="7334">
                  <a:moveTo>
                    <a:pt x="5882" y="0"/>
                  </a:moveTo>
                  <a:cubicBezTo>
                    <a:pt x="3352" y="526"/>
                    <a:pt x="1446" y="2662"/>
                    <a:pt x="461" y="4929"/>
                  </a:cubicBezTo>
                  <a:cubicBezTo>
                    <a:pt x="99" y="5652"/>
                    <a:pt x="0" y="6474"/>
                    <a:pt x="132" y="7262"/>
                  </a:cubicBezTo>
                  <a:cubicBezTo>
                    <a:pt x="144" y="7313"/>
                    <a:pt x="181" y="7334"/>
                    <a:pt x="220" y="7334"/>
                  </a:cubicBezTo>
                  <a:cubicBezTo>
                    <a:pt x="282" y="7334"/>
                    <a:pt x="349" y="7278"/>
                    <a:pt x="329" y="7197"/>
                  </a:cubicBezTo>
                  <a:cubicBezTo>
                    <a:pt x="132" y="6277"/>
                    <a:pt x="461" y="5356"/>
                    <a:pt x="888" y="4535"/>
                  </a:cubicBezTo>
                  <a:cubicBezTo>
                    <a:pt x="1216" y="3845"/>
                    <a:pt x="1676" y="3188"/>
                    <a:pt x="2169" y="2596"/>
                  </a:cubicBezTo>
                  <a:cubicBezTo>
                    <a:pt x="3122" y="1380"/>
                    <a:pt x="4437" y="559"/>
                    <a:pt x="5948" y="197"/>
                  </a:cubicBezTo>
                  <a:cubicBezTo>
                    <a:pt x="6080" y="197"/>
                    <a:pt x="6014" y="0"/>
                    <a:pt x="588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3" name="Google Shape;3611;p26"/>
            <p:cNvSpPr/>
            <p:nvPr/>
          </p:nvSpPr>
          <p:spPr>
            <a:xfrm flipH="1">
              <a:off x="217080" y="604800"/>
              <a:ext cx="113760" cy="90720"/>
            </a:xfrm>
            <a:custGeom>
              <a:avLst/>
              <a:gdLst>
                <a:gd name="textAreaLeft" fmla="*/ 360 w 113760"/>
                <a:gd name="textAreaRight" fmla="*/ 11448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4568" h="3642">
                  <a:moveTo>
                    <a:pt x="4436" y="0"/>
                  </a:moveTo>
                  <a:cubicBezTo>
                    <a:pt x="2925" y="164"/>
                    <a:pt x="1512" y="920"/>
                    <a:pt x="592" y="2136"/>
                  </a:cubicBezTo>
                  <a:cubicBezTo>
                    <a:pt x="197" y="2497"/>
                    <a:pt x="0" y="3023"/>
                    <a:pt x="33" y="3549"/>
                  </a:cubicBezTo>
                  <a:cubicBezTo>
                    <a:pt x="33" y="3595"/>
                    <a:pt x="82" y="3642"/>
                    <a:pt x="134" y="3642"/>
                  </a:cubicBezTo>
                  <a:cubicBezTo>
                    <a:pt x="156" y="3642"/>
                    <a:pt x="178" y="3634"/>
                    <a:pt x="197" y="3615"/>
                  </a:cubicBezTo>
                  <a:lnTo>
                    <a:pt x="493" y="3286"/>
                  </a:lnTo>
                  <a:cubicBezTo>
                    <a:pt x="570" y="3235"/>
                    <a:pt x="487" y="3124"/>
                    <a:pt x="416" y="3124"/>
                  </a:cubicBezTo>
                  <a:cubicBezTo>
                    <a:pt x="395" y="3124"/>
                    <a:pt x="376" y="3133"/>
                    <a:pt x="362" y="3155"/>
                  </a:cubicBezTo>
                  <a:lnTo>
                    <a:pt x="250" y="3279"/>
                  </a:lnTo>
                  <a:lnTo>
                    <a:pt x="250" y="3279"/>
                  </a:lnTo>
                  <a:cubicBezTo>
                    <a:pt x="313" y="2847"/>
                    <a:pt x="522" y="2435"/>
                    <a:pt x="822" y="2136"/>
                  </a:cubicBezTo>
                  <a:cubicBezTo>
                    <a:pt x="1117" y="1774"/>
                    <a:pt x="1479" y="1446"/>
                    <a:pt x="1873" y="1183"/>
                  </a:cubicBezTo>
                  <a:cubicBezTo>
                    <a:pt x="2629" y="657"/>
                    <a:pt x="3483" y="329"/>
                    <a:pt x="4436" y="230"/>
                  </a:cubicBezTo>
                  <a:cubicBezTo>
                    <a:pt x="4568" y="230"/>
                    <a:pt x="4568" y="0"/>
                    <a:pt x="443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4" name="Google Shape;3612;p26"/>
            <p:cNvSpPr/>
            <p:nvPr/>
          </p:nvSpPr>
          <p:spPr>
            <a:xfrm flipH="1">
              <a:off x="11160" y="565920"/>
              <a:ext cx="134640" cy="95760"/>
            </a:xfrm>
            <a:custGeom>
              <a:avLst/>
              <a:gdLst>
                <a:gd name="textAreaLeft" fmla="*/ 360 w 134640"/>
                <a:gd name="textAreaRight" fmla="*/ 135360 w 13464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393" h="3839">
                  <a:moveTo>
                    <a:pt x="127" y="1"/>
                  </a:moveTo>
                  <a:cubicBezTo>
                    <a:pt x="19" y="1"/>
                    <a:pt x="1" y="171"/>
                    <a:pt x="122" y="202"/>
                  </a:cubicBezTo>
                  <a:lnTo>
                    <a:pt x="89" y="202"/>
                  </a:lnTo>
                  <a:cubicBezTo>
                    <a:pt x="2192" y="662"/>
                    <a:pt x="4032" y="1943"/>
                    <a:pt x="5183" y="3784"/>
                  </a:cubicBezTo>
                  <a:cubicBezTo>
                    <a:pt x="5202" y="3823"/>
                    <a:pt x="5231" y="3839"/>
                    <a:pt x="5260" y="3839"/>
                  </a:cubicBezTo>
                  <a:cubicBezTo>
                    <a:pt x="5326" y="3839"/>
                    <a:pt x="5393" y="3754"/>
                    <a:pt x="5347" y="3685"/>
                  </a:cubicBezTo>
                  <a:cubicBezTo>
                    <a:pt x="4197" y="1812"/>
                    <a:pt x="2324" y="498"/>
                    <a:pt x="155" y="5"/>
                  </a:cubicBezTo>
                  <a:cubicBezTo>
                    <a:pt x="145" y="2"/>
                    <a:pt x="135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5" name="Google Shape;3613;p26"/>
            <p:cNvSpPr/>
            <p:nvPr/>
          </p:nvSpPr>
          <p:spPr>
            <a:xfrm flipH="1">
              <a:off x="249480" y="636840"/>
              <a:ext cx="62280" cy="54000"/>
            </a:xfrm>
            <a:custGeom>
              <a:avLst/>
              <a:gdLst>
                <a:gd name="textAreaLeft" fmla="*/ -360 w 62280"/>
                <a:gd name="textAreaRight" fmla="*/ 62280 w 6228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2509" h="2180">
                  <a:moveTo>
                    <a:pt x="2350" y="1"/>
                  </a:moveTo>
                  <a:cubicBezTo>
                    <a:pt x="2341" y="1"/>
                    <a:pt x="2331" y="2"/>
                    <a:pt x="2321" y="5"/>
                  </a:cubicBezTo>
                  <a:cubicBezTo>
                    <a:pt x="1270" y="235"/>
                    <a:pt x="382" y="1023"/>
                    <a:pt x="21" y="2042"/>
                  </a:cubicBezTo>
                  <a:cubicBezTo>
                    <a:pt x="1" y="2123"/>
                    <a:pt x="68" y="2179"/>
                    <a:pt x="130" y="2179"/>
                  </a:cubicBezTo>
                  <a:cubicBezTo>
                    <a:pt x="169" y="2179"/>
                    <a:pt x="206" y="2158"/>
                    <a:pt x="218" y="2108"/>
                  </a:cubicBezTo>
                  <a:cubicBezTo>
                    <a:pt x="580" y="1122"/>
                    <a:pt x="1368" y="399"/>
                    <a:pt x="2387" y="202"/>
                  </a:cubicBezTo>
                  <a:cubicBezTo>
                    <a:pt x="2508" y="171"/>
                    <a:pt x="2461" y="1"/>
                    <a:pt x="235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6" name="Google Shape;3614;p26"/>
            <p:cNvSpPr/>
            <p:nvPr/>
          </p:nvSpPr>
          <p:spPr>
            <a:xfrm flipH="1">
              <a:off x="913680" y="1111320"/>
              <a:ext cx="52200" cy="145800"/>
            </a:xfrm>
            <a:custGeom>
              <a:avLst/>
              <a:gdLst>
                <a:gd name="textAreaLeft" fmla="*/ -360 w 52200"/>
                <a:gd name="textAreaRight" fmla="*/ 52200 w 52200"/>
                <a:gd name="textAreaTop" fmla="*/ 0 h 145800"/>
                <a:gd name="textAreaBottom" fmla="*/ 146160 h 145800"/>
              </a:gdLst>
              <a:ahLst/>
              <a:cxnLst/>
              <a:rect l="textAreaLeft" t="textAreaTop" r="textAreaRight" b="textAreaBottom"/>
              <a:pathLst>
                <a:path w="2107" h="5848">
                  <a:moveTo>
                    <a:pt x="601" y="1"/>
                  </a:moveTo>
                  <a:cubicBezTo>
                    <a:pt x="573" y="1"/>
                    <a:pt x="545" y="13"/>
                    <a:pt x="526" y="42"/>
                  </a:cubicBezTo>
                  <a:lnTo>
                    <a:pt x="493" y="42"/>
                  </a:lnTo>
                  <a:cubicBezTo>
                    <a:pt x="0" y="896"/>
                    <a:pt x="230" y="1948"/>
                    <a:pt x="493" y="2835"/>
                  </a:cubicBezTo>
                  <a:cubicBezTo>
                    <a:pt x="822" y="3886"/>
                    <a:pt x="1282" y="4872"/>
                    <a:pt x="1873" y="5792"/>
                  </a:cubicBezTo>
                  <a:cubicBezTo>
                    <a:pt x="1893" y="5832"/>
                    <a:pt x="1925" y="5848"/>
                    <a:pt x="1957" y="5848"/>
                  </a:cubicBezTo>
                  <a:cubicBezTo>
                    <a:pt x="2031" y="5848"/>
                    <a:pt x="2107" y="5763"/>
                    <a:pt x="2038" y="5694"/>
                  </a:cubicBezTo>
                  <a:cubicBezTo>
                    <a:pt x="1512" y="4839"/>
                    <a:pt x="1052" y="3919"/>
                    <a:pt x="756" y="2966"/>
                  </a:cubicBezTo>
                  <a:cubicBezTo>
                    <a:pt x="460" y="2079"/>
                    <a:pt x="197" y="995"/>
                    <a:pt x="690" y="140"/>
                  </a:cubicBezTo>
                  <a:cubicBezTo>
                    <a:pt x="737" y="71"/>
                    <a:pt x="6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080" bIns="73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7" name="Google Shape;3615;p26"/>
            <p:cNvSpPr/>
            <p:nvPr/>
          </p:nvSpPr>
          <p:spPr>
            <a:xfrm flipH="1">
              <a:off x="894600" y="1162800"/>
              <a:ext cx="49320" cy="74880"/>
            </a:xfrm>
            <a:custGeom>
              <a:avLst/>
              <a:gdLst>
                <a:gd name="textAreaLeft" fmla="*/ -360 w 49320"/>
                <a:gd name="textAreaRight" fmla="*/ 49320 w 4932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1981" h="3016">
                  <a:moveTo>
                    <a:pt x="183" y="1"/>
                  </a:moveTo>
                  <a:cubicBezTo>
                    <a:pt x="151" y="1"/>
                    <a:pt x="119" y="16"/>
                    <a:pt x="99" y="56"/>
                  </a:cubicBezTo>
                  <a:lnTo>
                    <a:pt x="132" y="56"/>
                  </a:lnTo>
                  <a:cubicBezTo>
                    <a:pt x="1" y="286"/>
                    <a:pt x="1" y="582"/>
                    <a:pt x="132" y="812"/>
                  </a:cubicBezTo>
                  <a:cubicBezTo>
                    <a:pt x="263" y="1107"/>
                    <a:pt x="428" y="1370"/>
                    <a:pt x="592" y="1633"/>
                  </a:cubicBezTo>
                  <a:cubicBezTo>
                    <a:pt x="921" y="2126"/>
                    <a:pt x="1315" y="2586"/>
                    <a:pt x="1775" y="2980"/>
                  </a:cubicBezTo>
                  <a:cubicBezTo>
                    <a:pt x="1800" y="3005"/>
                    <a:pt x="1826" y="3015"/>
                    <a:pt x="1851" y="3015"/>
                  </a:cubicBezTo>
                  <a:cubicBezTo>
                    <a:pt x="1925" y="3015"/>
                    <a:pt x="1980" y="2923"/>
                    <a:pt x="1906" y="2849"/>
                  </a:cubicBezTo>
                  <a:cubicBezTo>
                    <a:pt x="1512" y="2488"/>
                    <a:pt x="1151" y="2093"/>
                    <a:pt x="855" y="1633"/>
                  </a:cubicBezTo>
                  <a:cubicBezTo>
                    <a:pt x="691" y="1436"/>
                    <a:pt x="559" y="1206"/>
                    <a:pt x="428" y="976"/>
                  </a:cubicBezTo>
                  <a:cubicBezTo>
                    <a:pt x="263" y="746"/>
                    <a:pt x="198" y="450"/>
                    <a:pt x="296" y="154"/>
                  </a:cubicBezTo>
                  <a:cubicBezTo>
                    <a:pt x="342" y="86"/>
                    <a:pt x="260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8" name="Google Shape;3616;p26"/>
            <p:cNvSpPr/>
            <p:nvPr/>
          </p:nvSpPr>
          <p:spPr>
            <a:xfrm flipH="1">
              <a:off x="889560" y="1173240"/>
              <a:ext cx="27360" cy="43200"/>
            </a:xfrm>
            <a:custGeom>
              <a:avLst/>
              <a:gdLst>
                <a:gd name="textAreaLeft" fmla="*/ 360 w 27360"/>
                <a:gd name="textAreaRight" fmla="*/ 28080 w 273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1115" h="1737">
                  <a:moveTo>
                    <a:pt x="103" y="0"/>
                  </a:moveTo>
                  <a:cubicBezTo>
                    <a:pt x="50" y="0"/>
                    <a:pt x="0" y="33"/>
                    <a:pt x="17" y="99"/>
                  </a:cubicBezTo>
                  <a:cubicBezTo>
                    <a:pt x="83" y="756"/>
                    <a:pt x="411" y="1348"/>
                    <a:pt x="937" y="1709"/>
                  </a:cubicBezTo>
                  <a:cubicBezTo>
                    <a:pt x="956" y="1728"/>
                    <a:pt x="975" y="1736"/>
                    <a:pt x="993" y="1736"/>
                  </a:cubicBezTo>
                  <a:cubicBezTo>
                    <a:pt x="1066" y="1736"/>
                    <a:pt x="1115" y="1598"/>
                    <a:pt x="1035" y="1545"/>
                  </a:cubicBezTo>
                  <a:cubicBezTo>
                    <a:pt x="543" y="1216"/>
                    <a:pt x="247" y="690"/>
                    <a:pt x="214" y="99"/>
                  </a:cubicBezTo>
                  <a:cubicBezTo>
                    <a:pt x="214" y="33"/>
                    <a:pt x="156" y="0"/>
                    <a:pt x="10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9" name="Google Shape;3617;p26"/>
            <p:cNvSpPr/>
            <p:nvPr/>
          </p:nvSpPr>
          <p:spPr>
            <a:xfrm flipH="1">
              <a:off x="627840" y="1393200"/>
              <a:ext cx="113040" cy="23040"/>
            </a:xfrm>
            <a:custGeom>
              <a:avLst/>
              <a:gdLst>
                <a:gd name="textAreaLeft" fmla="*/ 360 w 113040"/>
                <a:gd name="textAreaRight" fmla="*/ 113760 w 11304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4540" h="942">
                  <a:moveTo>
                    <a:pt x="159" y="1"/>
                  </a:moveTo>
                  <a:cubicBezTo>
                    <a:pt x="57" y="1"/>
                    <a:pt x="1" y="150"/>
                    <a:pt x="113" y="178"/>
                  </a:cubicBezTo>
                  <a:lnTo>
                    <a:pt x="113" y="211"/>
                  </a:lnTo>
                  <a:cubicBezTo>
                    <a:pt x="1071" y="690"/>
                    <a:pt x="2150" y="942"/>
                    <a:pt x="3225" y="942"/>
                  </a:cubicBezTo>
                  <a:cubicBezTo>
                    <a:pt x="3626" y="942"/>
                    <a:pt x="4025" y="907"/>
                    <a:pt x="4418" y="835"/>
                  </a:cubicBezTo>
                  <a:cubicBezTo>
                    <a:pt x="4540" y="805"/>
                    <a:pt x="4521" y="635"/>
                    <a:pt x="4414" y="635"/>
                  </a:cubicBezTo>
                  <a:cubicBezTo>
                    <a:pt x="4405" y="635"/>
                    <a:pt x="4395" y="636"/>
                    <a:pt x="4385" y="638"/>
                  </a:cubicBezTo>
                  <a:cubicBezTo>
                    <a:pt x="3993" y="710"/>
                    <a:pt x="3600" y="745"/>
                    <a:pt x="3211" y="745"/>
                  </a:cubicBezTo>
                  <a:cubicBezTo>
                    <a:pt x="2166" y="745"/>
                    <a:pt x="1146" y="493"/>
                    <a:pt x="212" y="14"/>
                  </a:cubicBezTo>
                  <a:cubicBezTo>
                    <a:pt x="193" y="5"/>
                    <a:pt x="176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0" name="Google Shape;3618;p26"/>
            <p:cNvSpPr/>
            <p:nvPr/>
          </p:nvSpPr>
          <p:spPr>
            <a:xfrm flipH="1">
              <a:off x="576000" y="1372680"/>
              <a:ext cx="114480" cy="16200"/>
            </a:xfrm>
            <a:custGeom>
              <a:avLst/>
              <a:gdLst>
                <a:gd name="textAreaLeft" fmla="*/ 360 w 114480"/>
                <a:gd name="textAreaRight" fmla="*/ 115200 w 11448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4591" h="661">
                  <a:moveTo>
                    <a:pt x="159" y="1"/>
                  </a:moveTo>
                  <a:cubicBezTo>
                    <a:pt x="47" y="1"/>
                    <a:pt x="0" y="171"/>
                    <a:pt x="122" y="202"/>
                  </a:cubicBezTo>
                  <a:cubicBezTo>
                    <a:pt x="1236" y="513"/>
                    <a:pt x="2392" y="660"/>
                    <a:pt x="3540" y="660"/>
                  </a:cubicBezTo>
                  <a:cubicBezTo>
                    <a:pt x="3847" y="660"/>
                    <a:pt x="4154" y="650"/>
                    <a:pt x="4459" y="629"/>
                  </a:cubicBezTo>
                  <a:cubicBezTo>
                    <a:pt x="4591" y="629"/>
                    <a:pt x="4591" y="399"/>
                    <a:pt x="4459" y="399"/>
                  </a:cubicBezTo>
                  <a:lnTo>
                    <a:pt x="4426" y="399"/>
                  </a:lnTo>
                  <a:cubicBezTo>
                    <a:pt x="4073" y="432"/>
                    <a:pt x="3718" y="448"/>
                    <a:pt x="3362" y="448"/>
                  </a:cubicBezTo>
                  <a:cubicBezTo>
                    <a:pt x="2295" y="448"/>
                    <a:pt x="1223" y="300"/>
                    <a:pt x="188" y="4"/>
                  </a:cubicBezTo>
                  <a:cubicBezTo>
                    <a:pt x="177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1" name="Google Shape;3619;p26"/>
            <p:cNvSpPr/>
            <p:nvPr/>
          </p:nvSpPr>
          <p:spPr>
            <a:xfrm flipH="1">
              <a:off x="609120" y="1349640"/>
              <a:ext cx="77040" cy="11520"/>
            </a:xfrm>
            <a:custGeom>
              <a:avLst/>
              <a:gdLst>
                <a:gd name="textAreaLeft" fmla="*/ 360 w 77040"/>
                <a:gd name="textAreaRight" fmla="*/ 77760 w 7704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103" h="482">
                  <a:moveTo>
                    <a:pt x="159" y="1"/>
                  </a:moveTo>
                  <a:cubicBezTo>
                    <a:pt x="47" y="1"/>
                    <a:pt x="1" y="171"/>
                    <a:pt x="122" y="201"/>
                  </a:cubicBezTo>
                  <a:lnTo>
                    <a:pt x="89" y="201"/>
                  </a:lnTo>
                  <a:cubicBezTo>
                    <a:pt x="636" y="390"/>
                    <a:pt x="1194" y="481"/>
                    <a:pt x="1750" y="481"/>
                  </a:cubicBezTo>
                  <a:cubicBezTo>
                    <a:pt x="2163" y="481"/>
                    <a:pt x="2575" y="431"/>
                    <a:pt x="2981" y="333"/>
                  </a:cubicBezTo>
                  <a:cubicBezTo>
                    <a:pt x="3102" y="303"/>
                    <a:pt x="3056" y="132"/>
                    <a:pt x="2944" y="132"/>
                  </a:cubicBezTo>
                  <a:cubicBezTo>
                    <a:pt x="2935" y="132"/>
                    <a:pt x="2925" y="133"/>
                    <a:pt x="2915" y="136"/>
                  </a:cubicBezTo>
                  <a:cubicBezTo>
                    <a:pt x="2554" y="229"/>
                    <a:pt x="2182" y="274"/>
                    <a:pt x="1807" y="274"/>
                  </a:cubicBezTo>
                  <a:cubicBezTo>
                    <a:pt x="1263" y="274"/>
                    <a:pt x="714" y="180"/>
                    <a:pt x="188" y="4"/>
                  </a:cubicBezTo>
                  <a:cubicBezTo>
                    <a:pt x="178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2" name="Google Shape;3620;p26"/>
            <p:cNvSpPr/>
            <p:nvPr/>
          </p:nvSpPr>
          <p:spPr>
            <a:xfrm flipH="1">
              <a:off x="617040" y="1325160"/>
              <a:ext cx="52920" cy="7200"/>
            </a:xfrm>
            <a:custGeom>
              <a:avLst/>
              <a:gdLst>
                <a:gd name="textAreaLeft" fmla="*/ -360 w 52920"/>
                <a:gd name="textAreaRight" fmla="*/ 52920 w 529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2137" h="298">
                  <a:moveTo>
                    <a:pt x="198" y="0"/>
                  </a:moveTo>
                  <a:cubicBezTo>
                    <a:pt x="67" y="0"/>
                    <a:pt x="1" y="198"/>
                    <a:pt x="132" y="198"/>
                  </a:cubicBezTo>
                  <a:cubicBezTo>
                    <a:pt x="536" y="261"/>
                    <a:pt x="939" y="298"/>
                    <a:pt x="1342" y="298"/>
                  </a:cubicBezTo>
                  <a:cubicBezTo>
                    <a:pt x="1563" y="298"/>
                    <a:pt x="1784" y="287"/>
                    <a:pt x="2005" y="263"/>
                  </a:cubicBezTo>
                  <a:cubicBezTo>
                    <a:pt x="2137" y="263"/>
                    <a:pt x="2137" y="66"/>
                    <a:pt x="2005" y="66"/>
                  </a:cubicBezTo>
                  <a:cubicBezTo>
                    <a:pt x="1796" y="90"/>
                    <a:pt x="1582" y="100"/>
                    <a:pt x="1367" y="100"/>
                  </a:cubicBezTo>
                  <a:cubicBezTo>
                    <a:pt x="976" y="100"/>
                    <a:pt x="580" y="64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3" name="Google Shape;3621;p26"/>
            <p:cNvSpPr/>
            <p:nvPr/>
          </p:nvSpPr>
          <p:spPr>
            <a:xfrm flipH="1">
              <a:off x="758160" y="988200"/>
              <a:ext cx="47880" cy="130320"/>
            </a:xfrm>
            <a:custGeom>
              <a:avLst/>
              <a:gdLst>
                <a:gd name="textAreaLeft" fmla="*/ -360 w 47880"/>
                <a:gd name="textAreaRight" fmla="*/ 47880 w 4788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1923" h="5228">
                  <a:moveTo>
                    <a:pt x="242" y="1"/>
                  </a:moveTo>
                  <a:cubicBezTo>
                    <a:pt x="197" y="1"/>
                    <a:pt x="148" y="34"/>
                    <a:pt x="132" y="99"/>
                  </a:cubicBezTo>
                  <a:cubicBezTo>
                    <a:pt x="0" y="1940"/>
                    <a:pt x="559" y="3747"/>
                    <a:pt x="1709" y="5193"/>
                  </a:cubicBezTo>
                  <a:cubicBezTo>
                    <a:pt x="1733" y="5217"/>
                    <a:pt x="1760" y="5228"/>
                    <a:pt x="1785" y="5228"/>
                  </a:cubicBezTo>
                  <a:cubicBezTo>
                    <a:pt x="1861" y="5228"/>
                    <a:pt x="1922" y="5135"/>
                    <a:pt x="1873" y="5061"/>
                  </a:cubicBezTo>
                  <a:cubicBezTo>
                    <a:pt x="756" y="3648"/>
                    <a:pt x="197" y="1874"/>
                    <a:pt x="329" y="99"/>
                  </a:cubicBezTo>
                  <a:cubicBezTo>
                    <a:pt x="329" y="34"/>
                    <a:pt x="288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4" name="Google Shape;3622;p26"/>
            <p:cNvSpPr/>
            <p:nvPr/>
          </p:nvSpPr>
          <p:spPr>
            <a:xfrm flipH="1">
              <a:off x="796680" y="1029600"/>
              <a:ext cx="25200" cy="63360"/>
            </a:xfrm>
            <a:custGeom>
              <a:avLst/>
              <a:gdLst>
                <a:gd name="textAreaLeft" fmla="*/ 360 w 25200"/>
                <a:gd name="textAreaRight" fmla="*/ 25920 w 2520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1023" h="2554">
                  <a:moveTo>
                    <a:pt x="132" y="1"/>
                  </a:moveTo>
                  <a:cubicBezTo>
                    <a:pt x="83" y="1"/>
                    <a:pt x="34" y="34"/>
                    <a:pt x="34" y="99"/>
                  </a:cubicBezTo>
                  <a:cubicBezTo>
                    <a:pt x="1" y="954"/>
                    <a:pt x="264" y="1808"/>
                    <a:pt x="789" y="2498"/>
                  </a:cubicBezTo>
                  <a:cubicBezTo>
                    <a:pt x="809" y="2538"/>
                    <a:pt x="841" y="2553"/>
                    <a:pt x="873" y="2553"/>
                  </a:cubicBezTo>
                  <a:cubicBezTo>
                    <a:pt x="947" y="2553"/>
                    <a:pt x="1023" y="2469"/>
                    <a:pt x="954" y="2400"/>
                  </a:cubicBezTo>
                  <a:cubicBezTo>
                    <a:pt x="461" y="1742"/>
                    <a:pt x="198" y="921"/>
                    <a:pt x="231" y="99"/>
                  </a:cubicBezTo>
                  <a:cubicBezTo>
                    <a:pt x="231" y="34"/>
                    <a:pt x="18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5" name="Google Shape;3623;p26"/>
            <p:cNvSpPr/>
            <p:nvPr/>
          </p:nvSpPr>
          <p:spPr>
            <a:xfrm flipH="1">
              <a:off x="1002960" y="822960"/>
              <a:ext cx="92160" cy="150120"/>
            </a:xfrm>
            <a:custGeom>
              <a:avLst/>
              <a:gdLst>
                <a:gd name="textAreaLeft" fmla="*/ 360 w 92160"/>
                <a:gd name="textAreaRight" fmla="*/ 92880 w 9216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3695" h="6026">
                  <a:moveTo>
                    <a:pt x="944" y="0"/>
                  </a:moveTo>
                  <a:cubicBezTo>
                    <a:pt x="925" y="0"/>
                    <a:pt x="906" y="6"/>
                    <a:pt x="887" y="18"/>
                  </a:cubicBezTo>
                  <a:cubicBezTo>
                    <a:pt x="0" y="774"/>
                    <a:pt x="690" y="2285"/>
                    <a:pt x="1085" y="3140"/>
                  </a:cubicBezTo>
                  <a:cubicBezTo>
                    <a:pt x="1643" y="4290"/>
                    <a:pt x="2465" y="5276"/>
                    <a:pt x="3516" y="5998"/>
                  </a:cubicBezTo>
                  <a:cubicBezTo>
                    <a:pt x="3535" y="6018"/>
                    <a:pt x="3554" y="6026"/>
                    <a:pt x="3572" y="6026"/>
                  </a:cubicBezTo>
                  <a:cubicBezTo>
                    <a:pt x="3646" y="6026"/>
                    <a:pt x="3694" y="5887"/>
                    <a:pt x="3615" y="5834"/>
                  </a:cubicBezTo>
                  <a:cubicBezTo>
                    <a:pt x="2695" y="5144"/>
                    <a:pt x="1906" y="4290"/>
                    <a:pt x="1380" y="3271"/>
                  </a:cubicBezTo>
                  <a:cubicBezTo>
                    <a:pt x="1117" y="2778"/>
                    <a:pt x="920" y="2252"/>
                    <a:pt x="756" y="1727"/>
                  </a:cubicBezTo>
                  <a:cubicBezTo>
                    <a:pt x="657" y="1201"/>
                    <a:pt x="592" y="544"/>
                    <a:pt x="1019" y="182"/>
                  </a:cubicBezTo>
                  <a:cubicBezTo>
                    <a:pt x="1099" y="102"/>
                    <a:pt x="1027" y="0"/>
                    <a:pt x="94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6" name="Google Shape;3624;p26"/>
            <p:cNvSpPr/>
            <p:nvPr/>
          </p:nvSpPr>
          <p:spPr>
            <a:xfrm flipH="1">
              <a:off x="994680" y="877320"/>
              <a:ext cx="54000" cy="77040"/>
            </a:xfrm>
            <a:custGeom>
              <a:avLst/>
              <a:gdLst>
                <a:gd name="textAreaLeft" fmla="*/ 360 w 54000"/>
                <a:gd name="textAreaRight" fmla="*/ 54720 w 540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2177" h="3090">
                  <a:moveTo>
                    <a:pt x="219" y="1"/>
                  </a:moveTo>
                  <a:cubicBezTo>
                    <a:pt x="181" y="1"/>
                    <a:pt x="144" y="22"/>
                    <a:pt x="132" y="72"/>
                  </a:cubicBezTo>
                  <a:cubicBezTo>
                    <a:pt x="0" y="697"/>
                    <a:pt x="165" y="1321"/>
                    <a:pt x="559" y="1814"/>
                  </a:cubicBezTo>
                  <a:cubicBezTo>
                    <a:pt x="953" y="2307"/>
                    <a:pt x="1446" y="2734"/>
                    <a:pt x="1972" y="3063"/>
                  </a:cubicBezTo>
                  <a:cubicBezTo>
                    <a:pt x="1991" y="3082"/>
                    <a:pt x="2011" y="3090"/>
                    <a:pt x="2031" y="3090"/>
                  </a:cubicBezTo>
                  <a:cubicBezTo>
                    <a:pt x="2112" y="3090"/>
                    <a:pt x="2176" y="2951"/>
                    <a:pt x="2071" y="2898"/>
                  </a:cubicBezTo>
                  <a:cubicBezTo>
                    <a:pt x="1183" y="2274"/>
                    <a:pt x="33" y="1387"/>
                    <a:pt x="329" y="138"/>
                  </a:cubicBezTo>
                  <a:cubicBezTo>
                    <a:pt x="349" y="57"/>
                    <a:pt x="282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7" name="Google Shape;3625;p26"/>
            <p:cNvSpPr/>
            <p:nvPr/>
          </p:nvSpPr>
          <p:spPr>
            <a:xfrm flipH="1">
              <a:off x="763560" y="652320"/>
              <a:ext cx="160920" cy="18720"/>
            </a:xfrm>
            <a:custGeom>
              <a:avLst/>
              <a:gdLst>
                <a:gd name="textAreaLeft" fmla="*/ -360 w 160920"/>
                <a:gd name="textAreaRight" fmla="*/ 160920 w 1609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6457" h="769">
                  <a:moveTo>
                    <a:pt x="3231" y="1"/>
                  </a:moveTo>
                  <a:cubicBezTo>
                    <a:pt x="2176" y="1"/>
                    <a:pt x="1124" y="190"/>
                    <a:pt x="122" y="568"/>
                  </a:cubicBezTo>
                  <a:cubicBezTo>
                    <a:pt x="0" y="598"/>
                    <a:pt x="47" y="768"/>
                    <a:pt x="159" y="768"/>
                  </a:cubicBezTo>
                  <a:cubicBezTo>
                    <a:pt x="168" y="768"/>
                    <a:pt x="177" y="767"/>
                    <a:pt x="187" y="765"/>
                  </a:cubicBezTo>
                  <a:cubicBezTo>
                    <a:pt x="1173" y="403"/>
                    <a:pt x="2208" y="223"/>
                    <a:pt x="3243" y="223"/>
                  </a:cubicBezTo>
                  <a:cubicBezTo>
                    <a:pt x="4279" y="223"/>
                    <a:pt x="5314" y="403"/>
                    <a:pt x="6299" y="765"/>
                  </a:cubicBezTo>
                  <a:cubicBezTo>
                    <a:pt x="6310" y="767"/>
                    <a:pt x="6319" y="768"/>
                    <a:pt x="6328" y="768"/>
                  </a:cubicBezTo>
                  <a:cubicBezTo>
                    <a:pt x="6435" y="768"/>
                    <a:pt x="6456" y="598"/>
                    <a:pt x="6365" y="568"/>
                  </a:cubicBezTo>
                  <a:cubicBezTo>
                    <a:pt x="5347" y="190"/>
                    <a:pt x="4287" y="1"/>
                    <a:pt x="32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8" name="Google Shape;3626;p26"/>
            <p:cNvSpPr/>
            <p:nvPr/>
          </p:nvSpPr>
          <p:spPr>
            <a:xfrm flipH="1">
              <a:off x="811440" y="672480"/>
              <a:ext cx="53640" cy="10080"/>
            </a:xfrm>
            <a:custGeom>
              <a:avLst/>
              <a:gdLst>
                <a:gd name="textAreaLeft" fmla="*/ -360 w 53640"/>
                <a:gd name="textAreaRight" fmla="*/ 53640 w 5364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159" h="424">
                  <a:moveTo>
                    <a:pt x="635" y="0"/>
                  </a:moveTo>
                  <a:cubicBezTo>
                    <a:pt x="469" y="0"/>
                    <a:pt x="301" y="8"/>
                    <a:pt x="132" y="25"/>
                  </a:cubicBezTo>
                  <a:cubicBezTo>
                    <a:pt x="0" y="25"/>
                    <a:pt x="0" y="223"/>
                    <a:pt x="132" y="223"/>
                  </a:cubicBezTo>
                  <a:cubicBezTo>
                    <a:pt x="288" y="206"/>
                    <a:pt x="444" y="198"/>
                    <a:pt x="599" y="198"/>
                  </a:cubicBezTo>
                  <a:cubicBezTo>
                    <a:pt x="1066" y="198"/>
                    <a:pt x="1528" y="272"/>
                    <a:pt x="1972" y="420"/>
                  </a:cubicBezTo>
                  <a:cubicBezTo>
                    <a:pt x="1982" y="422"/>
                    <a:pt x="1991" y="423"/>
                    <a:pt x="2001" y="423"/>
                  </a:cubicBezTo>
                  <a:cubicBezTo>
                    <a:pt x="2112" y="423"/>
                    <a:pt x="2159" y="250"/>
                    <a:pt x="2037" y="190"/>
                  </a:cubicBezTo>
                  <a:cubicBezTo>
                    <a:pt x="1574" y="68"/>
                    <a:pt x="1111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9" name="Google Shape;3627;p26"/>
            <p:cNvSpPr/>
            <p:nvPr/>
          </p:nvSpPr>
          <p:spPr>
            <a:xfrm flipH="1">
              <a:off x="776520" y="690840"/>
              <a:ext cx="40320" cy="12240"/>
            </a:xfrm>
            <a:custGeom>
              <a:avLst/>
              <a:gdLst>
                <a:gd name="textAreaLeft" fmla="*/ 360 w 40320"/>
                <a:gd name="textAreaRight" fmla="*/ 41040 w 4032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624" h="501">
                  <a:moveTo>
                    <a:pt x="159" y="1"/>
                  </a:moveTo>
                  <a:cubicBezTo>
                    <a:pt x="48" y="1"/>
                    <a:pt x="1" y="171"/>
                    <a:pt x="122" y="202"/>
                  </a:cubicBezTo>
                  <a:lnTo>
                    <a:pt x="1470" y="497"/>
                  </a:lnTo>
                  <a:cubicBezTo>
                    <a:pt x="1480" y="500"/>
                    <a:pt x="1489" y="501"/>
                    <a:pt x="1498" y="501"/>
                  </a:cubicBezTo>
                  <a:cubicBezTo>
                    <a:pt x="1605" y="501"/>
                    <a:pt x="1624" y="330"/>
                    <a:pt x="1502" y="300"/>
                  </a:cubicBezTo>
                  <a:lnTo>
                    <a:pt x="188" y="4"/>
                  </a:lnTo>
                  <a:cubicBezTo>
                    <a:pt x="178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0" name="Google Shape;3628;p26"/>
            <p:cNvSpPr/>
            <p:nvPr/>
          </p:nvSpPr>
          <p:spPr>
            <a:xfrm flipH="1">
              <a:off x="742680" y="528480"/>
              <a:ext cx="80280" cy="72360"/>
            </a:xfrm>
            <a:custGeom>
              <a:avLst/>
              <a:gdLst>
                <a:gd name="textAreaLeft" fmla="*/ -360 w 80280"/>
                <a:gd name="textAreaRight" fmla="*/ 80280 w 8028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3232" h="2907">
                  <a:moveTo>
                    <a:pt x="99" y="0"/>
                  </a:moveTo>
                  <a:cubicBezTo>
                    <a:pt x="49" y="0"/>
                    <a:pt x="0" y="33"/>
                    <a:pt x="0" y="99"/>
                  </a:cubicBezTo>
                  <a:cubicBezTo>
                    <a:pt x="0" y="427"/>
                    <a:pt x="131" y="723"/>
                    <a:pt x="394" y="920"/>
                  </a:cubicBezTo>
                  <a:cubicBezTo>
                    <a:pt x="624" y="1183"/>
                    <a:pt x="920" y="1413"/>
                    <a:pt x="1216" y="1676"/>
                  </a:cubicBezTo>
                  <a:cubicBezTo>
                    <a:pt x="1774" y="2136"/>
                    <a:pt x="2366" y="2530"/>
                    <a:pt x="3023" y="2892"/>
                  </a:cubicBezTo>
                  <a:cubicBezTo>
                    <a:pt x="3039" y="2902"/>
                    <a:pt x="3056" y="2907"/>
                    <a:pt x="3072" y="2907"/>
                  </a:cubicBezTo>
                  <a:cubicBezTo>
                    <a:pt x="3157" y="2907"/>
                    <a:pt x="3232" y="2783"/>
                    <a:pt x="3122" y="2727"/>
                  </a:cubicBezTo>
                  <a:cubicBezTo>
                    <a:pt x="2530" y="2399"/>
                    <a:pt x="1972" y="2005"/>
                    <a:pt x="1413" y="1577"/>
                  </a:cubicBezTo>
                  <a:cubicBezTo>
                    <a:pt x="1183" y="1380"/>
                    <a:pt x="920" y="1150"/>
                    <a:pt x="690" y="920"/>
                  </a:cubicBezTo>
                  <a:cubicBezTo>
                    <a:pt x="427" y="690"/>
                    <a:pt x="164" y="460"/>
                    <a:pt x="197" y="99"/>
                  </a:cubicBezTo>
                  <a:cubicBezTo>
                    <a:pt x="197" y="33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1" name="Google Shape;3629;p26"/>
            <p:cNvSpPr/>
            <p:nvPr/>
          </p:nvSpPr>
          <p:spPr>
            <a:xfrm flipH="1">
              <a:off x="748800" y="521640"/>
              <a:ext cx="60480" cy="53280"/>
            </a:xfrm>
            <a:custGeom>
              <a:avLst/>
              <a:gdLst>
                <a:gd name="textAreaLeft" fmla="*/ 360 w 60480"/>
                <a:gd name="textAreaRight" fmla="*/ 61200 w 604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2439" h="2148">
                  <a:moveTo>
                    <a:pt x="137" y="0"/>
                  </a:moveTo>
                  <a:cubicBezTo>
                    <a:pt x="69" y="0"/>
                    <a:pt x="1" y="70"/>
                    <a:pt x="47" y="140"/>
                  </a:cubicBezTo>
                  <a:cubicBezTo>
                    <a:pt x="540" y="1060"/>
                    <a:pt x="1329" y="1750"/>
                    <a:pt x="2282" y="2144"/>
                  </a:cubicBezTo>
                  <a:cubicBezTo>
                    <a:pt x="2292" y="2147"/>
                    <a:pt x="2301" y="2148"/>
                    <a:pt x="2310" y="2148"/>
                  </a:cubicBezTo>
                  <a:cubicBezTo>
                    <a:pt x="2418" y="2148"/>
                    <a:pt x="2439" y="1977"/>
                    <a:pt x="2348" y="1947"/>
                  </a:cubicBezTo>
                  <a:cubicBezTo>
                    <a:pt x="1427" y="1585"/>
                    <a:pt x="672" y="895"/>
                    <a:pt x="212" y="41"/>
                  </a:cubicBezTo>
                  <a:cubicBezTo>
                    <a:pt x="192" y="12"/>
                    <a:pt x="16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640" bIns="26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2" name="Google Shape;3630;p26"/>
            <p:cNvSpPr/>
            <p:nvPr/>
          </p:nvSpPr>
          <p:spPr>
            <a:xfrm flipH="1">
              <a:off x="681840" y="326160"/>
              <a:ext cx="107280" cy="73080"/>
            </a:xfrm>
            <a:custGeom>
              <a:avLst/>
              <a:gdLst>
                <a:gd name="textAreaLeft" fmla="*/ 360 w 107280"/>
                <a:gd name="textAreaRight" fmla="*/ 108000 w 10728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4312" h="2933">
                  <a:moveTo>
                    <a:pt x="4180" y="0"/>
                  </a:moveTo>
                  <a:cubicBezTo>
                    <a:pt x="2340" y="0"/>
                    <a:pt x="697" y="1118"/>
                    <a:pt x="40" y="2826"/>
                  </a:cubicBezTo>
                  <a:cubicBezTo>
                    <a:pt x="1" y="2886"/>
                    <a:pt x="56" y="2933"/>
                    <a:pt x="120" y="2933"/>
                  </a:cubicBezTo>
                  <a:cubicBezTo>
                    <a:pt x="164" y="2933"/>
                    <a:pt x="211" y="2912"/>
                    <a:pt x="237" y="2859"/>
                  </a:cubicBezTo>
                  <a:lnTo>
                    <a:pt x="204" y="2859"/>
                  </a:lnTo>
                  <a:cubicBezTo>
                    <a:pt x="851" y="1274"/>
                    <a:pt x="2391" y="230"/>
                    <a:pt x="4101" y="230"/>
                  </a:cubicBezTo>
                  <a:cubicBezTo>
                    <a:pt x="4127" y="230"/>
                    <a:pt x="4154" y="230"/>
                    <a:pt x="4180" y="230"/>
                  </a:cubicBezTo>
                  <a:cubicBezTo>
                    <a:pt x="4312" y="230"/>
                    <a:pt x="4312" y="0"/>
                    <a:pt x="418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720" bIns="36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3" name="Google Shape;3631;p26"/>
            <p:cNvSpPr/>
            <p:nvPr/>
          </p:nvSpPr>
          <p:spPr>
            <a:xfrm flipH="1">
              <a:off x="482040" y="369360"/>
              <a:ext cx="97560" cy="159120"/>
            </a:xfrm>
            <a:custGeom>
              <a:avLst/>
              <a:gdLst>
                <a:gd name="textAreaLeft" fmla="*/ -360 w 97560"/>
                <a:gd name="textAreaRight" fmla="*/ 97560 w 9756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3919" h="6385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lnTo>
                    <a:pt x="87" y="149"/>
                  </a:lnTo>
                  <a:cubicBezTo>
                    <a:pt x="1829" y="1825"/>
                    <a:pt x="3110" y="3961"/>
                    <a:pt x="3702" y="6327"/>
                  </a:cubicBezTo>
                  <a:cubicBezTo>
                    <a:pt x="3728" y="6366"/>
                    <a:pt x="3769" y="6384"/>
                    <a:pt x="3807" y="6384"/>
                  </a:cubicBezTo>
                  <a:cubicBezTo>
                    <a:pt x="3866" y="6384"/>
                    <a:pt x="3919" y="6341"/>
                    <a:pt x="3899" y="6261"/>
                  </a:cubicBezTo>
                  <a:cubicBezTo>
                    <a:pt x="3275" y="3896"/>
                    <a:pt x="1993" y="1727"/>
                    <a:pt x="219" y="18"/>
                  </a:cubicBezTo>
                  <a:cubicBezTo>
                    <a:pt x="200" y="6"/>
                    <a:pt x="18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4" name="Google Shape;3632;p26"/>
            <p:cNvSpPr/>
            <p:nvPr/>
          </p:nvSpPr>
          <p:spPr>
            <a:xfrm flipH="1">
              <a:off x="524520" y="454320"/>
              <a:ext cx="34920" cy="58320"/>
            </a:xfrm>
            <a:custGeom>
              <a:avLst/>
              <a:gdLst>
                <a:gd name="textAreaLeft" fmla="*/ -360 w 34920"/>
                <a:gd name="textAreaRight" fmla="*/ 34920 w 34920"/>
                <a:gd name="textAreaTop" fmla="*/ 0 h 58320"/>
                <a:gd name="textAreaBottom" fmla="*/ 58680 h 58320"/>
              </a:gdLst>
              <a:ahLst/>
              <a:cxnLst/>
              <a:rect l="textAreaLeft" t="textAreaTop" r="textAreaRight" b="textAreaBottom"/>
              <a:pathLst>
                <a:path w="1411" h="2349">
                  <a:moveTo>
                    <a:pt x="156" y="0"/>
                  </a:moveTo>
                  <a:cubicBezTo>
                    <a:pt x="85" y="0"/>
                    <a:pt x="1" y="118"/>
                    <a:pt x="78" y="195"/>
                  </a:cubicBezTo>
                  <a:cubicBezTo>
                    <a:pt x="604" y="786"/>
                    <a:pt x="998" y="1509"/>
                    <a:pt x="1195" y="2265"/>
                  </a:cubicBezTo>
                  <a:cubicBezTo>
                    <a:pt x="1209" y="2323"/>
                    <a:pt x="1255" y="2349"/>
                    <a:pt x="1300" y="2349"/>
                  </a:cubicBezTo>
                  <a:cubicBezTo>
                    <a:pt x="1357" y="2349"/>
                    <a:pt x="1411" y="2306"/>
                    <a:pt x="1392" y="2232"/>
                  </a:cubicBezTo>
                  <a:cubicBezTo>
                    <a:pt x="1195" y="1411"/>
                    <a:pt x="801" y="655"/>
                    <a:pt x="209" y="30"/>
                  </a:cubicBezTo>
                  <a:cubicBezTo>
                    <a:pt x="195" y="9"/>
                    <a:pt x="176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5" name="Google Shape;3633;p26"/>
            <p:cNvSpPr/>
            <p:nvPr/>
          </p:nvSpPr>
          <p:spPr>
            <a:xfrm flipH="1">
              <a:off x="398880" y="340920"/>
              <a:ext cx="82080" cy="128880"/>
            </a:xfrm>
            <a:custGeom>
              <a:avLst/>
              <a:gdLst>
                <a:gd name="textAreaLeft" fmla="*/ 360 w 82080"/>
                <a:gd name="textAreaRight" fmla="*/ 82800 w 820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3299" h="5176">
                  <a:moveTo>
                    <a:pt x="132" y="1"/>
                  </a:moveTo>
                  <a:cubicBezTo>
                    <a:pt x="83" y="1"/>
                    <a:pt x="34" y="34"/>
                    <a:pt x="34" y="99"/>
                  </a:cubicBezTo>
                  <a:cubicBezTo>
                    <a:pt x="1" y="625"/>
                    <a:pt x="99" y="1151"/>
                    <a:pt x="329" y="1644"/>
                  </a:cubicBezTo>
                  <a:cubicBezTo>
                    <a:pt x="526" y="2104"/>
                    <a:pt x="756" y="2564"/>
                    <a:pt x="1052" y="2991"/>
                  </a:cubicBezTo>
                  <a:cubicBezTo>
                    <a:pt x="1611" y="3813"/>
                    <a:pt x="2301" y="4568"/>
                    <a:pt x="3090" y="5160"/>
                  </a:cubicBezTo>
                  <a:cubicBezTo>
                    <a:pt x="3105" y="5171"/>
                    <a:pt x="3122" y="5175"/>
                    <a:pt x="3139" y="5175"/>
                  </a:cubicBezTo>
                  <a:cubicBezTo>
                    <a:pt x="3224" y="5175"/>
                    <a:pt x="3298" y="5051"/>
                    <a:pt x="3188" y="4996"/>
                  </a:cubicBezTo>
                  <a:cubicBezTo>
                    <a:pt x="2432" y="4404"/>
                    <a:pt x="1775" y="3681"/>
                    <a:pt x="1217" y="2893"/>
                  </a:cubicBezTo>
                  <a:cubicBezTo>
                    <a:pt x="987" y="2498"/>
                    <a:pt x="756" y="2104"/>
                    <a:pt x="592" y="1710"/>
                  </a:cubicBezTo>
                  <a:cubicBezTo>
                    <a:pt x="329" y="1217"/>
                    <a:pt x="198" y="658"/>
                    <a:pt x="231" y="99"/>
                  </a:cubicBezTo>
                  <a:cubicBezTo>
                    <a:pt x="231" y="34"/>
                    <a:pt x="18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6" name="Google Shape;3634;p26"/>
            <p:cNvSpPr/>
            <p:nvPr/>
          </p:nvSpPr>
          <p:spPr>
            <a:xfrm flipH="1">
              <a:off x="432000" y="370080"/>
              <a:ext cx="33840" cy="39960"/>
            </a:xfrm>
            <a:custGeom>
              <a:avLst/>
              <a:gdLst>
                <a:gd name="textAreaLeft" fmla="*/ 360 w 33840"/>
                <a:gd name="textAreaRight" fmla="*/ 34560 w 3384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362" h="1617">
                  <a:moveTo>
                    <a:pt x="145" y="0"/>
                  </a:moveTo>
                  <a:cubicBezTo>
                    <a:pt x="120" y="0"/>
                    <a:pt x="93" y="8"/>
                    <a:pt x="66" y="22"/>
                  </a:cubicBezTo>
                  <a:cubicBezTo>
                    <a:pt x="33" y="22"/>
                    <a:pt x="0" y="88"/>
                    <a:pt x="33" y="153"/>
                  </a:cubicBezTo>
                  <a:cubicBezTo>
                    <a:pt x="296" y="712"/>
                    <a:pt x="657" y="1205"/>
                    <a:pt x="1117" y="1599"/>
                  </a:cubicBezTo>
                  <a:cubicBezTo>
                    <a:pt x="1136" y="1611"/>
                    <a:pt x="1156" y="1617"/>
                    <a:pt x="1177" y="1617"/>
                  </a:cubicBezTo>
                  <a:cubicBezTo>
                    <a:pt x="1268" y="1617"/>
                    <a:pt x="1362" y="1515"/>
                    <a:pt x="1282" y="1435"/>
                  </a:cubicBezTo>
                  <a:cubicBezTo>
                    <a:pt x="822" y="1073"/>
                    <a:pt x="460" y="580"/>
                    <a:pt x="230" y="55"/>
                  </a:cubicBezTo>
                  <a:cubicBezTo>
                    <a:pt x="211" y="16"/>
                    <a:pt x="180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7" name="Google Shape;3635;p26"/>
            <p:cNvSpPr/>
            <p:nvPr/>
          </p:nvSpPr>
          <p:spPr>
            <a:xfrm flipH="1">
              <a:off x="407520" y="380160"/>
              <a:ext cx="34560" cy="32760"/>
            </a:xfrm>
            <a:custGeom>
              <a:avLst/>
              <a:gdLst>
                <a:gd name="textAreaLeft" fmla="*/ 360 w 34560"/>
                <a:gd name="textAreaRight" fmla="*/ 35280 w 345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1401" h="1323">
                  <a:moveTo>
                    <a:pt x="124" y="0"/>
                  </a:moveTo>
                  <a:cubicBezTo>
                    <a:pt x="63" y="0"/>
                    <a:pt x="0" y="48"/>
                    <a:pt x="20" y="107"/>
                  </a:cubicBezTo>
                  <a:cubicBezTo>
                    <a:pt x="151" y="731"/>
                    <a:pt x="644" y="1191"/>
                    <a:pt x="1269" y="1323"/>
                  </a:cubicBezTo>
                  <a:cubicBezTo>
                    <a:pt x="1302" y="1323"/>
                    <a:pt x="1367" y="1290"/>
                    <a:pt x="1367" y="1224"/>
                  </a:cubicBezTo>
                  <a:cubicBezTo>
                    <a:pt x="1400" y="1191"/>
                    <a:pt x="1367" y="1125"/>
                    <a:pt x="1302" y="1125"/>
                  </a:cubicBezTo>
                  <a:cubicBezTo>
                    <a:pt x="776" y="1027"/>
                    <a:pt x="316" y="600"/>
                    <a:pt x="217" y="74"/>
                  </a:cubicBezTo>
                  <a:cubicBezTo>
                    <a:pt x="204" y="21"/>
                    <a:pt x="165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8" name="Google Shape;3636;p26"/>
            <p:cNvSpPr/>
            <p:nvPr/>
          </p:nvSpPr>
          <p:spPr>
            <a:xfrm flipH="1">
              <a:off x="100800" y="55800"/>
              <a:ext cx="114840" cy="27360"/>
            </a:xfrm>
            <a:custGeom>
              <a:avLst/>
              <a:gdLst>
                <a:gd name="textAreaLeft" fmla="*/ -360 w 114840"/>
                <a:gd name="textAreaRight" fmla="*/ 114840 w 1148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4606" h="1107">
                  <a:moveTo>
                    <a:pt x="1459" y="1"/>
                  </a:moveTo>
                  <a:cubicBezTo>
                    <a:pt x="1010" y="1"/>
                    <a:pt x="560" y="57"/>
                    <a:pt x="122" y="174"/>
                  </a:cubicBezTo>
                  <a:cubicBezTo>
                    <a:pt x="1" y="204"/>
                    <a:pt x="19" y="375"/>
                    <a:pt x="127" y="375"/>
                  </a:cubicBezTo>
                  <a:cubicBezTo>
                    <a:pt x="135" y="375"/>
                    <a:pt x="145" y="373"/>
                    <a:pt x="155" y="371"/>
                  </a:cubicBezTo>
                  <a:cubicBezTo>
                    <a:pt x="580" y="265"/>
                    <a:pt x="1014" y="212"/>
                    <a:pt x="1446" y="212"/>
                  </a:cubicBezTo>
                  <a:cubicBezTo>
                    <a:pt x="2483" y="212"/>
                    <a:pt x="3512" y="514"/>
                    <a:pt x="4394" y="1094"/>
                  </a:cubicBezTo>
                  <a:cubicBezTo>
                    <a:pt x="4408" y="1103"/>
                    <a:pt x="4422" y="1107"/>
                    <a:pt x="4436" y="1107"/>
                  </a:cubicBezTo>
                  <a:cubicBezTo>
                    <a:pt x="4524" y="1107"/>
                    <a:pt x="4606" y="953"/>
                    <a:pt x="4493" y="897"/>
                  </a:cubicBezTo>
                  <a:cubicBezTo>
                    <a:pt x="3591" y="318"/>
                    <a:pt x="2526" y="1"/>
                    <a:pt x="14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9" name="Google Shape;3637;p26"/>
            <p:cNvSpPr/>
            <p:nvPr/>
          </p:nvSpPr>
          <p:spPr>
            <a:xfrm flipH="1">
              <a:off x="129600" y="73800"/>
              <a:ext cx="52560" cy="18000"/>
            </a:xfrm>
            <a:custGeom>
              <a:avLst/>
              <a:gdLst>
                <a:gd name="textAreaLeft" fmla="*/ 360 w 52560"/>
                <a:gd name="textAreaRight" fmla="*/ 53280 w 525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119" h="741">
                  <a:moveTo>
                    <a:pt x="275" y="1"/>
                  </a:moveTo>
                  <a:cubicBezTo>
                    <a:pt x="227" y="1"/>
                    <a:pt x="180" y="2"/>
                    <a:pt x="132" y="4"/>
                  </a:cubicBezTo>
                  <a:cubicBezTo>
                    <a:pt x="1" y="4"/>
                    <a:pt x="1" y="201"/>
                    <a:pt x="132" y="201"/>
                  </a:cubicBezTo>
                  <a:cubicBezTo>
                    <a:pt x="177" y="199"/>
                    <a:pt x="222" y="198"/>
                    <a:pt x="267" y="198"/>
                  </a:cubicBezTo>
                  <a:cubicBezTo>
                    <a:pt x="846" y="198"/>
                    <a:pt x="1419" y="392"/>
                    <a:pt x="1907" y="727"/>
                  </a:cubicBezTo>
                  <a:cubicBezTo>
                    <a:pt x="1925" y="736"/>
                    <a:pt x="1943" y="740"/>
                    <a:pt x="1959" y="740"/>
                  </a:cubicBezTo>
                  <a:cubicBezTo>
                    <a:pt x="2061" y="740"/>
                    <a:pt x="2118" y="587"/>
                    <a:pt x="2005" y="530"/>
                  </a:cubicBezTo>
                  <a:cubicBezTo>
                    <a:pt x="1487" y="195"/>
                    <a:pt x="884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0" name="Google Shape;3638;p26"/>
            <p:cNvSpPr/>
            <p:nvPr/>
          </p:nvSpPr>
          <p:spPr>
            <a:xfrm flipH="1">
              <a:off x="146160" y="89280"/>
              <a:ext cx="27000" cy="14040"/>
            </a:xfrm>
            <a:custGeom>
              <a:avLst/>
              <a:gdLst>
                <a:gd name="textAreaLeft" fmla="*/ -360 w 27000"/>
                <a:gd name="textAreaRight" fmla="*/ 27000 w 2700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1093" h="575">
                  <a:moveTo>
                    <a:pt x="88" y="0"/>
                  </a:moveTo>
                  <a:cubicBezTo>
                    <a:pt x="56" y="0"/>
                    <a:pt x="33" y="16"/>
                    <a:pt x="33" y="54"/>
                  </a:cubicBezTo>
                  <a:cubicBezTo>
                    <a:pt x="0" y="87"/>
                    <a:pt x="0" y="153"/>
                    <a:pt x="66" y="186"/>
                  </a:cubicBezTo>
                  <a:lnTo>
                    <a:pt x="888" y="547"/>
                  </a:lnTo>
                  <a:cubicBezTo>
                    <a:pt x="907" y="567"/>
                    <a:pt x="927" y="575"/>
                    <a:pt x="946" y="575"/>
                  </a:cubicBezTo>
                  <a:cubicBezTo>
                    <a:pt x="1027" y="575"/>
                    <a:pt x="1092" y="436"/>
                    <a:pt x="986" y="383"/>
                  </a:cubicBezTo>
                  <a:lnTo>
                    <a:pt x="165" y="22"/>
                  </a:lnTo>
                  <a:cubicBezTo>
                    <a:pt x="137" y="8"/>
                    <a:pt x="110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1" name="Google Shape;3639;p26"/>
            <p:cNvSpPr/>
            <p:nvPr/>
          </p:nvSpPr>
          <p:spPr>
            <a:xfrm flipH="1">
              <a:off x="592920" y="187200"/>
              <a:ext cx="92160" cy="122760"/>
            </a:xfrm>
            <a:custGeom>
              <a:avLst/>
              <a:gdLst>
                <a:gd name="textAreaLeft" fmla="*/ 360 w 92160"/>
                <a:gd name="textAreaRight" fmla="*/ 92880 w 9216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3698" h="4918">
                  <a:moveTo>
                    <a:pt x="133" y="0"/>
                  </a:moveTo>
                  <a:cubicBezTo>
                    <a:pt x="76" y="0"/>
                    <a:pt x="0" y="56"/>
                    <a:pt x="0" y="137"/>
                  </a:cubicBezTo>
                  <a:cubicBezTo>
                    <a:pt x="395" y="2175"/>
                    <a:pt x="1676" y="3916"/>
                    <a:pt x="3484" y="4902"/>
                  </a:cubicBezTo>
                  <a:cubicBezTo>
                    <a:pt x="3505" y="4913"/>
                    <a:pt x="3525" y="4917"/>
                    <a:pt x="3544" y="4917"/>
                  </a:cubicBezTo>
                  <a:cubicBezTo>
                    <a:pt x="3642" y="4917"/>
                    <a:pt x="3698" y="4793"/>
                    <a:pt x="3615" y="4738"/>
                  </a:cubicBezTo>
                  <a:cubicBezTo>
                    <a:pt x="1841" y="3752"/>
                    <a:pt x="592" y="2043"/>
                    <a:pt x="198" y="72"/>
                  </a:cubicBezTo>
                  <a:cubicBezTo>
                    <a:pt x="198" y="22"/>
                    <a:pt x="16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2" name="Google Shape;3640;p26"/>
            <p:cNvSpPr/>
            <p:nvPr/>
          </p:nvSpPr>
          <p:spPr>
            <a:xfrm flipH="1">
              <a:off x="573840" y="231480"/>
              <a:ext cx="72720" cy="79200"/>
            </a:xfrm>
            <a:custGeom>
              <a:avLst/>
              <a:gdLst>
                <a:gd name="textAreaLeft" fmla="*/ 360 w 72720"/>
                <a:gd name="textAreaRight" fmla="*/ 73440 w 727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2928" h="3189">
                  <a:moveTo>
                    <a:pt x="111" y="1"/>
                  </a:moveTo>
                  <a:cubicBezTo>
                    <a:pt x="54" y="1"/>
                    <a:pt x="0" y="43"/>
                    <a:pt x="19" y="117"/>
                  </a:cubicBezTo>
                  <a:cubicBezTo>
                    <a:pt x="512" y="1431"/>
                    <a:pt x="1465" y="2549"/>
                    <a:pt x="2713" y="3173"/>
                  </a:cubicBezTo>
                  <a:cubicBezTo>
                    <a:pt x="2735" y="3184"/>
                    <a:pt x="2755" y="3188"/>
                    <a:pt x="2774" y="3188"/>
                  </a:cubicBezTo>
                  <a:cubicBezTo>
                    <a:pt x="2871" y="3188"/>
                    <a:pt x="2927" y="3064"/>
                    <a:pt x="2845" y="3009"/>
                  </a:cubicBezTo>
                  <a:cubicBezTo>
                    <a:pt x="1629" y="2384"/>
                    <a:pt x="676" y="1333"/>
                    <a:pt x="216" y="84"/>
                  </a:cubicBezTo>
                  <a:cubicBezTo>
                    <a:pt x="202" y="27"/>
                    <a:pt x="15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3" name="Google Shape;3641;p26"/>
            <p:cNvSpPr/>
            <p:nvPr/>
          </p:nvSpPr>
          <p:spPr>
            <a:xfrm flipH="1">
              <a:off x="564840" y="246240"/>
              <a:ext cx="52920" cy="48600"/>
            </a:xfrm>
            <a:custGeom>
              <a:avLst/>
              <a:gdLst>
                <a:gd name="textAreaLeft" fmla="*/ -360 w 52920"/>
                <a:gd name="textAreaRight" fmla="*/ 52920 w 5292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2136" h="1959">
                  <a:moveTo>
                    <a:pt x="122" y="0"/>
                  </a:moveTo>
                  <a:cubicBezTo>
                    <a:pt x="59" y="0"/>
                    <a:pt x="0" y="59"/>
                    <a:pt x="44" y="146"/>
                  </a:cubicBezTo>
                  <a:cubicBezTo>
                    <a:pt x="504" y="902"/>
                    <a:pt x="1128" y="1527"/>
                    <a:pt x="1917" y="1954"/>
                  </a:cubicBezTo>
                  <a:cubicBezTo>
                    <a:pt x="1929" y="1957"/>
                    <a:pt x="1940" y="1958"/>
                    <a:pt x="1951" y="1958"/>
                  </a:cubicBezTo>
                  <a:cubicBezTo>
                    <a:pt x="2064" y="1958"/>
                    <a:pt x="2135" y="1816"/>
                    <a:pt x="2016" y="1757"/>
                  </a:cubicBezTo>
                  <a:cubicBezTo>
                    <a:pt x="1260" y="1362"/>
                    <a:pt x="635" y="771"/>
                    <a:pt x="208" y="48"/>
                  </a:cubicBezTo>
                  <a:cubicBezTo>
                    <a:pt x="186" y="15"/>
                    <a:pt x="153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4" name="Google Shape;3642;p26"/>
            <p:cNvSpPr/>
            <p:nvPr/>
          </p:nvSpPr>
          <p:spPr>
            <a:xfrm flipH="1">
              <a:off x="388440" y="56880"/>
              <a:ext cx="132120" cy="41040"/>
            </a:xfrm>
            <a:custGeom>
              <a:avLst/>
              <a:gdLst>
                <a:gd name="textAreaLeft" fmla="*/ -360 w 132120"/>
                <a:gd name="textAreaRight" fmla="*/ 132120 w 1321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5303" h="1661">
                  <a:moveTo>
                    <a:pt x="301" y="1"/>
                  </a:moveTo>
                  <a:cubicBezTo>
                    <a:pt x="245" y="1"/>
                    <a:pt x="189" y="1"/>
                    <a:pt x="132" y="2"/>
                  </a:cubicBezTo>
                  <a:cubicBezTo>
                    <a:pt x="1" y="2"/>
                    <a:pt x="1" y="199"/>
                    <a:pt x="132" y="199"/>
                  </a:cubicBezTo>
                  <a:cubicBezTo>
                    <a:pt x="187" y="198"/>
                    <a:pt x="243" y="198"/>
                    <a:pt x="298" y="198"/>
                  </a:cubicBezTo>
                  <a:cubicBezTo>
                    <a:pt x="2013" y="198"/>
                    <a:pt x="3661" y="690"/>
                    <a:pt x="5094" y="1645"/>
                  </a:cubicBezTo>
                  <a:cubicBezTo>
                    <a:pt x="5115" y="1656"/>
                    <a:pt x="5135" y="1660"/>
                    <a:pt x="5153" y="1660"/>
                  </a:cubicBezTo>
                  <a:cubicBezTo>
                    <a:pt x="5251" y="1660"/>
                    <a:pt x="5303" y="1531"/>
                    <a:pt x="5192" y="1448"/>
                  </a:cubicBezTo>
                  <a:cubicBezTo>
                    <a:pt x="3760" y="493"/>
                    <a:pt x="2050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5" name="Google Shape;3643;p26"/>
            <p:cNvSpPr/>
            <p:nvPr/>
          </p:nvSpPr>
          <p:spPr>
            <a:xfrm flipH="1">
              <a:off x="428760" y="80640"/>
              <a:ext cx="66600" cy="21240"/>
            </a:xfrm>
            <a:custGeom>
              <a:avLst/>
              <a:gdLst>
                <a:gd name="textAreaLeft" fmla="*/ -360 w 66600"/>
                <a:gd name="textAreaRight" fmla="*/ 66600 w 666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2677" h="868">
                  <a:moveTo>
                    <a:pt x="132" y="0"/>
                  </a:moveTo>
                  <a:cubicBezTo>
                    <a:pt x="0" y="0"/>
                    <a:pt x="0" y="197"/>
                    <a:pt x="132" y="230"/>
                  </a:cubicBezTo>
                  <a:cubicBezTo>
                    <a:pt x="953" y="296"/>
                    <a:pt x="1742" y="526"/>
                    <a:pt x="2465" y="855"/>
                  </a:cubicBezTo>
                  <a:cubicBezTo>
                    <a:pt x="2483" y="864"/>
                    <a:pt x="2501" y="868"/>
                    <a:pt x="2518" y="868"/>
                  </a:cubicBezTo>
                  <a:cubicBezTo>
                    <a:pt x="2619" y="868"/>
                    <a:pt x="2676" y="718"/>
                    <a:pt x="2563" y="690"/>
                  </a:cubicBezTo>
                  <a:cubicBezTo>
                    <a:pt x="1808" y="329"/>
                    <a:pt x="986" y="99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6" name="Google Shape;3644;p26"/>
            <p:cNvSpPr/>
            <p:nvPr/>
          </p:nvSpPr>
          <p:spPr>
            <a:xfrm flipH="1">
              <a:off x="455400" y="101880"/>
              <a:ext cx="34200" cy="10440"/>
            </a:xfrm>
            <a:custGeom>
              <a:avLst/>
              <a:gdLst>
                <a:gd name="textAreaLeft" fmla="*/ -360 w 34200"/>
                <a:gd name="textAreaRight" fmla="*/ 34200 w 342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381" h="428">
                  <a:moveTo>
                    <a:pt x="165" y="1"/>
                  </a:moveTo>
                  <a:cubicBezTo>
                    <a:pt x="99" y="1"/>
                    <a:pt x="33" y="33"/>
                    <a:pt x="33" y="66"/>
                  </a:cubicBezTo>
                  <a:cubicBezTo>
                    <a:pt x="0" y="132"/>
                    <a:pt x="33" y="198"/>
                    <a:pt x="99" y="198"/>
                  </a:cubicBezTo>
                  <a:lnTo>
                    <a:pt x="1216" y="428"/>
                  </a:lnTo>
                  <a:cubicBezTo>
                    <a:pt x="1282" y="428"/>
                    <a:pt x="1348" y="395"/>
                    <a:pt x="1348" y="362"/>
                  </a:cubicBezTo>
                  <a:cubicBezTo>
                    <a:pt x="1380" y="296"/>
                    <a:pt x="1348" y="231"/>
                    <a:pt x="1282" y="231"/>
                  </a:cubicBezTo>
                  <a:lnTo>
                    <a:pt x="165" y="1"/>
                  </a:ln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7" name="Google Shape;3645;p26"/>
            <p:cNvSpPr/>
            <p:nvPr/>
          </p:nvSpPr>
          <p:spPr>
            <a:xfrm flipH="1">
              <a:off x="142920" y="-68040"/>
              <a:ext cx="54000" cy="110160"/>
            </a:xfrm>
            <a:custGeom>
              <a:avLst/>
              <a:gdLst>
                <a:gd name="textAreaLeft" fmla="*/ 360 w 54000"/>
                <a:gd name="textAreaRight" fmla="*/ 54720 w 5400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2170" h="4427">
                  <a:moveTo>
                    <a:pt x="861" y="0"/>
                  </a:moveTo>
                  <a:cubicBezTo>
                    <a:pt x="829" y="0"/>
                    <a:pt x="800" y="18"/>
                    <a:pt x="789" y="62"/>
                  </a:cubicBezTo>
                  <a:cubicBezTo>
                    <a:pt x="0" y="1607"/>
                    <a:pt x="1019" y="3217"/>
                    <a:pt x="1972" y="4400"/>
                  </a:cubicBezTo>
                  <a:cubicBezTo>
                    <a:pt x="1999" y="4418"/>
                    <a:pt x="2027" y="4426"/>
                    <a:pt x="2052" y="4426"/>
                  </a:cubicBezTo>
                  <a:cubicBezTo>
                    <a:pt x="2118" y="4426"/>
                    <a:pt x="2169" y="4372"/>
                    <a:pt x="2169" y="4301"/>
                  </a:cubicBezTo>
                  <a:lnTo>
                    <a:pt x="2038" y="4005"/>
                  </a:lnTo>
                  <a:cubicBezTo>
                    <a:pt x="2025" y="3955"/>
                    <a:pt x="1989" y="3934"/>
                    <a:pt x="1950" y="3934"/>
                  </a:cubicBezTo>
                  <a:cubicBezTo>
                    <a:pt x="1928" y="3934"/>
                    <a:pt x="1904" y="3941"/>
                    <a:pt x="1885" y="3954"/>
                  </a:cubicBezTo>
                  <a:lnTo>
                    <a:pt x="1885" y="3954"/>
                  </a:lnTo>
                  <a:cubicBezTo>
                    <a:pt x="1051" y="2877"/>
                    <a:pt x="296" y="1505"/>
                    <a:pt x="953" y="161"/>
                  </a:cubicBezTo>
                  <a:cubicBezTo>
                    <a:pt x="997" y="73"/>
                    <a:pt x="924" y="0"/>
                    <a:pt x="8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8" name="Google Shape;3646;p26"/>
            <p:cNvSpPr/>
            <p:nvPr/>
          </p:nvSpPr>
          <p:spPr>
            <a:xfrm flipH="1">
              <a:off x="114120" y="-46080"/>
              <a:ext cx="27000" cy="81720"/>
            </a:xfrm>
            <a:custGeom>
              <a:avLst/>
              <a:gdLst>
                <a:gd name="textAreaLeft" fmla="*/ -360 w 27000"/>
                <a:gd name="textAreaRight" fmla="*/ 27000 w 2700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099" h="3283">
                  <a:moveTo>
                    <a:pt x="337" y="1"/>
                  </a:moveTo>
                  <a:cubicBezTo>
                    <a:pt x="297" y="1"/>
                    <a:pt x="264" y="22"/>
                    <a:pt x="264" y="72"/>
                  </a:cubicBezTo>
                  <a:cubicBezTo>
                    <a:pt x="1" y="1157"/>
                    <a:pt x="231" y="2307"/>
                    <a:pt x="855" y="3227"/>
                  </a:cubicBezTo>
                  <a:cubicBezTo>
                    <a:pt x="885" y="3267"/>
                    <a:pt x="921" y="3282"/>
                    <a:pt x="954" y="3282"/>
                  </a:cubicBezTo>
                  <a:cubicBezTo>
                    <a:pt x="1032" y="3282"/>
                    <a:pt x="1098" y="3197"/>
                    <a:pt x="1052" y="3128"/>
                  </a:cubicBezTo>
                  <a:cubicBezTo>
                    <a:pt x="428" y="2274"/>
                    <a:pt x="198" y="1157"/>
                    <a:pt x="461" y="138"/>
                  </a:cubicBezTo>
                  <a:cubicBezTo>
                    <a:pt x="481" y="57"/>
                    <a:pt x="401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9" name="Google Shape;3647;p26"/>
            <p:cNvSpPr/>
            <p:nvPr/>
          </p:nvSpPr>
          <p:spPr>
            <a:xfrm flipH="1">
              <a:off x="103680" y="-91800"/>
              <a:ext cx="34920" cy="24480"/>
            </a:xfrm>
            <a:custGeom>
              <a:avLst/>
              <a:gdLst>
                <a:gd name="textAreaLeft" fmla="*/ -360 w 34920"/>
                <a:gd name="textAreaRight" fmla="*/ 34920 w 3492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1414" h="987">
                  <a:moveTo>
                    <a:pt x="1282" y="1"/>
                  </a:moveTo>
                  <a:cubicBezTo>
                    <a:pt x="756" y="33"/>
                    <a:pt x="263" y="329"/>
                    <a:pt x="33" y="822"/>
                  </a:cubicBezTo>
                  <a:cubicBezTo>
                    <a:pt x="1" y="888"/>
                    <a:pt x="33" y="953"/>
                    <a:pt x="66" y="986"/>
                  </a:cubicBezTo>
                  <a:cubicBezTo>
                    <a:pt x="99" y="986"/>
                    <a:pt x="165" y="986"/>
                    <a:pt x="198" y="921"/>
                  </a:cubicBezTo>
                  <a:lnTo>
                    <a:pt x="198" y="953"/>
                  </a:lnTo>
                  <a:cubicBezTo>
                    <a:pt x="395" y="526"/>
                    <a:pt x="822" y="231"/>
                    <a:pt x="1282" y="198"/>
                  </a:cubicBezTo>
                  <a:cubicBezTo>
                    <a:pt x="1414" y="198"/>
                    <a:pt x="141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2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0" name="Google Shape;3649;p27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1" name="PlaceHolder 1"/>
          <p:cNvSpPr>
            <a:spLocks noGrp="1"/>
          </p:cNvSpPr>
          <p:nvPr>
            <p:ph type="title"/>
          </p:nvPr>
        </p:nvSpPr>
        <p:spPr>
          <a:xfrm>
            <a:off x="4699800" y="956880"/>
            <a:ext cx="3728880" cy="86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700" b="0" u="none" strike="noStrike">
                <a:solidFill>
                  <a:schemeClr val="accent1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02" name="PlaceHolder 2"/>
          <p:cNvSpPr>
            <a:spLocks noGrp="1"/>
          </p:cNvSpPr>
          <p:nvPr>
            <p:ph type="title"/>
          </p:nvPr>
        </p:nvSpPr>
        <p:spPr>
          <a:xfrm>
            <a:off x="4699800" y="3417480"/>
            <a:ext cx="3728880" cy="86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700" b="0" u="none" strike="noStrike">
                <a:solidFill>
                  <a:schemeClr val="accent1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03" name="PlaceHolder 3"/>
          <p:cNvSpPr>
            <a:spLocks noGrp="1"/>
          </p:cNvSpPr>
          <p:nvPr>
            <p:ph type="title"/>
          </p:nvPr>
        </p:nvSpPr>
        <p:spPr>
          <a:xfrm>
            <a:off x="4699800" y="2185200"/>
            <a:ext cx="3728880" cy="86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700" b="0" u="none" strike="noStrike">
                <a:solidFill>
                  <a:schemeClr val="accent1"/>
                </a:solidFill>
                <a:effectLst/>
                <a:uFillTx/>
                <a:latin typeface="Indie Flower"/>
                <a:ea typeface="Indie Flower"/>
              </a:rPr>
              <a:t>xx%</a:t>
            </a:r>
            <a:endParaRPr lang="fr-FR" sz="5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04" name="PlaceHolder 4"/>
          <p:cNvSpPr>
            <a:spLocks noGrp="1"/>
          </p:cNvSpPr>
          <p:nvPr>
            <p:ph type="title"/>
          </p:nvPr>
        </p:nvSpPr>
        <p:spPr>
          <a:xfrm>
            <a:off x="714960" y="31104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05" name="Google Shape;3657;p27"/>
          <p:cNvSpPr/>
          <p:nvPr/>
        </p:nvSpPr>
        <p:spPr>
          <a:xfrm>
            <a:off x="198360" y="314316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06" name="Google Shape;3658;p27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07" name="Google Shape;3659;p27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08" name="Google Shape;3660;p27"/>
          <p:cNvSpPr/>
          <p:nvPr/>
        </p:nvSpPr>
        <p:spPr>
          <a:xfrm>
            <a:off x="150480" y="43844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09" name="Google Shape;3661;p27"/>
          <p:cNvSpPr/>
          <p:nvPr/>
        </p:nvSpPr>
        <p:spPr>
          <a:xfrm>
            <a:off x="146160" y="243756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0" name="Google Shape;3662;p27"/>
          <p:cNvSpPr/>
          <p:nvPr/>
        </p:nvSpPr>
        <p:spPr>
          <a:xfrm>
            <a:off x="6956640" y="5544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1" name="Google Shape;3663;p27"/>
          <p:cNvSpPr/>
          <p:nvPr/>
        </p:nvSpPr>
        <p:spPr>
          <a:xfrm>
            <a:off x="8588160" y="51804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2" name="Google Shape;3664;p27"/>
          <p:cNvSpPr/>
          <p:nvPr/>
        </p:nvSpPr>
        <p:spPr>
          <a:xfrm>
            <a:off x="102240" y="11368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3" name="Google Shape;3665;p27"/>
          <p:cNvSpPr/>
          <p:nvPr/>
        </p:nvSpPr>
        <p:spPr>
          <a:xfrm>
            <a:off x="261360" y="398988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4" name="Google Shape;3666;p27"/>
          <p:cNvSpPr/>
          <p:nvPr/>
        </p:nvSpPr>
        <p:spPr>
          <a:xfrm>
            <a:off x="8814240" y="225108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5" name="Google Shape;3667;p27"/>
          <p:cNvSpPr/>
          <p:nvPr/>
        </p:nvSpPr>
        <p:spPr>
          <a:xfrm>
            <a:off x="8814600" y="434916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6" name="Google Shape;3668;p27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7" name="Google Shape;3669;p27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8" name="Google Shape;3670;p27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19" name="Google Shape;3671;p27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0" name="Google Shape;3672;p27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1" name="Google Shape;3673;p27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2" name="Google Shape;3674;p27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3" name="Google Shape;3675;p27"/>
          <p:cNvSpPr/>
          <p:nvPr/>
        </p:nvSpPr>
        <p:spPr>
          <a:xfrm>
            <a:off x="8095680" y="35028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4" name="Google Shape;3676;p27"/>
          <p:cNvSpPr/>
          <p:nvPr/>
        </p:nvSpPr>
        <p:spPr>
          <a:xfrm>
            <a:off x="8871840" y="113652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5" name="Google Shape;3677;p27"/>
          <p:cNvSpPr/>
          <p:nvPr/>
        </p:nvSpPr>
        <p:spPr>
          <a:xfrm>
            <a:off x="8870760" y="269136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6" name="Google Shape;3678;p27"/>
          <p:cNvSpPr/>
          <p:nvPr/>
        </p:nvSpPr>
        <p:spPr>
          <a:xfrm>
            <a:off x="8811720" y="15336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7" name="Google Shape;3679;p27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8" name="Google Shape;3680;p27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29" name="Google Shape;3681;p27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30" name="Google Shape;3682;p27"/>
          <p:cNvSpPr/>
          <p:nvPr/>
        </p:nvSpPr>
        <p:spPr>
          <a:xfrm>
            <a:off x="324720" y="81972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31" name="Google Shape;3683;p27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32" name="Google Shape;3684;p27"/>
          <p:cNvSpPr/>
          <p:nvPr/>
        </p:nvSpPr>
        <p:spPr>
          <a:xfrm>
            <a:off x="3934800" y="494856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33" name="Google Shape;3685;p27"/>
          <p:cNvSpPr/>
          <p:nvPr/>
        </p:nvSpPr>
        <p:spPr>
          <a:xfrm>
            <a:off x="8490240" y="18594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4" name="Google Shape;3687;p28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5" name="PlaceHolder 1"/>
          <p:cNvSpPr>
            <a:spLocks noGrp="1"/>
          </p:cNvSpPr>
          <p:nvPr>
            <p:ph type="title"/>
          </p:nvPr>
        </p:nvSpPr>
        <p:spPr>
          <a:xfrm>
            <a:off x="712800" y="539280"/>
            <a:ext cx="3409200" cy="905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36" name="Google Shape;3690;p28"/>
          <p:cNvSpPr/>
          <p:nvPr/>
        </p:nvSpPr>
        <p:spPr>
          <a:xfrm>
            <a:off x="713160" y="3623760"/>
            <a:ext cx="6901560" cy="5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2"/>
                </a:solidFill>
                <a:effectLst/>
                <a:uFillTx/>
                <a:latin typeface="Arial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, including icons, infographics &amp; images by </a:t>
            </a:r>
            <a:r>
              <a:rPr lang="en" sz="1200" b="1" u="sng" strike="noStrike">
                <a:solidFill>
                  <a:schemeClr val="dk2"/>
                </a:solidFill>
                <a:effectLst/>
                <a:uFillTx/>
                <a:latin typeface="Arial"/>
                <a:hlinkClick r:id="rId4"/>
              </a:rPr>
              <a:t>Freepik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37" name="Google Shape;3691;p28"/>
          <p:cNvSpPr/>
          <p:nvPr/>
        </p:nvSpPr>
        <p:spPr>
          <a:xfrm>
            <a:off x="4826160" y="249480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38" name="Google Shape;3692;p28"/>
          <p:cNvSpPr/>
          <p:nvPr/>
        </p:nvSpPr>
        <p:spPr>
          <a:xfrm>
            <a:off x="395280" y="366912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39" name="Google Shape;3693;p28"/>
          <p:cNvSpPr/>
          <p:nvPr/>
        </p:nvSpPr>
        <p:spPr>
          <a:xfrm>
            <a:off x="5463000" y="175644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0" name="Google Shape;3694;p28"/>
          <p:cNvSpPr/>
          <p:nvPr/>
        </p:nvSpPr>
        <p:spPr>
          <a:xfrm>
            <a:off x="121320" y="323496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1" name="Google Shape;3695;p28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2" name="Google Shape;3696;p28"/>
          <p:cNvSpPr/>
          <p:nvPr/>
        </p:nvSpPr>
        <p:spPr>
          <a:xfrm>
            <a:off x="8785440" y="148176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3" name="Google Shape;3697;p28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4" name="Google Shape;3698;p28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5" name="Google Shape;3699;p28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6" name="Google Shape;3700;p28"/>
          <p:cNvSpPr/>
          <p:nvPr/>
        </p:nvSpPr>
        <p:spPr>
          <a:xfrm>
            <a:off x="5737320" y="292104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7" name="Google Shape;3701;p28"/>
          <p:cNvSpPr/>
          <p:nvPr/>
        </p:nvSpPr>
        <p:spPr>
          <a:xfrm>
            <a:off x="7925400" y="65808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8" name="Google Shape;3702;p28"/>
          <p:cNvSpPr/>
          <p:nvPr/>
        </p:nvSpPr>
        <p:spPr>
          <a:xfrm>
            <a:off x="6615720" y="53604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49" name="Google Shape;3703;p28"/>
          <p:cNvSpPr/>
          <p:nvPr/>
        </p:nvSpPr>
        <p:spPr>
          <a:xfrm>
            <a:off x="8632440" y="92412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0" name="Google Shape;3704;p28"/>
          <p:cNvSpPr/>
          <p:nvPr/>
        </p:nvSpPr>
        <p:spPr>
          <a:xfrm>
            <a:off x="236520" y="111924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1" name="Google Shape;3705;p28"/>
          <p:cNvSpPr/>
          <p:nvPr/>
        </p:nvSpPr>
        <p:spPr>
          <a:xfrm>
            <a:off x="2542320" y="1533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2" name="Google Shape;3706;p28"/>
          <p:cNvSpPr/>
          <p:nvPr/>
        </p:nvSpPr>
        <p:spPr>
          <a:xfrm>
            <a:off x="6755400" y="485316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3" name="Google Shape;3707;p28"/>
          <p:cNvSpPr/>
          <p:nvPr/>
        </p:nvSpPr>
        <p:spPr>
          <a:xfrm>
            <a:off x="6358320" y="208044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4" name="Google Shape;3708;p28"/>
          <p:cNvSpPr/>
          <p:nvPr/>
        </p:nvSpPr>
        <p:spPr>
          <a:xfrm>
            <a:off x="6118200" y="149472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5" name="Google Shape;3709;p28"/>
          <p:cNvSpPr/>
          <p:nvPr/>
        </p:nvSpPr>
        <p:spPr>
          <a:xfrm>
            <a:off x="6795720" y="306000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4" h="965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6" name="Google Shape;3710;p28"/>
          <p:cNvSpPr/>
          <p:nvPr/>
        </p:nvSpPr>
        <p:spPr>
          <a:xfrm>
            <a:off x="5737320" y="2001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7" name="Google Shape;3711;p28"/>
          <p:cNvSpPr/>
          <p:nvPr/>
        </p:nvSpPr>
        <p:spPr>
          <a:xfrm>
            <a:off x="8214480" y="434052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8" name="Google Shape;3712;p28"/>
          <p:cNvSpPr/>
          <p:nvPr/>
        </p:nvSpPr>
        <p:spPr>
          <a:xfrm>
            <a:off x="6504840" y="129672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59" name="Google Shape;3713;p28"/>
          <p:cNvSpPr/>
          <p:nvPr/>
        </p:nvSpPr>
        <p:spPr>
          <a:xfrm>
            <a:off x="5871960" y="494460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0" name="Google Shape;3714;p28"/>
          <p:cNvSpPr/>
          <p:nvPr/>
        </p:nvSpPr>
        <p:spPr>
          <a:xfrm>
            <a:off x="2831760" y="19908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9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1" name="Google Shape;3715;p28"/>
          <p:cNvSpPr/>
          <p:nvPr/>
        </p:nvSpPr>
        <p:spPr>
          <a:xfrm>
            <a:off x="282960" y="489600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2" name="Google Shape;3716;p28"/>
          <p:cNvSpPr/>
          <p:nvPr/>
        </p:nvSpPr>
        <p:spPr>
          <a:xfrm>
            <a:off x="1833480" y="495000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3" name="Google Shape;3717;p28"/>
          <p:cNvSpPr/>
          <p:nvPr/>
        </p:nvSpPr>
        <p:spPr>
          <a:xfrm>
            <a:off x="5229360" y="40968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4" name="Google Shape;3718;p28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5" name="Google Shape;3719;p28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6" name="Google Shape;3720;p28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7" name="Google Shape;3721;p28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8" name="Google Shape;3722;p28"/>
          <p:cNvSpPr/>
          <p:nvPr/>
        </p:nvSpPr>
        <p:spPr>
          <a:xfrm>
            <a:off x="8996040" y="255024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69" name="Google Shape;3723;p28"/>
          <p:cNvSpPr/>
          <p:nvPr/>
        </p:nvSpPr>
        <p:spPr>
          <a:xfrm>
            <a:off x="8628840" y="15156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0" name="Google Shape;3724;p28"/>
          <p:cNvSpPr/>
          <p:nvPr/>
        </p:nvSpPr>
        <p:spPr>
          <a:xfrm>
            <a:off x="3946680" y="6732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1" name="Google Shape;3725;p28"/>
          <p:cNvSpPr/>
          <p:nvPr/>
        </p:nvSpPr>
        <p:spPr>
          <a:xfrm>
            <a:off x="7677000" y="233892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2" name="Google Shape;3726;p28"/>
          <p:cNvSpPr/>
          <p:nvPr/>
        </p:nvSpPr>
        <p:spPr>
          <a:xfrm>
            <a:off x="8060760" y="142272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3" name="Google Shape;3727;p28"/>
          <p:cNvSpPr/>
          <p:nvPr/>
        </p:nvSpPr>
        <p:spPr>
          <a:xfrm>
            <a:off x="8900640" y="340596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4" name="Google Shape;3728;p28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5" name="Google Shape;3729;p28"/>
          <p:cNvSpPr/>
          <p:nvPr/>
        </p:nvSpPr>
        <p:spPr>
          <a:xfrm>
            <a:off x="237600" y="277164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6" name="Google Shape;3730;p28"/>
          <p:cNvSpPr/>
          <p:nvPr/>
        </p:nvSpPr>
        <p:spPr>
          <a:xfrm>
            <a:off x="4750200" y="129492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7" name="Google Shape;3731;p28"/>
          <p:cNvSpPr/>
          <p:nvPr/>
        </p:nvSpPr>
        <p:spPr>
          <a:xfrm>
            <a:off x="473040" y="17568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78" name="Google Shape;3732;p28"/>
          <p:cNvSpPr/>
          <p:nvPr/>
        </p:nvSpPr>
        <p:spPr>
          <a:xfrm>
            <a:off x="5266800" y="49482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079" name="Google Shape;3733;p28"/>
          <p:cNvPicPr/>
          <p:nvPr/>
        </p:nvPicPr>
        <p:blipFill>
          <a:blip r:embed="rId5"/>
          <a:stretch/>
        </p:blipFill>
        <p:spPr>
          <a:xfrm rot="17167800">
            <a:off x="6183000" y="-669600"/>
            <a:ext cx="1277280" cy="4566240"/>
          </a:xfrm>
          <a:prstGeom prst="rect">
            <a:avLst/>
          </a:prstGeom>
          <a:noFill/>
          <a:ln w="0">
            <a:noFill/>
          </a:ln>
          <a:effectLst>
            <a:outerShdw blurRad="243000" algn="bl" rotWithShape="0">
              <a:srgbClr val="000000">
                <a:alpha val="36000"/>
              </a:srgbClr>
            </a:outerShdw>
          </a:effectLst>
        </p:spPr>
      </p:pic>
      <p:pic>
        <p:nvPicPr>
          <p:cNvPr id="3080" name="Google Shape;3734;p28"/>
          <p:cNvPicPr/>
          <p:nvPr/>
        </p:nvPicPr>
        <p:blipFill>
          <a:blip r:embed="rId6"/>
          <a:srcRect l="-107745" t="-679" r="-107765" b="-679"/>
          <a:stretch/>
        </p:blipFill>
        <p:spPr>
          <a:xfrm rot="16539600">
            <a:off x="6802200" y="529920"/>
            <a:ext cx="1217880" cy="4353480"/>
          </a:xfrm>
          <a:prstGeom prst="rect">
            <a:avLst/>
          </a:prstGeom>
          <a:noFill/>
          <a:ln w="0">
            <a:noFill/>
          </a:ln>
          <a:effectLst>
            <a:outerShdw blurRad="214200" dist="19080" algn="bl" rotWithShape="0">
              <a:srgbClr val="000000">
                <a:alpha val="31000"/>
              </a:srgbClr>
            </a:outerShdw>
          </a:effec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3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Google Shape;3736;p29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2" name="Google Shape;3737;p29"/>
          <p:cNvSpPr/>
          <p:nvPr/>
        </p:nvSpPr>
        <p:spPr>
          <a:xfrm>
            <a:off x="8774640" y="11826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22">
                <a:moveTo>
                  <a:pt x="0" y="0"/>
                </a:moveTo>
                <a:lnTo>
                  <a:pt x="0" y="21"/>
                </a:lnTo>
                <a:cubicBezTo>
                  <a:pt x="0" y="21"/>
                  <a:pt x="0" y="0"/>
                  <a:pt x="0" y="0"/>
                </a:cubicBezTo>
                <a:close/>
              </a:path>
            </a:pathLst>
          </a:custGeom>
          <a:solidFill>
            <a:srgbClr val="D7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83" name="Google Shape;3738;p29"/>
          <p:cNvSpPr/>
          <p:nvPr/>
        </p:nvSpPr>
        <p:spPr>
          <a:xfrm>
            <a:off x="9012960" y="12484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22">
                <a:moveTo>
                  <a:pt x="0" y="1"/>
                </a:moveTo>
                <a:cubicBezTo>
                  <a:pt x="0" y="1"/>
                  <a:pt x="0" y="1"/>
                  <a:pt x="0" y="22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rgbClr val="D7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84" name="Google Shape;3739;p29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85" name="Google Shape;3740;p29"/>
          <p:cNvSpPr/>
          <p:nvPr/>
        </p:nvSpPr>
        <p:spPr>
          <a:xfrm>
            <a:off x="8366040" y="26460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86" name="Google Shape;3741;p29"/>
          <p:cNvSpPr/>
          <p:nvPr/>
        </p:nvSpPr>
        <p:spPr>
          <a:xfrm>
            <a:off x="3550680" y="26496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87" name="Google Shape;3742;p29"/>
          <p:cNvSpPr/>
          <p:nvPr/>
        </p:nvSpPr>
        <p:spPr>
          <a:xfrm>
            <a:off x="8688600" y="336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88" name="Google Shape;3743;p29"/>
          <p:cNvSpPr/>
          <p:nvPr/>
        </p:nvSpPr>
        <p:spPr>
          <a:xfrm>
            <a:off x="7163640" y="476712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89" name="Google Shape;3744;p29"/>
          <p:cNvSpPr/>
          <p:nvPr/>
        </p:nvSpPr>
        <p:spPr>
          <a:xfrm>
            <a:off x="8484840" y="19026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0" name="Google Shape;3745;p29"/>
          <p:cNvSpPr/>
          <p:nvPr/>
        </p:nvSpPr>
        <p:spPr>
          <a:xfrm>
            <a:off x="7119720" y="7344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1" name="Google Shape;3746;p29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2" name="Google Shape;3747;p29"/>
          <p:cNvSpPr/>
          <p:nvPr/>
        </p:nvSpPr>
        <p:spPr>
          <a:xfrm>
            <a:off x="5737320" y="4287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3" name="Google Shape;3748;p29"/>
          <p:cNvSpPr/>
          <p:nvPr/>
        </p:nvSpPr>
        <p:spPr>
          <a:xfrm>
            <a:off x="6543360" y="46436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4" name="Google Shape;3749;p29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5" name="Google Shape;3750;p29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6" name="Google Shape;3751;p29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7" name="Google Shape;3752;p29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8" name="Google Shape;3753;p29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99" name="Google Shape;3754;p29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0" name="Google Shape;3755;p29"/>
          <p:cNvSpPr/>
          <p:nvPr/>
        </p:nvSpPr>
        <p:spPr>
          <a:xfrm>
            <a:off x="6369480" y="42408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1" name="Google Shape;3756;p29"/>
          <p:cNvSpPr/>
          <p:nvPr/>
        </p:nvSpPr>
        <p:spPr>
          <a:xfrm>
            <a:off x="4901760" y="84276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2" name="Google Shape;3757;p29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3" name="Google Shape;3758;p29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4" name="Google Shape;3759;p29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5" name="Google Shape;3760;p29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6" name="Google Shape;3761;p29"/>
          <p:cNvSpPr/>
          <p:nvPr/>
        </p:nvSpPr>
        <p:spPr>
          <a:xfrm>
            <a:off x="8665200" y="135756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7" name="Google Shape;3762;p29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08" name="Google Shape;3763;p29"/>
          <p:cNvSpPr/>
          <p:nvPr/>
        </p:nvSpPr>
        <p:spPr>
          <a:xfrm>
            <a:off x="3006000" y="459900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3_1_1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9" name="Google Shape;3765;p30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0" name="Google Shape;3766;p30"/>
          <p:cNvSpPr/>
          <p:nvPr/>
        </p:nvSpPr>
        <p:spPr>
          <a:xfrm>
            <a:off x="8774640" y="11826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22">
                <a:moveTo>
                  <a:pt x="0" y="0"/>
                </a:moveTo>
                <a:lnTo>
                  <a:pt x="0" y="21"/>
                </a:lnTo>
                <a:cubicBezTo>
                  <a:pt x="0" y="21"/>
                  <a:pt x="0" y="0"/>
                  <a:pt x="0" y="0"/>
                </a:cubicBezTo>
                <a:close/>
              </a:path>
            </a:pathLst>
          </a:custGeom>
          <a:solidFill>
            <a:srgbClr val="D7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11" name="Google Shape;3767;p30"/>
          <p:cNvSpPr/>
          <p:nvPr/>
        </p:nvSpPr>
        <p:spPr>
          <a:xfrm>
            <a:off x="9012960" y="12484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22">
                <a:moveTo>
                  <a:pt x="0" y="1"/>
                </a:moveTo>
                <a:cubicBezTo>
                  <a:pt x="0" y="1"/>
                  <a:pt x="0" y="1"/>
                  <a:pt x="0" y="22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rgbClr val="D7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12" name="Google Shape;3768;p30"/>
          <p:cNvGrpSpPr/>
          <p:nvPr/>
        </p:nvGrpSpPr>
        <p:grpSpPr>
          <a:xfrm>
            <a:off x="-51840" y="-34200"/>
            <a:ext cx="1882440" cy="1458360"/>
            <a:chOff x="-51840" y="-34200"/>
            <a:chExt cx="1882440" cy="1458360"/>
          </a:xfrm>
        </p:grpSpPr>
        <p:sp>
          <p:nvSpPr>
            <p:cNvPr id="3113" name="Google Shape;3769;p30"/>
            <p:cNvSpPr/>
            <p:nvPr/>
          </p:nvSpPr>
          <p:spPr>
            <a:xfrm>
              <a:off x="-35640" y="898200"/>
              <a:ext cx="492480" cy="525960"/>
            </a:xfrm>
            <a:custGeom>
              <a:avLst/>
              <a:gdLst>
                <a:gd name="textAreaLeft" fmla="*/ 0 w 492480"/>
                <a:gd name="textAreaRight" fmla="*/ 492840 w 492480"/>
                <a:gd name="textAreaTop" fmla="*/ 0 h 525960"/>
                <a:gd name="textAreaBottom" fmla="*/ 526320 h 525960"/>
              </a:gdLst>
              <a:ahLst/>
              <a:cxnLst/>
              <a:rect l="textAreaLeft" t="textAreaTop" r="textAreaRight" b="textAreaBottom"/>
              <a:pathLst>
                <a:path w="19717" h="21051">
                  <a:moveTo>
                    <a:pt x="15471" y="0"/>
                  </a:moveTo>
                  <a:cubicBezTo>
                    <a:pt x="15403" y="0"/>
                    <a:pt x="15332" y="78"/>
                    <a:pt x="15379" y="172"/>
                  </a:cubicBezTo>
                  <a:cubicBezTo>
                    <a:pt x="17482" y="4378"/>
                    <a:pt x="19716" y="9208"/>
                    <a:pt x="18139" y="14006"/>
                  </a:cubicBezTo>
                  <a:cubicBezTo>
                    <a:pt x="17449" y="16043"/>
                    <a:pt x="16036" y="17752"/>
                    <a:pt x="14163" y="18803"/>
                  </a:cubicBezTo>
                  <a:cubicBezTo>
                    <a:pt x="12257" y="19756"/>
                    <a:pt x="10220" y="20348"/>
                    <a:pt x="8117" y="20545"/>
                  </a:cubicBezTo>
                  <a:cubicBezTo>
                    <a:pt x="6704" y="20709"/>
                    <a:pt x="5323" y="20808"/>
                    <a:pt x="3943" y="20841"/>
                  </a:cubicBezTo>
                  <a:lnTo>
                    <a:pt x="1643" y="20841"/>
                  </a:lnTo>
                  <a:cubicBezTo>
                    <a:pt x="1347" y="20841"/>
                    <a:pt x="1019" y="20808"/>
                    <a:pt x="690" y="20742"/>
                  </a:cubicBezTo>
                  <a:cubicBezTo>
                    <a:pt x="394" y="20611"/>
                    <a:pt x="66" y="20151"/>
                    <a:pt x="427" y="19921"/>
                  </a:cubicBezTo>
                  <a:cubicBezTo>
                    <a:pt x="510" y="19838"/>
                    <a:pt x="454" y="19708"/>
                    <a:pt x="375" y="19708"/>
                  </a:cubicBezTo>
                  <a:cubicBezTo>
                    <a:pt x="360" y="19708"/>
                    <a:pt x="344" y="19713"/>
                    <a:pt x="329" y="19724"/>
                  </a:cubicBezTo>
                  <a:cubicBezTo>
                    <a:pt x="33" y="19954"/>
                    <a:pt x="0" y="20381"/>
                    <a:pt x="230" y="20677"/>
                  </a:cubicBezTo>
                  <a:cubicBezTo>
                    <a:pt x="540" y="21015"/>
                    <a:pt x="1091" y="21039"/>
                    <a:pt x="1532" y="21039"/>
                  </a:cubicBezTo>
                  <a:cubicBezTo>
                    <a:pt x="1606" y="21039"/>
                    <a:pt x="1676" y="21038"/>
                    <a:pt x="1742" y="21038"/>
                  </a:cubicBezTo>
                  <a:cubicBezTo>
                    <a:pt x="2120" y="21046"/>
                    <a:pt x="2495" y="21050"/>
                    <a:pt x="2870" y="21050"/>
                  </a:cubicBezTo>
                  <a:cubicBezTo>
                    <a:pt x="3993" y="21050"/>
                    <a:pt x="5102" y="21013"/>
                    <a:pt x="6211" y="20939"/>
                  </a:cubicBezTo>
                  <a:cubicBezTo>
                    <a:pt x="8478" y="20775"/>
                    <a:pt x="10778" y="20479"/>
                    <a:pt x="12914" y="19592"/>
                  </a:cubicBezTo>
                  <a:cubicBezTo>
                    <a:pt x="14984" y="18836"/>
                    <a:pt x="16693" y="17358"/>
                    <a:pt x="17778" y="15419"/>
                  </a:cubicBezTo>
                  <a:cubicBezTo>
                    <a:pt x="18796" y="13283"/>
                    <a:pt x="19125" y="10884"/>
                    <a:pt x="18698" y="8551"/>
                  </a:cubicBezTo>
                  <a:cubicBezTo>
                    <a:pt x="18238" y="5528"/>
                    <a:pt x="16890" y="2768"/>
                    <a:pt x="15543" y="40"/>
                  </a:cubicBezTo>
                  <a:cubicBezTo>
                    <a:pt x="15524" y="12"/>
                    <a:pt x="15498" y="0"/>
                    <a:pt x="1547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4" name="Google Shape;3770;p30"/>
            <p:cNvSpPr/>
            <p:nvPr/>
          </p:nvSpPr>
          <p:spPr>
            <a:xfrm>
              <a:off x="413280" y="623160"/>
              <a:ext cx="246600" cy="448200"/>
            </a:xfrm>
            <a:custGeom>
              <a:avLst/>
              <a:gdLst>
                <a:gd name="textAreaLeft" fmla="*/ 0 w 246600"/>
                <a:gd name="textAreaRight" fmla="*/ 246960 w 24660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9873" h="17936">
                  <a:moveTo>
                    <a:pt x="9137" y="0"/>
                  </a:moveTo>
                  <a:cubicBezTo>
                    <a:pt x="9084" y="0"/>
                    <a:pt x="9035" y="33"/>
                    <a:pt x="9051" y="99"/>
                  </a:cubicBezTo>
                  <a:cubicBezTo>
                    <a:pt x="9183" y="1840"/>
                    <a:pt x="9314" y="3615"/>
                    <a:pt x="9446" y="5389"/>
                  </a:cubicBezTo>
                  <a:cubicBezTo>
                    <a:pt x="9610" y="7131"/>
                    <a:pt x="9610" y="8938"/>
                    <a:pt x="9380" y="10680"/>
                  </a:cubicBezTo>
                  <a:cubicBezTo>
                    <a:pt x="8953" y="13473"/>
                    <a:pt x="7474" y="16430"/>
                    <a:pt x="4648" y="17383"/>
                  </a:cubicBezTo>
                  <a:cubicBezTo>
                    <a:pt x="4066" y="17603"/>
                    <a:pt x="3459" y="17711"/>
                    <a:pt x="2855" y="17711"/>
                  </a:cubicBezTo>
                  <a:cubicBezTo>
                    <a:pt x="1922" y="17711"/>
                    <a:pt x="996" y="17454"/>
                    <a:pt x="179" y="16956"/>
                  </a:cubicBezTo>
                  <a:cubicBezTo>
                    <a:pt x="160" y="16937"/>
                    <a:pt x="141" y="16929"/>
                    <a:pt x="123" y="16929"/>
                  </a:cubicBezTo>
                  <a:cubicBezTo>
                    <a:pt x="50" y="16929"/>
                    <a:pt x="1" y="17067"/>
                    <a:pt x="80" y="17120"/>
                  </a:cubicBezTo>
                  <a:cubicBezTo>
                    <a:pt x="907" y="17664"/>
                    <a:pt x="1869" y="17935"/>
                    <a:pt x="2834" y="17935"/>
                  </a:cubicBezTo>
                  <a:cubicBezTo>
                    <a:pt x="3211" y="17935"/>
                    <a:pt x="3588" y="17894"/>
                    <a:pt x="3958" y="17810"/>
                  </a:cubicBezTo>
                  <a:cubicBezTo>
                    <a:pt x="5371" y="17482"/>
                    <a:pt x="6620" y="16726"/>
                    <a:pt x="7507" y="15609"/>
                  </a:cubicBezTo>
                  <a:cubicBezTo>
                    <a:pt x="9643" y="13046"/>
                    <a:pt x="9873" y="9563"/>
                    <a:pt x="9708" y="6375"/>
                  </a:cubicBezTo>
                  <a:cubicBezTo>
                    <a:pt x="9610" y="4272"/>
                    <a:pt x="9413" y="2202"/>
                    <a:pt x="9248" y="99"/>
                  </a:cubicBezTo>
                  <a:cubicBezTo>
                    <a:pt x="9248" y="33"/>
                    <a:pt x="9191" y="0"/>
                    <a:pt x="9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5" name="Google Shape;3771;p30"/>
            <p:cNvSpPr/>
            <p:nvPr/>
          </p:nvSpPr>
          <p:spPr>
            <a:xfrm>
              <a:off x="122040" y="638640"/>
              <a:ext cx="325080" cy="29808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298080"/>
                <a:gd name="textAreaBottom" fmla="*/ 298440 h 298080"/>
              </a:gdLst>
              <a:ahLst/>
              <a:cxnLst/>
              <a:rect l="textAreaLeft" t="textAreaTop" r="textAreaRight" b="textAreaBottom"/>
              <a:pathLst>
                <a:path w="13013" h="11935">
                  <a:moveTo>
                    <a:pt x="12447" y="1"/>
                  </a:moveTo>
                  <a:cubicBezTo>
                    <a:pt x="12383" y="1"/>
                    <a:pt x="12303" y="57"/>
                    <a:pt x="12323" y="138"/>
                  </a:cubicBezTo>
                  <a:cubicBezTo>
                    <a:pt x="12717" y="2635"/>
                    <a:pt x="13013" y="5461"/>
                    <a:pt x="11731" y="7827"/>
                  </a:cubicBezTo>
                  <a:cubicBezTo>
                    <a:pt x="10483" y="10160"/>
                    <a:pt x="7821" y="11310"/>
                    <a:pt x="5258" y="11639"/>
                  </a:cubicBezTo>
                  <a:cubicBezTo>
                    <a:pt x="4298" y="11713"/>
                    <a:pt x="3339" y="11756"/>
                    <a:pt x="2379" y="11756"/>
                  </a:cubicBezTo>
                  <a:cubicBezTo>
                    <a:pt x="1630" y="11756"/>
                    <a:pt x="881" y="11730"/>
                    <a:pt x="132" y="11672"/>
                  </a:cubicBezTo>
                  <a:cubicBezTo>
                    <a:pt x="0" y="11672"/>
                    <a:pt x="0" y="11869"/>
                    <a:pt x="132" y="11869"/>
                  </a:cubicBezTo>
                  <a:lnTo>
                    <a:pt x="132" y="11836"/>
                  </a:lnTo>
                  <a:cubicBezTo>
                    <a:pt x="1045" y="11887"/>
                    <a:pt x="1973" y="11935"/>
                    <a:pt x="2901" y="11935"/>
                  </a:cubicBezTo>
                  <a:cubicBezTo>
                    <a:pt x="4979" y="11935"/>
                    <a:pt x="7053" y="11696"/>
                    <a:pt x="8938" y="10719"/>
                  </a:cubicBezTo>
                  <a:cubicBezTo>
                    <a:pt x="10056" y="10160"/>
                    <a:pt x="11008" y="9306"/>
                    <a:pt x="11699" y="8254"/>
                  </a:cubicBezTo>
                  <a:cubicBezTo>
                    <a:pt x="12356" y="7137"/>
                    <a:pt x="12750" y="5889"/>
                    <a:pt x="12816" y="4607"/>
                  </a:cubicBezTo>
                  <a:cubicBezTo>
                    <a:pt x="12881" y="3063"/>
                    <a:pt x="12783" y="1551"/>
                    <a:pt x="12520" y="72"/>
                  </a:cubicBezTo>
                  <a:cubicBezTo>
                    <a:pt x="12520" y="22"/>
                    <a:pt x="12486" y="1"/>
                    <a:pt x="1244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6" name="Google Shape;3772;p30"/>
            <p:cNvSpPr/>
            <p:nvPr/>
          </p:nvSpPr>
          <p:spPr>
            <a:xfrm>
              <a:off x="482400" y="317520"/>
              <a:ext cx="444240" cy="30420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304200"/>
                <a:gd name="textAreaBottom" fmla="*/ 304560 h 304200"/>
              </a:gdLst>
              <a:ahLst/>
              <a:cxnLst/>
              <a:rect l="textAreaLeft" t="textAreaTop" r="textAreaRight" b="textAreaBottom"/>
              <a:pathLst>
                <a:path w="17790" h="12179">
                  <a:moveTo>
                    <a:pt x="16650" y="0"/>
                  </a:moveTo>
                  <a:cubicBezTo>
                    <a:pt x="16588" y="0"/>
                    <a:pt x="16520" y="56"/>
                    <a:pt x="16541" y="138"/>
                  </a:cubicBezTo>
                  <a:cubicBezTo>
                    <a:pt x="17789" y="3128"/>
                    <a:pt x="16836" y="6644"/>
                    <a:pt x="14733" y="9010"/>
                  </a:cubicBezTo>
                  <a:cubicBezTo>
                    <a:pt x="12954" y="11018"/>
                    <a:pt x="10388" y="11984"/>
                    <a:pt x="7766" y="11984"/>
                  </a:cubicBezTo>
                  <a:cubicBezTo>
                    <a:pt x="6999" y="11984"/>
                    <a:pt x="6226" y="11901"/>
                    <a:pt x="5467" y="11737"/>
                  </a:cubicBezTo>
                  <a:cubicBezTo>
                    <a:pt x="3528" y="11310"/>
                    <a:pt x="1721" y="10390"/>
                    <a:pt x="209" y="9043"/>
                  </a:cubicBezTo>
                  <a:cubicBezTo>
                    <a:pt x="187" y="9021"/>
                    <a:pt x="164" y="9012"/>
                    <a:pt x="142" y="9012"/>
                  </a:cubicBezTo>
                  <a:cubicBezTo>
                    <a:pt x="64" y="9012"/>
                    <a:pt x="1" y="9123"/>
                    <a:pt x="78" y="9174"/>
                  </a:cubicBezTo>
                  <a:cubicBezTo>
                    <a:pt x="2219" y="11133"/>
                    <a:pt x="5005" y="12179"/>
                    <a:pt x="7856" y="12179"/>
                  </a:cubicBezTo>
                  <a:cubicBezTo>
                    <a:pt x="8592" y="12179"/>
                    <a:pt x="9332" y="12109"/>
                    <a:pt x="10067" y="11967"/>
                  </a:cubicBezTo>
                  <a:cubicBezTo>
                    <a:pt x="11743" y="11573"/>
                    <a:pt x="13255" y="10751"/>
                    <a:pt x="14470" y="9569"/>
                  </a:cubicBezTo>
                  <a:cubicBezTo>
                    <a:pt x="15653" y="8418"/>
                    <a:pt x="16508" y="6973"/>
                    <a:pt x="16935" y="5428"/>
                  </a:cubicBezTo>
                  <a:cubicBezTo>
                    <a:pt x="17494" y="3654"/>
                    <a:pt x="17395" y="1781"/>
                    <a:pt x="16738" y="72"/>
                  </a:cubicBezTo>
                  <a:cubicBezTo>
                    <a:pt x="16725" y="22"/>
                    <a:pt x="16689" y="0"/>
                    <a:pt x="1665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7" name="Google Shape;3773;p30"/>
            <p:cNvSpPr/>
            <p:nvPr/>
          </p:nvSpPr>
          <p:spPr>
            <a:xfrm>
              <a:off x="906480" y="-11880"/>
              <a:ext cx="924120" cy="492120"/>
            </a:xfrm>
            <a:custGeom>
              <a:avLst/>
              <a:gdLst>
                <a:gd name="textAreaLeft" fmla="*/ 0 w 924120"/>
                <a:gd name="textAreaRight" fmla="*/ 924480 w 924120"/>
                <a:gd name="textAreaTop" fmla="*/ 0 h 492120"/>
                <a:gd name="textAreaBottom" fmla="*/ 492480 h 492120"/>
              </a:gdLst>
              <a:ahLst/>
              <a:cxnLst/>
              <a:rect l="textAreaLeft" t="textAreaTop" r="textAreaRight" b="textAreaBottom"/>
              <a:pathLst>
                <a:path w="36977" h="19693">
                  <a:moveTo>
                    <a:pt x="42" y="17677"/>
                  </a:moveTo>
                  <a:lnTo>
                    <a:pt x="75" y="17710"/>
                  </a:lnTo>
                  <a:cubicBezTo>
                    <a:pt x="73" y="17708"/>
                    <a:pt x="71" y="17706"/>
                    <a:pt x="69" y="17704"/>
                  </a:cubicBezTo>
                  <a:lnTo>
                    <a:pt x="69" y="17704"/>
                  </a:lnTo>
                  <a:cubicBezTo>
                    <a:pt x="60" y="17695"/>
                    <a:pt x="51" y="17686"/>
                    <a:pt x="42" y="17677"/>
                  </a:cubicBezTo>
                  <a:close/>
                  <a:moveTo>
                    <a:pt x="35295" y="0"/>
                  </a:moveTo>
                  <a:cubicBezTo>
                    <a:pt x="35208" y="0"/>
                    <a:pt x="35125" y="111"/>
                    <a:pt x="35202" y="163"/>
                  </a:cubicBezTo>
                  <a:cubicBezTo>
                    <a:pt x="36484" y="1181"/>
                    <a:pt x="36746" y="3021"/>
                    <a:pt x="36221" y="4467"/>
                  </a:cubicBezTo>
                  <a:cubicBezTo>
                    <a:pt x="35662" y="6209"/>
                    <a:pt x="34151" y="7457"/>
                    <a:pt x="32639" y="8410"/>
                  </a:cubicBezTo>
                  <a:cubicBezTo>
                    <a:pt x="29419" y="10448"/>
                    <a:pt x="25705" y="11696"/>
                    <a:pt x="21894" y="11992"/>
                  </a:cubicBezTo>
                  <a:cubicBezTo>
                    <a:pt x="21360" y="12025"/>
                    <a:pt x="20828" y="12041"/>
                    <a:pt x="20298" y="12041"/>
                  </a:cubicBezTo>
                  <a:cubicBezTo>
                    <a:pt x="18675" y="12041"/>
                    <a:pt x="17071" y="11887"/>
                    <a:pt x="15486" y="11565"/>
                  </a:cubicBezTo>
                  <a:cubicBezTo>
                    <a:pt x="15387" y="11565"/>
                    <a:pt x="15322" y="11598"/>
                    <a:pt x="15354" y="11696"/>
                  </a:cubicBezTo>
                  <a:cubicBezTo>
                    <a:pt x="16176" y="14095"/>
                    <a:pt x="14796" y="16658"/>
                    <a:pt x="12824" y="18071"/>
                  </a:cubicBezTo>
                  <a:cubicBezTo>
                    <a:pt x="11376" y="19114"/>
                    <a:pt x="9645" y="19499"/>
                    <a:pt x="7890" y="19499"/>
                  </a:cubicBezTo>
                  <a:cubicBezTo>
                    <a:pt x="6657" y="19499"/>
                    <a:pt x="5413" y="19309"/>
                    <a:pt x="4248" y="19024"/>
                  </a:cubicBezTo>
                  <a:cubicBezTo>
                    <a:pt x="3426" y="18827"/>
                    <a:pt x="2670" y="18564"/>
                    <a:pt x="1849" y="18334"/>
                  </a:cubicBezTo>
                  <a:cubicBezTo>
                    <a:pt x="1553" y="18269"/>
                    <a:pt x="1290" y="18203"/>
                    <a:pt x="1027" y="18104"/>
                  </a:cubicBezTo>
                  <a:cubicBezTo>
                    <a:pt x="732" y="17973"/>
                    <a:pt x="436" y="17776"/>
                    <a:pt x="206" y="17546"/>
                  </a:cubicBezTo>
                  <a:cubicBezTo>
                    <a:pt x="185" y="17524"/>
                    <a:pt x="162" y="17515"/>
                    <a:pt x="140" y="17515"/>
                  </a:cubicBezTo>
                  <a:cubicBezTo>
                    <a:pt x="63" y="17515"/>
                    <a:pt x="1" y="17627"/>
                    <a:pt x="69" y="17704"/>
                  </a:cubicBezTo>
                  <a:lnTo>
                    <a:pt x="69" y="17704"/>
                  </a:lnTo>
                  <a:cubicBezTo>
                    <a:pt x="459" y="18083"/>
                    <a:pt x="942" y="18337"/>
                    <a:pt x="1487" y="18466"/>
                  </a:cubicBezTo>
                  <a:cubicBezTo>
                    <a:pt x="2210" y="18630"/>
                    <a:pt x="2933" y="18893"/>
                    <a:pt x="3656" y="19090"/>
                  </a:cubicBezTo>
                  <a:cubicBezTo>
                    <a:pt x="5055" y="19469"/>
                    <a:pt x="6479" y="19693"/>
                    <a:pt x="7930" y="19693"/>
                  </a:cubicBezTo>
                  <a:cubicBezTo>
                    <a:pt x="8115" y="19693"/>
                    <a:pt x="8301" y="19689"/>
                    <a:pt x="8487" y="19682"/>
                  </a:cubicBezTo>
                  <a:cubicBezTo>
                    <a:pt x="9965" y="19649"/>
                    <a:pt x="11411" y="19221"/>
                    <a:pt x="12660" y="18466"/>
                  </a:cubicBezTo>
                  <a:cubicBezTo>
                    <a:pt x="13744" y="17743"/>
                    <a:pt x="14599" y="16790"/>
                    <a:pt x="15190" y="15673"/>
                  </a:cubicBezTo>
                  <a:cubicBezTo>
                    <a:pt x="15820" y="14475"/>
                    <a:pt x="15967" y="13097"/>
                    <a:pt x="15602" y="11798"/>
                  </a:cubicBezTo>
                  <a:lnTo>
                    <a:pt x="15602" y="11798"/>
                  </a:lnTo>
                  <a:cubicBezTo>
                    <a:pt x="17107" y="12090"/>
                    <a:pt x="18631" y="12235"/>
                    <a:pt x="20153" y="12235"/>
                  </a:cubicBezTo>
                  <a:cubicBezTo>
                    <a:pt x="22527" y="12235"/>
                    <a:pt x="24897" y="11880"/>
                    <a:pt x="27184" y="11171"/>
                  </a:cubicBezTo>
                  <a:cubicBezTo>
                    <a:pt x="29090" y="10579"/>
                    <a:pt x="30897" y="9725"/>
                    <a:pt x="32573" y="8706"/>
                  </a:cubicBezTo>
                  <a:cubicBezTo>
                    <a:pt x="34085" y="7753"/>
                    <a:pt x="35596" y="6537"/>
                    <a:pt x="36319" y="4862"/>
                  </a:cubicBezTo>
                  <a:cubicBezTo>
                    <a:pt x="36976" y="3284"/>
                    <a:pt x="36779" y="1181"/>
                    <a:pt x="35366" y="31"/>
                  </a:cubicBezTo>
                  <a:cubicBezTo>
                    <a:pt x="35345" y="9"/>
                    <a:pt x="35320" y="0"/>
                    <a:pt x="3529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8" name="Google Shape;3774;p30"/>
            <p:cNvSpPr/>
            <p:nvPr/>
          </p:nvSpPr>
          <p:spPr>
            <a:xfrm>
              <a:off x="654120" y="130320"/>
              <a:ext cx="533880" cy="159120"/>
            </a:xfrm>
            <a:custGeom>
              <a:avLst/>
              <a:gdLst>
                <a:gd name="textAreaLeft" fmla="*/ 0 w 533880"/>
                <a:gd name="textAreaRight" fmla="*/ 534240 w 53388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21363" h="6381">
                  <a:moveTo>
                    <a:pt x="21213" y="1"/>
                  </a:moveTo>
                  <a:cubicBezTo>
                    <a:pt x="21191" y="1"/>
                    <a:pt x="21168" y="10"/>
                    <a:pt x="21147" y="31"/>
                  </a:cubicBezTo>
                  <a:cubicBezTo>
                    <a:pt x="19339" y="2364"/>
                    <a:pt x="16941" y="4138"/>
                    <a:pt x="14180" y="5190"/>
                  </a:cubicBezTo>
                  <a:cubicBezTo>
                    <a:pt x="12393" y="5853"/>
                    <a:pt x="10520" y="6184"/>
                    <a:pt x="8644" y="6184"/>
                  </a:cubicBezTo>
                  <a:cubicBezTo>
                    <a:pt x="7449" y="6184"/>
                    <a:pt x="6254" y="6050"/>
                    <a:pt x="5078" y="5781"/>
                  </a:cubicBezTo>
                  <a:cubicBezTo>
                    <a:pt x="3337" y="5354"/>
                    <a:pt x="1694" y="4664"/>
                    <a:pt x="182" y="3711"/>
                  </a:cubicBezTo>
                  <a:cubicBezTo>
                    <a:pt x="166" y="3701"/>
                    <a:pt x="150" y="3696"/>
                    <a:pt x="135" y="3696"/>
                  </a:cubicBezTo>
                  <a:cubicBezTo>
                    <a:pt x="57" y="3696"/>
                    <a:pt x="1" y="3820"/>
                    <a:pt x="83" y="3876"/>
                  </a:cubicBezTo>
                  <a:cubicBezTo>
                    <a:pt x="2643" y="5498"/>
                    <a:pt x="5617" y="6380"/>
                    <a:pt x="8668" y="6380"/>
                  </a:cubicBezTo>
                  <a:cubicBezTo>
                    <a:pt x="8830" y="6380"/>
                    <a:pt x="8991" y="6378"/>
                    <a:pt x="9153" y="6373"/>
                  </a:cubicBezTo>
                  <a:cubicBezTo>
                    <a:pt x="12209" y="6307"/>
                    <a:pt x="15166" y="5321"/>
                    <a:pt x="17664" y="3613"/>
                  </a:cubicBezTo>
                  <a:cubicBezTo>
                    <a:pt x="19044" y="2660"/>
                    <a:pt x="20292" y="1510"/>
                    <a:pt x="21311" y="195"/>
                  </a:cubicBezTo>
                  <a:cubicBezTo>
                    <a:pt x="21363" y="118"/>
                    <a:pt x="21293" y="1"/>
                    <a:pt x="212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9" name="Google Shape;3775;p30"/>
            <p:cNvSpPr/>
            <p:nvPr/>
          </p:nvSpPr>
          <p:spPr>
            <a:xfrm>
              <a:off x="1113840" y="63360"/>
              <a:ext cx="341640" cy="18036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13678" h="7232">
                  <a:moveTo>
                    <a:pt x="13567" y="0"/>
                  </a:moveTo>
                  <a:cubicBezTo>
                    <a:pt x="13523" y="0"/>
                    <a:pt x="13477" y="26"/>
                    <a:pt x="13462" y="84"/>
                  </a:cubicBezTo>
                  <a:cubicBezTo>
                    <a:pt x="13002" y="2154"/>
                    <a:pt x="11786" y="3994"/>
                    <a:pt x="10110" y="5276"/>
                  </a:cubicBezTo>
                  <a:cubicBezTo>
                    <a:pt x="8551" y="6431"/>
                    <a:pt x="6662" y="7053"/>
                    <a:pt x="4710" y="7053"/>
                  </a:cubicBezTo>
                  <a:cubicBezTo>
                    <a:pt x="4441" y="7053"/>
                    <a:pt x="4171" y="7041"/>
                    <a:pt x="3900" y="7018"/>
                  </a:cubicBezTo>
                  <a:cubicBezTo>
                    <a:pt x="2586" y="6886"/>
                    <a:pt x="1337" y="6459"/>
                    <a:pt x="187" y="5769"/>
                  </a:cubicBezTo>
                  <a:cubicBezTo>
                    <a:pt x="176" y="5765"/>
                    <a:pt x="166" y="5764"/>
                    <a:pt x="155" y="5764"/>
                  </a:cubicBezTo>
                  <a:cubicBezTo>
                    <a:pt x="69" y="5764"/>
                    <a:pt x="0" y="5878"/>
                    <a:pt x="88" y="5966"/>
                  </a:cubicBezTo>
                  <a:cubicBezTo>
                    <a:pt x="1534" y="6806"/>
                    <a:pt x="3163" y="7232"/>
                    <a:pt x="4821" y="7232"/>
                  </a:cubicBezTo>
                  <a:cubicBezTo>
                    <a:pt x="5498" y="7232"/>
                    <a:pt x="6181" y="7161"/>
                    <a:pt x="6857" y="7018"/>
                  </a:cubicBezTo>
                  <a:cubicBezTo>
                    <a:pt x="8993" y="6492"/>
                    <a:pt x="10866" y="5243"/>
                    <a:pt x="12148" y="3436"/>
                  </a:cubicBezTo>
                  <a:cubicBezTo>
                    <a:pt x="12871" y="2450"/>
                    <a:pt x="13397" y="1333"/>
                    <a:pt x="13659" y="117"/>
                  </a:cubicBezTo>
                  <a:cubicBezTo>
                    <a:pt x="13678" y="43"/>
                    <a:pt x="13624" y="0"/>
                    <a:pt x="1356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360" bIns="90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0" name="Google Shape;3776;p30"/>
            <p:cNvSpPr/>
            <p:nvPr/>
          </p:nvSpPr>
          <p:spPr>
            <a:xfrm>
              <a:off x="-51840" y="29160"/>
              <a:ext cx="446400" cy="288360"/>
            </a:xfrm>
            <a:custGeom>
              <a:avLst/>
              <a:gdLst>
                <a:gd name="textAreaLeft" fmla="*/ 0 w 446400"/>
                <a:gd name="textAreaRight" fmla="*/ 446760 w 446400"/>
                <a:gd name="textAreaTop" fmla="*/ 0 h 288360"/>
                <a:gd name="textAreaBottom" fmla="*/ 288720 h 288360"/>
              </a:gdLst>
              <a:ahLst/>
              <a:cxnLst/>
              <a:rect l="textAreaLeft" t="textAreaTop" r="textAreaRight" b="textAreaBottom"/>
              <a:pathLst>
                <a:path w="17867" h="11545">
                  <a:moveTo>
                    <a:pt x="17748" y="0"/>
                  </a:moveTo>
                  <a:cubicBezTo>
                    <a:pt x="17714" y="0"/>
                    <a:pt x="17682" y="22"/>
                    <a:pt x="17670" y="72"/>
                  </a:cubicBezTo>
                  <a:cubicBezTo>
                    <a:pt x="17210" y="2964"/>
                    <a:pt x="15830" y="5625"/>
                    <a:pt x="13727" y="7663"/>
                  </a:cubicBezTo>
                  <a:cubicBezTo>
                    <a:pt x="11459" y="9799"/>
                    <a:pt x="8535" y="11080"/>
                    <a:pt x="5446" y="11310"/>
                  </a:cubicBezTo>
                  <a:cubicBezTo>
                    <a:pt x="5117" y="11334"/>
                    <a:pt x="4790" y="11346"/>
                    <a:pt x="4463" y="11346"/>
                  </a:cubicBezTo>
                  <a:cubicBezTo>
                    <a:pt x="2995" y="11346"/>
                    <a:pt x="1553" y="11104"/>
                    <a:pt x="155" y="10620"/>
                  </a:cubicBezTo>
                  <a:cubicBezTo>
                    <a:pt x="148" y="10618"/>
                    <a:pt x="140" y="10616"/>
                    <a:pt x="133" y="10616"/>
                  </a:cubicBezTo>
                  <a:cubicBezTo>
                    <a:pt x="48" y="10616"/>
                    <a:pt x="1" y="10787"/>
                    <a:pt x="122" y="10817"/>
                  </a:cubicBezTo>
                  <a:cubicBezTo>
                    <a:pt x="1538" y="11304"/>
                    <a:pt x="3010" y="11545"/>
                    <a:pt x="4483" y="11545"/>
                  </a:cubicBezTo>
                  <a:cubicBezTo>
                    <a:pt x="6190" y="11545"/>
                    <a:pt x="7898" y="11222"/>
                    <a:pt x="9520" y="10587"/>
                  </a:cubicBezTo>
                  <a:cubicBezTo>
                    <a:pt x="12346" y="9470"/>
                    <a:pt x="14679" y="7400"/>
                    <a:pt x="16191" y="4804"/>
                  </a:cubicBezTo>
                  <a:cubicBezTo>
                    <a:pt x="17045" y="3358"/>
                    <a:pt x="17604" y="1781"/>
                    <a:pt x="17867" y="138"/>
                  </a:cubicBezTo>
                  <a:cubicBezTo>
                    <a:pt x="17867" y="56"/>
                    <a:pt x="17804" y="0"/>
                    <a:pt x="1774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1" name="Google Shape;3777;p30"/>
            <p:cNvSpPr/>
            <p:nvPr/>
          </p:nvSpPr>
          <p:spPr>
            <a:xfrm>
              <a:off x="352800" y="43200"/>
              <a:ext cx="61560" cy="1303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2479" h="5225">
                  <a:moveTo>
                    <a:pt x="2363" y="0"/>
                  </a:moveTo>
                  <a:cubicBezTo>
                    <a:pt x="2328" y="0"/>
                    <a:pt x="2294" y="19"/>
                    <a:pt x="2281" y="58"/>
                  </a:cubicBezTo>
                  <a:cubicBezTo>
                    <a:pt x="1821" y="1832"/>
                    <a:pt x="1066" y="3541"/>
                    <a:pt x="47" y="5085"/>
                  </a:cubicBezTo>
                  <a:cubicBezTo>
                    <a:pt x="0" y="5155"/>
                    <a:pt x="69" y="5225"/>
                    <a:pt x="148" y="5225"/>
                  </a:cubicBezTo>
                  <a:cubicBezTo>
                    <a:pt x="181" y="5225"/>
                    <a:pt x="215" y="5213"/>
                    <a:pt x="244" y="5184"/>
                  </a:cubicBezTo>
                  <a:cubicBezTo>
                    <a:pt x="1263" y="3639"/>
                    <a:pt x="2018" y="1931"/>
                    <a:pt x="2479" y="123"/>
                  </a:cubicBezTo>
                  <a:cubicBezTo>
                    <a:pt x="2479" y="44"/>
                    <a:pt x="2418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2" name="Google Shape;3778;p30"/>
            <p:cNvSpPr/>
            <p:nvPr/>
          </p:nvSpPr>
          <p:spPr>
            <a:xfrm>
              <a:off x="374760" y="99720"/>
              <a:ext cx="46440" cy="788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78840"/>
                <a:gd name="textAreaBottom" fmla="*/ 79200 h 78840"/>
              </a:gdLst>
              <a:ahLst/>
              <a:cxnLst/>
              <a:rect l="textAreaLeft" t="textAreaTop" r="textAreaRight" b="textAreaBottom"/>
              <a:pathLst>
                <a:path w="1866" h="3161">
                  <a:moveTo>
                    <a:pt x="1732" y="0"/>
                  </a:moveTo>
                  <a:cubicBezTo>
                    <a:pt x="1687" y="0"/>
                    <a:pt x="1643" y="21"/>
                    <a:pt x="1629" y="74"/>
                  </a:cubicBezTo>
                  <a:cubicBezTo>
                    <a:pt x="1268" y="1125"/>
                    <a:pt x="742" y="2111"/>
                    <a:pt x="52" y="2966"/>
                  </a:cubicBezTo>
                  <a:cubicBezTo>
                    <a:pt x="1" y="3043"/>
                    <a:pt x="70" y="3160"/>
                    <a:pt x="150" y="3160"/>
                  </a:cubicBezTo>
                  <a:cubicBezTo>
                    <a:pt x="172" y="3160"/>
                    <a:pt x="195" y="3151"/>
                    <a:pt x="216" y="3130"/>
                  </a:cubicBezTo>
                  <a:lnTo>
                    <a:pt x="184" y="3130"/>
                  </a:lnTo>
                  <a:cubicBezTo>
                    <a:pt x="906" y="2210"/>
                    <a:pt x="1465" y="1191"/>
                    <a:pt x="1827" y="107"/>
                  </a:cubicBezTo>
                  <a:cubicBezTo>
                    <a:pt x="1866" y="48"/>
                    <a:pt x="1799" y="0"/>
                    <a:pt x="17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3" name="Google Shape;3779;p30"/>
            <p:cNvSpPr/>
            <p:nvPr/>
          </p:nvSpPr>
          <p:spPr>
            <a:xfrm>
              <a:off x="390600" y="129240"/>
              <a:ext cx="29160" cy="5004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1176" h="2010">
                  <a:moveTo>
                    <a:pt x="1039" y="0"/>
                  </a:moveTo>
                  <a:cubicBezTo>
                    <a:pt x="1011" y="0"/>
                    <a:pt x="984" y="12"/>
                    <a:pt x="965" y="41"/>
                  </a:cubicBezTo>
                  <a:lnTo>
                    <a:pt x="44" y="1848"/>
                  </a:lnTo>
                  <a:cubicBezTo>
                    <a:pt x="1" y="1936"/>
                    <a:pt x="74" y="2009"/>
                    <a:pt x="147" y="2009"/>
                  </a:cubicBezTo>
                  <a:cubicBezTo>
                    <a:pt x="183" y="2009"/>
                    <a:pt x="220" y="1991"/>
                    <a:pt x="242" y="1947"/>
                  </a:cubicBezTo>
                  <a:cubicBezTo>
                    <a:pt x="537" y="1355"/>
                    <a:pt x="833" y="764"/>
                    <a:pt x="1129" y="140"/>
                  </a:cubicBezTo>
                  <a:cubicBezTo>
                    <a:pt x="1175" y="70"/>
                    <a:pt x="1107" y="0"/>
                    <a:pt x="103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4" name="Google Shape;3780;p30"/>
            <p:cNvSpPr/>
            <p:nvPr/>
          </p:nvSpPr>
          <p:spPr>
            <a:xfrm>
              <a:off x="631080" y="243360"/>
              <a:ext cx="191520" cy="64080"/>
            </a:xfrm>
            <a:custGeom>
              <a:avLst/>
              <a:gdLst>
                <a:gd name="textAreaLeft" fmla="*/ 0 w 191520"/>
                <a:gd name="textAreaRight" fmla="*/ 191880 w 19152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w="7675" h="2579">
                  <a:moveTo>
                    <a:pt x="154" y="1"/>
                  </a:moveTo>
                  <a:cubicBezTo>
                    <a:pt x="57" y="1"/>
                    <a:pt x="1" y="125"/>
                    <a:pt x="83" y="180"/>
                  </a:cubicBezTo>
                  <a:cubicBezTo>
                    <a:pt x="2318" y="1659"/>
                    <a:pt x="4881" y="2480"/>
                    <a:pt x="7543" y="2579"/>
                  </a:cubicBezTo>
                  <a:cubicBezTo>
                    <a:pt x="7674" y="2579"/>
                    <a:pt x="7674" y="2382"/>
                    <a:pt x="7543" y="2349"/>
                  </a:cubicBezTo>
                  <a:cubicBezTo>
                    <a:pt x="4914" y="2283"/>
                    <a:pt x="2384" y="1462"/>
                    <a:pt x="215" y="16"/>
                  </a:cubicBezTo>
                  <a:cubicBezTo>
                    <a:pt x="194" y="5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5" name="Google Shape;3781;p30"/>
            <p:cNvSpPr/>
            <p:nvPr/>
          </p:nvSpPr>
          <p:spPr>
            <a:xfrm>
              <a:off x="660600" y="287640"/>
              <a:ext cx="109800" cy="370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4411" h="1499">
                  <a:moveTo>
                    <a:pt x="154" y="1"/>
                  </a:moveTo>
                  <a:cubicBezTo>
                    <a:pt x="57" y="1"/>
                    <a:pt x="1" y="125"/>
                    <a:pt x="83" y="181"/>
                  </a:cubicBezTo>
                  <a:cubicBezTo>
                    <a:pt x="1398" y="805"/>
                    <a:pt x="2811" y="1232"/>
                    <a:pt x="4224" y="1495"/>
                  </a:cubicBezTo>
                  <a:cubicBezTo>
                    <a:pt x="4234" y="1497"/>
                    <a:pt x="4243" y="1499"/>
                    <a:pt x="4253" y="1499"/>
                  </a:cubicBezTo>
                  <a:cubicBezTo>
                    <a:pt x="4364" y="1499"/>
                    <a:pt x="4411" y="1328"/>
                    <a:pt x="4289" y="1298"/>
                  </a:cubicBezTo>
                  <a:cubicBezTo>
                    <a:pt x="2876" y="1068"/>
                    <a:pt x="1496" y="608"/>
                    <a:pt x="215" y="16"/>
                  </a:cubicBezTo>
                  <a:cubicBezTo>
                    <a:pt x="194" y="6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6" name="Google Shape;3782;p30"/>
            <p:cNvSpPr/>
            <p:nvPr/>
          </p:nvSpPr>
          <p:spPr>
            <a:xfrm>
              <a:off x="699120" y="322200"/>
              <a:ext cx="52920" cy="1548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2127" h="629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lnTo>
                    <a:pt x="122" y="234"/>
                  </a:lnTo>
                  <a:cubicBezTo>
                    <a:pt x="746" y="432"/>
                    <a:pt x="1370" y="563"/>
                    <a:pt x="1995" y="629"/>
                  </a:cubicBezTo>
                  <a:cubicBezTo>
                    <a:pt x="2126" y="629"/>
                    <a:pt x="2126" y="432"/>
                    <a:pt x="1995" y="432"/>
                  </a:cubicBezTo>
                  <a:cubicBezTo>
                    <a:pt x="1370" y="366"/>
                    <a:pt x="779" y="20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7" name="Google Shape;3783;p30"/>
            <p:cNvSpPr/>
            <p:nvPr/>
          </p:nvSpPr>
          <p:spPr>
            <a:xfrm>
              <a:off x="906480" y="410040"/>
              <a:ext cx="101160" cy="3276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4054" h="1330">
                  <a:moveTo>
                    <a:pt x="149" y="0"/>
                  </a:moveTo>
                  <a:cubicBezTo>
                    <a:pt x="52" y="0"/>
                    <a:pt x="0" y="125"/>
                    <a:pt x="110" y="180"/>
                  </a:cubicBezTo>
                  <a:cubicBezTo>
                    <a:pt x="1260" y="870"/>
                    <a:pt x="2575" y="1264"/>
                    <a:pt x="3922" y="1330"/>
                  </a:cubicBezTo>
                  <a:cubicBezTo>
                    <a:pt x="4054" y="1330"/>
                    <a:pt x="4054" y="1133"/>
                    <a:pt x="3922" y="1133"/>
                  </a:cubicBezTo>
                  <a:cubicBezTo>
                    <a:pt x="2608" y="1034"/>
                    <a:pt x="1326" y="673"/>
                    <a:pt x="209" y="15"/>
                  </a:cubicBezTo>
                  <a:cubicBezTo>
                    <a:pt x="188" y="5"/>
                    <a:pt x="167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8" name="Google Shape;3784;p30"/>
            <p:cNvSpPr/>
            <p:nvPr/>
          </p:nvSpPr>
          <p:spPr>
            <a:xfrm>
              <a:off x="1037160" y="443160"/>
              <a:ext cx="56520" cy="100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268" h="420">
                  <a:moveTo>
                    <a:pt x="2104" y="1"/>
                  </a:moveTo>
                  <a:cubicBezTo>
                    <a:pt x="1645" y="138"/>
                    <a:pt x="1187" y="196"/>
                    <a:pt x="729" y="196"/>
                  </a:cubicBezTo>
                  <a:cubicBezTo>
                    <a:pt x="530" y="196"/>
                    <a:pt x="331" y="185"/>
                    <a:pt x="132" y="165"/>
                  </a:cubicBezTo>
                  <a:cubicBezTo>
                    <a:pt x="1" y="165"/>
                    <a:pt x="1" y="362"/>
                    <a:pt x="132" y="395"/>
                  </a:cubicBezTo>
                  <a:cubicBezTo>
                    <a:pt x="305" y="412"/>
                    <a:pt x="477" y="420"/>
                    <a:pt x="649" y="420"/>
                  </a:cubicBezTo>
                  <a:cubicBezTo>
                    <a:pt x="1165" y="420"/>
                    <a:pt x="1676" y="346"/>
                    <a:pt x="2169" y="198"/>
                  </a:cubicBezTo>
                  <a:cubicBezTo>
                    <a:pt x="2268" y="165"/>
                    <a:pt x="2235" y="1"/>
                    <a:pt x="210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9" name="Google Shape;3785;p30"/>
            <p:cNvSpPr/>
            <p:nvPr/>
          </p:nvSpPr>
          <p:spPr>
            <a:xfrm>
              <a:off x="1258920" y="297720"/>
              <a:ext cx="19800" cy="835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801" h="3355">
                  <a:moveTo>
                    <a:pt x="557" y="1"/>
                  </a:moveTo>
                  <a:cubicBezTo>
                    <a:pt x="502" y="1"/>
                    <a:pt x="439" y="57"/>
                    <a:pt x="439" y="138"/>
                  </a:cubicBezTo>
                  <a:cubicBezTo>
                    <a:pt x="603" y="1157"/>
                    <a:pt x="472" y="2241"/>
                    <a:pt x="45" y="3194"/>
                  </a:cubicBezTo>
                  <a:cubicBezTo>
                    <a:pt x="1" y="3282"/>
                    <a:pt x="59" y="3355"/>
                    <a:pt x="123" y="3355"/>
                  </a:cubicBezTo>
                  <a:cubicBezTo>
                    <a:pt x="154" y="3355"/>
                    <a:pt x="187" y="3336"/>
                    <a:pt x="209" y="3293"/>
                  </a:cubicBezTo>
                  <a:cubicBezTo>
                    <a:pt x="669" y="2274"/>
                    <a:pt x="800" y="1157"/>
                    <a:pt x="636" y="72"/>
                  </a:cubicBezTo>
                  <a:cubicBezTo>
                    <a:pt x="624" y="22"/>
                    <a:pt x="592" y="1"/>
                    <a:pt x="55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760" bIns="41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0" name="Google Shape;3786;p30"/>
            <p:cNvSpPr/>
            <p:nvPr/>
          </p:nvSpPr>
          <p:spPr>
            <a:xfrm>
              <a:off x="1247040" y="279360"/>
              <a:ext cx="12600" cy="597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514" h="2410">
                  <a:moveTo>
                    <a:pt x="113" y="1"/>
                  </a:moveTo>
                  <a:cubicBezTo>
                    <a:pt x="56" y="1"/>
                    <a:pt x="2" y="43"/>
                    <a:pt x="21" y="117"/>
                  </a:cubicBezTo>
                  <a:cubicBezTo>
                    <a:pt x="284" y="807"/>
                    <a:pt x="284" y="1596"/>
                    <a:pt x="21" y="2286"/>
                  </a:cubicBezTo>
                  <a:cubicBezTo>
                    <a:pt x="1" y="2366"/>
                    <a:pt x="65" y="2409"/>
                    <a:pt x="127" y="2409"/>
                  </a:cubicBezTo>
                  <a:cubicBezTo>
                    <a:pt x="166" y="2409"/>
                    <a:pt x="205" y="2391"/>
                    <a:pt x="218" y="2352"/>
                  </a:cubicBezTo>
                  <a:cubicBezTo>
                    <a:pt x="514" y="1596"/>
                    <a:pt x="514" y="807"/>
                    <a:pt x="218" y="84"/>
                  </a:cubicBezTo>
                  <a:cubicBezTo>
                    <a:pt x="204" y="27"/>
                    <a:pt x="15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1" name="Google Shape;3787;p30"/>
            <p:cNvSpPr/>
            <p:nvPr/>
          </p:nvSpPr>
          <p:spPr>
            <a:xfrm>
              <a:off x="1125360" y="187560"/>
              <a:ext cx="74880" cy="2052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013" h="838">
                  <a:moveTo>
                    <a:pt x="147" y="0"/>
                  </a:moveTo>
                  <a:cubicBezTo>
                    <a:pt x="43" y="0"/>
                    <a:pt x="0" y="111"/>
                    <a:pt x="88" y="170"/>
                  </a:cubicBezTo>
                  <a:cubicBezTo>
                    <a:pt x="818" y="607"/>
                    <a:pt x="1677" y="838"/>
                    <a:pt x="2551" y="838"/>
                  </a:cubicBezTo>
                  <a:cubicBezTo>
                    <a:pt x="2661" y="838"/>
                    <a:pt x="2771" y="834"/>
                    <a:pt x="2881" y="827"/>
                  </a:cubicBezTo>
                  <a:cubicBezTo>
                    <a:pt x="3004" y="827"/>
                    <a:pt x="3012" y="626"/>
                    <a:pt x="2906" y="626"/>
                  </a:cubicBezTo>
                  <a:cubicBezTo>
                    <a:pt x="2898" y="626"/>
                    <a:pt x="2890" y="627"/>
                    <a:pt x="2881" y="630"/>
                  </a:cubicBezTo>
                  <a:cubicBezTo>
                    <a:pt x="2774" y="637"/>
                    <a:pt x="2667" y="641"/>
                    <a:pt x="2561" y="641"/>
                  </a:cubicBezTo>
                  <a:cubicBezTo>
                    <a:pt x="1723" y="641"/>
                    <a:pt x="916" y="414"/>
                    <a:pt x="187" y="5"/>
                  </a:cubicBezTo>
                  <a:cubicBezTo>
                    <a:pt x="173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2" name="Google Shape;3788;p30"/>
            <p:cNvSpPr/>
            <p:nvPr/>
          </p:nvSpPr>
          <p:spPr>
            <a:xfrm>
              <a:off x="1157400" y="176760"/>
              <a:ext cx="20160" cy="72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22" h="309">
                  <a:moveTo>
                    <a:pt x="85" y="0"/>
                  </a:moveTo>
                  <a:cubicBezTo>
                    <a:pt x="48" y="0"/>
                    <a:pt x="24" y="31"/>
                    <a:pt x="0" y="79"/>
                  </a:cubicBezTo>
                  <a:cubicBezTo>
                    <a:pt x="0" y="112"/>
                    <a:pt x="33" y="177"/>
                    <a:pt x="66" y="210"/>
                  </a:cubicBezTo>
                  <a:lnTo>
                    <a:pt x="690" y="309"/>
                  </a:lnTo>
                  <a:cubicBezTo>
                    <a:pt x="756" y="309"/>
                    <a:pt x="789" y="276"/>
                    <a:pt x="822" y="243"/>
                  </a:cubicBezTo>
                  <a:cubicBezTo>
                    <a:pt x="822" y="177"/>
                    <a:pt x="789" y="112"/>
                    <a:pt x="756" y="112"/>
                  </a:cubicBezTo>
                  <a:lnTo>
                    <a:pt x="132" y="13"/>
                  </a:lnTo>
                  <a:cubicBezTo>
                    <a:pt x="114" y="4"/>
                    <a:pt x="9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3" name="Google Shape;3789;p30"/>
            <p:cNvSpPr/>
            <p:nvPr/>
          </p:nvSpPr>
          <p:spPr>
            <a:xfrm>
              <a:off x="1172160" y="164520"/>
              <a:ext cx="22680" cy="540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921" h="232">
                  <a:moveTo>
                    <a:pt x="86" y="0"/>
                  </a:moveTo>
                  <a:cubicBezTo>
                    <a:pt x="49" y="0"/>
                    <a:pt x="25" y="31"/>
                    <a:pt x="1" y="79"/>
                  </a:cubicBezTo>
                  <a:cubicBezTo>
                    <a:pt x="1" y="112"/>
                    <a:pt x="33" y="177"/>
                    <a:pt x="99" y="210"/>
                  </a:cubicBezTo>
                  <a:lnTo>
                    <a:pt x="99" y="177"/>
                  </a:lnTo>
                  <a:cubicBezTo>
                    <a:pt x="234" y="216"/>
                    <a:pt x="369" y="232"/>
                    <a:pt x="503" y="232"/>
                  </a:cubicBezTo>
                  <a:cubicBezTo>
                    <a:pt x="599" y="232"/>
                    <a:pt x="694" y="224"/>
                    <a:pt x="789" y="210"/>
                  </a:cubicBezTo>
                  <a:cubicBezTo>
                    <a:pt x="855" y="210"/>
                    <a:pt x="921" y="177"/>
                    <a:pt x="888" y="112"/>
                  </a:cubicBezTo>
                  <a:cubicBezTo>
                    <a:pt x="888" y="46"/>
                    <a:pt x="855" y="13"/>
                    <a:pt x="789" y="13"/>
                  </a:cubicBezTo>
                  <a:cubicBezTo>
                    <a:pt x="691" y="30"/>
                    <a:pt x="584" y="38"/>
                    <a:pt x="473" y="38"/>
                  </a:cubicBezTo>
                  <a:cubicBezTo>
                    <a:pt x="362" y="38"/>
                    <a:pt x="247" y="30"/>
                    <a:pt x="132" y="13"/>
                  </a:cubicBezTo>
                  <a:cubicBezTo>
                    <a:pt x="114" y="4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4" name="Google Shape;3790;p30"/>
            <p:cNvSpPr/>
            <p:nvPr/>
          </p:nvSpPr>
          <p:spPr>
            <a:xfrm>
              <a:off x="1022040" y="151920"/>
              <a:ext cx="110880" cy="6336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4444" h="2553">
                  <a:moveTo>
                    <a:pt x="4272" y="1"/>
                  </a:moveTo>
                  <a:cubicBezTo>
                    <a:pt x="4248" y="1"/>
                    <a:pt x="4224" y="6"/>
                    <a:pt x="4199" y="18"/>
                  </a:cubicBezTo>
                  <a:cubicBezTo>
                    <a:pt x="2983" y="1037"/>
                    <a:pt x="1603" y="1826"/>
                    <a:pt x="92" y="2351"/>
                  </a:cubicBezTo>
                  <a:cubicBezTo>
                    <a:pt x="1" y="2382"/>
                    <a:pt x="22" y="2552"/>
                    <a:pt x="129" y="2552"/>
                  </a:cubicBezTo>
                  <a:cubicBezTo>
                    <a:pt x="138" y="2552"/>
                    <a:pt x="147" y="2551"/>
                    <a:pt x="158" y="2549"/>
                  </a:cubicBezTo>
                  <a:cubicBezTo>
                    <a:pt x="1702" y="1990"/>
                    <a:pt x="3115" y="1201"/>
                    <a:pt x="4364" y="183"/>
                  </a:cubicBezTo>
                  <a:cubicBezTo>
                    <a:pt x="4444" y="102"/>
                    <a:pt x="4372" y="1"/>
                    <a:pt x="42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5" name="Google Shape;3791;p30"/>
            <p:cNvSpPr/>
            <p:nvPr/>
          </p:nvSpPr>
          <p:spPr>
            <a:xfrm>
              <a:off x="1132200" y="91440"/>
              <a:ext cx="40320" cy="349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632" h="1415">
                  <a:moveTo>
                    <a:pt x="1486" y="0"/>
                  </a:moveTo>
                  <a:cubicBezTo>
                    <a:pt x="1463" y="0"/>
                    <a:pt x="1441" y="10"/>
                    <a:pt x="1425" y="34"/>
                  </a:cubicBezTo>
                  <a:cubicBezTo>
                    <a:pt x="1228" y="264"/>
                    <a:pt x="998" y="495"/>
                    <a:pt x="801" y="692"/>
                  </a:cubicBezTo>
                  <a:cubicBezTo>
                    <a:pt x="702" y="790"/>
                    <a:pt x="604" y="922"/>
                    <a:pt x="505" y="1020"/>
                  </a:cubicBezTo>
                  <a:cubicBezTo>
                    <a:pt x="374" y="1119"/>
                    <a:pt x="407" y="1119"/>
                    <a:pt x="341" y="1152"/>
                  </a:cubicBezTo>
                  <a:cubicBezTo>
                    <a:pt x="275" y="1185"/>
                    <a:pt x="242" y="1217"/>
                    <a:pt x="209" y="1217"/>
                  </a:cubicBezTo>
                  <a:cubicBezTo>
                    <a:pt x="188" y="1207"/>
                    <a:pt x="168" y="1202"/>
                    <a:pt x="149" y="1202"/>
                  </a:cubicBezTo>
                  <a:cubicBezTo>
                    <a:pt x="52" y="1202"/>
                    <a:pt x="1" y="1327"/>
                    <a:pt x="111" y="1382"/>
                  </a:cubicBezTo>
                  <a:lnTo>
                    <a:pt x="78" y="1382"/>
                  </a:lnTo>
                  <a:cubicBezTo>
                    <a:pt x="133" y="1404"/>
                    <a:pt x="188" y="1415"/>
                    <a:pt x="240" y="1415"/>
                  </a:cubicBezTo>
                  <a:cubicBezTo>
                    <a:pt x="345" y="1415"/>
                    <a:pt x="440" y="1371"/>
                    <a:pt x="505" y="1283"/>
                  </a:cubicBezTo>
                  <a:cubicBezTo>
                    <a:pt x="637" y="1185"/>
                    <a:pt x="735" y="1053"/>
                    <a:pt x="867" y="922"/>
                  </a:cubicBezTo>
                  <a:cubicBezTo>
                    <a:pt x="1097" y="692"/>
                    <a:pt x="1327" y="429"/>
                    <a:pt x="1557" y="199"/>
                  </a:cubicBezTo>
                  <a:cubicBezTo>
                    <a:pt x="1631" y="99"/>
                    <a:pt x="1556" y="0"/>
                    <a:pt x="148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6" name="Google Shape;3792;p30"/>
            <p:cNvSpPr/>
            <p:nvPr/>
          </p:nvSpPr>
          <p:spPr>
            <a:xfrm>
              <a:off x="1291320" y="243360"/>
              <a:ext cx="182520" cy="1944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7310" h="789">
                  <a:moveTo>
                    <a:pt x="130" y="0"/>
                  </a:moveTo>
                  <a:cubicBezTo>
                    <a:pt x="47" y="0"/>
                    <a:pt x="0" y="142"/>
                    <a:pt x="90" y="202"/>
                  </a:cubicBezTo>
                  <a:cubicBezTo>
                    <a:pt x="1487" y="595"/>
                    <a:pt x="2907" y="789"/>
                    <a:pt x="4330" y="789"/>
                  </a:cubicBezTo>
                  <a:cubicBezTo>
                    <a:pt x="5284" y="789"/>
                    <a:pt x="6238" y="702"/>
                    <a:pt x="7188" y="531"/>
                  </a:cubicBezTo>
                  <a:cubicBezTo>
                    <a:pt x="7309" y="500"/>
                    <a:pt x="7290" y="330"/>
                    <a:pt x="7183" y="330"/>
                  </a:cubicBezTo>
                  <a:cubicBezTo>
                    <a:pt x="7174" y="330"/>
                    <a:pt x="7165" y="331"/>
                    <a:pt x="7155" y="333"/>
                  </a:cubicBezTo>
                  <a:cubicBezTo>
                    <a:pt x="6242" y="501"/>
                    <a:pt x="5319" y="582"/>
                    <a:pt x="4397" y="582"/>
                  </a:cubicBezTo>
                  <a:cubicBezTo>
                    <a:pt x="2964" y="582"/>
                    <a:pt x="1536" y="385"/>
                    <a:pt x="156" y="5"/>
                  </a:cubicBezTo>
                  <a:cubicBezTo>
                    <a:pt x="147" y="2"/>
                    <a:pt x="13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7" name="Google Shape;3793;p30"/>
            <p:cNvSpPr/>
            <p:nvPr/>
          </p:nvSpPr>
          <p:spPr>
            <a:xfrm>
              <a:off x="1316880" y="219600"/>
              <a:ext cx="97920" cy="936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3933" h="387">
                  <a:moveTo>
                    <a:pt x="126" y="0"/>
                  </a:moveTo>
                  <a:cubicBezTo>
                    <a:pt x="19" y="0"/>
                    <a:pt x="0" y="171"/>
                    <a:pt x="121" y="201"/>
                  </a:cubicBezTo>
                  <a:lnTo>
                    <a:pt x="89" y="201"/>
                  </a:lnTo>
                  <a:cubicBezTo>
                    <a:pt x="868" y="327"/>
                    <a:pt x="1661" y="386"/>
                    <a:pt x="2459" y="386"/>
                  </a:cubicBezTo>
                  <a:cubicBezTo>
                    <a:pt x="2905" y="386"/>
                    <a:pt x="3354" y="368"/>
                    <a:pt x="3802" y="332"/>
                  </a:cubicBezTo>
                  <a:cubicBezTo>
                    <a:pt x="3924" y="332"/>
                    <a:pt x="3933" y="132"/>
                    <a:pt x="3826" y="132"/>
                  </a:cubicBezTo>
                  <a:cubicBezTo>
                    <a:pt x="3819" y="132"/>
                    <a:pt x="3811" y="133"/>
                    <a:pt x="3802" y="135"/>
                  </a:cubicBezTo>
                  <a:cubicBezTo>
                    <a:pt x="3365" y="171"/>
                    <a:pt x="2929" y="189"/>
                    <a:pt x="2493" y="189"/>
                  </a:cubicBezTo>
                  <a:cubicBezTo>
                    <a:pt x="1713" y="189"/>
                    <a:pt x="934" y="13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8" name="Google Shape;3794;p30"/>
            <p:cNvSpPr/>
            <p:nvPr/>
          </p:nvSpPr>
          <p:spPr>
            <a:xfrm>
              <a:off x="1386360" y="200880"/>
              <a:ext cx="28440" cy="720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151" h="296">
                  <a:moveTo>
                    <a:pt x="1019" y="0"/>
                  </a:moveTo>
                  <a:cubicBezTo>
                    <a:pt x="723" y="66"/>
                    <a:pt x="427" y="99"/>
                    <a:pt x="132" y="99"/>
                  </a:cubicBezTo>
                  <a:cubicBezTo>
                    <a:pt x="0" y="99"/>
                    <a:pt x="0" y="296"/>
                    <a:pt x="132" y="296"/>
                  </a:cubicBezTo>
                  <a:cubicBezTo>
                    <a:pt x="460" y="296"/>
                    <a:pt x="756" y="263"/>
                    <a:pt x="1085" y="197"/>
                  </a:cubicBezTo>
                  <a:cubicBezTo>
                    <a:pt x="1150" y="197"/>
                    <a:pt x="1150" y="131"/>
                    <a:pt x="1150" y="66"/>
                  </a:cubicBezTo>
                  <a:cubicBezTo>
                    <a:pt x="1150" y="33"/>
                    <a:pt x="1085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9" name="Google Shape;3795;p30"/>
            <p:cNvSpPr/>
            <p:nvPr/>
          </p:nvSpPr>
          <p:spPr>
            <a:xfrm>
              <a:off x="1754280" y="-34200"/>
              <a:ext cx="24840" cy="11412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1001" h="4581">
                  <a:moveTo>
                    <a:pt x="139" y="1"/>
                  </a:moveTo>
                  <a:cubicBezTo>
                    <a:pt x="71" y="1"/>
                    <a:pt x="0" y="78"/>
                    <a:pt x="47" y="172"/>
                  </a:cubicBezTo>
                  <a:cubicBezTo>
                    <a:pt x="475" y="797"/>
                    <a:pt x="705" y="1552"/>
                    <a:pt x="770" y="2308"/>
                  </a:cubicBezTo>
                  <a:cubicBezTo>
                    <a:pt x="803" y="2670"/>
                    <a:pt x="770" y="3064"/>
                    <a:pt x="705" y="3425"/>
                  </a:cubicBezTo>
                  <a:cubicBezTo>
                    <a:pt x="639" y="3787"/>
                    <a:pt x="540" y="4214"/>
                    <a:pt x="212" y="4378"/>
                  </a:cubicBezTo>
                  <a:cubicBezTo>
                    <a:pt x="124" y="4466"/>
                    <a:pt x="193" y="4581"/>
                    <a:pt x="279" y="4581"/>
                  </a:cubicBezTo>
                  <a:cubicBezTo>
                    <a:pt x="289" y="4581"/>
                    <a:pt x="300" y="4579"/>
                    <a:pt x="310" y="4576"/>
                  </a:cubicBezTo>
                  <a:cubicBezTo>
                    <a:pt x="606" y="4378"/>
                    <a:pt x="803" y="4083"/>
                    <a:pt x="836" y="3754"/>
                  </a:cubicBezTo>
                  <a:cubicBezTo>
                    <a:pt x="935" y="3327"/>
                    <a:pt x="1000" y="2900"/>
                    <a:pt x="967" y="2473"/>
                  </a:cubicBezTo>
                  <a:cubicBezTo>
                    <a:pt x="935" y="1618"/>
                    <a:pt x="705" y="764"/>
                    <a:pt x="212" y="41"/>
                  </a:cubicBezTo>
                  <a:cubicBezTo>
                    <a:pt x="193" y="13"/>
                    <a:pt x="16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0" name="Google Shape;3796;p30"/>
            <p:cNvSpPr/>
            <p:nvPr/>
          </p:nvSpPr>
          <p:spPr>
            <a:xfrm>
              <a:off x="1768680" y="35640"/>
              <a:ext cx="30600" cy="7704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1242" h="3093">
                  <a:moveTo>
                    <a:pt x="1098" y="0"/>
                  </a:moveTo>
                  <a:cubicBezTo>
                    <a:pt x="1045" y="0"/>
                    <a:pt x="995" y="33"/>
                    <a:pt x="1012" y="99"/>
                  </a:cubicBezTo>
                  <a:cubicBezTo>
                    <a:pt x="1045" y="624"/>
                    <a:pt x="979" y="1183"/>
                    <a:pt x="847" y="1742"/>
                  </a:cubicBezTo>
                  <a:cubicBezTo>
                    <a:pt x="716" y="2136"/>
                    <a:pt x="552" y="2695"/>
                    <a:pt x="92" y="2859"/>
                  </a:cubicBezTo>
                  <a:cubicBezTo>
                    <a:pt x="1" y="2920"/>
                    <a:pt x="22" y="3093"/>
                    <a:pt x="129" y="3093"/>
                  </a:cubicBezTo>
                  <a:cubicBezTo>
                    <a:pt x="138" y="3093"/>
                    <a:pt x="147" y="3091"/>
                    <a:pt x="157" y="3089"/>
                  </a:cubicBezTo>
                  <a:lnTo>
                    <a:pt x="190" y="3056"/>
                  </a:lnTo>
                  <a:cubicBezTo>
                    <a:pt x="617" y="2826"/>
                    <a:pt x="913" y="2399"/>
                    <a:pt x="1012" y="1906"/>
                  </a:cubicBezTo>
                  <a:cubicBezTo>
                    <a:pt x="1176" y="1315"/>
                    <a:pt x="1242" y="690"/>
                    <a:pt x="1209" y="99"/>
                  </a:cubicBezTo>
                  <a:cubicBezTo>
                    <a:pt x="1209" y="33"/>
                    <a:pt x="1151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1" name="Google Shape;3797;p30"/>
            <p:cNvSpPr/>
            <p:nvPr/>
          </p:nvSpPr>
          <p:spPr>
            <a:xfrm>
              <a:off x="1680120" y="116280"/>
              <a:ext cx="78120" cy="5004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3145" h="2019">
                  <a:moveTo>
                    <a:pt x="2975" y="1"/>
                  </a:moveTo>
                  <a:cubicBezTo>
                    <a:pt x="2951" y="1"/>
                    <a:pt x="2926" y="9"/>
                    <a:pt x="2904" y="31"/>
                  </a:cubicBezTo>
                  <a:cubicBezTo>
                    <a:pt x="2082" y="787"/>
                    <a:pt x="1129" y="1411"/>
                    <a:pt x="111" y="1839"/>
                  </a:cubicBezTo>
                  <a:cubicBezTo>
                    <a:pt x="0" y="1894"/>
                    <a:pt x="75" y="2018"/>
                    <a:pt x="160" y="2018"/>
                  </a:cubicBezTo>
                  <a:cubicBezTo>
                    <a:pt x="177" y="2018"/>
                    <a:pt x="193" y="2014"/>
                    <a:pt x="209" y="2003"/>
                  </a:cubicBezTo>
                  <a:lnTo>
                    <a:pt x="176" y="2003"/>
                  </a:lnTo>
                  <a:cubicBezTo>
                    <a:pt x="1228" y="1576"/>
                    <a:pt x="2214" y="951"/>
                    <a:pt x="3068" y="163"/>
                  </a:cubicBezTo>
                  <a:cubicBezTo>
                    <a:pt x="3145" y="112"/>
                    <a:pt x="3062" y="1"/>
                    <a:pt x="29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2" name="Google Shape;3798;p30"/>
            <p:cNvSpPr/>
            <p:nvPr/>
          </p:nvSpPr>
          <p:spPr>
            <a:xfrm>
              <a:off x="471600" y="484560"/>
              <a:ext cx="121320" cy="85680"/>
            </a:xfrm>
            <a:custGeom>
              <a:avLst/>
              <a:gdLst>
                <a:gd name="textAreaLeft" fmla="*/ 0 w 121320"/>
                <a:gd name="textAreaRight" fmla="*/ 121680 w 12132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4868" h="3444">
                  <a:moveTo>
                    <a:pt x="159" y="0"/>
                  </a:moveTo>
                  <a:cubicBezTo>
                    <a:pt x="83" y="0"/>
                    <a:pt x="1" y="85"/>
                    <a:pt x="47" y="154"/>
                  </a:cubicBezTo>
                  <a:lnTo>
                    <a:pt x="79" y="154"/>
                  </a:lnTo>
                  <a:cubicBezTo>
                    <a:pt x="1131" y="1797"/>
                    <a:pt x="2807" y="2980"/>
                    <a:pt x="4680" y="3440"/>
                  </a:cubicBezTo>
                  <a:cubicBezTo>
                    <a:pt x="4690" y="3443"/>
                    <a:pt x="4700" y="3444"/>
                    <a:pt x="4709" y="3444"/>
                  </a:cubicBezTo>
                  <a:cubicBezTo>
                    <a:pt x="4820" y="3444"/>
                    <a:pt x="4867" y="3273"/>
                    <a:pt x="4746" y="3243"/>
                  </a:cubicBezTo>
                  <a:cubicBezTo>
                    <a:pt x="2905" y="2783"/>
                    <a:pt x="1262" y="1633"/>
                    <a:pt x="244" y="56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3" name="Google Shape;3799;p30"/>
            <p:cNvSpPr/>
            <p:nvPr/>
          </p:nvSpPr>
          <p:spPr>
            <a:xfrm>
              <a:off x="520920" y="505080"/>
              <a:ext cx="63360" cy="378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2552" h="1530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cubicBezTo>
                    <a:pt x="711" y="807"/>
                    <a:pt x="1500" y="1267"/>
                    <a:pt x="2387" y="1530"/>
                  </a:cubicBezTo>
                  <a:cubicBezTo>
                    <a:pt x="2486" y="1530"/>
                    <a:pt x="2552" y="1365"/>
                    <a:pt x="2420" y="1333"/>
                  </a:cubicBezTo>
                  <a:cubicBezTo>
                    <a:pt x="1599" y="1070"/>
                    <a:pt x="843" y="610"/>
                    <a:pt x="219" y="18"/>
                  </a:cubicBezTo>
                  <a:cubicBezTo>
                    <a:pt x="200" y="6"/>
                    <a:pt x="180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4" name="Google Shape;3800;p30"/>
            <p:cNvSpPr/>
            <p:nvPr/>
          </p:nvSpPr>
          <p:spPr>
            <a:xfrm>
              <a:off x="563760" y="505080"/>
              <a:ext cx="50040" cy="2160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019" h="882">
                  <a:moveTo>
                    <a:pt x="123" y="0"/>
                  </a:moveTo>
                  <a:cubicBezTo>
                    <a:pt x="49" y="0"/>
                    <a:pt x="0" y="139"/>
                    <a:pt x="80" y="191"/>
                  </a:cubicBezTo>
                  <a:cubicBezTo>
                    <a:pt x="606" y="553"/>
                    <a:pt x="1230" y="816"/>
                    <a:pt x="1887" y="882"/>
                  </a:cubicBezTo>
                  <a:cubicBezTo>
                    <a:pt x="2019" y="882"/>
                    <a:pt x="2019" y="684"/>
                    <a:pt x="1887" y="684"/>
                  </a:cubicBezTo>
                  <a:cubicBezTo>
                    <a:pt x="1263" y="586"/>
                    <a:pt x="671" y="356"/>
                    <a:pt x="178" y="27"/>
                  </a:cubicBezTo>
                  <a:cubicBezTo>
                    <a:pt x="159" y="8"/>
                    <a:pt x="140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5" name="Google Shape;3801;p30"/>
            <p:cNvSpPr/>
            <p:nvPr/>
          </p:nvSpPr>
          <p:spPr>
            <a:xfrm>
              <a:off x="691560" y="506880"/>
              <a:ext cx="116640" cy="7020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4680" h="2825">
                  <a:moveTo>
                    <a:pt x="4547" y="0"/>
                  </a:moveTo>
                  <a:cubicBezTo>
                    <a:pt x="4518" y="0"/>
                    <a:pt x="4489" y="16"/>
                    <a:pt x="4469" y="56"/>
                  </a:cubicBezTo>
                  <a:cubicBezTo>
                    <a:pt x="3746" y="1074"/>
                    <a:pt x="2761" y="1896"/>
                    <a:pt x="1578" y="2323"/>
                  </a:cubicBezTo>
                  <a:cubicBezTo>
                    <a:pt x="1204" y="2524"/>
                    <a:pt x="780" y="2625"/>
                    <a:pt x="349" y="2625"/>
                  </a:cubicBezTo>
                  <a:cubicBezTo>
                    <a:pt x="288" y="2625"/>
                    <a:pt x="226" y="2623"/>
                    <a:pt x="165" y="2619"/>
                  </a:cubicBezTo>
                  <a:cubicBezTo>
                    <a:pt x="66" y="2619"/>
                    <a:pt x="0" y="2816"/>
                    <a:pt x="132" y="2816"/>
                  </a:cubicBezTo>
                  <a:cubicBezTo>
                    <a:pt x="207" y="2821"/>
                    <a:pt x="282" y="2824"/>
                    <a:pt x="358" y="2824"/>
                  </a:cubicBezTo>
                  <a:cubicBezTo>
                    <a:pt x="750" y="2824"/>
                    <a:pt x="1154" y="2751"/>
                    <a:pt x="1512" y="2586"/>
                  </a:cubicBezTo>
                  <a:cubicBezTo>
                    <a:pt x="1939" y="2422"/>
                    <a:pt x="2333" y="2225"/>
                    <a:pt x="2728" y="1995"/>
                  </a:cubicBezTo>
                  <a:cubicBezTo>
                    <a:pt x="3484" y="1502"/>
                    <a:pt x="4141" y="877"/>
                    <a:pt x="4634" y="154"/>
                  </a:cubicBezTo>
                  <a:cubicBezTo>
                    <a:pt x="4680" y="85"/>
                    <a:pt x="4613" y="0"/>
                    <a:pt x="45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6" name="Google Shape;3802;p30"/>
            <p:cNvSpPr/>
            <p:nvPr/>
          </p:nvSpPr>
          <p:spPr>
            <a:xfrm>
              <a:off x="786600" y="448920"/>
              <a:ext cx="96120" cy="11412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3866" h="4578">
                  <a:moveTo>
                    <a:pt x="3735" y="1"/>
                  </a:moveTo>
                  <a:cubicBezTo>
                    <a:pt x="3697" y="1"/>
                    <a:pt x="3660" y="22"/>
                    <a:pt x="3648" y="73"/>
                  </a:cubicBezTo>
                  <a:cubicBezTo>
                    <a:pt x="3352" y="960"/>
                    <a:pt x="2892" y="1781"/>
                    <a:pt x="2235" y="2471"/>
                  </a:cubicBezTo>
                  <a:cubicBezTo>
                    <a:pt x="1939" y="2800"/>
                    <a:pt x="1643" y="3129"/>
                    <a:pt x="1315" y="3457"/>
                  </a:cubicBezTo>
                  <a:cubicBezTo>
                    <a:pt x="1150" y="3621"/>
                    <a:pt x="986" y="3753"/>
                    <a:pt x="822" y="3917"/>
                  </a:cubicBezTo>
                  <a:cubicBezTo>
                    <a:pt x="657" y="4082"/>
                    <a:pt x="395" y="4312"/>
                    <a:pt x="132" y="4377"/>
                  </a:cubicBezTo>
                  <a:cubicBezTo>
                    <a:pt x="9" y="4377"/>
                    <a:pt x="1" y="4578"/>
                    <a:pt x="107" y="4578"/>
                  </a:cubicBezTo>
                  <a:cubicBezTo>
                    <a:pt x="115" y="4578"/>
                    <a:pt x="123" y="4577"/>
                    <a:pt x="132" y="4574"/>
                  </a:cubicBezTo>
                  <a:cubicBezTo>
                    <a:pt x="592" y="4542"/>
                    <a:pt x="953" y="4082"/>
                    <a:pt x="1282" y="3753"/>
                  </a:cubicBezTo>
                  <a:cubicBezTo>
                    <a:pt x="1577" y="3457"/>
                    <a:pt x="2005" y="3063"/>
                    <a:pt x="2366" y="2669"/>
                  </a:cubicBezTo>
                  <a:cubicBezTo>
                    <a:pt x="3023" y="1946"/>
                    <a:pt x="3549" y="1058"/>
                    <a:pt x="3845" y="138"/>
                  </a:cubicBezTo>
                  <a:cubicBezTo>
                    <a:pt x="3865" y="57"/>
                    <a:pt x="3798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7" name="Google Shape;3803;p30"/>
            <p:cNvSpPr/>
            <p:nvPr/>
          </p:nvSpPr>
          <p:spPr>
            <a:xfrm>
              <a:off x="822600" y="431640"/>
              <a:ext cx="43920" cy="5796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1765" h="2328">
                  <a:moveTo>
                    <a:pt x="1643" y="0"/>
                  </a:moveTo>
                  <a:cubicBezTo>
                    <a:pt x="1611" y="0"/>
                    <a:pt x="1578" y="19"/>
                    <a:pt x="1556" y="62"/>
                  </a:cubicBezTo>
                  <a:cubicBezTo>
                    <a:pt x="1162" y="818"/>
                    <a:pt x="669" y="1508"/>
                    <a:pt x="78" y="2166"/>
                  </a:cubicBezTo>
                  <a:cubicBezTo>
                    <a:pt x="1" y="2217"/>
                    <a:pt x="84" y="2328"/>
                    <a:pt x="155" y="2328"/>
                  </a:cubicBezTo>
                  <a:cubicBezTo>
                    <a:pt x="175" y="2328"/>
                    <a:pt x="195" y="2319"/>
                    <a:pt x="209" y="2297"/>
                  </a:cubicBezTo>
                  <a:cubicBezTo>
                    <a:pt x="834" y="1673"/>
                    <a:pt x="1326" y="950"/>
                    <a:pt x="1721" y="161"/>
                  </a:cubicBezTo>
                  <a:cubicBezTo>
                    <a:pt x="1765" y="73"/>
                    <a:pt x="1706" y="0"/>
                    <a:pt x="164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8" name="Google Shape;3804;p30"/>
            <p:cNvSpPr/>
            <p:nvPr/>
          </p:nvSpPr>
          <p:spPr>
            <a:xfrm>
              <a:off x="86760" y="894960"/>
              <a:ext cx="158040" cy="158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6335" h="647">
                  <a:moveTo>
                    <a:pt x="6206" y="0"/>
                  </a:moveTo>
                  <a:cubicBezTo>
                    <a:pt x="6198" y="0"/>
                    <a:pt x="6188" y="1"/>
                    <a:pt x="6178" y="4"/>
                  </a:cubicBezTo>
                  <a:cubicBezTo>
                    <a:pt x="5131" y="301"/>
                    <a:pt x="4055" y="449"/>
                    <a:pt x="2982" y="449"/>
                  </a:cubicBezTo>
                  <a:cubicBezTo>
                    <a:pt x="2035" y="449"/>
                    <a:pt x="1089" y="334"/>
                    <a:pt x="165" y="103"/>
                  </a:cubicBezTo>
                  <a:cubicBezTo>
                    <a:pt x="33" y="103"/>
                    <a:pt x="0" y="267"/>
                    <a:pt x="132" y="300"/>
                  </a:cubicBezTo>
                  <a:cubicBezTo>
                    <a:pt x="1071" y="531"/>
                    <a:pt x="2033" y="646"/>
                    <a:pt x="2995" y="646"/>
                  </a:cubicBezTo>
                  <a:cubicBezTo>
                    <a:pt x="4086" y="646"/>
                    <a:pt x="5179" y="498"/>
                    <a:pt x="6244" y="201"/>
                  </a:cubicBezTo>
                  <a:cubicBezTo>
                    <a:pt x="6335" y="171"/>
                    <a:pt x="6314" y="0"/>
                    <a:pt x="620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9" name="Google Shape;3805;p30"/>
            <p:cNvSpPr/>
            <p:nvPr/>
          </p:nvSpPr>
          <p:spPr>
            <a:xfrm>
              <a:off x="128880" y="885240"/>
              <a:ext cx="78480" cy="8640"/>
            </a:xfrm>
            <a:custGeom>
              <a:avLst/>
              <a:gdLst>
                <a:gd name="textAreaLeft" fmla="*/ 0 w 78480"/>
                <a:gd name="textAreaRight" fmla="*/ 78840 w 7848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3147" h="354">
                  <a:moveTo>
                    <a:pt x="164" y="0"/>
                  </a:moveTo>
                  <a:cubicBezTo>
                    <a:pt x="50" y="0"/>
                    <a:pt x="1" y="201"/>
                    <a:pt x="124" y="201"/>
                  </a:cubicBezTo>
                  <a:cubicBezTo>
                    <a:pt x="622" y="304"/>
                    <a:pt x="1129" y="353"/>
                    <a:pt x="1636" y="353"/>
                  </a:cubicBezTo>
                  <a:cubicBezTo>
                    <a:pt x="2098" y="353"/>
                    <a:pt x="2561" y="312"/>
                    <a:pt x="3015" y="234"/>
                  </a:cubicBezTo>
                  <a:cubicBezTo>
                    <a:pt x="3147" y="234"/>
                    <a:pt x="3081" y="36"/>
                    <a:pt x="2950" y="36"/>
                  </a:cubicBezTo>
                  <a:cubicBezTo>
                    <a:pt x="2535" y="111"/>
                    <a:pt x="2121" y="145"/>
                    <a:pt x="1706" y="145"/>
                  </a:cubicBezTo>
                  <a:cubicBezTo>
                    <a:pt x="1201" y="145"/>
                    <a:pt x="695" y="94"/>
                    <a:pt x="189" y="4"/>
                  </a:cubicBezTo>
                  <a:cubicBezTo>
                    <a:pt x="181" y="1"/>
                    <a:pt x="172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0" name="Google Shape;3806;p30"/>
            <p:cNvSpPr/>
            <p:nvPr/>
          </p:nvSpPr>
          <p:spPr>
            <a:xfrm>
              <a:off x="156600" y="864360"/>
              <a:ext cx="52920" cy="86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2127" h="366">
                  <a:moveTo>
                    <a:pt x="1968" y="0"/>
                  </a:moveTo>
                  <a:cubicBezTo>
                    <a:pt x="1959" y="0"/>
                    <a:pt x="1949" y="2"/>
                    <a:pt x="1939" y="4"/>
                  </a:cubicBezTo>
                  <a:cubicBezTo>
                    <a:pt x="1487" y="105"/>
                    <a:pt x="1035" y="147"/>
                    <a:pt x="569" y="147"/>
                  </a:cubicBezTo>
                  <a:cubicBezTo>
                    <a:pt x="425" y="147"/>
                    <a:pt x="279" y="143"/>
                    <a:pt x="132" y="136"/>
                  </a:cubicBezTo>
                  <a:cubicBezTo>
                    <a:pt x="0" y="136"/>
                    <a:pt x="0" y="333"/>
                    <a:pt x="132" y="366"/>
                  </a:cubicBezTo>
                  <a:cubicBezTo>
                    <a:pt x="756" y="366"/>
                    <a:pt x="1381" y="333"/>
                    <a:pt x="2005" y="201"/>
                  </a:cubicBezTo>
                  <a:cubicBezTo>
                    <a:pt x="2126" y="171"/>
                    <a:pt x="2080" y="0"/>
                    <a:pt x="196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1" name="Google Shape;3807;p30"/>
            <p:cNvSpPr/>
            <p:nvPr/>
          </p:nvSpPr>
          <p:spPr>
            <a:xfrm>
              <a:off x="383760" y="589680"/>
              <a:ext cx="26640" cy="1983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198360"/>
                <a:gd name="textAreaBottom" fmla="*/ 198720 h 198360"/>
              </a:gdLst>
              <a:ahLst/>
              <a:cxnLst/>
              <a:rect l="textAreaLeft" t="textAreaTop" r="textAreaRight" b="textAreaBottom"/>
              <a:pathLst>
                <a:path w="1076" h="7942">
                  <a:moveTo>
                    <a:pt x="412" y="1"/>
                  </a:moveTo>
                  <a:cubicBezTo>
                    <a:pt x="355" y="1"/>
                    <a:pt x="301" y="44"/>
                    <a:pt x="319" y="117"/>
                  </a:cubicBezTo>
                  <a:cubicBezTo>
                    <a:pt x="582" y="1465"/>
                    <a:pt x="779" y="2845"/>
                    <a:pt x="845" y="4225"/>
                  </a:cubicBezTo>
                  <a:cubicBezTo>
                    <a:pt x="878" y="4882"/>
                    <a:pt x="845" y="5539"/>
                    <a:pt x="779" y="6197"/>
                  </a:cubicBezTo>
                  <a:cubicBezTo>
                    <a:pt x="747" y="6657"/>
                    <a:pt x="714" y="7610"/>
                    <a:pt x="122" y="7741"/>
                  </a:cubicBezTo>
                  <a:cubicBezTo>
                    <a:pt x="1" y="7771"/>
                    <a:pt x="48" y="7942"/>
                    <a:pt x="159" y="7942"/>
                  </a:cubicBezTo>
                  <a:cubicBezTo>
                    <a:pt x="168" y="7942"/>
                    <a:pt x="178" y="7941"/>
                    <a:pt x="188" y="7938"/>
                  </a:cubicBezTo>
                  <a:cubicBezTo>
                    <a:pt x="648" y="7840"/>
                    <a:pt x="812" y="7314"/>
                    <a:pt x="911" y="6887"/>
                  </a:cubicBezTo>
                  <a:cubicBezTo>
                    <a:pt x="1010" y="6131"/>
                    <a:pt x="1075" y="5375"/>
                    <a:pt x="1075" y="4619"/>
                  </a:cubicBezTo>
                  <a:cubicBezTo>
                    <a:pt x="1010" y="3108"/>
                    <a:pt x="812" y="1563"/>
                    <a:pt x="517" y="85"/>
                  </a:cubicBezTo>
                  <a:cubicBezTo>
                    <a:pt x="502" y="27"/>
                    <a:pt x="456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2" name="Google Shape;3808;p30"/>
            <p:cNvSpPr/>
            <p:nvPr/>
          </p:nvSpPr>
          <p:spPr>
            <a:xfrm>
              <a:off x="379440" y="670680"/>
              <a:ext cx="10080" cy="828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415" h="3331">
                  <a:moveTo>
                    <a:pt x="177" y="0"/>
                  </a:moveTo>
                  <a:cubicBezTo>
                    <a:pt x="113" y="0"/>
                    <a:pt x="33" y="56"/>
                    <a:pt x="53" y="138"/>
                  </a:cubicBezTo>
                  <a:cubicBezTo>
                    <a:pt x="218" y="1156"/>
                    <a:pt x="185" y="2208"/>
                    <a:pt x="20" y="3194"/>
                  </a:cubicBezTo>
                  <a:cubicBezTo>
                    <a:pt x="0" y="3275"/>
                    <a:pt x="68" y="3331"/>
                    <a:pt x="130" y="3331"/>
                  </a:cubicBezTo>
                  <a:cubicBezTo>
                    <a:pt x="168" y="3331"/>
                    <a:pt x="205" y="3309"/>
                    <a:pt x="218" y="3259"/>
                  </a:cubicBezTo>
                  <a:cubicBezTo>
                    <a:pt x="415" y="2208"/>
                    <a:pt x="415" y="1123"/>
                    <a:pt x="250" y="72"/>
                  </a:cubicBezTo>
                  <a:cubicBezTo>
                    <a:pt x="250" y="22"/>
                    <a:pt x="21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3" name="Google Shape;3809;p30"/>
            <p:cNvSpPr/>
            <p:nvPr/>
          </p:nvSpPr>
          <p:spPr>
            <a:xfrm>
              <a:off x="360360" y="688680"/>
              <a:ext cx="9720" cy="4284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396" h="1734">
                  <a:moveTo>
                    <a:pt x="247" y="0"/>
                  </a:moveTo>
                  <a:cubicBezTo>
                    <a:pt x="190" y="0"/>
                    <a:pt x="132" y="33"/>
                    <a:pt x="132" y="99"/>
                  </a:cubicBezTo>
                  <a:cubicBezTo>
                    <a:pt x="198" y="592"/>
                    <a:pt x="132" y="1117"/>
                    <a:pt x="1" y="1610"/>
                  </a:cubicBezTo>
                  <a:cubicBezTo>
                    <a:pt x="1" y="1690"/>
                    <a:pt x="61" y="1733"/>
                    <a:pt x="116" y="1733"/>
                  </a:cubicBezTo>
                  <a:cubicBezTo>
                    <a:pt x="152" y="1733"/>
                    <a:pt x="185" y="1715"/>
                    <a:pt x="198" y="1676"/>
                  </a:cubicBezTo>
                  <a:cubicBezTo>
                    <a:pt x="329" y="1150"/>
                    <a:pt x="395" y="624"/>
                    <a:pt x="362" y="99"/>
                  </a:cubicBezTo>
                  <a:cubicBezTo>
                    <a:pt x="362" y="33"/>
                    <a:pt x="305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4" name="Google Shape;3810;p30"/>
            <p:cNvSpPr/>
            <p:nvPr/>
          </p:nvSpPr>
          <p:spPr>
            <a:xfrm>
              <a:off x="357480" y="810360"/>
              <a:ext cx="113400" cy="10980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4548" h="4404">
                  <a:moveTo>
                    <a:pt x="4426" y="0"/>
                  </a:moveTo>
                  <a:cubicBezTo>
                    <a:pt x="4398" y="0"/>
                    <a:pt x="4373" y="18"/>
                    <a:pt x="4362" y="62"/>
                  </a:cubicBezTo>
                  <a:cubicBezTo>
                    <a:pt x="3540" y="1935"/>
                    <a:pt x="1996" y="3447"/>
                    <a:pt x="90" y="4202"/>
                  </a:cubicBezTo>
                  <a:cubicBezTo>
                    <a:pt x="0" y="4262"/>
                    <a:pt x="19" y="4404"/>
                    <a:pt x="123" y="4404"/>
                  </a:cubicBezTo>
                  <a:cubicBezTo>
                    <a:pt x="133" y="4404"/>
                    <a:pt x="144" y="4403"/>
                    <a:pt x="156" y="4400"/>
                  </a:cubicBezTo>
                  <a:cubicBezTo>
                    <a:pt x="2127" y="3611"/>
                    <a:pt x="3672" y="2099"/>
                    <a:pt x="4526" y="161"/>
                  </a:cubicBezTo>
                  <a:cubicBezTo>
                    <a:pt x="4548" y="73"/>
                    <a:pt x="4482" y="0"/>
                    <a:pt x="44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5" name="Google Shape;3811;p30"/>
            <p:cNvSpPr/>
            <p:nvPr/>
          </p:nvSpPr>
          <p:spPr>
            <a:xfrm>
              <a:off x="374760" y="878400"/>
              <a:ext cx="64080" cy="4752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2584" h="1914">
                  <a:moveTo>
                    <a:pt x="2441" y="1"/>
                  </a:moveTo>
                  <a:cubicBezTo>
                    <a:pt x="2409" y="1"/>
                    <a:pt x="2376" y="13"/>
                    <a:pt x="2348" y="41"/>
                  </a:cubicBezTo>
                  <a:cubicBezTo>
                    <a:pt x="1757" y="796"/>
                    <a:pt x="1001" y="1355"/>
                    <a:pt x="114" y="1684"/>
                  </a:cubicBezTo>
                  <a:cubicBezTo>
                    <a:pt x="1" y="1740"/>
                    <a:pt x="34" y="1894"/>
                    <a:pt x="129" y="1894"/>
                  </a:cubicBezTo>
                  <a:cubicBezTo>
                    <a:pt x="144" y="1894"/>
                    <a:pt x="161" y="1890"/>
                    <a:pt x="180" y="1881"/>
                  </a:cubicBezTo>
                  <a:lnTo>
                    <a:pt x="180" y="1914"/>
                  </a:lnTo>
                  <a:cubicBezTo>
                    <a:pt x="1100" y="1552"/>
                    <a:pt x="1921" y="961"/>
                    <a:pt x="2513" y="172"/>
                  </a:cubicBezTo>
                  <a:cubicBezTo>
                    <a:pt x="2583" y="78"/>
                    <a:pt x="2519" y="1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6" name="Google Shape;3812;p30"/>
            <p:cNvSpPr/>
            <p:nvPr/>
          </p:nvSpPr>
          <p:spPr>
            <a:xfrm>
              <a:off x="392760" y="905760"/>
              <a:ext cx="47160" cy="3708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901" h="1495">
                  <a:moveTo>
                    <a:pt x="1757" y="0"/>
                  </a:moveTo>
                  <a:cubicBezTo>
                    <a:pt x="1734" y="0"/>
                    <a:pt x="1711" y="10"/>
                    <a:pt x="1695" y="35"/>
                  </a:cubicBezTo>
                  <a:cubicBezTo>
                    <a:pt x="1235" y="561"/>
                    <a:pt x="709" y="988"/>
                    <a:pt x="85" y="1284"/>
                  </a:cubicBezTo>
                  <a:cubicBezTo>
                    <a:pt x="0" y="1340"/>
                    <a:pt x="61" y="1494"/>
                    <a:pt x="143" y="1494"/>
                  </a:cubicBezTo>
                  <a:cubicBezTo>
                    <a:pt x="156" y="1494"/>
                    <a:pt x="170" y="1490"/>
                    <a:pt x="183" y="1481"/>
                  </a:cubicBezTo>
                  <a:cubicBezTo>
                    <a:pt x="808" y="1152"/>
                    <a:pt x="1366" y="692"/>
                    <a:pt x="1826" y="166"/>
                  </a:cubicBezTo>
                  <a:cubicBezTo>
                    <a:pt x="1900" y="93"/>
                    <a:pt x="18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7" name="Google Shape;3813;p30"/>
            <p:cNvSpPr/>
            <p:nvPr/>
          </p:nvSpPr>
          <p:spPr>
            <a:xfrm>
              <a:off x="398880" y="1006560"/>
              <a:ext cx="95760" cy="205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844" h="833">
                  <a:moveTo>
                    <a:pt x="3679" y="1"/>
                  </a:moveTo>
                  <a:cubicBezTo>
                    <a:pt x="3663" y="1"/>
                    <a:pt x="3645" y="5"/>
                    <a:pt x="3627" y="14"/>
                  </a:cubicBezTo>
                  <a:cubicBezTo>
                    <a:pt x="3037" y="432"/>
                    <a:pt x="2359" y="642"/>
                    <a:pt x="1676" y="642"/>
                  </a:cubicBezTo>
                  <a:cubicBezTo>
                    <a:pt x="1179" y="642"/>
                    <a:pt x="680" y="531"/>
                    <a:pt x="209" y="310"/>
                  </a:cubicBezTo>
                  <a:cubicBezTo>
                    <a:pt x="188" y="299"/>
                    <a:pt x="168" y="294"/>
                    <a:pt x="149" y="294"/>
                  </a:cubicBezTo>
                  <a:cubicBezTo>
                    <a:pt x="52" y="294"/>
                    <a:pt x="1" y="419"/>
                    <a:pt x="111" y="474"/>
                  </a:cubicBezTo>
                  <a:cubicBezTo>
                    <a:pt x="605" y="714"/>
                    <a:pt x="1147" y="833"/>
                    <a:pt x="1692" y="833"/>
                  </a:cubicBezTo>
                  <a:cubicBezTo>
                    <a:pt x="2414" y="833"/>
                    <a:pt x="3140" y="623"/>
                    <a:pt x="3758" y="211"/>
                  </a:cubicBezTo>
                  <a:cubicBezTo>
                    <a:pt x="3843" y="155"/>
                    <a:pt x="3782" y="1"/>
                    <a:pt x="367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8" name="Google Shape;3814;p30"/>
            <p:cNvSpPr/>
            <p:nvPr/>
          </p:nvSpPr>
          <p:spPr>
            <a:xfrm>
              <a:off x="615240" y="761760"/>
              <a:ext cx="28080" cy="14940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1138" h="5990">
                  <a:moveTo>
                    <a:pt x="1039" y="1"/>
                  </a:moveTo>
                  <a:cubicBezTo>
                    <a:pt x="990" y="1"/>
                    <a:pt x="940" y="33"/>
                    <a:pt x="940" y="99"/>
                  </a:cubicBezTo>
                  <a:cubicBezTo>
                    <a:pt x="875" y="2038"/>
                    <a:pt x="809" y="4042"/>
                    <a:pt x="20" y="5883"/>
                  </a:cubicBezTo>
                  <a:cubicBezTo>
                    <a:pt x="1" y="5942"/>
                    <a:pt x="64" y="5989"/>
                    <a:pt x="124" y="5989"/>
                  </a:cubicBezTo>
                  <a:cubicBezTo>
                    <a:pt x="165" y="5989"/>
                    <a:pt x="204" y="5968"/>
                    <a:pt x="217" y="5915"/>
                  </a:cubicBezTo>
                  <a:cubicBezTo>
                    <a:pt x="1006" y="4075"/>
                    <a:pt x="1072" y="2071"/>
                    <a:pt x="1138" y="99"/>
                  </a:cubicBezTo>
                  <a:cubicBezTo>
                    <a:pt x="1138" y="33"/>
                    <a:pt x="1088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9" name="Google Shape;3815;p30"/>
            <p:cNvSpPr/>
            <p:nvPr/>
          </p:nvSpPr>
          <p:spPr>
            <a:xfrm>
              <a:off x="606960" y="708480"/>
              <a:ext cx="18720" cy="137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757" h="5495">
                  <a:moveTo>
                    <a:pt x="658" y="1"/>
                  </a:moveTo>
                  <a:cubicBezTo>
                    <a:pt x="609" y="1"/>
                    <a:pt x="559" y="34"/>
                    <a:pt x="559" y="99"/>
                  </a:cubicBezTo>
                  <a:cubicBezTo>
                    <a:pt x="494" y="1874"/>
                    <a:pt x="297" y="3615"/>
                    <a:pt x="1" y="5357"/>
                  </a:cubicBezTo>
                  <a:cubicBezTo>
                    <a:pt x="1" y="5438"/>
                    <a:pt x="64" y="5494"/>
                    <a:pt x="119" y="5494"/>
                  </a:cubicBezTo>
                  <a:cubicBezTo>
                    <a:pt x="154" y="5494"/>
                    <a:pt x="185" y="5473"/>
                    <a:pt x="198" y="5423"/>
                  </a:cubicBezTo>
                  <a:lnTo>
                    <a:pt x="198" y="5455"/>
                  </a:lnTo>
                  <a:cubicBezTo>
                    <a:pt x="494" y="3681"/>
                    <a:pt x="691" y="1907"/>
                    <a:pt x="757" y="99"/>
                  </a:cubicBezTo>
                  <a:cubicBezTo>
                    <a:pt x="757" y="34"/>
                    <a:pt x="707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0" name="Google Shape;3816;p30"/>
            <p:cNvSpPr/>
            <p:nvPr/>
          </p:nvSpPr>
          <p:spPr>
            <a:xfrm>
              <a:off x="610560" y="609840"/>
              <a:ext cx="10800" cy="7488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449" h="3003">
                  <a:moveTo>
                    <a:pt x="131" y="1"/>
                  </a:moveTo>
                  <a:cubicBezTo>
                    <a:pt x="68" y="1"/>
                    <a:pt x="1" y="57"/>
                    <a:pt x="21" y="138"/>
                  </a:cubicBezTo>
                  <a:cubicBezTo>
                    <a:pt x="218" y="1025"/>
                    <a:pt x="251" y="1945"/>
                    <a:pt x="120" y="2865"/>
                  </a:cubicBezTo>
                  <a:cubicBezTo>
                    <a:pt x="99" y="2947"/>
                    <a:pt x="167" y="3003"/>
                    <a:pt x="229" y="3003"/>
                  </a:cubicBezTo>
                  <a:cubicBezTo>
                    <a:pt x="268" y="3003"/>
                    <a:pt x="304" y="2981"/>
                    <a:pt x="317" y="2931"/>
                  </a:cubicBezTo>
                  <a:cubicBezTo>
                    <a:pt x="448" y="1978"/>
                    <a:pt x="415" y="1025"/>
                    <a:pt x="218" y="72"/>
                  </a:cubicBezTo>
                  <a:cubicBezTo>
                    <a:pt x="206" y="22"/>
                    <a:pt x="169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1" name="Google Shape;3817;p30"/>
            <p:cNvSpPr/>
            <p:nvPr/>
          </p:nvSpPr>
          <p:spPr>
            <a:xfrm>
              <a:off x="625680" y="631440"/>
              <a:ext cx="6480" cy="3636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79" h="1468">
                  <a:moveTo>
                    <a:pt x="116" y="1"/>
                  </a:moveTo>
                  <a:cubicBezTo>
                    <a:pt x="58" y="1"/>
                    <a:pt x="1" y="34"/>
                    <a:pt x="1" y="99"/>
                  </a:cubicBezTo>
                  <a:lnTo>
                    <a:pt x="66" y="1381"/>
                  </a:lnTo>
                  <a:cubicBezTo>
                    <a:pt x="66" y="1434"/>
                    <a:pt x="132" y="1468"/>
                    <a:pt x="188" y="1468"/>
                  </a:cubicBezTo>
                  <a:cubicBezTo>
                    <a:pt x="237" y="1468"/>
                    <a:pt x="279" y="1442"/>
                    <a:pt x="263" y="1381"/>
                  </a:cubicBezTo>
                  <a:lnTo>
                    <a:pt x="231" y="99"/>
                  </a:lnTo>
                  <a:cubicBezTo>
                    <a:pt x="231" y="34"/>
                    <a:pt x="173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2" name="Google Shape;3818;p30"/>
            <p:cNvSpPr/>
            <p:nvPr/>
          </p:nvSpPr>
          <p:spPr>
            <a:xfrm>
              <a:off x="319680" y="910440"/>
              <a:ext cx="45000" cy="12276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809" h="4929">
                  <a:moveTo>
                    <a:pt x="149" y="0"/>
                  </a:moveTo>
                  <a:cubicBezTo>
                    <a:pt x="70" y="0"/>
                    <a:pt x="1" y="70"/>
                    <a:pt x="47" y="140"/>
                  </a:cubicBezTo>
                  <a:cubicBezTo>
                    <a:pt x="1066" y="1520"/>
                    <a:pt x="1329" y="3229"/>
                    <a:pt x="1592" y="4872"/>
                  </a:cubicBezTo>
                  <a:cubicBezTo>
                    <a:pt x="1605" y="4911"/>
                    <a:pt x="1643" y="4929"/>
                    <a:pt x="1683" y="4929"/>
                  </a:cubicBezTo>
                  <a:cubicBezTo>
                    <a:pt x="1745" y="4929"/>
                    <a:pt x="1809" y="4886"/>
                    <a:pt x="1789" y="4806"/>
                  </a:cubicBezTo>
                  <a:cubicBezTo>
                    <a:pt x="1526" y="3163"/>
                    <a:pt x="1263" y="1421"/>
                    <a:pt x="245" y="41"/>
                  </a:cubicBezTo>
                  <a:cubicBezTo>
                    <a:pt x="216" y="12"/>
                    <a:pt x="18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3" name="Google Shape;3819;p30"/>
            <p:cNvSpPr/>
            <p:nvPr/>
          </p:nvSpPr>
          <p:spPr>
            <a:xfrm>
              <a:off x="322920" y="966600"/>
              <a:ext cx="22320" cy="8964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911" h="3605">
                  <a:moveTo>
                    <a:pt x="142" y="0"/>
                  </a:moveTo>
                  <a:cubicBezTo>
                    <a:pt x="73" y="0"/>
                    <a:pt x="0" y="85"/>
                    <a:pt x="23" y="154"/>
                  </a:cubicBezTo>
                  <a:cubicBezTo>
                    <a:pt x="516" y="1206"/>
                    <a:pt x="713" y="2356"/>
                    <a:pt x="647" y="3506"/>
                  </a:cubicBezTo>
                  <a:cubicBezTo>
                    <a:pt x="647" y="3572"/>
                    <a:pt x="697" y="3604"/>
                    <a:pt x="750" y="3604"/>
                  </a:cubicBezTo>
                  <a:cubicBezTo>
                    <a:pt x="803" y="3604"/>
                    <a:pt x="861" y="3572"/>
                    <a:pt x="877" y="3506"/>
                  </a:cubicBezTo>
                  <a:cubicBezTo>
                    <a:pt x="910" y="2323"/>
                    <a:pt x="680" y="1140"/>
                    <a:pt x="220" y="56"/>
                  </a:cubicBezTo>
                  <a:cubicBezTo>
                    <a:pt x="200" y="16"/>
                    <a:pt x="172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4" name="Google Shape;3820;p30"/>
            <p:cNvSpPr/>
            <p:nvPr/>
          </p:nvSpPr>
          <p:spPr>
            <a:xfrm>
              <a:off x="375480" y="1033560"/>
              <a:ext cx="21600" cy="1620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875" h="6488">
                  <a:moveTo>
                    <a:pt x="294" y="0"/>
                  </a:moveTo>
                  <a:cubicBezTo>
                    <a:pt x="232" y="0"/>
                    <a:pt x="164" y="57"/>
                    <a:pt x="184" y="138"/>
                  </a:cubicBezTo>
                  <a:cubicBezTo>
                    <a:pt x="677" y="2208"/>
                    <a:pt x="612" y="4344"/>
                    <a:pt x="20" y="6381"/>
                  </a:cubicBezTo>
                  <a:cubicBezTo>
                    <a:pt x="0" y="6440"/>
                    <a:pt x="52" y="6488"/>
                    <a:pt x="110" y="6488"/>
                  </a:cubicBezTo>
                  <a:cubicBezTo>
                    <a:pt x="149" y="6488"/>
                    <a:pt x="191" y="6467"/>
                    <a:pt x="217" y="6414"/>
                  </a:cubicBezTo>
                  <a:cubicBezTo>
                    <a:pt x="809" y="4344"/>
                    <a:pt x="874" y="2175"/>
                    <a:pt x="382" y="72"/>
                  </a:cubicBezTo>
                  <a:cubicBezTo>
                    <a:pt x="369" y="22"/>
                    <a:pt x="332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5" name="Google Shape;3821;p30"/>
            <p:cNvSpPr/>
            <p:nvPr/>
          </p:nvSpPr>
          <p:spPr>
            <a:xfrm>
              <a:off x="-5760" y="1321200"/>
              <a:ext cx="171720" cy="16920"/>
            </a:xfrm>
            <a:custGeom>
              <a:avLst/>
              <a:gdLst>
                <a:gd name="textAreaLeft" fmla="*/ 0 w 171720"/>
                <a:gd name="textAreaRight" fmla="*/ 172080 w 171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6879" h="696">
                  <a:moveTo>
                    <a:pt x="6751" y="0"/>
                  </a:moveTo>
                  <a:cubicBezTo>
                    <a:pt x="6743" y="0"/>
                    <a:pt x="6734" y="2"/>
                    <a:pt x="6725" y="4"/>
                  </a:cubicBezTo>
                  <a:cubicBezTo>
                    <a:pt x="5595" y="318"/>
                    <a:pt x="4427" y="474"/>
                    <a:pt x="3262" y="474"/>
                  </a:cubicBezTo>
                  <a:cubicBezTo>
                    <a:pt x="2226" y="474"/>
                    <a:pt x="1191" y="350"/>
                    <a:pt x="186" y="103"/>
                  </a:cubicBezTo>
                  <a:cubicBezTo>
                    <a:pt x="175" y="100"/>
                    <a:pt x="163" y="99"/>
                    <a:pt x="153" y="99"/>
                  </a:cubicBezTo>
                  <a:cubicBezTo>
                    <a:pt x="45" y="99"/>
                    <a:pt x="1" y="240"/>
                    <a:pt x="121" y="300"/>
                  </a:cubicBezTo>
                  <a:cubicBezTo>
                    <a:pt x="1160" y="564"/>
                    <a:pt x="2215" y="696"/>
                    <a:pt x="3266" y="696"/>
                  </a:cubicBezTo>
                  <a:cubicBezTo>
                    <a:pt x="4442" y="696"/>
                    <a:pt x="5614" y="531"/>
                    <a:pt x="6758" y="202"/>
                  </a:cubicBezTo>
                  <a:cubicBezTo>
                    <a:pt x="6878" y="142"/>
                    <a:pt x="6834" y="0"/>
                    <a:pt x="675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6" name="Google Shape;3822;p30"/>
            <p:cNvSpPr/>
            <p:nvPr/>
          </p:nvSpPr>
          <p:spPr>
            <a:xfrm>
              <a:off x="52200" y="1342440"/>
              <a:ext cx="158760" cy="3852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6360" h="1561">
                  <a:moveTo>
                    <a:pt x="6225" y="1"/>
                  </a:moveTo>
                  <a:cubicBezTo>
                    <a:pt x="6210" y="1"/>
                    <a:pt x="6194" y="5"/>
                    <a:pt x="6178" y="16"/>
                  </a:cubicBezTo>
                  <a:cubicBezTo>
                    <a:pt x="4336" y="873"/>
                    <a:pt x="2371" y="1332"/>
                    <a:pt x="372" y="1332"/>
                  </a:cubicBezTo>
                  <a:cubicBezTo>
                    <a:pt x="303" y="1332"/>
                    <a:pt x="234" y="1331"/>
                    <a:pt x="164" y="1330"/>
                  </a:cubicBezTo>
                  <a:cubicBezTo>
                    <a:pt x="0" y="1330"/>
                    <a:pt x="0" y="1560"/>
                    <a:pt x="164" y="1560"/>
                  </a:cubicBezTo>
                  <a:cubicBezTo>
                    <a:pt x="2268" y="1560"/>
                    <a:pt x="4371" y="1100"/>
                    <a:pt x="6276" y="180"/>
                  </a:cubicBezTo>
                  <a:cubicBezTo>
                    <a:pt x="6359" y="125"/>
                    <a:pt x="6303" y="1"/>
                    <a:pt x="622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7" name="Google Shape;3823;p30"/>
            <p:cNvSpPr/>
            <p:nvPr/>
          </p:nvSpPr>
          <p:spPr>
            <a:xfrm>
              <a:off x="257400" y="1289160"/>
              <a:ext cx="74160" cy="615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981" h="2481">
                  <a:moveTo>
                    <a:pt x="2838" y="1"/>
                  </a:moveTo>
                  <a:cubicBezTo>
                    <a:pt x="2815" y="1"/>
                    <a:pt x="2792" y="11"/>
                    <a:pt x="2775" y="36"/>
                  </a:cubicBezTo>
                  <a:cubicBezTo>
                    <a:pt x="2053" y="956"/>
                    <a:pt x="1132" y="1712"/>
                    <a:pt x="114" y="2270"/>
                  </a:cubicBezTo>
                  <a:cubicBezTo>
                    <a:pt x="1" y="2327"/>
                    <a:pt x="82" y="2481"/>
                    <a:pt x="170" y="2481"/>
                  </a:cubicBezTo>
                  <a:cubicBezTo>
                    <a:pt x="184" y="2481"/>
                    <a:pt x="199" y="2477"/>
                    <a:pt x="212" y="2467"/>
                  </a:cubicBezTo>
                  <a:cubicBezTo>
                    <a:pt x="1264" y="1909"/>
                    <a:pt x="2184" y="1120"/>
                    <a:pt x="2907" y="167"/>
                  </a:cubicBezTo>
                  <a:cubicBezTo>
                    <a:pt x="2981" y="93"/>
                    <a:pt x="2907" y="1"/>
                    <a:pt x="283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68" name="Google Shape;3824;p30"/>
          <p:cNvGrpSpPr/>
          <p:nvPr/>
        </p:nvGrpSpPr>
        <p:grpSpPr>
          <a:xfrm>
            <a:off x="7261560" y="3684960"/>
            <a:ext cx="1882440" cy="1458360"/>
            <a:chOff x="7261560" y="3684960"/>
            <a:chExt cx="1882440" cy="1458360"/>
          </a:xfrm>
        </p:grpSpPr>
        <p:sp>
          <p:nvSpPr>
            <p:cNvPr id="3169" name="Google Shape;3825;p30"/>
            <p:cNvSpPr/>
            <p:nvPr/>
          </p:nvSpPr>
          <p:spPr>
            <a:xfrm rot="10800000">
              <a:off x="8635320" y="3684960"/>
              <a:ext cx="492480" cy="525960"/>
            </a:xfrm>
            <a:custGeom>
              <a:avLst/>
              <a:gdLst>
                <a:gd name="textAreaLeft" fmla="*/ 0 w 492480"/>
                <a:gd name="textAreaRight" fmla="*/ 492840 w 492480"/>
                <a:gd name="textAreaTop" fmla="*/ 0 h 525960"/>
                <a:gd name="textAreaBottom" fmla="*/ 526320 h 525960"/>
              </a:gdLst>
              <a:ahLst/>
              <a:cxnLst/>
              <a:rect l="textAreaLeft" t="textAreaTop" r="textAreaRight" b="textAreaBottom"/>
              <a:pathLst>
                <a:path w="19717" h="21051">
                  <a:moveTo>
                    <a:pt x="15471" y="0"/>
                  </a:moveTo>
                  <a:cubicBezTo>
                    <a:pt x="15403" y="0"/>
                    <a:pt x="15332" y="78"/>
                    <a:pt x="15379" y="172"/>
                  </a:cubicBezTo>
                  <a:cubicBezTo>
                    <a:pt x="17482" y="4378"/>
                    <a:pt x="19716" y="9208"/>
                    <a:pt x="18139" y="14006"/>
                  </a:cubicBezTo>
                  <a:cubicBezTo>
                    <a:pt x="17449" y="16043"/>
                    <a:pt x="16036" y="17752"/>
                    <a:pt x="14163" y="18803"/>
                  </a:cubicBezTo>
                  <a:cubicBezTo>
                    <a:pt x="12257" y="19756"/>
                    <a:pt x="10220" y="20348"/>
                    <a:pt x="8117" y="20545"/>
                  </a:cubicBezTo>
                  <a:cubicBezTo>
                    <a:pt x="6704" y="20709"/>
                    <a:pt x="5323" y="20808"/>
                    <a:pt x="3943" y="20841"/>
                  </a:cubicBezTo>
                  <a:lnTo>
                    <a:pt x="1643" y="20841"/>
                  </a:lnTo>
                  <a:cubicBezTo>
                    <a:pt x="1347" y="20841"/>
                    <a:pt x="1019" y="20808"/>
                    <a:pt x="690" y="20742"/>
                  </a:cubicBezTo>
                  <a:cubicBezTo>
                    <a:pt x="394" y="20611"/>
                    <a:pt x="66" y="20151"/>
                    <a:pt x="427" y="19921"/>
                  </a:cubicBezTo>
                  <a:cubicBezTo>
                    <a:pt x="510" y="19838"/>
                    <a:pt x="454" y="19708"/>
                    <a:pt x="375" y="19708"/>
                  </a:cubicBezTo>
                  <a:cubicBezTo>
                    <a:pt x="360" y="19708"/>
                    <a:pt x="344" y="19713"/>
                    <a:pt x="329" y="19724"/>
                  </a:cubicBezTo>
                  <a:cubicBezTo>
                    <a:pt x="33" y="19954"/>
                    <a:pt x="0" y="20381"/>
                    <a:pt x="230" y="20677"/>
                  </a:cubicBezTo>
                  <a:cubicBezTo>
                    <a:pt x="540" y="21015"/>
                    <a:pt x="1091" y="21039"/>
                    <a:pt x="1532" y="21039"/>
                  </a:cubicBezTo>
                  <a:cubicBezTo>
                    <a:pt x="1606" y="21039"/>
                    <a:pt x="1676" y="21038"/>
                    <a:pt x="1742" y="21038"/>
                  </a:cubicBezTo>
                  <a:cubicBezTo>
                    <a:pt x="2120" y="21046"/>
                    <a:pt x="2495" y="21050"/>
                    <a:pt x="2870" y="21050"/>
                  </a:cubicBezTo>
                  <a:cubicBezTo>
                    <a:pt x="3993" y="21050"/>
                    <a:pt x="5102" y="21013"/>
                    <a:pt x="6211" y="20939"/>
                  </a:cubicBezTo>
                  <a:cubicBezTo>
                    <a:pt x="8478" y="20775"/>
                    <a:pt x="10778" y="20479"/>
                    <a:pt x="12914" y="19592"/>
                  </a:cubicBezTo>
                  <a:cubicBezTo>
                    <a:pt x="14984" y="18836"/>
                    <a:pt x="16693" y="17358"/>
                    <a:pt x="17778" y="15419"/>
                  </a:cubicBezTo>
                  <a:cubicBezTo>
                    <a:pt x="18796" y="13283"/>
                    <a:pt x="19125" y="10884"/>
                    <a:pt x="18698" y="8551"/>
                  </a:cubicBezTo>
                  <a:cubicBezTo>
                    <a:pt x="18238" y="5528"/>
                    <a:pt x="16890" y="2768"/>
                    <a:pt x="15543" y="40"/>
                  </a:cubicBezTo>
                  <a:cubicBezTo>
                    <a:pt x="15524" y="12"/>
                    <a:pt x="15498" y="0"/>
                    <a:pt x="1547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0" name="Google Shape;3826;p30"/>
            <p:cNvSpPr/>
            <p:nvPr/>
          </p:nvSpPr>
          <p:spPr>
            <a:xfrm rot="10800000">
              <a:off x="8432280" y="4037760"/>
              <a:ext cx="246600" cy="448200"/>
            </a:xfrm>
            <a:custGeom>
              <a:avLst/>
              <a:gdLst>
                <a:gd name="textAreaLeft" fmla="*/ 0 w 246600"/>
                <a:gd name="textAreaRight" fmla="*/ 246960 w 246600"/>
                <a:gd name="textAreaTop" fmla="*/ 0 h 448200"/>
                <a:gd name="textAreaBottom" fmla="*/ 448560 h 448200"/>
              </a:gdLst>
              <a:ahLst/>
              <a:cxnLst/>
              <a:rect l="textAreaLeft" t="textAreaTop" r="textAreaRight" b="textAreaBottom"/>
              <a:pathLst>
                <a:path w="9873" h="17936">
                  <a:moveTo>
                    <a:pt x="9137" y="0"/>
                  </a:moveTo>
                  <a:cubicBezTo>
                    <a:pt x="9084" y="0"/>
                    <a:pt x="9035" y="33"/>
                    <a:pt x="9051" y="99"/>
                  </a:cubicBezTo>
                  <a:cubicBezTo>
                    <a:pt x="9183" y="1840"/>
                    <a:pt x="9314" y="3615"/>
                    <a:pt x="9446" y="5389"/>
                  </a:cubicBezTo>
                  <a:cubicBezTo>
                    <a:pt x="9610" y="7131"/>
                    <a:pt x="9610" y="8938"/>
                    <a:pt x="9380" y="10680"/>
                  </a:cubicBezTo>
                  <a:cubicBezTo>
                    <a:pt x="8953" y="13473"/>
                    <a:pt x="7474" y="16430"/>
                    <a:pt x="4648" y="17383"/>
                  </a:cubicBezTo>
                  <a:cubicBezTo>
                    <a:pt x="4066" y="17603"/>
                    <a:pt x="3459" y="17711"/>
                    <a:pt x="2855" y="17711"/>
                  </a:cubicBezTo>
                  <a:cubicBezTo>
                    <a:pt x="1922" y="17711"/>
                    <a:pt x="996" y="17454"/>
                    <a:pt x="179" y="16956"/>
                  </a:cubicBezTo>
                  <a:cubicBezTo>
                    <a:pt x="160" y="16937"/>
                    <a:pt x="141" y="16929"/>
                    <a:pt x="123" y="16929"/>
                  </a:cubicBezTo>
                  <a:cubicBezTo>
                    <a:pt x="50" y="16929"/>
                    <a:pt x="1" y="17067"/>
                    <a:pt x="80" y="17120"/>
                  </a:cubicBezTo>
                  <a:cubicBezTo>
                    <a:pt x="907" y="17664"/>
                    <a:pt x="1869" y="17935"/>
                    <a:pt x="2834" y="17935"/>
                  </a:cubicBezTo>
                  <a:cubicBezTo>
                    <a:pt x="3211" y="17935"/>
                    <a:pt x="3588" y="17894"/>
                    <a:pt x="3958" y="17810"/>
                  </a:cubicBezTo>
                  <a:cubicBezTo>
                    <a:pt x="5371" y="17482"/>
                    <a:pt x="6620" y="16726"/>
                    <a:pt x="7507" y="15609"/>
                  </a:cubicBezTo>
                  <a:cubicBezTo>
                    <a:pt x="9643" y="13046"/>
                    <a:pt x="9873" y="9563"/>
                    <a:pt x="9708" y="6375"/>
                  </a:cubicBezTo>
                  <a:cubicBezTo>
                    <a:pt x="9610" y="4272"/>
                    <a:pt x="9413" y="2202"/>
                    <a:pt x="9248" y="99"/>
                  </a:cubicBezTo>
                  <a:cubicBezTo>
                    <a:pt x="9248" y="33"/>
                    <a:pt x="9191" y="0"/>
                    <a:pt x="9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1" name="Google Shape;3827;p30"/>
            <p:cNvSpPr/>
            <p:nvPr/>
          </p:nvSpPr>
          <p:spPr>
            <a:xfrm rot="10800000">
              <a:off x="8645040" y="4172400"/>
              <a:ext cx="325080" cy="29808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298080"/>
                <a:gd name="textAreaBottom" fmla="*/ 298440 h 298080"/>
              </a:gdLst>
              <a:ahLst/>
              <a:cxnLst/>
              <a:rect l="textAreaLeft" t="textAreaTop" r="textAreaRight" b="textAreaBottom"/>
              <a:pathLst>
                <a:path w="13013" h="11935">
                  <a:moveTo>
                    <a:pt x="12447" y="1"/>
                  </a:moveTo>
                  <a:cubicBezTo>
                    <a:pt x="12383" y="1"/>
                    <a:pt x="12303" y="57"/>
                    <a:pt x="12323" y="138"/>
                  </a:cubicBezTo>
                  <a:cubicBezTo>
                    <a:pt x="12717" y="2635"/>
                    <a:pt x="13013" y="5461"/>
                    <a:pt x="11731" y="7827"/>
                  </a:cubicBezTo>
                  <a:cubicBezTo>
                    <a:pt x="10483" y="10160"/>
                    <a:pt x="7821" y="11310"/>
                    <a:pt x="5258" y="11639"/>
                  </a:cubicBezTo>
                  <a:cubicBezTo>
                    <a:pt x="4298" y="11713"/>
                    <a:pt x="3339" y="11756"/>
                    <a:pt x="2379" y="11756"/>
                  </a:cubicBezTo>
                  <a:cubicBezTo>
                    <a:pt x="1630" y="11756"/>
                    <a:pt x="881" y="11730"/>
                    <a:pt x="132" y="11672"/>
                  </a:cubicBezTo>
                  <a:cubicBezTo>
                    <a:pt x="0" y="11672"/>
                    <a:pt x="0" y="11869"/>
                    <a:pt x="132" y="11869"/>
                  </a:cubicBezTo>
                  <a:lnTo>
                    <a:pt x="132" y="11836"/>
                  </a:lnTo>
                  <a:cubicBezTo>
                    <a:pt x="1045" y="11887"/>
                    <a:pt x="1973" y="11935"/>
                    <a:pt x="2901" y="11935"/>
                  </a:cubicBezTo>
                  <a:cubicBezTo>
                    <a:pt x="4979" y="11935"/>
                    <a:pt x="7053" y="11696"/>
                    <a:pt x="8938" y="10719"/>
                  </a:cubicBezTo>
                  <a:cubicBezTo>
                    <a:pt x="10056" y="10160"/>
                    <a:pt x="11008" y="9306"/>
                    <a:pt x="11699" y="8254"/>
                  </a:cubicBezTo>
                  <a:cubicBezTo>
                    <a:pt x="12356" y="7137"/>
                    <a:pt x="12750" y="5889"/>
                    <a:pt x="12816" y="4607"/>
                  </a:cubicBezTo>
                  <a:cubicBezTo>
                    <a:pt x="12881" y="3063"/>
                    <a:pt x="12783" y="1551"/>
                    <a:pt x="12520" y="72"/>
                  </a:cubicBezTo>
                  <a:cubicBezTo>
                    <a:pt x="12520" y="22"/>
                    <a:pt x="12486" y="1"/>
                    <a:pt x="1244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2" name="Google Shape;3828;p30"/>
            <p:cNvSpPr/>
            <p:nvPr/>
          </p:nvSpPr>
          <p:spPr>
            <a:xfrm rot="10800000">
              <a:off x="8165520" y="4487760"/>
              <a:ext cx="444240" cy="304200"/>
            </a:xfrm>
            <a:custGeom>
              <a:avLst/>
              <a:gdLst>
                <a:gd name="textAreaLeft" fmla="*/ 0 w 444240"/>
                <a:gd name="textAreaRight" fmla="*/ 444600 w 444240"/>
                <a:gd name="textAreaTop" fmla="*/ 0 h 304200"/>
                <a:gd name="textAreaBottom" fmla="*/ 304560 h 304200"/>
              </a:gdLst>
              <a:ahLst/>
              <a:cxnLst/>
              <a:rect l="textAreaLeft" t="textAreaTop" r="textAreaRight" b="textAreaBottom"/>
              <a:pathLst>
                <a:path w="17790" h="12179">
                  <a:moveTo>
                    <a:pt x="16650" y="0"/>
                  </a:moveTo>
                  <a:cubicBezTo>
                    <a:pt x="16588" y="0"/>
                    <a:pt x="16520" y="56"/>
                    <a:pt x="16541" y="138"/>
                  </a:cubicBezTo>
                  <a:cubicBezTo>
                    <a:pt x="17789" y="3128"/>
                    <a:pt x="16836" y="6644"/>
                    <a:pt x="14733" y="9010"/>
                  </a:cubicBezTo>
                  <a:cubicBezTo>
                    <a:pt x="12954" y="11018"/>
                    <a:pt x="10388" y="11984"/>
                    <a:pt x="7766" y="11984"/>
                  </a:cubicBezTo>
                  <a:cubicBezTo>
                    <a:pt x="6999" y="11984"/>
                    <a:pt x="6226" y="11901"/>
                    <a:pt x="5467" y="11737"/>
                  </a:cubicBezTo>
                  <a:cubicBezTo>
                    <a:pt x="3528" y="11310"/>
                    <a:pt x="1721" y="10390"/>
                    <a:pt x="209" y="9043"/>
                  </a:cubicBezTo>
                  <a:cubicBezTo>
                    <a:pt x="187" y="9021"/>
                    <a:pt x="164" y="9012"/>
                    <a:pt x="142" y="9012"/>
                  </a:cubicBezTo>
                  <a:cubicBezTo>
                    <a:pt x="64" y="9012"/>
                    <a:pt x="1" y="9123"/>
                    <a:pt x="78" y="9174"/>
                  </a:cubicBezTo>
                  <a:cubicBezTo>
                    <a:pt x="2219" y="11133"/>
                    <a:pt x="5005" y="12179"/>
                    <a:pt x="7856" y="12179"/>
                  </a:cubicBezTo>
                  <a:cubicBezTo>
                    <a:pt x="8592" y="12179"/>
                    <a:pt x="9332" y="12109"/>
                    <a:pt x="10067" y="11967"/>
                  </a:cubicBezTo>
                  <a:cubicBezTo>
                    <a:pt x="11743" y="11573"/>
                    <a:pt x="13255" y="10751"/>
                    <a:pt x="14470" y="9569"/>
                  </a:cubicBezTo>
                  <a:cubicBezTo>
                    <a:pt x="15653" y="8418"/>
                    <a:pt x="16508" y="6973"/>
                    <a:pt x="16935" y="5428"/>
                  </a:cubicBezTo>
                  <a:cubicBezTo>
                    <a:pt x="17494" y="3654"/>
                    <a:pt x="17395" y="1781"/>
                    <a:pt x="16738" y="72"/>
                  </a:cubicBezTo>
                  <a:cubicBezTo>
                    <a:pt x="16725" y="22"/>
                    <a:pt x="16689" y="0"/>
                    <a:pt x="1665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3" name="Google Shape;3829;p30"/>
            <p:cNvSpPr/>
            <p:nvPr/>
          </p:nvSpPr>
          <p:spPr>
            <a:xfrm rot="10800000">
              <a:off x="7261560" y="4628880"/>
              <a:ext cx="924120" cy="492120"/>
            </a:xfrm>
            <a:custGeom>
              <a:avLst/>
              <a:gdLst>
                <a:gd name="textAreaLeft" fmla="*/ 0 w 924120"/>
                <a:gd name="textAreaRight" fmla="*/ 924480 w 924120"/>
                <a:gd name="textAreaTop" fmla="*/ 0 h 492120"/>
                <a:gd name="textAreaBottom" fmla="*/ 492480 h 492120"/>
              </a:gdLst>
              <a:ahLst/>
              <a:cxnLst/>
              <a:rect l="textAreaLeft" t="textAreaTop" r="textAreaRight" b="textAreaBottom"/>
              <a:pathLst>
                <a:path w="36977" h="19693">
                  <a:moveTo>
                    <a:pt x="42" y="17677"/>
                  </a:moveTo>
                  <a:lnTo>
                    <a:pt x="75" y="17710"/>
                  </a:lnTo>
                  <a:cubicBezTo>
                    <a:pt x="73" y="17708"/>
                    <a:pt x="71" y="17706"/>
                    <a:pt x="69" y="17704"/>
                  </a:cubicBezTo>
                  <a:lnTo>
                    <a:pt x="69" y="17704"/>
                  </a:lnTo>
                  <a:cubicBezTo>
                    <a:pt x="60" y="17695"/>
                    <a:pt x="51" y="17686"/>
                    <a:pt x="42" y="17677"/>
                  </a:cubicBezTo>
                  <a:close/>
                  <a:moveTo>
                    <a:pt x="35295" y="0"/>
                  </a:moveTo>
                  <a:cubicBezTo>
                    <a:pt x="35208" y="0"/>
                    <a:pt x="35125" y="111"/>
                    <a:pt x="35202" y="163"/>
                  </a:cubicBezTo>
                  <a:cubicBezTo>
                    <a:pt x="36484" y="1181"/>
                    <a:pt x="36746" y="3021"/>
                    <a:pt x="36221" y="4467"/>
                  </a:cubicBezTo>
                  <a:cubicBezTo>
                    <a:pt x="35662" y="6209"/>
                    <a:pt x="34151" y="7457"/>
                    <a:pt x="32639" y="8410"/>
                  </a:cubicBezTo>
                  <a:cubicBezTo>
                    <a:pt x="29419" y="10448"/>
                    <a:pt x="25705" y="11696"/>
                    <a:pt x="21894" y="11992"/>
                  </a:cubicBezTo>
                  <a:cubicBezTo>
                    <a:pt x="21360" y="12025"/>
                    <a:pt x="20828" y="12041"/>
                    <a:pt x="20298" y="12041"/>
                  </a:cubicBezTo>
                  <a:cubicBezTo>
                    <a:pt x="18675" y="12041"/>
                    <a:pt x="17071" y="11887"/>
                    <a:pt x="15486" y="11565"/>
                  </a:cubicBezTo>
                  <a:cubicBezTo>
                    <a:pt x="15387" y="11565"/>
                    <a:pt x="15322" y="11598"/>
                    <a:pt x="15354" y="11696"/>
                  </a:cubicBezTo>
                  <a:cubicBezTo>
                    <a:pt x="16176" y="14095"/>
                    <a:pt x="14796" y="16658"/>
                    <a:pt x="12824" y="18071"/>
                  </a:cubicBezTo>
                  <a:cubicBezTo>
                    <a:pt x="11376" y="19114"/>
                    <a:pt x="9645" y="19499"/>
                    <a:pt x="7890" y="19499"/>
                  </a:cubicBezTo>
                  <a:cubicBezTo>
                    <a:pt x="6657" y="19499"/>
                    <a:pt x="5413" y="19309"/>
                    <a:pt x="4248" y="19024"/>
                  </a:cubicBezTo>
                  <a:cubicBezTo>
                    <a:pt x="3426" y="18827"/>
                    <a:pt x="2670" y="18564"/>
                    <a:pt x="1849" y="18334"/>
                  </a:cubicBezTo>
                  <a:cubicBezTo>
                    <a:pt x="1553" y="18269"/>
                    <a:pt x="1290" y="18203"/>
                    <a:pt x="1027" y="18104"/>
                  </a:cubicBezTo>
                  <a:cubicBezTo>
                    <a:pt x="732" y="17973"/>
                    <a:pt x="436" y="17776"/>
                    <a:pt x="206" y="17546"/>
                  </a:cubicBezTo>
                  <a:cubicBezTo>
                    <a:pt x="185" y="17524"/>
                    <a:pt x="162" y="17515"/>
                    <a:pt x="140" y="17515"/>
                  </a:cubicBezTo>
                  <a:cubicBezTo>
                    <a:pt x="63" y="17515"/>
                    <a:pt x="1" y="17627"/>
                    <a:pt x="69" y="17704"/>
                  </a:cubicBezTo>
                  <a:lnTo>
                    <a:pt x="69" y="17704"/>
                  </a:lnTo>
                  <a:cubicBezTo>
                    <a:pt x="459" y="18083"/>
                    <a:pt x="942" y="18337"/>
                    <a:pt x="1487" y="18466"/>
                  </a:cubicBezTo>
                  <a:cubicBezTo>
                    <a:pt x="2210" y="18630"/>
                    <a:pt x="2933" y="18893"/>
                    <a:pt x="3656" y="19090"/>
                  </a:cubicBezTo>
                  <a:cubicBezTo>
                    <a:pt x="5055" y="19469"/>
                    <a:pt x="6479" y="19693"/>
                    <a:pt x="7930" y="19693"/>
                  </a:cubicBezTo>
                  <a:cubicBezTo>
                    <a:pt x="8115" y="19693"/>
                    <a:pt x="8301" y="19689"/>
                    <a:pt x="8487" y="19682"/>
                  </a:cubicBezTo>
                  <a:cubicBezTo>
                    <a:pt x="9965" y="19649"/>
                    <a:pt x="11411" y="19221"/>
                    <a:pt x="12660" y="18466"/>
                  </a:cubicBezTo>
                  <a:cubicBezTo>
                    <a:pt x="13744" y="17743"/>
                    <a:pt x="14599" y="16790"/>
                    <a:pt x="15190" y="15673"/>
                  </a:cubicBezTo>
                  <a:cubicBezTo>
                    <a:pt x="15820" y="14475"/>
                    <a:pt x="15967" y="13097"/>
                    <a:pt x="15602" y="11798"/>
                  </a:cubicBezTo>
                  <a:lnTo>
                    <a:pt x="15602" y="11798"/>
                  </a:lnTo>
                  <a:cubicBezTo>
                    <a:pt x="17107" y="12090"/>
                    <a:pt x="18631" y="12235"/>
                    <a:pt x="20153" y="12235"/>
                  </a:cubicBezTo>
                  <a:cubicBezTo>
                    <a:pt x="22527" y="12235"/>
                    <a:pt x="24897" y="11880"/>
                    <a:pt x="27184" y="11171"/>
                  </a:cubicBezTo>
                  <a:cubicBezTo>
                    <a:pt x="29090" y="10579"/>
                    <a:pt x="30897" y="9725"/>
                    <a:pt x="32573" y="8706"/>
                  </a:cubicBezTo>
                  <a:cubicBezTo>
                    <a:pt x="34085" y="7753"/>
                    <a:pt x="35596" y="6537"/>
                    <a:pt x="36319" y="4862"/>
                  </a:cubicBezTo>
                  <a:cubicBezTo>
                    <a:pt x="36976" y="3284"/>
                    <a:pt x="36779" y="1181"/>
                    <a:pt x="35366" y="31"/>
                  </a:cubicBezTo>
                  <a:cubicBezTo>
                    <a:pt x="35345" y="9"/>
                    <a:pt x="35320" y="0"/>
                    <a:pt x="3529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4" name="Google Shape;3830;p30"/>
            <p:cNvSpPr/>
            <p:nvPr/>
          </p:nvSpPr>
          <p:spPr>
            <a:xfrm rot="10800000">
              <a:off x="7904160" y="4819680"/>
              <a:ext cx="533880" cy="159120"/>
            </a:xfrm>
            <a:custGeom>
              <a:avLst/>
              <a:gdLst>
                <a:gd name="textAreaLeft" fmla="*/ 0 w 533880"/>
                <a:gd name="textAreaRight" fmla="*/ 534240 w 53388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21363" h="6381">
                  <a:moveTo>
                    <a:pt x="21213" y="1"/>
                  </a:moveTo>
                  <a:cubicBezTo>
                    <a:pt x="21191" y="1"/>
                    <a:pt x="21168" y="10"/>
                    <a:pt x="21147" y="31"/>
                  </a:cubicBezTo>
                  <a:cubicBezTo>
                    <a:pt x="19339" y="2364"/>
                    <a:pt x="16941" y="4138"/>
                    <a:pt x="14180" y="5190"/>
                  </a:cubicBezTo>
                  <a:cubicBezTo>
                    <a:pt x="12393" y="5853"/>
                    <a:pt x="10520" y="6184"/>
                    <a:pt x="8644" y="6184"/>
                  </a:cubicBezTo>
                  <a:cubicBezTo>
                    <a:pt x="7449" y="6184"/>
                    <a:pt x="6254" y="6050"/>
                    <a:pt x="5078" y="5781"/>
                  </a:cubicBezTo>
                  <a:cubicBezTo>
                    <a:pt x="3337" y="5354"/>
                    <a:pt x="1694" y="4664"/>
                    <a:pt x="182" y="3711"/>
                  </a:cubicBezTo>
                  <a:cubicBezTo>
                    <a:pt x="166" y="3701"/>
                    <a:pt x="150" y="3696"/>
                    <a:pt x="135" y="3696"/>
                  </a:cubicBezTo>
                  <a:cubicBezTo>
                    <a:pt x="57" y="3696"/>
                    <a:pt x="1" y="3820"/>
                    <a:pt x="83" y="3876"/>
                  </a:cubicBezTo>
                  <a:cubicBezTo>
                    <a:pt x="2643" y="5498"/>
                    <a:pt x="5617" y="6380"/>
                    <a:pt x="8668" y="6380"/>
                  </a:cubicBezTo>
                  <a:cubicBezTo>
                    <a:pt x="8830" y="6380"/>
                    <a:pt x="8991" y="6378"/>
                    <a:pt x="9153" y="6373"/>
                  </a:cubicBezTo>
                  <a:cubicBezTo>
                    <a:pt x="12209" y="6307"/>
                    <a:pt x="15166" y="5321"/>
                    <a:pt x="17664" y="3613"/>
                  </a:cubicBezTo>
                  <a:cubicBezTo>
                    <a:pt x="19044" y="2660"/>
                    <a:pt x="20292" y="1510"/>
                    <a:pt x="21311" y="195"/>
                  </a:cubicBezTo>
                  <a:cubicBezTo>
                    <a:pt x="21363" y="118"/>
                    <a:pt x="21293" y="1"/>
                    <a:pt x="212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5" name="Google Shape;3831;p30"/>
            <p:cNvSpPr/>
            <p:nvPr/>
          </p:nvSpPr>
          <p:spPr>
            <a:xfrm rot="10800000">
              <a:off x="7636680" y="4865760"/>
              <a:ext cx="341640" cy="18036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13678" h="7232">
                  <a:moveTo>
                    <a:pt x="13567" y="0"/>
                  </a:moveTo>
                  <a:cubicBezTo>
                    <a:pt x="13523" y="0"/>
                    <a:pt x="13477" y="26"/>
                    <a:pt x="13462" y="84"/>
                  </a:cubicBezTo>
                  <a:cubicBezTo>
                    <a:pt x="13002" y="2154"/>
                    <a:pt x="11786" y="3994"/>
                    <a:pt x="10110" y="5276"/>
                  </a:cubicBezTo>
                  <a:cubicBezTo>
                    <a:pt x="8551" y="6431"/>
                    <a:pt x="6662" y="7053"/>
                    <a:pt x="4710" y="7053"/>
                  </a:cubicBezTo>
                  <a:cubicBezTo>
                    <a:pt x="4441" y="7053"/>
                    <a:pt x="4171" y="7041"/>
                    <a:pt x="3900" y="7018"/>
                  </a:cubicBezTo>
                  <a:cubicBezTo>
                    <a:pt x="2586" y="6886"/>
                    <a:pt x="1337" y="6459"/>
                    <a:pt x="187" y="5769"/>
                  </a:cubicBezTo>
                  <a:cubicBezTo>
                    <a:pt x="176" y="5765"/>
                    <a:pt x="166" y="5764"/>
                    <a:pt x="155" y="5764"/>
                  </a:cubicBezTo>
                  <a:cubicBezTo>
                    <a:pt x="69" y="5764"/>
                    <a:pt x="0" y="5878"/>
                    <a:pt x="88" y="5966"/>
                  </a:cubicBezTo>
                  <a:cubicBezTo>
                    <a:pt x="1534" y="6806"/>
                    <a:pt x="3163" y="7232"/>
                    <a:pt x="4821" y="7232"/>
                  </a:cubicBezTo>
                  <a:cubicBezTo>
                    <a:pt x="5498" y="7232"/>
                    <a:pt x="6181" y="7161"/>
                    <a:pt x="6857" y="7018"/>
                  </a:cubicBezTo>
                  <a:cubicBezTo>
                    <a:pt x="8993" y="6492"/>
                    <a:pt x="10866" y="5243"/>
                    <a:pt x="12148" y="3436"/>
                  </a:cubicBezTo>
                  <a:cubicBezTo>
                    <a:pt x="12871" y="2450"/>
                    <a:pt x="13397" y="1333"/>
                    <a:pt x="13659" y="117"/>
                  </a:cubicBezTo>
                  <a:cubicBezTo>
                    <a:pt x="13678" y="43"/>
                    <a:pt x="13624" y="0"/>
                    <a:pt x="1356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360" bIns="90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6" name="Google Shape;3832;p30"/>
            <p:cNvSpPr/>
            <p:nvPr/>
          </p:nvSpPr>
          <p:spPr>
            <a:xfrm rot="10800000">
              <a:off x="8697600" y="4791960"/>
              <a:ext cx="446400" cy="288360"/>
            </a:xfrm>
            <a:custGeom>
              <a:avLst/>
              <a:gdLst>
                <a:gd name="textAreaLeft" fmla="*/ 0 w 446400"/>
                <a:gd name="textAreaRight" fmla="*/ 446760 w 446400"/>
                <a:gd name="textAreaTop" fmla="*/ 0 h 288360"/>
                <a:gd name="textAreaBottom" fmla="*/ 288720 h 288360"/>
              </a:gdLst>
              <a:ahLst/>
              <a:cxnLst/>
              <a:rect l="textAreaLeft" t="textAreaTop" r="textAreaRight" b="textAreaBottom"/>
              <a:pathLst>
                <a:path w="17867" h="11545">
                  <a:moveTo>
                    <a:pt x="17748" y="0"/>
                  </a:moveTo>
                  <a:cubicBezTo>
                    <a:pt x="17714" y="0"/>
                    <a:pt x="17682" y="22"/>
                    <a:pt x="17670" y="72"/>
                  </a:cubicBezTo>
                  <a:cubicBezTo>
                    <a:pt x="17210" y="2964"/>
                    <a:pt x="15830" y="5625"/>
                    <a:pt x="13727" y="7663"/>
                  </a:cubicBezTo>
                  <a:cubicBezTo>
                    <a:pt x="11459" y="9799"/>
                    <a:pt x="8535" y="11080"/>
                    <a:pt x="5446" y="11310"/>
                  </a:cubicBezTo>
                  <a:cubicBezTo>
                    <a:pt x="5117" y="11334"/>
                    <a:pt x="4790" y="11346"/>
                    <a:pt x="4463" y="11346"/>
                  </a:cubicBezTo>
                  <a:cubicBezTo>
                    <a:pt x="2995" y="11346"/>
                    <a:pt x="1553" y="11104"/>
                    <a:pt x="155" y="10620"/>
                  </a:cubicBezTo>
                  <a:cubicBezTo>
                    <a:pt x="148" y="10618"/>
                    <a:pt x="140" y="10616"/>
                    <a:pt x="133" y="10616"/>
                  </a:cubicBezTo>
                  <a:cubicBezTo>
                    <a:pt x="48" y="10616"/>
                    <a:pt x="1" y="10787"/>
                    <a:pt x="122" y="10817"/>
                  </a:cubicBezTo>
                  <a:cubicBezTo>
                    <a:pt x="1538" y="11304"/>
                    <a:pt x="3010" y="11545"/>
                    <a:pt x="4483" y="11545"/>
                  </a:cubicBezTo>
                  <a:cubicBezTo>
                    <a:pt x="6190" y="11545"/>
                    <a:pt x="7898" y="11222"/>
                    <a:pt x="9520" y="10587"/>
                  </a:cubicBezTo>
                  <a:cubicBezTo>
                    <a:pt x="12346" y="9470"/>
                    <a:pt x="14679" y="7400"/>
                    <a:pt x="16191" y="4804"/>
                  </a:cubicBezTo>
                  <a:cubicBezTo>
                    <a:pt x="17045" y="3358"/>
                    <a:pt x="17604" y="1781"/>
                    <a:pt x="17867" y="138"/>
                  </a:cubicBezTo>
                  <a:cubicBezTo>
                    <a:pt x="17867" y="56"/>
                    <a:pt x="17804" y="0"/>
                    <a:pt x="1774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7" name="Google Shape;3833;p30"/>
            <p:cNvSpPr/>
            <p:nvPr/>
          </p:nvSpPr>
          <p:spPr>
            <a:xfrm rot="10800000">
              <a:off x="8678160" y="4935600"/>
              <a:ext cx="61560" cy="1303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2479" h="5225">
                  <a:moveTo>
                    <a:pt x="2363" y="0"/>
                  </a:moveTo>
                  <a:cubicBezTo>
                    <a:pt x="2328" y="0"/>
                    <a:pt x="2294" y="19"/>
                    <a:pt x="2281" y="58"/>
                  </a:cubicBezTo>
                  <a:cubicBezTo>
                    <a:pt x="1821" y="1832"/>
                    <a:pt x="1066" y="3541"/>
                    <a:pt x="47" y="5085"/>
                  </a:cubicBezTo>
                  <a:cubicBezTo>
                    <a:pt x="0" y="5155"/>
                    <a:pt x="69" y="5225"/>
                    <a:pt x="148" y="5225"/>
                  </a:cubicBezTo>
                  <a:cubicBezTo>
                    <a:pt x="181" y="5225"/>
                    <a:pt x="215" y="5213"/>
                    <a:pt x="244" y="5184"/>
                  </a:cubicBezTo>
                  <a:cubicBezTo>
                    <a:pt x="1263" y="3639"/>
                    <a:pt x="2018" y="1931"/>
                    <a:pt x="2479" y="123"/>
                  </a:cubicBezTo>
                  <a:cubicBezTo>
                    <a:pt x="2479" y="44"/>
                    <a:pt x="2418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8" name="Google Shape;3834;p30"/>
            <p:cNvSpPr/>
            <p:nvPr/>
          </p:nvSpPr>
          <p:spPr>
            <a:xfrm rot="10800000">
              <a:off x="8670960" y="4930920"/>
              <a:ext cx="46440" cy="788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78840"/>
                <a:gd name="textAreaBottom" fmla="*/ 79200 h 78840"/>
              </a:gdLst>
              <a:ahLst/>
              <a:cxnLst/>
              <a:rect l="textAreaLeft" t="textAreaTop" r="textAreaRight" b="textAreaBottom"/>
              <a:pathLst>
                <a:path w="1866" h="3161">
                  <a:moveTo>
                    <a:pt x="1732" y="0"/>
                  </a:moveTo>
                  <a:cubicBezTo>
                    <a:pt x="1687" y="0"/>
                    <a:pt x="1643" y="21"/>
                    <a:pt x="1629" y="74"/>
                  </a:cubicBezTo>
                  <a:cubicBezTo>
                    <a:pt x="1268" y="1125"/>
                    <a:pt x="742" y="2111"/>
                    <a:pt x="52" y="2966"/>
                  </a:cubicBezTo>
                  <a:cubicBezTo>
                    <a:pt x="1" y="3043"/>
                    <a:pt x="70" y="3160"/>
                    <a:pt x="150" y="3160"/>
                  </a:cubicBezTo>
                  <a:cubicBezTo>
                    <a:pt x="172" y="3160"/>
                    <a:pt x="195" y="3151"/>
                    <a:pt x="216" y="3130"/>
                  </a:cubicBezTo>
                  <a:lnTo>
                    <a:pt x="184" y="3130"/>
                  </a:lnTo>
                  <a:cubicBezTo>
                    <a:pt x="906" y="2210"/>
                    <a:pt x="1465" y="1191"/>
                    <a:pt x="1827" y="107"/>
                  </a:cubicBezTo>
                  <a:cubicBezTo>
                    <a:pt x="1866" y="48"/>
                    <a:pt x="1799" y="0"/>
                    <a:pt x="17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9" name="Google Shape;3835;p30"/>
            <p:cNvSpPr/>
            <p:nvPr/>
          </p:nvSpPr>
          <p:spPr>
            <a:xfrm rot="10800000">
              <a:off x="8672400" y="4929840"/>
              <a:ext cx="29160" cy="5004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1176" h="2010">
                  <a:moveTo>
                    <a:pt x="1039" y="0"/>
                  </a:moveTo>
                  <a:cubicBezTo>
                    <a:pt x="1011" y="0"/>
                    <a:pt x="984" y="12"/>
                    <a:pt x="965" y="41"/>
                  </a:cubicBezTo>
                  <a:lnTo>
                    <a:pt x="44" y="1848"/>
                  </a:lnTo>
                  <a:cubicBezTo>
                    <a:pt x="1" y="1936"/>
                    <a:pt x="74" y="2009"/>
                    <a:pt x="147" y="2009"/>
                  </a:cubicBezTo>
                  <a:cubicBezTo>
                    <a:pt x="183" y="2009"/>
                    <a:pt x="220" y="1991"/>
                    <a:pt x="242" y="1947"/>
                  </a:cubicBezTo>
                  <a:cubicBezTo>
                    <a:pt x="537" y="1355"/>
                    <a:pt x="833" y="764"/>
                    <a:pt x="1129" y="140"/>
                  </a:cubicBezTo>
                  <a:cubicBezTo>
                    <a:pt x="1175" y="70"/>
                    <a:pt x="1107" y="0"/>
                    <a:pt x="103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0" name="Google Shape;3836;p30"/>
            <p:cNvSpPr/>
            <p:nvPr/>
          </p:nvSpPr>
          <p:spPr>
            <a:xfrm rot="10800000">
              <a:off x="8269560" y="4802040"/>
              <a:ext cx="191520" cy="64080"/>
            </a:xfrm>
            <a:custGeom>
              <a:avLst/>
              <a:gdLst>
                <a:gd name="textAreaLeft" fmla="*/ 0 w 191520"/>
                <a:gd name="textAreaRight" fmla="*/ 191880 w 19152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w="7675" h="2579">
                  <a:moveTo>
                    <a:pt x="154" y="1"/>
                  </a:moveTo>
                  <a:cubicBezTo>
                    <a:pt x="57" y="1"/>
                    <a:pt x="1" y="125"/>
                    <a:pt x="83" y="180"/>
                  </a:cubicBezTo>
                  <a:cubicBezTo>
                    <a:pt x="2318" y="1659"/>
                    <a:pt x="4881" y="2480"/>
                    <a:pt x="7543" y="2579"/>
                  </a:cubicBezTo>
                  <a:cubicBezTo>
                    <a:pt x="7674" y="2579"/>
                    <a:pt x="7674" y="2382"/>
                    <a:pt x="7543" y="2349"/>
                  </a:cubicBezTo>
                  <a:cubicBezTo>
                    <a:pt x="4914" y="2283"/>
                    <a:pt x="2384" y="1462"/>
                    <a:pt x="215" y="16"/>
                  </a:cubicBezTo>
                  <a:cubicBezTo>
                    <a:pt x="194" y="5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1" name="Google Shape;3837;p30"/>
            <p:cNvSpPr/>
            <p:nvPr/>
          </p:nvSpPr>
          <p:spPr>
            <a:xfrm rot="10800000">
              <a:off x="8321760" y="4784760"/>
              <a:ext cx="109800" cy="3708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4411" h="1499">
                  <a:moveTo>
                    <a:pt x="154" y="1"/>
                  </a:moveTo>
                  <a:cubicBezTo>
                    <a:pt x="57" y="1"/>
                    <a:pt x="1" y="125"/>
                    <a:pt x="83" y="181"/>
                  </a:cubicBezTo>
                  <a:cubicBezTo>
                    <a:pt x="1398" y="805"/>
                    <a:pt x="2811" y="1232"/>
                    <a:pt x="4224" y="1495"/>
                  </a:cubicBezTo>
                  <a:cubicBezTo>
                    <a:pt x="4234" y="1497"/>
                    <a:pt x="4243" y="1499"/>
                    <a:pt x="4253" y="1499"/>
                  </a:cubicBezTo>
                  <a:cubicBezTo>
                    <a:pt x="4364" y="1499"/>
                    <a:pt x="4411" y="1328"/>
                    <a:pt x="4289" y="1298"/>
                  </a:cubicBezTo>
                  <a:cubicBezTo>
                    <a:pt x="2876" y="1068"/>
                    <a:pt x="1496" y="608"/>
                    <a:pt x="215" y="16"/>
                  </a:cubicBezTo>
                  <a:cubicBezTo>
                    <a:pt x="194" y="6"/>
                    <a:pt x="173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2" name="Google Shape;3838;p30"/>
            <p:cNvSpPr/>
            <p:nvPr/>
          </p:nvSpPr>
          <p:spPr>
            <a:xfrm rot="10800000">
              <a:off x="8340120" y="4771440"/>
              <a:ext cx="52920" cy="1548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2127" h="629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lnTo>
                    <a:pt x="122" y="234"/>
                  </a:lnTo>
                  <a:cubicBezTo>
                    <a:pt x="746" y="432"/>
                    <a:pt x="1370" y="563"/>
                    <a:pt x="1995" y="629"/>
                  </a:cubicBezTo>
                  <a:cubicBezTo>
                    <a:pt x="2126" y="629"/>
                    <a:pt x="2126" y="432"/>
                    <a:pt x="1995" y="432"/>
                  </a:cubicBezTo>
                  <a:cubicBezTo>
                    <a:pt x="1370" y="366"/>
                    <a:pt x="779" y="20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3" name="Google Shape;3839;p30"/>
            <p:cNvSpPr/>
            <p:nvPr/>
          </p:nvSpPr>
          <p:spPr>
            <a:xfrm rot="10800000">
              <a:off x="8084520" y="4666320"/>
              <a:ext cx="101160" cy="3276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4054" h="1330">
                  <a:moveTo>
                    <a:pt x="149" y="0"/>
                  </a:moveTo>
                  <a:cubicBezTo>
                    <a:pt x="52" y="0"/>
                    <a:pt x="0" y="125"/>
                    <a:pt x="110" y="180"/>
                  </a:cubicBezTo>
                  <a:cubicBezTo>
                    <a:pt x="1260" y="870"/>
                    <a:pt x="2575" y="1264"/>
                    <a:pt x="3922" y="1330"/>
                  </a:cubicBezTo>
                  <a:cubicBezTo>
                    <a:pt x="4054" y="1330"/>
                    <a:pt x="4054" y="1133"/>
                    <a:pt x="3922" y="1133"/>
                  </a:cubicBezTo>
                  <a:cubicBezTo>
                    <a:pt x="2608" y="1034"/>
                    <a:pt x="1326" y="673"/>
                    <a:pt x="209" y="15"/>
                  </a:cubicBezTo>
                  <a:cubicBezTo>
                    <a:pt x="188" y="5"/>
                    <a:pt x="167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4" name="Google Shape;3840;p30"/>
            <p:cNvSpPr/>
            <p:nvPr/>
          </p:nvSpPr>
          <p:spPr>
            <a:xfrm rot="10800000">
              <a:off x="7998480" y="4655880"/>
              <a:ext cx="56520" cy="100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268" h="420">
                  <a:moveTo>
                    <a:pt x="2104" y="1"/>
                  </a:moveTo>
                  <a:cubicBezTo>
                    <a:pt x="1645" y="138"/>
                    <a:pt x="1187" y="196"/>
                    <a:pt x="729" y="196"/>
                  </a:cubicBezTo>
                  <a:cubicBezTo>
                    <a:pt x="530" y="196"/>
                    <a:pt x="331" y="185"/>
                    <a:pt x="132" y="165"/>
                  </a:cubicBezTo>
                  <a:cubicBezTo>
                    <a:pt x="1" y="165"/>
                    <a:pt x="1" y="362"/>
                    <a:pt x="132" y="395"/>
                  </a:cubicBezTo>
                  <a:cubicBezTo>
                    <a:pt x="305" y="412"/>
                    <a:pt x="477" y="420"/>
                    <a:pt x="649" y="420"/>
                  </a:cubicBezTo>
                  <a:cubicBezTo>
                    <a:pt x="1165" y="420"/>
                    <a:pt x="1676" y="346"/>
                    <a:pt x="2169" y="198"/>
                  </a:cubicBezTo>
                  <a:cubicBezTo>
                    <a:pt x="2268" y="165"/>
                    <a:pt x="2235" y="1"/>
                    <a:pt x="210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5" name="Google Shape;3841;p30"/>
            <p:cNvSpPr/>
            <p:nvPr/>
          </p:nvSpPr>
          <p:spPr>
            <a:xfrm rot="10800000">
              <a:off x="7813440" y="4727880"/>
              <a:ext cx="19800" cy="835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801" h="3355">
                  <a:moveTo>
                    <a:pt x="557" y="1"/>
                  </a:moveTo>
                  <a:cubicBezTo>
                    <a:pt x="502" y="1"/>
                    <a:pt x="439" y="57"/>
                    <a:pt x="439" y="138"/>
                  </a:cubicBezTo>
                  <a:cubicBezTo>
                    <a:pt x="603" y="1157"/>
                    <a:pt x="472" y="2241"/>
                    <a:pt x="45" y="3194"/>
                  </a:cubicBezTo>
                  <a:cubicBezTo>
                    <a:pt x="1" y="3282"/>
                    <a:pt x="59" y="3355"/>
                    <a:pt x="123" y="3355"/>
                  </a:cubicBezTo>
                  <a:cubicBezTo>
                    <a:pt x="154" y="3355"/>
                    <a:pt x="187" y="3336"/>
                    <a:pt x="209" y="3293"/>
                  </a:cubicBezTo>
                  <a:cubicBezTo>
                    <a:pt x="669" y="2274"/>
                    <a:pt x="800" y="1157"/>
                    <a:pt x="636" y="72"/>
                  </a:cubicBezTo>
                  <a:cubicBezTo>
                    <a:pt x="624" y="22"/>
                    <a:pt x="592" y="1"/>
                    <a:pt x="55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760" bIns="41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6" name="Google Shape;3842;p30"/>
            <p:cNvSpPr/>
            <p:nvPr/>
          </p:nvSpPr>
          <p:spPr>
            <a:xfrm rot="10800000">
              <a:off x="7832520" y="4770000"/>
              <a:ext cx="12600" cy="597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514" h="2410">
                  <a:moveTo>
                    <a:pt x="113" y="1"/>
                  </a:moveTo>
                  <a:cubicBezTo>
                    <a:pt x="56" y="1"/>
                    <a:pt x="2" y="43"/>
                    <a:pt x="21" y="117"/>
                  </a:cubicBezTo>
                  <a:cubicBezTo>
                    <a:pt x="284" y="807"/>
                    <a:pt x="284" y="1596"/>
                    <a:pt x="21" y="2286"/>
                  </a:cubicBezTo>
                  <a:cubicBezTo>
                    <a:pt x="1" y="2366"/>
                    <a:pt x="65" y="2409"/>
                    <a:pt x="127" y="2409"/>
                  </a:cubicBezTo>
                  <a:cubicBezTo>
                    <a:pt x="166" y="2409"/>
                    <a:pt x="205" y="2391"/>
                    <a:pt x="218" y="2352"/>
                  </a:cubicBezTo>
                  <a:cubicBezTo>
                    <a:pt x="514" y="1596"/>
                    <a:pt x="514" y="807"/>
                    <a:pt x="218" y="84"/>
                  </a:cubicBezTo>
                  <a:cubicBezTo>
                    <a:pt x="204" y="27"/>
                    <a:pt x="158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7" name="Google Shape;3843;p30"/>
            <p:cNvSpPr/>
            <p:nvPr/>
          </p:nvSpPr>
          <p:spPr>
            <a:xfrm rot="10800000">
              <a:off x="7891920" y="4901040"/>
              <a:ext cx="74880" cy="2052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013" h="838">
                  <a:moveTo>
                    <a:pt x="147" y="0"/>
                  </a:moveTo>
                  <a:cubicBezTo>
                    <a:pt x="43" y="0"/>
                    <a:pt x="0" y="111"/>
                    <a:pt x="88" y="170"/>
                  </a:cubicBezTo>
                  <a:cubicBezTo>
                    <a:pt x="818" y="607"/>
                    <a:pt x="1677" y="838"/>
                    <a:pt x="2551" y="838"/>
                  </a:cubicBezTo>
                  <a:cubicBezTo>
                    <a:pt x="2661" y="838"/>
                    <a:pt x="2771" y="834"/>
                    <a:pt x="2881" y="827"/>
                  </a:cubicBezTo>
                  <a:cubicBezTo>
                    <a:pt x="3004" y="827"/>
                    <a:pt x="3012" y="626"/>
                    <a:pt x="2906" y="626"/>
                  </a:cubicBezTo>
                  <a:cubicBezTo>
                    <a:pt x="2898" y="626"/>
                    <a:pt x="2890" y="627"/>
                    <a:pt x="2881" y="630"/>
                  </a:cubicBezTo>
                  <a:cubicBezTo>
                    <a:pt x="2774" y="637"/>
                    <a:pt x="2667" y="641"/>
                    <a:pt x="2561" y="641"/>
                  </a:cubicBezTo>
                  <a:cubicBezTo>
                    <a:pt x="1723" y="641"/>
                    <a:pt x="916" y="414"/>
                    <a:pt x="187" y="5"/>
                  </a:cubicBezTo>
                  <a:cubicBezTo>
                    <a:pt x="173" y="2"/>
                    <a:pt x="159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8" name="Google Shape;3844;p30"/>
            <p:cNvSpPr/>
            <p:nvPr/>
          </p:nvSpPr>
          <p:spPr>
            <a:xfrm rot="10800000">
              <a:off x="7914960" y="4925160"/>
              <a:ext cx="20160" cy="72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822" h="309">
                  <a:moveTo>
                    <a:pt x="85" y="0"/>
                  </a:moveTo>
                  <a:cubicBezTo>
                    <a:pt x="48" y="0"/>
                    <a:pt x="24" y="31"/>
                    <a:pt x="0" y="79"/>
                  </a:cubicBezTo>
                  <a:cubicBezTo>
                    <a:pt x="0" y="112"/>
                    <a:pt x="33" y="177"/>
                    <a:pt x="66" y="210"/>
                  </a:cubicBezTo>
                  <a:lnTo>
                    <a:pt x="690" y="309"/>
                  </a:lnTo>
                  <a:cubicBezTo>
                    <a:pt x="756" y="309"/>
                    <a:pt x="789" y="276"/>
                    <a:pt x="822" y="243"/>
                  </a:cubicBezTo>
                  <a:cubicBezTo>
                    <a:pt x="822" y="177"/>
                    <a:pt x="789" y="112"/>
                    <a:pt x="756" y="112"/>
                  </a:cubicBezTo>
                  <a:lnTo>
                    <a:pt x="132" y="13"/>
                  </a:lnTo>
                  <a:cubicBezTo>
                    <a:pt x="114" y="4"/>
                    <a:pt x="9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9" name="Google Shape;3845;p30"/>
            <p:cNvSpPr/>
            <p:nvPr/>
          </p:nvSpPr>
          <p:spPr>
            <a:xfrm rot="10800000">
              <a:off x="7897680" y="4939560"/>
              <a:ext cx="22680" cy="540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921" h="232">
                  <a:moveTo>
                    <a:pt x="86" y="0"/>
                  </a:moveTo>
                  <a:cubicBezTo>
                    <a:pt x="49" y="0"/>
                    <a:pt x="25" y="31"/>
                    <a:pt x="1" y="79"/>
                  </a:cubicBezTo>
                  <a:cubicBezTo>
                    <a:pt x="1" y="112"/>
                    <a:pt x="33" y="177"/>
                    <a:pt x="99" y="210"/>
                  </a:cubicBezTo>
                  <a:lnTo>
                    <a:pt x="99" y="177"/>
                  </a:lnTo>
                  <a:cubicBezTo>
                    <a:pt x="234" y="216"/>
                    <a:pt x="369" y="232"/>
                    <a:pt x="503" y="232"/>
                  </a:cubicBezTo>
                  <a:cubicBezTo>
                    <a:pt x="599" y="232"/>
                    <a:pt x="694" y="224"/>
                    <a:pt x="789" y="210"/>
                  </a:cubicBezTo>
                  <a:cubicBezTo>
                    <a:pt x="855" y="210"/>
                    <a:pt x="921" y="177"/>
                    <a:pt x="888" y="112"/>
                  </a:cubicBezTo>
                  <a:cubicBezTo>
                    <a:pt x="888" y="46"/>
                    <a:pt x="855" y="13"/>
                    <a:pt x="789" y="13"/>
                  </a:cubicBezTo>
                  <a:cubicBezTo>
                    <a:pt x="691" y="30"/>
                    <a:pt x="584" y="38"/>
                    <a:pt x="473" y="38"/>
                  </a:cubicBezTo>
                  <a:cubicBezTo>
                    <a:pt x="362" y="38"/>
                    <a:pt x="247" y="30"/>
                    <a:pt x="132" y="13"/>
                  </a:cubicBezTo>
                  <a:cubicBezTo>
                    <a:pt x="114" y="4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0" name="Google Shape;3846;p30"/>
            <p:cNvSpPr/>
            <p:nvPr/>
          </p:nvSpPr>
          <p:spPr>
            <a:xfrm rot="10800000">
              <a:off x="7959600" y="4893840"/>
              <a:ext cx="110880" cy="6336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4444" h="2553">
                  <a:moveTo>
                    <a:pt x="4272" y="1"/>
                  </a:moveTo>
                  <a:cubicBezTo>
                    <a:pt x="4248" y="1"/>
                    <a:pt x="4224" y="6"/>
                    <a:pt x="4199" y="18"/>
                  </a:cubicBezTo>
                  <a:cubicBezTo>
                    <a:pt x="2983" y="1037"/>
                    <a:pt x="1603" y="1826"/>
                    <a:pt x="92" y="2351"/>
                  </a:cubicBezTo>
                  <a:cubicBezTo>
                    <a:pt x="1" y="2382"/>
                    <a:pt x="22" y="2552"/>
                    <a:pt x="129" y="2552"/>
                  </a:cubicBezTo>
                  <a:cubicBezTo>
                    <a:pt x="138" y="2552"/>
                    <a:pt x="147" y="2551"/>
                    <a:pt x="158" y="2549"/>
                  </a:cubicBezTo>
                  <a:cubicBezTo>
                    <a:pt x="1702" y="1990"/>
                    <a:pt x="3115" y="1201"/>
                    <a:pt x="4364" y="183"/>
                  </a:cubicBezTo>
                  <a:cubicBezTo>
                    <a:pt x="4444" y="102"/>
                    <a:pt x="4372" y="1"/>
                    <a:pt x="42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1" name="Google Shape;3847;p30"/>
            <p:cNvSpPr/>
            <p:nvPr/>
          </p:nvSpPr>
          <p:spPr>
            <a:xfrm rot="10800000">
              <a:off x="7919640" y="4982760"/>
              <a:ext cx="40320" cy="349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632" h="1415">
                  <a:moveTo>
                    <a:pt x="1486" y="0"/>
                  </a:moveTo>
                  <a:cubicBezTo>
                    <a:pt x="1463" y="0"/>
                    <a:pt x="1441" y="10"/>
                    <a:pt x="1425" y="34"/>
                  </a:cubicBezTo>
                  <a:cubicBezTo>
                    <a:pt x="1228" y="264"/>
                    <a:pt x="998" y="495"/>
                    <a:pt x="801" y="692"/>
                  </a:cubicBezTo>
                  <a:cubicBezTo>
                    <a:pt x="702" y="790"/>
                    <a:pt x="604" y="922"/>
                    <a:pt x="505" y="1020"/>
                  </a:cubicBezTo>
                  <a:cubicBezTo>
                    <a:pt x="374" y="1119"/>
                    <a:pt x="407" y="1119"/>
                    <a:pt x="341" y="1152"/>
                  </a:cubicBezTo>
                  <a:cubicBezTo>
                    <a:pt x="275" y="1185"/>
                    <a:pt x="242" y="1217"/>
                    <a:pt x="209" y="1217"/>
                  </a:cubicBezTo>
                  <a:cubicBezTo>
                    <a:pt x="188" y="1207"/>
                    <a:pt x="168" y="1202"/>
                    <a:pt x="149" y="1202"/>
                  </a:cubicBezTo>
                  <a:cubicBezTo>
                    <a:pt x="52" y="1202"/>
                    <a:pt x="1" y="1327"/>
                    <a:pt x="111" y="1382"/>
                  </a:cubicBezTo>
                  <a:lnTo>
                    <a:pt x="78" y="1382"/>
                  </a:lnTo>
                  <a:cubicBezTo>
                    <a:pt x="133" y="1404"/>
                    <a:pt x="188" y="1415"/>
                    <a:pt x="240" y="1415"/>
                  </a:cubicBezTo>
                  <a:cubicBezTo>
                    <a:pt x="345" y="1415"/>
                    <a:pt x="440" y="1371"/>
                    <a:pt x="505" y="1283"/>
                  </a:cubicBezTo>
                  <a:cubicBezTo>
                    <a:pt x="637" y="1185"/>
                    <a:pt x="735" y="1053"/>
                    <a:pt x="867" y="922"/>
                  </a:cubicBezTo>
                  <a:cubicBezTo>
                    <a:pt x="1097" y="692"/>
                    <a:pt x="1327" y="429"/>
                    <a:pt x="1557" y="199"/>
                  </a:cubicBezTo>
                  <a:cubicBezTo>
                    <a:pt x="1631" y="99"/>
                    <a:pt x="1556" y="0"/>
                    <a:pt x="148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2" name="Google Shape;3848;p30"/>
            <p:cNvSpPr/>
            <p:nvPr/>
          </p:nvSpPr>
          <p:spPr>
            <a:xfrm rot="10800000">
              <a:off x="7618320" y="4846320"/>
              <a:ext cx="182520" cy="1944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7310" h="789">
                  <a:moveTo>
                    <a:pt x="130" y="0"/>
                  </a:moveTo>
                  <a:cubicBezTo>
                    <a:pt x="47" y="0"/>
                    <a:pt x="0" y="142"/>
                    <a:pt x="90" y="202"/>
                  </a:cubicBezTo>
                  <a:cubicBezTo>
                    <a:pt x="1487" y="595"/>
                    <a:pt x="2907" y="789"/>
                    <a:pt x="4330" y="789"/>
                  </a:cubicBezTo>
                  <a:cubicBezTo>
                    <a:pt x="5284" y="789"/>
                    <a:pt x="6238" y="702"/>
                    <a:pt x="7188" y="531"/>
                  </a:cubicBezTo>
                  <a:cubicBezTo>
                    <a:pt x="7309" y="500"/>
                    <a:pt x="7290" y="330"/>
                    <a:pt x="7183" y="330"/>
                  </a:cubicBezTo>
                  <a:cubicBezTo>
                    <a:pt x="7174" y="330"/>
                    <a:pt x="7165" y="331"/>
                    <a:pt x="7155" y="333"/>
                  </a:cubicBezTo>
                  <a:cubicBezTo>
                    <a:pt x="6242" y="501"/>
                    <a:pt x="5319" y="582"/>
                    <a:pt x="4397" y="582"/>
                  </a:cubicBezTo>
                  <a:cubicBezTo>
                    <a:pt x="2964" y="582"/>
                    <a:pt x="1536" y="385"/>
                    <a:pt x="156" y="5"/>
                  </a:cubicBezTo>
                  <a:cubicBezTo>
                    <a:pt x="147" y="2"/>
                    <a:pt x="13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3" name="Google Shape;3849;p30"/>
            <p:cNvSpPr/>
            <p:nvPr/>
          </p:nvSpPr>
          <p:spPr>
            <a:xfrm rot="10800000">
              <a:off x="7677360" y="4880160"/>
              <a:ext cx="97920" cy="936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3933" h="387">
                  <a:moveTo>
                    <a:pt x="126" y="0"/>
                  </a:moveTo>
                  <a:cubicBezTo>
                    <a:pt x="19" y="0"/>
                    <a:pt x="0" y="171"/>
                    <a:pt x="121" y="201"/>
                  </a:cubicBezTo>
                  <a:lnTo>
                    <a:pt x="89" y="201"/>
                  </a:lnTo>
                  <a:cubicBezTo>
                    <a:pt x="868" y="327"/>
                    <a:pt x="1661" y="386"/>
                    <a:pt x="2459" y="386"/>
                  </a:cubicBezTo>
                  <a:cubicBezTo>
                    <a:pt x="2905" y="386"/>
                    <a:pt x="3354" y="368"/>
                    <a:pt x="3802" y="332"/>
                  </a:cubicBezTo>
                  <a:cubicBezTo>
                    <a:pt x="3924" y="332"/>
                    <a:pt x="3933" y="132"/>
                    <a:pt x="3826" y="132"/>
                  </a:cubicBezTo>
                  <a:cubicBezTo>
                    <a:pt x="3819" y="132"/>
                    <a:pt x="3811" y="133"/>
                    <a:pt x="3802" y="135"/>
                  </a:cubicBezTo>
                  <a:cubicBezTo>
                    <a:pt x="3365" y="171"/>
                    <a:pt x="2929" y="189"/>
                    <a:pt x="2493" y="189"/>
                  </a:cubicBezTo>
                  <a:cubicBezTo>
                    <a:pt x="1713" y="189"/>
                    <a:pt x="934" y="130"/>
                    <a:pt x="154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4" name="Google Shape;3850;p30"/>
            <p:cNvSpPr/>
            <p:nvPr/>
          </p:nvSpPr>
          <p:spPr>
            <a:xfrm rot="10800000">
              <a:off x="7677360" y="4901040"/>
              <a:ext cx="28440" cy="720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151" h="296">
                  <a:moveTo>
                    <a:pt x="1019" y="0"/>
                  </a:moveTo>
                  <a:cubicBezTo>
                    <a:pt x="723" y="66"/>
                    <a:pt x="427" y="99"/>
                    <a:pt x="132" y="99"/>
                  </a:cubicBezTo>
                  <a:cubicBezTo>
                    <a:pt x="0" y="99"/>
                    <a:pt x="0" y="296"/>
                    <a:pt x="132" y="296"/>
                  </a:cubicBezTo>
                  <a:cubicBezTo>
                    <a:pt x="460" y="296"/>
                    <a:pt x="756" y="263"/>
                    <a:pt x="1085" y="197"/>
                  </a:cubicBezTo>
                  <a:cubicBezTo>
                    <a:pt x="1150" y="197"/>
                    <a:pt x="1150" y="131"/>
                    <a:pt x="1150" y="66"/>
                  </a:cubicBezTo>
                  <a:cubicBezTo>
                    <a:pt x="1150" y="33"/>
                    <a:pt x="1085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5" name="Google Shape;3851;p30"/>
            <p:cNvSpPr/>
            <p:nvPr/>
          </p:nvSpPr>
          <p:spPr>
            <a:xfrm rot="10800000">
              <a:off x="7313400" y="5029200"/>
              <a:ext cx="24840" cy="11412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1001" h="4581">
                  <a:moveTo>
                    <a:pt x="139" y="1"/>
                  </a:moveTo>
                  <a:cubicBezTo>
                    <a:pt x="71" y="1"/>
                    <a:pt x="0" y="78"/>
                    <a:pt x="47" y="172"/>
                  </a:cubicBezTo>
                  <a:cubicBezTo>
                    <a:pt x="475" y="797"/>
                    <a:pt x="705" y="1552"/>
                    <a:pt x="770" y="2308"/>
                  </a:cubicBezTo>
                  <a:cubicBezTo>
                    <a:pt x="803" y="2670"/>
                    <a:pt x="770" y="3064"/>
                    <a:pt x="705" y="3425"/>
                  </a:cubicBezTo>
                  <a:cubicBezTo>
                    <a:pt x="639" y="3787"/>
                    <a:pt x="540" y="4214"/>
                    <a:pt x="212" y="4378"/>
                  </a:cubicBezTo>
                  <a:cubicBezTo>
                    <a:pt x="124" y="4466"/>
                    <a:pt x="193" y="4581"/>
                    <a:pt x="279" y="4581"/>
                  </a:cubicBezTo>
                  <a:cubicBezTo>
                    <a:pt x="289" y="4581"/>
                    <a:pt x="300" y="4579"/>
                    <a:pt x="310" y="4576"/>
                  </a:cubicBezTo>
                  <a:cubicBezTo>
                    <a:pt x="606" y="4378"/>
                    <a:pt x="803" y="4083"/>
                    <a:pt x="836" y="3754"/>
                  </a:cubicBezTo>
                  <a:cubicBezTo>
                    <a:pt x="935" y="3327"/>
                    <a:pt x="1000" y="2900"/>
                    <a:pt x="967" y="2473"/>
                  </a:cubicBezTo>
                  <a:cubicBezTo>
                    <a:pt x="935" y="1618"/>
                    <a:pt x="705" y="764"/>
                    <a:pt x="212" y="41"/>
                  </a:cubicBezTo>
                  <a:cubicBezTo>
                    <a:pt x="193" y="13"/>
                    <a:pt x="16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6" name="Google Shape;3852;p30"/>
            <p:cNvSpPr/>
            <p:nvPr/>
          </p:nvSpPr>
          <p:spPr>
            <a:xfrm rot="10800000">
              <a:off x="7292880" y="4996440"/>
              <a:ext cx="30600" cy="7704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1242" h="3093">
                  <a:moveTo>
                    <a:pt x="1098" y="0"/>
                  </a:moveTo>
                  <a:cubicBezTo>
                    <a:pt x="1045" y="0"/>
                    <a:pt x="995" y="33"/>
                    <a:pt x="1012" y="99"/>
                  </a:cubicBezTo>
                  <a:cubicBezTo>
                    <a:pt x="1045" y="624"/>
                    <a:pt x="979" y="1183"/>
                    <a:pt x="847" y="1742"/>
                  </a:cubicBezTo>
                  <a:cubicBezTo>
                    <a:pt x="716" y="2136"/>
                    <a:pt x="552" y="2695"/>
                    <a:pt x="92" y="2859"/>
                  </a:cubicBezTo>
                  <a:cubicBezTo>
                    <a:pt x="1" y="2920"/>
                    <a:pt x="22" y="3093"/>
                    <a:pt x="129" y="3093"/>
                  </a:cubicBezTo>
                  <a:cubicBezTo>
                    <a:pt x="138" y="3093"/>
                    <a:pt x="147" y="3091"/>
                    <a:pt x="157" y="3089"/>
                  </a:cubicBezTo>
                  <a:lnTo>
                    <a:pt x="190" y="3056"/>
                  </a:lnTo>
                  <a:cubicBezTo>
                    <a:pt x="617" y="2826"/>
                    <a:pt x="913" y="2399"/>
                    <a:pt x="1012" y="1906"/>
                  </a:cubicBezTo>
                  <a:cubicBezTo>
                    <a:pt x="1176" y="1315"/>
                    <a:pt x="1242" y="690"/>
                    <a:pt x="1209" y="99"/>
                  </a:cubicBezTo>
                  <a:cubicBezTo>
                    <a:pt x="1209" y="33"/>
                    <a:pt x="1151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7" name="Google Shape;3853;p30"/>
            <p:cNvSpPr/>
            <p:nvPr/>
          </p:nvSpPr>
          <p:spPr>
            <a:xfrm rot="10800000">
              <a:off x="7333920" y="4942800"/>
              <a:ext cx="78120" cy="5004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3145" h="2019">
                  <a:moveTo>
                    <a:pt x="2975" y="1"/>
                  </a:moveTo>
                  <a:cubicBezTo>
                    <a:pt x="2951" y="1"/>
                    <a:pt x="2926" y="9"/>
                    <a:pt x="2904" y="31"/>
                  </a:cubicBezTo>
                  <a:cubicBezTo>
                    <a:pt x="2082" y="787"/>
                    <a:pt x="1129" y="1411"/>
                    <a:pt x="111" y="1839"/>
                  </a:cubicBezTo>
                  <a:cubicBezTo>
                    <a:pt x="0" y="1894"/>
                    <a:pt x="75" y="2018"/>
                    <a:pt x="160" y="2018"/>
                  </a:cubicBezTo>
                  <a:cubicBezTo>
                    <a:pt x="177" y="2018"/>
                    <a:pt x="193" y="2014"/>
                    <a:pt x="209" y="2003"/>
                  </a:cubicBezTo>
                  <a:lnTo>
                    <a:pt x="176" y="2003"/>
                  </a:lnTo>
                  <a:cubicBezTo>
                    <a:pt x="1228" y="1576"/>
                    <a:pt x="2214" y="951"/>
                    <a:pt x="3068" y="163"/>
                  </a:cubicBezTo>
                  <a:cubicBezTo>
                    <a:pt x="3145" y="112"/>
                    <a:pt x="3062" y="1"/>
                    <a:pt x="29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8" name="Google Shape;3854;p30"/>
            <p:cNvSpPr/>
            <p:nvPr/>
          </p:nvSpPr>
          <p:spPr>
            <a:xfrm rot="10800000">
              <a:off x="8499240" y="4538880"/>
              <a:ext cx="121320" cy="85680"/>
            </a:xfrm>
            <a:custGeom>
              <a:avLst/>
              <a:gdLst>
                <a:gd name="textAreaLeft" fmla="*/ 0 w 121320"/>
                <a:gd name="textAreaRight" fmla="*/ 121680 w 121320"/>
                <a:gd name="textAreaTop" fmla="*/ 0 h 85680"/>
                <a:gd name="textAreaBottom" fmla="*/ 86040 h 85680"/>
              </a:gdLst>
              <a:ahLst/>
              <a:cxnLst/>
              <a:rect l="textAreaLeft" t="textAreaTop" r="textAreaRight" b="textAreaBottom"/>
              <a:pathLst>
                <a:path w="4868" h="3444">
                  <a:moveTo>
                    <a:pt x="159" y="0"/>
                  </a:moveTo>
                  <a:cubicBezTo>
                    <a:pt x="83" y="0"/>
                    <a:pt x="1" y="85"/>
                    <a:pt x="47" y="154"/>
                  </a:cubicBezTo>
                  <a:lnTo>
                    <a:pt x="79" y="154"/>
                  </a:lnTo>
                  <a:cubicBezTo>
                    <a:pt x="1131" y="1797"/>
                    <a:pt x="2807" y="2980"/>
                    <a:pt x="4680" y="3440"/>
                  </a:cubicBezTo>
                  <a:cubicBezTo>
                    <a:pt x="4690" y="3443"/>
                    <a:pt x="4700" y="3444"/>
                    <a:pt x="4709" y="3444"/>
                  </a:cubicBezTo>
                  <a:cubicBezTo>
                    <a:pt x="4820" y="3444"/>
                    <a:pt x="4867" y="3273"/>
                    <a:pt x="4746" y="3243"/>
                  </a:cubicBezTo>
                  <a:cubicBezTo>
                    <a:pt x="2905" y="2783"/>
                    <a:pt x="1262" y="1633"/>
                    <a:pt x="244" y="56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9" name="Google Shape;3855;p30"/>
            <p:cNvSpPr/>
            <p:nvPr/>
          </p:nvSpPr>
          <p:spPr>
            <a:xfrm rot="10800000">
              <a:off x="8507880" y="4566240"/>
              <a:ext cx="63360" cy="378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2552" h="1530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cubicBezTo>
                    <a:pt x="711" y="807"/>
                    <a:pt x="1500" y="1267"/>
                    <a:pt x="2387" y="1530"/>
                  </a:cubicBezTo>
                  <a:cubicBezTo>
                    <a:pt x="2486" y="1530"/>
                    <a:pt x="2552" y="1365"/>
                    <a:pt x="2420" y="1333"/>
                  </a:cubicBezTo>
                  <a:cubicBezTo>
                    <a:pt x="1599" y="1070"/>
                    <a:pt x="843" y="610"/>
                    <a:pt x="219" y="18"/>
                  </a:cubicBezTo>
                  <a:cubicBezTo>
                    <a:pt x="200" y="6"/>
                    <a:pt x="180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0" name="Google Shape;3856;p30"/>
            <p:cNvSpPr/>
            <p:nvPr/>
          </p:nvSpPr>
          <p:spPr>
            <a:xfrm rot="10800000">
              <a:off x="8478360" y="4582800"/>
              <a:ext cx="50040" cy="2160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019" h="882">
                  <a:moveTo>
                    <a:pt x="123" y="0"/>
                  </a:moveTo>
                  <a:cubicBezTo>
                    <a:pt x="49" y="0"/>
                    <a:pt x="0" y="139"/>
                    <a:pt x="80" y="191"/>
                  </a:cubicBezTo>
                  <a:cubicBezTo>
                    <a:pt x="606" y="553"/>
                    <a:pt x="1230" y="816"/>
                    <a:pt x="1887" y="882"/>
                  </a:cubicBezTo>
                  <a:cubicBezTo>
                    <a:pt x="2019" y="882"/>
                    <a:pt x="2019" y="684"/>
                    <a:pt x="1887" y="684"/>
                  </a:cubicBezTo>
                  <a:cubicBezTo>
                    <a:pt x="1263" y="586"/>
                    <a:pt x="671" y="356"/>
                    <a:pt x="178" y="27"/>
                  </a:cubicBezTo>
                  <a:cubicBezTo>
                    <a:pt x="159" y="8"/>
                    <a:pt x="140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1" name="Google Shape;3857;p30"/>
            <p:cNvSpPr/>
            <p:nvPr/>
          </p:nvSpPr>
          <p:spPr>
            <a:xfrm rot="10800000">
              <a:off x="8283960" y="4532400"/>
              <a:ext cx="116640" cy="7020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4680" h="2825">
                  <a:moveTo>
                    <a:pt x="4547" y="0"/>
                  </a:moveTo>
                  <a:cubicBezTo>
                    <a:pt x="4518" y="0"/>
                    <a:pt x="4489" y="16"/>
                    <a:pt x="4469" y="56"/>
                  </a:cubicBezTo>
                  <a:cubicBezTo>
                    <a:pt x="3746" y="1074"/>
                    <a:pt x="2761" y="1896"/>
                    <a:pt x="1578" y="2323"/>
                  </a:cubicBezTo>
                  <a:cubicBezTo>
                    <a:pt x="1204" y="2524"/>
                    <a:pt x="780" y="2625"/>
                    <a:pt x="349" y="2625"/>
                  </a:cubicBezTo>
                  <a:cubicBezTo>
                    <a:pt x="288" y="2625"/>
                    <a:pt x="226" y="2623"/>
                    <a:pt x="165" y="2619"/>
                  </a:cubicBezTo>
                  <a:cubicBezTo>
                    <a:pt x="66" y="2619"/>
                    <a:pt x="0" y="2816"/>
                    <a:pt x="132" y="2816"/>
                  </a:cubicBezTo>
                  <a:cubicBezTo>
                    <a:pt x="207" y="2821"/>
                    <a:pt x="282" y="2824"/>
                    <a:pt x="358" y="2824"/>
                  </a:cubicBezTo>
                  <a:cubicBezTo>
                    <a:pt x="750" y="2824"/>
                    <a:pt x="1154" y="2751"/>
                    <a:pt x="1512" y="2586"/>
                  </a:cubicBezTo>
                  <a:cubicBezTo>
                    <a:pt x="1939" y="2422"/>
                    <a:pt x="2333" y="2225"/>
                    <a:pt x="2728" y="1995"/>
                  </a:cubicBezTo>
                  <a:cubicBezTo>
                    <a:pt x="3484" y="1502"/>
                    <a:pt x="4141" y="877"/>
                    <a:pt x="4634" y="154"/>
                  </a:cubicBezTo>
                  <a:cubicBezTo>
                    <a:pt x="4680" y="85"/>
                    <a:pt x="4613" y="0"/>
                    <a:pt x="45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2" name="Google Shape;3858;p30"/>
            <p:cNvSpPr/>
            <p:nvPr/>
          </p:nvSpPr>
          <p:spPr>
            <a:xfrm rot="10800000">
              <a:off x="8209440" y="4546440"/>
              <a:ext cx="96120" cy="11412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3866" h="4578">
                  <a:moveTo>
                    <a:pt x="3735" y="1"/>
                  </a:moveTo>
                  <a:cubicBezTo>
                    <a:pt x="3697" y="1"/>
                    <a:pt x="3660" y="22"/>
                    <a:pt x="3648" y="73"/>
                  </a:cubicBezTo>
                  <a:cubicBezTo>
                    <a:pt x="3352" y="960"/>
                    <a:pt x="2892" y="1781"/>
                    <a:pt x="2235" y="2471"/>
                  </a:cubicBezTo>
                  <a:cubicBezTo>
                    <a:pt x="1939" y="2800"/>
                    <a:pt x="1643" y="3129"/>
                    <a:pt x="1315" y="3457"/>
                  </a:cubicBezTo>
                  <a:cubicBezTo>
                    <a:pt x="1150" y="3621"/>
                    <a:pt x="986" y="3753"/>
                    <a:pt x="822" y="3917"/>
                  </a:cubicBezTo>
                  <a:cubicBezTo>
                    <a:pt x="657" y="4082"/>
                    <a:pt x="395" y="4312"/>
                    <a:pt x="132" y="4377"/>
                  </a:cubicBezTo>
                  <a:cubicBezTo>
                    <a:pt x="9" y="4377"/>
                    <a:pt x="1" y="4578"/>
                    <a:pt x="107" y="4578"/>
                  </a:cubicBezTo>
                  <a:cubicBezTo>
                    <a:pt x="115" y="4578"/>
                    <a:pt x="123" y="4577"/>
                    <a:pt x="132" y="4574"/>
                  </a:cubicBezTo>
                  <a:cubicBezTo>
                    <a:pt x="592" y="4542"/>
                    <a:pt x="953" y="4082"/>
                    <a:pt x="1282" y="3753"/>
                  </a:cubicBezTo>
                  <a:cubicBezTo>
                    <a:pt x="1577" y="3457"/>
                    <a:pt x="2005" y="3063"/>
                    <a:pt x="2366" y="2669"/>
                  </a:cubicBezTo>
                  <a:cubicBezTo>
                    <a:pt x="3023" y="1946"/>
                    <a:pt x="3549" y="1058"/>
                    <a:pt x="3845" y="138"/>
                  </a:cubicBezTo>
                  <a:cubicBezTo>
                    <a:pt x="3865" y="57"/>
                    <a:pt x="3798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3" name="Google Shape;3859;p30"/>
            <p:cNvSpPr/>
            <p:nvPr/>
          </p:nvSpPr>
          <p:spPr>
            <a:xfrm rot="10800000">
              <a:off x="8225640" y="4619520"/>
              <a:ext cx="43920" cy="5796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1765" h="2328">
                  <a:moveTo>
                    <a:pt x="1643" y="0"/>
                  </a:moveTo>
                  <a:cubicBezTo>
                    <a:pt x="1611" y="0"/>
                    <a:pt x="1578" y="19"/>
                    <a:pt x="1556" y="62"/>
                  </a:cubicBezTo>
                  <a:cubicBezTo>
                    <a:pt x="1162" y="818"/>
                    <a:pt x="669" y="1508"/>
                    <a:pt x="78" y="2166"/>
                  </a:cubicBezTo>
                  <a:cubicBezTo>
                    <a:pt x="1" y="2217"/>
                    <a:pt x="84" y="2328"/>
                    <a:pt x="155" y="2328"/>
                  </a:cubicBezTo>
                  <a:cubicBezTo>
                    <a:pt x="175" y="2328"/>
                    <a:pt x="195" y="2319"/>
                    <a:pt x="209" y="2297"/>
                  </a:cubicBezTo>
                  <a:cubicBezTo>
                    <a:pt x="834" y="1673"/>
                    <a:pt x="1326" y="950"/>
                    <a:pt x="1721" y="161"/>
                  </a:cubicBezTo>
                  <a:cubicBezTo>
                    <a:pt x="1765" y="73"/>
                    <a:pt x="1706" y="0"/>
                    <a:pt x="164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4" name="Google Shape;3860;p30"/>
            <p:cNvSpPr/>
            <p:nvPr/>
          </p:nvSpPr>
          <p:spPr>
            <a:xfrm rot="10800000">
              <a:off x="8847360" y="4198320"/>
              <a:ext cx="158040" cy="158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6335" h="647">
                  <a:moveTo>
                    <a:pt x="6206" y="0"/>
                  </a:moveTo>
                  <a:cubicBezTo>
                    <a:pt x="6198" y="0"/>
                    <a:pt x="6188" y="1"/>
                    <a:pt x="6178" y="4"/>
                  </a:cubicBezTo>
                  <a:cubicBezTo>
                    <a:pt x="5131" y="301"/>
                    <a:pt x="4055" y="449"/>
                    <a:pt x="2982" y="449"/>
                  </a:cubicBezTo>
                  <a:cubicBezTo>
                    <a:pt x="2035" y="449"/>
                    <a:pt x="1089" y="334"/>
                    <a:pt x="165" y="103"/>
                  </a:cubicBezTo>
                  <a:cubicBezTo>
                    <a:pt x="33" y="103"/>
                    <a:pt x="0" y="267"/>
                    <a:pt x="132" y="300"/>
                  </a:cubicBezTo>
                  <a:cubicBezTo>
                    <a:pt x="1071" y="531"/>
                    <a:pt x="2033" y="646"/>
                    <a:pt x="2995" y="646"/>
                  </a:cubicBezTo>
                  <a:cubicBezTo>
                    <a:pt x="4086" y="646"/>
                    <a:pt x="5179" y="498"/>
                    <a:pt x="6244" y="201"/>
                  </a:cubicBezTo>
                  <a:cubicBezTo>
                    <a:pt x="6335" y="171"/>
                    <a:pt x="6314" y="0"/>
                    <a:pt x="620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5" name="Google Shape;3861;p30"/>
            <p:cNvSpPr/>
            <p:nvPr/>
          </p:nvSpPr>
          <p:spPr>
            <a:xfrm rot="10800000">
              <a:off x="8884800" y="4215600"/>
              <a:ext cx="78480" cy="8640"/>
            </a:xfrm>
            <a:custGeom>
              <a:avLst/>
              <a:gdLst>
                <a:gd name="textAreaLeft" fmla="*/ 0 w 78480"/>
                <a:gd name="textAreaRight" fmla="*/ 78840 w 7848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3147" h="354">
                  <a:moveTo>
                    <a:pt x="164" y="0"/>
                  </a:moveTo>
                  <a:cubicBezTo>
                    <a:pt x="50" y="0"/>
                    <a:pt x="1" y="201"/>
                    <a:pt x="124" y="201"/>
                  </a:cubicBezTo>
                  <a:cubicBezTo>
                    <a:pt x="622" y="304"/>
                    <a:pt x="1129" y="353"/>
                    <a:pt x="1636" y="353"/>
                  </a:cubicBezTo>
                  <a:cubicBezTo>
                    <a:pt x="2098" y="353"/>
                    <a:pt x="2561" y="312"/>
                    <a:pt x="3015" y="234"/>
                  </a:cubicBezTo>
                  <a:cubicBezTo>
                    <a:pt x="3147" y="234"/>
                    <a:pt x="3081" y="36"/>
                    <a:pt x="2950" y="36"/>
                  </a:cubicBezTo>
                  <a:cubicBezTo>
                    <a:pt x="2535" y="111"/>
                    <a:pt x="2121" y="145"/>
                    <a:pt x="1706" y="145"/>
                  </a:cubicBezTo>
                  <a:cubicBezTo>
                    <a:pt x="1201" y="145"/>
                    <a:pt x="695" y="94"/>
                    <a:pt x="189" y="4"/>
                  </a:cubicBezTo>
                  <a:cubicBezTo>
                    <a:pt x="181" y="1"/>
                    <a:pt x="172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6" name="Google Shape;3862;p30"/>
            <p:cNvSpPr/>
            <p:nvPr/>
          </p:nvSpPr>
          <p:spPr>
            <a:xfrm rot="10800000">
              <a:off x="8882640" y="4236120"/>
              <a:ext cx="52920" cy="86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2127" h="366">
                  <a:moveTo>
                    <a:pt x="1968" y="0"/>
                  </a:moveTo>
                  <a:cubicBezTo>
                    <a:pt x="1959" y="0"/>
                    <a:pt x="1949" y="2"/>
                    <a:pt x="1939" y="4"/>
                  </a:cubicBezTo>
                  <a:cubicBezTo>
                    <a:pt x="1487" y="105"/>
                    <a:pt x="1035" y="147"/>
                    <a:pt x="569" y="147"/>
                  </a:cubicBezTo>
                  <a:cubicBezTo>
                    <a:pt x="425" y="147"/>
                    <a:pt x="279" y="143"/>
                    <a:pt x="132" y="136"/>
                  </a:cubicBezTo>
                  <a:cubicBezTo>
                    <a:pt x="0" y="136"/>
                    <a:pt x="0" y="333"/>
                    <a:pt x="132" y="366"/>
                  </a:cubicBezTo>
                  <a:cubicBezTo>
                    <a:pt x="756" y="366"/>
                    <a:pt x="1381" y="333"/>
                    <a:pt x="2005" y="201"/>
                  </a:cubicBezTo>
                  <a:cubicBezTo>
                    <a:pt x="2126" y="171"/>
                    <a:pt x="2080" y="0"/>
                    <a:pt x="196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7" name="Google Shape;3863;p30"/>
            <p:cNvSpPr/>
            <p:nvPr/>
          </p:nvSpPr>
          <p:spPr>
            <a:xfrm rot="10800000">
              <a:off x="8682120" y="4321080"/>
              <a:ext cx="26640" cy="1983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198360"/>
                <a:gd name="textAreaBottom" fmla="*/ 198720 h 198360"/>
              </a:gdLst>
              <a:ahLst/>
              <a:cxnLst/>
              <a:rect l="textAreaLeft" t="textAreaTop" r="textAreaRight" b="textAreaBottom"/>
              <a:pathLst>
                <a:path w="1076" h="7942">
                  <a:moveTo>
                    <a:pt x="412" y="1"/>
                  </a:moveTo>
                  <a:cubicBezTo>
                    <a:pt x="355" y="1"/>
                    <a:pt x="301" y="44"/>
                    <a:pt x="319" y="117"/>
                  </a:cubicBezTo>
                  <a:cubicBezTo>
                    <a:pt x="582" y="1465"/>
                    <a:pt x="779" y="2845"/>
                    <a:pt x="845" y="4225"/>
                  </a:cubicBezTo>
                  <a:cubicBezTo>
                    <a:pt x="878" y="4882"/>
                    <a:pt x="845" y="5539"/>
                    <a:pt x="779" y="6197"/>
                  </a:cubicBezTo>
                  <a:cubicBezTo>
                    <a:pt x="747" y="6657"/>
                    <a:pt x="714" y="7610"/>
                    <a:pt x="122" y="7741"/>
                  </a:cubicBezTo>
                  <a:cubicBezTo>
                    <a:pt x="1" y="7771"/>
                    <a:pt x="48" y="7942"/>
                    <a:pt x="159" y="7942"/>
                  </a:cubicBezTo>
                  <a:cubicBezTo>
                    <a:pt x="168" y="7942"/>
                    <a:pt x="178" y="7941"/>
                    <a:pt x="188" y="7938"/>
                  </a:cubicBezTo>
                  <a:cubicBezTo>
                    <a:pt x="648" y="7840"/>
                    <a:pt x="812" y="7314"/>
                    <a:pt x="911" y="6887"/>
                  </a:cubicBezTo>
                  <a:cubicBezTo>
                    <a:pt x="1010" y="6131"/>
                    <a:pt x="1075" y="5375"/>
                    <a:pt x="1075" y="4619"/>
                  </a:cubicBezTo>
                  <a:cubicBezTo>
                    <a:pt x="1010" y="3108"/>
                    <a:pt x="812" y="1563"/>
                    <a:pt x="517" y="85"/>
                  </a:cubicBezTo>
                  <a:cubicBezTo>
                    <a:pt x="502" y="27"/>
                    <a:pt x="456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8" name="Google Shape;3864;p30"/>
            <p:cNvSpPr/>
            <p:nvPr/>
          </p:nvSpPr>
          <p:spPr>
            <a:xfrm rot="10800000">
              <a:off x="8702640" y="4355640"/>
              <a:ext cx="10080" cy="828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415" h="3331">
                  <a:moveTo>
                    <a:pt x="177" y="0"/>
                  </a:moveTo>
                  <a:cubicBezTo>
                    <a:pt x="113" y="0"/>
                    <a:pt x="33" y="56"/>
                    <a:pt x="53" y="138"/>
                  </a:cubicBezTo>
                  <a:cubicBezTo>
                    <a:pt x="218" y="1156"/>
                    <a:pt x="185" y="2208"/>
                    <a:pt x="20" y="3194"/>
                  </a:cubicBezTo>
                  <a:cubicBezTo>
                    <a:pt x="0" y="3275"/>
                    <a:pt x="68" y="3331"/>
                    <a:pt x="130" y="3331"/>
                  </a:cubicBezTo>
                  <a:cubicBezTo>
                    <a:pt x="168" y="3331"/>
                    <a:pt x="205" y="3309"/>
                    <a:pt x="218" y="3259"/>
                  </a:cubicBezTo>
                  <a:cubicBezTo>
                    <a:pt x="415" y="2208"/>
                    <a:pt x="415" y="1123"/>
                    <a:pt x="250" y="72"/>
                  </a:cubicBezTo>
                  <a:cubicBezTo>
                    <a:pt x="250" y="22"/>
                    <a:pt x="21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9" name="Google Shape;3865;p30"/>
            <p:cNvSpPr/>
            <p:nvPr/>
          </p:nvSpPr>
          <p:spPr>
            <a:xfrm rot="10800000">
              <a:off x="8722080" y="4377600"/>
              <a:ext cx="9720" cy="4284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396" h="1734">
                  <a:moveTo>
                    <a:pt x="247" y="0"/>
                  </a:moveTo>
                  <a:cubicBezTo>
                    <a:pt x="190" y="0"/>
                    <a:pt x="132" y="33"/>
                    <a:pt x="132" y="99"/>
                  </a:cubicBezTo>
                  <a:cubicBezTo>
                    <a:pt x="198" y="592"/>
                    <a:pt x="132" y="1117"/>
                    <a:pt x="1" y="1610"/>
                  </a:cubicBezTo>
                  <a:cubicBezTo>
                    <a:pt x="1" y="1690"/>
                    <a:pt x="61" y="1733"/>
                    <a:pt x="116" y="1733"/>
                  </a:cubicBezTo>
                  <a:cubicBezTo>
                    <a:pt x="152" y="1733"/>
                    <a:pt x="185" y="1715"/>
                    <a:pt x="198" y="1676"/>
                  </a:cubicBezTo>
                  <a:cubicBezTo>
                    <a:pt x="329" y="1150"/>
                    <a:pt x="395" y="624"/>
                    <a:pt x="362" y="99"/>
                  </a:cubicBezTo>
                  <a:cubicBezTo>
                    <a:pt x="362" y="33"/>
                    <a:pt x="305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0" name="Google Shape;3866;p30"/>
            <p:cNvSpPr/>
            <p:nvPr/>
          </p:nvSpPr>
          <p:spPr>
            <a:xfrm rot="10800000">
              <a:off x="8621640" y="4188960"/>
              <a:ext cx="113400" cy="10980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4548" h="4404">
                  <a:moveTo>
                    <a:pt x="4426" y="0"/>
                  </a:moveTo>
                  <a:cubicBezTo>
                    <a:pt x="4398" y="0"/>
                    <a:pt x="4373" y="18"/>
                    <a:pt x="4362" y="62"/>
                  </a:cubicBezTo>
                  <a:cubicBezTo>
                    <a:pt x="3540" y="1935"/>
                    <a:pt x="1996" y="3447"/>
                    <a:pt x="90" y="4202"/>
                  </a:cubicBezTo>
                  <a:cubicBezTo>
                    <a:pt x="0" y="4262"/>
                    <a:pt x="19" y="4404"/>
                    <a:pt x="123" y="4404"/>
                  </a:cubicBezTo>
                  <a:cubicBezTo>
                    <a:pt x="133" y="4404"/>
                    <a:pt x="144" y="4403"/>
                    <a:pt x="156" y="4400"/>
                  </a:cubicBezTo>
                  <a:cubicBezTo>
                    <a:pt x="2127" y="3611"/>
                    <a:pt x="3672" y="2099"/>
                    <a:pt x="4526" y="161"/>
                  </a:cubicBezTo>
                  <a:cubicBezTo>
                    <a:pt x="4548" y="73"/>
                    <a:pt x="4482" y="0"/>
                    <a:pt x="44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1" name="Google Shape;3867;p30"/>
            <p:cNvSpPr/>
            <p:nvPr/>
          </p:nvSpPr>
          <p:spPr>
            <a:xfrm rot="10800000">
              <a:off x="8653320" y="4183200"/>
              <a:ext cx="64080" cy="4752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2584" h="1914">
                  <a:moveTo>
                    <a:pt x="2441" y="1"/>
                  </a:moveTo>
                  <a:cubicBezTo>
                    <a:pt x="2409" y="1"/>
                    <a:pt x="2376" y="13"/>
                    <a:pt x="2348" y="41"/>
                  </a:cubicBezTo>
                  <a:cubicBezTo>
                    <a:pt x="1757" y="796"/>
                    <a:pt x="1001" y="1355"/>
                    <a:pt x="114" y="1684"/>
                  </a:cubicBezTo>
                  <a:cubicBezTo>
                    <a:pt x="1" y="1740"/>
                    <a:pt x="34" y="1894"/>
                    <a:pt x="129" y="1894"/>
                  </a:cubicBezTo>
                  <a:cubicBezTo>
                    <a:pt x="144" y="1894"/>
                    <a:pt x="161" y="1890"/>
                    <a:pt x="180" y="1881"/>
                  </a:cubicBezTo>
                  <a:lnTo>
                    <a:pt x="180" y="1914"/>
                  </a:lnTo>
                  <a:cubicBezTo>
                    <a:pt x="1100" y="1552"/>
                    <a:pt x="1921" y="961"/>
                    <a:pt x="2513" y="172"/>
                  </a:cubicBezTo>
                  <a:cubicBezTo>
                    <a:pt x="2583" y="78"/>
                    <a:pt x="2519" y="1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2" name="Google Shape;3868;p30"/>
            <p:cNvSpPr/>
            <p:nvPr/>
          </p:nvSpPr>
          <p:spPr>
            <a:xfrm rot="10800000">
              <a:off x="8652240" y="4166280"/>
              <a:ext cx="47160" cy="3708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901" h="1495">
                  <a:moveTo>
                    <a:pt x="1757" y="0"/>
                  </a:moveTo>
                  <a:cubicBezTo>
                    <a:pt x="1734" y="0"/>
                    <a:pt x="1711" y="10"/>
                    <a:pt x="1695" y="35"/>
                  </a:cubicBezTo>
                  <a:cubicBezTo>
                    <a:pt x="1235" y="561"/>
                    <a:pt x="709" y="988"/>
                    <a:pt x="85" y="1284"/>
                  </a:cubicBezTo>
                  <a:cubicBezTo>
                    <a:pt x="0" y="1340"/>
                    <a:pt x="61" y="1494"/>
                    <a:pt x="143" y="1494"/>
                  </a:cubicBezTo>
                  <a:cubicBezTo>
                    <a:pt x="156" y="1494"/>
                    <a:pt x="170" y="1490"/>
                    <a:pt x="183" y="1481"/>
                  </a:cubicBezTo>
                  <a:cubicBezTo>
                    <a:pt x="808" y="1152"/>
                    <a:pt x="1366" y="692"/>
                    <a:pt x="1826" y="166"/>
                  </a:cubicBezTo>
                  <a:cubicBezTo>
                    <a:pt x="1900" y="93"/>
                    <a:pt x="18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3" name="Google Shape;3869;p30"/>
            <p:cNvSpPr/>
            <p:nvPr/>
          </p:nvSpPr>
          <p:spPr>
            <a:xfrm rot="10800000">
              <a:off x="8597880" y="4082400"/>
              <a:ext cx="95760" cy="205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844" h="833">
                  <a:moveTo>
                    <a:pt x="3679" y="1"/>
                  </a:moveTo>
                  <a:cubicBezTo>
                    <a:pt x="3663" y="1"/>
                    <a:pt x="3645" y="5"/>
                    <a:pt x="3627" y="14"/>
                  </a:cubicBezTo>
                  <a:cubicBezTo>
                    <a:pt x="3037" y="432"/>
                    <a:pt x="2359" y="642"/>
                    <a:pt x="1676" y="642"/>
                  </a:cubicBezTo>
                  <a:cubicBezTo>
                    <a:pt x="1179" y="642"/>
                    <a:pt x="680" y="531"/>
                    <a:pt x="209" y="310"/>
                  </a:cubicBezTo>
                  <a:cubicBezTo>
                    <a:pt x="188" y="299"/>
                    <a:pt x="168" y="294"/>
                    <a:pt x="149" y="294"/>
                  </a:cubicBezTo>
                  <a:cubicBezTo>
                    <a:pt x="52" y="294"/>
                    <a:pt x="1" y="419"/>
                    <a:pt x="111" y="474"/>
                  </a:cubicBezTo>
                  <a:cubicBezTo>
                    <a:pt x="605" y="714"/>
                    <a:pt x="1147" y="833"/>
                    <a:pt x="1692" y="833"/>
                  </a:cubicBezTo>
                  <a:cubicBezTo>
                    <a:pt x="2414" y="833"/>
                    <a:pt x="3140" y="623"/>
                    <a:pt x="3758" y="211"/>
                  </a:cubicBezTo>
                  <a:cubicBezTo>
                    <a:pt x="3843" y="155"/>
                    <a:pt x="3782" y="1"/>
                    <a:pt x="367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4" name="Google Shape;3870;p30"/>
            <p:cNvSpPr/>
            <p:nvPr/>
          </p:nvSpPr>
          <p:spPr>
            <a:xfrm rot="10800000">
              <a:off x="8448840" y="4197960"/>
              <a:ext cx="28080" cy="14940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1138" h="5990">
                  <a:moveTo>
                    <a:pt x="1039" y="1"/>
                  </a:moveTo>
                  <a:cubicBezTo>
                    <a:pt x="990" y="1"/>
                    <a:pt x="940" y="33"/>
                    <a:pt x="940" y="99"/>
                  </a:cubicBezTo>
                  <a:cubicBezTo>
                    <a:pt x="875" y="2038"/>
                    <a:pt x="809" y="4042"/>
                    <a:pt x="20" y="5883"/>
                  </a:cubicBezTo>
                  <a:cubicBezTo>
                    <a:pt x="1" y="5942"/>
                    <a:pt x="64" y="5989"/>
                    <a:pt x="124" y="5989"/>
                  </a:cubicBezTo>
                  <a:cubicBezTo>
                    <a:pt x="165" y="5989"/>
                    <a:pt x="204" y="5968"/>
                    <a:pt x="217" y="5915"/>
                  </a:cubicBezTo>
                  <a:cubicBezTo>
                    <a:pt x="1006" y="4075"/>
                    <a:pt x="1072" y="2071"/>
                    <a:pt x="1138" y="99"/>
                  </a:cubicBezTo>
                  <a:cubicBezTo>
                    <a:pt x="1138" y="33"/>
                    <a:pt x="1088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5" name="Google Shape;3871;p30"/>
            <p:cNvSpPr/>
            <p:nvPr/>
          </p:nvSpPr>
          <p:spPr>
            <a:xfrm rot="10800000">
              <a:off x="8466840" y="4263480"/>
              <a:ext cx="18720" cy="137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757" h="5495">
                  <a:moveTo>
                    <a:pt x="658" y="1"/>
                  </a:moveTo>
                  <a:cubicBezTo>
                    <a:pt x="609" y="1"/>
                    <a:pt x="559" y="34"/>
                    <a:pt x="559" y="99"/>
                  </a:cubicBezTo>
                  <a:cubicBezTo>
                    <a:pt x="494" y="1874"/>
                    <a:pt x="297" y="3615"/>
                    <a:pt x="1" y="5357"/>
                  </a:cubicBezTo>
                  <a:cubicBezTo>
                    <a:pt x="1" y="5438"/>
                    <a:pt x="64" y="5494"/>
                    <a:pt x="119" y="5494"/>
                  </a:cubicBezTo>
                  <a:cubicBezTo>
                    <a:pt x="154" y="5494"/>
                    <a:pt x="185" y="5473"/>
                    <a:pt x="198" y="5423"/>
                  </a:cubicBezTo>
                  <a:lnTo>
                    <a:pt x="198" y="5455"/>
                  </a:lnTo>
                  <a:cubicBezTo>
                    <a:pt x="494" y="3681"/>
                    <a:pt x="691" y="1907"/>
                    <a:pt x="757" y="99"/>
                  </a:cubicBezTo>
                  <a:cubicBezTo>
                    <a:pt x="757" y="34"/>
                    <a:pt x="707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6" name="Google Shape;3872;p30"/>
            <p:cNvSpPr/>
            <p:nvPr/>
          </p:nvSpPr>
          <p:spPr>
            <a:xfrm rot="10800000">
              <a:off x="8471160" y="4424400"/>
              <a:ext cx="10800" cy="7488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449" h="3003">
                  <a:moveTo>
                    <a:pt x="131" y="1"/>
                  </a:moveTo>
                  <a:cubicBezTo>
                    <a:pt x="68" y="1"/>
                    <a:pt x="1" y="57"/>
                    <a:pt x="21" y="138"/>
                  </a:cubicBezTo>
                  <a:cubicBezTo>
                    <a:pt x="218" y="1025"/>
                    <a:pt x="251" y="1945"/>
                    <a:pt x="120" y="2865"/>
                  </a:cubicBezTo>
                  <a:cubicBezTo>
                    <a:pt x="99" y="2947"/>
                    <a:pt x="167" y="3003"/>
                    <a:pt x="229" y="3003"/>
                  </a:cubicBezTo>
                  <a:cubicBezTo>
                    <a:pt x="268" y="3003"/>
                    <a:pt x="304" y="2981"/>
                    <a:pt x="317" y="2931"/>
                  </a:cubicBezTo>
                  <a:cubicBezTo>
                    <a:pt x="448" y="1978"/>
                    <a:pt x="415" y="1025"/>
                    <a:pt x="218" y="72"/>
                  </a:cubicBezTo>
                  <a:cubicBezTo>
                    <a:pt x="206" y="22"/>
                    <a:pt x="169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7" name="Google Shape;3873;p30"/>
            <p:cNvSpPr/>
            <p:nvPr/>
          </p:nvSpPr>
          <p:spPr>
            <a:xfrm rot="10800000">
              <a:off x="8460000" y="4441680"/>
              <a:ext cx="6480" cy="3636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79" h="1468">
                  <a:moveTo>
                    <a:pt x="116" y="1"/>
                  </a:moveTo>
                  <a:cubicBezTo>
                    <a:pt x="58" y="1"/>
                    <a:pt x="1" y="34"/>
                    <a:pt x="1" y="99"/>
                  </a:cubicBezTo>
                  <a:lnTo>
                    <a:pt x="66" y="1381"/>
                  </a:lnTo>
                  <a:cubicBezTo>
                    <a:pt x="66" y="1434"/>
                    <a:pt x="132" y="1468"/>
                    <a:pt x="188" y="1468"/>
                  </a:cubicBezTo>
                  <a:cubicBezTo>
                    <a:pt x="237" y="1468"/>
                    <a:pt x="279" y="1442"/>
                    <a:pt x="263" y="1381"/>
                  </a:cubicBezTo>
                  <a:lnTo>
                    <a:pt x="231" y="99"/>
                  </a:lnTo>
                  <a:cubicBezTo>
                    <a:pt x="231" y="34"/>
                    <a:pt x="173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8" name="Google Shape;3874;p30"/>
            <p:cNvSpPr/>
            <p:nvPr/>
          </p:nvSpPr>
          <p:spPr>
            <a:xfrm rot="10800000">
              <a:off x="8727480" y="4075920"/>
              <a:ext cx="45000" cy="12276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809" h="4929">
                  <a:moveTo>
                    <a:pt x="149" y="0"/>
                  </a:moveTo>
                  <a:cubicBezTo>
                    <a:pt x="70" y="0"/>
                    <a:pt x="1" y="70"/>
                    <a:pt x="47" y="140"/>
                  </a:cubicBezTo>
                  <a:cubicBezTo>
                    <a:pt x="1066" y="1520"/>
                    <a:pt x="1329" y="3229"/>
                    <a:pt x="1592" y="4872"/>
                  </a:cubicBezTo>
                  <a:cubicBezTo>
                    <a:pt x="1605" y="4911"/>
                    <a:pt x="1643" y="4929"/>
                    <a:pt x="1683" y="4929"/>
                  </a:cubicBezTo>
                  <a:cubicBezTo>
                    <a:pt x="1745" y="4929"/>
                    <a:pt x="1809" y="4886"/>
                    <a:pt x="1789" y="4806"/>
                  </a:cubicBezTo>
                  <a:cubicBezTo>
                    <a:pt x="1526" y="3163"/>
                    <a:pt x="1263" y="1421"/>
                    <a:pt x="245" y="41"/>
                  </a:cubicBezTo>
                  <a:cubicBezTo>
                    <a:pt x="216" y="12"/>
                    <a:pt x="18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9" name="Google Shape;3875;p30"/>
            <p:cNvSpPr/>
            <p:nvPr/>
          </p:nvSpPr>
          <p:spPr>
            <a:xfrm rot="10800000">
              <a:off x="8746920" y="4052880"/>
              <a:ext cx="22320" cy="8964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911" h="3605">
                  <a:moveTo>
                    <a:pt x="142" y="0"/>
                  </a:moveTo>
                  <a:cubicBezTo>
                    <a:pt x="73" y="0"/>
                    <a:pt x="0" y="85"/>
                    <a:pt x="23" y="154"/>
                  </a:cubicBezTo>
                  <a:cubicBezTo>
                    <a:pt x="516" y="1206"/>
                    <a:pt x="713" y="2356"/>
                    <a:pt x="647" y="3506"/>
                  </a:cubicBezTo>
                  <a:cubicBezTo>
                    <a:pt x="647" y="3572"/>
                    <a:pt x="697" y="3604"/>
                    <a:pt x="750" y="3604"/>
                  </a:cubicBezTo>
                  <a:cubicBezTo>
                    <a:pt x="803" y="3604"/>
                    <a:pt x="861" y="3572"/>
                    <a:pt x="877" y="3506"/>
                  </a:cubicBezTo>
                  <a:cubicBezTo>
                    <a:pt x="910" y="2323"/>
                    <a:pt x="680" y="1140"/>
                    <a:pt x="220" y="56"/>
                  </a:cubicBezTo>
                  <a:cubicBezTo>
                    <a:pt x="200" y="16"/>
                    <a:pt x="172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0" name="Google Shape;3876;p30"/>
            <p:cNvSpPr/>
            <p:nvPr/>
          </p:nvSpPr>
          <p:spPr>
            <a:xfrm rot="10800000">
              <a:off x="8695080" y="3913560"/>
              <a:ext cx="21600" cy="1620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875" h="6488">
                  <a:moveTo>
                    <a:pt x="294" y="0"/>
                  </a:moveTo>
                  <a:cubicBezTo>
                    <a:pt x="232" y="0"/>
                    <a:pt x="164" y="57"/>
                    <a:pt x="184" y="138"/>
                  </a:cubicBezTo>
                  <a:cubicBezTo>
                    <a:pt x="677" y="2208"/>
                    <a:pt x="612" y="4344"/>
                    <a:pt x="20" y="6381"/>
                  </a:cubicBezTo>
                  <a:cubicBezTo>
                    <a:pt x="0" y="6440"/>
                    <a:pt x="52" y="6488"/>
                    <a:pt x="110" y="6488"/>
                  </a:cubicBezTo>
                  <a:cubicBezTo>
                    <a:pt x="149" y="6488"/>
                    <a:pt x="191" y="6467"/>
                    <a:pt x="217" y="6414"/>
                  </a:cubicBezTo>
                  <a:cubicBezTo>
                    <a:pt x="809" y="4344"/>
                    <a:pt x="874" y="2175"/>
                    <a:pt x="382" y="72"/>
                  </a:cubicBezTo>
                  <a:cubicBezTo>
                    <a:pt x="369" y="22"/>
                    <a:pt x="332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1" name="Google Shape;3877;p30"/>
            <p:cNvSpPr/>
            <p:nvPr/>
          </p:nvSpPr>
          <p:spPr>
            <a:xfrm rot="10800000">
              <a:off x="8926200" y="3771000"/>
              <a:ext cx="171720" cy="16920"/>
            </a:xfrm>
            <a:custGeom>
              <a:avLst/>
              <a:gdLst>
                <a:gd name="textAreaLeft" fmla="*/ 0 w 171720"/>
                <a:gd name="textAreaRight" fmla="*/ 172080 w 171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6879" h="696">
                  <a:moveTo>
                    <a:pt x="6751" y="0"/>
                  </a:moveTo>
                  <a:cubicBezTo>
                    <a:pt x="6743" y="0"/>
                    <a:pt x="6734" y="2"/>
                    <a:pt x="6725" y="4"/>
                  </a:cubicBezTo>
                  <a:cubicBezTo>
                    <a:pt x="5595" y="318"/>
                    <a:pt x="4427" y="474"/>
                    <a:pt x="3262" y="474"/>
                  </a:cubicBezTo>
                  <a:cubicBezTo>
                    <a:pt x="2226" y="474"/>
                    <a:pt x="1191" y="350"/>
                    <a:pt x="186" y="103"/>
                  </a:cubicBezTo>
                  <a:cubicBezTo>
                    <a:pt x="175" y="100"/>
                    <a:pt x="163" y="99"/>
                    <a:pt x="153" y="99"/>
                  </a:cubicBezTo>
                  <a:cubicBezTo>
                    <a:pt x="45" y="99"/>
                    <a:pt x="1" y="240"/>
                    <a:pt x="121" y="300"/>
                  </a:cubicBezTo>
                  <a:cubicBezTo>
                    <a:pt x="1160" y="564"/>
                    <a:pt x="2215" y="696"/>
                    <a:pt x="3266" y="696"/>
                  </a:cubicBezTo>
                  <a:cubicBezTo>
                    <a:pt x="4442" y="696"/>
                    <a:pt x="5614" y="531"/>
                    <a:pt x="6758" y="202"/>
                  </a:cubicBezTo>
                  <a:cubicBezTo>
                    <a:pt x="6878" y="142"/>
                    <a:pt x="6834" y="0"/>
                    <a:pt x="675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2" name="Google Shape;3878;p30"/>
            <p:cNvSpPr/>
            <p:nvPr/>
          </p:nvSpPr>
          <p:spPr>
            <a:xfrm rot="10800000">
              <a:off x="8881200" y="3728160"/>
              <a:ext cx="158760" cy="3852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6360" h="1561">
                  <a:moveTo>
                    <a:pt x="6225" y="1"/>
                  </a:moveTo>
                  <a:cubicBezTo>
                    <a:pt x="6210" y="1"/>
                    <a:pt x="6194" y="5"/>
                    <a:pt x="6178" y="16"/>
                  </a:cubicBezTo>
                  <a:cubicBezTo>
                    <a:pt x="4336" y="873"/>
                    <a:pt x="2371" y="1332"/>
                    <a:pt x="372" y="1332"/>
                  </a:cubicBezTo>
                  <a:cubicBezTo>
                    <a:pt x="303" y="1332"/>
                    <a:pt x="234" y="1331"/>
                    <a:pt x="164" y="1330"/>
                  </a:cubicBezTo>
                  <a:cubicBezTo>
                    <a:pt x="0" y="1330"/>
                    <a:pt x="0" y="1560"/>
                    <a:pt x="164" y="1560"/>
                  </a:cubicBezTo>
                  <a:cubicBezTo>
                    <a:pt x="2268" y="1560"/>
                    <a:pt x="4371" y="1100"/>
                    <a:pt x="6276" y="180"/>
                  </a:cubicBezTo>
                  <a:cubicBezTo>
                    <a:pt x="6359" y="125"/>
                    <a:pt x="6303" y="1"/>
                    <a:pt x="622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3" name="Google Shape;3879;p30"/>
            <p:cNvSpPr/>
            <p:nvPr/>
          </p:nvSpPr>
          <p:spPr>
            <a:xfrm rot="10800000">
              <a:off x="8760600" y="3758400"/>
              <a:ext cx="74160" cy="615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981" h="2481">
                  <a:moveTo>
                    <a:pt x="2838" y="1"/>
                  </a:moveTo>
                  <a:cubicBezTo>
                    <a:pt x="2815" y="1"/>
                    <a:pt x="2792" y="11"/>
                    <a:pt x="2775" y="36"/>
                  </a:cubicBezTo>
                  <a:cubicBezTo>
                    <a:pt x="2053" y="956"/>
                    <a:pt x="1132" y="1712"/>
                    <a:pt x="114" y="2270"/>
                  </a:cubicBezTo>
                  <a:cubicBezTo>
                    <a:pt x="1" y="2327"/>
                    <a:pt x="82" y="2481"/>
                    <a:pt x="170" y="2481"/>
                  </a:cubicBezTo>
                  <a:cubicBezTo>
                    <a:pt x="184" y="2481"/>
                    <a:pt x="199" y="2477"/>
                    <a:pt x="212" y="2467"/>
                  </a:cubicBezTo>
                  <a:cubicBezTo>
                    <a:pt x="1264" y="1909"/>
                    <a:pt x="2184" y="1120"/>
                    <a:pt x="2907" y="167"/>
                  </a:cubicBezTo>
                  <a:cubicBezTo>
                    <a:pt x="2981" y="93"/>
                    <a:pt x="2907" y="1"/>
                    <a:pt x="283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24" name="Google Shape;3880;p30"/>
          <p:cNvGrpSpPr/>
          <p:nvPr/>
        </p:nvGrpSpPr>
        <p:grpSpPr>
          <a:xfrm>
            <a:off x="415440" y="3984840"/>
            <a:ext cx="1548000" cy="949680"/>
            <a:chOff x="415440" y="3984840"/>
            <a:chExt cx="1548000" cy="949680"/>
          </a:xfrm>
        </p:grpSpPr>
        <p:sp>
          <p:nvSpPr>
            <p:cNvPr id="3225" name="Google Shape;3881;p30"/>
            <p:cNvSpPr/>
            <p:nvPr/>
          </p:nvSpPr>
          <p:spPr>
            <a:xfrm>
              <a:off x="415440" y="4317840"/>
              <a:ext cx="358200" cy="365040"/>
            </a:xfrm>
            <a:custGeom>
              <a:avLst/>
              <a:gdLst>
                <a:gd name="textAreaLeft" fmla="*/ 0 w 358200"/>
                <a:gd name="textAreaRight" fmla="*/ 358560 w 358200"/>
                <a:gd name="textAreaTop" fmla="*/ 0 h 365040"/>
                <a:gd name="textAreaBottom" fmla="*/ 365400 h 365040"/>
              </a:gdLst>
              <a:ahLst/>
              <a:cxnLst/>
              <a:rect l="textAreaLeft" t="textAreaTop" r="textAreaRight" b="textAreaBottom"/>
              <a:pathLst>
                <a:path w="14336" h="14623">
                  <a:moveTo>
                    <a:pt x="7425" y="1"/>
                  </a:moveTo>
                  <a:cubicBezTo>
                    <a:pt x="5375" y="1"/>
                    <a:pt x="3400" y="878"/>
                    <a:pt x="2038" y="2452"/>
                  </a:cubicBezTo>
                  <a:cubicBezTo>
                    <a:pt x="559" y="4128"/>
                    <a:pt x="0" y="6428"/>
                    <a:pt x="493" y="8597"/>
                  </a:cubicBezTo>
                  <a:cubicBezTo>
                    <a:pt x="986" y="10831"/>
                    <a:pt x="2399" y="12704"/>
                    <a:pt x="4436" y="13756"/>
                  </a:cubicBezTo>
                  <a:cubicBezTo>
                    <a:pt x="5595" y="14335"/>
                    <a:pt x="6848" y="14623"/>
                    <a:pt x="8103" y="14623"/>
                  </a:cubicBezTo>
                  <a:cubicBezTo>
                    <a:pt x="9411" y="14623"/>
                    <a:pt x="10721" y="14310"/>
                    <a:pt x="11928" y="13690"/>
                  </a:cubicBezTo>
                  <a:cubicBezTo>
                    <a:pt x="12018" y="13630"/>
                    <a:pt x="11944" y="13489"/>
                    <a:pt x="11856" y="13489"/>
                  </a:cubicBezTo>
                  <a:cubicBezTo>
                    <a:pt x="11847" y="13489"/>
                    <a:pt x="11839" y="13490"/>
                    <a:pt x="11830" y="13493"/>
                  </a:cubicBezTo>
                  <a:cubicBezTo>
                    <a:pt x="10659" y="14116"/>
                    <a:pt x="9369" y="14424"/>
                    <a:pt x="8078" y="14424"/>
                  </a:cubicBezTo>
                  <a:cubicBezTo>
                    <a:pt x="7122" y="14424"/>
                    <a:pt x="6166" y="14255"/>
                    <a:pt x="5258" y="13920"/>
                  </a:cubicBezTo>
                  <a:cubicBezTo>
                    <a:pt x="3155" y="13131"/>
                    <a:pt x="1545" y="11390"/>
                    <a:pt x="887" y="9254"/>
                  </a:cubicBezTo>
                  <a:cubicBezTo>
                    <a:pt x="197" y="7217"/>
                    <a:pt x="526" y="4949"/>
                    <a:pt x="1742" y="3175"/>
                  </a:cubicBezTo>
                  <a:cubicBezTo>
                    <a:pt x="2990" y="1400"/>
                    <a:pt x="5028" y="316"/>
                    <a:pt x="7197" y="217"/>
                  </a:cubicBezTo>
                  <a:cubicBezTo>
                    <a:pt x="7221" y="217"/>
                    <a:pt x="7246" y="217"/>
                    <a:pt x="7271" y="217"/>
                  </a:cubicBezTo>
                  <a:cubicBezTo>
                    <a:pt x="9999" y="217"/>
                    <a:pt x="12339" y="2009"/>
                    <a:pt x="14130" y="3898"/>
                  </a:cubicBezTo>
                  <a:cubicBezTo>
                    <a:pt x="14155" y="3922"/>
                    <a:pt x="14181" y="3933"/>
                    <a:pt x="14206" y="3933"/>
                  </a:cubicBezTo>
                  <a:cubicBezTo>
                    <a:pt x="14280" y="3933"/>
                    <a:pt x="14335" y="3840"/>
                    <a:pt x="14262" y="3766"/>
                  </a:cubicBezTo>
                  <a:lnTo>
                    <a:pt x="14294" y="3733"/>
                  </a:lnTo>
                  <a:cubicBezTo>
                    <a:pt x="12586" y="1959"/>
                    <a:pt x="10483" y="283"/>
                    <a:pt x="7952" y="20"/>
                  </a:cubicBezTo>
                  <a:cubicBezTo>
                    <a:pt x="7776" y="7"/>
                    <a:pt x="7600" y="1"/>
                    <a:pt x="742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6" name="Google Shape;3882;p30"/>
            <p:cNvSpPr/>
            <p:nvPr/>
          </p:nvSpPr>
          <p:spPr>
            <a:xfrm>
              <a:off x="672480" y="4122360"/>
              <a:ext cx="398520" cy="223560"/>
            </a:xfrm>
            <a:custGeom>
              <a:avLst/>
              <a:gdLst>
                <a:gd name="textAreaLeft" fmla="*/ 0 w 398520"/>
                <a:gd name="textAreaRight" fmla="*/ 398880 w 398520"/>
                <a:gd name="textAreaTop" fmla="*/ 0 h 223560"/>
                <a:gd name="textAreaBottom" fmla="*/ 223920 h 223560"/>
              </a:gdLst>
              <a:ahLst/>
              <a:cxnLst/>
              <a:rect l="textAreaLeft" t="textAreaTop" r="textAreaRight" b="textAreaBottom"/>
              <a:pathLst>
                <a:path w="15958" h="8955">
                  <a:moveTo>
                    <a:pt x="8017" y="0"/>
                  </a:moveTo>
                  <a:cubicBezTo>
                    <a:pt x="5032" y="0"/>
                    <a:pt x="2266" y="1884"/>
                    <a:pt x="888" y="4553"/>
                  </a:cubicBezTo>
                  <a:cubicBezTo>
                    <a:pt x="493" y="5375"/>
                    <a:pt x="198" y="6262"/>
                    <a:pt x="99" y="7182"/>
                  </a:cubicBezTo>
                  <a:cubicBezTo>
                    <a:pt x="0" y="7609"/>
                    <a:pt x="0" y="8069"/>
                    <a:pt x="132" y="8529"/>
                  </a:cubicBezTo>
                  <a:cubicBezTo>
                    <a:pt x="208" y="8732"/>
                    <a:pt x="382" y="8955"/>
                    <a:pt x="594" y="8955"/>
                  </a:cubicBezTo>
                  <a:cubicBezTo>
                    <a:pt x="656" y="8955"/>
                    <a:pt x="722" y="8936"/>
                    <a:pt x="789" y="8891"/>
                  </a:cubicBezTo>
                  <a:cubicBezTo>
                    <a:pt x="872" y="8808"/>
                    <a:pt x="815" y="8678"/>
                    <a:pt x="737" y="8678"/>
                  </a:cubicBezTo>
                  <a:cubicBezTo>
                    <a:pt x="722" y="8678"/>
                    <a:pt x="706" y="8683"/>
                    <a:pt x="690" y="8694"/>
                  </a:cubicBezTo>
                  <a:lnTo>
                    <a:pt x="723" y="8694"/>
                  </a:lnTo>
                  <a:cubicBezTo>
                    <a:pt x="682" y="8723"/>
                    <a:pt x="644" y="8735"/>
                    <a:pt x="607" y="8735"/>
                  </a:cubicBezTo>
                  <a:cubicBezTo>
                    <a:pt x="439" y="8735"/>
                    <a:pt x="323" y="8467"/>
                    <a:pt x="296" y="8332"/>
                  </a:cubicBezTo>
                  <a:cubicBezTo>
                    <a:pt x="263" y="8135"/>
                    <a:pt x="263" y="7938"/>
                    <a:pt x="296" y="7741"/>
                  </a:cubicBezTo>
                  <a:cubicBezTo>
                    <a:pt x="296" y="7346"/>
                    <a:pt x="329" y="6952"/>
                    <a:pt x="428" y="6558"/>
                  </a:cubicBezTo>
                  <a:cubicBezTo>
                    <a:pt x="592" y="5835"/>
                    <a:pt x="855" y="5112"/>
                    <a:pt x="1216" y="4455"/>
                  </a:cubicBezTo>
                  <a:cubicBezTo>
                    <a:pt x="1972" y="3074"/>
                    <a:pt x="3089" y="1924"/>
                    <a:pt x="4437" y="1169"/>
                  </a:cubicBezTo>
                  <a:cubicBezTo>
                    <a:pt x="5527" y="545"/>
                    <a:pt x="6741" y="209"/>
                    <a:pt x="7964" y="209"/>
                  </a:cubicBezTo>
                  <a:cubicBezTo>
                    <a:pt x="8289" y="209"/>
                    <a:pt x="8614" y="233"/>
                    <a:pt x="8938" y="281"/>
                  </a:cubicBezTo>
                  <a:cubicBezTo>
                    <a:pt x="10483" y="478"/>
                    <a:pt x="11962" y="1169"/>
                    <a:pt x="13144" y="2220"/>
                  </a:cubicBezTo>
                  <a:cubicBezTo>
                    <a:pt x="14492" y="3370"/>
                    <a:pt x="15412" y="4915"/>
                    <a:pt x="15740" y="6656"/>
                  </a:cubicBezTo>
                  <a:cubicBezTo>
                    <a:pt x="15753" y="6706"/>
                    <a:pt x="15790" y="6728"/>
                    <a:pt x="15828" y="6728"/>
                  </a:cubicBezTo>
                  <a:cubicBezTo>
                    <a:pt x="15890" y="6728"/>
                    <a:pt x="15958" y="6672"/>
                    <a:pt x="15938" y="6590"/>
                  </a:cubicBezTo>
                  <a:cubicBezTo>
                    <a:pt x="15346" y="3272"/>
                    <a:pt x="12422" y="610"/>
                    <a:pt x="9103" y="84"/>
                  </a:cubicBezTo>
                  <a:cubicBezTo>
                    <a:pt x="8739" y="28"/>
                    <a:pt x="8377" y="0"/>
                    <a:pt x="801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7" name="Google Shape;3883;p30"/>
            <p:cNvSpPr/>
            <p:nvPr/>
          </p:nvSpPr>
          <p:spPr>
            <a:xfrm>
              <a:off x="573480" y="4681800"/>
              <a:ext cx="432360" cy="201240"/>
            </a:xfrm>
            <a:custGeom>
              <a:avLst/>
              <a:gdLst>
                <a:gd name="textAreaLeft" fmla="*/ 0 w 432360"/>
                <a:gd name="textAreaRight" fmla="*/ 432720 w 432360"/>
                <a:gd name="textAreaTop" fmla="*/ 0 h 201240"/>
                <a:gd name="textAreaBottom" fmla="*/ 201600 h 201240"/>
              </a:gdLst>
              <a:ahLst/>
              <a:cxnLst/>
              <a:rect l="textAreaLeft" t="textAreaTop" r="textAreaRight" b="textAreaBottom"/>
              <a:pathLst>
                <a:path w="17306" h="8066">
                  <a:moveTo>
                    <a:pt x="131" y="0"/>
                  </a:moveTo>
                  <a:cubicBezTo>
                    <a:pt x="68" y="0"/>
                    <a:pt x="1" y="56"/>
                    <a:pt x="21" y="138"/>
                  </a:cubicBezTo>
                  <a:cubicBezTo>
                    <a:pt x="711" y="3424"/>
                    <a:pt x="3307" y="5987"/>
                    <a:pt x="6297" y="7236"/>
                  </a:cubicBezTo>
                  <a:cubicBezTo>
                    <a:pt x="7544" y="7745"/>
                    <a:pt x="8985" y="8066"/>
                    <a:pt x="10403" y="8066"/>
                  </a:cubicBezTo>
                  <a:cubicBezTo>
                    <a:pt x="12276" y="8066"/>
                    <a:pt x="14109" y="7507"/>
                    <a:pt x="15400" y="6085"/>
                  </a:cubicBezTo>
                  <a:cubicBezTo>
                    <a:pt x="16780" y="4508"/>
                    <a:pt x="17076" y="2339"/>
                    <a:pt x="17306" y="335"/>
                  </a:cubicBezTo>
                  <a:cubicBezTo>
                    <a:pt x="17306" y="269"/>
                    <a:pt x="17256" y="236"/>
                    <a:pt x="17203" y="236"/>
                  </a:cubicBezTo>
                  <a:cubicBezTo>
                    <a:pt x="17150" y="236"/>
                    <a:pt x="17092" y="269"/>
                    <a:pt x="17076" y="335"/>
                  </a:cubicBezTo>
                  <a:cubicBezTo>
                    <a:pt x="16878" y="2109"/>
                    <a:pt x="16681" y="4015"/>
                    <a:pt x="15597" y="5494"/>
                  </a:cubicBezTo>
                  <a:cubicBezTo>
                    <a:pt x="14611" y="6743"/>
                    <a:pt x="13198" y="7564"/>
                    <a:pt x="11621" y="7761"/>
                  </a:cubicBezTo>
                  <a:cubicBezTo>
                    <a:pt x="11194" y="7823"/>
                    <a:pt x="10763" y="7853"/>
                    <a:pt x="10333" y="7853"/>
                  </a:cubicBezTo>
                  <a:cubicBezTo>
                    <a:pt x="7547" y="7853"/>
                    <a:pt x="4745" y="6608"/>
                    <a:pt x="2781" y="4672"/>
                  </a:cubicBezTo>
                  <a:cubicBezTo>
                    <a:pt x="1500" y="3424"/>
                    <a:pt x="613" y="1814"/>
                    <a:pt x="218" y="72"/>
                  </a:cubicBezTo>
                  <a:cubicBezTo>
                    <a:pt x="206" y="22"/>
                    <a:pt x="16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8" name="Google Shape;3884;p30"/>
            <p:cNvSpPr/>
            <p:nvPr/>
          </p:nvSpPr>
          <p:spPr>
            <a:xfrm>
              <a:off x="941040" y="4660560"/>
              <a:ext cx="485280" cy="273960"/>
            </a:xfrm>
            <a:custGeom>
              <a:avLst/>
              <a:gdLst>
                <a:gd name="textAreaLeft" fmla="*/ 0 w 485280"/>
                <a:gd name="textAreaRight" fmla="*/ 485640 w 485280"/>
                <a:gd name="textAreaTop" fmla="*/ 0 h 273960"/>
                <a:gd name="textAreaBottom" fmla="*/ 274320 h 273960"/>
              </a:gdLst>
              <a:ahLst/>
              <a:cxnLst/>
              <a:rect l="textAreaLeft" t="textAreaTop" r="textAreaRight" b="textAreaBottom"/>
              <a:pathLst>
                <a:path w="19422" h="10977">
                  <a:moveTo>
                    <a:pt x="19322" y="1"/>
                  </a:moveTo>
                  <a:cubicBezTo>
                    <a:pt x="19273" y="1"/>
                    <a:pt x="19224" y="34"/>
                    <a:pt x="19224" y="99"/>
                  </a:cubicBezTo>
                  <a:cubicBezTo>
                    <a:pt x="18862" y="3320"/>
                    <a:pt x="18205" y="7033"/>
                    <a:pt x="15445" y="9070"/>
                  </a:cubicBezTo>
                  <a:cubicBezTo>
                    <a:pt x="13933" y="10155"/>
                    <a:pt x="12060" y="10615"/>
                    <a:pt x="10253" y="10713"/>
                  </a:cubicBezTo>
                  <a:cubicBezTo>
                    <a:pt x="9909" y="10736"/>
                    <a:pt x="9564" y="10747"/>
                    <a:pt x="9220" y="10747"/>
                  </a:cubicBezTo>
                  <a:cubicBezTo>
                    <a:pt x="7530" y="10747"/>
                    <a:pt x="5851" y="10482"/>
                    <a:pt x="4240" y="9990"/>
                  </a:cubicBezTo>
                  <a:cubicBezTo>
                    <a:pt x="3254" y="9728"/>
                    <a:pt x="2367" y="9300"/>
                    <a:pt x="1578" y="8709"/>
                  </a:cubicBezTo>
                  <a:cubicBezTo>
                    <a:pt x="888" y="8150"/>
                    <a:pt x="329" y="7362"/>
                    <a:pt x="494" y="6409"/>
                  </a:cubicBezTo>
                  <a:cubicBezTo>
                    <a:pt x="513" y="6349"/>
                    <a:pt x="450" y="6302"/>
                    <a:pt x="390" y="6302"/>
                  </a:cubicBezTo>
                  <a:cubicBezTo>
                    <a:pt x="349" y="6302"/>
                    <a:pt x="310" y="6323"/>
                    <a:pt x="296" y="6376"/>
                  </a:cubicBezTo>
                  <a:cubicBezTo>
                    <a:pt x="1" y="8019"/>
                    <a:pt x="1611" y="9169"/>
                    <a:pt x="2925" y="9760"/>
                  </a:cubicBezTo>
                  <a:cubicBezTo>
                    <a:pt x="4897" y="10549"/>
                    <a:pt x="7033" y="10976"/>
                    <a:pt x="9136" y="10976"/>
                  </a:cubicBezTo>
                  <a:cubicBezTo>
                    <a:pt x="11075" y="10976"/>
                    <a:pt x="13046" y="10713"/>
                    <a:pt x="14755" y="9760"/>
                  </a:cubicBezTo>
                  <a:cubicBezTo>
                    <a:pt x="16266" y="8873"/>
                    <a:pt x="17449" y="7493"/>
                    <a:pt x="18107" y="5883"/>
                  </a:cubicBezTo>
                  <a:cubicBezTo>
                    <a:pt x="18895" y="4043"/>
                    <a:pt x="19191" y="2071"/>
                    <a:pt x="19421" y="99"/>
                  </a:cubicBezTo>
                  <a:cubicBezTo>
                    <a:pt x="19421" y="34"/>
                    <a:pt x="19372" y="1"/>
                    <a:pt x="1932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9" name="Google Shape;3885;p30"/>
            <p:cNvSpPr/>
            <p:nvPr/>
          </p:nvSpPr>
          <p:spPr>
            <a:xfrm>
              <a:off x="1018080" y="3984840"/>
              <a:ext cx="475920" cy="263160"/>
            </a:xfrm>
            <a:custGeom>
              <a:avLst/>
              <a:gdLst>
                <a:gd name="textAreaLeft" fmla="*/ 0 w 475920"/>
                <a:gd name="textAreaRight" fmla="*/ 476280 w 4759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9047" h="10543">
                  <a:moveTo>
                    <a:pt x="8021" y="0"/>
                  </a:moveTo>
                  <a:cubicBezTo>
                    <a:pt x="7415" y="0"/>
                    <a:pt x="6808" y="63"/>
                    <a:pt x="6211" y="186"/>
                  </a:cubicBezTo>
                  <a:cubicBezTo>
                    <a:pt x="2498" y="1205"/>
                    <a:pt x="1" y="4688"/>
                    <a:pt x="231" y="8533"/>
                  </a:cubicBezTo>
                  <a:cubicBezTo>
                    <a:pt x="231" y="8598"/>
                    <a:pt x="288" y="8631"/>
                    <a:pt x="346" y="8631"/>
                  </a:cubicBezTo>
                  <a:cubicBezTo>
                    <a:pt x="403" y="8631"/>
                    <a:pt x="461" y="8598"/>
                    <a:pt x="461" y="8533"/>
                  </a:cubicBezTo>
                  <a:cubicBezTo>
                    <a:pt x="198" y="4984"/>
                    <a:pt x="2366" y="1698"/>
                    <a:pt x="5751" y="548"/>
                  </a:cubicBezTo>
                  <a:cubicBezTo>
                    <a:pt x="6497" y="310"/>
                    <a:pt x="7251" y="200"/>
                    <a:pt x="8000" y="200"/>
                  </a:cubicBezTo>
                  <a:cubicBezTo>
                    <a:pt x="11078" y="200"/>
                    <a:pt x="14055" y="2053"/>
                    <a:pt x="15905" y="4458"/>
                  </a:cubicBezTo>
                  <a:cubicBezTo>
                    <a:pt x="17252" y="6265"/>
                    <a:pt x="18238" y="8303"/>
                    <a:pt x="18829" y="10471"/>
                  </a:cubicBezTo>
                  <a:cubicBezTo>
                    <a:pt x="18842" y="10522"/>
                    <a:pt x="18879" y="10543"/>
                    <a:pt x="18917" y="10543"/>
                  </a:cubicBezTo>
                  <a:cubicBezTo>
                    <a:pt x="18979" y="10543"/>
                    <a:pt x="19047" y="10487"/>
                    <a:pt x="19027" y="10406"/>
                  </a:cubicBezTo>
                  <a:cubicBezTo>
                    <a:pt x="17877" y="6528"/>
                    <a:pt x="15708" y="2683"/>
                    <a:pt x="11896" y="909"/>
                  </a:cubicBezTo>
                  <a:cubicBezTo>
                    <a:pt x="10677" y="300"/>
                    <a:pt x="9350" y="0"/>
                    <a:pt x="802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0" name="Google Shape;3886;p30"/>
            <p:cNvSpPr/>
            <p:nvPr/>
          </p:nvSpPr>
          <p:spPr>
            <a:xfrm>
              <a:off x="1153080" y="4281840"/>
              <a:ext cx="347040" cy="419760"/>
            </a:xfrm>
            <a:custGeom>
              <a:avLst/>
              <a:gdLst>
                <a:gd name="textAreaLeft" fmla="*/ 0 w 347040"/>
                <a:gd name="textAreaRight" fmla="*/ 347400 w 347040"/>
                <a:gd name="textAreaTop" fmla="*/ 0 h 419760"/>
                <a:gd name="textAreaBottom" fmla="*/ 420120 h 419760"/>
              </a:gdLst>
              <a:ahLst/>
              <a:cxnLst/>
              <a:rect l="textAreaLeft" t="textAreaTop" r="textAreaRight" b="textAreaBottom"/>
              <a:pathLst>
                <a:path w="13901" h="16800">
                  <a:moveTo>
                    <a:pt x="1204" y="1"/>
                  </a:moveTo>
                  <a:cubicBezTo>
                    <a:pt x="847" y="1"/>
                    <a:pt x="489" y="12"/>
                    <a:pt x="132" y="35"/>
                  </a:cubicBezTo>
                  <a:cubicBezTo>
                    <a:pt x="1" y="35"/>
                    <a:pt x="1" y="232"/>
                    <a:pt x="132" y="232"/>
                  </a:cubicBezTo>
                  <a:cubicBezTo>
                    <a:pt x="440" y="218"/>
                    <a:pt x="750" y="211"/>
                    <a:pt x="1062" y="211"/>
                  </a:cubicBezTo>
                  <a:cubicBezTo>
                    <a:pt x="5043" y="211"/>
                    <a:pt x="9261" y="1415"/>
                    <a:pt x="11699" y="4767"/>
                  </a:cubicBezTo>
                  <a:cubicBezTo>
                    <a:pt x="12915" y="6344"/>
                    <a:pt x="13539" y="8316"/>
                    <a:pt x="13506" y="10320"/>
                  </a:cubicBezTo>
                  <a:cubicBezTo>
                    <a:pt x="13408" y="12226"/>
                    <a:pt x="12520" y="13968"/>
                    <a:pt x="11042" y="15151"/>
                  </a:cubicBezTo>
                  <a:cubicBezTo>
                    <a:pt x="9931" y="16053"/>
                    <a:pt x="8527" y="16614"/>
                    <a:pt x="7116" y="16614"/>
                  </a:cubicBezTo>
                  <a:cubicBezTo>
                    <a:pt x="6524" y="16614"/>
                    <a:pt x="5930" y="16515"/>
                    <a:pt x="5357" y="16301"/>
                  </a:cubicBezTo>
                  <a:cubicBezTo>
                    <a:pt x="5338" y="16292"/>
                    <a:pt x="5321" y="16288"/>
                    <a:pt x="5306" y="16288"/>
                  </a:cubicBezTo>
                  <a:cubicBezTo>
                    <a:pt x="5211" y="16288"/>
                    <a:pt x="5178" y="16442"/>
                    <a:pt x="5291" y="16498"/>
                  </a:cubicBezTo>
                  <a:lnTo>
                    <a:pt x="5291" y="16465"/>
                  </a:lnTo>
                  <a:cubicBezTo>
                    <a:pt x="5905" y="16694"/>
                    <a:pt x="6531" y="16800"/>
                    <a:pt x="7150" y="16800"/>
                  </a:cubicBezTo>
                  <a:cubicBezTo>
                    <a:pt x="10181" y="16800"/>
                    <a:pt x="13059" y="14274"/>
                    <a:pt x="13605" y="11273"/>
                  </a:cubicBezTo>
                  <a:cubicBezTo>
                    <a:pt x="13900" y="9269"/>
                    <a:pt x="13506" y="7166"/>
                    <a:pt x="12422" y="5424"/>
                  </a:cubicBezTo>
                  <a:cubicBezTo>
                    <a:pt x="11272" y="3584"/>
                    <a:pt x="9629" y="2138"/>
                    <a:pt x="7624" y="1284"/>
                  </a:cubicBezTo>
                  <a:cubicBezTo>
                    <a:pt x="5588" y="435"/>
                    <a:pt x="3406" y="1"/>
                    <a:pt x="120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1" name="Google Shape;3887;p30"/>
            <p:cNvSpPr/>
            <p:nvPr/>
          </p:nvSpPr>
          <p:spPr>
            <a:xfrm>
              <a:off x="1432800" y="4046400"/>
              <a:ext cx="393480" cy="426960"/>
            </a:xfrm>
            <a:custGeom>
              <a:avLst/>
              <a:gdLst>
                <a:gd name="textAreaLeft" fmla="*/ 0 w 393480"/>
                <a:gd name="textAreaRight" fmla="*/ 393840 w 3934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5751" h="17090">
                  <a:moveTo>
                    <a:pt x="4677" y="0"/>
                  </a:moveTo>
                  <a:cubicBezTo>
                    <a:pt x="2903" y="0"/>
                    <a:pt x="1095" y="690"/>
                    <a:pt x="44" y="2169"/>
                  </a:cubicBezTo>
                  <a:cubicBezTo>
                    <a:pt x="0" y="2257"/>
                    <a:pt x="73" y="2330"/>
                    <a:pt x="146" y="2330"/>
                  </a:cubicBezTo>
                  <a:cubicBezTo>
                    <a:pt x="183" y="2330"/>
                    <a:pt x="219" y="2312"/>
                    <a:pt x="241" y="2268"/>
                  </a:cubicBezTo>
                  <a:cubicBezTo>
                    <a:pt x="1194" y="986"/>
                    <a:pt x="2673" y="230"/>
                    <a:pt x="4283" y="198"/>
                  </a:cubicBezTo>
                  <a:cubicBezTo>
                    <a:pt x="4332" y="197"/>
                    <a:pt x="4382" y="196"/>
                    <a:pt x="4431" y="196"/>
                  </a:cubicBezTo>
                  <a:cubicBezTo>
                    <a:pt x="6055" y="196"/>
                    <a:pt x="7641" y="720"/>
                    <a:pt x="8949" y="1676"/>
                  </a:cubicBezTo>
                  <a:cubicBezTo>
                    <a:pt x="10428" y="2859"/>
                    <a:pt x="11709" y="4272"/>
                    <a:pt x="12695" y="5915"/>
                  </a:cubicBezTo>
                  <a:cubicBezTo>
                    <a:pt x="13779" y="7591"/>
                    <a:pt x="14831" y="9366"/>
                    <a:pt x="15258" y="11337"/>
                  </a:cubicBezTo>
                  <a:cubicBezTo>
                    <a:pt x="15652" y="13309"/>
                    <a:pt x="15324" y="15543"/>
                    <a:pt x="13779" y="16923"/>
                  </a:cubicBezTo>
                  <a:cubicBezTo>
                    <a:pt x="13705" y="16997"/>
                    <a:pt x="13761" y="17090"/>
                    <a:pt x="13835" y="17090"/>
                  </a:cubicBezTo>
                  <a:cubicBezTo>
                    <a:pt x="13859" y="17090"/>
                    <a:pt x="13886" y="17080"/>
                    <a:pt x="13911" y="17055"/>
                  </a:cubicBezTo>
                  <a:cubicBezTo>
                    <a:pt x="15258" y="15839"/>
                    <a:pt x="15751" y="13933"/>
                    <a:pt x="15587" y="12192"/>
                  </a:cubicBezTo>
                  <a:cubicBezTo>
                    <a:pt x="15390" y="10056"/>
                    <a:pt x="14338" y="8150"/>
                    <a:pt x="13221" y="6375"/>
                  </a:cubicBezTo>
                  <a:cubicBezTo>
                    <a:pt x="11315" y="3286"/>
                    <a:pt x="8620" y="66"/>
                    <a:pt x="467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2" name="Google Shape;3888;p30"/>
            <p:cNvSpPr/>
            <p:nvPr/>
          </p:nvSpPr>
          <p:spPr>
            <a:xfrm>
              <a:off x="1379880" y="4539960"/>
              <a:ext cx="355320" cy="327960"/>
            </a:xfrm>
            <a:custGeom>
              <a:avLst/>
              <a:gdLst>
                <a:gd name="textAreaLeft" fmla="*/ 0 w 355320"/>
                <a:gd name="textAreaRight" fmla="*/ 355680 w 35532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14229" h="13137">
                  <a:moveTo>
                    <a:pt x="13287" y="1"/>
                  </a:moveTo>
                  <a:cubicBezTo>
                    <a:pt x="13224" y="1"/>
                    <a:pt x="13157" y="57"/>
                    <a:pt x="13177" y="138"/>
                  </a:cubicBezTo>
                  <a:cubicBezTo>
                    <a:pt x="14229" y="2964"/>
                    <a:pt x="13867" y="6151"/>
                    <a:pt x="12257" y="8714"/>
                  </a:cubicBezTo>
                  <a:cubicBezTo>
                    <a:pt x="10581" y="11212"/>
                    <a:pt x="7788" y="12789"/>
                    <a:pt x="4765" y="12921"/>
                  </a:cubicBezTo>
                  <a:cubicBezTo>
                    <a:pt x="4553" y="12938"/>
                    <a:pt x="4340" y="12946"/>
                    <a:pt x="4128" y="12946"/>
                  </a:cubicBezTo>
                  <a:cubicBezTo>
                    <a:pt x="3519" y="12946"/>
                    <a:pt x="2910" y="12878"/>
                    <a:pt x="2300" y="12756"/>
                  </a:cubicBezTo>
                  <a:cubicBezTo>
                    <a:pt x="1643" y="12592"/>
                    <a:pt x="329" y="12362"/>
                    <a:pt x="230" y="11508"/>
                  </a:cubicBezTo>
                  <a:cubicBezTo>
                    <a:pt x="230" y="11442"/>
                    <a:pt x="173" y="11409"/>
                    <a:pt x="115" y="11409"/>
                  </a:cubicBezTo>
                  <a:cubicBezTo>
                    <a:pt x="58" y="11409"/>
                    <a:pt x="0" y="11442"/>
                    <a:pt x="0" y="11508"/>
                  </a:cubicBezTo>
                  <a:lnTo>
                    <a:pt x="33" y="11508"/>
                  </a:lnTo>
                  <a:cubicBezTo>
                    <a:pt x="131" y="12198"/>
                    <a:pt x="822" y="12526"/>
                    <a:pt x="1413" y="12723"/>
                  </a:cubicBezTo>
                  <a:cubicBezTo>
                    <a:pt x="2136" y="12953"/>
                    <a:pt x="2925" y="13085"/>
                    <a:pt x="3680" y="13118"/>
                  </a:cubicBezTo>
                  <a:cubicBezTo>
                    <a:pt x="3875" y="13130"/>
                    <a:pt x="4071" y="13136"/>
                    <a:pt x="4266" y="13136"/>
                  </a:cubicBezTo>
                  <a:cubicBezTo>
                    <a:pt x="5613" y="13136"/>
                    <a:pt x="6952" y="12842"/>
                    <a:pt x="8215" y="12296"/>
                  </a:cubicBezTo>
                  <a:cubicBezTo>
                    <a:pt x="11140" y="11047"/>
                    <a:pt x="13210" y="8419"/>
                    <a:pt x="13801" y="5297"/>
                  </a:cubicBezTo>
                  <a:cubicBezTo>
                    <a:pt x="14130" y="3555"/>
                    <a:pt x="13998" y="1748"/>
                    <a:pt x="13374" y="72"/>
                  </a:cubicBezTo>
                  <a:cubicBezTo>
                    <a:pt x="13362" y="22"/>
                    <a:pt x="13325" y="1"/>
                    <a:pt x="1328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3" name="Google Shape;3889;p30"/>
            <p:cNvSpPr/>
            <p:nvPr/>
          </p:nvSpPr>
          <p:spPr>
            <a:xfrm>
              <a:off x="1795680" y="4400280"/>
              <a:ext cx="167760" cy="37296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372960"/>
                <a:gd name="textAreaBottom" fmla="*/ 373320 h 372960"/>
              </a:gdLst>
              <a:ahLst/>
              <a:cxnLst/>
              <a:rect l="textAreaLeft" t="textAreaTop" r="textAreaRight" b="textAreaBottom"/>
              <a:pathLst>
                <a:path w="6723" h="14931">
                  <a:moveTo>
                    <a:pt x="1266" y="0"/>
                  </a:moveTo>
                  <a:cubicBezTo>
                    <a:pt x="1188" y="0"/>
                    <a:pt x="1125" y="111"/>
                    <a:pt x="1202" y="162"/>
                  </a:cubicBezTo>
                  <a:lnTo>
                    <a:pt x="1202" y="195"/>
                  </a:lnTo>
                  <a:cubicBezTo>
                    <a:pt x="3075" y="1904"/>
                    <a:pt x="4981" y="3843"/>
                    <a:pt x="5671" y="6406"/>
                  </a:cubicBezTo>
                  <a:cubicBezTo>
                    <a:pt x="6033" y="7622"/>
                    <a:pt x="6000" y="8936"/>
                    <a:pt x="5573" y="10152"/>
                  </a:cubicBezTo>
                  <a:cubicBezTo>
                    <a:pt x="5145" y="11236"/>
                    <a:pt x="4390" y="12189"/>
                    <a:pt x="3437" y="12879"/>
                  </a:cubicBezTo>
                  <a:cubicBezTo>
                    <a:pt x="2385" y="13602"/>
                    <a:pt x="1268" y="14227"/>
                    <a:pt x="85" y="14752"/>
                  </a:cubicBezTo>
                  <a:cubicBezTo>
                    <a:pt x="0" y="14781"/>
                    <a:pt x="61" y="14930"/>
                    <a:pt x="163" y="14930"/>
                  </a:cubicBezTo>
                  <a:cubicBezTo>
                    <a:pt x="180" y="14930"/>
                    <a:pt x="198" y="14926"/>
                    <a:pt x="216" y="14917"/>
                  </a:cubicBezTo>
                  <a:cubicBezTo>
                    <a:pt x="2287" y="13931"/>
                    <a:pt x="4620" y="12781"/>
                    <a:pt x="5605" y="10579"/>
                  </a:cubicBezTo>
                  <a:cubicBezTo>
                    <a:pt x="6723" y="8180"/>
                    <a:pt x="5868" y="5387"/>
                    <a:pt x="4422" y="3350"/>
                  </a:cubicBezTo>
                  <a:cubicBezTo>
                    <a:pt x="3502" y="2134"/>
                    <a:pt x="2484" y="1017"/>
                    <a:pt x="1334" y="31"/>
                  </a:cubicBezTo>
                  <a:cubicBezTo>
                    <a:pt x="1312" y="9"/>
                    <a:pt x="1288" y="0"/>
                    <a:pt x="126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4" name="Google Shape;3890;p30"/>
            <p:cNvSpPr/>
            <p:nvPr/>
          </p:nvSpPr>
          <p:spPr>
            <a:xfrm>
              <a:off x="1538640" y="4764240"/>
              <a:ext cx="295560" cy="14976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149760"/>
                <a:gd name="textAreaBottom" fmla="*/ 150120 h 149760"/>
              </a:gdLst>
              <a:ahLst/>
              <a:cxnLst/>
              <a:rect l="textAreaLeft" t="textAreaTop" r="textAreaRight" b="textAreaBottom"/>
              <a:pathLst>
                <a:path w="11830" h="6000">
                  <a:moveTo>
                    <a:pt x="11699" y="0"/>
                  </a:moveTo>
                  <a:cubicBezTo>
                    <a:pt x="11661" y="0"/>
                    <a:pt x="11624" y="22"/>
                    <a:pt x="11612" y="72"/>
                  </a:cubicBezTo>
                  <a:cubicBezTo>
                    <a:pt x="11283" y="1945"/>
                    <a:pt x="10231" y="3588"/>
                    <a:pt x="8654" y="4640"/>
                  </a:cubicBezTo>
                  <a:cubicBezTo>
                    <a:pt x="7533" y="5395"/>
                    <a:pt x="6205" y="5783"/>
                    <a:pt x="4869" y="5783"/>
                  </a:cubicBezTo>
                  <a:cubicBezTo>
                    <a:pt x="4286" y="5783"/>
                    <a:pt x="3702" y="5709"/>
                    <a:pt x="3134" y="5560"/>
                  </a:cubicBezTo>
                  <a:cubicBezTo>
                    <a:pt x="2049" y="5297"/>
                    <a:pt x="1031" y="4771"/>
                    <a:pt x="209" y="4015"/>
                  </a:cubicBezTo>
                  <a:cubicBezTo>
                    <a:pt x="187" y="3993"/>
                    <a:pt x="164" y="3985"/>
                    <a:pt x="142" y="3985"/>
                  </a:cubicBezTo>
                  <a:cubicBezTo>
                    <a:pt x="64" y="3985"/>
                    <a:pt x="1" y="4095"/>
                    <a:pt x="78" y="4147"/>
                  </a:cubicBezTo>
                  <a:cubicBezTo>
                    <a:pt x="1391" y="5346"/>
                    <a:pt x="3101" y="5999"/>
                    <a:pt x="4863" y="5999"/>
                  </a:cubicBezTo>
                  <a:cubicBezTo>
                    <a:pt x="5129" y="5999"/>
                    <a:pt x="5397" y="5984"/>
                    <a:pt x="5664" y="5954"/>
                  </a:cubicBezTo>
                  <a:cubicBezTo>
                    <a:pt x="8753" y="5593"/>
                    <a:pt x="11250" y="3227"/>
                    <a:pt x="11809" y="138"/>
                  </a:cubicBezTo>
                  <a:cubicBezTo>
                    <a:pt x="11829" y="56"/>
                    <a:pt x="11761" y="0"/>
                    <a:pt x="1169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880" bIns="74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5" name="Google Shape;3891;p30"/>
            <p:cNvSpPr/>
            <p:nvPr/>
          </p:nvSpPr>
          <p:spPr>
            <a:xfrm>
              <a:off x="1131480" y="4303080"/>
              <a:ext cx="168840" cy="320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6761" h="1292">
                  <a:moveTo>
                    <a:pt x="1505" y="1"/>
                  </a:moveTo>
                  <a:cubicBezTo>
                    <a:pt x="1048" y="1"/>
                    <a:pt x="589" y="24"/>
                    <a:pt x="132" y="71"/>
                  </a:cubicBezTo>
                  <a:cubicBezTo>
                    <a:pt x="0" y="71"/>
                    <a:pt x="0" y="301"/>
                    <a:pt x="132" y="301"/>
                  </a:cubicBezTo>
                  <a:cubicBezTo>
                    <a:pt x="621" y="243"/>
                    <a:pt x="1110" y="214"/>
                    <a:pt x="1598" y="214"/>
                  </a:cubicBezTo>
                  <a:cubicBezTo>
                    <a:pt x="3304" y="214"/>
                    <a:pt x="4988" y="572"/>
                    <a:pt x="6572" y="1287"/>
                  </a:cubicBezTo>
                  <a:cubicBezTo>
                    <a:pt x="6581" y="1290"/>
                    <a:pt x="6590" y="1292"/>
                    <a:pt x="6599" y="1292"/>
                  </a:cubicBezTo>
                  <a:cubicBezTo>
                    <a:pt x="6687" y="1292"/>
                    <a:pt x="6761" y="1150"/>
                    <a:pt x="6671" y="1090"/>
                  </a:cubicBezTo>
                  <a:cubicBezTo>
                    <a:pt x="5050" y="358"/>
                    <a:pt x="3285" y="1"/>
                    <a:pt x="150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6" name="Google Shape;3892;p30"/>
            <p:cNvSpPr/>
            <p:nvPr/>
          </p:nvSpPr>
          <p:spPr>
            <a:xfrm>
              <a:off x="1185840" y="4319640"/>
              <a:ext cx="60120" cy="2268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2422" h="927">
                  <a:moveTo>
                    <a:pt x="131" y="1"/>
                  </a:moveTo>
                  <a:cubicBezTo>
                    <a:pt x="0" y="1"/>
                    <a:pt x="0" y="198"/>
                    <a:pt x="131" y="231"/>
                  </a:cubicBezTo>
                  <a:cubicBezTo>
                    <a:pt x="854" y="329"/>
                    <a:pt x="1577" y="560"/>
                    <a:pt x="2235" y="921"/>
                  </a:cubicBezTo>
                  <a:cubicBezTo>
                    <a:pt x="2245" y="925"/>
                    <a:pt x="2256" y="926"/>
                    <a:pt x="2266" y="926"/>
                  </a:cubicBezTo>
                  <a:cubicBezTo>
                    <a:pt x="2352" y="926"/>
                    <a:pt x="2421" y="815"/>
                    <a:pt x="2333" y="757"/>
                  </a:cubicBezTo>
                  <a:cubicBezTo>
                    <a:pt x="1643" y="362"/>
                    <a:pt x="920" y="99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7" name="Google Shape;3893;p30"/>
            <p:cNvSpPr/>
            <p:nvPr/>
          </p:nvSpPr>
          <p:spPr>
            <a:xfrm>
              <a:off x="1190880" y="4337640"/>
              <a:ext cx="55440" cy="2052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237" h="841">
                  <a:moveTo>
                    <a:pt x="126" y="0"/>
                  </a:moveTo>
                  <a:cubicBezTo>
                    <a:pt x="19" y="0"/>
                    <a:pt x="0" y="171"/>
                    <a:pt x="122" y="201"/>
                  </a:cubicBezTo>
                  <a:lnTo>
                    <a:pt x="122" y="168"/>
                  </a:lnTo>
                  <a:cubicBezTo>
                    <a:pt x="779" y="300"/>
                    <a:pt x="1436" y="530"/>
                    <a:pt x="2028" y="825"/>
                  </a:cubicBezTo>
                  <a:cubicBezTo>
                    <a:pt x="2049" y="836"/>
                    <a:pt x="2069" y="841"/>
                    <a:pt x="2088" y="841"/>
                  </a:cubicBezTo>
                  <a:cubicBezTo>
                    <a:pt x="2185" y="841"/>
                    <a:pt x="2236" y="716"/>
                    <a:pt x="2126" y="661"/>
                  </a:cubicBezTo>
                  <a:cubicBezTo>
                    <a:pt x="1502" y="332"/>
                    <a:pt x="845" y="135"/>
                    <a:pt x="155" y="4"/>
                  </a:cubicBezTo>
                  <a:cubicBezTo>
                    <a:pt x="144" y="1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8" name="Google Shape;3894;p30"/>
            <p:cNvSpPr/>
            <p:nvPr/>
          </p:nvSpPr>
          <p:spPr>
            <a:xfrm>
              <a:off x="1179360" y="4645800"/>
              <a:ext cx="140760" cy="180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5643" h="739">
                  <a:moveTo>
                    <a:pt x="158" y="1"/>
                  </a:moveTo>
                  <a:cubicBezTo>
                    <a:pt x="47" y="1"/>
                    <a:pt x="0" y="171"/>
                    <a:pt x="122" y="202"/>
                  </a:cubicBezTo>
                  <a:cubicBezTo>
                    <a:pt x="1476" y="559"/>
                    <a:pt x="2890" y="738"/>
                    <a:pt x="4302" y="738"/>
                  </a:cubicBezTo>
                  <a:cubicBezTo>
                    <a:pt x="4706" y="738"/>
                    <a:pt x="5109" y="724"/>
                    <a:pt x="5511" y="694"/>
                  </a:cubicBezTo>
                  <a:cubicBezTo>
                    <a:pt x="5642" y="694"/>
                    <a:pt x="5642" y="497"/>
                    <a:pt x="5511" y="497"/>
                  </a:cubicBezTo>
                  <a:cubicBezTo>
                    <a:pt x="5109" y="527"/>
                    <a:pt x="4709" y="541"/>
                    <a:pt x="4311" y="541"/>
                  </a:cubicBezTo>
                  <a:cubicBezTo>
                    <a:pt x="2916" y="541"/>
                    <a:pt x="1542" y="362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9" name="Google Shape;3895;p30"/>
            <p:cNvSpPr/>
            <p:nvPr/>
          </p:nvSpPr>
          <p:spPr>
            <a:xfrm>
              <a:off x="1199880" y="4665600"/>
              <a:ext cx="81720" cy="1188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3277" h="490">
                  <a:moveTo>
                    <a:pt x="159" y="0"/>
                  </a:moveTo>
                  <a:cubicBezTo>
                    <a:pt x="47" y="0"/>
                    <a:pt x="1" y="171"/>
                    <a:pt x="122" y="201"/>
                  </a:cubicBezTo>
                  <a:cubicBezTo>
                    <a:pt x="814" y="386"/>
                    <a:pt x="1521" y="489"/>
                    <a:pt x="2234" y="489"/>
                  </a:cubicBezTo>
                  <a:cubicBezTo>
                    <a:pt x="2537" y="489"/>
                    <a:pt x="2841" y="470"/>
                    <a:pt x="3145" y="431"/>
                  </a:cubicBezTo>
                  <a:cubicBezTo>
                    <a:pt x="3268" y="431"/>
                    <a:pt x="3276" y="231"/>
                    <a:pt x="3170" y="231"/>
                  </a:cubicBezTo>
                  <a:cubicBezTo>
                    <a:pt x="3162" y="231"/>
                    <a:pt x="3154" y="232"/>
                    <a:pt x="3145" y="234"/>
                  </a:cubicBezTo>
                  <a:cubicBezTo>
                    <a:pt x="2851" y="273"/>
                    <a:pt x="2554" y="292"/>
                    <a:pt x="2256" y="292"/>
                  </a:cubicBezTo>
                  <a:cubicBezTo>
                    <a:pt x="1557" y="292"/>
                    <a:pt x="856" y="188"/>
                    <a:pt x="188" y="4"/>
                  </a:cubicBezTo>
                  <a:cubicBezTo>
                    <a:pt x="178" y="2"/>
                    <a:pt x="168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0" name="Google Shape;3896;p30"/>
            <p:cNvSpPr/>
            <p:nvPr/>
          </p:nvSpPr>
          <p:spPr>
            <a:xfrm>
              <a:off x="966960" y="4829400"/>
              <a:ext cx="77040" cy="6048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3091" h="2427">
                  <a:moveTo>
                    <a:pt x="144" y="1"/>
                  </a:moveTo>
                  <a:cubicBezTo>
                    <a:pt x="67" y="1"/>
                    <a:pt x="0" y="86"/>
                    <a:pt x="46" y="155"/>
                  </a:cubicBezTo>
                  <a:lnTo>
                    <a:pt x="46" y="122"/>
                  </a:lnTo>
                  <a:cubicBezTo>
                    <a:pt x="802" y="1108"/>
                    <a:pt x="1755" y="1896"/>
                    <a:pt x="2872" y="2422"/>
                  </a:cubicBezTo>
                  <a:cubicBezTo>
                    <a:pt x="2884" y="2425"/>
                    <a:pt x="2895" y="2426"/>
                    <a:pt x="2906" y="2426"/>
                  </a:cubicBezTo>
                  <a:cubicBezTo>
                    <a:pt x="3019" y="2426"/>
                    <a:pt x="3090" y="2285"/>
                    <a:pt x="2971" y="2225"/>
                  </a:cubicBezTo>
                  <a:cubicBezTo>
                    <a:pt x="1886" y="1732"/>
                    <a:pt x="966" y="976"/>
                    <a:pt x="243" y="56"/>
                  </a:cubicBezTo>
                  <a:cubicBezTo>
                    <a:pt x="214" y="16"/>
                    <a:pt x="17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240" bIns="30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1" name="Google Shape;3897;p30"/>
            <p:cNvSpPr/>
            <p:nvPr/>
          </p:nvSpPr>
          <p:spPr>
            <a:xfrm>
              <a:off x="978480" y="4798800"/>
              <a:ext cx="52920" cy="392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136" h="1581">
                  <a:moveTo>
                    <a:pt x="154" y="1"/>
                  </a:moveTo>
                  <a:cubicBezTo>
                    <a:pt x="83" y="1"/>
                    <a:pt x="0" y="112"/>
                    <a:pt x="77" y="163"/>
                  </a:cubicBezTo>
                  <a:lnTo>
                    <a:pt x="77" y="196"/>
                  </a:lnTo>
                  <a:cubicBezTo>
                    <a:pt x="603" y="754"/>
                    <a:pt x="1227" y="1214"/>
                    <a:pt x="1917" y="1576"/>
                  </a:cubicBezTo>
                  <a:cubicBezTo>
                    <a:pt x="1926" y="1579"/>
                    <a:pt x="1935" y="1580"/>
                    <a:pt x="1944" y="1580"/>
                  </a:cubicBezTo>
                  <a:cubicBezTo>
                    <a:pt x="2037" y="1580"/>
                    <a:pt x="2135" y="1438"/>
                    <a:pt x="2016" y="1379"/>
                  </a:cubicBezTo>
                  <a:cubicBezTo>
                    <a:pt x="1359" y="1050"/>
                    <a:pt x="734" y="590"/>
                    <a:pt x="208" y="31"/>
                  </a:cubicBezTo>
                  <a:cubicBezTo>
                    <a:pt x="194" y="9"/>
                    <a:pt x="175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2" name="Google Shape;3898;p30"/>
            <p:cNvSpPr/>
            <p:nvPr/>
          </p:nvSpPr>
          <p:spPr>
            <a:xfrm>
              <a:off x="988200" y="4792320"/>
              <a:ext cx="52200" cy="277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106" h="1117">
                  <a:moveTo>
                    <a:pt x="123" y="0"/>
                  </a:moveTo>
                  <a:cubicBezTo>
                    <a:pt x="50" y="0"/>
                    <a:pt x="1" y="139"/>
                    <a:pt x="80" y="192"/>
                  </a:cubicBezTo>
                  <a:cubicBezTo>
                    <a:pt x="639" y="619"/>
                    <a:pt x="1263" y="915"/>
                    <a:pt x="1953" y="1112"/>
                  </a:cubicBezTo>
                  <a:cubicBezTo>
                    <a:pt x="1962" y="1115"/>
                    <a:pt x="1971" y="1116"/>
                    <a:pt x="1979" y="1116"/>
                  </a:cubicBezTo>
                  <a:cubicBezTo>
                    <a:pt x="2062" y="1116"/>
                    <a:pt x="2106" y="974"/>
                    <a:pt x="1986" y="915"/>
                  </a:cubicBezTo>
                  <a:cubicBezTo>
                    <a:pt x="1329" y="717"/>
                    <a:pt x="738" y="422"/>
                    <a:pt x="179" y="27"/>
                  </a:cubicBezTo>
                  <a:cubicBezTo>
                    <a:pt x="160" y="8"/>
                    <a:pt x="141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3" name="Google Shape;3899;p30"/>
            <p:cNvSpPr/>
            <p:nvPr/>
          </p:nvSpPr>
          <p:spPr>
            <a:xfrm>
              <a:off x="1245240" y="4736160"/>
              <a:ext cx="106200" cy="8532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4266" h="3430">
                  <a:moveTo>
                    <a:pt x="4113" y="0"/>
                  </a:moveTo>
                  <a:cubicBezTo>
                    <a:pt x="4082" y="0"/>
                    <a:pt x="4051" y="12"/>
                    <a:pt x="4032" y="41"/>
                  </a:cubicBezTo>
                  <a:cubicBezTo>
                    <a:pt x="3046" y="1454"/>
                    <a:pt x="1699" y="2538"/>
                    <a:pt x="121" y="3228"/>
                  </a:cubicBezTo>
                  <a:cubicBezTo>
                    <a:pt x="0" y="3259"/>
                    <a:pt x="47" y="3429"/>
                    <a:pt x="132" y="3429"/>
                  </a:cubicBezTo>
                  <a:cubicBezTo>
                    <a:pt x="139" y="3429"/>
                    <a:pt x="147" y="3428"/>
                    <a:pt x="154" y="3426"/>
                  </a:cubicBezTo>
                  <a:cubicBezTo>
                    <a:pt x="1797" y="2735"/>
                    <a:pt x="3210" y="1585"/>
                    <a:pt x="4196" y="139"/>
                  </a:cubicBezTo>
                  <a:cubicBezTo>
                    <a:pt x="4266" y="70"/>
                    <a:pt x="4188" y="0"/>
                    <a:pt x="411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4" name="Google Shape;3900;p30"/>
            <p:cNvSpPr/>
            <p:nvPr/>
          </p:nvSpPr>
          <p:spPr>
            <a:xfrm>
              <a:off x="1254960" y="4766760"/>
              <a:ext cx="114840" cy="7632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4608" h="3062">
                  <a:moveTo>
                    <a:pt x="4468" y="0"/>
                  </a:moveTo>
                  <a:cubicBezTo>
                    <a:pt x="4444" y="0"/>
                    <a:pt x="4418" y="11"/>
                    <a:pt x="4394" y="35"/>
                  </a:cubicBezTo>
                  <a:cubicBezTo>
                    <a:pt x="3309" y="1415"/>
                    <a:pt x="1798" y="2401"/>
                    <a:pt x="122" y="2861"/>
                  </a:cubicBezTo>
                  <a:cubicBezTo>
                    <a:pt x="0" y="2891"/>
                    <a:pt x="47" y="3062"/>
                    <a:pt x="133" y="3062"/>
                  </a:cubicBezTo>
                  <a:cubicBezTo>
                    <a:pt x="140" y="3062"/>
                    <a:pt x="147" y="3060"/>
                    <a:pt x="155" y="3058"/>
                  </a:cubicBezTo>
                  <a:cubicBezTo>
                    <a:pt x="1896" y="2598"/>
                    <a:pt x="3441" y="1579"/>
                    <a:pt x="4558" y="199"/>
                  </a:cubicBezTo>
                  <a:cubicBezTo>
                    <a:pt x="4608" y="100"/>
                    <a:pt x="4545" y="0"/>
                    <a:pt x="446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5" name="Google Shape;3901;p30"/>
            <p:cNvSpPr/>
            <p:nvPr/>
          </p:nvSpPr>
          <p:spPr>
            <a:xfrm>
              <a:off x="1265760" y="4821120"/>
              <a:ext cx="83520" cy="5148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3356" h="2073">
                  <a:moveTo>
                    <a:pt x="3186" y="1"/>
                  </a:moveTo>
                  <a:cubicBezTo>
                    <a:pt x="3161" y="1"/>
                    <a:pt x="3136" y="10"/>
                    <a:pt x="3114" y="32"/>
                  </a:cubicBezTo>
                  <a:cubicBezTo>
                    <a:pt x="2227" y="820"/>
                    <a:pt x="1208" y="1445"/>
                    <a:pt x="91" y="1872"/>
                  </a:cubicBezTo>
                  <a:cubicBezTo>
                    <a:pt x="0" y="1902"/>
                    <a:pt x="21" y="2073"/>
                    <a:pt x="128" y="2073"/>
                  </a:cubicBezTo>
                  <a:cubicBezTo>
                    <a:pt x="137" y="2073"/>
                    <a:pt x="147" y="2071"/>
                    <a:pt x="157" y="2069"/>
                  </a:cubicBezTo>
                  <a:cubicBezTo>
                    <a:pt x="1307" y="1609"/>
                    <a:pt x="2358" y="984"/>
                    <a:pt x="3278" y="163"/>
                  </a:cubicBezTo>
                  <a:cubicBezTo>
                    <a:pt x="3355" y="112"/>
                    <a:pt x="3273" y="1"/>
                    <a:pt x="3186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6" name="Google Shape;3902;p30"/>
            <p:cNvSpPr/>
            <p:nvPr/>
          </p:nvSpPr>
          <p:spPr>
            <a:xfrm>
              <a:off x="621000" y="4722120"/>
              <a:ext cx="117000" cy="9216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4700" h="3703">
                  <a:moveTo>
                    <a:pt x="162" y="0"/>
                  </a:moveTo>
                  <a:cubicBezTo>
                    <a:pt x="85" y="0"/>
                    <a:pt x="0" y="70"/>
                    <a:pt x="47" y="140"/>
                  </a:cubicBezTo>
                  <a:cubicBezTo>
                    <a:pt x="1197" y="1717"/>
                    <a:pt x="2741" y="2933"/>
                    <a:pt x="4516" y="3689"/>
                  </a:cubicBezTo>
                  <a:cubicBezTo>
                    <a:pt x="4530" y="3698"/>
                    <a:pt x="4544" y="3702"/>
                    <a:pt x="4557" y="3702"/>
                  </a:cubicBezTo>
                  <a:cubicBezTo>
                    <a:pt x="4638" y="3702"/>
                    <a:pt x="4699" y="3553"/>
                    <a:pt x="4615" y="3524"/>
                  </a:cubicBezTo>
                  <a:cubicBezTo>
                    <a:pt x="2873" y="2769"/>
                    <a:pt x="1361" y="1586"/>
                    <a:pt x="244" y="41"/>
                  </a:cubicBezTo>
                  <a:cubicBezTo>
                    <a:pt x="225" y="12"/>
                    <a:pt x="194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7" name="Google Shape;3903;p30"/>
            <p:cNvSpPr/>
            <p:nvPr/>
          </p:nvSpPr>
          <p:spPr>
            <a:xfrm>
              <a:off x="625680" y="4691880"/>
              <a:ext cx="81360" cy="8748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3268" h="3511">
                  <a:moveTo>
                    <a:pt x="115" y="1"/>
                  </a:moveTo>
                  <a:cubicBezTo>
                    <a:pt x="58" y="1"/>
                    <a:pt x="0" y="33"/>
                    <a:pt x="0" y="99"/>
                  </a:cubicBezTo>
                  <a:cubicBezTo>
                    <a:pt x="66" y="461"/>
                    <a:pt x="230" y="756"/>
                    <a:pt x="493" y="1019"/>
                  </a:cubicBezTo>
                  <a:cubicBezTo>
                    <a:pt x="756" y="1315"/>
                    <a:pt x="1019" y="1644"/>
                    <a:pt x="1315" y="1906"/>
                  </a:cubicBezTo>
                  <a:cubicBezTo>
                    <a:pt x="1841" y="2498"/>
                    <a:pt x="2432" y="3024"/>
                    <a:pt x="3089" y="3484"/>
                  </a:cubicBezTo>
                  <a:cubicBezTo>
                    <a:pt x="3108" y="3503"/>
                    <a:pt x="3127" y="3511"/>
                    <a:pt x="3145" y="3511"/>
                  </a:cubicBezTo>
                  <a:cubicBezTo>
                    <a:pt x="3219" y="3511"/>
                    <a:pt x="3267" y="3372"/>
                    <a:pt x="3188" y="3319"/>
                  </a:cubicBezTo>
                  <a:cubicBezTo>
                    <a:pt x="2596" y="2859"/>
                    <a:pt x="2038" y="2367"/>
                    <a:pt x="1545" y="1841"/>
                  </a:cubicBezTo>
                  <a:cubicBezTo>
                    <a:pt x="1282" y="1578"/>
                    <a:pt x="1052" y="1315"/>
                    <a:pt x="822" y="1052"/>
                  </a:cubicBezTo>
                  <a:cubicBezTo>
                    <a:pt x="690" y="921"/>
                    <a:pt x="592" y="756"/>
                    <a:pt x="460" y="625"/>
                  </a:cubicBezTo>
                  <a:cubicBezTo>
                    <a:pt x="329" y="461"/>
                    <a:pt x="230" y="296"/>
                    <a:pt x="230" y="99"/>
                  </a:cubicBezTo>
                  <a:cubicBezTo>
                    <a:pt x="230" y="33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8" name="Google Shape;3904;p30"/>
            <p:cNvSpPr/>
            <p:nvPr/>
          </p:nvSpPr>
          <p:spPr>
            <a:xfrm>
              <a:off x="653760" y="4695840"/>
              <a:ext cx="53640" cy="5472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167" h="2205">
                  <a:moveTo>
                    <a:pt x="131" y="1"/>
                  </a:moveTo>
                  <a:cubicBezTo>
                    <a:pt x="59" y="1"/>
                    <a:pt x="0" y="71"/>
                    <a:pt x="23" y="140"/>
                  </a:cubicBezTo>
                  <a:cubicBezTo>
                    <a:pt x="516" y="962"/>
                    <a:pt x="1174" y="1652"/>
                    <a:pt x="1962" y="2178"/>
                  </a:cubicBezTo>
                  <a:cubicBezTo>
                    <a:pt x="1981" y="2197"/>
                    <a:pt x="2002" y="2205"/>
                    <a:pt x="2021" y="2205"/>
                  </a:cubicBezTo>
                  <a:cubicBezTo>
                    <a:pt x="2102" y="2205"/>
                    <a:pt x="2167" y="2066"/>
                    <a:pt x="2061" y="2013"/>
                  </a:cubicBezTo>
                  <a:cubicBezTo>
                    <a:pt x="1305" y="1488"/>
                    <a:pt x="681" y="830"/>
                    <a:pt x="221" y="42"/>
                  </a:cubicBezTo>
                  <a:cubicBezTo>
                    <a:pt x="192" y="13"/>
                    <a:pt x="160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9" name="Google Shape;3905;p30"/>
            <p:cNvSpPr/>
            <p:nvPr/>
          </p:nvSpPr>
          <p:spPr>
            <a:xfrm>
              <a:off x="682200" y="4705200"/>
              <a:ext cx="21960" cy="172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888" h="708">
                  <a:moveTo>
                    <a:pt x="132" y="1"/>
                  </a:moveTo>
                  <a:cubicBezTo>
                    <a:pt x="108" y="1"/>
                    <a:pt x="83" y="9"/>
                    <a:pt x="66" y="25"/>
                  </a:cubicBezTo>
                  <a:cubicBezTo>
                    <a:pt x="1" y="58"/>
                    <a:pt x="1" y="124"/>
                    <a:pt x="66" y="157"/>
                  </a:cubicBezTo>
                  <a:lnTo>
                    <a:pt x="691" y="682"/>
                  </a:lnTo>
                  <a:cubicBezTo>
                    <a:pt x="707" y="699"/>
                    <a:pt x="732" y="707"/>
                    <a:pt x="757" y="707"/>
                  </a:cubicBezTo>
                  <a:cubicBezTo>
                    <a:pt x="781" y="707"/>
                    <a:pt x="806" y="699"/>
                    <a:pt x="822" y="682"/>
                  </a:cubicBezTo>
                  <a:cubicBezTo>
                    <a:pt x="888" y="650"/>
                    <a:pt x="888" y="584"/>
                    <a:pt x="822" y="551"/>
                  </a:cubicBezTo>
                  <a:lnTo>
                    <a:pt x="198" y="25"/>
                  </a:lnTo>
                  <a:cubicBezTo>
                    <a:pt x="181" y="9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0" name="Google Shape;3906;p30"/>
            <p:cNvSpPr/>
            <p:nvPr/>
          </p:nvSpPr>
          <p:spPr>
            <a:xfrm>
              <a:off x="803880" y="4815000"/>
              <a:ext cx="139320" cy="2880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5580" h="1166">
                  <a:moveTo>
                    <a:pt x="5415" y="1"/>
                  </a:moveTo>
                  <a:cubicBezTo>
                    <a:pt x="4086" y="358"/>
                    <a:pt x="2717" y="955"/>
                    <a:pt x="1340" y="955"/>
                  </a:cubicBezTo>
                  <a:cubicBezTo>
                    <a:pt x="946" y="955"/>
                    <a:pt x="552" y="906"/>
                    <a:pt x="157" y="789"/>
                  </a:cubicBezTo>
                  <a:cubicBezTo>
                    <a:pt x="147" y="787"/>
                    <a:pt x="138" y="786"/>
                    <a:pt x="129" y="786"/>
                  </a:cubicBezTo>
                  <a:cubicBezTo>
                    <a:pt x="22" y="786"/>
                    <a:pt x="1" y="956"/>
                    <a:pt x="92" y="986"/>
                  </a:cubicBezTo>
                  <a:lnTo>
                    <a:pt x="124" y="986"/>
                  </a:lnTo>
                  <a:cubicBezTo>
                    <a:pt x="534" y="1113"/>
                    <a:pt x="943" y="1165"/>
                    <a:pt x="1351" y="1165"/>
                  </a:cubicBezTo>
                  <a:cubicBezTo>
                    <a:pt x="2745" y="1165"/>
                    <a:pt x="4126" y="554"/>
                    <a:pt x="5448" y="198"/>
                  </a:cubicBezTo>
                  <a:cubicBezTo>
                    <a:pt x="5579" y="165"/>
                    <a:pt x="5514" y="1"/>
                    <a:pt x="54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1" name="Google Shape;3907;p30"/>
            <p:cNvSpPr/>
            <p:nvPr/>
          </p:nvSpPr>
          <p:spPr>
            <a:xfrm>
              <a:off x="871920" y="4790880"/>
              <a:ext cx="64080" cy="1908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581" h="772">
                  <a:moveTo>
                    <a:pt x="2446" y="0"/>
                  </a:moveTo>
                  <a:cubicBezTo>
                    <a:pt x="2431" y="0"/>
                    <a:pt x="2415" y="5"/>
                    <a:pt x="2399" y="16"/>
                  </a:cubicBezTo>
                  <a:cubicBezTo>
                    <a:pt x="1709" y="377"/>
                    <a:pt x="921" y="574"/>
                    <a:pt x="165" y="574"/>
                  </a:cubicBezTo>
                  <a:cubicBezTo>
                    <a:pt x="0" y="574"/>
                    <a:pt x="0" y="771"/>
                    <a:pt x="165" y="771"/>
                  </a:cubicBezTo>
                  <a:cubicBezTo>
                    <a:pt x="953" y="771"/>
                    <a:pt x="1775" y="574"/>
                    <a:pt x="2498" y="180"/>
                  </a:cubicBezTo>
                  <a:cubicBezTo>
                    <a:pt x="2580" y="125"/>
                    <a:pt x="2525" y="0"/>
                    <a:pt x="244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2" name="Google Shape;3908;p30"/>
            <p:cNvSpPr/>
            <p:nvPr/>
          </p:nvSpPr>
          <p:spPr>
            <a:xfrm>
              <a:off x="447480" y="4495320"/>
              <a:ext cx="95040" cy="129960"/>
            </a:xfrm>
            <a:custGeom>
              <a:avLst/>
              <a:gdLst>
                <a:gd name="textAreaLeft" fmla="*/ 0 w 95040"/>
                <a:gd name="textAreaRight" fmla="*/ 95400 w 9504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3819" h="5212">
                  <a:moveTo>
                    <a:pt x="145" y="0"/>
                  </a:moveTo>
                  <a:cubicBezTo>
                    <a:pt x="80" y="0"/>
                    <a:pt x="0" y="56"/>
                    <a:pt x="21" y="137"/>
                  </a:cubicBezTo>
                  <a:lnTo>
                    <a:pt x="21" y="105"/>
                  </a:lnTo>
                  <a:cubicBezTo>
                    <a:pt x="513" y="2208"/>
                    <a:pt x="1828" y="4015"/>
                    <a:pt x="3635" y="5198"/>
                  </a:cubicBezTo>
                  <a:cubicBezTo>
                    <a:pt x="3649" y="5207"/>
                    <a:pt x="3663" y="5211"/>
                    <a:pt x="3676" y="5211"/>
                  </a:cubicBezTo>
                  <a:cubicBezTo>
                    <a:pt x="3757" y="5211"/>
                    <a:pt x="3819" y="5057"/>
                    <a:pt x="3734" y="5001"/>
                  </a:cubicBezTo>
                  <a:cubicBezTo>
                    <a:pt x="1959" y="3883"/>
                    <a:pt x="711" y="2109"/>
                    <a:pt x="218" y="72"/>
                  </a:cubicBezTo>
                  <a:cubicBezTo>
                    <a:pt x="218" y="21"/>
                    <a:pt x="18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3" name="Google Shape;3909;p30"/>
            <p:cNvSpPr/>
            <p:nvPr/>
          </p:nvSpPr>
          <p:spPr>
            <a:xfrm>
              <a:off x="503640" y="4552200"/>
              <a:ext cx="57960" cy="568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2336" h="2288">
                  <a:moveTo>
                    <a:pt x="131" y="0"/>
                  </a:moveTo>
                  <a:cubicBezTo>
                    <a:pt x="68" y="0"/>
                    <a:pt x="1" y="57"/>
                    <a:pt x="21" y="138"/>
                  </a:cubicBezTo>
                  <a:cubicBezTo>
                    <a:pt x="415" y="1091"/>
                    <a:pt x="1171" y="1847"/>
                    <a:pt x="2124" y="2274"/>
                  </a:cubicBezTo>
                  <a:cubicBezTo>
                    <a:pt x="2143" y="2283"/>
                    <a:pt x="2161" y="2287"/>
                    <a:pt x="2177" y="2287"/>
                  </a:cubicBezTo>
                  <a:cubicBezTo>
                    <a:pt x="2279" y="2287"/>
                    <a:pt x="2336" y="2138"/>
                    <a:pt x="2223" y="2109"/>
                  </a:cubicBezTo>
                  <a:cubicBezTo>
                    <a:pt x="1335" y="1715"/>
                    <a:pt x="613" y="992"/>
                    <a:pt x="218" y="72"/>
                  </a:cubicBezTo>
                  <a:cubicBezTo>
                    <a:pt x="206" y="22"/>
                    <a:pt x="16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4" name="Google Shape;3910;p30"/>
            <p:cNvSpPr/>
            <p:nvPr/>
          </p:nvSpPr>
          <p:spPr>
            <a:xfrm>
              <a:off x="532800" y="4571640"/>
              <a:ext cx="26640" cy="2016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085" h="820">
                  <a:moveTo>
                    <a:pt x="132" y="1"/>
                  </a:moveTo>
                  <a:cubicBezTo>
                    <a:pt x="107" y="1"/>
                    <a:pt x="82" y="17"/>
                    <a:pt x="66" y="50"/>
                  </a:cubicBezTo>
                  <a:cubicBezTo>
                    <a:pt x="0" y="83"/>
                    <a:pt x="0" y="148"/>
                    <a:pt x="66" y="181"/>
                  </a:cubicBezTo>
                  <a:lnTo>
                    <a:pt x="99" y="181"/>
                  </a:lnTo>
                  <a:cubicBezTo>
                    <a:pt x="329" y="444"/>
                    <a:pt x="592" y="641"/>
                    <a:pt x="920" y="806"/>
                  </a:cubicBezTo>
                  <a:cubicBezTo>
                    <a:pt x="930" y="815"/>
                    <a:pt x="942" y="819"/>
                    <a:pt x="956" y="819"/>
                  </a:cubicBezTo>
                  <a:cubicBezTo>
                    <a:pt x="989" y="819"/>
                    <a:pt x="1028" y="796"/>
                    <a:pt x="1052" y="773"/>
                  </a:cubicBezTo>
                  <a:cubicBezTo>
                    <a:pt x="1085" y="740"/>
                    <a:pt x="1085" y="674"/>
                    <a:pt x="1019" y="641"/>
                  </a:cubicBezTo>
                  <a:cubicBezTo>
                    <a:pt x="723" y="477"/>
                    <a:pt x="427" y="280"/>
                    <a:pt x="197" y="50"/>
                  </a:cubicBezTo>
                  <a:cubicBezTo>
                    <a:pt x="181" y="17"/>
                    <a:pt x="156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5" name="Google Shape;3911;p30"/>
            <p:cNvSpPr/>
            <p:nvPr/>
          </p:nvSpPr>
          <p:spPr>
            <a:xfrm>
              <a:off x="503640" y="4347720"/>
              <a:ext cx="102600" cy="4536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4120" h="1833">
                  <a:moveTo>
                    <a:pt x="3501" y="1"/>
                  </a:moveTo>
                  <a:cubicBezTo>
                    <a:pt x="2190" y="1"/>
                    <a:pt x="926" y="585"/>
                    <a:pt x="78" y="1638"/>
                  </a:cubicBezTo>
                  <a:cubicBezTo>
                    <a:pt x="1" y="1715"/>
                    <a:pt x="85" y="1833"/>
                    <a:pt x="156" y="1833"/>
                  </a:cubicBezTo>
                  <a:cubicBezTo>
                    <a:pt x="176" y="1833"/>
                    <a:pt x="195" y="1824"/>
                    <a:pt x="209" y="1802"/>
                  </a:cubicBezTo>
                  <a:cubicBezTo>
                    <a:pt x="1012" y="799"/>
                    <a:pt x="2190" y="221"/>
                    <a:pt x="3438" y="221"/>
                  </a:cubicBezTo>
                  <a:cubicBezTo>
                    <a:pt x="3620" y="221"/>
                    <a:pt x="3804" y="233"/>
                    <a:pt x="3988" y="258"/>
                  </a:cubicBezTo>
                  <a:cubicBezTo>
                    <a:pt x="4120" y="258"/>
                    <a:pt x="4120" y="61"/>
                    <a:pt x="3988" y="28"/>
                  </a:cubicBezTo>
                  <a:cubicBezTo>
                    <a:pt x="3825" y="10"/>
                    <a:pt x="3663" y="1"/>
                    <a:pt x="35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6" name="Google Shape;3912;p30"/>
            <p:cNvSpPr/>
            <p:nvPr/>
          </p:nvSpPr>
          <p:spPr>
            <a:xfrm>
              <a:off x="574200" y="4366800"/>
              <a:ext cx="75960" cy="169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3047" h="695">
                  <a:moveTo>
                    <a:pt x="2915" y="1"/>
                  </a:moveTo>
                  <a:cubicBezTo>
                    <a:pt x="1995" y="34"/>
                    <a:pt x="1042" y="198"/>
                    <a:pt x="122" y="494"/>
                  </a:cubicBezTo>
                  <a:cubicBezTo>
                    <a:pt x="0" y="524"/>
                    <a:pt x="47" y="695"/>
                    <a:pt x="158" y="695"/>
                  </a:cubicBezTo>
                  <a:cubicBezTo>
                    <a:pt x="168" y="695"/>
                    <a:pt x="177" y="693"/>
                    <a:pt x="187" y="691"/>
                  </a:cubicBezTo>
                  <a:cubicBezTo>
                    <a:pt x="1075" y="395"/>
                    <a:pt x="1995" y="231"/>
                    <a:pt x="2915" y="231"/>
                  </a:cubicBezTo>
                  <a:cubicBezTo>
                    <a:pt x="3046" y="231"/>
                    <a:pt x="3046" y="1"/>
                    <a:pt x="291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7" name="Google Shape;3913;p30"/>
            <p:cNvSpPr/>
            <p:nvPr/>
          </p:nvSpPr>
          <p:spPr>
            <a:xfrm>
              <a:off x="691200" y="4253040"/>
              <a:ext cx="23040" cy="11304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934" h="4531">
                  <a:moveTo>
                    <a:pt x="679" y="0"/>
                  </a:moveTo>
                  <a:cubicBezTo>
                    <a:pt x="641" y="0"/>
                    <a:pt x="604" y="22"/>
                    <a:pt x="592" y="72"/>
                  </a:cubicBezTo>
                  <a:cubicBezTo>
                    <a:pt x="0" y="1485"/>
                    <a:pt x="66" y="3095"/>
                    <a:pt x="723" y="4475"/>
                  </a:cubicBezTo>
                  <a:cubicBezTo>
                    <a:pt x="743" y="4515"/>
                    <a:pt x="772" y="4530"/>
                    <a:pt x="800" y="4530"/>
                  </a:cubicBezTo>
                  <a:cubicBezTo>
                    <a:pt x="867" y="4530"/>
                    <a:pt x="933" y="4446"/>
                    <a:pt x="887" y="4377"/>
                  </a:cubicBezTo>
                  <a:cubicBezTo>
                    <a:pt x="263" y="3029"/>
                    <a:pt x="230" y="1485"/>
                    <a:pt x="789" y="138"/>
                  </a:cubicBezTo>
                  <a:cubicBezTo>
                    <a:pt x="809" y="56"/>
                    <a:pt x="742" y="0"/>
                    <a:pt x="67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8" name="Google Shape;3914;p30"/>
            <p:cNvSpPr/>
            <p:nvPr/>
          </p:nvSpPr>
          <p:spPr>
            <a:xfrm>
              <a:off x="716040" y="4266360"/>
              <a:ext cx="15840" cy="8712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645" h="3496">
                  <a:moveTo>
                    <a:pt x="515" y="0"/>
                  </a:moveTo>
                  <a:cubicBezTo>
                    <a:pt x="476" y="0"/>
                    <a:pt x="440" y="21"/>
                    <a:pt x="427" y="72"/>
                  </a:cubicBezTo>
                  <a:cubicBezTo>
                    <a:pt x="99" y="1156"/>
                    <a:pt x="0" y="2306"/>
                    <a:pt x="230" y="3423"/>
                  </a:cubicBezTo>
                  <a:cubicBezTo>
                    <a:pt x="243" y="3474"/>
                    <a:pt x="279" y="3495"/>
                    <a:pt x="318" y="3495"/>
                  </a:cubicBezTo>
                  <a:cubicBezTo>
                    <a:pt x="380" y="3495"/>
                    <a:pt x="448" y="3439"/>
                    <a:pt x="427" y="3358"/>
                  </a:cubicBezTo>
                  <a:cubicBezTo>
                    <a:pt x="230" y="2273"/>
                    <a:pt x="296" y="1156"/>
                    <a:pt x="624" y="137"/>
                  </a:cubicBezTo>
                  <a:cubicBezTo>
                    <a:pt x="645" y="56"/>
                    <a:pt x="577" y="0"/>
                    <a:pt x="51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560" bIns="43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9" name="Google Shape;3915;p30"/>
            <p:cNvSpPr/>
            <p:nvPr/>
          </p:nvSpPr>
          <p:spPr>
            <a:xfrm>
              <a:off x="743040" y="4299840"/>
              <a:ext cx="18000" cy="5112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737" h="2052">
                  <a:moveTo>
                    <a:pt x="601" y="0"/>
                  </a:moveTo>
                  <a:cubicBezTo>
                    <a:pt x="573" y="0"/>
                    <a:pt x="545" y="12"/>
                    <a:pt x="526" y="41"/>
                  </a:cubicBezTo>
                  <a:cubicBezTo>
                    <a:pt x="132" y="600"/>
                    <a:pt x="0" y="1290"/>
                    <a:pt x="165" y="1980"/>
                  </a:cubicBezTo>
                  <a:cubicBezTo>
                    <a:pt x="177" y="2030"/>
                    <a:pt x="214" y="2051"/>
                    <a:pt x="252" y="2051"/>
                  </a:cubicBezTo>
                  <a:cubicBezTo>
                    <a:pt x="315" y="2051"/>
                    <a:pt x="382" y="1995"/>
                    <a:pt x="362" y="1914"/>
                  </a:cubicBezTo>
                  <a:cubicBezTo>
                    <a:pt x="230" y="1290"/>
                    <a:pt x="329" y="665"/>
                    <a:pt x="690" y="140"/>
                  </a:cubicBezTo>
                  <a:cubicBezTo>
                    <a:pt x="737" y="70"/>
                    <a:pt x="668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0" name="Google Shape;3916;p30"/>
            <p:cNvSpPr/>
            <p:nvPr/>
          </p:nvSpPr>
          <p:spPr>
            <a:xfrm>
              <a:off x="845280" y="4149720"/>
              <a:ext cx="113040" cy="2448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4531" h="987">
                  <a:moveTo>
                    <a:pt x="1927" y="0"/>
                  </a:moveTo>
                  <a:cubicBezTo>
                    <a:pt x="1311" y="0"/>
                    <a:pt x="693" y="132"/>
                    <a:pt x="114" y="401"/>
                  </a:cubicBezTo>
                  <a:cubicBezTo>
                    <a:pt x="1" y="429"/>
                    <a:pt x="82" y="579"/>
                    <a:pt x="169" y="579"/>
                  </a:cubicBezTo>
                  <a:cubicBezTo>
                    <a:pt x="184" y="579"/>
                    <a:pt x="198" y="575"/>
                    <a:pt x="212" y="565"/>
                  </a:cubicBezTo>
                  <a:cubicBezTo>
                    <a:pt x="759" y="312"/>
                    <a:pt x="1344" y="188"/>
                    <a:pt x="1928" y="188"/>
                  </a:cubicBezTo>
                  <a:cubicBezTo>
                    <a:pt x="2781" y="188"/>
                    <a:pt x="3630" y="452"/>
                    <a:pt x="4352" y="960"/>
                  </a:cubicBezTo>
                  <a:cubicBezTo>
                    <a:pt x="4372" y="979"/>
                    <a:pt x="4391" y="987"/>
                    <a:pt x="4408" y="987"/>
                  </a:cubicBezTo>
                  <a:cubicBezTo>
                    <a:pt x="4482" y="987"/>
                    <a:pt x="4531" y="848"/>
                    <a:pt x="4451" y="795"/>
                  </a:cubicBezTo>
                  <a:cubicBezTo>
                    <a:pt x="3695" y="272"/>
                    <a:pt x="2813" y="0"/>
                    <a:pt x="192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1" name="Google Shape;3917;p30"/>
            <p:cNvSpPr/>
            <p:nvPr/>
          </p:nvSpPr>
          <p:spPr>
            <a:xfrm>
              <a:off x="885240" y="4183560"/>
              <a:ext cx="70560" cy="2664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2834" h="1079">
                  <a:moveTo>
                    <a:pt x="132" y="0"/>
                  </a:moveTo>
                  <a:cubicBezTo>
                    <a:pt x="0" y="0"/>
                    <a:pt x="0" y="197"/>
                    <a:pt x="132" y="197"/>
                  </a:cubicBezTo>
                  <a:cubicBezTo>
                    <a:pt x="1052" y="197"/>
                    <a:pt x="1906" y="526"/>
                    <a:pt x="2629" y="1052"/>
                  </a:cubicBezTo>
                  <a:cubicBezTo>
                    <a:pt x="2648" y="1071"/>
                    <a:pt x="2668" y="1079"/>
                    <a:pt x="2688" y="1079"/>
                  </a:cubicBezTo>
                  <a:cubicBezTo>
                    <a:pt x="2769" y="1079"/>
                    <a:pt x="2834" y="940"/>
                    <a:pt x="2728" y="887"/>
                  </a:cubicBezTo>
                  <a:cubicBezTo>
                    <a:pt x="2005" y="329"/>
                    <a:pt x="1085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2" name="Google Shape;3918;p30"/>
            <p:cNvSpPr/>
            <p:nvPr/>
          </p:nvSpPr>
          <p:spPr>
            <a:xfrm>
              <a:off x="970200" y="4209480"/>
              <a:ext cx="63000" cy="6372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31" h="2567">
                  <a:moveTo>
                    <a:pt x="143" y="0"/>
                  </a:moveTo>
                  <a:cubicBezTo>
                    <a:pt x="62" y="0"/>
                    <a:pt x="1" y="154"/>
                    <a:pt x="85" y="211"/>
                  </a:cubicBezTo>
                  <a:cubicBezTo>
                    <a:pt x="940" y="835"/>
                    <a:pt x="1696" y="1624"/>
                    <a:pt x="2287" y="2511"/>
                  </a:cubicBezTo>
                  <a:cubicBezTo>
                    <a:pt x="2317" y="2551"/>
                    <a:pt x="2352" y="2566"/>
                    <a:pt x="2386" y="2566"/>
                  </a:cubicBezTo>
                  <a:cubicBezTo>
                    <a:pt x="2464" y="2566"/>
                    <a:pt x="2530" y="2481"/>
                    <a:pt x="2484" y="2412"/>
                  </a:cubicBezTo>
                  <a:cubicBezTo>
                    <a:pt x="1860" y="1492"/>
                    <a:pt x="1104" y="671"/>
                    <a:pt x="184" y="14"/>
                  </a:cubicBezTo>
                  <a:cubicBezTo>
                    <a:pt x="170" y="4"/>
                    <a:pt x="15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3" name="Google Shape;3919;p30"/>
            <p:cNvSpPr/>
            <p:nvPr/>
          </p:nvSpPr>
          <p:spPr>
            <a:xfrm>
              <a:off x="998280" y="4214520"/>
              <a:ext cx="36360" cy="4608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1474" h="1858">
                  <a:moveTo>
                    <a:pt x="138" y="1"/>
                  </a:moveTo>
                  <a:cubicBezTo>
                    <a:pt x="62" y="1"/>
                    <a:pt x="0" y="93"/>
                    <a:pt x="50" y="167"/>
                  </a:cubicBezTo>
                  <a:lnTo>
                    <a:pt x="83" y="167"/>
                  </a:lnTo>
                  <a:cubicBezTo>
                    <a:pt x="510" y="693"/>
                    <a:pt x="937" y="1251"/>
                    <a:pt x="1266" y="1810"/>
                  </a:cubicBezTo>
                  <a:cubicBezTo>
                    <a:pt x="1288" y="1843"/>
                    <a:pt x="1320" y="1858"/>
                    <a:pt x="1352" y="1858"/>
                  </a:cubicBezTo>
                  <a:cubicBezTo>
                    <a:pt x="1415" y="1858"/>
                    <a:pt x="1474" y="1799"/>
                    <a:pt x="1430" y="1711"/>
                  </a:cubicBezTo>
                  <a:cubicBezTo>
                    <a:pt x="1101" y="1120"/>
                    <a:pt x="674" y="561"/>
                    <a:pt x="214" y="36"/>
                  </a:cubicBezTo>
                  <a:cubicBezTo>
                    <a:pt x="189" y="11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4" name="Google Shape;3920;p30"/>
            <p:cNvSpPr/>
            <p:nvPr/>
          </p:nvSpPr>
          <p:spPr>
            <a:xfrm>
              <a:off x="1054440" y="4142520"/>
              <a:ext cx="29520" cy="1213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121320"/>
                <a:gd name="textAreaBottom" fmla="*/ 121680 h 121320"/>
              </a:gdLst>
              <a:ahLst/>
              <a:cxnLst/>
              <a:rect l="textAreaLeft" t="textAreaTop" r="textAreaRight" b="textAreaBottom"/>
              <a:pathLst>
                <a:path w="1197" h="4860">
                  <a:moveTo>
                    <a:pt x="1063" y="0"/>
                  </a:moveTo>
                  <a:cubicBezTo>
                    <a:pt x="1035" y="0"/>
                    <a:pt x="1006" y="16"/>
                    <a:pt x="986" y="56"/>
                  </a:cubicBezTo>
                  <a:cubicBezTo>
                    <a:pt x="165" y="1502"/>
                    <a:pt x="0" y="3210"/>
                    <a:pt x="526" y="4788"/>
                  </a:cubicBezTo>
                  <a:cubicBezTo>
                    <a:pt x="539" y="4838"/>
                    <a:pt x="575" y="4859"/>
                    <a:pt x="614" y="4859"/>
                  </a:cubicBezTo>
                  <a:cubicBezTo>
                    <a:pt x="676" y="4859"/>
                    <a:pt x="744" y="4803"/>
                    <a:pt x="723" y="4722"/>
                  </a:cubicBezTo>
                  <a:cubicBezTo>
                    <a:pt x="230" y="3210"/>
                    <a:pt x="395" y="1567"/>
                    <a:pt x="1151" y="154"/>
                  </a:cubicBezTo>
                  <a:cubicBezTo>
                    <a:pt x="1196" y="85"/>
                    <a:pt x="1130" y="0"/>
                    <a:pt x="10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840" bIns="60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5" name="Google Shape;3921;p30"/>
            <p:cNvSpPr/>
            <p:nvPr/>
          </p:nvSpPr>
          <p:spPr>
            <a:xfrm>
              <a:off x="1042920" y="4087080"/>
              <a:ext cx="52560" cy="8136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2118" h="3267">
                  <a:moveTo>
                    <a:pt x="1949" y="0"/>
                  </a:moveTo>
                  <a:cubicBezTo>
                    <a:pt x="1934" y="0"/>
                    <a:pt x="1920" y="4"/>
                    <a:pt x="1906" y="13"/>
                  </a:cubicBezTo>
                  <a:cubicBezTo>
                    <a:pt x="723" y="638"/>
                    <a:pt x="0" y="1854"/>
                    <a:pt x="33" y="3168"/>
                  </a:cubicBezTo>
                  <a:cubicBezTo>
                    <a:pt x="33" y="3234"/>
                    <a:pt x="83" y="3267"/>
                    <a:pt x="132" y="3267"/>
                  </a:cubicBezTo>
                  <a:cubicBezTo>
                    <a:pt x="181" y="3267"/>
                    <a:pt x="230" y="3234"/>
                    <a:pt x="230" y="3168"/>
                  </a:cubicBezTo>
                  <a:cubicBezTo>
                    <a:pt x="230" y="1919"/>
                    <a:pt x="888" y="769"/>
                    <a:pt x="2005" y="211"/>
                  </a:cubicBezTo>
                  <a:cubicBezTo>
                    <a:pt x="2118" y="154"/>
                    <a:pt x="2036" y="0"/>
                    <a:pt x="194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6" name="Google Shape;3922;p30"/>
            <p:cNvSpPr/>
            <p:nvPr/>
          </p:nvSpPr>
          <p:spPr>
            <a:xfrm>
              <a:off x="1244880" y="4029120"/>
              <a:ext cx="146880" cy="7092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5895" h="2857">
                  <a:moveTo>
                    <a:pt x="132" y="0"/>
                  </a:moveTo>
                  <a:cubicBezTo>
                    <a:pt x="1" y="0"/>
                    <a:pt x="1" y="197"/>
                    <a:pt x="132" y="197"/>
                  </a:cubicBezTo>
                  <a:cubicBezTo>
                    <a:pt x="2268" y="230"/>
                    <a:pt x="4306" y="1183"/>
                    <a:pt x="5686" y="2826"/>
                  </a:cubicBezTo>
                  <a:cubicBezTo>
                    <a:pt x="5700" y="2848"/>
                    <a:pt x="5719" y="2857"/>
                    <a:pt x="5739" y="2857"/>
                  </a:cubicBezTo>
                  <a:cubicBezTo>
                    <a:pt x="5810" y="2857"/>
                    <a:pt x="5894" y="2739"/>
                    <a:pt x="5817" y="2662"/>
                  </a:cubicBezTo>
                  <a:cubicBezTo>
                    <a:pt x="4404" y="986"/>
                    <a:pt x="2334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7" name="Google Shape;3923;p30"/>
            <p:cNvSpPr/>
            <p:nvPr/>
          </p:nvSpPr>
          <p:spPr>
            <a:xfrm>
              <a:off x="1303560" y="4064400"/>
              <a:ext cx="59040" cy="374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2371" h="1514">
                  <a:moveTo>
                    <a:pt x="129" y="1"/>
                  </a:moveTo>
                  <a:cubicBezTo>
                    <a:pt x="22" y="1"/>
                    <a:pt x="1" y="171"/>
                    <a:pt x="92" y="201"/>
                  </a:cubicBezTo>
                  <a:cubicBezTo>
                    <a:pt x="847" y="497"/>
                    <a:pt x="1537" y="957"/>
                    <a:pt x="2129" y="1483"/>
                  </a:cubicBezTo>
                  <a:cubicBezTo>
                    <a:pt x="2151" y="1505"/>
                    <a:pt x="2176" y="1514"/>
                    <a:pt x="2200" y="1514"/>
                  </a:cubicBezTo>
                  <a:cubicBezTo>
                    <a:pt x="2287" y="1514"/>
                    <a:pt x="2370" y="1403"/>
                    <a:pt x="2293" y="1352"/>
                  </a:cubicBezTo>
                  <a:cubicBezTo>
                    <a:pt x="1636" y="793"/>
                    <a:pt x="946" y="333"/>
                    <a:pt x="157" y="4"/>
                  </a:cubicBezTo>
                  <a:cubicBezTo>
                    <a:pt x="147" y="2"/>
                    <a:pt x="138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8" name="Google Shape;3924;p30"/>
            <p:cNvSpPr/>
            <p:nvPr/>
          </p:nvSpPr>
          <p:spPr>
            <a:xfrm>
              <a:off x="1329480" y="4102200"/>
              <a:ext cx="47880" cy="3780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932" h="1528">
                  <a:moveTo>
                    <a:pt x="141" y="0"/>
                  </a:moveTo>
                  <a:cubicBezTo>
                    <a:pt x="63" y="0"/>
                    <a:pt x="1" y="111"/>
                    <a:pt x="77" y="162"/>
                  </a:cubicBezTo>
                  <a:lnTo>
                    <a:pt x="1720" y="1509"/>
                  </a:lnTo>
                  <a:cubicBezTo>
                    <a:pt x="1739" y="1522"/>
                    <a:pt x="1758" y="1527"/>
                    <a:pt x="1777" y="1527"/>
                  </a:cubicBezTo>
                  <a:cubicBezTo>
                    <a:pt x="1860" y="1527"/>
                    <a:pt x="1932" y="1425"/>
                    <a:pt x="1852" y="1345"/>
                  </a:cubicBezTo>
                  <a:lnTo>
                    <a:pt x="209" y="31"/>
                  </a:lnTo>
                  <a:cubicBezTo>
                    <a:pt x="187" y="9"/>
                    <a:pt x="164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9" name="Google Shape;3925;p30"/>
            <p:cNvSpPr/>
            <p:nvPr/>
          </p:nvSpPr>
          <p:spPr>
            <a:xfrm>
              <a:off x="1412280" y="4185360"/>
              <a:ext cx="66600" cy="8532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2684" h="3428">
                  <a:moveTo>
                    <a:pt x="155" y="1"/>
                  </a:moveTo>
                  <a:cubicBezTo>
                    <a:pt x="72" y="1"/>
                    <a:pt x="0" y="103"/>
                    <a:pt x="80" y="183"/>
                  </a:cubicBezTo>
                  <a:cubicBezTo>
                    <a:pt x="1132" y="1004"/>
                    <a:pt x="1953" y="2122"/>
                    <a:pt x="2446" y="3370"/>
                  </a:cubicBezTo>
                  <a:cubicBezTo>
                    <a:pt x="2472" y="3409"/>
                    <a:pt x="2518" y="3428"/>
                    <a:pt x="2561" y="3428"/>
                  </a:cubicBezTo>
                  <a:cubicBezTo>
                    <a:pt x="2626" y="3428"/>
                    <a:pt x="2683" y="3384"/>
                    <a:pt x="2643" y="3305"/>
                  </a:cubicBezTo>
                  <a:cubicBezTo>
                    <a:pt x="2150" y="2023"/>
                    <a:pt x="1296" y="873"/>
                    <a:pt x="212" y="19"/>
                  </a:cubicBezTo>
                  <a:cubicBezTo>
                    <a:pt x="193" y="6"/>
                    <a:pt x="17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0" name="Google Shape;3926;p30"/>
            <p:cNvSpPr/>
            <p:nvPr/>
          </p:nvSpPr>
          <p:spPr>
            <a:xfrm>
              <a:off x="1400040" y="4819680"/>
              <a:ext cx="110880" cy="1908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4449" h="784">
                  <a:moveTo>
                    <a:pt x="149" y="1"/>
                  </a:moveTo>
                  <a:cubicBezTo>
                    <a:pt x="52" y="1"/>
                    <a:pt x="1" y="125"/>
                    <a:pt x="111" y="180"/>
                  </a:cubicBezTo>
                  <a:lnTo>
                    <a:pt x="111" y="213"/>
                  </a:lnTo>
                  <a:cubicBezTo>
                    <a:pt x="956" y="593"/>
                    <a:pt x="1869" y="783"/>
                    <a:pt x="2789" y="783"/>
                  </a:cubicBezTo>
                  <a:cubicBezTo>
                    <a:pt x="3300" y="783"/>
                    <a:pt x="3813" y="725"/>
                    <a:pt x="4317" y="607"/>
                  </a:cubicBezTo>
                  <a:cubicBezTo>
                    <a:pt x="4449" y="574"/>
                    <a:pt x="4383" y="410"/>
                    <a:pt x="4252" y="410"/>
                  </a:cubicBezTo>
                  <a:cubicBezTo>
                    <a:pt x="3786" y="524"/>
                    <a:pt x="3313" y="578"/>
                    <a:pt x="2841" y="578"/>
                  </a:cubicBezTo>
                  <a:cubicBezTo>
                    <a:pt x="1944" y="578"/>
                    <a:pt x="1049" y="382"/>
                    <a:pt x="210" y="16"/>
                  </a:cubicBezTo>
                  <a:cubicBezTo>
                    <a:pt x="188" y="5"/>
                    <a:pt x="168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1" name="Google Shape;3927;p30"/>
            <p:cNvSpPr/>
            <p:nvPr/>
          </p:nvSpPr>
          <p:spPr>
            <a:xfrm>
              <a:off x="1408680" y="4788000"/>
              <a:ext cx="88920" cy="900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572" h="379">
                  <a:moveTo>
                    <a:pt x="158" y="1"/>
                  </a:moveTo>
                  <a:cubicBezTo>
                    <a:pt x="47" y="1"/>
                    <a:pt x="0" y="171"/>
                    <a:pt x="122" y="201"/>
                  </a:cubicBezTo>
                  <a:cubicBezTo>
                    <a:pt x="772" y="320"/>
                    <a:pt x="1435" y="379"/>
                    <a:pt x="2102" y="379"/>
                  </a:cubicBezTo>
                  <a:cubicBezTo>
                    <a:pt x="2547" y="379"/>
                    <a:pt x="2994" y="353"/>
                    <a:pt x="3440" y="300"/>
                  </a:cubicBezTo>
                  <a:cubicBezTo>
                    <a:pt x="3572" y="300"/>
                    <a:pt x="3572" y="103"/>
                    <a:pt x="3440" y="103"/>
                  </a:cubicBezTo>
                  <a:cubicBezTo>
                    <a:pt x="3007" y="155"/>
                    <a:pt x="2568" y="182"/>
                    <a:pt x="2130" y="182"/>
                  </a:cubicBezTo>
                  <a:cubicBezTo>
                    <a:pt x="1473" y="182"/>
                    <a:pt x="818" y="123"/>
                    <a:pt x="187" y="4"/>
                  </a:cubicBezTo>
                  <a:cubicBezTo>
                    <a:pt x="177" y="2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2" name="Google Shape;3928;p30"/>
            <p:cNvSpPr/>
            <p:nvPr/>
          </p:nvSpPr>
          <p:spPr>
            <a:xfrm>
              <a:off x="1596600" y="4656600"/>
              <a:ext cx="89640" cy="13032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3603" h="5233">
                  <a:moveTo>
                    <a:pt x="3472" y="1"/>
                  </a:moveTo>
                  <a:cubicBezTo>
                    <a:pt x="3434" y="1"/>
                    <a:pt x="3397" y="22"/>
                    <a:pt x="3385" y="72"/>
                  </a:cubicBezTo>
                  <a:cubicBezTo>
                    <a:pt x="3220" y="1058"/>
                    <a:pt x="2859" y="2011"/>
                    <a:pt x="2366" y="2865"/>
                  </a:cubicBezTo>
                  <a:cubicBezTo>
                    <a:pt x="2103" y="3293"/>
                    <a:pt x="1840" y="3720"/>
                    <a:pt x="1512" y="4114"/>
                  </a:cubicBezTo>
                  <a:cubicBezTo>
                    <a:pt x="1247" y="4438"/>
                    <a:pt x="797" y="5026"/>
                    <a:pt x="328" y="5026"/>
                  </a:cubicBezTo>
                  <a:cubicBezTo>
                    <a:pt x="273" y="5026"/>
                    <a:pt x="219" y="5018"/>
                    <a:pt x="164" y="5001"/>
                  </a:cubicBezTo>
                  <a:cubicBezTo>
                    <a:pt x="33" y="5001"/>
                    <a:pt x="0" y="5166"/>
                    <a:pt x="132" y="5199"/>
                  </a:cubicBezTo>
                  <a:cubicBezTo>
                    <a:pt x="207" y="5222"/>
                    <a:pt x="280" y="5233"/>
                    <a:pt x="350" y="5233"/>
                  </a:cubicBezTo>
                  <a:cubicBezTo>
                    <a:pt x="769" y="5233"/>
                    <a:pt x="1099" y="4851"/>
                    <a:pt x="1380" y="4541"/>
                  </a:cubicBezTo>
                  <a:cubicBezTo>
                    <a:pt x="2530" y="3325"/>
                    <a:pt x="3286" y="1781"/>
                    <a:pt x="3582" y="138"/>
                  </a:cubicBezTo>
                  <a:cubicBezTo>
                    <a:pt x="3602" y="57"/>
                    <a:pt x="3535" y="1"/>
                    <a:pt x="34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3" name="Google Shape;3929;p30"/>
            <p:cNvSpPr/>
            <p:nvPr/>
          </p:nvSpPr>
          <p:spPr>
            <a:xfrm>
              <a:off x="1661400" y="4559040"/>
              <a:ext cx="11160" cy="6624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461" h="2668">
                  <a:moveTo>
                    <a:pt x="296" y="0"/>
                  </a:moveTo>
                  <a:cubicBezTo>
                    <a:pt x="247" y="0"/>
                    <a:pt x="197" y="33"/>
                    <a:pt x="197" y="99"/>
                  </a:cubicBezTo>
                  <a:cubicBezTo>
                    <a:pt x="263" y="920"/>
                    <a:pt x="197" y="1742"/>
                    <a:pt x="0" y="2530"/>
                  </a:cubicBezTo>
                  <a:cubicBezTo>
                    <a:pt x="0" y="2612"/>
                    <a:pt x="63" y="2668"/>
                    <a:pt x="119" y="2668"/>
                  </a:cubicBezTo>
                  <a:cubicBezTo>
                    <a:pt x="153" y="2668"/>
                    <a:pt x="185" y="2646"/>
                    <a:pt x="197" y="2596"/>
                  </a:cubicBezTo>
                  <a:cubicBezTo>
                    <a:pt x="427" y="1775"/>
                    <a:pt x="460" y="953"/>
                    <a:pt x="394" y="99"/>
                  </a:cubicBezTo>
                  <a:cubicBezTo>
                    <a:pt x="394" y="33"/>
                    <a:pt x="345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120" bIns="33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4" name="Google Shape;3930;p30"/>
            <p:cNvSpPr/>
            <p:nvPr/>
          </p:nvSpPr>
          <p:spPr>
            <a:xfrm>
              <a:off x="1564200" y="4847760"/>
              <a:ext cx="75600" cy="3132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3043" h="1263">
                  <a:moveTo>
                    <a:pt x="164" y="1"/>
                  </a:moveTo>
                  <a:cubicBezTo>
                    <a:pt x="62" y="1"/>
                    <a:pt x="0" y="155"/>
                    <a:pt x="85" y="211"/>
                  </a:cubicBezTo>
                  <a:cubicBezTo>
                    <a:pt x="940" y="770"/>
                    <a:pt x="1860" y="1098"/>
                    <a:pt x="2846" y="1263"/>
                  </a:cubicBezTo>
                  <a:cubicBezTo>
                    <a:pt x="2977" y="1263"/>
                    <a:pt x="3043" y="1066"/>
                    <a:pt x="2911" y="1066"/>
                  </a:cubicBezTo>
                  <a:cubicBezTo>
                    <a:pt x="1925" y="934"/>
                    <a:pt x="1005" y="573"/>
                    <a:pt x="217" y="14"/>
                  </a:cubicBezTo>
                  <a:cubicBezTo>
                    <a:pt x="198" y="5"/>
                    <a:pt x="181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5" name="Google Shape;3931;p30"/>
            <p:cNvSpPr/>
            <p:nvPr/>
          </p:nvSpPr>
          <p:spPr>
            <a:xfrm>
              <a:off x="1605240" y="4827240"/>
              <a:ext cx="49320" cy="205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990" h="838">
                  <a:moveTo>
                    <a:pt x="154" y="0"/>
                  </a:moveTo>
                  <a:cubicBezTo>
                    <a:pt x="57" y="0"/>
                    <a:pt x="1" y="125"/>
                    <a:pt x="83" y="180"/>
                  </a:cubicBezTo>
                  <a:lnTo>
                    <a:pt x="116" y="180"/>
                  </a:lnTo>
                  <a:cubicBezTo>
                    <a:pt x="609" y="574"/>
                    <a:pt x="1201" y="771"/>
                    <a:pt x="1858" y="837"/>
                  </a:cubicBezTo>
                  <a:cubicBezTo>
                    <a:pt x="1989" y="837"/>
                    <a:pt x="1956" y="640"/>
                    <a:pt x="1858" y="640"/>
                  </a:cubicBezTo>
                  <a:cubicBezTo>
                    <a:pt x="1233" y="574"/>
                    <a:pt x="675" y="377"/>
                    <a:pt x="215" y="16"/>
                  </a:cubicBezTo>
                  <a:cubicBezTo>
                    <a:pt x="194" y="5"/>
                    <a:pt x="173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6" name="Google Shape;3932;p30"/>
            <p:cNvSpPr/>
            <p:nvPr/>
          </p:nvSpPr>
          <p:spPr>
            <a:xfrm>
              <a:off x="1644480" y="4819320"/>
              <a:ext cx="39600" cy="684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601" h="287">
                  <a:moveTo>
                    <a:pt x="158" y="0"/>
                  </a:moveTo>
                  <a:cubicBezTo>
                    <a:pt x="47" y="0"/>
                    <a:pt x="0" y="171"/>
                    <a:pt x="121" y="201"/>
                  </a:cubicBezTo>
                  <a:cubicBezTo>
                    <a:pt x="413" y="264"/>
                    <a:pt x="705" y="286"/>
                    <a:pt x="996" y="286"/>
                  </a:cubicBezTo>
                  <a:cubicBezTo>
                    <a:pt x="1165" y="286"/>
                    <a:pt x="1333" y="279"/>
                    <a:pt x="1502" y="267"/>
                  </a:cubicBezTo>
                  <a:cubicBezTo>
                    <a:pt x="1567" y="267"/>
                    <a:pt x="1600" y="201"/>
                    <a:pt x="1600" y="168"/>
                  </a:cubicBezTo>
                  <a:cubicBezTo>
                    <a:pt x="1600" y="115"/>
                    <a:pt x="1578" y="61"/>
                    <a:pt x="1534" y="61"/>
                  </a:cubicBezTo>
                  <a:cubicBezTo>
                    <a:pt x="1525" y="61"/>
                    <a:pt x="1514" y="64"/>
                    <a:pt x="1502" y="70"/>
                  </a:cubicBezTo>
                  <a:cubicBezTo>
                    <a:pt x="1387" y="78"/>
                    <a:pt x="1270" y="83"/>
                    <a:pt x="1152" y="83"/>
                  </a:cubicBezTo>
                  <a:cubicBezTo>
                    <a:pt x="830" y="83"/>
                    <a:pt x="500" y="52"/>
                    <a:pt x="187" y="4"/>
                  </a:cubicBezTo>
                  <a:cubicBezTo>
                    <a:pt x="177" y="1"/>
                    <a:pt x="167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7" name="Google Shape;3933;p30"/>
            <p:cNvSpPr/>
            <p:nvPr/>
          </p:nvSpPr>
          <p:spPr>
            <a:xfrm>
              <a:off x="1775520" y="4767120"/>
              <a:ext cx="45000" cy="6840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816" h="2749">
                  <a:moveTo>
                    <a:pt x="1713" y="1"/>
                  </a:moveTo>
                  <a:cubicBezTo>
                    <a:pt x="1673" y="1"/>
                    <a:pt x="1633" y="27"/>
                    <a:pt x="1619" y="84"/>
                  </a:cubicBezTo>
                  <a:cubicBezTo>
                    <a:pt x="1323" y="1037"/>
                    <a:pt x="797" y="1892"/>
                    <a:pt x="74" y="2582"/>
                  </a:cubicBezTo>
                  <a:cubicBezTo>
                    <a:pt x="0" y="2656"/>
                    <a:pt x="74" y="2748"/>
                    <a:pt x="144" y="2748"/>
                  </a:cubicBezTo>
                  <a:cubicBezTo>
                    <a:pt x="167" y="2748"/>
                    <a:pt x="189" y="2738"/>
                    <a:pt x="206" y="2713"/>
                  </a:cubicBezTo>
                  <a:cubicBezTo>
                    <a:pt x="962" y="2023"/>
                    <a:pt x="1520" y="1103"/>
                    <a:pt x="1816" y="117"/>
                  </a:cubicBezTo>
                  <a:cubicBezTo>
                    <a:pt x="1816" y="43"/>
                    <a:pt x="1764" y="1"/>
                    <a:pt x="171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8" name="Google Shape;3934;p30"/>
            <p:cNvSpPr/>
            <p:nvPr/>
          </p:nvSpPr>
          <p:spPr>
            <a:xfrm>
              <a:off x="1778400" y="4461480"/>
              <a:ext cx="54720" cy="709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2206" h="2850">
                  <a:moveTo>
                    <a:pt x="134" y="0"/>
                  </a:moveTo>
                  <a:cubicBezTo>
                    <a:pt x="56" y="0"/>
                    <a:pt x="0" y="125"/>
                    <a:pt x="83" y="180"/>
                  </a:cubicBezTo>
                  <a:cubicBezTo>
                    <a:pt x="970" y="837"/>
                    <a:pt x="1660" y="1724"/>
                    <a:pt x="1989" y="2776"/>
                  </a:cubicBezTo>
                  <a:cubicBezTo>
                    <a:pt x="2002" y="2829"/>
                    <a:pt x="2041" y="2850"/>
                    <a:pt x="2082" y="2850"/>
                  </a:cubicBezTo>
                  <a:cubicBezTo>
                    <a:pt x="2142" y="2850"/>
                    <a:pt x="2206" y="2802"/>
                    <a:pt x="2186" y="2743"/>
                  </a:cubicBezTo>
                  <a:cubicBezTo>
                    <a:pt x="1857" y="1626"/>
                    <a:pt x="1134" y="673"/>
                    <a:pt x="181" y="16"/>
                  </a:cubicBezTo>
                  <a:cubicBezTo>
                    <a:pt x="165" y="5"/>
                    <a:pt x="150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9" name="Google Shape;3935;p30"/>
            <p:cNvSpPr/>
            <p:nvPr/>
          </p:nvSpPr>
          <p:spPr>
            <a:xfrm>
              <a:off x="1812240" y="4445640"/>
              <a:ext cx="34560" cy="4860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1394" h="1959">
                  <a:moveTo>
                    <a:pt x="159" y="1"/>
                  </a:moveTo>
                  <a:cubicBezTo>
                    <a:pt x="83" y="1"/>
                    <a:pt x="0" y="86"/>
                    <a:pt x="46" y="155"/>
                  </a:cubicBezTo>
                  <a:lnTo>
                    <a:pt x="1163" y="1896"/>
                  </a:lnTo>
                  <a:cubicBezTo>
                    <a:pt x="1185" y="1940"/>
                    <a:pt x="1222" y="1958"/>
                    <a:pt x="1257" y="1958"/>
                  </a:cubicBezTo>
                  <a:cubicBezTo>
                    <a:pt x="1328" y="1958"/>
                    <a:pt x="1393" y="1885"/>
                    <a:pt x="1328" y="1798"/>
                  </a:cubicBezTo>
                  <a:lnTo>
                    <a:pt x="243" y="56"/>
                  </a:lnTo>
                  <a:cubicBezTo>
                    <a:pt x="224" y="17"/>
                    <a:pt x="192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0" name="Google Shape;3936;p30"/>
            <p:cNvSpPr/>
            <p:nvPr/>
          </p:nvSpPr>
          <p:spPr>
            <a:xfrm>
              <a:off x="1829520" y="4428720"/>
              <a:ext cx="63360" cy="1062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2552" h="4256">
                  <a:moveTo>
                    <a:pt x="137" y="0"/>
                  </a:moveTo>
                  <a:cubicBezTo>
                    <a:pt x="69" y="0"/>
                    <a:pt x="1" y="70"/>
                    <a:pt x="47" y="140"/>
                  </a:cubicBezTo>
                  <a:cubicBezTo>
                    <a:pt x="967" y="1388"/>
                    <a:pt x="1723" y="2769"/>
                    <a:pt x="2315" y="4182"/>
                  </a:cubicBezTo>
                  <a:cubicBezTo>
                    <a:pt x="2341" y="4234"/>
                    <a:pt x="2388" y="4255"/>
                    <a:pt x="2431" y="4255"/>
                  </a:cubicBezTo>
                  <a:cubicBezTo>
                    <a:pt x="2496" y="4255"/>
                    <a:pt x="2551" y="4208"/>
                    <a:pt x="2512" y="4149"/>
                  </a:cubicBezTo>
                  <a:cubicBezTo>
                    <a:pt x="1920" y="2703"/>
                    <a:pt x="1132" y="1323"/>
                    <a:pt x="212" y="41"/>
                  </a:cubicBezTo>
                  <a:cubicBezTo>
                    <a:pt x="192" y="12"/>
                    <a:pt x="16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1" name="Google Shape;3937;p30"/>
            <p:cNvSpPr/>
            <p:nvPr/>
          </p:nvSpPr>
          <p:spPr>
            <a:xfrm>
              <a:off x="1845360" y="4618080"/>
              <a:ext cx="42480" cy="9720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1718" h="3905">
                  <a:moveTo>
                    <a:pt x="1429" y="1"/>
                  </a:moveTo>
                  <a:cubicBezTo>
                    <a:pt x="1368" y="1"/>
                    <a:pt x="1303" y="44"/>
                    <a:pt x="1323" y="124"/>
                  </a:cubicBezTo>
                  <a:cubicBezTo>
                    <a:pt x="1487" y="1471"/>
                    <a:pt x="1027" y="2785"/>
                    <a:pt x="74" y="3738"/>
                  </a:cubicBezTo>
                  <a:cubicBezTo>
                    <a:pt x="1" y="3812"/>
                    <a:pt x="74" y="3905"/>
                    <a:pt x="158" y="3905"/>
                  </a:cubicBezTo>
                  <a:cubicBezTo>
                    <a:pt x="185" y="3905"/>
                    <a:pt x="214" y="3894"/>
                    <a:pt x="239" y="3870"/>
                  </a:cubicBezTo>
                  <a:cubicBezTo>
                    <a:pt x="1225" y="2884"/>
                    <a:pt x="1718" y="1471"/>
                    <a:pt x="1520" y="58"/>
                  </a:cubicBezTo>
                  <a:cubicBezTo>
                    <a:pt x="1507" y="19"/>
                    <a:pt x="1469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600" bIns="48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2" name="Google Shape;3938;p30"/>
            <p:cNvSpPr/>
            <p:nvPr/>
          </p:nvSpPr>
          <p:spPr>
            <a:xfrm>
              <a:off x="1901520" y="4561200"/>
              <a:ext cx="7200" cy="925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6" h="3715">
                  <a:moveTo>
                    <a:pt x="148" y="1"/>
                  </a:moveTo>
                  <a:cubicBezTo>
                    <a:pt x="91" y="1"/>
                    <a:pt x="33" y="34"/>
                    <a:pt x="33" y="99"/>
                  </a:cubicBezTo>
                  <a:cubicBezTo>
                    <a:pt x="99" y="1282"/>
                    <a:pt x="66" y="2432"/>
                    <a:pt x="0" y="3615"/>
                  </a:cubicBezTo>
                  <a:cubicBezTo>
                    <a:pt x="0" y="3681"/>
                    <a:pt x="50" y="3714"/>
                    <a:pt x="99" y="3714"/>
                  </a:cubicBezTo>
                  <a:cubicBezTo>
                    <a:pt x="148" y="3714"/>
                    <a:pt x="197" y="3681"/>
                    <a:pt x="197" y="3615"/>
                  </a:cubicBezTo>
                  <a:cubicBezTo>
                    <a:pt x="296" y="2432"/>
                    <a:pt x="296" y="1282"/>
                    <a:pt x="263" y="99"/>
                  </a:cubicBezTo>
                  <a:cubicBezTo>
                    <a:pt x="263" y="34"/>
                    <a:pt x="206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3" name="Google Shape;3939;p30"/>
            <p:cNvSpPr/>
            <p:nvPr/>
          </p:nvSpPr>
          <p:spPr>
            <a:xfrm>
              <a:off x="1444320" y="4098960"/>
              <a:ext cx="123120" cy="4320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4938" h="1742">
                  <a:moveTo>
                    <a:pt x="3675" y="1"/>
                  </a:moveTo>
                  <a:cubicBezTo>
                    <a:pt x="2314" y="1"/>
                    <a:pt x="1001" y="546"/>
                    <a:pt x="50" y="1575"/>
                  </a:cubicBezTo>
                  <a:cubicBezTo>
                    <a:pt x="1" y="1649"/>
                    <a:pt x="62" y="1741"/>
                    <a:pt x="138" y="1741"/>
                  </a:cubicBezTo>
                  <a:cubicBezTo>
                    <a:pt x="163" y="1741"/>
                    <a:pt x="190" y="1731"/>
                    <a:pt x="214" y="1706"/>
                  </a:cubicBezTo>
                  <a:cubicBezTo>
                    <a:pt x="1099" y="745"/>
                    <a:pt x="2334" y="213"/>
                    <a:pt x="3605" y="213"/>
                  </a:cubicBezTo>
                  <a:cubicBezTo>
                    <a:pt x="3986" y="213"/>
                    <a:pt x="4370" y="260"/>
                    <a:pt x="4749" y="359"/>
                  </a:cubicBezTo>
                  <a:cubicBezTo>
                    <a:pt x="4758" y="361"/>
                    <a:pt x="4766" y="362"/>
                    <a:pt x="4774" y="362"/>
                  </a:cubicBezTo>
                  <a:cubicBezTo>
                    <a:pt x="4888" y="362"/>
                    <a:pt x="4937" y="160"/>
                    <a:pt x="4815" y="129"/>
                  </a:cubicBezTo>
                  <a:cubicBezTo>
                    <a:pt x="4435" y="43"/>
                    <a:pt x="4053" y="1"/>
                    <a:pt x="36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4" name="Google Shape;3940;p30"/>
            <p:cNvSpPr/>
            <p:nvPr/>
          </p:nvSpPr>
          <p:spPr>
            <a:xfrm>
              <a:off x="1619280" y="4127040"/>
              <a:ext cx="78480" cy="82080"/>
            </a:xfrm>
            <a:custGeom>
              <a:avLst/>
              <a:gdLst>
                <a:gd name="textAreaLeft" fmla="*/ 0 w 78480"/>
                <a:gd name="textAreaRight" fmla="*/ 78840 w 7848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148" h="3292">
                  <a:moveTo>
                    <a:pt x="150" y="0"/>
                  </a:moveTo>
                  <a:cubicBezTo>
                    <a:pt x="52" y="0"/>
                    <a:pt x="0" y="130"/>
                    <a:pt x="111" y="213"/>
                  </a:cubicBezTo>
                  <a:cubicBezTo>
                    <a:pt x="1294" y="936"/>
                    <a:pt x="2280" y="1987"/>
                    <a:pt x="2937" y="3236"/>
                  </a:cubicBezTo>
                  <a:cubicBezTo>
                    <a:pt x="2957" y="3275"/>
                    <a:pt x="2985" y="3291"/>
                    <a:pt x="3014" y="3291"/>
                  </a:cubicBezTo>
                  <a:cubicBezTo>
                    <a:pt x="3081" y="3291"/>
                    <a:pt x="3147" y="3206"/>
                    <a:pt x="3101" y="3137"/>
                  </a:cubicBezTo>
                  <a:cubicBezTo>
                    <a:pt x="2444" y="1856"/>
                    <a:pt x="1425" y="771"/>
                    <a:pt x="209" y="16"/>
                  </a:cubicBezTo>
                  <a:cubicBezTo>
                    <a:pt x="188" y="5"/>
                    <a:pt x="168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5" name="Google Shape;3941;p30"/>
            <p:cNvSpPr/>
            <p:nvPr/>
          </p:nvSpPr>
          <p:spPr>
            <a:xfrm>
              <a:off x="1722600" y="4224960"/>
              <a:ext cx="41400" cy="1591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1667" h="6376">
                  <a:moveTo>
                    <a:pt x="145" y="1"/>
                  </a:moveTo>
                  <a:cubicBezTo>
                    <a:pt x="76" y="1"/>
                    <a:pt x="0" y="71"/>
                    <a:pt x="24" y="140"/>
                  </a:cubicBezTo>
                  <a:cubicBezTo>
                    <a:pt x="944" y="2079"/>
                    <a:pt x="1437" y="4149"/>
                    <a:pt x="1469" y="6252"/>
                  </a:cubicBezTo>
                  <a:cubicBezTo>
                    <a:pt x="1469" y="6335"/>
                    <a:pt x="1519" y="6376"/>
                    <a:pt x="1568" y="6376"/>
                  </a:cubicBezTo>
                  <a:cubicBezTo>
                    <a:pt x="1617" y="6376"/>
                    <a:pt x="1667" y="6335"/>
                    <a:pt x="1667" y="6252"/>
                  </a:cubicBezTo>
                  <a:cubicBezTo>
                    <a:pt x="1634" y="4116"/>
                    <a:pt x="1141" y="1981"/>
                    <a:pt x="221" y="42"/>
                  </a:cubicBezTo>
                  <a:cubicBezTo>
                    <a:pt x="202" y="13"/>
                    <a:pt x="174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6" name="Google Shape;3942;p30"/>
            <p:cNvSpPr/>
            <p:nvPr/>
          </p:nvSpPr>
          <p:spPr>
            <a:xfrm>
              <a:off x="1705680" y="4279680"/>
              <a:ext cx="25560" cy="9648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1033" h="3874">
                  <a:moveTo>
                    <a:pt x="159" y="0"/>
                  </a:moveTo>
                  <a:cubicBezTo>
                    <a:pt x="83" y="0"/>
                    <a:pt x="0" y="85"/>
                    <a:pt x="46" y="154"/>
                  </a:cubicBezTo>
                  <a:cubicBezTo>
                    <a:pt x="638" y="1238"/>
                    <a:pt x="835" y="2520"/>
                    <a:pt x="638" y="3736"/>
                  </a:cubicBezTo>
                  <a:cubicBezTo>
                    <a:pt x="618" y="3817"/>
                    <a:pt x="685" y="3873"/>
                    <a:pt x="747" y="3873"/>
                  </a:cubicBezTo>
                  <a:cubicBezTo>
                    <a:pt x="786" y="3873"/>
                    <a:pt x="822" y="3852"/>
                    <a:pt x="835" y="3802"/>
                  </a:cubicBezTo>
                  <a:cubicBezTo>
                    <a:pt x="1032" y="2520"/>
                    <a:pt x="835" y="1206"/>
                    <a:pt x="244" y="55"/>
                  </a:cubicBezTo>
                  <a:cubicBezTo>
                    <a:pt x="224" y="16"/>
                    <a:pt x="19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7" name="Google Shape;3943;p30"/>
            <p:cNvSpPr/>
            <p:nvPr/>
          </p:nvSpPr>
          <p:spPr>
            <a:xfrm>
              <a:off x="1762920" y="4255920"/>
              <a:ext cx="26280" cy="11016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1066" h="4426">
                  <a:moveTo>
                    <a:pt x="148" y="0"/>
                  </a:moveTo>
                  <a:cubicBezTo>
                    <a:pt x="83" y="0"/>
                    <a:pt x="1" y="85"/>
                    <a:pt x="47" y="154"/>
                  </a:cubicBezTo>
                  <a:cubicBezTo>
                    <a:pt x="605" y="1468"/>
                    <a:pt x="868" y="2881"/>
                    <a:pt x="770" y="4327"/>
                  </a:cubicBezTo>
                  <a:cubicBezTo>
                    <a:pt x="770" y="4393"/>
                    <a:pt x="819" y="4426"/>
                    <a:pt x="868" y="4426"/>
                  </a:cubicBezTo>
                  <a:cubicBezTo>
                    <a:pt x="917" y="4426"/>
                    <a:pt x="967" y="4393"/>
                    <a:pt x="967" y="4327"/>
                  </a:cubicBezTo>
                  <a:cubicBezTo>
                    <a:pt x="1065" y="2849"/>
                    <a:pt x="802" y="1403"/>
                    <a:pt x="211" y="55"/>
                  </a:cubicBezTo>
                  <a:cubicBezTo>
                    <a:pt x="201" y="16"/>
                    <a:pt x="176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88" name="Google Shape;3944;p30"/>
          <p:cNvGrpSpPr/>
          <p:nvPr/>
        </p:nvGrpSpPr>
        <p:grpSpPr>
          <a:xfrm>
            <a:off x="8039880" y="-189000"/>
            <a:ext cx="1258560" cy="2265120"/>
            <a:chOff x="8039880" y="-189000"/>
            <a:chExt cx="1258560" cy="2265120"/>
          </a:xfrm>
        </p:grpSpPr>
        <p:sp>
          <p:nvSpPr>
            <p:cNvPr id="3289" name="Google Shape;3945;p30"/>
            <p:cNvSpPr/>
            <p:nvPr/>
          </p:nvSpPr>
          <p:spPr>
            <a:xfrm>
              <a:off x="8822880" y="1679400"/>
              <a:ext cx="475560" cy="396720"/>
            </a:xfrm>
            <a:custGeom>
              <a:avLst/>
              <a:gdLst>
                <a:gd name="textAreaLeft" fmla="*/ 0 w 475560"/>
                <a:gd name="textAreaRight" fmla="*/ 475920 w 47556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19038" h="15878">
                  <a:moveTo>
                    <a:pt x="1827" y="1"/>
                  </a:moveTo>
                  <a:cubicBezTo>
                    <a:pt x="1794" y="1"/>
                    <a:pt x="1762" y="16"/>
                    <a:pt x="1742" y="56"/>
                  </a:cubicBezTo>
                  <a:cubicBezTo>
                    <a:pt x="1" y="3703"/>
                    <a:pt x="724" y="8205"/>
                    <a:pt x="3254" y="11327"/>
                  </a:cubicBezTo>
                  <a:cubicBezTo>
                    <a:pt x="5712" y="14221"/>
                    <a:pt x="9291" y="15877"/>
                    <a:pt x="13040" y="15877"/>
                  </a:cubicBezTo>
                  <a:cubicBezTo>
                    <a:pt x="13250" y="15877"/>
                    <a:pt x="13460" y="15872"/>
                    <a:pt x="13671" y="15862"/>
                  </a:cubicBezTo>
                  <a:cubicBezTo>
                    <a:pt x="15675" y="15763"/>
                    <a:pt x="17745" y="15040"/>
                    <a:pt x="18994" y="13364"/>
                  </a:cubicBezTo>
                  <a:cubicBezTo>
                    <a:pt x="19038" y="13277"/>
                    <a:pt x="18979" y="13204"/>
                    <a:pt x="18906" y="13204"/>
                  </a:cubicBezTo>
                  <a:cubicBezTo>
                    <a:pt x="18870" y="13204"/>
                    <a:pt x="18830" y="13222"/>
                    <a:pt x="18797" y="13266"/>
                  </a:cubicBezTo>
                  <a:lnTo>
                    <a:pt x="18797" y="13233"/>
                  </a:lnTo>
                  <a:cubicBezTo>
                    <a:pt x="17713" y="14712"/>
                    <a:pt x="15905" y="15435"/>
                    <a:pt x="14098" y="15599"/>
                  </a:cubicBezTo>
                  <a:cubicBezTo>
                    <a:pt x="13741" y="15631"/>
                    <a:pt x="13384" y="15647"/>
                    <a:pt x="13026" y="15647"/>
                  </a:cubicBezTo>
                  <a:cubicBezTo>
                    <a:pt x="11537" y="15647"/>
                    <a:pt x="10047" y="15373"/>
                    <a:pt x="8643" y="14843"/>
                  </a:cubicBezTo>
                  <a:cubicBezTo>
                    <a:pt x="6836" y="14186"/>
                    <a:pt x="5193" y="13102"/>
                    <a:pt x="3878" y="11721"/>
                  </a:cubicBezTo>
                  <a:cubicBezTo>
                    <a:pt x="2564" y="10276"/>
                    <a:pt x="1644" y="8534"/>
                    <a:pt x="1250" y="6628"/>
                  </a:cubicBezTo>
                  <a:cubicBezTo>
                    <a:pt x="757" y="4459"/>
                    <a:pt x="987" y="2192"/>
                    <a:pt x="1940" y="155"/>
                  </a:cubicBezTo>
                  <a:cubicBezTo>
                    <a:pt x="1986" y="86"/>
                    <a:pt x="1903" y="1"/>
                    <a:pt x="182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0" name="Google Shape;3946;p30"/>
            <p:cNvSpPr/>
            <p:nvPr/>
          </p:nvSpPr>
          <p:spPr>
            <a:xfrm>
              <a:off x="8584560" y="1218240"/>
              <a:ext cx="561240" cy="446760"/>
            </a:xfrm>
            <a:custGeom>
              <a:avLst/>
              <a:gdLst>
                <a:gd name="textAreaLeft" fmla="*/ 0 w 561240"/>
                <a:gd name="textAreaRight" fmla="*/ 561600 w 561240"/>
                <a:gd name="textAreaTop" fmla="*/ 0 h 446760"/>
                <a:gd name="textAreaBottom" fmla="*/ 447120 h 446760"/>
              </a:gdLst>
              <a:ahLst/>
              <a:cxnLst/>
              <a:rect l="textAreaLeft" t="textAreaTop" r="textAreaRight" b="textAreaBottom"/>
              <a:pathLst>
                <a:path w="22459" h="17878">
                  <a:moveTo>
                    <a:pt x="1638" y="0"/>
                  </a:moveTo>
                  <a:cubicBezTo>
                    <a:pt x="1606" y="0"/>
                    <a:pt x="1573" y="13"/>
                    <a:pt x="1545" y="41"/>
                  </a:cubicBezTo>
                  <a:cubicBezTo>
                    <a:pt x="165" y="1881"/>
                    <a:pt x="0" y="4247"/>
                    <a:pt x="460" y="6415"/>
                  </a:cubicBezTo>
                  <a:cubicBezTo>
                    <a:pt x="953" y="8650"/>
                    <a:pt x="2005" y="10720"/>
                    <a:pt x="3484" y="12495"/>
                  </a:cubicBezTo>
                  <a:cubicBezTo>
                    <a:pt x="6183" y="15734"/>
                    <a:pt x="10114" y="17878"/>
                    <a:pt x="14327" y="17878"/>
                  </a:cubicBezTo>
                  <a:cubicBezTo>
                    <a:pt x="14730" y="17878"/>
                    <a:pt x="15136" y="17858"/>
                    <a:pt x="15543" y="17818"/>
                  </a:cubicBezTo>
                  <a:cubicBezTo>
                    <a:pt x="18106" y="17588"/>
                    <a:pt x="20505" y="16536"/>
                    <a:pt x="22378" y="14828"/>
                  </a:cubicBezTo>
                  <a:cubicBezTo>
                    <a:pt x="22458" y="14748"/>
                    <a:pt x="22387" y="14646"/>
                    <a:pt x="22304" y="14646"/>
                  </a:cubicBezTo>
                  <a:cubicBezTo>
                    <a:pt x="22285" y="14646"/>
                    <a:pt x="22265" y="14651"/>
                    <a:pt x="22247" y="14663"/>
                  </a:cubicBezTo>
                  <a:cubicBezTo>
                    <a:pt x="20081" y="16679"/>
                    <a:pt x="17173" y="17673"/>
                    <a:pt x="14264" y="17673"/>
                  </a:cubicBezTo>
                  <a:cubicBezTo>
                    <a:pt x="12715" y="17673"/>
                    <a:pt x="11165" y="17392"/>
                    <a:pt x="9727" y="16832"/>
                  </a:cubicBezTo>
                  <a:cubicBezTo>
                    <a:pt x="5521" y="15091"/>
                    <a:pt x="2268" y="11607"/>
                    <a:pt x="888" y="7303"/>
                  </a:cubicBezTo>
                  <a:cubicBezTo>
                    <a:pt x="165" y="4937"/>
                    <a:pt x="165" y="2209"/>
                    <a:pt x="1742" y="172"/>
                  </a:cubicBezTo>
                  <a:cubicBezTo>
                    <a:pt x="1789" y="78"/>
                    <a:pt x="1718" y="0"/>
                    <a:pt x="163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1" name="Google Shape;3947;p30"/>
            <p:cNvSpPr/>
            <p:nvPr/>
          </p:nvSpPr>
          <p:spPr>
            <a:xfrm>
              <a:off x="8183520" y="1022400"/>
              <a:ext cx="425160" cy="424800"/>
            </a:xfrm>
            <a:custGeom>
              <a:avLst/>
              <a:gdLst>
                <a:gd name="textAreaLeft" fmla="*/ 0 w 425160"/>
                <a:gd name="textAreaRight" fmla="*/ 425520 w 425160"/>
                <a:gd name="textAreaTop" fmla="*/ 0 h 424800"/>
                <a:gd name="textAreaBottom" fmla="*/ 425160 h 424800"/>
              </a:gdLst>
              <a:ahLst/>
              <a:cxnLst/>
              <a:rect l="textAreaLeft" t="textAreaTop" r="textAreaRight" b="textAreaBottom"/>
              <a:pathLst>
                <a:path w="17023" h="17003">
                  <a:moveTo>
                    <a:pt x="3755" y="1"/>
                  </a:moveTo>
                  <a:cubicBezTo>
                    <a:pt x="3741" y="1"/>
                    <a:pt x="3728" y="5"/>
                    <a:pt x="3714" y="14"/>
                  </a:cubicBezTo>
                  <a:cubicBezTo>
                    <a:pt x="2892" y="375"/>
                    <a:pt x="2137" y="868"/>
                    <a:pt x="1447" y="1460"/>
                  </a:cubicBezTo>
                  <a:cubicBezTo>
                    <a:pt x="822" y="2051"/>
                    <a:pt x="395" y="2906"/>
                    <a:pt x="296" y="3793"/>
                  </a:cubicBezTo>
                  <a:cubicBezTo>
                    <a:pt x="1" y="5830"/>
                    <a:pt x="526" y="7933"/>
                    <a:pt x="1414" y="9741"/>
                  </a:cubicBezTo>
                  <a:cubicBezTo>
                    <a:pt x="3122" y="13224"/>
                    <a:pt x="6277" y="15754"/>
                    <a:pt x="10056" y="16641"/>
                  </a:cubicBezTo>
                  <a:cubicBezTo>
                    <a:pt x="11041" y="16884"/>
                    <a:pt x="12045" y="17003"/>
                    <a:pt x="13048" y="17003"/>
                  </a:cubicBezTo>
                  <a:cubicBezTo>
                    <a:pt x="14354" y="17003"/>
                    <a:pt x="15660" y="16801"/>
                    <a:pt x="16924" y="16411"/>
                  </a:cubicBezTo>
                  <a:cubicBezTo>
                    <a:pt x="17022" y="16378"/>
                    <a:pt x="16989" y="16214"/>
                    <a:pt x="16858" y="16214"/>
                  </a:cubicBezTo>
                  <a:cubicBezTo>
                    <a:pt x="15588" y="16618"/>
                    <a:pt x="14293" y="16812"/>
                    <a:pt x="13015" y="16812"/>
                  </a:cubicBezTo>
                  <a:cubicBezTo>
                    <a:pt x="8573" y="16812"/>
                    <a:pt x="4335" y="14470"/>
                    <a:pt x="2038" y="10463"/>
                  </a:cubicBezTo>
                  <a:cubicBezTo>
                    <a:pt x="986" y="8755"/>
                    <a:pt x="428" y="6816"/>
                    <a:pt x="428" y="4844"/>
                  </a:cubicBezTo>
                  <a:cubicBezTo>
                    <a:pt x="428" y="3727"/>
                    <a:pt x="625" y="2643"/>
                    <a:pt x="1381" y="1788"/>
                  </a:cubicBezTo>
                  <a:cubicBezTo>
                    <a:pt x="2104" y="1131"/>
                    <a:pt x="2925" y="573"/>
                    <a:pt x="3812" y="211"/>
                  </a:cubicBezTo>
                  <a:cubicBezTo>
                    <a:pt x="3897" y="155"/>
                    <a:pt x="3836" y="1"/>
                    <a:pt x="375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2" name="Google Shape;3948;p30"/>
            <p:cNvSpPr/>
            <p:nvPr/>
          </p:nvSpPr>
          <p:spPr>
            <a:xfrm>
              <a:off x="8039880" y="619200"/>
              <a:ext cx="345240" cy="41220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412200"/>
                <a:gd name="textAreaBottom" fmla="*/ 412560 h 412200"/>
              </a:gdLst>
              <a:ahLst/>
              <a:cxnLst/>
              <a:rect l="textAreaLeft" t="textAreaTop" r="textAreaRight" b="textAreaBottom"/>
              <a:pathLst>
                <a:path w="13825" h="16501">
                  <a:moveTo>
                    <a:pt x="10821" y="1"/>
                  </a:moveTo>
                  <a:cubicBezTo>
                    <a:pt x="9256" y="1"/>
                    <a:pt x="7695" y="293"/>
                    <a:pt x="6211" y="863"/>
                  </a:cubicBezTo>
                  <a:cubicBezTo>
                    <a:pt x="4075" y="1717"/>
                    <a:pt x="2333" y="3295"/>
                    <a:pt x="1249" y="5332"/>
                  </a:cubicBezTo>
                  <a:cubicBezTo>
                    <a:pt x="197" y="7238"/>
                    <a:pt x="0" y="9505"/>
                    <a:pt x="690" y="11575"/>
                  </a:cubicBezTo>
                  <a:cubicBezTo>
                    <a:pt x="1347" y="13646"/>
                    <a:pt x="2892" y="15289"/>
                    <a:pt x="4929" y="16044"/>
                  </a:cubicBezTo>
                  <a:cubicBezTo>
                    <a:pt x="5837" y="16369"/>
                    <a:pt x="6773" y="16501"/>
                    <a:pt x="7715" y="16501"/>
                  </a:cubicBezTo>
                  <a:cubicBezTo>
                    <a:pt x="9639" y="16501"/>
                    <a:pt x="11588" y="15950"/>
                    <a:pt x="13374" y="15354"/>
                  </a:cubicBezTo>
                  <a:cubicBezTo>
                    <a:pt x="13489" y="15325"/>
                    <a:pt x="13478" y="15145"/>
                    <a:pt x="13386" y="15145"/>
                  </a:cubicBezTo>
                  <a:cubicBezTo>
                    <a:pt x="13372" y="15145"/>
                    <a:pt x="13358" y="15149"/>
                    <a:pt x="13341" y="15157"/>
                  </a:cubicBezTo>
                  <a:cubicBezTo>
                    <a:pt x="11540" y="15741"/>
                    <a:pt x="9602" y="16304"/>
                    <a:pt x="7678" y="16304"/>
                  </a:cubicBezTo>
                  <a:cubicBezTo>
                    <a:pt x="7110" y="16304"/>
                    <a:pt x="6543" y="16255"/>
                    <a:pt x="5981" y="16143"/>
                  </a:cubicBezTo>
                  <a:cubicBezTo>
                    <a:pt x="3812" y="15683"/>
                    <a:pt x="2005" y="14204"/>
                    <a:pt x="1150" y="12200"/>
                  </a:cubicBezTo>
                  <a:cubicBezTo>
                    <a:pt x="263" y="10228"/>
                    <a:pt x="263" y="7994"/>
                    <a:pt x="1150" y="6022"/>
                  </a:cubicBezTo>
                  <a:cubicBezTo>
                    <a:pt x="2037" y="4017"/>
                    <a:pt x="3582" y="2374"/>
                    <a:pt x="5554" y="1389"/>
                  </a:cubicBezTo>
                  <a:cubicBezTo>
                    <a:pt x="7206" y="595"/>
                    <a:pt x="8999" y="193"/>
                    <a:pt x="10803" y="193"/>
                  </a:cubicBezTo>
                  <a:cubicBezTo>
                    <a:pt x="11762" y="193"/>
                    <a:pt x="12724" y="306"/>
                    <a:pt x="13670" y="534"/>
                  </a:cubicBezTo>
                  <a:cubicBezTo>
                    <a:pt x="13680" y="537"/>
                    <a:pt x="13690" y="538"/>
                    <a:pt x="13698" y="538"/>
                  </a:cubicBezTo>
                  <a:cubicBezTo>
                    <a:pt x="13805" y="538"/>
                    <a:pt x="13824" y="367"/>
                    <a:pt x="13703" y="337"/>
                  </a:cubicBezTo>
                  <a:cubicBezTo>
                    <a:pt x="12751" y="112"/>
                    <a:pt x="11785" y="1"/>
                    <a:pt x="1082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3" name="Google Shape;3949;p30"/>
            <p:cNvSpPr/>
            <p:nvPr/>
          </p:nvSpPr>
          <p:spPr>
            <a:xfrm>
              <a:off x="8305200" y="293760"/>
              <a:ext cx="415440" cy="323640"/>
            </a:xfrm>
            <a:custGeom>
              <a:avLst/>
              <a:gdLst>
                <a:gd name="textAreaLeft" fmla="*/ 0 w 415440"/>
                <a:gd name="textAreaRight" fmla="*/ 415800 w 41544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6629" h="12965">
                  <a:moveTo>
                    <a:pt x="7612" y="0"/>
                  </a:moveTo>
                  <a:cubicBezTo>
                    <a:pt x="6875" y="0"/>
                    <a:pt x="6138" y="136"/>
                    <a:pt x="5456" y="379"/>
                  </a:cubicBezTo>
                  <a:cubicBezTo>
                    <a:pt x="4503" y="774"/>
                    <a:pt x="3648" y="1365"/>
                    <a:pt x="2991" y="2154"/>
                  </a:cubicBezTo>
                  <a:cubicBezTo>
                    <a:pt x="2268" y="2975"/>
                    <a:pt x="1677" y="3862"/>
                    <a:pt x="1184" y="4848"/>
                  </a:cubicBezTo>
                  <a:cubicBezTo>
                    <a:pt x="625" y="5867"/>
                    <a:pt x="264" y="6984"/>
                    <a:pt x="132" y="8134"/>
                  </a:cubicBezTo>
                  <a:cubicBezTo>
                    <a:pt x="1" y="9252"/>
                    <a:pt x="264" y="10402"/>
                    <a:pt x="855" y="11322"/>
                  </a:cubicBezTo>
                  <a:cubicBezTo>
                    <a:pt x="1414" y="12209"/>
                    <a:pt x="2301" y="12800"/>
                    <a:pt x="3320" y="12965"/>
                  </a:cubicBezTo>
                  <a:cubicBezTo>
                    <a:pt x="3418" y="12965"/>
                    <a:pt x="3484" y="12800"/>
                    <a:pt x="3353" y="12768"/>
                  </a:cubicBezTo>
                  <a:cubicBezTo>
                    <a:pt x="1414" y="12505"/>
                    <a:pt x="297" y="10500"/>
                    <a:pt x="297" y="8693"/>
                  </a:cubicBezTo>
                  <a:cubicBezTo>
                    <a:pt x="362" y="7543"/>
                    <a:pt x="658" y="6393"/>
                    <a:pt x="1184" y="5374"/>
                  </a:cubicBezTo>
                  <a:cubicBezTo>
                    <a:pt x="1611" y="4421"/>
                    <a:pt x="2170" y="3501"/>
                    <a:pt x="2827" y="2680"/>
                  </a:cubicBezTo>
                  <a:cubicBezTo>
                    <a:pt x="3418" y="1858"/>
                    <a:pt x="4207" y="1201"/>
                    <a:pt x="5094" y="774"/>
                  </a:cubicBezTo>
                  <a:cubicBezTo>
                    <a:pt x="5870" y="400"/>
                    <a:pt x="6695" y="203"/>
                    <a:pt x="7549" y="203"/>
                  </a:cubicBezTo>
                  <a:cubicBezTo>
                    <a:pt x="7672" y="203"/>
                    <a:pt x="7796" y="207"/>
                    <a:pt x="7920" y="215"/>
                  </a:cubicBezTo>
                  <a:cubicBezTo>
                    <a:pt x="9892" y="314"/>
                    <a:pt x="11765" y="1168"/>
                    <a:pt x="13178" y="2581"/>
                  </a:cubicBezTo>
                  <a:cubicBezTo>
                    <a:pt x="14755" y="4191"/>
                    <a:pt x="15774" y="6294"/>
                    <a:pt x="16431" y="8430"/>
                  </a:cubicBezTo>
                  <a:cubicBezTo>
                    <a:pt x="16444" y="8483"/>
                    <a:pt x="16478" y="8504"/>
                    <a:pt x="16515" y="8504"/>
                  </a:cubicBezTo>
                  <a:cubicBezTo>
                    <a:pt x="16569" y="8504"/>
                    <a:pt x="16628" y="8456"/>
                    <a:pt x="16628" y="8397"/>
                  </a:cubicBezTo>
                  <a:cubicBezTo>
                    <a:pt x="16037" y="6327"/>
                    <a:pt x="15051" y="4454"/>
                    <a:pt x="13671" y="2844"/>
                  </a:cubicBezTo>
                  <a:cubicBezTo>
                    <a:pt x="12324" y="1267"/>
                    <a:pt x="10418" y="281"/>
                    <a:pt x="8380" y="51"/>
                  </a:cubicBezTo>
                  <a:cubicBezTo>
                    <a:pt x="8126" y="17"/>
                    <a:pt x="7869" y="0"/>
                    <a:pt x="761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4" name="Google Shape;3950;p30"/>
            <p:cNvSpPr/>
            <p:nvPr/>
          </p:nvSpPr>
          <p:spPr>
            <a:xfrm>
              <a:off x="8696160" y="501120"/>
              <a:ext cx="556200" cy="581760"/>
            </a:xfrm>
            <a:custGeom>
              <a:avLst/>
              <a:gdLst>
                <a:gd name="textAreaLeft" fmla="*/ 0 w 556200"/>
                <a:gd name="textAreaRight" fmla="*/ 556560 w 556200"/>
                <a:gd name="textAreaTop" fmla="*/ 0 h 581760"/>
                <a:gd name="textAreaBottom" fmla="*/ 582120 h 581760"/>
              </a:gdLst>
              <a:ahLst/>
              <a:cxnLst/>
              <a:rect l="textAreaLeft" t="textAreaTop" r="textAreaRight" b="textAreaBottom"/>
              <a:pathLst>
                <a:path w="22266" h="23285">
                  <a:moveTo>
                    <a:pt x="10820" y="0"/>
                  </a:moveTo>
                  <a:cubicBezTo>
                    <a:pt x="9674" y="0"/>
                    <a:pt x="8514" y="216"/>
                    <a:pt x="7460" y="664"/>
                  </a:cubicBezTo>
                  <a:cubicBezTo>
                    <a:pt x="4732" y="1781"/>
                    <a:pt x="2564" y="3950"/>
                    <a:pt x="1446" y="6710"/>
                  </a:cubicBezTo>
                  <a:cubicBezTo>
                    <a:pt x="296" y="9536"/>
                    <a:pt x="0" y="12658"/>
                    <a:pt x="625" y="15681"/>
                  </a:cubicBezTo>
                  <a:cubicBezTo>
                    <a:pt x="1118" y="18343"/>
                    <a:pt x="2366" y="20971"/>
                    <a:pt x="4535" y="22680"/>
                  </a:cubicBezTo>
                  <a:cubicBezTo>
                    <a:pt x="4831" y="22877"/>
                    <a:pt x="5127" y="23075"/>
                    <a:pt x="5422" y="23272"/>
                  </a:cubicBezTo>
                  <a:cubicBezTo>
                    <a:pt x="5441" y="23281"/>
                    <a:pt x="5458" y="23285"/>
                    <a:pt x="5475" y="23285"/>
                  </a:cubicBezTo>
                  <a:cubicBezTo>
                    <a:pt x="5577" y="23285"/>
                    <a:pt x="5634" y="23131"/>
                    <a:pt x="5521" y="23075"/>
                  </a:cubicBezTo>
                  <a:cubicBezTo>
                    <a:pt x="3155" y="21694"/>
                    <a:pt x="1709" y="19197"/>
                    <a:pt x="1019" y="16568"/>
                  </a:cubicBezTo>
                  <a:cubicBezTo>
                    <a:pt x="263" y="13677"/>
                    <a:pt x="329" y="10653"/>
                    <a:pt x="1249" y="7795"/>
                  </a:cubicBezTo>
                  <a:cubicBezTo>
                    <a:pt x="2103" y="5001"/>
                    <a:pt x="4042" y="2635"/>
                    <a:pt x="6671" y="1222"/>
                  </a:cubicBezTo>
                  <a:cubicBezTo>
                    <a:pt x="7920" y="565"/>
                    <a:pt x="9333" y="204"/>
                    <a:pt x="10779" y="204"/>
                  </a:cubicBezTo>
                  <a:cubicBezTo>
                    <a:pt x="12159" y="237"/>
                    <a:pt x="13539" y="565"/>
                    <a:pt x="14788" y="1190"/>
                  </a:cubicBezTo>
                  <a:cubicBezTo>
                    <a:pt x="17383" y="2405"/>
                    <a:pt x="19454" y="4508"/>
                    <a:pt x="21360" y="6579"/>
                  </a:cubicBezTo>
                  <a:lnTo>
                    <a:pt x="22050" y="7367"/>
                  </a:lnTo>
                  <a:cubicBezTo>
                    <a:pt x="22071" y="7389"/>
                    <a:pt x="22094" y="7398"/>
                    <a:pt x="22116" y="7398"/>
                  </a:cubicBezTo>
                  <a:cubicBezTo>
                    <a:pt x="22196" y="7398"/>
                    <a:pt x="22265" y="7280"/>
                    <a:pt x="22214" y="7203"/>
                  </a:cubicBezTo>
                  <a:cubicBezTo>
                    <a:pt x="20242" y="5034"/>
                    <a:pt x="18172" y="2800"/>
                    <a:pt x="15609" y="1354"/>
                  </a:cubicBezTo>
                  <a:cubicBezTo>
                    <a:pt x="14393" y="664"/>
                    <a:pt x="13046" y="204"/>
                    <a:pt x="11666" y="39"/>
                  </a:cubicBezTo>
                  <a:cubicBezTo>
                    <a:pt x="11386" y="13"/>
                    <a:pt x="11104" y="0"/>
                    <a:pt x="1082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5" name="Google Shape;3951;p30"/>
            <p:cNvSpPr/>
            <p:nvPr/>
          </p:nvSpPr>
          <p:spPr>
            <a:xfrm>
              <a:off x="8643600" y="34920"/>
              <a:ext cx="460440" cy="486720"/>
            </a:xfrm>
            <a:custGeom>
              <a:avLst/>
              <a:gdLst>
                <a:gd name="textAreaLeft" fmla="*/ 0 w 460440"/>
                <a:gd name="textAreaRight" fmla="*/ 460800 w 460440"/>
                <a:gd name="textAreaTop" fmla="*/ 0 h 486720"/>
                <a:gd name="textAreaBottom" fmla="*/ 487080 h 486720"/>
              </a:gdLst>
              <a:ahLst/>
              <a:cxnLst/>
              <a:rect l="textAreaLeft" t="textAreaTop" r="textAreaRight" b="textAreaBottom"/>
              <a:pathLst>
                <a:path w="18425" h="19485">
                  <a:moveTo>
                    <a:pt x="13865" y="0"/>
                  </a:moveTo>
                  <a:cubicBezTo>
                    <a:pt x="10577" y="0"/>
                    <a:pt x="7306" y="928"/>
                    <a:pt x="4732" y="3050"/>
                  </a:cubicBezTo>
                  <a:cubicBezTo>
                    <a:pt x="3089" y="4397"/>
                    <a:pt x="1808" y="6172"/>
                    <a:pt x="1085" y="8176"/>
                  </a:cubicBezTo>
                  <a:cubicBezTo>
                    <a:pt x="395" y="10115"/>
                    <a:pt x="362" y="12284"/>
                    <a:pt x="986" y="14255"/>
                  </a:cubicBezTo>
                  <a:cubicBezTo>
                    <a:pt x="1611" y="16457"/>
                    <a:pt x="3089" y="18330"/>
                    <a:pt x="5061" y="19480"/>
                  </a:cubicBezTo>
                  <a:cubicBezTo>
                    <a:pt x="5073" y="19483"/>
                    <a:pt x="5084" y="19484"/>
                    <a:pt x="5095" y="19484"/>
                  </a:cubicBezTo>
                  <a:cubicBezTo>
                    <a:pt x="5208" y="19484"/>
                    <a:pt x="5279" y="19343"/>
                    <a:pt x="5159" y="19283"/>
                  </a:cubicBezTo>
                  <a:cubicBezTo>
                    <a:pt x="1578" y="17311"/>
                    <a:pt x="0" y="12744"/>
                    <a:pt x="1085" y="8866"/>
                  </a:cubicBezTo>
                  <a:cubicBezTo>
                    <a:pt x="2268" y="4660"/>
                    <a:pt x="5981" y="1604"/>
                    <a:pt x="10154" y="618"/>
                  </a:cubicBezTo>
                  <a:cubicBezTo>
                    <a:pt x="11385" y="330"/>
                    <a:pt x="12645" y="188"/>
                    <a:pt x="13906" y="188"/>
                  </a:cubicBezTo>
                  <a:cubicBezTo>
                    <a:pt x="15372" y="188"/>
                    <a:pt x="16840" y="379"/>
                    <a:pt x="18271" y="750"/>
                  </a:cubicBezTo>
                  <a:cubicBezTo>
                    <a:pt x="18281" y="752"/>
                    <a:pt x="18290" y="753"/>
                    <a:pt x="18299" y="753"/>
                  </a:cubicBezTo>
                  <a:cubicBezTo>
                    <a:pt x="18406" y="753"/>
                    <a:pt x="18425" y="583"/>
                    <a:pt x="18304" y="553"/>
                  </a:cubicBezTo>
                  <a:cubicBezTo>
                    <a:pt x="16864" y="193"/>
                    <a:pt x="15363" y="0"/>
                    <a:pt x="1386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6" name="Google Shape;3952;p30"/>
            <p:cNvSpPr/>
            <p:nvPr/>
          </p:nvSpPr>
          <p:spPr>
            <a:xfrm>
              <a:off x="8454600" y="15120"/>
              <a:ext cx="363600" cy="28152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4565" h="11282">
                  <a:moveTo>
                    <a:pt x="7978" y="1"/>
                  </a:moveTo>
                  <a:cubicBezTo>
                    <a:pt x="6861" y="1"/>
                    <a:pt x="5743" y="203"/>
                    <a:pt x="4667" y="655"/>
                  </a:cubicBezTo>
                  <a:cubicBezTo>
                    <a:pt x="3254" y="1213"/>
                    <a:pt x="2071" y="2232"/>
                    <a:pt x="1249" y="3513"/>
                  </a:cubicBezTo>
                  <a:cubicBezTo>
                    <a:pt x="526" y="4729"/>
                    <a:pt x="263" y="6175"/>
                    <a:pt x="526" y="7555"/>
                  </a:cubicBezTo>
                  <a:cubicBezTo>
                    <a:pt x="756" y="9100"/>
                    <a:pt x="1676" y="10447"/>
                    <a:pt x="2991" y="11268"/>
                  </a:cubicBezTo>
                  <a:cubicBezTo>
                    <a:pt x="3009" y="11278"/>
                    <a:pt x="3027" y="11282"/>
                    <a:pt x="3043" y="11282"/>
                  </a:cubicBezTo>
                  <a:cubicBezTo>
                    <a:pt x="3145" y="11282"/>
                    <a:pt x="3202" y="11128"/>
                    <a:pt x="3089" y="11071"/>
                  </a:cubicBezTo>
                  <a:lnTo>
                    <a:pt x="3089" y="11071"/>
                  </a:lnTo>
                  <a:lnTo>
                    <a:pt x="3089" y="11104"/>
                  </a:lnTo>
                  <a:cubicBezTo>
                    <a:pt x="691" y="9724"/>
                    <a:pt x="1" y="6372"/>
                    <a:pt x="1249" y="3973"/>
                  </a:cubicBezTo>
                  <a:cubicBezTo>
                    <a:pt x="2529" y="1473"/>
                    <a:pt x="5347" y="186"/>
                    <a:pt x="8089" y="186"/>
                  </a:cubicBezTo>
                  <a:cubicBezTo>
                    <a:pt x="8374" y="186"/>
                    <a:pt x="8657" y="200"/>
                    <a:pt x="8939" y="227"/>
                  </a:cubicBezTo>
                  <a:cubicBezTo>
                    <a:pt x="10910" y="490"/>
                    <a:pt x="12750" y="1180"/>
                    <a:pt x="14360" y="2298"/>
                  </a:cubicBezTo>
                  <a:cubicBezTo>
                    <a:pt x="14386" y="2317"/>
                    <a:pt x="14410" y="2325"/>
                    <a:pt x="14432" y="2325"/>
                  </a:cubicBezTo>
                  <a:cubicBezTo>
                    <a:pt x="14521" y="2325"/>
                    <a:pt x="14565" y="2186"/>
                    <a:pt x="14459" y="2133"/>
                  </a:cubicBezTo>
                  <a:cubicBezTo>
                    <a:pt x="12559" y="852"/>
                    <a:pt x="10272" y="1"/>
                    <a:pt x="7978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7" name="Google Shape;3953;p30"/>
            <p:cNvSpPr/>
            <p:nvPr/>
          </p:nvSpPr>
          <p:spPr>
            <a:xfrm>
              <a:off x="8942040" y="-189000"/>
              <a:ext cx="332280" cy="223560"/>
            </a:xfrm>
            <a:custGeom>
              <a:avLst/>
              <a:gdLst>
                <a:gd name="textAreaLeft" fmla="*/ 0 w 332280"/>
                <a:gd name="textAreaRight" fmla="*/ 332640 w 332280"/>
                <a:gd name="textAreaTop" fmla="*/ 0 h 223560"/>
                <a:gd name="textAreaBottom" fmla="*/ 223920 h 223560"/>
              </a:gdLst>
              <a:ahLst/>
              <a:cxnLst/>
              <a:rect l="textAreaLeft" t="textAreaTop" r="textAreaRight" b="textAreaBottom"/>
              <a:pathLst>
                <a:path w="13309" h="8954">
                  <a:moveTo>
                    <a:pt x="13178" y="0"/>
                  </a:moveTo>
                  <a:cubicBezTo>
                    <a:pt x="10647" y="230"/>
                    <a:pt x="8051" y="526"/>
                    <a:pt x="5653" y="1413"/>
                  </a:cubicBezTo>
                  <a:cubicBezTo>
                    <a:pt x="4502" y="1840"/>
                    <a:pt x="3385" y="2399"/>
                    <a:pt x="2399" y="3155"/>
                  </a:cubicBezTo>
                  <a:cubicBezTo>
                    <a:pt x="1479" y="3878"/>
                    <a:pt x="592" y="4798"/>
                    <a:pt x="296" y="5981"/>
                  </a:cubicBezTo>
                  <a:cubicBezTo>
                    <a:pt x="1" y="7065"/>
                    <a:pt x="428" y="8248"/>
                    <a:pt x="1348" y="8938"/>
                  </a:cubicBezTo>
                  <a:cubicBezTo>
                    <a:pt x="1369" y="8948"/>
                    <a:pt x="1389" y="8953"/>
                    <a:pt x="1407" y="8953"/>
                  </a:cubicBezTo>
                  <a:cubicBezTo>
                    <a:pt x="1505" y="8953"/>
                    <a:pt x="1557" y="8824"/>
                    <a:pt x="1446" y="8741"/>
                  </a:cubicBezTo>
                  <a:cubicBezTo>
                    <a:pt x="592" y="8116"/>
                    <a:pt x="198" y="6999"/>
                    <a:pt x="526" y="5948"/>
                  </a:cubicBezTo>
                  <a:cubicBezTo>
                    <a:pt x="822" y="4798"/>
                    <a:pt x="1709" y="3910"/>
                    <a:pt x="2629" y="3220"/>
                  </a:cubicBezTo>
                  <a:cubicBezTo>
                    <a:pt x="4535" y="1840"/>
                    <a:pt x="6836" y="1117"/>
                    <a:pt x="9136" y="690"/>
                  </a:cubicBezTo>
                  <a:cubicBezTo>
                    <a:pt x="10483" y="460"/>
                    <a:pt x="11830" y="329"/>
                    <a:pt x="13178" y="197"/>
                  </a:cubicBezTo>
                  <a:cubicBezTo>
                    <a:pt x="13309" y="197"/>
                    <a:pt x="13309" y="0"/>
                    <a:pt x="1317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8" name="Google Shape;3954;p30"/>
            <p:cNvSpPr/>
            <p:nvPr/>
          </p:nvSpPr>
          <p:spPr>
            <a:xfrm>
              <a:off x="8867880" y="1673640"/>
              <a:ext cx="33120" cy="16416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1337" h="6578">
                  <a:moveTo>
                    <a:pt x="1205" y="1"/>
                  </a:moveTo>
                  <a:cubicBezTo>
                    <a:pt x="1172" y="1"/>
                    <a:pt x="1139" y="19"/>
                    <a:pt x="1117" y="63"/>
                  </a:cubicBezTo>
                  <a:cubicBezTo>
                    <a:pt x="66" y="2067"/>
                    <a:pt x="0" y="4466"/>
                    <a:pt x="953" y="6536"/>
                  </a:cubicBezTo>
                  <a:cubicBezTo>
                    <a:pt x="963" y="6565"/>
                    <a:pt x="987" y="6577"/>
                    <a:pt x="1014" y="6577"/>
                  </a:cubicBezTo>
                  <a:cubicBezTo>
                    <a:pt x="1079" y="6577"/>
                    <a:pt x="1164" y="6508"/>
                    <a:pt x="1117" y="6438"/>
                  </a:cubicBezTo>
                  <a:cubicBezTo>
                    <a:pt x="230" y="4401"/>
                    <a:pt x="296" y="2100"/>
                    <a:pt x="1315" y="162"/>
                  </a:cubicBezTo>
                  <a:cubicBezTo>
                    <a:pt x="1337" y="74"/>
                    <a:pt x="1271" y="1"/>
                    <a:pt x="120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9" name="Google Shape;3955;p30"/>
            <p:cNvSpPr/>
            <p:nvPr/>
          </p:nvSpPr>
          <p:spPr>
            <a:xfrm>
              <a:off x="8974440" y="1949040"/>
              <a:ext cx="235080" cy="83880"/>
            </a:xfrm>
            <a:custGeom>
              <a:avLst/>
              <a:gdLst>
                <a:gd name="textAreaLeft" fmla="*/ 0 w 235080"/>
                <a:gd name="textAreaRight" fmla="*/ 235440 w 235080"/>
                <a:gd name="textAreaTop" fmla="*/ 0 h 83880"/>
                <a:gd name="textAreaBottom" fmla="*/ 84240 h 83880"/>
              </a:gdLst>
              <a:ahLst/>
              <a:cxnLst/>
              <a:rect l="textAreaLeft" t="textAreaTop" r="textAreaRight" b="textAreaBottom"/>
              <a:pathLst>
                <a:path w="9413" h="3366">
                  <a:moveTo>
                    <a:pt x="149" y="1"/>
                  </a:moveTo>
                  <a:cubicBezTo>
                    <a:pt x="83" y="1"/>
                    <a:pt x="1" y="86"/>
                    <a:pt x="47" y="155"/>
                  </a:cubicBezTo>
                  <a:cubicBezTo>
                    <a:pt x="376" y="812"/>
                    <a:pt x="901" y="1371"/>
                    <a:pt x="1558" y="1732"/>
                  </a:cubicBezTo>
                  <a:cubicBezTo>
                    <a:pt x="2314" y="2159"/>
                    <a:pt x="3103" y="2488"/>
                    <a:pt x="3924" y="2751"/>
                  </a:cubicBezTo>
                  <a:cubicBezTo>
                    <a:pt x="5266" y="3156"/>
                    <a:pt x="6647" y="3366"/>
                    <a:pt x="8036" y="3366"/>
                  </a:cubicBezTo>
                  <a:cubicBezTo>
                    <a:pt x="8450" y="3366"/>
                    <a:pt x="8866" y="3347"/>
                    <a:pt x="9281" y="3309"/>
                  </a:cubicBezTo>
                  <a:cubicBezTo>
                    <a:pt x="9412" y="3309"/>
                    <a:pt x="9412" y="3079"/>
                    <a:pt x="9281" y="3079"/>
                  </a:cubicBezTo>
                  <a:cubicBezTo>
                    <a:pt x="8815" y="3133"/>
                    <a:pt x="8346" y="3160"/>
                    <a:pt x="7877" y="3160"/>
                  </a:cubicBezTo>
                  <a:cubicBezTo>
                    <a:pt x="6627" y="3160"/>
                    <a:pt x="5373" y="2969"/>
                    <a:pt x="4154" y="2586"/>
                  </a:cubicBezTo>
                  <a:cubicBezTo>
                    <a:pt x="3333" y="2356"/>
                    <a:pt x="2544" y="2028"/>
                    <a:pt x="1788" y="1633"/>
                  </a:cubicBezTo>
                  <a:cubicBezTo>
                    <a:pt x="1098" y="1272"/>
                    <a:pt x="540" y="713"/>
                    <a:pt x="211" y="56"/>
                  </a:cubicBezTo>
                  <a:cubicBezTo>
                    <a:pt x="201" y="17"/>
                    <a:pt x="177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120" bIns="42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0" name="Google Shape;3956;p30"/>
            <p:cNvSpPr/>
            <p:nvPr/>
          </p:nvSpPr>
          <p:spPr>
            <a:xfrm>
              <a:off x="9036000" y="1974960"/>
              <a:ext cx="163800" cy="3420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6563" h="1385">
                  <a:moveTo>
                    <a:pt x="133" y="0"/>
                  </a:moveTo>
                  <a:cubicBezTo>
                    <a:pt x="48" y="0"/>
                    <a:pt x="1" y="173"/>
                    <a:pt x="122" y="234"/>
                  </a:cubicBezTo>
                  <a:cubicBezTo>
                    <a:pt x="2127" y="924"/>
                    <a:pt x="4263" y="1318"/>
                    <a:pt x="6431" y="1384"/>
                  </a:cubicBezTo>
                  <a:cubicBezTo>
                    <a:pt x="6563" y="1384"/>
                    <a:pt x="6563" y="1187"/>
                    <a:pt x="6431" y="1187"/>
                  </a:cubicBezTo>
                  <a:cubicBezTo>
                    <a:pt x="4295" y="1121"/>
                    <a:pt x="2159" y="727"/>
                    <a:pt x="155" y="4"/>
                  </a:cubicBezTo>
                  <a:cubicBezTo>
                    <a:pt x="148" y="1"/>
                    <a:pt x="14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1" name="Google Shape;3957;p30"/>
            <p:cNvSpPr/>
            <p:nvPr/>
          </p:nvSpPr>
          <p:spPr>
            <a:xfrm>
              <a:off x="9061560" y="1957320"/>
              <a:ext cx="129960" cy="24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5209" h="1001">
                  <a:moveTo>
                    <a:pt x="114" y="0"/>
                  </a:moveTo>
                  <a:cubicBezTo>
                    <a:pt x="37" y="0"/>
                    <a:pt x="1" y="180"/>
                    <a:pt x="116" y="209"/>
                  </a:cubicBezTo>
                  <a:cubicBezTo>
                    <a:pt x="1411" y="749"/>
                    <a:pt x="2795" y="1000"/>
                    <a:pt x="4176" y="1000"/>
                  </a:cubicBezTo>
                  <a:cubicBezTo>
                    <a:pt x="4477" y="1000"/>
                    <a:pt x="4778" y="988"/>
                    <a:pt x="5078" y="965"/>
                  </a:cubicBezTo>
                  <a:cubicBezTo>
                    <a:pt x="5200" y="965"/>
                    <a:pt x="5209" y="764"/>
                    <a:pt x="5102" y="764"/>
                  </a:cubicBezTo>
                  <a:cubicBezTo>
                    <a:pt x="5095" y="764"/>
                    <a:pt x="5086" y="766"/>
                    <a:pt x="5078" y="768"/>
                  </a:cubicBezTo>
                  <a:cubicBezTo>
                    <a:pt x="4796" y="790"/>
                    <a:pt x="4515" y="801"/>
                    <a:pt x="4234" y="801"/>
                  </a:cubicBezTo>
                  <a:cubicBezTo>
                    <a:pt x="2842" y="801"/>
                    <a:pt x="1461" y="531"/>
                    <a:pt x="149" y="12"/>
                  </a:cubicBezTo>
                  <a:cubicBezTo>
                    <a:pt x="136" y="4"/>
                    <a:pt x="125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2" name="Google Shape;3958;p30"/>
            <p:cNvSpPr/>
            <p:nvPr/>
          </p:nvSpPr>
          <p:spPr>
            <a:xfrm>
              <a:off x="8913960" y="1740960"/>
              <a:ext cx="28440" cy="12996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1158" h="5218">
                  <a:moveTo>
                    <a:pt x="99" y="1"/>
                  </a:moveTo>
                  <a:cubicBezTo>
                    <a:pt x="50" y="1"/>
                    <a:pt x="0" y="34"/>
                    <a:pt x="0" y="99"/>
                  </a:cubicBezTo>
                  <a:cubicBezTo>
                    <a:pt x="99" y="1808"/>
                    <a:pt x="395" y="3517"/>
                    <a:pt x="920" y="5160"/>
                  </a:cubicBezTo>
                  <a:cubicBezTo>
                    <a:pt x="933" y="5199"/>
                    <a:pt x="977" y="5217"/>
                    <a:pt x="1021" y="5217"/>
                  </a:cubicBezTo>
                  <a:cubicBezTo>
                    <a:pt x="1089" y="5217"/>
                    <a:pt x="1157" y="5174"/>
                    <a:pt x="1118" y="5094"/>
                  </a:cubicBezTo>
                  <a:cubicBezTo>
                    <a:pt x="625" y="3484"/>
                    <a:pt x="296" y="1775"/>
                    <a:pt x="198" y="99"/>
                  </a:cubicBezTo>
                  <a:cubicBezTo>
                    <a:pt x="198" y="34"/>
                    <a:pt x="148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3" name="Google Shape;3959;p30"/>
            <p:cNvSpPr/>
            <p:nvPr/>
          </p:nvSpPr>
          <p:spPr>
            <a:xfrm>
              <a:off x="8647920" y="1373400"/>
              <a:ext cx="117720" cy="172080"/>
            </a:xfrm>
            <a:custGeom>
              <a:avLst/>
              <a:gdLst>
                <a:gd name="textAreaLeft" fmla="*/ 0 w 117720"/>
                <a:gd name="textAreaRight" fmla="*/ 118080 w 117720"/>
                <a:gd name="textAreaTop" fmla="*/ 0 h 172080"/>
                <a:gd name="textAreaBottom" fmla="*/ 172440 h 172080"/>
              </a:gdLst>
              <a:ahLst/>
              <a:cxnLst/>
              <a:rect l="textAreaLeft" t="textAreaTop" r="textAreaRight" b="textAreaBottom"/>
              <a:pathLst>
                <a:path w="4717" h="6892">
                  <a:moveTo>
                    <a:pt x="380" y="0"/>
                  </a:moveTo>
                  <a:cubicBezTo>
                    <a:pt x="337" y="0"/>
                    <a:pt x="290" y="21"/>
                    <a:pt x="264" y="74"/>
                  </a:cubicBezTo>
                  <a:cubicBezTo>
                    <a:pt x="1" y="731"/>
                    <a:pt x="362" y="1454"/>
                    <a:pt x="625" y="2046"/>
                  </a:cubicBezTo>
                  <a:cubicBezTo>
                    <a:pt x="921" y="2703"/>
                    <a:pt x="1282" y="3327"/>
                    <a:pt x="1677" y="3886"/>
                  </a:cubicBezTo>
                  <a:cubicBezTo>
                    <a:pt x="2432" y="5036"/>
                    <a:pt x="3418" y="6055"/>
                    <a:pt x="4535" y="6876"/>
                  </a:cubicBezTo>
                  <a:cubicBezTo>
                    <a:pt x="4551" y="6887"/>
                    <a:pt x="4567" y="6891"/>
                    <a:pt x="4582" y="6891"/>
                  </a:cubicBezTo>
                  <a:cubicBezTo>
                    <a:pt x="4660" y="6891"/>
                    <a:pt x="4717" y="6762"/>
                    <a:pt x="4634" y="6679"/>
                  </a:cubicBezTo>
                  <a:cubicBezTo>
                    <a:pt x="3582" y="5890"/>
                    <a:pt x="2662" y="4937"/>
                    <a:pt x="1907" y="3853"/>
                  </a:cubicBezTo>
                  <a:cubicBezTo>
                    <a:pt x="1545" y="3327"/>
                    <a:pt x="1217" y="2801"/>
                    <a:pt x="954" y="2210"/>
                  </a:cubicBezTo>
                  <a:cubicBezTo>
                    <a:pt x="658" y="1618"/>
                    <a:pt x="198" y="797"/>
                    <a:pt x="461" y="107"/>
                  </a:cubicBezTo>
                  <a:cubicBezTo>
                    <a:pt x="500" y="48"/>
                    <a:pt x="445" y="0"/>
                    <a:pt x="38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040" bIns="86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4" name="Google Shape;3960;p30"/>
            <p:cNvSpPr/>
            <p:nvPr/>
          </p:nvSpPr>
          <p:spPr>
            <a:xfrm>
              <a:off x="8673480" y="1402200"/>
              <a:ext cx="68760" cy="9180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91800"/>
                <a:gd name="textAreaBottom" fmla="*/ 92160 h 91800"/>
              </a:gdLst>
              <a:ahLst/>
              <a:cxnLst/>
              <a:rect l="textAreaLeft" t="textAreaTop" r="textAreaRight" b="textAreaBottom"/>
              <a:pathLst>
                <a:path w="2760" h="3687">
                  <a:moveTo>
                    <a:pt x="124" y="0"/>
                  </a:moveTo>
                  <a:cubicBezTo>
                    <a:pt x="64" y="0"/>
                    <a:pt x="0" y="48"/>
                    <a:pt x="20" y="107"/>
                  </a:cubicBezTo>
                  <a:lnTo>
                    <a:pt x="20" y="140"/>
                  </a:lnTo>
                  <a:cubicBezTo>
                    <a:pt x="579" y="1487"/>
                    <a:pt x="1433" y="2703"/>
                    <a:pt x="2550" y="3656"/>
                  </a:cubicBezTo>
                  <a:cubicBezTo>
                    <a:pt x="2572" y="3677"/>
                    <a:pt x="2595" y="3686"/>
                    <a:pt x="2617" y="3686"/>
                  </a:cubicBezTo>
                  <a:cubicBezTo>
                    <a:pt x="2695" y="3686"/>
                    <a:pt x="2759" y="3569"/>
                    <a:pt x="2682" y="3492"/>
                  </a:cubicBezTo>
                  <a:cubicBezTo>
                    <a:pt x="1630" y="2571"/>
                    <a:pt x="776" y="1388"/>
                    <a:pt x="217" y="74"/>
                  </a:cubicBezTo>
                  <a:cubicBezTo>
                    <a:pt x="204" y="22"/>
                    <a:pt x="165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5" name="Google Shape;3961;p30"/>
            <p:cNvSpPr/>
            <p:nvPr/>
          </p:nvSpPr>
          <p:spPr>
            <a:xfrm>
              <a:off x="8699400" y="1415160"/>
              <a:ext cx="43920" cy="4500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1770" h="1816">
                  <a:moveTo>
                    <a:pt x="160" y="1"/>
                  </a:moveTo>
                  <a:cubicBezTo>
                    <a:pt x="83" y="1"/>
                    <a:pt x="1" y="86"/>
                    <a:pt x="47" y="155"/>
                  </a:cubicBezTo>
                  <a:cubicBezTo>
                    <a:pt x="474" y="746"/>
                    <a:pt x="967" y="1305"/>
                    <a:pt x="1525" y="1798"/>
                  </a:cubicBezTo>
                  <a:cubicBezTo>
                    <a:pt x="1544" y="1810"/>
                    <a:pt x="1565" y="1815"/>
                    <a:pt x="1586" y="1815"/>
                  </a:cubicBezTo>
                  <a:cubicBezTo>
                    <a:pt x="1676" y="1815"/>
                    <a:pt x="1770" y="1713"/>
                    <a:pt x="1690" y="1633"/>
                  </a:cubicBezTo>
                  <a:cubicBezTo>
                    <a:pt x="1131" y="1173"/>
                    <a:pt x="638" y="615"/>
                    <a:pt x="244" y="56"/>
                  </a:cubicBezTo>
                  <a:cubicBezTo>
                    <a:pt x="224" y="16"/>
                    <a:pt x="192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6" name="Google Shape;3962;p30"/>
            <p:cNvSpPr/>
            <p:nvPr/>
          </p:nvSpPr>
          <p:spPr>
            <a:xfrm>
              <a:off x="8890200" y="1540440"/>
              <a:ext cx="214560" cy="5904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8591" h="2369">
                  <a:moveTo>
                    <a:pt x="8469" y="1"/>
                  </a:moveTo>
                  <a:cubicBezTo>
                    <a:pt x="8451" y="1"/>
                    <a:pt x="8432" y="9"/>
                    <a:pt x="8413" y="28"/>
                  </a:cubicBezTo>
                  <a:cubicBezTo>
                    <a:pt x="6213" y="1435"/>
                    <a:pt x="3674" y="2163"/>
                    <a:pt x="1074" y="2163"/>
                  </a:cubicBezTo>
                  <a:cubicBezTo>
                    <a:pt x="761" y="2163"/>
                    <a:pt x="446" y="2152"/>
                    <a:pt x="132" y="2131"/>
                  </a:cubicBezTo>
                  <a:cubicBezTo>
                    <a:pt x="0" y="2131"/>
                    <a:pt x="0" y="2328"/>
                    <a:pt x="132" y="2328"/>
                  </a:cubicBezTo>
                  <a:cubicBezTo>
                    <a:pt x="480" y="2355"/>
                    <a:pt x="827" y="2368"/>
                    <a:pt x="1173" y="2368"/>
                  </a:cubicBezTo>
                  <a:cubicBezTo>
                    <a:pt x="3771" y="2368"/>
                    <a:pt x="6308" y="1613"/>
                    <a:pt x="8511" y="192"/>
                  </a:cubicBezTo>
                  <a:cubicBezTo>
                    <a:pt x="8591" y="139"/>
                    <a:pt x="8542" y="1"/>
                    <a:pt x="846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520" bIns="29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7" name="Google Shape;3963;p30"/>
            <p:cNvSpPr/>
            <p:nvPr/>
          </p:nvSpPr>
          <p:spPr>
            <a:xfrm>
              <a:off x="8944560" y="1523520"/>
              <a:ext cx="154440" cy="41760"/>
            </a:xfrm>
            <a:custGeom>
              <a:avLst/>
              <a:gdLst>
                <a:gd name="textAreaLeft" fmla="*/ 0 w 154440"/>
                <a:gd name="textAreaRight" fmla="*/ 154800 w 1544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6198" h="1690">
                  <a:moveTo>
                    <a:pt x="6054" y="0"/>
                  </a:moveTo>
                  <a:cubicBezTo>
                    <a:pt x="6041" y="0"/>
                    <a:pt x="6027" y="5"/>
                    <a:pt x="6014" y="14"/>
                  </a:cubicBezTo>
                  <a:cubicBezTo>
                    <a:pt x="4173" y="901"/>
                    <a:pt x="2169" y="1427"/>
                    <a:pt x="132" y="1492"/>
                  </a:cubicBezTo>
                  <a:cubicBezTo>
                    <a:pt x="0" y="1492"/>
                    <a:pt x="0" y="1690"/>
                    <a:pt x="132" y="1690"/>
                  </a:cubicBezTo>
                  <a:cubicBezTo>
                    <a:pt x="2202" y="1624"/>
                    <a:pt x="4239" y="1098"/>
                    <a:pt x="6112" y="211"/>
                  </a:cubicBezTo>
                  <a:cubicBezTo>
                    <a:pt x="6197" y="154"/>
                    <a:pt x="6136" y="0"/>
                    <a:pt x="605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8" name="Google Shape;3964;p30"/>
            <p:cNvSpPr/>
            <p:nvPr/>
          </p:nvSpPr>
          <p:spPr>
            <a:xfrm>
              <a:off x="8990280" y="1496520"/>
              <a:ext cx="86400" cy="3132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3466" h="1262">
                  <a:moveTo>
                    <a:pt x="3296" y="0"/>
                  </a:moveTo>
                  <a:cubicBezTo>
                    <a:pt x="3282" y="0"/>
                    <a:pt x="3267" y="4"/>
                    <a:pt x="3254" y="13"/>
                  </a:cubicBezTo>
                  <a:cubicBezTo>
                    <a:pt x="2333" y="638"/>
                    <a:pt x="1249" y="966"/>
                    <a:pt x="132" y="1065"/>
                  </a:cubicBezTo>
                  <a:cubicBezTo>
                    <a:pt x="0" y="1065"/>
                    <a:pt x="0" y="1262"/>
                    <a:pt x="132" y="1262"/>
                  </a:cubicBezTo>
                  <a:cubicBezTo>
                    <a:pt x="1282" y="1196"/>
                    <a:pt x="2399" y="835"/>
                    <a:pt x="3352" y="210"/>
                  </a:cubicBezTo>
                  <a:cubicBezTo>
                    <a:pt x="3465" y="154"/>
                    <a:pt x="3384" y="0"/>
                    <a:pt x="329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9" name="Google Shape;3965;p30"/>
            <p:cNvSpPr/>
            <p:nvPr/>
          </p:nvSpPr>
          <p:spPr>
            <a:xfrm>
              <a:off x="8998200" y="1465560"/>
              <a:ext cx="52560" cy="2052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114" h="838">
                  <a:moveTo>
                    <a:pt x="1982" y="1"/>
                  </a:moveTo>
                  <a:cubicBezTo>
                    <a:pt x="1975" y="1"/>
                    <a:pt x="1967" y="2"/>
                    <a:pt x="1960" y="5"/>
                  </a:cubicBezTo>
                  <a:lnTo>
                    <a:pt x="87" y="629"/>
                  </a:lnTo>
                  <a:cubicBezTo>
                    <a:pt x="0" y="658"/>
                    <a:pt x="15" y="838"/>
                    <a:pt x="108" y="838"/>
                  </a:cubicBezTo>
                  <a:cubicBezTo>
                    <a:pt x="121" y="838"/>
                    <a:pt x="136" y="834"/>
                    <a:pt x="152" y="826"/>
                  </a:cubicBezTo>
                  <a:lnTo>
                    <a:pt x="1993" y="202"/>
                  </a:lnTo>
                  <a:cubicBezTo>
                    <a:pt x="2114" y="171"/>
                    <a:pt x="2067" y="1"/>
                    <a:pt x="198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0" name="Google Shape;3966;p30"/>
            <p:cNvSpPr/>
            <p:nvPr/>
          </p:nvSpPr>
          <p:spPr>
            <a:xfrm>
              <a:off x="8645040" y="1136880"/>
              <a:ext cx="77040" cy="11520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3098" h="4623">
                  <a:moveTo>
                    <a:pt x="2972" y="1"/>
                  </a:moveTo>
                  <a:cubicBezTo>
                    <a:pt x="2963" y="1"/>
                    <a:pt x="2954" y="2"/>
                    <a:pt x="2944" y="4"/>
                  </a:cubicBezTo>
                  <a:cubicBezTo>
                    <a:pt x="1038" y="662"/>
                    <a:pt x="446" y="2765"/>
                    <a:pt x="19" y="4506"/>
                  </a:cubicBezTo>
                  <a:cubicBezTo>
                    <a:pt x="1" y="4580"/>
                    <a:pt x="55" y="4623"/>
                    <a:pt x="112" y="4623"/>
                  </a:cubicBezTo>
                  <a:cubicBezTo>
                    <a:pt x="156" y="4623"/>
                    <a:pt x="202" y="4597"/>
                    <a:pt x="216" y="4539"/>
                  </a:cubicBezTo>
                  <a:cubicBezTo>
                    <a:pt x="643" y="2896"/>
                    <a:pt x="1169" y="859"/>
                    <a:pt x="2977" y="202"/>
                  </a:cubicBezTo>
                  <a:cubicBezTo>
                    <a:pt x="3098" y="171"/>
                    <a:pt x="3079" y="1"/>
                    <a:pt x="297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1" name="Google Shape;3967;p30"/>
            <p:cNvSpPr/>
            <p:nvPr/>
          </p:nvSpPr>
          <p:spPr>
            <a:xfrm>
              <a:off x="8690400" y="1146240"/>
              <a:ext cx="46080" cy="572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1863" h="2302">
                  <a:moveTo>
                    <a:pt x="1740" y="1"/>
                  </a:moveTo>
                  <a:cubicBezTo>
                    <a:pt x="1722" y="1"/>
                    <a:pt x="1703" y="9"/>
                    <a:pt x="1684" y="28"/>
                  </a:cubicBezTo>
                  <a:cubicBezTo>
                    <a:pt x="929" y="554"/>
                    <a:pt x="370" y="1309"/>
                    <a:pt x="41" y="2164"/>
                  </a:cubicBezTo>
                  <a:cubicBezTo>
                    <a:pt x="1" y="2245"/>
                    <a:pt x="60" y="2301"/>
                    <a:pt x="128" y="2301"/>
                  </a:cubicBezTo>
                  <a:cubicBezTo>
                    <a:pt x="169" y="2301"/>
                    <a:pt x="213" y="2280"/>
                    <a:pt x="238" y="2229"/>
                  </a:cubicBezTo>
                  <a:cubicBezTo>
                    <a:pt x="534" y="1408"/>
                    <a:pt x="1060" y="718"/>
                    <a:pt x="1783" y="192"/>
                  </a:cubicBezTo>
                  <a:cubicBezTo>
                    <a:pt x="1862" y="139"/>
                    <a:pt x="1814" y="1"/>
                    <a:pt x="174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2" name="Google Shape;3968;p30"/>
            <p:cNvSpPr/>
            <p:nvPr/>
          </p:nvSpPr>
          <p:spPr>
            <a:xfrm>
              <a:off x="8772480" y="962640"/>
              <a:ext cx="155880" cy="151200"/>
            </a:xfrm>
            <a:custGeom>
              <a:avLst/>
              <a:gdLst>
                <a:gd name="textAreaLeft" fmla="*/ 0 w 155880"/>
                <a:gd name="textAreaRight" fmla="*/ 156240 w 155880"/>
                <a:gd name="textAreaTop" fmla="*/ 0 h 151200"/>
                <a:gd name="textAreaBottom" fmla="*/ 151560 h 151200"/>
              </a:gdLst>
              <a:ahLst/>
              <a:cxnLst/>
              <a:rect l="textAreaLeft" t="textAreaTop" r="textAreaRight" b="textAreaBottom"/>
              <a:pathLst>
                <a:path w="6248" h="6059">
                  <a:moveTo>
                    <a:pt x="163" y="0"/>
                  </a:moveTo>
                  <a:cubicBezTo>
                    <a:pt x="86" y="0"/>
                    <a:pt x="1" y="70"/>
                    <a:pt x="47" y="140"/>
                  </a:cubicBezTo>
                  <a:cubicBezTo>
                    <a:pt x="836" y="1454"/>
                    <a:pt x="1756" y="2703"/>
                    <a:pt x="2775" y="3853"/>
                  </a:cubicBezTo>
                  <a:cubicBezTo>
                    <a:pt x="3662" y="4871"/>
                    <a:pt x="4713" y="5792"/>
                    <a:pt x="6061" y="6054"/>
                  </a:cubicBezTo>
                  <a:cubicBezTo>
                    <a:pt x="6071" y="6057"/>
                    <a:pt x="6080" y="6058"/>
                    <a:pt x="6090" y="6058"/>
                  </a:cubicBezTo>
                  <a:cubicBezTo>
                    <a:pt x="6201" y="6058"/>
                    <a:pt x="6248" y="5888"/>
                    <a:pt x="6126" y="5857"/>
                  </a:cubicBezTo>
                  <a:cubicBezTo>
                    <a:pt x="4779" y="5594"/>
                    <a:pt x="3760" y="4641"/>
                    <a:pt x="2906" y="3656"/>
                  </a:cubicBezTo>
                  <a:cubicBezTo>
                    <a:pt x="1887" y="2538"/>
                    <a:pt x="1000" y="1323"/>
                    <a:pt x="244" y="41"/>
                  </a:cubicBezTo>
                  <a:cubicBezTo>
                    <a:pt x="225" y="12"/>
                    <a:pt x="195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0" bIns="75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3" name="Google Shape;3969;p30"/>
            <p:cNvSpPr/>
            <p:nvPr/>
          </p:nvSpPr>
          <p:spPr>
            <a:xfrm>
              <a:off x="8816040" y="995760"/>
              <a:ext cx="83520" cy="7740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3353" h="3110">
                  <a:moveTo>
                    <a:pt x="152" y="0"/>
                  </a:moveTo>
                  <a:cubicBezTo>
                    <a:pt x="72" y="0"/>
                    <a:pt x="1" y="78"/>
                    <a:pt x="48" y="172"/>
                  </a:cubicBezTo>
                  <a:cubicBezTo>
                    <a:pt x="902" y="1322"/>
                    <a:pt x="1954" y="2308"/>
                    <a:pt x="3170" y="3096"/>
                  </a:cubicBezTo>
                  <a:cubicBezTo>
                    <a:pt x="3183" y="3106"/>
                    <a:pt x="3197" y="3110"/>
                    <a:pt x="3210" y="3110"/>
                  </a:cubicBezTo>
                  <a:cubicBezTo>
                    <a:pt x="3292" y="3110"/>
                    <a:pt x="3353" y="2956"/>
                    <a:pt x="3268" y="2899"/>
                  </a:cubicBezTo>
                  <a:cubicBezTo>
                    <a:pt x="2085" y="2143"/>
                    <a:pt x="1067" y="1190"/>
                    <a:pt x="245" y="40"/>
                  </a:cubicBezTo>
                  <a:cubicBezTo>
                    <a:pt x="217" y="12"/>
                    <a:pt x="184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4" name="Google Shape;3970;p30"/>
            <p:cNvSpPr/>
            <p:nvPr/>
          </p:nvSpPr>
          <p:spPr>
            <a:xfrm>
              <a:off x="8862120" y="1016280"/>
              <a:ext cx="68400" cy="518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2752" h="2087">
                  <a:moveTo>
                    <a:pt x="144" y="1"/>
                  </a:moveTo>
                  <a:cubicBezTo>
                    <a:pt x="75" y="1"/>
                    <a:pt x="1" y="93"/>
                    <a:pt x="75" y="167"/>
                  </a:cubicBezTo>
                  <a:lnTo>
                    <a:pt x="75" y="200"/>
                  </a:lnTo>
                  <a:cubicBezTo>
                    <a:pt x="765" y="989"/>
                    <a:pt x="1586" y="1613"/>
                    <a:pt x="2539" y="2073"/>
                  </a:cubicBezTo>
                  <a:cubicBezTo>
                    <a:pt x="2558" y="2082"/>
                    <a:pt x="2575" y="2086"/>
                    <a:pt x="2592" y="2086"/>
                  </a:cubicBezTo>
                  <a:cubicBezTo>
                    <a:pt x="2694" y="2086"/>
                    <a:pt x="2751" y="1933"/>
                    <a:pt x="2638" y="1876"/>
                  </a:cubicBezTo>
                  <a:cubicBezTo>
                    <a:pt x="1718" y="1449"/>
                    <a:pt x="896" y="825"/>
                    <a:pt x="206" y="36"/>
                  </a:cubicBezTo>
                  <a:cubicBezTo>
                    <a:pt x="190" y="11"/>
                    <a:pt x="167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5" name="Google Shape;3971;p30"/>
            <p:cNvSpPr/>
            <p:nvPr/>
          </p:nvSpPr>
          <p:spPr>
            <a:xfrm>
              <a:off x="8784360" y="574200"/>
              <a:ext cx="151560" cy="182880"/>
            </a:xfrm>
            <a:custGeom>
              <a:avLst/>
              <a:gdLst>
                <a:gd name="textAreaLeft" fmla="*/ 0 w 151560"/>
                <a:gd name="textAreaRight" fmla="*/ 151920 w 151560"/>
                <a:gd name="textAreaTop" fmla="*/ 0 h 182880"/>
                <a:gd name="textAreaBottom" fmla="*/ 183240 h 182880"/>
              </a:gdLst>
              <a:ahLst/>
              <a:cxnLst/>
              <a:rect l="textAreaLeft" t="textAreaTop" r="textAreaRight" b="textAreaBottom"/>
              <a:pathLst>
                <a:path w="6080" h="7334">
                  <a:moveTo>
                    <a:pt x="5882" y="0"/>
                  </a:moveTo>
                  <a:cubicBezTo>
                    <a:pt x="3352" y="526"/>
                    <a:pt x="1446" y="2662"/>
                    <a:pt x="461" y="4929"/>
                  </a:cubicBezTo>
                  <a:cubicBezTo>
                    <a:pt x="99" y="5652"/>
                    <a:pt x="0" y="6474"/>
                    <a:pt x="132" y="7262"/>
                  </a:cubicBezTo>
                  <a:cubicBezTo>
                    <a:pt x="144" y="7313"/>
                    <a:pt x="181" y="7334"/>
                    <a:pt x="220" y="7334"/>
                  </a:cubicBezTo>
                  <a:cubicBezTo>
                    <a:pt x="282" y="7334"/>
                    <a:pt x="349" y="7278"/>
                    <a:pt x="329" y="7197"/>
                  </a:cubicBezTo>
                  <a:cubicBezTo>
                    <a:pt x="132" y="6277"/>
                    <a:pt x="461" y="5356"/>
                    <a:pt x="888" y="4535"/>
                  </a:cubicBezTo>
                  <a:cubicBezTo>
                    <a:pt x="1216" y="3845"/>
                    <a:pt x="1676" y="3188"/>
                    <a:pt x="2169" y="2596"/>
                  </a:cubicBezTo>
                  <a:cubicBezTo>
                    <a:pt x="3122" y="1380"/>
                    <a:pt x="4437" y="559"/>
                    <a:pt x="5948" y="197"/>
                  </a:cubicBezTo>
                  <a:cubicBezTo>
                    <a:pt x="6080" y="197"/>
                    <a:pt x="6014" y="0"/>
                    <a:pt x="588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6" name="Google Shape;3972;p30"/>
            <p:cNvSpPr/>
            <p:nvPr/>
          </p:nvSpPr>
          <p:spPr>
            <a:xfrm>
              <a:off x="8839080" y="60480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4568" h="3642">
                  <a:moveTo>
                    <a:pt x="4436" y="0"/>
                  </a:moveTo>
                  <a:cubicBezTo>
                    <a:pt x="2925" y="164"/>
                    <a:pt x="1512" y="920"/>
                    <a:pt x="592" y="2136"/>
                  </a:cubicBezTo>
                  <a:cubicBezTo>
                    <a:pt x="197" y="2497"/>
                    <a:pt x="0" y="3023"/>
                    <a:pt x="33" y="3549"/>
                  </a:cubicBezTo>
                  <a:cubicBezTo>
                    <a:pt x="33" y="3595"/>
                    <a:pt x="82" y="3642"/>
                    <a:pt x="134" y="3642"/>
                  </a:cubicBezTo>
                  <a:cubicBezTo>
                    <a:pt x="156" y="3642"/>
                    <a:pt x="178" y="3634"/>
                    <a:pt x="197" y="3615"/>
                  </a:cubicBezTo>
                  <a:lnTo>
                    <a:pt x="493" y="3286"/>
                  </a:lnTo>
                  <a:cubicBezTo>
                    <a:pt x="570" y="3235"/>
                    <a:pt x="487" y="3124"/>
                    <a:pt x="416" y="3124"/>
                  </a:cubicBezTo>
                  <a:cubicBezTo>
                    <a:pt x="395" y="3124"/>
                    <a:pt x="376" y="3133"/>
                    <a:pt x="362" y="3155"/>
                  </a:cubicBezTo>
                  <a:lnTo>
                    <a:pt x="250" y="3279"/>
                  </a:lnTo>
                  <a:lnTo>
                    <a:pt x="250" y="3279"/>
                  </a:lnTo>
                  <a:cubicBezTo>
                    <a:pt x="313" y="2847"/>
                    <a:pt x="522" y="2435"/>
                    <a:pt x="822" y="2136"/>
                  </a:cubicBezTo>
                  <a:cubicBezTo>
                    <a:pt x="1117" y="1774"/>
                    <a:pt x="1479" y="1446"/>
                    <a:pt x="1873" y="1183"/>
                  </a:cubicBezTo>
                  <a:cubicBezTo>
                    <a:pt x="2629" y="657"/>
                    <a:pt x="3483" y="329"/>
                    <a:pt x="4436" y="230"/>
                  </a:cubicBezTo>
                  <a:cubicBezTo>
                    <a:pt x="4568" y="230"/>
                    <a:pt x="4568" y="0"/>
                    <a:pt x="443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7" name="Google Shape;3973;p30"/>
            <p:cNvSpPr/>
            <p:nvPr/>
          </p:nvSpPr>
          <p:spPr>
            <a:xfrm>
              <a:off x="9024480" y="565920"/>
              <a:ext cx="134640" cy="9576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5393" h="3839">
                  <a:moveTo>
                    <a:pt x="127" y="1"/>
                  </a:moveTo>
                  <a:cubicBezTo>
                    <a:pt x="19" y="1"/>
                    <a:pt x="1" y="171"/>
                    <a:pt x="122" y="202"/>
                  </a:cubicBezTo>
                  <a:lnTo>
                    <a:pt x="89" y="202"/>
                  </a:lnTo>
                  <a:cubicBezTo>
                    <a:pt x="2192" y="662"/>
                    <a:pt x="4032" y="1943"/>
                    <a:pt x="5183" y="3784"/>
                  </a:cubicBezTo>
                  <a:cubicBezTo>
                    <a:pt x="5202" y="3823"/>
                    <a:pt x="5231" y="3839"/>
                    <a:pt x="5260" y="3839"/>
                  </a:cubicBezTo>
                  <a:cubicBezTo>
                    <a:pt x="5326" y="3839"/>
                    <a:pt x="5393" y="3754"/>
                    <a:pt x="5347" y="3685"/>
                  </a:cubicBezTo>
                  <a:cubicBezTo>
                    <a:pt x="4197" y="1812"/>
                    <a:pt x="2324" y="498"/>
                    <a:pt x="155" y="5"/>
                  </a:cubicBezTo>
                  <a:cubicBezTo>
                    <a:pt x="145" y="2"/>
                    <a:pt x="135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8" name="Google Shape;3974;p30"/>
            <p:cNvSpPr/>
            <p:nvPr/>
          </p:nvSpPr>
          <p:spPr>
            <a:xfrm>
              <a:off x="8857800" y="636840"/>
              <a:ext cx="62280" cy="5400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2509" h="2180">
                  <a:moveTo>
                    <a:pt x="2350" y="1"/>
                  </a:moveTo>
                  <a:cubicBezTo>
                    <a:pt x="2341" y="1"/>
                    <a:pt x="2331" y="2"/>
                    <a:pt x="2321" y="5"/>
                  </a:cubicBezTo>
                  <a:cubicBezTo>
                    <a:pt x="1270" y="235"/>
                    <a:pt x="382" y="1023"/>
                    <a:pt x="21" y="2042"/>
                  </a:cubicBezTo>
                  <a:cubicBezTo>
                    <a:pt x="1" y="2123"/>
                    <a:pt x="68" y="2179"/>
                    <a:pt x="130" y="2179"/>
                  </a:cubicBezTo>
                  <a:cubicBezTo>
                    <a:pt x="169" y="2179"/>
                    <a:pt x="206" y="2158"/>
                    <a:pt x="218" y="2108"/>
                  </a:cubicBezTo>
                  <a:cubicBezTo>
                    <a:pt x="580" y="1122"/>
                    <a:pt x="1368" y="399"/>
                    <a:pt x="2387" y="202"/>
                  </a:cubicBezTo>
                  <a:cubicBezTo>
                    <a:pt x="2508" y="171"/>
                    <a:pt x="2461" y="1"/>
                    <a:pt x="2350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9" name="Google Shape;3975;p30"/>
            <p:cNvSpPr/>
            <p:nvPr/>
          </p:nvSpPr>
          <p:spPr>
            <a:xfrm>
              <a:off x="8203320" y="1111320"/>
              <a:ext cx="52200" cy="1458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145800"/>
                <a:gd name="textAreaBottom" fmla="*/ 146160 h 145800"/>
              </a:gdLst>
              <a:ahLst/>
              <a:cxnLst/>
              <a:rect l="textAreaLeft" t="textAreaTop" r="textAreaRight" b="textAreaBottom"/>
              <a:pathLst>
                <a:path w="2107" h="5848">
                  <a:moveTo>
                    <a:pt x="601" y="1"/>
                  </a:moveTo>
                  <a:cubicBezTo>
                    <a:pt x="573" y="1"/>
                    <a:pt x="545" y="13"/>
                    <a:pt x="526" y="42"/>
                  </a:cubicBezTo>
                  <a:lnTo>
                    <a:pt x="493" y="42"/>
                  </a:lnTo>
                  <a:cubicBezTo>
                    <a:pt x="0" y="896"/>
                    <a:pt x="230" y="1948"/>
                    <a:pt x="493" y="2835"/>
                  </a:cubicBezTo>
                  <a:cubicBezTo>
                    <a:pt x="822" y="3886"/>
                    <a:pt x="1282" y="4872"/>
                    <a:pt x="1873" y="5792"/>
                  </a:cubicBezTo>
                  <a:cubicBezTo>
                    <a:pt x="1893" y="5832"/>
                    <a:pt x="1925" y="5848"/>
                    <a:pt x="1957" y="5848"/>
                  </a:cubicBezTo>
                  <a:cubicBezTo>
                    <a:pt x="2031" y="5848"/>
                    <a:pt x="2107" y="5763"/>
                    <a:pt x="2038" y="5694"/>
                  </a:cubicBezTo>
                  <a:cubicBezTo>
                    <a:pt x="1512" y="4839"/>
                    <a:pt x="1052" y="3919"/>
                    <a:pt x="756" y="2966"/>
                  </a:cubicBezTo>
                  <a:cubicBezTo>
                    <a:pt x="460" y="2079"/>
                    <a:pt x="197" y="995"/>
                    <a:pt x="690" y="140"/>
                  </a:cubicBezTo>
                  <a:cubicBezTo>
                    <a:pt x="737" y="71"/>
                    <a:pt x="668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080" bIns="73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0" name="Google Shape;3976;p30"/>
            <p:cNvSpPr/>
            <p:nvPr/>
          </p:nvSpPr>
          <p:spPr>
            <a:xfrm>
              <a:off x="8225640" y="1162800"/>
              <a:ext cx="49320" cy="7488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1981" h="3016">
                  <a:moveTo>
                    <a:pt x="183" y="1"/>
                  </a:moveTo>
                  <a:cubicBezTo>
                    <a:pt x="151" y="1"/>
                    <a:pt x="119" y="16"/>
                    <a:pt x="99" y="56"/>
                  </a:cubicBezTo>
                  <a:lnTo>
                    <a:pt x="132" y="56"/>
                  </a:lnTo>
                  <a:cubicBezTo>
                    <a:pt x="1" y="286"/>
                    <a:pt x="1" y="582"/>
                    <a:pt x="132" y="812"/>
                  </a:cubicBezTo>
                  <a:cubicBezTo>
                    <a:pt x="263" y="1107"/>
                    <a:pt x="428" y="1370"/>
                    <a:pt x="592" y="1633"/>
                  </a:cubicBezTo>
                  <a:cubicBezTo>
                    <a:pt x="921" y="2126"/>
                    <a:pt x="1315" y="2586"/>
                    <a:pt x="1775" y="2980"/>
                  </a:cubicBezTo>
                  <a:cubicBezTo>
                    <a:pt x="1800" y="3005"/>
                    <a:pt x="1826" y="3015"/>
                    <a:pt x="1851" y="3015"/>
                  </a:cubicBezTo>
                  <a:cubicBezTo>
                    <a:pt x="1925" y="3015"/>
                    <a:pt x="1980" y="2923"/>
                    <a:pt x="1906" y="2849"/>
                  </a:cubicBezTo>
                  <a:cubicBezTo>
                    <a:pt x="1512" y="2488"/>
                    <a:pt x="1151" y="2093"/>
                    <a:pt x="855" y="1633"/>
                  </a:cubicBezTo>
                  <a:cubicBezTo>
                    <a:pt x="691" y="1436"/>
                    <a:pt x="559" y="1206"/>
                    <a:pt x="428" y="976"/>
                  </a:cubicBezTo>
                  <a:cubicBezTo>
                    <a:pt x="263" y="746"/>
                    <a:pt x="198" y="450"/>
                    <a:pt x="296" y="154"/>
                  </a:cubicBezTo>
                  <a:cubicBezTo>
                    <a:pt x="342" y="86"/>
                    <a:pt x="260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1" name="Google Shape;3977;p30"/>
            <p:cNvSpPr/>
            <p:nvPr/>
          </p:nvSpPr>
          <p:spPr>
            <a:xfrm>
              <a:off x="8253000" y="1173240"/>
              <a:ext cx="27360" cy="4320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1115" h="1737">
                  <a:moveTo>
                    <a:pt x="103" y="0"/>
                  </a:moveTo>
                  <a:cubicBezTo>
                    <a:pt x="50" y="0"/>
                    <a:pt x="0" y="33"/>
                    <a:pt x="17" y="99"/>
                  </a:cubicBezTo>
                  <a:cubicBezTo>
                    <a:pt x="83" y="756"/>
                    <a:pt x="411" y="1348"/>
                    <a:pt x="937" y="1709"/>
                  </a:cubicBezTo>
                  <a:cubicBezTo>
                    <a:pt x="956" y="1728"/>
                    <a:pt x="975" y="1736"/>
                    <a:pt x="993" y="1736"/>
                  </a:cubicBezTo>
                  <a:cubicBezTo>
                    <a:pt x="1066" y="1736"/>
                    <a:pt x="1115" y="1598"/>
                    <a:pt x="1035" y="1545"/>
                  </a:cubicBezTo>
                  <a:cubicBezTo>
                    <a:pt x="543" y="1216"/>
                    <a:pt x="247" y="690"/>
                    <a:pt x="214" y="99"/>
                  </a:cubicBezTo>
                  <a:cubicBezTo>
                    <a:pt x="214" y="33"/>
                    <a:pt x="156" y="0"/>
                    <a:pt x="10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2" name="Google Shape;3978;p30"/>
            <p:cNvSpPr/>
            <p:nvPr/>
          </p:nvSpPr>
          <p:spPr>
            <a:xfrm>
              <a:off x="8429040" y="1393200"/>
              <a:ext cx="113040" cy="2304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4540" h="942">
                  <a:moveTo>
                    <a:pt x="159" y="1"/>
                  </a:moveTo>
                  <a:cubicBezTo>
                    <a:pt x="57" y="1"/>
                    <a:pt x="1" y="150"/>
                    <a:pt x="113" y="178"/>
                  </a:cubicBezTo>
                  <a:lnTo>
                    <a:pt x="113" y="211"/>
                  </a:lnTo>
                  <a:cubicBezTo>
                    <a:pt x="1071" y="690"/>
                    <a:pt x="2150" y="942"/>
                    <a:pt x="3225" y="942"/>
                  </a:cubicBezTo>
                  <a:cubicBezTo>
                    <a:pt x="3626" y="942"/>
                    <a:pt x="4025" y="907"/>
                    <a:pt x="4418" y="835"/>
                  </a:cubicBezTo>
                  <a:cubicBezTo>
                    <a:pt x="4540" y="805"/>
                    <a:pt x="4521" y="635"/>
                    <a:pt x="4414" y="635"/>
                  </a:cubicBezTo>
                  <a:cubicBezTo>
                    <a:pt x="4405" y="635"/>
                    <a:pt x="4395" y="636"/>
                    <a:pt x="4385" y="638"/>
                  </a:cubicBezTo>
                  <a:cubicBezTo>
                    <a:pt x="3993" y="710"/>
                    <a:pt x="3600" y="745"/>
                    <a:pt x="3211" y="745"/>
                  </a:cubicBezTo>
                  <a:cubicBezTo>
                    <a:pt x="2166" y="745"/>
                    <a:pt x="1146" y="493"/>
                    <a:pt x="212" y="14"/>
                  </a:cubicBezTo>
                  <a:cubicBezTo>
                    <a:pt x="193" y="5"/>
                    <a:pt x="176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3" name="Google Shape;3979;p30"/>
            <p:cNvSpPr/>
            <p:nvPr/>
          </p:nvSpPr>
          <p:spPr>
            <a:xfrm>
              <a:off x="8479800" y="1372680"/>
              <a:ext cx="114480" cy="1620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4591" h="661">
                  <a:moveTo>
                    <a:pt x="159" y="1"/>
                  </a:moveTo>
                  <a:cubicBezTo>
                    <a:pt x="47" y="1"/>
                    <a:pt x="0" y="171"/>
                    <a:pt x="122" y="202"/>
                  </a:cubicBezTo>
                  <a:cubicBezTo>
                    <a:pt x="1236" y="513"/>
                    <a:pt x="2392" y="660"/>
                    <a:pt x="3540" y="660"/>
                  </a:cubicBezTo>
                  <a:cubicBezTo>
                    <a:pt x="3847" y="660"/>
                    <a:pt x="4154" y="650"/>
                    <a:pt x="4459" y="629"/>
                  </a:cubicBezTo>
                  <a:cubicBezTo>
                    <a:pt x="4591" y="629"/>
                    <a:pt x="4591" y="399"/>
                    <a:pt x="4459" y="399"/>
                  </a:cubicBezTo>
                  <a:lnTo>
                    <a:pt x="4426" y="399"/>
                  </a:lnTo>
                  <a:cubicBezTo>
                    <a:pt x="4073" y="432"/>
                    <a:pt x="3718" y="448"/>
                    <a:pt x="3362" y="448"/>
                  </a:cubicBezTo>
                  <a:cubicBezTo>
                    <a:pt x="2295" y="448"/>
                    <a:pt x="1223" y="300"/>
                    <a:pt x="188" y="4"/>
                  </a:cubicBezTo>
                  <a:cubicBezTo>
                    <a:pt x="177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4" name="Google Shape;3980;p30"/>
            <p:cNvSpPr/>
            <p:nvPr/>
          </p:nvSpPr>
          <p:spPr>
            <a:xfrm>
              <a:off x="8483760" y="1349640"/>
              <a:ext cx="77040" cy="1152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103" h="482">
                  <a:moveTo>
                    <a:pt x="159" y="1"/>
                  </a:moveTo>
                  <a:cubicBezTo>
                    <a:pt x="47" y="1"/>
                    <a:pt x="1" y="171"/>
                    <a:pt x="122" y="201"/>
                  </a:cubicBezTo>
                  <a:lnTo>
                    <a:pt x="89" y="201"/>
                  </a:lnTo>
                  <a:cubicBezTo>
                    <a:pt x="636" y="390"/>
                    <a:pt x="1194" y="481"/>
                    <a:pt x="1750" y="481"/>
                  </a:cubicBezTo>
                  <a:cubicBezTo>
                    <a:pt x="2163" y="481"/>
                    <a:pt x="2575" y="431"/>
                    <a:pt x="2981" y="333"/>
                  </a:cubicBezTo>
                  <a:cubicBezTo>
                    <a:pt x="3102" y="303"/>
                    <a:pt x="3056" y="132"/>
                    <a:pt x="2944" y="132"/>
                  </a:cubicBezTo>
                  <a:cubicBezTo>
                    <a:pt x="2935" y="132"/>
                    <a:pt x="2925" y="133"/>
                    <a:pt x="2915" y="136"/>
                  </a:cubicBezTo>
                  <a:cubicBezTo>
                    <a:pt x="2554" y="229"/>
                    <a:pt x="2182" y="274"/>
                    <a:pt x="1807" y="274"/>
                  </a:cubicBezTo>
                  <a:cubicBezTo>
                    <a:pt x="1263" y="274"/>
                    <a:pt x="714" y="180"/>
                    <a:pt x="188" y="4"/>
                  </a:cubicBezTo>
                  <a:cubicBezTo>
                    <a:pt x="178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5" name="Google Shape;3981;p30"/>
            <p:cNvSpPr/>
            <p:nvPr/>
          </p:nvSpPr>
          <p:spPr>
            <a:xfrm>
              <a:off x="8499240" y="1325160"/>
              <a:ext cx="52920" cy="720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2137" h="298">
                  <a:moveTo>
                    <a:pt x="198" y="0"/>
                  </a:moveTo>
                  <a:cubicBezTo>
                    <a:pt x="67" y="0"/>
                    <a:pt x="1" y="198"/>
                    <a:pt x="132" y="198"/>
                  </a:cubicBezTo>
                  <a:cubicBezTo>
                    <a:pt x="536" y="261"/>
                    <a:pt x="939" y="298"/>
                    <a:pt x="1342" y="298"/>
                  </a:cubicBezTo>
                  <a:cubicBezTo>
                    <a:pt x="1563" y="298"/>
                    <a:pt x="1784" y="287"/>
                    <a:pt x="2005" y="263"/>
                  </a:cubicBezTo>
                  <a:cubicBezTo>
                    <a:pt x="2137" y="263"/>
                    <a:pt x="2137" y="66"/>
                    <a:pt x="2005" y="66"/>
                  </a:cubicBezTo>
                  <a:cubicBezTo>
                    <a:pt x="1796" y="90"/>
                    <a:pt x="1582" y="100"/>
                    <a:pt x="1367" y="100"/>
                  </a:cubicBezTo>
                  <a:cubicBezTo>
                    <a:pt x="976" y="100"/>
                    <a:pt x="580" y="64"/>
                    <a:pt x="19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6" name="Google Shape;3982;p30"/>
            <p:cNvSpPr/>
            <p:nvPr/>
          </p:nvSpPr>
          <p:spPr>
            <a:xfrm>
              <a:off x="8363520" y="988200"/>
              <a:ext cx="47880" cy="13032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1923" h="5228">
                  <a:moveTo>
                    <a:pt x="242" y="1"/>
                  </a:moveTo>
                  <a:cubicBezTo>
                    <a:pt x="197" y="1"/>
                    <a:pt x="148" y="34"/>
                    <a:pt x="132" y="99"/>
                  </a:cubicBezTo>
                  <a:cubicBezTo>
                    <a:pt x="0" y="1940"/>
                    <a:pt x="559" y="3747"/>
                    <a:pt x="1709" y="5193"/>
                  </a:cubicBezTo>
                  <a:cubicBezTo>
                    <a:pt x="1733" y="5217"/>
                    <a:pt x="1760" y="5228"/>
                    <a:pt x="1785" y="5228"/>
                  </a:cubicBezTo>
                  <a:cubicBezTo>
                    <a:pt x="1861" y="5228"/>
                    <a:pt x="1922" y="5135"/>
                    <a:pt x="1873" y="5061"/>
                  </a:cubicBezTo>
                  <a:cubicBezTo>
                    <a:pt x="756" y="3648"/>
                    <a:pt x="197" y="1874"/>
                    <a:pt x="329" y="99"/>
                  </a:cubicBezTo>
                  <a:cubicBezTo>
                    <a:pt x="329" y="34"/>
                    <a:pt x="288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160" bIns="65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7" name="Google Shape;3983;p30"/>
            <p:cNvSpPr/>
            <p:nvPr/>
          </p:nvSpPr>
          <p:spPr>
            <a:xfrm>
              <a:off x="8348040" y="1029600"/>
              <a:ext cx="25200" cy="6336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1023" h="2554">
                  <a:moveTo>
                    <a:pt x="132" y="1"/>
                  </a:moveTo>
                  <a:cubicBezTo>
                    <a:pt x="83" y="1"/>
                    <a:pt x="34" y="34"/>
                    <a:pt x="34" y="99"/>
                  </a:cubicBezTo>
                  <a:cubicBezTo>
                    <a:pt x="1" y="954"/>
                    <a:pt x="264" y="1808"/>
                    <a:pt x="789" y="2498"/>
                  </a:cubicBezTo>
                  <a:cubicBezTo>
                    <a:pt x="809" y="2538"/>
                    <a:pt x="841" y="2553"/>
                    <a:pt x="873" y="2553"/>
                  </a:cubicBezTo>
                  <a:cubicBezTo>
                    <a:pt x="947" y="2553"/>
                    <a:pt x="1023" y="2469"/>
                    <a:pt x="954" y="2400"/>
                  </a:cubicBezTo>
                  <a:cubicBezTo>
                    <a:pt x="461" y="1742"/>
                    <a:pt x="198" y="921"/>
                    <a:pt x="231" y="99"/>
                  </a:cubicBezTo>
                  <a:cubicBezTo>
                    <a:pt x="231" y="34"/>
                    <a:pt x="18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8" name="Google Shape;3984;p30"/>
            <p:cNvSpPr/>
            <p:nvPr/>
          </p:nvSpPr>
          <p:spPr>
            <a:xfrm>
              <a:off x="8075160" y="822960"/>
              <a:ext cx="92160" cy="15012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3695" h="6026">
                  <a:moveTo>
                    <a:pt x="944" y="0"/>
                  </a:moveTo>
                  <a:cubicBezTo>
                    <a:pt x="925" y="0"/>
                    <a:pt x="906" y="6"/>
                    <a:pt x="887" y="18"/>
                  </a:cubicBezTo>
                  <a:cubicBezTo>
                    <a:pt x="0" y="774"/>
                    <a:pt x="690" y="2285"/>
                    <a:pt x="1085" y="3140"/>
                  </a:cubicBezTo>
                  <a:cubicBezTo>
                    <a:pt x="1643" y="4290"/>
                    <a:pt x="2465" y="5276"/>
                    <a:pt x="3516" y="5998"/>
                  </a:cubicBezTo>
                  <a:cubicBezTo>
                    <a:pt x="3535" y="6018"/>
                    <a:pt x="3554" y="6026"/>
                    <a:pt x="3572" y="6026"/>
                  </a:cubicBezTo>
                  <a:cubicBezTo>
                    <a:pt x="3646" y="6026"/>
                    <a:pt x="3694" y="5887"/>
                    <a:pt x="3615" y="5834"/>
                  </a:cubicBezTo>
                  <a:cubicBezTo>
                    <a:pt x="2695" y="5144"/>
                    <a:pt x="1906" y="4290"/>
                    <a:pt x="1380" y="3271"/>
                  </a:cubicBezTo>
                  <a:cubicBezTo>
                    <a:pt x="1117" y="2778"/>
                    <a:pt x="920" y="2252"/>
                    <a:pt x="756" y="1727"/>
                  </a:cubicBezTo>
                  <a:cubicBezTo>
                    <a:pt x="657" y="1201"/>
                    <a:pt x="592" y="544"/>
                    <a:pt x="1019" y="182"/>
                  </a:cubicBezTo>
                  <a:cubicBezTo>
                    <a:pt x="1099" y="102"/>
                    <a:pt x="1027" y="0"/>
                    <a:pt x="94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9" name="Google Shape;3985;p30"/>
            <p:cNvSpPr/>
            <p:nvPr/>
          </p:nvSpPr>
          <p:spPr>
            <a:xfrm>
              <a:off x="8121240" y="877320"/>
              <a:ext cx="54000" cy="7704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77040"/>
                <a:gd name="textAreaBottom" fmla="*/ 77400 h 77040"/>
              </a:gdLst>
              <a:ahLst/>
              <a:cxnLst/>
              <a:rect l="textAreaLeft" t="textAreaTop" r="textAreaRight" b="textAreaBottom"/>
              <a:pathLst>
                <a:path w="2177" h="3090">
                  <a:moveTo>
                    <a:pt x="219" y="1"/>
                  </a:moveTo>
                  <a:cubicBezTo>
                    <a:pt x="181" y="1"/>
                    <a:pt x="144" y="22"/>
                    <a:pt x="132" y="72"/>
                  </a:cubicBezTo>
                  <a:cubicBezTo>
                    <a:pt x="0" y="697"/>
                    <a:pt x="165" y="1321"/>
                    <a:pt x="559" y="1814"/>
                  </a:cubicBezTo>
                  <a:cubicBezTo>
                    <a:pt x="953" y="2307"/>
                    <a:pt x="1446" y="2734"/>
                    <a:pt x="1972" y="3063"/>
                  </a:cubicBezTo>
                  <a:cubicBezTo>
                    <a:pt x="1991" y="3082"/>
                    <a:pt x="2011" y="3090"/>
                    <a:pt x="2031" y="3090"/>
                  </a:cubicBezTo>
                  <a:cubicBezTo>
                    <a:pt x="2112" y="3090"/>
                    <a:pt x="2176" y="2951"/>
                    <a:pt x="2071" y="2898"/>
                  </a:cubicBezTo>
                  <a:cubicBezTo>
                    <a:pt x="1183" y="2274"/>
                    <a:pt x="33" y="1387"/>
                    <a:pt x="329" y="138"/>
                  </a:cubicBezTo>
                  <a:cubicBezTo>
                    <a:pt x="349" y="57"/>
                    <a:pt x="282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520" bIns="38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0" name="Google Shape;3986;p30"/>
            <p:cNvSpPr/>
            <p:nvPr/>
          </p:nvSpPr>
          <p:spPr>
            <a:xfrm>
              <a:off x="8244720" y="652320"/>
              <a:ext cx="160920" cy="18720"/>
            </a:xfrm>
            <a:custGeom>
              <a:avLst/>
              <a:gdLst>
                <a:gd name="textAreaLeft" fmla="*/ 0 w 160920"/>
                <a:gd name="textAreaRight" fmla="*/ 161280 w 1609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6457" h="769">
                  <a:moveTo>
                    <a:pt x="3231" y="1"/>
                  </a:moveTo>
                  <a:cubicBezTo>
                    <a:pt x="2176" y="1"/>
                    <a:pt x="1124" y="190"/>
                    <a:pt x="122" y="568"/>
                  </a:cubicBezTo>
                  <a:cubicBezTo>
                    <a:pt x="0" y="598"/>
                    <a:pt x="47" y="768"/>
                    <a:pt x="159" y="768"/>
                  </a:cubicBezTo>
                  <a:cubicBezTo>
                    <a:pt x="168" y="768"/>
                    <a:pt x="177" y="767"/>
                    <a:pt x="187" y="765"/>
                  </a:cubicBezTo>
                  <a:cubicBezTo>
                    <a:pt x="1173" y="403"/>
                    <a:pt x="2208" y="223"/>
                    <a:pt x="3243" y="223"/>
                  </a:cubicBezTo>
                  <a:cubicBezTo>
                    <a:pt x="4279" y="223"/>
                    <a:pt x="5314" y="403"/>
                    <a:pt x="6299" y="765"/>
                  </a:cubicBezTo>
                  <a:cubicBezTo>
                    <a:pt x="6310" y="767"/>
                    <a:pt x="6319" y="768"/>
                    <a:pt x="6328" y="768"/>
                  </a:cubicBezTo>
                  <a:cubicBezTo>
                    <a:pt x="6435" y="768"/>
                    <a:pt x="6456" y="598"/>
                    <a:pt x="6365" y="568"/>
                  </a:cubicBezTo>
                  <a:cubicBezTo>
                    <a:pt x="5347" y="190"/>
                    <a:pt x="4287" y="1"/>
                    <a:pt x="323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1" name="Google Shape;3987;p30"/>
            <p:cNvSpPr/>
            <p:nvPr/>
          </p:nvSpPr>
          <p:spPr>
            <a:xfrm>
              <a:off x="8304480" y="672480"/>
              <a:ext cx="53640" cy="100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159" h="424">
                  <a:moveTo>
                    <a:pt x="635" y="0"/>
                  </a:moveTo>
                  <a:cubicBezTo>
                    <a:pt x="469" y="0"/>
                    <a:pt x="301" y="8"/>
                    <a:pt x="132" y="25"/>
                  </a:cubicBezTo>
                  <a:cubicBezTo>
                    <a:pt x="0" y="25"/>
                    <a:pt x="0" y="223"/>
                    <a:pt x="132" y="223"/>
                  </a:cubicBezTo>
                  <a:cubicBezTo>
                    <a:pt x="288" y="206"/>
                    <a:pt x="444" y="198"/>
                    <a:pt x="599" y="198"/>
                  </a:cubicBezTo>
                  <a:cubicBezTo>
                    <a:pt x="1066" y="198"/>
                    <a:pt x="1528" y="272"/>
                    <a:pt x="1972" y="420"/>
                  </a:cubicBezTo>
                  <a:cubicBezTo>
                    <a:pt x="1982" y="422"/>
                    <a:pt x="1991" y="423"/>
                    <a:pt x="2001" y="423"/>
                  </a:cubicBezTo>
                  <a:cubicBezTo>
                    <a:pt x="2112" y="423"/>
                    <a:pt x="2159" y="250"/>
                    <a:pt x="2037" y="190"/>
                  </a:cubicBezTo>
                  <a:cubicBezTo>
                    <a:pt x="1574" y="68"/>
                    <a:pt x="1111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2" name="Google Shape;3988;p30"/>
            <p:cNvSpPr/>
            <p:nvPr/>
          </p:nvSpPr>
          <p:spPr>
            <a:xfrm>
              <a:off x="8353080" y="690840"/>
              <a:ext cx="40320" cy="1224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624" h="501">
                  <a:moveTo>
                    <a:pt x="159" y="1"/>
                  </a:moveTo>
                  <a:cubicBezTo>
                    <a:pt x="48" y="1"/>
                    <a:pt x="1" y="171"/>
                    <a:pt x="122" y="202"/>
                  </a:cubicBezTo>
                  <a:lnTo>
                    <a:pt x="1470" y="497"/>
                  </a:lnTo>
                  <a:cubicBezTo>
                    <a:pt x="1480" y="500"/>
                    <a:pt x="1489" y="501"/>
                    <a:pt x="1498" y="501"/>
                  </a:cubicBezTo>
                  <a:cubicBezTo>
                    <a:pt x="1605" y="501"/>
                    <a:pt x="1624" y="330"/>
                    <a:pt x="1502" y="300"/>
                  </a:cubicBezTo>
                  <a:lnTo>
                    <a:pt x="188" y="4"/>
                  </a:lnTo>
                  <a:cubicBezTo>
                    <a:pt x="178" y="2"/>
                    <a:pt x="168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3" name="Google Shape;3989;p30"/>
            <p:cNvSpPr/>
            <p:nvPr/>
          </p:nvSpPr>
          <p:spPr>
            <a:xfrm>
              <a:off x="8346240" y="528480"/>
              <a:ext cx="80280" cy="7236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3232" h="2907">
                  <a:moveTo>
                    <a:pt x="99" y="0"/>
                  </a:moveTo>
                  <a:cubicBezTo>
                    <a:pt x="49" y="0"/>
                    <a:pt x="0" y="33"/>
                    <a:pt x="0" y="99"/>
                  </a:cubicBezTo>
                  <a:cubicBezTo>
                    <a:pt x="0" y="427"/>
                    <a:pt x="131" y="723"/>
                    <a:pt x="394" y="920"/>
                  </a:cubicBezTo>
                  <a:cubicBezTo>
                    <a:pt x="624" y="1183"/>
                    <a:pt x="920" y="1413"/>
                    <a:pt x="1216" y="1676"/>
                  </a:cubicBezTo>
                  <a:cubicBezTo>
                    <a:pt x="1774" y="2136"/>
                    <a:pt x="2366" y="2530"/>
                    <a:pt x="3023" y="2892"/>
                  </a:cubicBezTo>
                  <a:cubicBezTo>
                    <a:pt x="3039" y="2902"/>
                    <a:pt x="3056" y="2907"/>
                    <a:pt x="3072" y="2907"/>
                  </a:cubicBezTo>
                  <a:cubicBezTo>
                    <a:pt x="3157" y="2907"/>
                    <a:pt x="3232" y="2783"/>
                    <a:pt x="3122" y="2727"/>
                  </a:cubicBezTo>
                  <a:cubicBezTo>
                    <a:pt x="2530" y="2399"/>
                    <a:pt x="1972" y="2005"/>
                    <a:pt x="1413" y="1577"/>
                  </a:cubicBezTo>
                  <a:cubicBezTo>
                    <a:pt x="1183" y="1380"/>
                    <a:pt x="920" y="1150"/>
                    <a:pt x="690" y="920"/>
                  </a:cubicBezTo>
                  <a:cubicBezTo>
                    <a:pt x="427" y="690"/>
                    <a:pt x="164" y="460"/>
                    <a:pt x="197" y="99"/>
                  </a:cubicBezTo>
                  <a:cubicBezTo>
                    <a:pt x="197" y="33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4" name="Google Shape;3990;p30"/>
            <p:cNvSpPr/>
            <p:nvPr/>
          </p:nvSpPr>
          <p:spPr>
            <a:xfrm>
              <a:off x="8360640" y="521640"/>
              <a:ext cx="60480" cy="5328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2439" h="2148">
                  <a:moveTo>
                    <a:pt x="137" y="0"/>
                  </a:moveTo>
                  <a:cubicBezTo>
                    <a:pt x="69" y="0"/>
                    <a:pt x="1" y="70"/>
                    <a:pt x="47" y="140"/>
                  </a:cubicBezTo>
                  <a:cubicBezTo>
                    <a:pt x="540" y="1060"/>
                    <a:pt x="1329" y="1750"/>
                    <a:pt x="2282" y="2144"/>
                  </a:cubicBezTo>
                  <a:cubicBezTo>
                    <a:pt x="2292" y="2147"/>
                    <a:pt x="2301" y="2148"/>
                    <a:pt x="2310" y="2148"/>
                  </a:cubicBezTo>
                  <a:cubicBezTo>
                    <a:pt x="2418" y="2148"/>
                    <a:pt x="2439" y="1977"/>
                    <a:pt x="2348" y="1947"/>
                  </a:cubicBezTo>
                  <a:cubicBezTo>
                    <a:pt x="1427" y="1585"/>
                    <a:pt x="672" y="895"/>
                    <a:pt x="212" y="41"/>
                  </a:cubicBezTo>
                  <a:cubicBezTo>
                    <a:pt x="192" y="12"/>
                    <a:pt x="165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640" bIns="26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5" name="Google Shape;3991;p30"/>
            <p:cNvSpPr/>
            <p:nvPr/>
          </p:nvSpPr>
          <p:spPr>
            <a:xfrm>
              <a:off x="8380800" y="326160"/>
              <a:ext cx="107280" cy="7308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4312" h="2933">
                  <a:moveTo>
                    <a:pt x="4180" y="0"/>
                  </a:moveTo>
                  <a:cubicBezTo>
                    <a:pt x="2340" y="0"/>
                    <a:pt x="697" y="1118"/>
                    <a:pt x="40" y="2826"/>
                  </a:cubicBezTo>
                  <a:cubicBezTo>
                    <a:pt x="1" y="2886"/>
                    <a:pt x="56" y="2933"/>
                    <a:pt x="120" y="2933"/>
                  </a:cubicBezTo>
                  <a:cubicBezTo>
                    <a:pt x="164" y="2933"/>
                    <a:pt x="211" y="2912"/>
                    <a:pt x="237" y="2859"/>
                  </a:cubicBezTo>
                  <a:lnTo>
                    <a:pt x="204" y="2859"/>
                  </a:lnTo>
                  <a:cubicBezTo>
                    <a:pt x="851" y="1274"/>
                    <a:pt x="2391" y="230"/>
                    <a:pt x="4101" y="230"/>
                  </a:cubicBezTo>
                  <a:cubicBezTo>
                    <a:pt x="4127" y="230"/>
                    <a:pt x="4154" y="230"/>
                    <a:pt x="4180" y="230"/>
                  </a:cubicBezTo>
                  <a:cubicBezTo>
                    <a:pt x="4312" y="230"/>
                    <a:pt x="4312" y="0"/>
                    <a:pt x="4180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720" bIns="36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6" name="Google Shape;3992;p30"/>
            <p:cNvSpPr/>
            <p:nvPr/>
          </p:nvSpPr>
          <p:spPr>
            <a:xfrm>
              <a:off x="8589960" y="369360"/>
              <a:ext cx="97560" cy="159120"/>
            </a:xfrm>
            <a:custGeom>
              <a:avLst/>
              <a:gdLst>
                <a:gd name="textAreaLeft" fmla="*/ 0 w 97560"/>
                <a:gd name="textAreaRight" fmla="*/ 97920 w 9756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3919" h="6385">
                  <a:moveTo>
                    <a:pt x="161" y="0"/>
                  </a:moveTo>
                  <a:cubicBezTo>
                    <a:pt x="78" y="0"/>
                    <a:pt x="1" y="102"/>
                    <a:pt x="54" y="182"/>
                  </a:cubicBezTo>
                  <a:lnTo>
                    <a:pt x="87" y="149"/>
                  </a:lnTo>
                  <a:cubicBezTo>
                    <a:pt x="1829" y="1825"/>
                    <a:pt x="3110" y="3961"/>
                    <a:pt x="3702" y="6327"/>
                  </a:cubicBezTo>
                  <a:cubicBezTo>
                    <a:pt x="3728" y="6366"/>
                    <a:pt x="3769" y="6384"/>
                    <a:pt x="3807" y="6384"/>
                  </a:cubicBezTo>
                  <a:cubicBezTo>
                    <a:pt x="3866" y="6384"/>
                    <a:pt x="3919" y="6341"/>
                    <a:pt x="3899" y="6261"/>
                  </a:cubicBezTo>
                  <a:cubicBezTo>
                    <a:pt x="3275" y="3896"/>
                    <a:pt x="1993" y="1727"/>
                    <a:pt x="219" y="18"/>
                  </a:cubicBezTo>
                  <a:cubicBezTo>
                    <a:pt x="200" y="6"/>
                    <a:pt x="181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7" name="Google Shape;3993;p30"/>
            <p:cNvSpPr/>
            <p:nvPr/>
          </p:nvSpPr>
          <p:spPr>
            <a:xfrm>
              <a:off x="8609760" y="454320"/>
              <a:ext cx="34920" cy="583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58320"/>
                <a:gd name="textAreaBottom" fmla="*/ 58680 h 58320"/>
              </a:gdLst>
              <a:ahLst/>
              <a:cxnLst/>
              <a:rect l="textAreaLeft" t="textAreaTop" r="textAreaRight" b="textAreaBottom"/>
              <a:pathLst>
                <a:path w="1411" h="2349">
                  <a:moveTo>
                    <a:pt x="156" y="0"/>
                  </a:moveTo>
                  <a:cubicBezTo>
                    <a:pt x="85" y="0"/>
                    <a:pt x="1" y="118"/>
                    <a:pt x="78" y="195"/>
                  </a:cubicBezTo>
                  <a:cubicBezTo>
                    <a:pt x="604" y="786"/>
                    <a:pt x="998" y="1509"/>
                    <a:pt x="1195" y="2265"/>
                  </a:cubicBezTo>
                  <a:cubicBezTo>
                    <a:pt x="1209" y="2323"/>
                    <a:pt x="1255" y="2349"/>
                    <a:pt x="1300" y="2349"/>
                  </a:cubicBezTo>
                  <a:cubicBezTo>
                    <a:pt x="1357" y="2349"/>
                    <a:pt x="1411" y="2306"/>
                    <a:pt x="1392" y="2232"/>
                  </a:cubicBezTo>
                  <a:cubicBezTo>
                    <a:pt x="1195" y="1411"/>
                    <a:pt x="801" y="655"/>
                    <a:pt x="209" y="30"/>
                  </a:cubicBezTo>
                  <a:cubicBezTo>
                    <a:pt x="195" y="9"/>
                    <a:pt x="176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8" name="Google Shape;3994;p30"/>
            <p:cNvSpPr/>
            <p:nvPr/>
          </p:nvSpPr>
          <p:spPr>
            <a:xfrm>
              <a:off x="8688960" y="340920"/>
              <a:ext cx="82080" cy="12888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3299" h="5176">
                  <a:moveTo>
                    <a:pt x="132" y="1"/>
                  </a:moveTo>
                  <a:cubicBezTo>
                    <a:pt x="83" y="1"/>
                    <a:pt x="34" y="34"/>
                    <a:pt x="34" y="99"/>
                  </a:cubicBezTo>
                  <a:cubicBezTo>
                    <a:pt x="1" y="625"/>
                    <a:pt x="99" y="1151"/>
                    <a:pt x="329" y="1644"/>
                  </a:cubicBezTo>
                  <a:cubicBezTo>
                    <a:pt x="526" y="2104"/>
                    <a:pt x="756" y="2564"/>
                    <a:pt x="1052" y="2991"/>
                  </a:cubicBezTo>
                  <a:cubicBezTo>
                    <a:pt x="1611" y="3813"/>
                    <a:pt x="2301" y="4568"/>
                    <a:pt x="3090" y="5160"/>
                  </a:cubicBezTo>
                  <a:cubicBezTo>
                    <a:pt x="3105" y="5171"/>
                    <a:pt x="3122" y="5175"/>
                    <a:pt x="3139" y="5175"/>
                  </a:cubicBezTo>
                  <a:cubicBezTo>
                    <a:pt x="3224" y="5175"/>
                    <a:pt x="3298" y="5051"/>
                    <a:pt x="3188" y="4996"/>
                  </a:cubicBezTo>
                  <a:cubicBezTo>
                    <a:pt x="2432" y="4404"/>
                    <a:pt x="1775" y="3681"/>
                    <a:pt x="1217" y="2893"/>
                  </a:cubicBezTo>
                  <a:cubicBezTo>
                    <a:pt x="987" y="2498"/>
                    <a:pt x="756" y="2104"/>
                    <a:pt x="592" y="1710"/>
                  </a:cubicBezTo>
                  <a:cubicBezTo>
                    <a:pt x="329" y="1217"/>
                    <a:pt x="198" y="658"/>
                    <a:pt x="231" y="99"/>
                  </a:cubicBezTo>
                  <a:cubicBezTo>
                    <a:pt x="231" y="34"/>
                    <a:pt x="18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9" name="Google Shape;3995;p30"/>
            <p:cNvSpPr/>
            <p:nvPr/>
          </p:nvSpPr>
          <p:spPr>
            <a:xfrm>
              <a:off x="8704440" y="370080"/>
              <a:ext cx="33840" cy="3996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362" h="1617">
                  <a:moveTo>
                    <a:pt x="145" y="0"/>
                  </a:moveTo>
                  <a:cubicBezTo>
                    <a:pt x="120" y="0"/>
                    <a:pt x="93" y="8"/>
                    <a:pt x="66" y="22"/>
                  </a:cubicBezTo>
                  <a:cubicBezTo>
                    <a:pt x="33" y="22"/>
                    <a:pt x="0" y="88"/>
                    <a:pt x="33" y="153"/>
                  </a:cubicBezTo>
                  <a:cubicBezTo>
                    <a:pt x="296" y="712"/>
                    <a:pt x="657" y="1205"/>
                    <a:pt x="1117" y="1599"/>
                  </a:cubicBezTo>
                  <a:cubicBezTo>
                    <a:pt x="1136" y="1611"/>
                    <a:pt x="1156" y="1617"/>
                    <a:pt x="1177" y="1617"/>
                  </a:cubicBezTo>
                  <a:cubicBezTo>
                    <a:pt x="1268" y="1617"/>
                    <a:pt x="1362" y="1515"/>
                    <a:pt x="1282" y="1435"/>
                  </a:cubicBezTo>
                  <a:cubicBezTo>
                    <a:pt x="822" y="1073"/>
                    <a:pt x="460" y="580"/>
                    <a:pt x="230" y="55"/>
                  </a:cubicBezTo>
                  <a:cubicBezTo>
                    <a:pt x="211" y="16"/>
                    <a:pt x="180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0" name="Google Shape;3996;p30"/>
            <p:cNvSpPr/>
            <p:nvPr/>
          </p:nvSpPr>
          <p:spPr>
            <a:xfrm>
              <a:off x="8727840" y="380160"/>
              <a:ext cx="34560" cy="3276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1401" h="1323">
                  <a:moveTo>
                    <a:pt x="124" y="0"/>
                  </a:moveTo>
                  <a:cubicBezTo>
                    <a:pt x="63" y="0"/>
                    <a:pt x="0" y="48"/>
                    <a:pt x="20" y="107"/>
                  </a:cubicBezTo>
                  <a:cubicBezTo>
                    <a:pt x="151" y="731"/>
                    <a:pt x="644" y="1191"/>
                    <a:pt x="1269" y="1323"/>
                  </a:cubicBezTo>
                  <a:cubicBezTo>
                    <a:pt x="1302" y="1323"/>
                    <a:pt x="1367" y="1290"/>
                    <a:pt x="1367" y="1224"/>
                  </a:cubicBezTo>
                  <a:cubicBezTo>
                    <a:pt x="1400" y="1191"/>
                    <a:pt x="1367" y="1125"/>
                    <a:pt x="1302" y="1125"/>
                  </a:cubicBezTo>
                  <a:cubicBezTo>
                    <a:pt x="776" y="1027"/>
                    <a:pt x="316" y="600"/>
                    <a:pt x="217" y="74"/>
                  </a:cubicBezTo>
                  <a:cubicBezTo>
                    <a:pt x="204" y="21"/>
                    <a:pt x="165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1" name="Google Shape;3997;p30"/>
            <p:cNvSpPr/>
            <p:nvPr/>
          </p:nvSpPr>
          <p:spPr>
            <a:xfrm>
              <a:off x="8953560" y="55800"/>
              <a:ext cx="114840" cy="2736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4606" h="1107">
                  <a:moveTo>
                    <a:pt x="1459" y="1"/>
                  </a:moveTo>
                  <a:cubicBezTo>
                    <a:pt x="1010" y="1"/>
                    <a:pt x="560" y="57"/>
                    <a:pt x="122" y="174"/>
                  </a:cubicBezTo>
                  <a:cubicBezTo>
                    <a:pt x="1" y="204"/>
                    <a:pt x="19" y="375"/>
                    <a:pt x="127" y="375"/>
                  </a:cubicBezTo>
                  <a:cubicBezTo>
                    <a:pt x="135" y="375"/>
                    <a:pt x="145" y="373"/>
                    <a:pt x="155" y="371"/>
                  </a:cubicBezTo>
                  <a:cubicBezTo>
                    <a:pt x="580" y="265"/>
                    <a:pt x="1014" y="212"/>
                    <a:pt x="1446" y="212"/>
                  </a:cubicBezTo>
                  <a:cubicBezTo>
                    <a:pt x="2483" y="212"/>
                    <a:pt x="3512" y="514"/>
                    <a:pt x="4394" y="1094"/>
                  </a:cubicBezTo>
                  <a:cubicBezTo>
                    <a:pt x="4408" y="1103"/>
                    <a:pt x="4422" y="1107"/>
                    <a:pt x="4436" y="1107"/>
                  </a:cubicBezTo>
                  <a:cubicBezTo>
                    <a:pt x="4524" y="1107"/>
                    <a:pt x="4606" y="953"/>
                    <a:pt x="4493" y="897"/>
                  </a:cubicBezTo>
                  <a:cubicBezTo>
                    <a:pt x="3591" y="318"/>
                    <a:pt x="2526" y="1"/>
                    <a:pt x="1459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2" name="Google Shape;3998;p30"/>
            <p:cNvSpPr/>
            <p:nvPr/>
          </p:nvSpPr>
          <p:spPr>
            <a:xfrm>
              <a:off x="8987760" y="73800"/>
              <a:ext cx="52560" cy="1800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119" h="741">
                  <a:moveTo>
                    <a:pt x="275" y="1"/>
                  </a:moveTo>
                  <a:cubicBezTo>
                    <a:pt x="227" y="1"/>
                    <a:pt x="180" y="2"/>
                    <a:pt x="132" y="4"/>
                  </a:cubicBezTo>
                  <a:cubicBezTo>
                    <a:pt x="1" y="4"/>
                    <a:pt x="1" y="201"/>
                    <a:pt x="132" y="201"/>
                  </a:cubicBezTo>
                  <a:cubicBezTo>
                    <a:pt x="177" y="199"/>
                    <a:pt x="222" y="198"/>
                    <a:pt x="267" y="198"/>
                  </a:cubicBezTo>
                  <a:cubicBezTo>
                    <a:pt x="846" y="198"/>
                    <a:pt x="1419" y="392"/>
                    <a:pt x="1907" y="727"/>
                  </a:cubicBezTo>
                  <a:cubicBezTo>
                    <a:pt x="1925" y="736"/>
                    <a:pt x="1943" y="740"/>
                    <a:pt x="1959" y="740"/>
                  </a:cubicBezTo>
                  <a:cubicBezTo>
                    <a:pt x="2061" y="740"/>
                    <a:pt x="2118" y="587"/>
                    <a:pt x="2005" y="530"/>
                  </a:cubicBezTo>
                  <a:cubicBezTo>
                    <a:pt x="1487" y="195"/>
                    <a:pt x="884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3" name="Google Shape;3999;p30"/>
            <p:cNvSpPr/>
            <p:nvPr/>
          </p:nvSpPr>
          <p:spPr>
            <a:xfrm>
              <a:off x="8996040" y="89280"/>
              <a:ext cx="27000" cy="1404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14040"/>
                <a:gd name="textAreaBottom" fmla="*/ 14400 h 14040"/>
              </a:gdLst>
              <a:ahLst/>
              <a:cxnLst/>
              <a:rect l="textAreaLeft" t="textAreaTop" r="textAreaRight" b="textAreaBottom"/>
              <a:pathLst>
                <a:path w="1093" h="575">
                  <a:moveTo>
                    <a:pt x="88" y="0"/>
                  </a:moveTo>
                  <a:cubicBezTo>
                    <a:pt x="56" y="0"/>
                    <a:pt x="33" y="16"/>
                    <a:pt x="33" y="54"/>
                  </a:cubicBezTo>
                  <a:cubicBezTo>
                    <a:pt x="0" y="87"/>
                    <a:pt x="0" y="153"/>
                    <a:pt x="66" y="186"/>
                  </a:cubicBezTo>
                  <a:lnTo>
                    <a:pt x="888" y="547"/>
                  </a:lnTo>
                  <a:cubicBezTo>
                    <a:pt x="907" y="567"/>
                    <a:pt x="927" y="575"/>
                    <a:pt x="946" y="575"/>
                  </a:cubicBezTo>
                  <a:cubicBezTo>
                    <a:pt x="1027" y="575"/>
                    <a:pt x="1092" y="436"/>
                    <a:pt x="986" y="383"/>
                  </a:cubicBezTo>
                  <a:lnTo>
                    <a:pt x="165" y="22"/>
                  </a:lnTo>
                  <a:cubicBezTo>
                    <a:pt x="137" y="8"/>
                    <a:pt x="110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4" name="Google Shape;4000;p30"/>
            <p:cNvSpPr/>
            <p:nvPr/>
          </p:nvSpPr>
          <p:spPr>
            <a:xfrm>
              <a:off x="8485200" y="187200"/>
              <a:ext cx="92160" cy="12276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3698" h="4918">
                  <a:moveTo>
                    <a:pt x="133" y="0"/>
                  </a:moveTo>
                  <a:cubicBezTo>
                    <a:pt x="76" y="0"/>
                    <a:pt x="0" y="56"/>
                    <a:pt x="0" y="137"/>
                  </a:cubicBezTo>
                  <a:cubicBezTo>
                    <a:pt x="395" y="2175"/>
                    <a:pt x="1676" y="3916"/>
                    <a:pt x="3484" y="4902"/>
                  </a:cubicBezTo>
                  <a:cubicBezTo>
                    <a:pt x="3505" y="4913"/>
                    <a:pt x="3525" y="4917"/>
                    <a:pt x="3544" y="4917"/>
                  </a:cubicBezTo>
                  <a:cubicBezTo>
                    <a:pt x="3642" y="4917"/>
                    <a:pt x="3698" y="4793"/>
                    <a:pt x="3615" y="4738"/>
                  </a:cubicBezTo>
                  <a:cubicBezTo>
                    <a:pt x="1841" y="3752"/>
                    <a:pt x="592" y="2043"/>
                    <a:pt x="198" y="72"/>
                  </a:cubicBezTo>
                  <a:cubicBezTo>
                    <a:pt x="198" y="22"/>
                    <a:pt x="169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5" name="Google Shape;4001;p30"/>
            <p:cNvSpPr/>
            <p:nvPr/>
          </p:nvSpPr>
          <p:spPr>
            <a:xfrm>
              <a:off x="8523360" y="231480"/>
              <a:ext cx="72720" cy="7920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2928" h="3189">
                  <a:moveTo>
                    <a:pt x="111" y="1"/>
                  </a:moveTo>
                  <a:cubicBezTo>
                    <a:pt x="54" y="1"/>
                    <a:pt x="0" y="43"/>
                    <a:pt x="19" y="117"/>
                  </a:cubicBezTo>
                  <a:cubicBezTo>
                    <a:pt x="512" y="1431"/>
                    <a:pt x="1465" y="2549"/>
                    <a:pt x="2713" y="3173"/>
                  </a:cubicBezTo>
                  <a:cubicBezTo>
                    <a:pt x="2735" y="3184"/>
                    <a:pt x="2755" y="3188"/>
                    <a:pt x="2774" y="3188"/>
                  </a:cubicBezTo>
                  <a:cubicBezTo>
                    <a:pt x="2871" y="3188"/>
                    <a:pt x="2927" y="3064"/>
                    <a:pt x="2845" y="3009"/>
                  </a:cubicBezTo>
                  <a:cubicBezTo>
                    <a:pt x="1629" y="2384"/>
                    <a:pt x="676" y="1333"/>
                    <a:pt x="216" y="84"/>
                  </a:cubicBezTo>
                  <a:cubicBezTo>
                    <a:pt x="202" y="27"/>
                    <a:pt x="156" y="1"/>
                    <a:pt x="11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0" bIns="39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6" name="Google Shape;4002;p30"/>
            <p:cNvSpPr/>
            <p:nvPr/>
          </p:nvSpPr>
          <p:spPr>
            <a:xfrm>
              <a:off x="8551440" y="246240"/>
              <a:ext cx="52920" cy="4860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2136" h="1959">
                  <a:moveTo>
                    <a:pt x="122" y="0"/>
                  </a:moveTo>
                  <a:cubicBezTo>
                    <a:pt x="59" y="0"/>
                    <a:pt x="0" y="59"/>
                    <a:pt x="44" y="146"/>
                  </a:cubicBezTo>
                  <a:cubicBezTo>
                    <a:pt x="504" y="902"/>
                    <a:pt x="1128" y="1527"/>
                    <a:pt x="1917" y="1954"/>
                  </a:cubicBezTo>
                  <a:cubicBezTo>
                    <a:pt x="1929" y="1957"/>
                    <a:pt x="1940" y="1958"/>
                    <a:pt x="1951" y="1958"/>
                  </a:cubicBezTo>
                  <a:cubicBezTo>
                    <a:pt x="2064" y="1958"/>
                    <a:pt x="2135" y="1816"/>
                    <a:pt x="2016" y="1757"/>
                  </a:cubicBezTo>
                  <a:cubicBezTo>
                    <a:pt x="1260" y="1362"/>
                    <a:pt x="635" y="771"/>
                    <a:pt x="208" y="48"/>
                  </a:cubicBezTo>
                  <a:cubicBezTo>
                    <a:pt x="186" y="15"/>
                    <a:pt x="153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7" name="Google Shape;4003;p30"/>
            <p:cNvSpPr/>
            <p:nvPr/>
          </p:nvSpPr>
          <p:spPr>
            <a:xfrm>
              <a:off x="8648640" y="56880"/>
              <a:ext cx="132120" cy="4104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5303" h="1661">
                  <a:moveTo>
                    <a:pt x="301" y="1"/>
                  </a:moveTo>
                  <a:cubicBezTo>
                    <a:pt x="245" y="1"/>
                    <a:pt x="189" y="1"/>
                    <a:pt x="132" y="2"/>
                  </a:cubicBezTo>
                  <a:cubicBezTo>
                    <a:pt x="1" y="2"/>
                    <a:pt x="1" y="199"/>
                    <a:pt x="132" y="199"/>
                  </a:cubicBezTo>
                  <a:cubicBezTo>
                    <a:pt x="187" y="198"/>
                    <a:pt x="243" y="198"/>
                    <a:pt x="298" y="198"/>
                  </a:cubicBezTo>
                  <a:cubicBezTo>
                    <a:pt x="2013" y="198"/>
                    <a:pt x="3661" y="690"/>
                    <a:pt x="5094" y="1645"/>
                  </a:cubicBezTo>
                  <a:cubicBezTo>
                    <a:pt x="5115" y="1656"/>
                    <a:pt x="5135" y="1660"/>
                    <a:pt x="5153" y="1660"/>
                  </a:cubicBezTo>
                  <a:cubicBezTo>
                    <a:pt x="5251" y="1660"/>
                    <a:pt x="5303" y="1531"/>
                    <a:pt x="5192" y="1448"/>
                  </a:cubicBezTo>
                  <a:cubicBezTo>
                    <a:pt x="3760" y="493"/>
                    <a:pt x="2050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8" name="Google Shape;4004;p30"/>
            <p:cNvSpPr/>
            <p:nvPr/>
          </p:nvSpPr>
          <p:spPr>
            <a:xfrm>
              <a:off x="8674200" y="80640"/>
              <a:ext cx="66600" cy="2124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2677" h="868">
                  <a:moveTo>
                    <a:pt x="132" y="0"/>
                  </a:moveTo>
                  <a:cubicBezTo>
                    <a:pt x="0" y="0"/>
                    <a:pt x="0" y="197"/>
                    <a:pt x="132" y="230"/>
                  </a:cubicBezTo>
                  <a:cubicBezTo>
                    <a:pt x="953" y="296"/>
                    <a:pt x="1742" y="526"/>
                    <a:pt x="2465" y="855"/>
                  </a:cubicBezTo>
                  <a:cubicBezTo>
                    <a:pt x="2483" y="864"/>
                    <a:pt x="2501" y="868"/>
                    <a:pt x="2518" y="868"/>
                  </a:cubicBezTo>
                  <a:cubicBezTo>
                    <a:pt x="2619" y="868"/>
                    <a:pt x="2676" y="718"/>
                    <a:pt x="2563" y="690"/>
                  </a:cubicBezTo>
                  <a:cubicBezTo>
                    <a:pt x="1808" y="329"/>
                    <a:pt x="986" y="99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9" name="Google Shape;4005;p30"/>
            <p:cNvSpPr/>
            <p:nvPr/>
          </p:nvSpPr>
          <p:spPr>
            <a:xfrm>
              <a:off x="8679960" y="101880"/>
              <a:ext cx="34200" cy="1044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381" h="428">
                  <a:moveTo>
                    <a:pt x="165" y="1"/>
                  </a:moveTo>
                  <a:cubicBezTo>
                    <a:pt x="99" y="1"/>
                    <a:pt x="33" y="33"/>
                    <a:pt x="33" y="66"/>
                  </a:cubicBezTo>
                  <a:cubicBezTo>
                    <a:pt x="0" y="132"/>
                    <a:pt x="33" y="198"/>
                    <a:pt x="99" y="198"/>
                  </a:cubicBezTo>
                  <a:lnTo>
                    <a:pt x="1216" y="428"/>
                  </a:lnTo>
                  <a:cubicBezTo>
                    <a:pt x="1282" y="428"/>
                    <a:pt x="1348" y="395"/>
                    <a:pt x="1348" y="362"/>
                  </a:cubicBezTo>
                  <a:cubicBezTo>
                    <a:pt x="1380" y="296"/>
                    <a:pt x="1348" y="231"/>
                    <a:pt x="1282" y="231"/>
                  </a:cubicBezTo>
                  <a:lnTo>
                    <a:pt x="165" y="1"/>
                  </a:ln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0" name="Google Shape;4006;p30"/>
            <p:cNvSpPr/>
            <p:nvPr/>
          </p:nvSpPr>
          <p:spPr>
            <a:xfrm>
              <a:off x="8973000" y="-68040"/>
              <a:ext cx="54000" cy="1101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2170" h="4427">
                  <a:moveTo>
                    <a:pt x="861" y="0"/>
                  </a:moveTo>
                  <a:cubicBezTo>
                    <a:pt x="829" y="0"/>
                    <a:pt x="800" y="18"/>
                    <a:pt x="789" y="62"/>
                  </a:cubicBezTo>
                  <a:cubicBezTo>
                    <a:pt x="0" y="1607"/>
                    <a:pt x="1019" y="3217"/>
                    <a:pt x="1972" y="4400"/>
                  </a:cubicBezTo>
                  <a:cubicBezTo>
                    <a:pt x="1999" y="4418"/>
                    <a:pt x="2027" y="4426"/>
                    <a:pt x="2052" y="4426"/>
                  </a:cubicBezTo>
                  <a:cubicBezTo>
                    <a:pt x="2118" y="4426"/>
                    <a:pt x="2169" y="4372"/>
                    <a:pt x="2169" y="4301"/>
                  </a:cubicBezTo>
                  <a:lnTo>
                    <a:pt x="2038" y="4005"/>
                  </a:lnTo>
                  <a:cubicBezTo>
                    <a:pt x="2025" y="3955"/>
                    <a:pt x="1989" y="3934"/>
                    <a:pt x="1950" y="3934"/>
                  </a:cubicBezTo>
                  <a:cubicBezTo>
                    <a:pt x="1928" y="3934"/>
                    <a:pt x="1904" y="3941"/>
                    <a:pt x="1885" y="3954"/>
                  </a:cubicBezTo>
                  <a:lnTo>
                    <a:pt x="1885" y="3954"/>
                  </a:lnTo>
                  <a:cubicBezTo>
                    <a:pt x="1051" y="2877"/>
                    <a:pt x="296" y="1505"/>
                    <a:pt x="953" y="161"/>
                  </a:cubicBezTo>
                  <a:cubicBezTo>
                    <a:pt x="997" y="73"/>
                    <a:pt x="924" y="0"/>
                    <a:pt x="861" y="0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1" name="Google Shape;4007;p30"/>
            <p:cNvSpPr/>
            <p:nvPr/>
          </p:nvSpPr>
          <p:spPr>
            <a:xfrm>
              <a:off x="9028080" y="-46080"/>
              <a:ext cx="27000" cy="8172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099" h="3283">
                  <a:moveTo>
                    <a:pt x="337" y="1"/>
                  </a:moveTo>
                  <a:cubicBezTo>
                    <a:pt x="297" y="1"/>
                    <a:pt x="264" y="22"/>
                    <a:pt x="264" y="72"/>
                  </a:cubicBezTo>
                  <a:cubicBezTo>
                    <a:pt x="1" y="1157"/>
                    <a:pt x="231" y="2307"/>
                    <a:pt x="855" y="3227"/>
                  </a:cubicBezTo>
                  <a:cubicBezTo>
                    <a:pt x="885" y="3267"/>
                    <a:pt x="921" y="3282"/>
                    <a:pt x="954" y="3282"/>
                  </a:cubicBezTo>
                  <a:cubicBezTo>
                    <a:pt x="1032" y="3282"/>
                    <a:pt x="1098" y="3197"/>
                    <a:pt x="1052" y="3128"/>
                  </a:cubicBezTo>
                  <a:cubicBezTo>
                    <a:pt x="428" y="2274"/>
                    <a:pt x="198" y="1157"/>
                    <a:pt x="461" y="138"/>
                  </a:cubicBezTo>
                  <a:cubicBezTo>
                    <a:pt x="481" y="57"/>
                    <a:pt x="401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2" name="Google Shape;4008;p30"/>
            <p:cNvSpPr/>
            <p:nvPr/>
          </p:nvSpPr>
          <p:spPr>
            <a:xfrm>
              <a:off x="9030600" y="-91800"/>
              <a:ext cx="34920" cy="2448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1414" h="987">
                  <a:moveTo>
                    <a:pt x="1282" y="1"/>
                  </a:moveTo>
                  <a:cubicBezTo>
                    <a:pt x="756" y="33"/>
                    <a:pt x="263" y="329"/>
                    <a:pt x="33" y="822"/>
                  </a:cubicBezTo>
                  <a:cubicBezTo>
                    <a:pt x="1" y="888"/>
                    <a:pt x="33" y="953"/>
                    <a:pt x="66" y="986"/>
                  </a:cubicBezTo>
                  <a:cubicBezTo>
                    <a:pt x="99" y="986"/>
                    <a:pt x="165" y="986"/>
                    <a:pt x="198" y="921"/>
                  </a:cubicBezTo>
                  <a:lnTo>
                    <a:pt x="198" y="953"/>
                  </a:lnTo>
                  <a:cubicBezTo>
                    <a:pt x="395" y="526"/>
                    <a:pt x="822" y="231"/>
                    <a:pt x="1282" y="198"/>
                  </a:cubicBezTo>
                  <a:cubicBezTo>
                    <a:pt x="1414" y="198"/>
                    <a:pt x="141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 w="9525">
              <a:solidFill>
                <a:srgbClr val="3A4EB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3" name="Google Shape;155;p4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4" name="PlaceHolder 1"/>
          <p:cNvSpPr>
            <a:spLocks noGrp="1"/>
          </p:cNvSpPr>
          <p:nvPr>
            <p:ph type="title"/>
          </p:nvPr>
        </p:nvSpPr>
        <p:spPr>
          <a:xfrm>
            <a:off x="712440" y="314640"/>
            <a:ext cx="7719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55" name="Google Shape;158;p4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56" name="Google Shape;159;p4"/>
          <p:cNvSpPr/>
          <p:nvPr/>
        </p:nvSpPr>
        <p:spPr>
          <a:xfrm>
            <a:off x="8371800" y="10044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57" name="Google Shape;160;p4"/>
          <p:cNvSpPr/>
          <p:nvPr/>
        </p:nvSpPr>
        <p:spPr>
          <a:xfrm>
            <a:off x="68040" y="88740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58" name="Google Shape;161;p4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59" name="Google Shape;162;p4"/>
          <p:cNvSpPr/>
          <p:nvPr/>
        </p:nvSpPr>
        <p:spPr>
          <a:xfrm>
            <a:off x="1202760" y="469008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0" name="Google Shape;163;p4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1" name="Google Shape;164;p4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2" name="Google Shape;165;p4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3" name="Google Shape;166;p4"/>
          <p:cNvSpPr/>
          <p:nvPr/>
        </p:nvSpPr>
        <p:spPr>
          <a:xfrm>
            <a:off x="237960" y="315360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4" name="Google Shape;167;p4"/>
          <p:cNvSpPr/>
          <p:nvPr/>
        </p:nvSpPr>
        <p:spPr>
          <a:xfrm>
            <a:off x="8921160" y="87948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5" name="Google Shape;168;p4"/>
          <p:cNvSpPr/>
          <p:nvPr/>
        </p:nvSpPr>
        <p:spPr>
          <a:xfrm>
            <a:off x="8484840" y="19026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6" name="Google Shape;169;p4"/>
          <p:cNvSpPr/>
          <p:nvPr/>
        </p:nvSpPr>
        <p:spPr>
          <a:xfrm>
            <a:off x="7119720" y="7344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7" name="Google Shape;170;p4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8" name="Google Shape;171;p4"/>
          <p:cNvSpPr/>
          <p:nvPr/>
        </p:nvSpPr>
        <p:spPr>
          <a:xfrm>
            <a:off x="5737320" y="4287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69" name="Google Shape;172;p4"/>
          <p:cNvSpPr/>
          <p:nvPr/>
        </p:nvSpPr>
        <p:spPr>
          <a:xfrm>
            <a:off x="6779520" y="484020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0" name="Google Shape;173;p4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1" name="Google Shape;174;p4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2" name="Google Shape;175;p4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3" name="Google Shape;176;p4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4" name="Google Shape;177;p4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5" name="Google Shape;178;p4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6" name="Google Shape;179;p4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7" name="Google Shape;180;p4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8" name="Google Shape;181;p4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79" name="Google Shape;182;p4"/>
          <p:cNvSpPr/>
          <p:nvPr/>
        </p:nvSpPr>
        <p:spPr>
          <a:xfrm>
            <a:off x="8883000" y="332568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80" name="Google Shape;183;p4"/>
          <p:cNvSpPr/>
          <p:nvPr/>
        </p:nvSpPr>
        <p:spPr>
          <a:xfrm>
            <a:off x="8731800" y="39618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81" name="Google Shape;184;p4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82" name="Google Shape;185;p4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83" name="Google Shape;186;p4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84" name="Google Shape;187;p4"/>
          <p:cNvSpPr/>
          <p:nvPr/>
        </p:nvSpPr>
        <p:spPr>
          <a:xfrm>
            <a:off x="3934800" y="494856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85" name="Google Shape;188;p4"/>
          <p:cNvSpPr/>
          <p:nvPr/>
        </p:nvSpPr>
        <p:spPr>
          <a:xfrm>
            <a:off x="2883960" y="495216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7" name="Google Shape;190;p5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8" name="PlaceHolder 1"/>
          <p:cNvSpPr>
            <a:spLocks noGrp="1"/>
          </p:cNvSpPr>
          <p:nvPr>
            <p:ph type="title"/>
          </p:nvPr>
        </p:nvSpPr>
        <p:spPr>
          <a:xfrm>
            <a:off x="689400" y="31824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89" name="Google Shape;196;p5"/>
          <p:cNvSpPr/>
          <p:nvPr/>
        </p:nvSpPr>
        <p:spPr>
          <a:xfrm>
            <a:off x="460800" y="272016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0" name="Google Shape;197;p5"/>
          <p:cNvSpPr/>
          <p:nvPr/>
        </p:nvSpPr>
        <p:spPr>
          <a:xfrm>
            <a:off x="618120" y="340596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1" name="Google Shape;198;p5"/>
          <p:cNvSpPr/>
          <p:nvPr/>
        </p:nvSpPr>
        <p:spPr>
          <a:xfrm>
            <a:off x="237600" y="74772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2" name="Google Shape;199;p5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3" name="Google Shape;200;p5"/>
          <p:cNvSpPr/>
          <p:nvPr/>
        </p:nvSpPr>
        <p:spPr>
          <a:xfrm>
            <a:off x="2778840" y="15228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44" y="4224"/>
                </a:cubicBezTo>
                <a:cubicBezTo>
                  <a:pt x="3140" y="4565"/>
                  <a:pt x="2969" y="4941"/>
                  <a:pt x="2798" y="5316"/>
                </a:cubicBezTo>
                <a:lnTo>
                  <a:pt x="2798" y="5350"/>
                </a:lnTo>
                <a:cubicBezTo>
                  <a:pt x="2628" y="4463"/>
                  <a:pt x="2423" y="3610"/>
                  <a:pt x="1297" y="3507"/>
                </a:cubicBezTo>
                <a:cubicBezTo>
                  <a:pt x="2184" y="2586"/>
                  <a:pt x="1979" y="2757"/>
                  <a:pt x="2355" y="1904"/>
                </a:cubicBezTo>
                <a:close/>
                <a:moveTo>
                  <a:pt x="2024" y="0"/>
                </a:moveTo>
                <a:cubicBezTo>
                  <a:pt x="1987" y="0"/>
                  <a:pt x="1948" y="9"/>
                  <a:pt x="1911" y="27"/>
                </a:cubicBezTo>
                <a:cubicBezTo>
                  <a:pt x="1775" y="61"/>
                  <a:pt x="1706" y="197"/>
                  <a:pt x="1775" y="300"/>
                </a:cubicBezTo>
                <a:cubicBezTo>
                  <a:pt x="1843" y="573"/>
                  <a:pt x="1911" y="812"/>
                  <a:pt x="1945" y="1085"/>
                </a:cubicBezTo>
                <a:cubicBezTo>
                  <a:pt x="1979" y="1255"/>
                  <a:pt x="2014" y="1460"/>
                  <a:pt x="1979" y="1699"/>
                </a:cubicBezTo>
                <a:cubicBezTo>
                  <a:pt x="1877" y="2279"/>
                  <a:pt x="1570" y="2825"/>
                  <a:pt x="1058" y="3166"/>
                </a:cubicBezTo>
                <a:cubicBezTo>
                  <a:pt x="785" y="3337"/>
                  <a:pt x="512" y="3507"/>
                  <a:pt x="239" y="3678"/>
                </a:cubicBezTo>
                <a:cubicBezTo>
                  <a:pt x="171" y="3712"/>
                  <a:pt x="103" y="3746"/>
                  <a:pt x="69" y="3780"/>
                </a:cubicBezTo>
                <a:cubicBezTo>
                  <a:pt x="34" y="3849"/>
                  <a:pt x="0" y="3917"/>
                  <a:pt x="0" y="4019"/>
                </a:cubicBezTo>
                <a:cubicBezTo>
                  <a:pt x="34" y="4122"/>
                  <a:pt x="137" y="4122"/>
                  <a:pt x="239" y="4122"/>
                </a:cubicBezTo>
                <a:cubicBezTo>
                  <a:pt x="273" y="4122"/>
                  <a:pt x="307" y="4088"/>
                  <a:pt x="342" y="4088"/>
                </a:cubicBezTo>
                <a:cubicBezTo>
                  <a:pt x="649" y="4019"/>
                  <a:pt x="956" y="3951"/>
                  <a:pt x="1263" y="3951"/>
                </a:cubicBezTo>
                <a:cubicBezTo>
                  <a:pt x="1313" y="3941"/>
                  <a:pt x="1363" y="3936"/>
                  <a:pt x="1411" y="3936"/>
                </a:cubicBezTo>
                <a:cubicBezTo>
                  <a:pt x="1692" y="3936"/>
                  <a:pt x="1936" y="4099"/>
                  <a:pt x="2082" y="4361"/>
                </a:cubicBezTo>
                <a:cubicBezTo>
                  <a:pt x="2184" y="4565"/>
                  <a:pt x="2287" y="4770"/>
                  <a:pt x="2321" y="5009"/>
                </a:cubicBezTo>
                <a:cubicBezTo>
                  <a:pt x="2491" y="5623"/>
                  <a:pt x="2525" y="6271"/>
                  <a:pt x="2491" y="6920"/>
                </a:cubicBezTo>
                <a:cubicBezTo>
                  <a:pt x="2491" y="7124"/>
                  <a:pt x="2491" y="7363"/>
                  <a:pt x="2491" y="7568"/>
                </a:cubicBezTo>
                <a:cubicBezTo>
                  <a:pt x="2491" y="7705"/>
                  <a:pt x="2457" y="7875"/>
                  <a:pt x="2662" y="7943"/>
                </a:cubicBezTo>
                <a:cubicBezTo>
                  <a:pt x="2679" y="7948"/>
                  <a:pt x="2695" y="7950"/>
                  <a:pt x="2709" y="7950"/>
                </a:cubicBezTo>
                <a:cubicBezTo>
                  <a:pt x="2815" y="7950"/>
                  <a:pt x="2871" y="7842"/>
                  <a:pt x="2901" y="7602"/>
                </a:cubicBezTo>
                <a:cubicBezTo>
                  <a:pt x="2969" y="7193"/>
                  <a:pt x="3003" y="6817"/>
                  <a:pt x="3071" y="6408"/>
                </a:cubicBezTo>
                <a:cubicBezTo>
                  <a:pt x="3106" y="5896"/>
                  <a:pt x="3242" y="5350"/>
                  <a:pt x="3447" y="4872"/>
                </a:cubicBezTo>
                <a:cubicBezTo>
                  <a:pt x="3652" y="4326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5"/>
                </a:cubicBezTo>
                <a:cubicBezTo>
                  <a:pt x="4812" y="3234"/>
                  <a:pt x="4641" y="3132"/>
                  <a:pt x="4539" y="3098"/>
                </a:cubicBezTo>
                <a:cubicBezTo>
                  <a:pt x="4470" y="3064"/>
                  <a:pt x="4368" y="3030"/>
                  <a:pt x="4266" y="2961"/>
                </a:cubicBezTo>
                <a:cubicBezTo>
                  <a:pt x="4095" y="2893"/>
                  <a:pt x="3890" y="2791"/>
                  <a:pt x="3720" y="2654"/>
                </a:cubicBezTo>
                <a:cubicBezTo>
                  <a:pt x="3344" y="2347"/>
                  <a:pt x="3003" y="1972"/>
                  <a:pt x="2662" y="1631"/>
                </a:cubicBezTo>
                <a:cubicBezTo>
                  <a:pt x="2491" y="1460"/>
                  <a:pt x="2389" y="1187"/>
                  <a:pt x="2389" y="948"/>
                </a:cubicBezTo>
                <a:cubicBezTo>
                  <a:pt x="2355" y="675"/>
                  <a:pt x="2321" y="436"/>
                  <a:pt x="2218" y="163"/>
                </a:cubicBezTo>
                <a:cubicBezTo>
                  <a:pt x="2218" y="63"/>
                  <a:pt x="2127" y="0"/>
                  <a:pt x="20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4" name="Google Shape;201;p5"/>
          <p:cNvSpPr/>
          <p:nvPr/>
        </p:nvSpPr>
        <p:spPr>
          <a:xfrm>
            <a:off x="745560" y="143100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5" name="Google Shape;202;p5"/>
          <p:cNvSpPr/>
          <p:nvPr/>
        </p:nvSpPr>
        <p:spPr>
          <a:xfrm>
            <a:off x="4024440" y="197496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6" name="Google Shape;203;p5"/>
          <p:cNvSpPr/>
          <p:nvPr/>
        </p:nvSpPr>
        <p:spPr>
          <a:xfrm>
            <a:off x="8275680" y="5886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7" name="Google Shape;204;p5"/>
          <p:cNvSpPr/>
          <p:nvPr/>
        </p:nvSpPr>
        <p:spPr>
          <a:xfrm>
            <a:off x="1204200" y="25048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8" name="Google Shape;205;p5"/>
          <p:cNvSpPr/>
          <p:nvPr/>
        </p:nvSpPr>
        <p:spPr>
          <a:xfrm>
            <a:off x="7913880" y="34020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99" name="Google Shape;206;p5"/>
          <p:cNvSpPr/>
          <p:nvPr/>
        </p:nvSpPr>
        <p:spPr>
          <a:xfrm>
            <a:off x="8275680" y="124092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0" name="Google Shape;207;p5"/>
          <p:cNvSpPr/>
          <p:nvPr/>
        </p:nvSpPr>
        <p:spPr>
          <a:xfrm>
            <a:off x="8858160" y="220140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1" name="Google Shape;208;p5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2" name="Google Shape;209;p5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3" name="Google Shape;210;p5"/>
          <p:cNvSpPr/>
          <p:nvPr/>
        </p:nvSpPr>
        <p:spPr>
          <a:xfrm>
            <a:off x="147960" y="441720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4" name="Google Shape;211;p5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5" name="Google Shape;212;p5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6" name="Google Shape;213;p5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7" name="Google Shape;214;p5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8" name="Google Shape;215;p5"/>
          <p:cNvSpPr/>
          <p:nvPr/>
        </p:nvSpPr>
        <p:spPr>
          <a:xfrm>
            <a:off x="9036000" y="29700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09" name="Google Shape;216;p5"/>
          <p:cNvSpPr/>
          <p:nvPr/>
        </p:nvSpPr>
        <p:spPr>
          <a:xfrm>
            <a:off x="8859960" y="330948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0" name="Google Shape;217;p5"/>
          <p:cNvSpPr/>
          <p:nvPr/>
        </p:nvSpPr>
        <p:spPr>
          <a:xfrm>
            <a:off x="475560" y="420588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1" name="Google Shape;218;p5"/>
          <p:cNvSpPr/>
          <p:nvPr/>
        </p:nvSpPr>
        <p:spPr>
          <a:xfrm>
            <a:off x="8856000" y="109368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2" name="Google Shape;219;p5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3" name="Google Shape;220;p5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4" name="Google Shape;221;p5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5" name="Google Shape;222;p5"/>
          <p:cNvSpPr/>
          <p:nvPr/>
        </p:nvSpPr>
        <p:spPr>
          <a:xfrm>
            <a:off x="8843040" y="424188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6" name="Google Shape;223;p5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17" name="Google Shape;224;p5"/>
          <p:cNvSpPr/>
          <p:nvPr/>
        </p:nvSpPr>
        <p:spPr>
          <a:xfrm>
            <a:off x="4601160" y="24404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8" name="Google Shape;226;p6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9" name="PlaceHolder 1"/>
          <p:cNvSpPr>
            <a:spLocks noGrp="1"/>
          </p:cNvSpPr>
          <p:nvPr>
            <p:ph type="title"/>
          </p:nvPr>
        </p:nvSpPr>
        <p:spPr>
          <a:xfrm>
            <a:off x="714960" y="312840"/>
            <a:ext cx="7713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20" name="Google Shape;228;p6"/>
          <p:cNvSpPr/>
          <p:nvPr/>
        </p:nvSpPr>
        <p:spPr>
          <a:xfrm>
            <a:off x="394920" y="246024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1" name="Google Shape;229;p6"/>
          <p:cNvSpPr/>
          <p:nvPr/>
        </p:nvSpPr>
        <p:spPr>
          <a:xfrm>
            <a:off x="336240" y="479124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2" name="Google Shape;230;p6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3" name="Google Shape;231;p6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4" name="Google Shape;232;p6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5" name="Google Shape;233;p6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6" name="Google Shape;234;p6"/>
          <p:cNvSpPr/>
          <p:nvPr/>
        </p:nvSpPr>
        <p:spPr>
          <a:xfrm>
            <a:off x="186840" y="93348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7" name="Google Shape;235;p6"/>
          <p:cNvSpPr/>
          <p:nvPr/>
        </p:nvSpPr>
        <p:spPr>
          <a:xfrm>
            <a:off x="8786880" y="426240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8" name="Google Shape;236;p6"/>
          <p:cNvSpPr/>
          <p:nvPr/>
        </p:nvSpPr>
        <p:spPr>
          <a:xfrm>
            <a:off x="8854560" y="14040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29" name="Google Shape;237;p6"/>
          <p:cNvSpPr/>
          <p:nvPr/>
        </p:nvSpPr>
        <p:spPr>
          <a:xfrm>
            <a:off x="8100360" y="48006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0" name="Google Shape;238;p6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1" name="Google Shape;239;p6"/>
          <p:cNvSpPr/>
          <p:nvPr/>
        </p:nvSpPr>
        <p:spPr>
          <a:xfrm>
            <a:off x="2871000" y="4840200"/>
            <a:ext cx="40320" cy="33120"/>
          </a:xfrm>
          <a:custGeom>
            <a:avLst/>
            <a:gdLst>
              <a:gd name="textAreaLeft" fmla="*/ 0 w 40320"/>
              <a:gd name="textAreaRight" fmla="*/ 40680 w 4032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29" h="1017">
                <a:moveTo>
                  <a:pt x="661" y="1"/>
                </a:moveTo>
                <a:cubicBezTo>
                  <a:pt x="614" y="1"/>
                  <a:pt x="563" y="9"/>
                  <a:pt x="512" y="27"/>
                </a:cubicBezTo>
                <a:cubicBezTo>
                  <a:pt x="341" y="95"/>
                  <a:pt x="205" y="231"/>
                  <a:pt x="102" y="402"/>
                </a:cubicBezTo>
                <a:cubicBezTo>
                  <a:pt x="0" y="538"/>
                  <a:pt x="34" y="709"/>
                  <a:pt x="137" y="845"/>
                </a:cubicBezTo>
                <a:cubicBezTo>
                  <a:pt x="239" y="982"/>
                  <a:pt x="375" y="1016"/>
                  <a:pt x="546" y="1016"/>
                </a:cubicBezTo>
                <a:lnTo>
                  <a:pt x="683" y="1016"/>
                </a:lnTo>
                <a:cubicBezTo>
                  <a:pt x="921" y="982"/>
                  <a:pt x="1160" y="811"/>
                  <a:pt x="1194" y="538"/>
                </a:cubicBezTo>
                <a:cubicBezTo>
                  <a:pt x="1228" y="436"/>
                  <a:pt x="1194" y="299"/>
                  <a:pt x="1092" y="197"/>
                </a:cubicBezTo>
                <a:cubicBezTo>
                  <a:pt x="990" y="129"/>
                  <a:pt x="887" y="61"/>
                  <a:pt x="785" y="27"/>
                </a:cubicBezTo>
                <a:cubicBezTo>
                  <a:pt x="751" y="9"/>
                  <a:pt x="708" y="1"/>
                  <a:pt x="66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2" name="Google Shape;240;p6"/>
          <p:cNvSpPr/>
          <p:nvPr/>
        </p:nvSpPr>
        <p:spPr>
          <a:xfrm>
            <a:off x="5039640" y="3384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3" name="Google Shape;241;p6"/>
          <p:cNvSpPr/>
          <p:nvPr/>
        </p:nvSpPr>
        <p:spPr>
          <a:xfrm>
            <a:off x="6543360" y="464364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4" name="Google Shape;242;p6"/>
          <p:cNvSpPr/>
          <p:nvPr/>
        </p:nvSpPr>
        <p:spPr>
          <a:xfrm>
            <a:off x="8291880" y="15192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5" name="Google Shape;243;p6"/>
          <p:cNvSpPr/>
          <p:nvPr/>
        </p:nvSpPr>
        <p:spPr>
          <a:xfrm>
            <a:off x="8786880" y="38844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6" name="Google Shape;244;p6"/>
          <p:cNvSpPr/>
          <p:nvPr/>
        </p:nvSpPr>
        <p:spPr>
          <a:xfrm>
            <a:off x="5524920" y="479736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7" name="Google Shape;245;p6"/>
          <p:cNvSpPr/>
          <p:nvPr/>
        </p:nvSpPr>
        <p:spPr>
          <a:xfrm>
            <a:off x="511560" y="459108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8" name="Google Shape;246;p6"/>
          <p:cNvSpPr/>
          <p:nvPr/>
        </p:nvSpPr>
        <p:spPr>
          <a:xfrm>
            <a:off x="2232000" y="4686840"/>
            <a:ext cx="40320" cy="31680"/>
          </a:xfrm>
          <a:custGeom>
            <a:avLst/>
            <a:gdLst>
              <a:gd name="textAreaLeft" fmla="*/ 0 w 40320"/>
              <a:gd name="textAreaRight" fmla="*/ 40680 w 4032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29" h="968">
                <a:moveTo>
                  <a:pt x="615" y="1"/>
                </a:moveTo>
                <a:cubicBezTo>
                  <a:pt x="408" y="1"/>
                  <a:pt x="222" y="84"/>
                  <a:pt x="103" y="251"/>
                </a:cubicBezTo>
                <a:cubicBezTo>
                  <a:pt x="0" y="388"/>
                  <a:pt x="0" y="558"/>
                  <a:pt x="103" y="661"/>
                </a:cubicBezTo>
                <a:cubicBezTo>
                  <a:pt x="205" y="831"/>
                  <a:pt x="376" y="934"/>
                  <a:pt x="580" y="968"/>
                </a:cubicBezTo>
                <a:cubicBezTo>
                  <a:pt x="717" y="968"/>
                  <a:pt x="888" y="934"/>
                  <a:pt x="990" y="831"/>
                </a:cubicBezTo>
                <a:cubicBezTo>
                  <a:pt x="1229" y="593"/>
                  <a:pt x="1160" y="183"/>
                  <a:pt x="888" y="47"/>
                </a:cubicBezTo>
                <a:cubicBezTo>
                  <a:pt x="795" y="16"/>
                  <a:pt x="703" y="1"/>
                  <a:pt x="61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39" name="Google Shape;247;p6"/>
          <p:cNvSpPr/>
          <p:nvPr/>
        </p:nvSpPr>
        <p:spPr>
          <a:xfrm>
            <a:off x="1607760" y="491940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0" name="Google Shape;248;p6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1" name="Google Shape;249;p6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2" name="Google Shape;250;p6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3" name="Google Shape;251;p6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4" name="Google Shape;252;p6"/>
          <p:cNvSpPr/>
          <p:nvPr/>
        </p:nvSpPr>
        <p:spPr>
          <a:xfrm>
            <a:off x="8857440" y="471888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5" name="Google Shape;253;p6"/>
          <p:cNvSpPr/>
          <p:nvPr/>
        </p:nvSpPr>
        <p:spPr>
          <a:xfrm>
            <a:off x="8854560" y="167040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6" name="Google Shape;254;p6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7" name="Google Shape;255;p6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8" name="Google Shape;256;p6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49" name="Google Shape;257;p6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50" name="Google Shape;258;p6"/>
          <p:cNvSpPr/>
          <p:nvPr/>
        </p:nvSpPr>
        <p:spPr>
          <a:xfrm>
            <a:off x="2595960" y="491904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87">
                <a:moveTo>
                  <a:pt x="541" y="0"/>
                </a:moveTo>
                <a:cubicBezTo>
                  <a:pt x="448" y="0"/>
                  <a:pt x="355" y="28"/>
                  <a:pt x="273" y="82"/>
                </a:cubicBezTo>
                <a:cubicBezTo>
                  <a:pt x="102" y="185"/>
                  <a:pt x="0" y="424"/>
                  <a:pt x="34" y="628"/>
                </a:cubicBezTo>
                <a:cubicBezTo>
                  <a:pt x="122" y="920"/>
                  <a:pt x="408" y="1087"/>
                  <a:pt x="703" y="1087"/>
                </a:cubicBezTo>
                <a:cubicBezTo>
                  <a:pt x="753" y="1087"/>
                  <a:pt x="803" y="1082"/>
                  <a:pt x="853" y="1072"/>
                </a:cubicBezTo>
                <a:cubicBezTo>
                  <a:pt x="990" y="1004"/>
                  <a:pt x="1092" y="901"/>
                  <a:pt x="1092" y="731"/>
                </a:cubicBezTo>
                <a:cubicBezTo>
                  <a:pt x="1126" y="526"/>
                  <a:pt x="1058" y="321"/>
                  <a:pt x="921" y="185"/>
                </a:cubicBezTo>
                <a:cubicBezTo>
                  <a:pt x="819" y="62"/>
                  <a:pt x="680" y="0"/>
                  <a:pt x="54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1" name="Google Shape;260;p7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2" name="PlaceHolder 1"/>
          <p:cNvSpPr>
            <a:spLocks noGrp="1"/>
          </p:cNvSpPr>
          <p:nvPr>
            <p:ph type="title"/>
          </p:nvPr>
        </p:nvSpPr>
        <p:spPr>
          <a:xfrm>
            <a:off x="714960" y="313200"/>
            <a:ext cx="7713720" cy="125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53" name="Google Shape;263;p7"/>
          <p:cNvSpPr/>
          <p:nvPr/>
        </p:nvSpPr>
        <p:spPr>
          <a:xfrm>
            <a:off x="1302840" y="1506960"/>
            <a:ext cx="383760" cy="428760"/>
          </a:xfrm>
          <a:custGeom>
            <a:avLst/>
            <a:gdLst>
              <a:gd name="textAreaLeft" fmla="*/ 0 w 383760"/>
              <a:gd name="textAreaRight" fmla="*/ 384120 w 383760"/>
              <a:gd name="textAreaTop" fmla="*/ 0 h 428760"/>
              <a:gd name="textAreaBottom" fmla="*/ 429120 h 428760"/>
            </a:gdLst>
            <a:ahLst/>
            <a:cxnLst/>
            <a:rect l="textAreaLeft" t="textAreaTop" r="textAreaRight" b="textAreaBottom"/>
            <a:pathLst>
              <a:path w="15366" h="17161">
                <a:moveTo>
                  <a:pt x="3262" y="822"/>
                </a:moveTo>
                <a:cubicBezTo>
                  <a:pt x="3470" y="822"/>
                  <a:pt x="3697" y="851"/>
                  <a:pt x="3943" y="913"/>
                </a:cubicBezTo>
                <a:cubicBezTo>
                  <a:pt x="3043" y="1470"/>
                  <a:pt x="2186" y="2091"/>
                  <a:pt x="1372" y="2777"/>
                </a:cubicBezTo>
                <a:cubicBezTo>
                  <a:pt x="1535" y="1723"/>
                  <a:pt x="2100" y="822"/>
                  <a:pt x="3262" y="822"/>
                </a:cubicBezTo>
                <a:close/>
                <a:moveTo>
                  <a:pt x="11187" y="1256"/>
                </a:moveTo>
                <a:lnTo>
                  <a:pt x="11187" y="1256"/>
                </a:lnTo>
                <a:cubicBezTo>
                  <a:pt x="10480" y="1748"/>
                  <a:pt x="9858" y="2327"/>
                  <a:pt x="9322" y="2970"/>
                </a:cubicBezTo>
                <a:cubicBezTo>
                  <a:pt x="9773" y="2241"/>
                  <a:pt x="10415" y="1641"/>
                  <a:pt x="11187" y="1256"/>
                </a:cubicBezTo>
                <a:close/>
                <a:moveTo>
                  <a:pt x="3704" y="1311"/>
                </a:moveTo>
                <a:cubicBezTo>
                  <a:pt x="3800" y="1311"/>
                  <a:pt x="3703" y="1500"/>
                  <a:pt x="3236" y="2027"/>
                </a:cubicBezTo>
                <a:cubicBezTo>
                  <a:pt x="2636" y="2670"/>
                  <a:pt x="1907" y="3120"/>
                  <a:pt x="1329" y="3763"/>
                </a:cubicBezTo>
                <a:cubicBezTo>
                  <a:pt x="1307" y="3527"/>
                  <a:pt x="1307" y="3291"/>
                  <a:pt x="1329" y="3077"/>
                </a:cubicBezTo>
                <a:cubicBezTo>
                  <a:pt x="1757" y="2734"/>
                  <a:pt x="2165" y="2391"/>
                  <a:pt x="2572" y="2070"/>
                </a:cubicBezTo>
                <a:cubicBezTo>
                  <a:pt x="2994" y="1725"/>
                  <a:pt x="3561" y="1311"/>
                  <a:pt x="3704" y="1311"/>
                </a:cubicBezTo>
                <a:close/>
                <a:moveTo>
                  <a:pt x="12657" y="945"/>
                </a:moveTo>
                <a:cubicBezTo>
                  <a:pt x="12692" y="945"/>
                  <a:pt x="12724" y="948"/>
                  <a:pt x="12751" y="956"/>
                </a:cubicBezTo>
                <a:cubicBezTo>
                  <a:pt x="12430" y="1191"/>
                  <a:pt x="12108" y="1448"/>
                  <a:pt x="11830" y="1727"/>
                </a:cubicBezTo>
                <a:cubicBezTo>
                  <a:pt x="11144" y="2220"/>
                  <a:pt x="10437" y="2691"/>
                  <a:pt x="9730" y="3163"/>
                </a:cubicBezTo>
                <a:cubicBezTo>
                  <a:pt x="9430" y="3356"/>
                  <a:pt x="9151" y="3570"/>
                  <a:pt x="8894" y="3827"/>
                </a:cubicBezTo>
                <a:cubicBezTo>
                  <a:pt x="9022" y="3677"/>
                  <a:pt x="9151" y="3527"/>
                  <a:pt x="9280" y="3377"/>
                </a:cubicBezTo>
                <a:cubicBezTo>
                  <a:pt x="10030" y="2499"/>
                  <a:pt x="10908" y="1770"/>
                  <a:pt x="11894" y="1191"/>
                </a:cubicBezTo>
                <a:cubicBezTo>
                  <a:pt x="11989" y="1135"/>
                  <a:pt x="12400" y="945"/>
                  <a:pt x="12657" y="945"/>
                </a:cubicBezTo>
                <a:close/>
                <a:moveTo>
                  <a:pt x="4136" y="977"/>
                </a:moveTo>
                <a:cubicBezTo>
                  <a:pt x="4415" y="1084"/>
                  <a:pt x="4693" y="1234"/>
                  <a:pt x="4908" y="1427"/>
                </a:cubicBezTo>
                <a:lnTo>
                  <a:pt x="4929" y="1427"/>
                </a:lnTo>
                <a:cubicBezTo>
                  <a:pt x="3567" y="2002"/>
                  <a:pt x="2691" y="3232"/>
                  <a:pt x="1418" y="3942"/>
                </a:cubicBezTo>
                <a:lnTo>
                  <a:pt x="1418" y="3942"/>
                </a:lnTo>
                <a:cubicBezTo>
                  <a:pt x="1924" y="3655"/>
                  <a:pt x="2429" y="3007"/>
                  <a:pt x="2872" y="2627"/>
                </a:cubicBezTo>
                <a:cubicBezTo>
                  <a:pt x="3429" y="2198"/>
                  <a:pt x="3858" y="1663"/>
                  <a:pt x="4136" y="1020"/>
                </a:cubicBezTo>
                <a:cubicBezTo>
                  <a:pt x="4136" y="1020"/>
                  <a:pt x="4136" y="998"/>
                  <a:pt x="4136" y="977"/>
                </a:cubicBezTo>
                <a:close/>
                <a:moveTo>
                  <a:pt x="11058" y="2499"/>
                </a:moveTo>
                <a:lnTo>
                  <a:pt x="11058" y="2499"/>
                </a:lnTo>
                <a:cubicBezTo>
                  <a:pt x="10673" y="2927"/>
                  <a:pt x="10223" y="3313"/>
                  <a:pt x="9751" y="3634"/>
                </a:cubicBezTo>
                <a:cubicBezTo>
                  <a:pt x="9301" y="3934"/>
                  <a:pt x="8872" y="4256"/>
                  <a:pt x="8444" y="4599"/>
                </a:cubicBezTo>
                <a:cubicBezTo>
                  <a:pt x="8530" y="4427"/>
                  <a:pt x="8594" y="4277"/>
                  <a:pt x="8680" y="4106"/>
                </a:cubicBezTo>
                <a:cubicBezTo>
                  <a:pt x="9473" y="3570"/>
                  <a:pt x="10287" y="3034"/>
                  <a:pt x="11058" y="2499"/>
                </a:cubicBezTo>
                <a:close/>
                <a:moveTo>
                  <a:pt x="4648" y="1764"/>
                </a:moveTo>
                <a:cubicBezTo>
                  <a:pt x="4822" y="1764"/>
                  <a:pt x="3656" y="2915"/>
                  <a:pt x="3493" y="3077"/>
                </a:cubicBezTo>
                <a:cubicBezTo>
                  <a:pt x="2850" y="3677"/>
                  <a:pt x="2165" y="4234"/>
                  <a:pt x="1457" y="4727"/>
                </a:cubicBezTo>
                <a:cubicBezTo>
                  <a:pt x="1436" y="4663"/>
                  <a:pt x="1415" y="4577"/>
                  <a:pt x="1393" y="4513"/>
                </a:cubicBezTo>
                <a:lnTo>
                  <a:pt x="1393" y="4492"/>
                </a:lnTo>
                <a:cubicBezTo>
                  <a:pt x="1372" y="4384"/>
                  <a:pt x="1372" y="4277"/>
                  <a:pt x="1350" y="4149"/>
                </a:cubicBezTo>
                <a:cubicBezTo>
                  <a:pt x="2508" y="3591"/>
                  <a:pt x="3322" y="2606"/>
                  <a:pt x="4393" y="1898"/>
                </a:cubicBezTo>
                <a:cubicBezTo>
                  <a:pt x="4535" y="1804"/>
                  <a:pt x="4615" y="1764"/>
                  <a:pt x="4648" y="1764"/>
                </a:cubicBezTo>
                <a:close/>
                <a:moveTo>
                  <a:pt x="5079" y="1556"/>
                </a:moveTo>
                <a:cubicBezTo>
                  <a:pt x="5251" y="1727"/>
                  <a:pt x="5401" y="1920"/>
                  <a:pt x="5551" y="2113"/>
                </a:cubicBezTo>
                <a:cubicBezTo>
                  <a:pt x="4222" y="3013"/>
                  <a:pt x="2700" y="4084"/>
                  <a:pt x="1543" y="4942"/>
                </a:cubicBezTo>
                <a:cubicBezTo>
                  <a:pt x="2872" y="3956"/>
                  <a:pt x="4136" y="2927"/>
                  <a:pt x="5079" y="1556"/>
                </a:cubicBezTo>
                <a:close/>
                <a:moveTo>
                  <a:pt x="12901" y="1148"/>
                </a:moveTo>
                <a:cubicBezTo>
                  <a:pt x="12901" y="1277"/>
                  <a:pt x="12837" y="1406"/>
                  <a:pt x="12773" y="1534"/>
                </a:cubicBezTo>
                <a:cubicBezTo>
                  <a:pt x="12537" y="1941"/>
                  <a:pt x="12237" y="2284"/>
                  <a:pt x="11894" y="2606"/>
                </a:cubicBezTo>
                <a:cubicBezTo>
                  <a:pt x="11251" y="3184"/>
                  <a:pt x="10565" y="3720"/>
                  <a:pt x="9837" y="4170"/>
                </a:cubicBezTo>
                <a:cubicBezTo>
                  <a:pt x="9280" y="4556"/>
                  <a:pt x="8680" y="4942"/>
                  <a:pt x="8080" y="5349"/>
                </a:cubicBezTo>
                <a:cubicBezTo>
                  <a:pt x="8122" y="5263"/>
                  <a:pt x="8165" y="5177"/>
                  <a:pt x="8230" y="5070"/>
                </a:cubicBezTo>
                <a:cubicBezTo>
                  <a:pt x="8744" y="4599"/>
                  <a:pt x="9280" y="4170"/>
                  <a:pt x="9858" y="3784"/>
                </a:cubicBezTo>
                <a:cubicBezTo>
                  <a:pt x="10458" y="3420"/>
                  <a:pt x="11016" y="2970"/>
                  <a:pt x="11508" y="2477"/>
                </a:cubicBezTo>
                <a:cubicBezTo>
                  <a:pt x="11723" y="2263"/>
                  <a:pt x="12216" y="1770"/>
                  <a:pt x="12537" y="1427"/>
                </a:cubicBezTo>
                <a:lnTo>
                  <a:pt x="12901" y="1148"/>
                </a:lnTo>
                <a:close/>
                <a:moveTo>
                  <a:pt x="5377" y="2404"/>
                </a:moveTo>
                <a:cubicBezTo>
                  <a:pt x="5417" y="2404"/>
                  <a:pt x="5329" y="2543"/>
                  <a:pt x="4993" y="2949"/>
                </a:cubicBezTo>
                <a:cubicBezTo>
                  <a:pt x="4072" y="4063"/>
                  <a:pt x="2786" y="4770"/>
                  <a:pt x="1715" y="5713"/>
                </a:cubicBezTo>
                <a:cubicBezTo>
                  <a:pt x="1629" y="5499"/>
                  <a:pt x="1565" y="5242"/>
                  <a:pt x="1522" y="5006"/>
                </a:cubicBezTo>
                <a:cubicBezTo>
                  <a:pt x="2207" y="4642"/>
                  <a:pt x="2872" y="4213"/>
                  <a:pt x="3536" y="3763"/>
                </a:cubicBezTo>
                <a:cubicBezTo>
                  <a:pt x="3901" y="3506"/>
                  <a:pt x="4243" y="3249"/>
                  <a:pt x="4608" y="2991"/>
                </a:cubicBezTo>
                <a:cubicBezTo>
                  <a:pt x="4839" y="2828"/>
                  <a:pt x="5305" y="2404"/>
                  <a:pt x="5377" y="2404"/>
                </a:cubicBezTo>
                <a:close/>
                <a:moveTo>
                  <a:pt x="7587" y="5649"/>
                </a:moveTo>
                <a:lnTo>
                  <a:pt x="7651" y="5670"/>
                </a:lnTo>
                <a:lnTo>
                  <a:pt x="7415" y="5820"/>
                </a:lnTo>
                <a:lnTo>
                  <a:pt x="7587" y="5649"/>
                </a:lnTo>
                <a:close/>
                <a:moveTo>
                  <a:pt x="5679" y="2306"/>
                </a:moveTo>
                <a:cubicBezTo>
                  <a:pt x="5826" y="2557"/>
                  <a:pt x="5973" y="2809"/>
                  <a:pt x="6120" y="3081"/>
                </a:cubicBezTo>
                <a:lnTo>
                  <a:pt x="6120" y="3081"/>
                </a:lnTo>
                <a:cubicBezTo>
                  <a:pt x="5395" y="3402"/>
                  <a:pt x="4712" y="3786"/>
                  <a:pt x="4072" y="4256"/>
                </a:cubicBezTo>
                <a:cubicBezTo>
                  <a:pt x="3365" y="4770"/>
                  <a:pt x="2379" y="5327"/>
                  <a:pt x="1779" y="5906"/>
                </a:cubicBezTo>
                <a:cubicBezTo>
                  <a:pt x="3022" y="4642"/>
                  <a:pt x="4736" y="3892"/>
                  <a:pt x="5679" y="2306"/>
                </a:cubicBezTo>
                <a:close/>
                <a:moveTo>
                  <a:pt x="13651" y="1748"/>
                </a:moveTo>
                <a:cubicBezTo>
                  <a:pt x="12366" y="3634"/>
                  <a:pt x="10523" y="4942"/>
                  <a:pt x="8658" y="6227"/>
                </a:cubicBezTo>
                <a:cubicBezTo>
                  <a:pt x="9558" y="5477"/>
                  <a:pt x="10437" y="4706"/>
                  <a:pt x="11316" y="3934"/>
                </a:cubicBezTo>
                <a:cubicBezTo>
                  <a:pt x="12066" y="3270"/>
                  <a:pt x="13137" y="2499"/>
                  <a:pt x="13651" y="1748"/>
                </a:cubicBezTo>
                <a:close/>
                <a:moveTo>
                  <a:pt x="6215" y="3313"/>
                </a:moveTo>
                <a:cubicBezTo>
                  <a:pt x="6344" y="3527"/>
                  <a:pt x="6429" y="3742"/>
                  <a:pt x="6537" y="3956"/>
                </a:cubicBezTo>
                <a:cubicBezTo>
                  <a:pt x="5144" y="4470"/>
                  <a:pt x="4179" y="5606"/>
                  <a:pt x="2958" y="6442"/>
                </a:cubicBezTo>
                <a:cubicBezTo>
                  <a:pt x="2838" y="6521"/>
                  <a:pt x="2513" y="6757"/>
                  <a:pt x="2466" y="6757"/>
                </a:cubicBezTo>
                <a:cubicBezTo>
                  <a:pt x="2438" y="6757"/>
                  <a:pt x="2514" y="6668"/>
                  <a:pt x="2808" y="6399"/>
                </a:cubicBezTo>
                <a:cubicBezTo>
                  <a:pt x="3150" y="6056"/>
                  <a:pt x="3515" y="5756"/>
                  <a:pt x="3879" y="5435"/>
                </a:cubicBezTo>
                <a:cubicBezTo>
                  <a:pt x="4672" y="4727"/>
                  <a:pt x="5486" y="4042"/>
                  <a:pt x="6215" y="3313"/>
                </a:cubicBezTo>
                <a:close/>
                <a:moveTo>
                  <a:pt x="5905" y="3381"/>
                </a:moveTo>
                <a:cubicBezTo>
                  <a:pt x="6020" y="3381"/>
                  <a:pt x="5275" y="3953"/>
                  <a:pt x="5208" y="4020"/>
                </a:cubicBezTo>
                <a:cubicBezTo>
                  <a:pt x="4843" y="4342"/>
                  <a:pt x="4479" y="4642"/>
                  <a:pt x="4115" y="4963"/>
                </a:cubicBezTo>
                <a:cubicBezTo>
                  <a:pt x="3429" y="5563"/>
                  <a:pt x="2743" y="6163"/>
                  <a:pt x="2100" y="6785"/>
                </a:cubicBezTo>
                <a:cubicBezTo>
                  <a:pt x="1993" y="6549"/>
                  <a:pt x="1907" y="6313"/>
                  <a:pt x="1822" y="6056"/>
                </a:cubicBezTo>
                <a:cubicBezTo>
                  <a:pt x="3129" y="5306"/>
                  <a:pt x="4265" y="4256"/>
                  <a:pt x="5594" y="3527"/>
                </a:cubicBezTo>
                <a:cubicBezTo>
                  <a:pt x="5781" y="3422"/>
                  <a:pt x="5874" y="3381"/>
                  <a:pt x="5905" y="3381"/>
                </a:cubicBezTo>
                <a:close/>
                <a:moveTo>
                  <a:pt x="6622" y="4149"/>
                </a:moveTo>
                <a:cubicBezTo>
                  <a:pt x="6727" y="4399"/>
                  <a:pt x="6811" y="4629"/>
                  <a:pt x="6914" y="4839"/>
                </a:cubicBezTo>
                <a:lnTo>
                  <a:pt x="6914" y="4839"/>
                </a:lnTo>
                <a:cubicBezTo>
                  <a:pt x="5482" y="5653"/>
                  <a:pt x="4284" y="6786"/>
                  <a:pt x="2893" y="7642"/>
                </a:cubicBezTo>
                <a:cubicBezTo>
                  <a:pt x="4201" y="6828"/>
                  <a:pt x="5465" y="5306"/>
                  <a:pt x="6622" y="4149"/>
                </a:cubicBezTo>
                <a:close/>
                <a:moveTo>
                  <a:pt x="6184" y="4254"/>
                </a:moveTo>
                <a:cubicBezTo>
                  <a:pt x="6216" y="4254"/>
                  <a:pt x="6152" y="4341"/>
                  <a:pt x="5894" y="4599"/>
                </a:cubicBezTo>
                <a:cubicBezTo>
                  <a:pt x="5572" y="4920"/>
                  <a:pt x="5229" y="5263"/>
                  <a:pt x="4908" y="5585"/>
                </a:cubicBezTo>
                <a:cubicBezTo>
                  <a:pt x="4136" y="6335"/>
                  <a:pt x="3343" y="7085"/>
                  <a:pt x="2550" y="7813"/>
                </a:cubicBezTo>
                <a:cubicBezTo>
                  <a:pt x="2446" y="7562"/>
                  <a:pt x="2320" y="7310"/>
                  <a:pt x="2215" y="7039"/>
                </a:cubicBezTo>
                <a:lnTo>
                  <a:pt x="2215" y="7039"/>
                </a:lnTo>
                <a:cubicBezTo>
                  <a:pt x="3540" y="6502"/>
                  <a:pt x="4481" y="5390"/>
                  <a:pt x="5658" y="4599"/>
                </a:cubicBezTo>
                <a:cubicBezTo>
                  <a:pt x="5780" y="4517"/>
                  <a:pt x="6128" y="4254"/>
                  <a:pt x="6184" y="4254"/>
                </a:cubicBezTo>
                <a:close/>
                <a:moveTo>
                  <a:pt x="6768" y="5122"/>
                </a:moveTo>
                <a:lnTo>
                  <a:pt x="6768" y="5122"/>
                </a:lnTo>
                <a:cubicBezTo>
                  <a:pt x="5615" y="6457"/>
                  <a:pt x="4214" y="7502"/>
                  <a:pt x="3086" y="8842"/>
                </a:cubicBezTo>
                <a:cubicBezTo>
                  <a:pt x="2936" y="8563"/>
                  <a:pt x="2786" y="8285"/>
                  <a:pt x="2658" y="8006"/>
                </a:cubicBezTo>
                <a:cubicBezTo>
                  <a:pt x="3386" y="7599"/>
                  <a:pt x="4072" y="7128"/>
                  <a:pt x="4736" y="6613"/>
                </a:cubicBezTo>
                <a:cubicBezTo>
                  <a:pt x="5325" y="6151"/>
                  <a:pt x="6306" y="5647"/>
                  <a:pt x="6768" y="5122"/>
                </a:cubicBezTo>
                <a:close/>
                <a:moveTo>
                  <a:pt x="7029" y="5113"/>
                </a:moveTo>
                <a:cubicBezTo>
                  <a:pt x="7051" y="5135"/>
                  <a:pt x="7051" y="5177"/>
                  <a:pt x="7072" y="5220"/>
                </a:cubicBezTo>
                <a:lnTo>
                  <a:pt x="7072" y="5199"/>
                </a:lnTo>
                <a:cubicBezTo>
                  <a:pt x="7115" y="5327"/>
                  <a:pt x="7222" y="5392"/>
                  <a:pt x="7329" y="5413"/>
                </a:cubicBezTo>
                <a:cubicBezTo>
                  <a:pt x="7351" y="5435"/>
                  <a:pt x="7372" y="5477"/>
                  <a:pt x="7394" y="5499"/>
                </a:cubicBezTo>
                <a:cubicBezTo>
                  <a:pt x="7158" y="5735"/>
                  <a:pt x="6922" y="5949"/>
                  <a:pt x="6687" y="6185"/>
                </a:cubicBezTo>
                <a:cubicBezTo>
                  <a:pt x="6451" y="6420"/>
                  <a:pt x="6236" y="6635"/>
                  <a:pt x="6001" y="6849"/>
                </a:cubicBezTo>
                <a:cubicBezTo>
                  <a:pt x="5444" y="7256"/>
                  <a:pt x="4929" y="7706"/>
                  <a:pt x="4415" y="8178"/>
                </a:cubicBezTo>
                <a:cubicBezTo>
                  <a:pt x="4265" y="8306"/>
                  <a:pt x="4093" y="8413"/>
                  <a:pt x="3922" y="8542"/>
                </a:cubicBezTo>
                <a:cubicBezTo>
                  <a:pt x="3786" y="8624"/>
                  <a:pt x="3442" y="8887"/>
                  <a:pt x="3369" y="8887"/>
                </a:cubicBezTo>
                <a:cubicBezTo>
                  <a:pt x="3327" y="8887"/>
                  <a:pt x="3374" y="8800"/>
                  <a:pt x="3600" y="8542"/>
                </a:cubicBezTo>
                <a:cubicBezTo>
                  <a:pt x="4651" y="7299"/>
                  <a:pt x="5958" y="6313"/>
                  <a:pt x="7029" y="5113"/>
                </a:cubicBezTo>
                <a:close/>
                <a:moveTo>
                  <a:pt x="13952" y="1663"/>
                </a:moveTo>
                <a:cubicBezTo>
                  <a:pt x="14209" y="2113"/>
                  <a:pt x="14337" y="2627"/>
                  <a:pt x="14316" y="3141"/>
                </a:cubicBezTo>
                <a:cubicBezTo>
                  <a:pt x="13180" y="3763"/>
                  <a:pt x="12130" y="4513"/>
                  <a:pt x="11187" y="5392"/>
                </a:cubicBezTo>
                <a:cubicBezTo>
                  <a:pt x="9987" y="6270"/>
                  <a:pt x="8744" y="7106"/>
                  <a:pt x="7437" y="7835"/>
                </a:cubicBezTo>
                <a:cubicBezTo>
                  <a:pt x="6579" y="8306"/>
                  <a:pt x="5722" y="8799"/>
                  <a:pt x="4908" y="9335"/>
                </a:cubicBezTo>
                <a:cubicBezTo>
                  <a:pt x="5186" y="9078"/>
                  <a:pt x="5465" y="8799"/>
                  <a:pt x="5765" y="8542"/>
                </a:cubicBezTo>
                <a:cubicBezTo>
                  <a:pt x="8487" y="6227"/>
                  <a:pt x="11808" y="4642"/>
                  <a:pt x="13952" y="1684"/>
                </a:cubicBezTo>
                <a:lnTo>
                  <a:pt x="13952" y="1663"/>
                </a:lnTo>
                <a:close/>
                <a:moveTo>
                  <a:pt x="3815" y="8842"/>
                </a:moveTo>
                <a:lnTo>
                  <a:pt x="3815" y="8842"/>
                </a:lnTo>
                <a:cubicBezTo>
                  <a:pt x="3643" y="9013"/>
                  <a:pt x="3493" y="9185"/>
                  <a:pt x="3343" y="9378"/>
                </a:cubicBezTo>
                <a:cubicBezTo>
                  <a:pt x="3322" y="9292"/>
                  <a:pt x="3279" y="9206"/>
                  <a:pt x="3236" y="9121"/>
                </a:cubicBezTo>
                <a:cubicBezTo>
                  <a:pt x="3429" y="9035"/>
                  <a:pt x="3622" y="8949"/>
                  <a:pt x="3815" y="8842"/>
                </a:cubicBezTo>
                <a:close/>
                <a:moveTo>
                  <a:pt x="13223" y="1063"/>
                </a:moveTo>
                <a:cubicBezTo>
                  <a:pt x="13459" y="1148"/>
                  <a:pt x="13651" y="1298"/>
                  <a:pt x="13823" y="1491"/>
                </a:cubicBezTo>
                <a:cubicBezTo>
                  <a:pt x="11980" y="3056"/>
                  <a:pt x="10223" y="4684"/>
                  <a:pt x="8380" y="6206"/>
                </a:cubicBezTo>
                <a:cubicBezTo>
                  <a:pt x="7329" y="7063"/>
                  <a:pt x="6236" y="7856"/>
                  <a:pt x="5101" y="8563"/>
                </a:cubicBezTo>
                <a:cubicBezTo>
                  <a:pt x="4615" y="8880"/>
                  <a:pt x="4109" y="9134"/>
                  <a:pt x="3602" y="9388"/>
                </a:cubicBezTo>
                <a:lnTo>
                  <a:pt x="3602" y="9388"/>
                </a:lnTo>
                <a:cubicBezTo>
                  <a:pt x="3920" y="9218"/>
                  <a:pt x="4314" y="8600"/>
                  <a:pt x="4586" y="8349"/>
                </a:cubicBezTo>
                <a:lnTo>
                  <a:pt x="4672" y="8285"/>
                </a:lnTo>
                <a:cubicBezTo>
                  <a:pt x="5186" y="7899"/>
                  <a:pt x="5679" y="7492"/>
                  <a:pt x="6151" y="7042"/>
                </a:cubicBezTo>
                <a:cubicBezTo>
                  <a:pt x="7372" y="6099"/>
                  <a:pt x="8680" y="5242"/>
                  <a:pt x="9923" y="4363"/>
                </a:cubicBezTo>
                <a:cubicBezTo>
                  <a:pt x="11230" y="3463"/>
                  <a:pt x="12580" y="2563"/>
                  <a:pt x="13223" y="1063"/>
                </a:cubicBezTo>
                <a:close/>
                <a:moveTo>
                  <a:pt x="14316" y="3377"/>
                </a:moveTo>
                <a:lnTo>
                  <a:pt x="14316" y="3377"/>
                </a:lnTo>
                <a:cubicBezTo>
                  <a:pt x="14294" y="3677"/>
                  <a:pt x="14252" y="3956"/>
                  <a:pt x="14209" y="4234"/>
                </a:cubicBezTo>
                <a:cubicBezTo>
                  <a:pt x="14187" y="4320"/>
                  <a:pt x="14166" y="4427"/>
                  <a:pt x="14144" y="4492"/>
                </a:cubicBezTo>
                <a:cubicBezTo>
                  <a:pt x="12366" y="5349"/>
                  <a:pt x="11144" y="6956"/>
                  <a:pt x="9451" y="7942"/>
                </a:cubicBezTo>
                <a:cubicBezTo>
                  <a:pt x="8444" y="8542"/>
                  <a:pt x="7437" y="9185"/>
                  <a:pt x="6429" y="9785"/>
                </a:cubicBezTo>
                <a:cubicBezTo>
                  <a:pt x="6001" y="10064"/>
                  <a:pt x="5572" y="10278"/>
                  <a:pt x="5122" y="10492"/>
                </a:cubicBezTo>
                <a:cubicBezTo>
                  <a:pt x="4832" y="10643"/>
                  <a:pt x="4707" y="10701"/>
                  <a:pt x="4683" y="10701"/>
                </a:cubicBezTo>
                <a:cubicBezTo>
                  <a:pt x="4621" y="10701"/>
                  <a:pt x="5210" y="10331"/>
                  <a:pt x="5379" y="10192"/>
                </a:cubicBezTo>
                <a:cubicBezTo>
                  <a:pt x="6965" y="8885"/>
                  <a:pt x="8744" y="7878"/>
                  <a:pt x="10265" y="6463"/>
                </a:cubicBezTo>
                <a:cubicBezTo>
                  <a:pt x="10415" y="6335"/>
                  <a:pt x="10565" y="6206"/>
                  <a:pt x="10737" y="6056"/>
                </a:cubicBezTo>
                <a:cubicBezTo>
                  <a:pt x="11766" y="5285"/>
                  <a:pt x="12709" y="4449"/>
                  <a:pt x="13780" y="3720"/>
                </a:cubicBezTo>
                <a:cubicBezTo>
                  <a:pt x="13930" y="3677"/>
                  <a:pt x="14016" y="3634"/>
                  <a:pt x="14037" y="3549"/>
                </a:cubicBezTo>
                <a:cubicBezTo>
                  <a:pt x="14144" y="3506"/>
                  <a:pt x="14230" y="3441"/>
                  <a:pt x="14316" y="3377"/>
                </a:cubicBezTo>
                <a:close/>
                <a:moveTo>
                  <a:pt x="9580" y="6828"/>
                </a:moveTo>
                <a:lnTo>
                  <a:pt x="9494" y="6913"/>
                </a:lnTo>
                <a:cubicBezTo>
                  <a:pt x="7865" y="8413"/>
                  <a:pt x="5851" y="9399"/>
                  <a:pt x="4243" y="10942"/>
                </a:cubicBezTo>
                <a:cubicBezTo>
                  <a:pt x="4222" y="10942"/>
                  <a:pt x="4222" y="10985"/>
                  <a:pt x="4222" y="11007"/>
                </a:cubicBezTo>
                <a:cubicBezTo>
                  <a:pt x="4136" y="10857"/>
                  <a:pt x="4029" y="10685"/>
                  <a:pt x="3943" y="10514"/>
                </a:cubicBezTo>
                <a:cubicBezTo>
                  <a:pt x="3793" y="10235"/>
                  <a:pt x="3643" y="9935"/>
                  <a:pt x="3493" y="9656"/>
                </a:cubicBezTo>
                <a:lnTo>
                  <a:pt x="3515" y="9656"/>
                </a:lnTo>
                <a:cubicBezTo>
                  <a:pt x="4222" y="9314"/>
                  <a:pt x="4908" y="8928"/>
                  <a:pt x="5572" y="8499"/>
                </a:cubicBezTo>
                <a:lnTo>
                  <a:pt x="5572" y="8499"/>
                </a:lnTo>
                <a:cubicBezTo>
                  <a:pt x="5015" y="8949"/>
                  <a:pt x="4479" y="9464"/>
                  <a:pt x="3986" y="9999"/>
                </a:cubicBezTo>
                <a:cubicBezTo>
                  <a:pt x="3919" y="10067"/>
                  <a:pt x="3971" y="10175"/>
                  <a:pt x="4039" y="10175"/>
                </a:cubicBezTo>
                <a:cubicBezTo>
                  <a:pt x="4056" y="10175"/>
                  <a:pt x="4075" y="10167"/>
                  <a:pt x="4093" y="10149"/>
                </a:cubicBezTo>
                <a:cubicBezTo>
                  <a:pt x="5786" y="8885"/>
                  <a:pt x="7694" y="7963"/>
                  <a:pt x="9494" y="6892"/>
                </a:cubicBezTo>
                <a:lnTo>
                  <a:pt x="9580" y="6828"/>
                </a:lnTo>
                <a:close/>
                <a:moveTo>
                  <a:pt x="14037" y="4834"/>
                </a:moveTo>
                <a:lnTo>
                  <a:pt x="14037" y="4834"/>
                </a:lnTo>
                <a:cubicBezTo>
                  <a:pt x="13823" y="5542"/>
                  <a:pt x="13566" y="6227"/>
                  <a:pt x="13244" y="6892"/>
                </a:cubicBezTo>
                <a:lnTo>
                  <a:pt x="13244" y="6870"/>
                </a:lnTo>
                <a:cubicBezTo>
                  <a:pt x="12151" y="7878"/>
                  <a:pt x="10823" y="8585"/>
                  <a:pt x="9558" y="9356"/>
                </a:cubicBezTo>
                <a:cubicBezTo>
                  <a:pt x="8765" y="9849"/>
                  <a:pt x="7994" y="10342"/>
                  <a:pt x="7201" y="10835"/>
                </a:cubicBezTo>
                <a:cubicBezTo>
                  <a:pt x="6579" y="11199"/>
                  <a:pt x="5572" y="11585"/>
                  <a:pt x="5144" y="11949"/>
                </a:cubicBezTo>
                <a:cubicBezTo>
                  <a:pt x="6601" y="10621"/>
                  <a:pt x="8122" y="9399"/>
                  <a:pt x="9708" y="8263"/>
                </a:cubicBezTo>
                <a:cubicBezTo>
                  <a:pt x="11208" y="7192"/>
                  <a:pt x="12559" y="5949"/>
                  <a:pt x="14037" y="4834"/>
                </a:cubicBezTo>
                <a:close/>
                <a:moveTo>
                  <a:pt x="9537" y="8156"/>
                </a:moveTo>
                <a:lnTo>
                  <a:pt x="9215" y="8371"/>
                </a:lnTo>
                <a:cubicBezTo>
                  <a:pt x="7651" y="9506"/>
                  <a:pt x="6172" y="10728"/>
                  <a:pt x="4779" y="12035"/>
                </a:cubicBezTo>
                <a:cubicBezTo>
                  <a:pt x="4586" y="11714"/>
                  <a:pt x="4415" y="11414"/>
                  <a:pt x="4243" y="11071"/>
                </a:cubicBezTo>
                <a:lnTo>
                  <a:pt x="4243" y="11071"/>
                </a:lnTo>
                <a:cubicBezTo>
                  <a:pt x="4256" y="11096"/>
                  <a:pt x="4283" y="11106"/>
                  <a:pt x="4312" y="11106"/>
                </a:cubicBezTo>
                <a:cubicBezTo>
                  <a:pt x="4333" y="11106"/>
                  <a:pt x="4354" y="11101"/>
                  <a:pt x="4372" y="11092"/>
                </a:cubicBezTo>
                <a:cubicBezTo>
                  <a:pt x="6172" y="10299"/>
                  <a:pt x="7822" y="9163"/>
                  <a:pt x="9537" y="8156"/>
                </a:cubicBezTo>
                <a:close/>
                <a:moveTo>
                  <a:pt x="10351" y="11842"/>
                </a:moveTo>
                <a:lnTo>
                  <a:pt x="10137" y="12142"/>
                </a:lnTo>
                <a:cubicBezTo>
                  <a:pt x="9987" y="12228"/>
                  <a:pt x="9837" y="12335"/>
                  <a:pt x="9708" y="12442"/>
                </a:cubicBezTo>
                <a:cubicBezTo>
                  <a:pt x="9923" y="12228"/>
                  <a:pt x="10137" y="12035"/>
                  <a:pt x="10351" y="11842"/>
                </a:cubicBezTo>
                <a:close/>
                <a:moveTo>
                  <a:pt x="11637" y="8349"/>
                </a:moveTo>
                <a:lnTo>
                  <a:pt x="11637" y="8349"/>
                </a:lnTo>
                <a:cubicBezTo>
                  <a:pt x="9537" y="9871"/>
                  <a:pt x="7072" y="10899"/>
                  <a:pt x="5165" y="12700"/>
                </a:cubicBezTo>
                <a:lnTo>
                  <a:pt x="4886" y="12250"/>
                </a:lnTo>
                <a:cubicBezTo>
                  <a:pt x="6708" y="11435"/>
                  <a:pt x="8337" y="10342"/>
                  <a:pt x="10030" y="9314"/>
                </a:cubicBezTo>
                <a:cubicBezTo>
                  <a:pt x="10565" y="8992"/>
                  <a:pt x="11101" y="8671"/>
                  <a:pt x="11637" y="8349"/>
                </a:cubicBezTo>
                <a:close/>
                <a:moveTo>
                  <a:pt x="12944" y="7470"/>
                </a:moveTo>
                <a:lnTo>
                  <a:pt x="12666" y="7985"/>
                </a:lnTo>
                <a:cubicBezTo>
                  <a:pt x="12644" y="7963"/>
                  <a:pt x="12623" y="7953"/>
                  <a:pt x="12601" y="7953"/>
                </a:cubicBezTo>
                <a:cubicBezTo>
                  <a:pt x="12580" y="7953"/>
                  <a:pt x="12559" y="7963"/>
                  <a:pt x="12537" y="7985"/>
                </a:cubicBezTo>
                <a:cubicBezTo>
                  <a:pt x="11230" y="9013"/>
                  <a:pt x="9965" y="10128"/>
                  <a:pt x="8594" y="11092"/>
                </a:cubicBezTo>
                <a:cubicBezTo>
                  <a:pt x="7951" y="11564"/>
                  <a:pt x="7265" y="11971"/>
                  <a:pt x="6537" y="12335"/>
                </a:cubicBezTo>
                <a:cubicBezTo>
                  <a:pt x="6541" y="12332"/>
                  <a:pt x="6541" y="12331"/>
                  <a:pt x="6539" y="12331"/>
                </a:cubicBezTo>
                <a:cubicBezTo>
                  <a:pt x="6496" y="12331"/>
                  <a:pt x="5430" y="12819"/>
                  <a:pt x="5320" y="12819"/>
                </a:cubicBezTo>
                <a:cubicBezTo>
                  <a:pt x="5311" y="12819"/>
                  <a:pt x="5308" y="12815"/>
                  <a:pt x="5315" y="12807"/>
                </a:cubicBezTo>
                <a:cubicBezTo>
                  <a:pt x="5679" y="12464"/>
                  <a:pt x="6065" y="12142"/>
                  <a:pt x="6451" y="11842"/>
                </a:cubicBezTo>
                <a:cubicBezTo>
                  <a:pt x="8530" y="10235"/>
                  <a:pt x="10994" y="9206"/>
                  <a:pt x="12944" y="7470"/>
                </a:cubicBezTo>
                <a:close/>
                <a:moveTo>
                  <a:pt x="11551" y="9892"/>
                </a:moveTo>
                <a:lnTo>
                  <a:pt x="11551" y="9892"/>
                </a:lnTo>
                <a:cubicBezTo>
                  <a:pt x="11444" y="10106"/>
                  <a:pt x="11316" y="10299"/>
                  <a:pt x="11187" y="10492"/>
                </a:cubicBezTo>
                <a:cubicBezTo>
                  <a:pt x="10287" y="11264"/>
                  <a:pt x="9344" y="11992"/>
                  <a:pt x="8358" y="12678"/>
                </a:cubicBezTo>
                <a:cubicBezTo>
                  <a:pt x="8122" y="12850"/>
                  <a:pt x="7865" y="13021"/>
                  <a:pt x="7629" y="13171"/>
                </a:cubicBezTo>
                <a:cubicBezTo>
                  <a:pt x="8294" y="12635"/>
                  <a:pt x="8937" y="12078"/>
                  <a:pt x="9601" y="11521"/>
                </a:cubicBezTo>
                <a:cubicBezTo>
                  <a:pt x="10287" y="11007"/>
                  <a:pt x="10930" y="10471"/>
                  <a:pt x="11551" y="9892"/>
                </a:cubicBezTo>
                <a:close/>
                <a:moveTo>
                  <a:pt x="11582" y="9025"/>
                </a:moveTo>
                <a:lnTo>
                  <a:pt x="11582" y="9025"/>
                </a:lnTo>
                <a:cubicBezTo>
                  <a:pt x="10882" y="9715"/>
                  <a:pt x="10142" y="10347"/>
                  <a:pt x="9344" y="10921"/>
                </a:cubicBezTo>
                <a:cubicBezTo>
                  <a:pt x="8144" y="11842"/>
                  <a:pt x="6901" y="12678"/>
                  <a:pt x="5701" y="13578"/>
                </a:cubicBezTo>
                <a:cubicBezTo>
                  <a:pt x="5572" y="13385"/>
                  <a:pt x="5465" y="13192"/>
                  <a:pt x="5358" y="13021"/>
                </a:cubicBezTo>
                <a:cubicBezTo>
                  <a:pt x="7751" y="12265"/>
                  <a:pt x="9672" y="10584"/>
                  <a:pt x="11582" y="9025"/>
                </a:cubicBezTo>
                <a:close/>
                <a:moveTo>
                  <a:pt x="12409" y="8435"/>
                </a:moveTo>
                <a:lnTo>
                  <a:pt x="12409" y="8435"/>
                </a:lnTo>
                <a:cubicBezTo>
                  <a:pt x="12259" y="8692"/>
                  <a:pt x="12108" y="8971"/>
                  <a:pt x="11958" y="9228"/>
                </a:cubicBezTo>
                <a:lnTo>
                  <a:pt x="11830" y="9314"/>
                </a:lnTo>
                <a:cubicBezTo>
                  <a:pt x="11787" y="9314"/>
                  <a:pt x="11723" y="9356"/>
                  <a:pt x="11637" y="9485"/>
                </a:cubicBezTo>
                <a:cubicBezTo>
                  <a:pt x="10930" y="10106"/>
                  <a:pt x="10244" y="10707"/>
                  <a:pt x="9537" y="11307"/>
                </a:cubicBezTo>
                <a:cubicBezTo>
                  <a:pt x="8830" y="11842"/>
                  <a:pt x="8080" y="12335"/>
                  <a:pt x="7329" y="12785"/>
                </a:cubicBezTo>
                <a:cubicBezTo>
                  <a:pt x="6837" y="13085"/>
                  <a:pt x="6344" y="13321"/>
                  <a:pt x="5829" y="13578"/>
                </a:cubicBezTo>
                <a:cubicBezTo>
                  <a:pt x="6344" y="13300"/>
                  <a:pt x="6815" y="13000"/>
                  <a:pt x="7287" y="12657"/>
                </a:cubicBezTo>
                <a:cubicBezTo>
                  <a:pt x="9108" y="11371"/>
                  <a:pt x="10930" y="10085"/>
                  <a:pt x="12409" y="8435"/>
                </a:cubicBezTo>
                <a:close/>
                <a:moveTo>
                  <a:pt x="7972" y="12635"/>
                </a:moveTo>
                <a:lnTo>
                  <a:pt x="7972" y="12635"/>
                </a:lnTo>
                <a:cubicBezTo>
                  <a:pt x="7351" y="13171"/>
                  <a:pt x="6729" y="13685"/>
                  <a:pt x="6086" y="14200"/>
                </a:cubicBezTo>
                <a:cubicBezTo>
                  <a:pt x="6001" y="14050"/>
                  <a:pt x="5915" y="13921"/>
                  <a:pt x="5829" y="13793"/>
                </a:cubicBezTo>
                <a:cubicBezTo>
                  <a:pt x="6558" y="13450"/>
                  <a:pt x="7287" y="13064"/>
                  <a:pt x="7972" y="12635"/>
                </a:cubicBezTo>
                <a:close/>
                <a:moveTo>
                  <a:pt x="10844" y="11071"/>
                </a:moveTo>
                <a:lnTo>
                  <a:pt x="10823" y="11092"/>
                </a:lnTo>
                <a:cubicBezTo>
                  <a:pt x="9387" y="12335"/>
                  <a:pt x="7929" y="13643"/>
                  <a:pt x="6601" y="14993"/>
                </a:cubicBezTo>
                <a:lnTo>
                  <a:pt x="6215" y="14371"/>
                </a:lnTo>
                <a:cubicBezTo>
                  <a:pt x="7801" y="13342"/>
                  <a:pt x="9344" y="12250"/>
                  <a:pt x="10844" y="11071"/>
                </a:cubicBezTo>
                <a:close/>
                <a:moveTo>
                  <a:pt x="8380" y="13621"/>
                </a:moveTo>
                <a:lnTo>
                  <a:pt x="8337" y="13664"/>
                </a:lnTo>
                <a:cubicBezTo>
                  <a:pt x="7887" y="14135"/>
                  <a:pt x="7415" y="14564"/>
                  <a:pt x="6922" y="14971"/>
                </a:cubicBezTo>
                <a:lnTo>
                  <a:pt x="6687" y="15143"/>
                </a:lnTo>
                <a:lnTo>
                  <a:pt x="6687" y="15121"/>
                </a:lnTo>
                <a:cubicBezTo>
                  <a:pt x="6837" y="14993"/>
                  <a:pt x="7265" y="14628"/>
                  <a:pt x="7351" y="14543"/>
                </a:cubicBezTo>
                <a:cubicBezTo>
                  <a:pt x="7694" y="14221"/>
                  <a:pt x="8037" y="13921"/>
                  <a:pt x="8380" y="13621"/>
                </a:cubicBezTo>
                <a:close/>
                <a:moveTo>
                  <a:pt x="9708" y="12678"/>
                </a:moveTo>
                <a:lnTo>
                  <a:pt x="9708" y="12678"/>
                </a:lnTo>
                <a:cubicBezTo>
                  <a:pt x="8765" y="13471"/>
                  <a:pt x="8058" y="14843"/>
                  <a:pt x="7137" y="15807"/>
                </a:cubicBezTo>
                <a:lnTo>
                  <a:pt x="6772" y="15271"/>
                </a:lnTo>
                <a:cubicBezTo>
                  <a:pt x="7887" y="14564"/>
                  <a:pt x="8680" y="13493"/>
                  <a:pt x="9708" y="12678"/>
                </a:cubicBezTo>
                <a:close/>
                <a:moveTo>
                  <a:pt x="8251" y="14821"/>
                </a:moveTo>
                <a:cubicBezTo>
                  <a:pt x="7951" y="15250"/>
                  <a:pt x="7629" y="15678"/>
                  <a:pt x="7308" y="16086"/>
                </a:cubicBezTo>
                <a:lnTo>
                  <a:pt x="7244" y="15978"/>
                </a:lnTo>
                <a:cubicBezTo>
                  <a:pt x="7608" y="15614"/>
                  <a:pt x="7929" y="15228"/>
                  <a:pt x="8251" y="14821"/>
                </a:cubicBezTo>
                <a:close/>
                <a:moveTo>
                  <a:pt x="3360" y="0"/>
                </a:moveTo>
                <a:cubicBezTo>
                  <a:pt x="2173" y="0"/>
                  <a:pt x="1058" y="745"/>
                  <a:pt x="686" y="1941"/>
                </a:cubicBezTo>
                <a:cubicBezTo>
                  <a:pt x="0" y="3892"/>
                  <a:pt x="943" y="6292"/>
                  <a:pt x="1757" y="8028"/>
                </a:cubicBezTo>
                <a:cubicBezTo>
                  <a:pt x="3215" y="11178"/>
                  <a:pt x="5036" y="13985"/>
                  <a:pt x="6879" y="16879"/>
                </a:cubicBezTo>
                <a:cubicBezTo>
                  <a:pt x="6901" y="16943"/>
                  <a:pt x="6922" y="16986"/>
                  <a:pt x="6965" y="17029"/>
                </a:cubicBezTo>
                <a:cubicBezTo>
                  <a:pt x="7044" y="17117"/>
                  <a:pt x="7155" y="17161"/>
                  <a:pt x="7266" y="17161"/>
                </a:cubicBezTo>
                <a:cubicBezTo>
                  <a:pt x="7396" y="17161"/>
                  <a:pt x="7527" y="17101"/>
                  <a:pt x="7608" y="16986"/>
                </a:cubicBezTo>
                <a:lnTo>
                  <a:pt x="7629" y="16986"/>
                </a:lnTo>
                <a:cubicBezTo>
                  <a:pt x="9773" y="14135"/>
                  <a:pt x="11808" y="11242"/>
                  <a:pt x="13480" y="8113"/>
                </a:cubicBezTo>
                <a:cubicBezTo>
                  <a:pt x="14402" y="6399"/>
                  <a:pt x="15366" y="4384"/>
                  <a:pt x="15152" y="2370"/>
                </a:cubicBezTo>
                <a:cubicBezTo>
                  <a:pt x="14987" y="921"/>
                  <a:pt x="13769" y="162"/>
                  <a:pt x="12454" y="162"/>
                </a:cubicBezTo>
                <a:cubicBezTo>
                  <a:pt x="12233" y="162"/>
                  <a:pt x="12009" y="184"/>
                  <a:pt x="11787" y="227"/>
                </a:cubicBezTo>
                <a:cubicBezTo>
                  <a:pt x="9580" y="655"/>
                  <a:pt x="8508" y="2584"/>
                  <a:pt x="7608" y="4470"/>
                </a:cubicBezTo>
                <a:cubicBezTo>
                  <a:pt x="6944" y="2927"/>
                  <a:pt x="6151" y="934"/>
                  <a:pt x="4522" y="248"/>
                </a:cubicBezTo>
                <a:cubicBezTo>
                  <a:pt x="4143" y="80"/>
                  <a:pt x="3748" y="0"/>
                  <a:pt x="336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54" name="Google Shape;264;p7"/>
          <p:cNvSpPr/>
          <p:nvPr/>
        </p:nvSpPr>
        <p:spPr>
          <a:xfrm rot="2700000">
            <a:off x="3174480" y="4242240"/>
            <a:ext cx="161280" cy="416880"/>
          </a:xfrm>
          <a:custGeom>
            <a:avLst/>
            <a:gdLst>
              <a:gd name="textAreaLeft" fmla="*/ 0 w 161280"/>
              <a:gd name="textAreaRight" fmla="*/ 161640 w 161280"/>
              <a:gd name="textAreaTop" fmla="*/ 0 h 416880"/>
              <a:gd name="textAreaBottom" fmla="*/ 417240 h 416880"/>
            </a:gdLst>
            <a:ahLst/>
            <a:cxnLst/>
            <a:rect l="textAreaLeft" t="textAreaTop" r="textAreaRight" b="textAreaBottom"/>
            <a:pathLst>
              <a:path w="9817" h="25353">
                <a:moveTo>
                  <a:pt x="5909" y="0"/>
                </a:moveTo>
                <a:cubicBezTo>
                  <a:pt x="4256" y="0"/>
                  <a:pt x="2674" y="1636"/>
                  <a:pt x="1908" y="2935"/>
                </a:cubicBezTo>
                <a:cubicBezTo>
                  <a:pt x="1094" y="4307"/>
                  <a:pt x="879" y="6043"/>
                  <a:pt x="687" y="7586"/>
                </a:cubicBezTo>
                <a:cubicBezTo>
                  <a:pt x="408" y="9729"/>
                  <a:pt x="301" y="11894"/>
                  <a:pt x="44" y="14037"/>
                </a:cubicBezTo>
                <a:cubicBezTo>
                  <a:pt x="1" y="14294"/>
                  <a:pt x="183" y="14422"/>
                  <a:pt x="384" y="14422"/>
                </a:cubicBezTo>
                <a:cubicBezTo>
                  <a:pt x="585" y="14422"/>
                  <a:pt x="804" y="14294"/>
                  <a:pt x="837" y="14037"/>
                </a:cubicBezTo>
                <a:cubicBezTo>
                  <a:pt x="1244" y="10608"/>
                  <a:pt x="944" y="6472"/>
                  <a:pt x="2594" y="3343"/>
                </a:cubicBezTo>
                <a:cubicBezTo>
                  <a:pt x="3237" y="2100"/>
                  <a:pt x="4480" y="878"/>
                  <a:pt x="5959" y="857"/>
                </a:cubicBezTo>
                <a:cubicBezTo>
                  <a:pt x="5975" y="856"/>
                  <a:pt x="5991" y="856"/>
                  <a:pt x="6007" y="856"/>
                </a:cubicBezTo>
                <a:cubicBezTo>
                  <a:pt x="7856" y="856"/>
                  <a:pt x="8511" y="3269"/>
                  <a:pt x="8745" y="4693"/>
                </a:cubicBezTo>
                <a:cubicBezTo>
                  <a:pt x="9280" y="7800"/>
                  <a:pt x="9002" y="11143"/>
                  <a:pt x="8787" y="14251"/>
                </a:cubicBezTo>
                <a:cubicBezTo>
                  <a:pt x="8659" y="15923"/>
                  <a:pt x="8573" y="17594"/>
                  <a:pt x="8423" y="19266"/>
                </a:cubicBezTo>
                <a:cubicBezTo>
                  <a:pt x="8252" y="21044"/>
                  <a:pt x="8102" y="23188"/>
                  <a:pt x="6494" y="24281"/>
                </a:cubicBezTo>
                <a:cubicBezTo>
                  <a:pt x="6109" y="24542"/>
                  <a:pt x="5775" y="24653"/>
                  <a:pt x="5486" y="24653"/>
                </a:cubicBezTo>
                <a:cubicBezTo>
                  <a:pt x="4185" y="24653"/>
                  <a:pt x="3796" y="22393"/>
                  <a:pt x="3708" y="21323"/>
                </a:cubicBezTo>
                <a:cubicBezTo>
                  <a:pt x="3558" y="19673"/>
                  <a:pt x="3344" y="18044"/>
                  <a:pt x="3258" y="16373"/>
                </a:cubicBezTo>
                <a:cubicBezTo>
                  <a:pt x="3173" y="14101"/>
                  <a:pt x="3215" y="11829"/>
                  <a:pt x="3751" y="9622"/>
                </a:cubicBezTo>
                <a:cubicBezTo>
                  <a:pt x="3837" y="9215"/>
                  <a:pt x="3987" y="8807"/>
                  <a:pt x="4201" y="8443"/>
                </a:cubicBezTo>
                <a:cubicBezTo>
                  <a:pt x="4400" y="8093"/>
                  <a:pt x="4652" y="7953"/>
                  <a:pt x="4920" y="7953"/>
                </a:cubicBezTo>
                <a:cubicBezTo>
                  <a:pt x="5716" y="7953"/>
                  <a:pt x="6650" y="9200"/>
                  <a:pt x="6730" y="9858"/>
                </a:cubicBezTo>
                <a:cubicBezTo>
                  <a:pt x="6794" y="10608"/>
                  <a:pt x="6794" y="11358"/>
                  <a:pt x="6730" y="12108"/>
                </a:cubicBezTo>
                <a:cubicBezTo>
                  <a:pt x="6666" y="14251"/>
                  <a:pt x="6666" y="16565"/>
                  <a:pt x="6066" y="18623"/>
                </a:cubicBezTo>
                <a:cubicBezTo>
                  <a:pt x="6014" y="18919"/>
                  <a:pt x="6242" y="19107"/>
                  <a:pt x="6473" y="19107"/>
                </a:cubicBezTo>
                <a:cubicBezTo>
                  <a:pt x="6627" y="19107"/>
                  <a:pt x="6782" y="19025"/>
                  <a:pt x="6859" y="18837"/>
                </a:cubicBezTo>
                <a:cubicBezTo>
                  <a:pt x="7459" y="16694"/>
                  <a:pt x="7459" y="14315"/>
                  <a:pt x="7544" y="12108"/>
                </a:cubicBezTo>
                <a:cubicBezTo>
                  <a:pt x="7587" y="10479"/>
                  <a:pt x="7780" y="7950"/>
                  <a:pt x="5723" y="7372"/>
                </a:cubicBezTo>
                <a:cubicBezTo>
                  <a:pt x="5464" y="7298"/>
                  <a:pt x="5229" y="7264"/>
                  <a:pt x="5014" y="7264"/>
                </a:cubicBezTo>
                <a:cubicBezTo>
                  <a:pt x="3220" y="7264"/>
                  <a:pt x="2888" y="9634"/>
                  <a:pt x="2658" y="11165"/>
                </a:cubicBezTo>
                <a:cubicBezTo>
                  <a:pt x="2230" y="14079"/>
                  <a:pt x="2422" y="17058"/>
                  <a:pt x="2765" y="19951"/>
                </a:cubicBezTo>
                <a:cubicBezTo>
                  <a:pt x="2979" y="21554"/>
                  <a:pt x="2873" y="25352"/>
                  <a:pt x="5338" y="25352"/>
                </a:cubicBezTo>
                <a:cubicBezTo>
                  <a:pt x="5345" y="25352"/>
                  <a:pt x="5352" y="25352"/>
                  <a:pt x="5358" y="25352"/>
                </a:cubicBezTo>
                <a:cubicBezTo>
                  <a:pt x="8530" y="25352"/>
                  <a:pt x="8980" y="21687"/>
                  <a:pt x="9237" y="19266"/>
                </a:cubicBezTo>
                <a:cubicBezTo>
                  <a:pt x="9645" y="15537"/>
                  <a:pt x="9816" y="11765"/>
                  <a:pt x="9773" y="8015"/>
                </a:cubicBezTo>
                <a:cubicBezTo>
                  <a:pt x="9709" y="5379"/>
                  <a:pt x="9752" y="2121"/>
                  <a:pt x="7330" y="449"/>
                </a:cubicBezTo>
                <a:cubicBezTo>
                  <a:pt x="6862" y="134"/>
                  <a:pt x="6383" y="0"/>
                  <a:pt x="590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55" name="Google Shape;265;p7"/>
          <p:cNvSpPr/>
          <p:nvPr/>
        </p:nvSpPr>
        <p:spPr>
          <a:xfrm rot="20295000">
            <a:off x="337680" y="313452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56" name="Google Shape;266;p7"/>
          <p:cNvSpPr/>
          <p:nvPr/>
        </p:nvSpPr>
        <p:spPr>
          <a:xfrm rot="20295000">
            <a:off x="1547280" y="453564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57" name="Google Shape;267;p7"/>
          <p:cNvSpPr/>
          <p:nvPr/>
        </p:nvSpPr>
        <p:spPr>
          <a:xfrm rot="20295000">
            <a:off x="802440" y="236880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58" name="Google Shape;268;p7"/>
          <p:cNvSpPr/>
          <p:nvPr/>
        </p:nvSpPr>
        <p:spPr>
          <a:xfrm rot="20295000">
            <a:off x="316800" y="249444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59" name="Google Shape;269;p7"/>
          <p:cNvSpPr/>
          <p:nvPr/>
        </p:nvSpPr>
        <p:spPr>
          <a:xfrm rot="20295000">
            <a:off x="746640" y="306468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60" name="Google Shape;270;p7"/>
          <p:cNvSpPr/>
          <p:nvPr/>
        </p:nvSpPr>
        <p:spPr>
          <a:xfrm rot="20295000">
            <a:off x="1041840" y="27709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61" name="Google Shape;271;p7"/>
          <p:cNvSpPr/>
          <p:nvPr/>
        </p:nvSpPr>
        <p:spPr>
          <a:xfrm rot="20295000">
            <a:off x="468000" y="398772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62" name="Google Shape;272;p7"/>
          <p:cNvSpPr/>
          <p:nvPr/>
        </p:nvSpPr>
        <p:spPr>
          <a:xfrm rot="20295000">
            <a:off x="698760" y="438156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63" name="Google Shape;273;p7"/>
          <p:cNvSpPr/>
          <p:nvPr/>
        </p:nvSpPr>
        <p:spPr>
          <a:xfrm>
            <a:off x="1037520" y="35924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464" name="Google Shape;274;p7"/>
          <p:cNvGrpSpPr/>
          <p:nvPr/>
        </p:nvGrpSpPr>
        <p:grpSpPr>
          <a:xfrm>
            <a:off x="1871280" y="2484720"/>
            <a:ext cx="1454760" cy="764280"/>
            <a:chOff x="1871280" y="2484720"/>
            <a:chExt cx="1454760" cy="764280"/>
          </a:xfrm>
        </p:grpSpPr>
        <p:sp>
          <p:nvSpPr>
            <p:cNvPr id="3465" name="Google Shape;275;p7"/>
            <p:cNvSpPr/>
            <p:nvPr/>
          </p:nvSpPr>
          <p:spPr>
            <a:xfrm>
              <a:off x="1944000" y="2484720"/>
              <a:ext cx="945000" cy="159480"/>
            </a:xfrm>
            <a:custGeom>
              <a:avLst/>
              <a:gdLst>
                <a:gd name="textAreaLeft" fmla="*/ 0 w 945000"/>
                <a:gd name="textAreaRight" fmla="*/ 945360 w 945000"/>
                <a:gd name="textAreaTop" fmla="*/ 0 h 159480"/>
                <a:gd name="textAreaBottom" fmla="*/ 159840 h 159480"/>
              </a:gdLst>
              <a:ahLst/>
              <a:cxnLst/>
              <a:rect l="textAreaLeft" t="textAreaTop" r="textAreaRight" b="textAreaBottom"/>
              <a:pathLst>
                <a:path w="37810" h="6396">
                  <a:moveTo>
                    <a:pt x="37513" y="1"/>
                  </a:moveTo>
                  <a:cubicBezTo>
                    <a:pt x="37451" y="1"/>
                    <a:pt x="37388" y="12"/>
                    <a:pt x="37328" y="35"/>
                  </a:cubicBezTo>
                  <a:cubicBezTo>
                    <a:pt x="36145" y="429"/>
                    <a:pt x="34769" y="506"/>
                    <a:pt x="33416" y="506"/>
                  </a:cubicBezTo>
                  <a:cubicBezTo>
                    <a:pt x="32543" y="506"/>
                    <a:pt x="31680" y="474"/>
                    <a:pt x="30884" y="474"/>
                  </a:cubicBezTo>
                  <a:cubicBezTo>
                    <a:pt x="29196" y="474"/>
                    <a:pt x="27508" y="437"/>
                    <a:pt x="25820" y="437"/>
                  </a:cubicBezTo>
                  <a:cubicBezTo>
                    <a:pt x="24976" y="437"/>
                    <a:pt x="24132" y="446"/>
                    <a:pt x="23289" y="474"/>
                  </a:cubicBezTo>
                  <a:cubicBezTo>
                    <a:pt x="15358" y="788"/>
                    <a:pt x="7470" y="3278"/>
                    <a:pt x="1" y="5768"/>
                  </a:cubicBezTo>
                  <a:cubicBezTo>
                    <a:pt x="32" y="5757"/>
                    <a:pt x="63" y="5752"/>
                    <a:pt x="95" y="5752"/>
                  </a:cubicBezTo>
                  <a:cubicBezTo>
                    <a:pt x="126" y="5752"/>
                    <a:pt x="157" y="5757"/>
                    <a:pt x="189" y="5768"/>
                  </a:cubicBezTo>
                  <a:cubicBezTo>
                    <a:pt x="231" y="5789"/>
                    <a:pt x="273" y="5810"/>
                    <a:pt x="314" y="5831"/>
                  </a:cubicBezTo>
                  <a:lnTo>
                    <a:pt x="1319" y="6396"/>
                  </a:lnTo>
                  <a:lnTo>
                    <a:pt x="2742" y="5914"/>
                  </a:lnTo>
                  <a:cubicBezTo>
                    <a:pt x="3432" y="5621"/>
                    <a:pt x="4143" y="5370"/>
                    <a:pt x="4855" y="5161"/>
                  </a:cubicBezTo>
                  <a:cubicBezTo>
                    <a:pt x="4897" y="5161"/>
                    <a:pt x="4939" y="5182"/>
                    <a:pt x="4959" y="5203"/>
                  </a:cubicBezTo>
                  <a:cubicBezTo>
                    <a:pt x="11048" y="3299"/>
                    <a:pt x="17346" y="1667"/>
                    <a:pt x="23665" y="1479"/>
                  </a:cubicBezTo>
                  <a:cubicBezTo>
                    <a:pt x="24502" y="1458"/>
                    <a:pt x="25339" y="1451"/>
                    <a:pt x="26176" y="1451"/>
                  </a:cubicBezTo>
                  <a:cubicBezTo>
                    <a:pt x="27850" y="1451"/>
                    <a:pt x="29524" y="1479"/>
                    <a:pt x="31198" y="1479"/>
                  </a:cubicBezTo>
                  <a:cubicBezTo>
                    <a:pt x="31967" y="1479"/>
                    <a:pt x="32791" y="1507"/>
                    <a:pt x="33625" y="1507"/>
                  </a:cubicBezTo>
                  <a:cubicBezTo>
                    <a:pt x="34921" y="1507"/>
                    <a:pt x="36240" y="1438"/>
                    <a:pt x="37412" y="1081"/>
                  </a:cubicBezTo>
                  <a:lnTo>
                    <a:pt x="37203" y="955"/>
                  </a:lnTo>
                  <a:cubicBezTo>
                    <a:pt x="36699" y="703"/>
                    <a:pt x="37016" y="18"/>
                    <a:pt x="37487" y="18"/>
                  </a:cubicBezTo>
                  <a:cubicBezTo>
                    <a:pt x="37563" y="18"/>
                    <a:pt x="37644" y="36"/>
                    <a:pt x="37726" y="77"/>
                  </a:cubicBezTo>
                  <a:lnTo>
                    <a:pt x="37810" y="118"/>
                  </a:lnTo>
                  <a:cubicBezTo>
                    <a:pt x="37729" y="38"/>
                    <a:pt x="37623" y="1"/>
                    <a:pt x="375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920" bIns="79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6" name="Google Shape;276;p7"/>
            <p:cNvSpPr/>
            <p:nvPr/>
          </p:nvSpPr>
          <p:spPr>
            <a:xfrm>
              <a:off x="2862000" y="2485080"/>
              <a:ext cx="426960" cy="334440"/>
            </a:xfrm>
            <a:custGeom>
              <a:avLst/>
              <a:gdLst>
                <a:gd name="textAreaLeft" fmla="*/ 0 w 426960"/>
                <a:gd name="textAreaRight" fmla="*/ 427320 w 426960"/>
                <a:gd name="textAreaTop" fmla="*/ 0 h 334440"/>
                <a:gd name="textAreaBottom" fmla="*/ 334800 h 334440"/>
              </a:gdLst>
              <a:ahLst/>
              <a:cxnLst/>
              <a:rect l="textAreaLeft" t="textAreaTop" r="textAreaRight" b="textAreaBottom"/>
              <a:pathLst>
                <a:path w="17098" h="13396">
                  <a:moveTo>
                    <a:pt x="754" y="1"/>
                  </a:moveTo>
                  <a:cubicBezTo>
                    <a:pt x="294" y="1"/>
                    <a:pt x="0" y="679"/>
                    <a:pt x="482" y="946"/>
                  </a:cubicBezTo>
                  <a:lnTo>
                    <a:pt x="691" y="1051"/>
                  </a:lnTo>
                  <a:cubicBezTo>
                    <a:pt x="3516" y="2599"/>
                    <a:pt x="5713" y="5006"/>
                    <a:pt x="8244" y="6952"/>
                  </a:cubicBezTo>
                  <a:cubicBezTo>
                    <a:pt x="9437" y="7893"/>
                    <a:pt x="10797" y="8604"/>
                    <a:pt x="12032" y="9483"/>
                  </a:cubicBezTo>
                  <a:cubicBezTo>
                    <a:pt x="13413" y="10446"/>
                    <a:pt x="14647" y="11617"/>
                    <a:pt x="15693" y="12915"/>
                  </a:cubicBezTo>
                  <a:cubicBezTo>
                    <a:pt x="15861" y="12831"/>
                    <a:pt x="16028" y="12726"/>
                    <a:pt x="16195" y="12622"/>
                  </a:cubicBezTo>
                  <a:cubicBezTo>
                    <a:pt x="16286" y="12561"/>
                    <a:pt x="16376" y="12535"/>
                    <a:pt x="16460" y="12535"/>
                  </a:cubicBezTo>
                  <a:cubicBezTo>
                    <a:pt x="16838" y="12535"/>
                    <a:pt x="17097" y="13071"/>
                    <a:pt x="16823" y="13396"/>
                  </a:cubicBezTo>
                  <a:cubicBezTo>
                    <a:pt x="17011" y="13270"/>
                    <a:pt x="17053" y="12978"/>
                    <a:pt x="16886" y="12810"/>
                  </a:cubicBezTo>
                  <a:cubicBezTo>
                    <a:pt x="14898" y="10132"/>
                    <a:pt x="12262" y="8332"/>
                    <a:pt x="9479" y="6575"/>
                  </a:cubicBezTo>
                  <a:cubicBezTo>
                    <a:pt x="6466" y="4671"/>
                    <a:pt x="4269" y="1783"/>
                    <a:pt x="1089" y="109"/>
                  </a:cubicBezTo>
                  <a:lnTo>
                    <a:pt x="1005" y="68"/>
                  </a:lnTo>
                  <a:cubicBezTo>
                    <a:pt x="918" y="21"/>
                    <a:pt x="834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7" name="Google Shape;277;p7"/>
            <p:cNvSpPr/>
            <p:nvPr/>
          </p:nvSpPr>
          <p:spPr>
            <a:xfrm>
              <a:off x="2455560" y="2984760"/>
              <a:ext cx="113040" cy="238680"/>
            </a:xfrm>
            <a:custGeom>
              <a:avLst/>
              <a:gdLst>
                <a:gd name="textAreaLeft" fmla="*/ 0 w 113040"/>
                <a:gd name="textAreaRight" fmla="*/ 113400 w 113040"/>
                <a:gd name="textAreaTop" fmla="*/ 0 h 238680"/>
                <a:gd name="textAreaBottom" fmla="*/ 239040 h 238680"/>
              </a:gdLst>
              <a:ahLst/>
              <a:cxnLst/>
              <a:rect l="textAreaLeft" t="textAreaTop" r="textAreaRight" b="textAreaBottom"/>
              <a:pathLst>
                <a:path w="4542" h="9564">
                  <a:moveTo>
                    <a:pt x="4416" y="1"/>
                  </a:moveTo>
                  <a:cubicBezTo>
                    <a:pt x="3432" y="629"/>
                    <a:pt x="2554" y="1382"/>
                    <a:pt x="1800" y="2282"/>
                  </a:cubicBezTo>
                  <a:cubicBezTo>
                    <a:pt x="147" y="4207"/>
                    <a:pt x="1" y="6508"/>
                    <a:pt x="901" y="8642"/>
                  </a:cubicBezTo>
                  <a:cubicBezTo>
                    <a:pt x="1319" y="8956"/>
                    <a:pt x="1779" y="9270"/>
                    <a:pt x="2240" y="9563"/>
                  </a:cubicBezTo>
                  <a:lnTo>
                    <a:pt x="2386" y="9542"/>
                  </a:lnTo>
                  <a:cubicBezTo>
                    <a:pt x="2261" y="9291"/>
                    <a:pt x="2156" y="9040"/>
                    <a:pt x="2072" y="8768"/>
                  </a:cubicBezTo>
                  <a:cubicBezTo>
                    <a:pt x="524" y="5797"/>
                    <a:pt x="1758" y="3432"/>
                    <a:pt x="3976" y="1633"/>
                  </a:cubicBezTo>
                  <a:cubicBezTo>
                    <a:pt x="4186" y="1194"/>
                    <a:pt x="4353" y="733"/>
                    <a:pt x="4479" y="252"/>
                  </a:cubicBezTo>
                  <a:cubicBezTo>
                    <a:pt x="4499" y="210"/>
                    <a:pt x="4520" y="147"/>
                    <a:pt x="4541" y="106"/>
                  </a:cubicBezTo>
                  <a:lnTo>
                    <a:pt x="441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8" name="Google Shape;278;p7"/>
            <p:cNvSpPr/>
            <p:nvPr/>
          </p:nvSpPr>
          <p:spPr>
            <a:xfrm>
              <a:off x="2589120" y="2798280"/>
              <a:ext cx="700200" cy="201600"/>
            </a:xfrm>
            <a:custGeom>
              <a:avLst/>
              <a:gdLst>
                <a:gd name="textAreaLeft" fmla="*/ 0 w 700200"/>
                <a:gd name="textAreaRight" fmla="*/ 700560 w 700200"/>
                <a:gd name="textAreaTop" fmla="*/ 0 h 201600"/>
                <a:gd name="textAreaBottom" fmla="*/ 201960 h 201600"/>
              </a:gdLst>
              <a:ahLst/>
              <a:cxnLst/>
              <a:rect l="textAreaLeft" t="textAreaTop" r="textAreaRight" b="textAreaBottom"/>
              <a:pathLst>
                <a:path w="28017" h="8079">
                  <a:moveTo>
                    <a:pt x="27358" y="0"/>
                  </a:moveTo>
                  <a:cubicBezTo>
                    <a:pt x="27275" y="0"/>
                    <a:pt x="27186" y="26"/>
                    <a:pt x="27096" y="86"/>
                  </a:cubicBezTo>
                  <a:cubicBezTo>
                    <a:pt x="26950" y="190"/>
                    <a:pt x="26783" y="295"/>
                    <a:pt x="26615" y="379"/>
                  </a:cubicBezTo>
                  <a:cubicBezTo>
                    <a:pt x="22744" y="2680"/>
                    <a:pt x="17827" y="2848"/>
                    <a:pt x="13454" y="3203"/>
                  </a:cubicBezTo>
                  <a:cubicBezTo>
                    <a:pt x="10378" y="3413"/>
                    <a:pt x="7345" y="3999"/>
                    <a:pt x="4415" y="4940"/>
                  </a:cubicBezTo>
                  <a:cubicBezTo>
                    <a:pt x="3913" y="5128"/>
                    <a:pt x="3411" y="5296"/>
                    <a:pt x="2909" y="5505"/>
                  </a:cubicBezTo>
                  <a:lnTo>
                    <a:pt x="2888" y="5526"/>
                  </a:lnTo>
                  <a:cubicBezTo>
                    <a:pt x="2992" y="5505"/>
                    <a:pt x="3097" y="5463"/>
                    <a:pt x="3223" y="5442"/>
                  </a:cubicBezTo>
                  <a:cubicBezTo>
                    <a:pt x="3232" y="5440"/>
                    <a:pt x="3241" y="5440"/>
                    <a:pt x="3249" y="5440"/>
                  </a:cubicBezTo>
                  <a:cubicBezTo>
                    <a:pt x="3337" y="5440"/>
                    <a:pt x="3383" y="5533"/>
                    <a:pt x="3306" y="5610"/>
                  </a:cubicBezTo>
                  <a:cubicBezTo>
                    <a:pt x="2846" y="5986"/>
                    <a:pt x="2344" y="6321"/>
                    <a:pt x="1800" y="6572"/>
                  </a:cubicBezTo>
                  <a:cubicBezTo>
                    <a:pt x="1784" y="6582"/>
                    <a:pt x="1768" y="6586"/>
                    <a:pt x="1752" y="6586"/>
                  </a:cubicBezTo>
                  <a:cubicBezTo>
                    <a:pt x="1668" y="6586"/>
                    <a:pt x="1610" y="6458"/>
                    <a:pt x="1716" y="6405"/>
                  </a:cubicBezTo>
                  <a:cubicBezTo>
                    <a:pt x="1866" y="6338"/>
                    <a:pt x="2923" y="5751"/>
                    <a:pt x="2758" y="5751"/>
                  </a:cubicBezTo>
                  <a:cubicBezTo>
                    <a:pt x="2717" y="5751"/>
                    <a:pt x="2597" y="5789"/>
                    <a:pt x="2365" y="5882"/>
                  </a:cubicBezTo>
                  <a:lnTo>
                    <a:pt x="2344" y="5882"/>
                  </a:lnTo>
                  <a:cubicBezTo>
                    <a:pt x="1904" y="6133"/>
                    <a:pt x="1423" y="6300"/>
                    <a:pt x="984" y="6488"/>
                  </a:cubicBezTo>
                  <a:lnTo>
                    <a:pt x="837" y="6551"/>
                  </a:lnTo>
                  <a:lnTo>
                    <a:pt x="231" y="6844"/>
                  </a:lnTo>
                  <a:cubicBezTo>
                    <a:pt x="219" y="6850"/>
                    <a:pt x="208" y="6852"/>
                    <a:pt x="197" y="6852"/>
                  </a:cubicBezTo>
                  <a:cubicBezTo>
                    <a:pt x="166" y="6852"/>
                    <a:pt x="136" y="6833"/>
                    <a:pt x="105" y="6802"/>
                  </a:cubicBezTo>
                  <a:lnTo>
                    <a:pt x="0" y="6886"/>
                  </a:lnTo>
                  <a:cubicBezTo>
                    <a:pt x="210" y="7032"/>
                    <a:pt x="231" y="7346"/>
                    <a:pt x="21" y="7535"/>
                  </a:cubicBezTo>
                  <a:cubicBezTo>
                    <a:pt x="147" y="7660"/>
                    <a:pt x="168" y="7828"/>
                    <a:pt x="126" y="7974"/>
                  </a:cubicBezTo>
                  <a:cubicBezTo>
                    <a:pt x="126" y="8016"/>
                    <a:pt x="105" y="8037"/>
                    <a:pt x="105" y="8079"/>
                  </a:cubicBezTo>
                  <a:cubicBezTo>
                    <a:pt x="2135" y="6823"/>
                    <a:pt x="4562" y="5924"/>
                    <a:pt x="6466" y="5379"/>
                  </a:cubicBezTo>
                  <a:cubicBezTo>
                    <a:pt x="12366" y="3685"/>
                    <a:pt x="19229" y="4668"/>
                    <a:pt x="24941" y="2346"/>
                  </a:cubicBezTo>
                  <a:cubicBezTo>
                    <a:pt x="24962" y="2094"/>
                    <a:pt x="24983" y="1822"/>
                    <a:pt x="25025" y="1571"/>
                  </a:cubicBezTo>
                  <a:cubicBezTo>
                    <a:pt x="25057" y="1244"/>
                    <a:pt x="25333" y="1077"/>
                    <a:pt x="25588" y="1077"/>
                  </a:cubicBezTo>
                  <a:cubicBezTo>
                    <a:pt x="25840" y="1077"/>
                    <a:pt x="26071" y="1239"/>
                    <a:pt x="26029" y="1571"/>
                  </a:cubicBezTo>
                  <a:cubicBezTo>
                    <a:pt x="26029" y="1676"/>
                    <a:pt x="26008" y="1781"/>
                    <a:pt x="26008" y="1885"/>
                  </a:cubicBezTo>
                  <a:cubicBezTo>
                    <a:pt x="26552" y="1613"/>
                    <a:pt x="27096" y="1299"/>
                    <a:pt x="27620" y="965"/>
                  </a:cubicBezTo>
                  <a:cubicBezTo>
                    <a:pt x="27661" y="923"/>
                    <a:pt x="27703" y="902"/>
                    <a:pt x="27724" y="860"/>
                  </a:cubicBezTo>
                  <a:cubicBezTo>
                    <a:pt x="28017" y="550"/>
                    <a:pt x="27743" y="0"/>
                    <a:pt x="2735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9" name="Google Shape;279;p7"/>
            <p:cNvSpPr/>
            <p:nvPr/>
          </p:nvSpPr>
          <p:spPr>
            <a:xfrm>
              <a:off x="1915920" y="2910240"/>
              <a:ext cx="6840" cy="54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94" h="231">
                  <a:moveTo>
                    <a:pt x="1" y="1"/>
                  </a:moveTo>
                  <a:cubicBezTo>
                    <a:pt x="43" y="126"/>
                    <a:pt x="168" y="210"/>
                    <a:pt x="294" y="231"/>
                  </a:cubicBezTo>
                  <a:lnTo>
                    <a:pt x="147" y="147"/>
                  </a:lnTo>
                  <a:cubicBezTo>
                    <a:pt x="84" y="105"/>
                    <a:pt x="43" y="6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0" name="Google Shape;280;p7"/>
            <p:cNvSpPr/>
            <p:nvPr/>
          </p:nvSpPr>
          <p:spPr>
            <a:xfrm>
              <a:off x="1871280" y="2628360"/>
              <a:ext cx="77040" cy="27756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277560"/>
                <a:gd name="textAreaBottom" fmla="*/ 277920 h 277560"/>
              </a:gdLst>
              <a:ahLst/>
              <a:cxnLst/>
              <a:rect l="textAreaLeft" t="textAreaTop" r="textAreaRight" b="textAreaBottom"/>
              <a:pathLst>
                <a:path w="3097" h="11112">
                  <a:moveTo>
                    <a:pt x="2909" y="1"/>
                  </a:moveTo>
                  <a:cubicBezTo>
                    <a:pt x="2783" y="22"/>
                    <a:pt x="2678" y="64"/>
                    <a:pt x="2616" y="168"/>
                  </a:cubicBezTo>
                  <a:cubicBezTo>
                    <a:pt x="0" y="2972"/>
                    <a:pt x="293" y="7785"/>
                    <a:pt x="1695" y="11111"/>
                  </a:cubicBezTo>
                  <a:cubicBezTo>
                    <a:pt x="1629" y="10764"/>
                    <a:pt x="1889" y="10483"/>
                    <a:pt x="2197" y="10483"/>
                  </a:cubicBezTo>
                  <a:cubicBezTo>
                    <a:pt x="2279" y="10483"/>
                    <a:pt x="2365" y="10502"/>
                    <a:pt x="2448" y="10546"/>
                  </a:cubicBezTo>
                  <a:lnTo>
                    <a:pt x="2532" y="10588"/>
                  </a:lnTo>
                  <a:cubicBezTo>
                    <a:pt x="2469" y="10442"/>
                    <a:pt x="2427" y="10274"/>
                    <a:pt x="2385" y="10107"/>
                  </a:cubicBezTo>
                  <a:cubicBezTo>
                    <a:pt x="1381" y="7345"/>
                    <a:pt x="1214" y="3516"/>
                    <a:pt x="3076" y="1173"/>
                  </a:cubicBezTo>
                  <a:lnTo>
                    <a:pt x="2720" y="963"/>
                  </a:lnTo>
                  <a:cubicBezTo>
                    <a:pt x="2236" y="692"/>
                    <a:pt x="2523" y="8"/>
                    <a:pt x="2983" y="8"/>
                  </a:cubicBezTo>
                  <a:cubicBezTo>
                    <a:pt x="3020" y="8"/>
                    <a:pt x="3058" y="13"/>
                    <a:pt x="3097" y="22"/>
                  </a:cubicBezTo>
                  <a:cubicBezTo>
                    <a:pt x="3034" y="1"/>
                    <a:pt x="2971" y="1"/>
                    <a:pt x="290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1" name="Google Shape;281;p7"/>
            <p:cNvSpPr/>
            <p:nvPr/>
          </p:nvSpPr>
          <p:spPr>
            <a:xfrm>
              <a:off x="2098440" y="29883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1" h="22">
                  <a:moveTo>
                    <a:pt x="0" y="0"/>
                  </a:moveTo>
                  <a:lnTo>
                    <a:pt x="21" y="21"/>
                  </a:ln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2" name="Google Shape;282;p7"/>
            <p:cNvSpPr/>
            <p:nvPr/>
          </p:nvSpPr>
          <p:spPr>
            <a:xfrm>
              <a:off x="2044800" y="2963880"/>
              <a:ext cx="6480" cy="900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73" h="378">
                  <a:moveTo>
                    <a:pt x="1" y="1"/>
                  </a:moveTo>
                  <a:lnTo>
                    <a:pt x="231" y="378"/>
                  </a:lnTo>
                  <a:cubicBezTo>
                    <a:pt x="252" y="294"/>
                    <a:pt x="273" y="231"/>
                    <a:pt x="273" y="147"/>
                  </a:cubicBezTo>
                  <a:lnTo>
                    <a:pt x="189" y="147"/>
                  </a:lnTo>
                  <a:cubicBezTo>
                    <a:pt x="126" y="106"/>
                    <a:pt x="64" y="4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3" name="Google Shape;283;p7"/>
            <p:cNvSpPr/>
            <p:nvPr/>
          </p:nvSpPr>
          <p:spPr>
            <a:xfrm>
              <a:off x="2045880" y="2958480"/>
              <a:ext cx="6120" cy="432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52" h="190">
                  <a:moveTo>
                    <a:pt x="1" y="1"/>
                  </a:moveTo>
                  <a:lnTo>
                    <a:pt x="1" y="1"/>
                  </a:lnTo>
                  <a:cubicBezTo>
                    <a:pt x="84" y="64"/>
                    <a:pt x="168" y="126"/>
                    <a:pt x="252" y="189"/>
                  </a:cubicBezTo>
                  <a:cubicBezTo>
                    <a:pt x="252" y="168"/>
                    <a:pt x="252" y="147"/>
                    <a:pt x="252" y="1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4" name="Google Shape;284;p7"/>
            <p:cNvSpPr/>
            <p:nvPr/>
          </p:nvSpPr>
          <p:spPr>
            <a:xfrm>
              <a:off x="2019960" y="2943000"/>
              <a:ext cx="6480" cy="396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273" h="168">
                  <a:moveTo>
                    <a:pt x="0" y="0"/>
                  </a:moveTo>
                  <a:lnTo>
                    <a:pt x="0" y="0"/>
                  </a:lnTo>
                  <a:cubicBezTo>
                    <a:pt x="84" y="84"/>
                    <a:pt x="168" y="126"/>
                    <a:pt x="272" y="1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5" name="Google Shape;285;p7"/>
            <p:cNvSpPr/>
            <p:nvPr/>
          </p:nvSpPr>
          <p:spPr>
            <a:xfrm>
              <a:off x="1912680" y="2891160"/>
              <a:ext cx="435960" cy="241920"/>
            </a:xfrm>
            <a:custGeom>
              <a:avLst/>
              <a:gdLst>
                <a:gd name="textAreaLeft" fmla="*/ 0 w 435960"/>
                <a:gd name="textAreaRight" fmla="*/ 436320 w 43596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17455" h="9690">
                  <a:moveTo>
                    <a:pt x="577" y="0"/>
                  </a:moveTo>
                  <a:cubicBezTo>
                    <a:pt x="274" y="0"/>
                    <a:pt x="1" y="282"/>
                    <a:pt x="67" y="629"/>
                  </a:cubicBezTo>
                  <a:cubicBezTo>
                    <a:pt x="88" y="692"/>
                    <a:pt x="109" y="755"/>
                    <a:pt x="151" y="797"/>
                  </a:cubicBezTo>
                  <a:cubicBezTo>
                    <a:pt x="192" y="859"/>
                    <a:pt x="255" y="901"/>
                    <a:pt x="318" y="943"/>
                  </a:cubicBezTo>
                  <a:lnTo>
                    <a:pt x="444" y="1027"/>
                  </a:lnTo>
                  <a:cubicBezTo>
                    <a:pt x="2306" y="2094"/>
                    <a:pt x="4105" y="3203"/>
                    <a:pt x="5967" y="4270"/>
                  </a:cubicBezTo>
                  <a:cubicBezTo>
                    <a:pt x="7997" y="5442"/>
                    <a:pt x="10110" y="6383"/>
                    <a:pt x="12224" y="7409"/>
                  </a:cubicBezTo>
                  <a:cubicBezTo>
                    <a:pt x="13918" y="8225"/>
                    <a:pt x="15781" y="8727"/>
                    <a:pt x="17454" y="9689"/>
                  </a:cubicBezTo>
                  <a:cubicBezTo>
                    <a:pt x="17057" y="9271"/>
                    <a:pt x="16785" y="8769"/>
                    <a:pt x="16659" y="8246"/>
                  </a:cubicBezTo>
                  <a:lnTo>
                    <a:pt x="16659" y="8225"/>
                  </a:lnTo>
                  <a:cubicBezTo>
                    <a:pt x="16659" y="8329"/>
                    <a:pt x="16659" y="8434"/>
                    <a:pt x="16638" y="8538"/>
                  </a:cubicBezTo>
                  <a:cubicBezTo>
                    <a:pt x="16625" y="8605"/>
                    <a:pt x="16570" y="8646"/>
                    <a:pt x="16521" y="8646"/>
                  </a:cubicBezTo>
                  <a:cubicBezTo>
                    <a:pt x="16492" y="8646"/>
                    <a:pt x="16465" y="8632"/>
                    <a:pt x="16450" y="8601"/>
                  </a:cubicBezTo>
                  <a:cubicBezTo>
                    <a:pt x="16283" y="8371"/>
                    <a:pt x="16136" y="8120"/>
                    <a:pt x="16053" y="7848"/>
                  </a:cubicBezTo>
                  <a:cubicBezTo>
                    <a:pt x="16053" y="7890"/>
                    <a:pt x="16053" y="7932"/>
                    <a:pt x="16032" y="7953"/>
                  </a:cubicBezTo>
                  <a:cubicBezTo>
                    <a:pt x="16008" y="8000"/>
                    <a:pt x="15965" y="8027"/>
                    <a:pt x="15924" y="8027"/>
                  </a:cubicBezTo>
                  <a:cubicBezTo>
                    <a:pt x="15892" y="8027"/>
                    <a:pt x="15862" y="8010"/>
                    <a:pt x="15843" y="7973"/>
                  </a:cubicBezTo>
                  <a:cubicBezTo>
                    <a:pt x="15781" y="7890"/>
                    <a:pt x="15739" y="7806"/>
                    <a:pt x="15697" y="7722"/>
                  </a:cubicBezTo>
                  <a:cubicBezTo>
                    <a:pt x="15383" y="7597"/>
                    <a:pt x="15048" y="7450"/>
                    <a:pt x="14734" y="7346"/>
                  </a:cubicBezTo>
                  <a:lnTo>
                    <a:pt x="14734" y="7346"/>
                  </a:lnTo>
                  <a:cubicBezTo>
                    <a:pt x="14881" y="7576"/>
                    <a:pt x="15069" y="7785"/>
                    <a:pt x="15299" y="7953"/>
                  </a:cubicBezTo>
                  <a:cubicBezTo>
                    <a:pt x="15382" y="8019"/>
                    <a:pt x="15308" y="8124"/>
                    <a:pt x="15222" y="8124"/>
                  </a:cubicBezTo>
                  <a:cubicBezTo>
                    <a:pt x="15199" y="8124"/>
                    <a:pt x="15175" y="8117"/>
                    <a:pt x="15153" y="8099"/>
                  </a:cubicBezTo>
                  <a:cubicBezTo>
                    <a:pt x="14860" y="7869"/>
                    <a:pt x="14609" y="7555"/>
                    <a:pt x="14421" y="7220"/>
                  </a:cubicBezTo>
                  <a:lnTo>
                    <a:pt x="13876" y="7011"/>
                  </a:lnTo>
                  <a:lnTo>
                    <a:pt x="13876" y="7011"/>
                  </a:lnTo>
                  <a:cubicBezTo>
                    <a:pt x="13939" y="7095"/>
                    <a:pt x="14002" y="7178"/>
                    <a:pt x="14086" y="7262"/>
                  </a:cubicBezTo>
                  <a:cubicBezTo>
                    <a:pt x="14135" y="7328"/>
                    <a:pt x="14067" y="7434"/>
                    <a:pt x="13995" y="7434"/>
                  </a:cubicBezTo>
                  <a:cubicBezTo>
                    <a:pt x="13976" y="7434"/>
                    <a:pt x="13957" y="7426"/>
                    <a:pt x="13939" y="7409"/>
                  </a:cubicBezTo>
                  <a:cubicBezTo>
                    <a:pt x="13793" y="7241"/>
                    <a:pt x="13667" y="7074"/>
                    <a:pt x="13542" y="6885"/>
                  </a:cubicBezTo>
                  <a:lnTo>
                    <a:pt x="13123" y="6697"/>
                  </a:lnTo>
                  <a:lnTo>
                    <a:pt x="13060" y="6676"/>
                  </a:lnTo>
                  <a:lnTo>
                    <a:pt x="13060" y="6760"/>
                  </a:lnTo>
                  <a:cubicBezTo>
                    <a:pt x="13045" y="6807"/>
                    <a:pt x="13006" y="6831"/>
                    <a:pt x="12960" y="6831"/>
                  </a:cubicBezTo>
                  <a:cubicBezTo>
                    <a:pt x="12945" y="6831"/>
                    <a:pt x="12930" y="6828"/>
                    <a:pt x="12914" y="6823"/>
                  </a:cubicBezTo>
                  <a:cubicBezTo>
                    <a:pt x="12768" y="6718"/>
                    <a:pt x="12642" y="6593"/>
                    <a:pt x="12516" y="6446"/>
                  </a:cubicBezTo>
                  <a:cubicBezTo>
                    <a:pt x="11805" y="6132"/>
                    <a:pt x="11094" y="5797"/>
                    <a:pt x="10403" y="5442"/>
                  </a:cubicBezTo>
                  <a:lnTo>
                    <a:pt x="10403" y="5442"/>
                  </a:lnTo>
                  <a:cubicBezTo>
                    <a:pt x="10466" y="5525"/>
                    <a:pt x="10571" y="5609"/>
                    <a:pt x="10654" y="5693"/>
                  </a:cubicBezTo>
                  <a:cubicBezTo>
                    <a:pt x="10743" y="5746"/>
                    <a:pt x="10681" y="5874"/>
                    <a:pt x="10610" y="5874"/>
                  </a:cubicBezTo>
                  <a:cubicBezTo>
                    <a:pt x="10597" y="5874"/>
                    <a:pt x="10583" y="5870"/>
                    <a:pt x="10571" y="5860"/>
                  </a:cubicBezTo>
                  <a:cubicBezTo>
                    <a:pt x="10340" y="5693"/>
                    <a:pt x="10152" y="5505"/>
                    <a:pt x="10027" y="5253"/>
                  </a:cubicBezTo>
                  <a:lnTo>
                    <a:pt x="10027" y="5274"/>
                  </a:lnTo>
                  <a:cubicBezTo>
                    <a:pt x="10014" y="5325"/>
                    <a:pt x="9971" y="5353"/>
                    <a:pt x="9929" y="5353"/>
                  </a:cubicBezTo>
                  <a:cubicBezTo>
                    <a:pt x="9902" y="5353"/>
                    <a:pt x="9876" y="5341"/>
                    <a:pt x="9859" y="5316"/>
                  </a:cubicBezTo>
                  <a:cubicBezTo>
                    <a:pt x="9755" y="5233"/>
                    <a:pt x="9671" y="5149"/>
                    <a:pt x="9608" y="5044"/>
                  </a:cubicBezTo>
                  <a:lnTo>
                    <a:pt x="9001" y="4730"/>
                  </a:lnTo>
                  <a:cubicBezTo>
                    <a:pt x="8984" y="4739"/>
                    <a:pt x="8967" y="4744"/>
                    <a:pt x="8951" y="4744"/>
                  </a:cubicBezTo>
                  <a:cubicBezTo>
                    <a:pt x="8928" y="4744"/>
                    <a:pt x="8909" y="4734"/>
                    <a:pt x="8897" y="4709"/>
                  </a:cubicBezTo>
                  <a:lnTo>
                    <a:pt x="8855" y="4647"/>
                  </a:lnTo>
                  <a:lnTo>
                    <a:pt x="8353" y="4396"/>
                  </a:lnTo>
                  <a:cubicBezTo>
                    <a:pt x="8353" y="4441"/>
                    <a:pt x="8309" y="4475"/>
                    <a:pt x="8261" y="4475"/>
                  </a:cubicBezTo>
                  <a:cubicBezTo>
                    <a:pt x="8243" y="4475"/>
                    <a:pt x="8224" y="4470"/>
                    <a:pt x="8206" y="4458"/>
                  </a:cubicBezTo>
                  <a:cubicBezTo>
                    <a:pt x="8018" y="4375"/>
                    <a:pt x="7871" y="4228"/>
                    <a:pt x="7746" y="4061"/>
                  </a:cubicBezTo>
                  <a:lnTo>
                    <a:pt x="7683" y="4019"/>
                  </a:lnTo>
                  <a:cubicBezTo>
                    <a:pt x="7683" y="4103"/>
                    <a:pt x="7683" y="4165"/>
                    <a:pt x="7662" y="4228"/>
                  </a:cubicBezTo>
                  <a:cubicBezTo>
                    <a:pt x="7683" y="4249"/>
                    <a:pt x="7704" y="4291"/>
                    <a:pt x="7725" y="4312"/>
                  </a:cubicBezTo>
                  <a:cubicBezTo>
                    <a:pt x="7789" y="4393"/>
                    <a:pt x="7717" y="4486"/>
                    <a:pt x="7642" y="4486"/>
                  </a:cubicBezTo>
                  <a:cubicBezTo>
                    <a:pt x="7620" y="4486"/>
                    <a:pt x="7598" y="4477"/>
                    <a:pt x="7578" y="4458"/>
                  </a:cubicBezTo>
                  <a:cubicBezTo>
                    <a:pt x="7390" y="4228"/>
                    <a:pt x="7244" y="3977"/>
                    <a:pt x="7118" y="3705"/>
                  </a:cubicBezTo>
                  <a:lnTo>
                    <a:pt x="6804" y="3538"/>
                  </a:lnTo>
                  <a:cubicBezTo>
                    <a:pt x="6762" y="3621"/>
                    <a:pt x="6721" y="3684"/>
                    <a:pt x="6679" y="3747"/>
                  </a:cubicBezTo>
                  <a:cubicBezTo>
                    <a:pt x="6658" y="3768"/>
                    <a:pt x="6632" y="3778"/>
                    <a:pt x="6606" y="3778"/>
                  </a:cubicBezTo>
                  <a:cubicBezTo>
                    <a:pt x="6579" y="3778"/>
                    <a:pt x="6553" y="3768"/>
                    <a:pt x="6532" y="3747"/>
                  </a:cubicBezTo>
                  <a:cubicBezTo>
                    <a:pt x="6407" y="3580"/>
                    <a:pt x="6281" y="3391"/>
                    <a:pt x="6177" y="3203"/>
                  </a:cubicBezTo>
                  <a:cubicBezTo>
                    <a:pt x="6135" y="3182"/>
                    <a:pt x="6093" y="3140"/>
                    <a:pt x="6072" y="3119"/>
                  </a:cubicBezTo>
                  <a:lnTo>
                    <a:pt x="5800" y="2952"/>
                  </a:lnTo>
                  <a:cubicBezTo>
                    <a:pt x="5779" y="3182"/>
                    <a:pt x="5737" y="3412"/>
                    <a:pt x="5654" y="3621"/>
                  </a:cubicBezTo>
                  <a:cubicBezTo>
                    <a:pt x="5640" y="3662"/>
                    <a:pt x="5600" y="3685"/>
                    <a:pt x="5557" y="3685"/>
                  </a:cubicBezTo>
                  <a:cubicBezTo>
                    <a:pt x="5533" y="3685"/>
                    <a:pt x="5508" y="3678"/>
                    <a:pt x="5486" y="3663"/>
                  </a:cubicBezTo>
                  <a:cubicBezTo>
                    <a:pt x="5172" y="3308"/>
                    <a:pt x="4921" y="2889"/>
                    <a:pt x="4775" y="2429"/>
                  </a:cubicBezTo>
                  <a:cubicBezTo>
                    <a:pt x="4775" y="2446"/>
                    <a:pt x="4747" y="2476"/>
                    <a:pt x="4715" y="2476"/>
                  </a:cubicBezTo>
                  <a:cubicBezTo>
                    <a:pt x="4707" y="2476"/>
                    <a:pt x="4699" y="2475"/>
                    <a:pt x="4691" y="2471"/>
                  </a:cubicBezTo>
                  <a:cubicBezTo>
                    <a:pt x="4440" y="2450"/>
                    <a:pt x="4210" y="2303"/>
                    <a:pt x="4063" y="2094"/>
                  </a:cubicBezTo>
                  <a:cubicBezTo>
                    <a:pt x="4049" y="2109"/>
                    <a:pt x="4023" y="2124"/>
                    <a:pt x="3995" y="2124"/>
                  </a:cubicBezTo>
                  <a:cubicBezTo>
                    <a:pt x="3983" y="2124"/>
                    <a:pt x="3971" y="2121"/>
                    <a:pt x="3959" y="2115"/>
                  </a:cubicBezTo>
                  <a:cubicBezTo>
                    <a:pt x="3603" y="2010"/>
                    <a:pt x="3310" y="1738"/>
                    <a:pt x="3143" y="1403"/>
                  </a:cubicBezTo>
                  <a:lnTo>
                    <a:pt x="3017" y="1341"/>
                  </a:lnTo>
                  <a:lnTo>
                    <a:pt x="3017" y="1341"/>
                  </a:lnTo>
                  <a:cubicBezTo>
                    <a:pt x="3100" y="1407"/>
                    <a:pt x="3026" y="1512"/>
                    <a:pt x="2939" y="1512"/>
                  </a:cubicBezTo>
                  <a:cubicBezTo>
                    <a:pt x="2916" y="1512"/>
                    <a:pt x="2893" y="1505"/>
                    <a:pt x="2871" y="1487"/>
                  </a:cubicBezTo>
                  <a:cubicBezTo>
                    <a:pt x="2703" y="1341"/>
                    <a:pt x="2536" y="1173"/>
                    <a:pt x="2410" y="985"/>
                  </a:cubicBezTo>
                  <a:lnTo>
                    <a:pt x="2264" y="901"/>
                  </a:lnTo>
                  <a:cubicBezTo>
                    <a:pt x="2264" y="946"/>
                    <a:pt x="2212" y="990"/>
                    <a:pt x="2159" y="990"/>
                  </a:cubicBezTo>
                  <a:cubicBezTo>
                    <a:pt x="2137" y="990"/>
                    <a:pt x="2115" y="982"/>
                    <a:pt x="2096" y="964"/>
                  </a:cubicBezTo>
                  <a:cubicBezTo>
                    <a:pt x="2034" y="880"/>
                    <a:pt x="1971" y="797"/>
                    <a:pt x="1908" y="692"/>
                  </a:cubicBezTo>
                  <a:lnTo>
                    <a:pt x="1908" y="692"/>
                  </a:lnTo>
                  <a:cubicBezTo>
                    <a:pt x="1920" y="763"/>
                    <a:pt x="1871" y="801"/>
                    <a:pt x="1819" y="801"/>
                  </a:cubicBezTo>
                  <a:cubicBezTo>
                    <a:pt x="1780" y="801"/>
                    <a:pt x="1738" y="779"/>
                    <a:pt x="1720" y="734"/>
                  </a:cubicBezTo>
                  <a:lnTo>
                    <a:pt x="1657" y="525"/>
                  </a:lnTo>
                  <a:lnTo>
                    <a:pt x="1197" y="274"/>
                  </a:lnTo>
                  <a:lnTo>
                    <a:pt x="1197" y="274"/>
                  </a:lnTo>
                  <a:cubicBezTo>
                    <a:pt x="1301" y="567"/>
                    <a:pt x="1448" y="839"/>
                    <a:pt x="1636" y="1111"/>
                  </a:cubicBezTo>
                  <a:cubicBezTo>
                    <a:pt x="1693" y="1181"/>
                    <a:pt x="1635" y="1242"/>
                    <a:pt x="1565" y="1242"/>
                  </a:cubicBezTo>
                  <a:cubicBezTo>
                    <a:pt x="1532" y="1242"/>
                    <a:pt x="1496" y="1228"/>
                    <a:pt x="1469" y="1194"/>
                  </a:cubicBezTo>
                  <a:cubicBezTo>
                    <a:pt x="1239" y="859"/>
                    <a:pt x="1050" y="504"/>
                    <a:pt x="925" y="106"/>
                  </a:cubicBezTo>
                  <a:lnTo>
                    <a:pt x="820" y="64"/>
                  </a:lnTo>
                  <a:cubicBezTo>
                    <a:pt x="741" y="20"/>
                    <a:pt x="658" y="0"/>
                    <a:pt x="5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6" name="Google Shape;286;p7"/>
            <p:cNvSpPr/>
            <p:nvPr/>
          </p:nvSpPr>
          <p:spPr>
            <a:xfrm>
              <a:off x="2322360" y="3093120"/>
              <a:ext cx="3240" cy="324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37" h="137">
                  <a:moveTo>
                    <a:pt x="126" y="0"/>
                  </a:moveTo>
                  <a:cubicBezTo>
                    <a:pt x="114" y="25"/>
                    <a:pt x="87" y="35"/>
                    <a:pt x="59" y="35"/>
                  </a:cubicBezTo>
                  <a:cubicBezTo>
                    <a:pt x="39" y="35"/>
                    <a:pt x="18" y="30"/>
                    <a:pt x="0" y="21"/>
                  </a:cubicBezTo>
                  <a:lnTo>
                    <a:pt x="0" y="21"/>
                  </a:lnTo>
                  <a:cubicBezTo>
                    <a:pt x="42" y="94"/>
                    <a:pt x="79" y="136"/>
                    <a:pt x="102" y="136"/>
                  </a:cubicBezTo>
                  <a:cubicBezTo>
                    <a:pt x="126" y="136"/>
                    <a:pt x="136" y="94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7" name="Google Shape;287;p7"/>
            <p:cNvSpPr/>
            <p:nvPr/>
          </p:nvSpPr>
          <p:spPr>
            <a:xfrm>
              <a:off x="2334600" y="3096720"/>
              <a:ext cx="15480" cy="201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629" h="817">
                  <a:moveTo>
                    <a:pt x="0" y="1"/>
                  </a:moveTo>
                  <a:lnTo>
                    <a:pt x="0" y="1"/>
                  </a:lnTo>
                  <a:cubicBezTo>
                    <a:pt x="168" y="294"/>
                    <a:pt x="377" y="566"/>
                    <a:pt x="607" y="817"/>
                  </a:cubicBezTo>
                  <a:cubicBezTo>
                    <a:pt x="628" y="649"/>
                    <a:pt x="628" y="482"/>
                    <a:pt x="607" y="314"/>
                  </a:cubicBezTo>
                  <a:cubicBezTo>
                    <a:pt x="398" y="210"/>
                    <a:pt x="189" y="10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8" name="Google Shape;288;p7"/>
            <p:cNvSpPr/>
            <p:nvPr/>
          </p:nvSpPr>
          <p:spPr>
            <a:xfrm>
              <a:off x="2394360" y="286128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3" h="1">
                  <a:moveTo>
                    <a:pt x="4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9" name="Google Shape;289;p7"/>
            <p:cNvSpPr/>
            <p:nvPr/>
          </p:nvSpPr>
          <p:spPr>
            <a:xfrm>
              <a:off x="2443680" y="2884320"/>
              <a:ext cx="1800" cy="72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85" h="43">
                  <a:moveTo>
                    <a:pt x="22" y="1"/>
                  </a:moveTo>
                  <a:cubicBezTo>
                    <a:pt x="1" y="42"/>
                    <a:pt x="22" y="42"/>
                    <a:pt x="84" y="42"/>
                  </a:cubicBezTo>
                  <a:lnTo>
                    <a:pt x="2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0" name="Google Shape;290;p7"/>
            <p:cNvSpPr/>
            <p:nvPr/>
          </p:nvSpPr>
          <p:spPr>
            <a:xfrm>
              <a:off x="2418840" y="2873880"/>
              <a:ext cx="4680" cy="1080"/>
            </a:xfrm>
            <a:custGeom>
              <a:avLst/>
              <a:gdLst>
                <a:gd name="textAreaLeft" fmla="*/ 0 w 4680"/>
                <a:gd name="textAreaRight" fmla="*/ 5040 w 46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99" h="54">
                  <a:moveTo>
                    <a:pt x="136" y="0"/>
                  </a:moveTo>
                  <a:cubicBezTo>
                    <a:pt x="43" y="27"/>
                    <a:pt x="1" y="53"/>
                    <a:pt x="40" y="53"/>
                  </a:cubicBezTo>
                  <a:cubicBezTo>
                    <a:pt x="63" y="53"/>
                    <a:pt x="114" y="44"/>
                    <a:pt x="199" y="21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1" name="Google Shape;291;p7"/>
            <p:cNvSpPr/>
            <p:nvPr/>
          </p:nvSpPr>
          <p:spPr>
            <a:xfrm>
              <a:off x="1927440" y="2628360"/>
              <a:ext cx="667080" cy="358560"/>
            </a:xfrm>
            <a:custGeom>
              <a:avLst/>
              <a:gdLst>
                <a:gd name="textAreaLeft" fmla="*/ 0 w 667080"/>
                <a:gd name="textAreaRight" fmla="*/ 667440 w 667080"/>
                <a:gd name="textAreaTop" fmla="*/ 0 h 358560"/>
                <a:gd name="textAreaBottom" fmla="*/ 358920 h 358560"/>
              </a:gdLst>
              <a:ahLst/>
              <a:cxnLst/>
              <a:rect l="textAreaLeft" t="textAreaTop" r="textAreaRight" b="textAreaBottom"/>
              <a:pathLst>
                <a:path w="26697" h="14352">
                  <a:moveTo>
                    <a:pt x="726" y="1"/>
                  </a:moveTo>
                  <a:cubicBezTo>
                    <a:pt x="275" y="1"/>
                    <a:pt x="1" y="671"/>
                    <a:pt x="479" y="940"/>
                  </a:cubicBezTo>
                  <a:lnTo>
                    <a:pt x="856" y="1149"/>
                  </a:lnTo>
                  <a:cubicBezTo>
                    <a:pt x="4308" y="3095"/>
                    <a:pt x="7844" y="4915"/>
                    <a:pt x="11380" y="6735"/>
                  </a:cubicBezTo>
                  <a:cubicBezTo>
                    <a:pt x="13138" y="7677"/>
                    <a:pt x="14917" y="8598"/>
                    <a:pt x="16716" y="9476"/>
                  </a:cubicBezTo>
                  <a:cubicBezTo>
                    <a:pt x="19687" y="10920"/>
                    <a:pt x="22888" y="12196"/>
                    <a:pt x="25546" y="14247"/>
                  </a:cubicBezTo>
                  <a:lnTo>
                    <a:pt x="25692" y="14352"/>
                  </a:lnTo>
                  <a:cubicBezTo>
                    <a:pt x="25788" y="14213"/>
                    <a:pt x="25939" y="14145"/>
                    <a:pt x="26091" y="14145"/>
                  </a:cubicBezTo>
                  <a:cubicBezTo>
                    <a:pt x="26237" y="14145"/>
                    <a:pt x="26385" y="14208"/>
                    <a:pt x="26487" y="14331"/>
                  </a:cubicBezTo>
                  <a:cubicBezTo>
                    <a:pt x="26697" y="14142"/>
                    <a:pt x="26676" y="13828"/>
                    <a:pt x="26466" y="13682"/>
                  </a:cubicBezTo>
                  <a:cubicBezTo>
                    <a:pt x="25629" y="13012"/>
                    <a:pt x="24751" y="12427"/>
                    <a:pt x="23851" y="11903"/>
                  </a:cubicBezTo>
                  <a:cubicBezTo>
                    <a:pt x="23809" y="11903"/>
                    <a:pt x="23788" y="11883"/>
                    <a:pt x="23788" y="11862"/>
                  </a:cubicBezTo>
                  <a:cubicBezTo>
                    <a:pt x="23495" y="11694"/>
                    <a:pt x="23202" y="11527"/>
                    <a:pt x="22909" y="11380"/>
                  </a:cubicBezTo>
                  <a:cubicBezTo>
                    <a:pt x="22700" y="11422"/>
                    <a:pt x="22491" y="11443"/>
                    <a:pt x="22282" y="11464"/>
                  </a:cubicBezTo>
                  <a:cubicBezTo>
                    <a:pt x="22275" y="11465"/>
                    <a:pt x="22268" y="11466"/>
                    <a:pt x="22262" y="11466"/>
                  </a:cubicBezTo>
                  <a:cubicBezTo>
                    <a:pt x="22175" y="11466"/>
                    <a:pt x="22162" y="11336"/>
                    <a:pt x="22240" y="11297"/>
                  </a:cubicBezTo>
                  <a:cubicBezTo>
                    <a:pt x="22323" y="11255"/>
                    <a:pt x="22407" y="11192"/>
                    <a:pt x="22491" y="11150"/>
                  </a:cubicBezTo>
                  <a:lnTo>
                    <a:pt x="22031" y="10899"/>
                  </a:lnTo>
                  <a:lnTo>
                    <a:pt x="21696" y="11025"/>
                  </a:lnTo>
                  <a:cubicBezTo>
                    <a:pt x="21684" y="11029"/>
                    <a:pt x="21673" y="11031"/>
                    <a:pt x="21662" y="11031"/>
                  </a:cubicBezTo>
                  <a:cubicBezTo>
                    <a:pt x="21575" y="11031"/>
                    <a:pt x="21519" y="10895"/>
                    <a:pt x="21612" y="10857"/>
                  </a:cubicBezTo>
                  <a:lnTo>
                    <a:pt x="21759" y="10774"/>
                  </a:lnTo>
                  <a:lnTo>
                    <a:pt x="20984" y="10376"/>
                  </a:lnTo>
                  <a:cubicBezTo>
                    <a:pt x="20754" y="10460"/>
                    <a:pt x="20524" y="10523"/>
                    <a:pt x="20294" y="10606"/>
                  </a:cubicBezTo>
                  <a:cubicBezTo>
                    <a:pt x="20210" y="10606"/>
                    <a:pt x="20147" y="10523"/>
                    <a:pt x="20189" y="10460"/>
                  </a:cubicBezTo>
                  <a:cubicBezTo>
                    <a:pt x="20273" y="10334"/>
                    <a:pt x="20357" y="10230"/>
                    <a:pt x="20461" y="10146"/>
                  </a:cubicBezTo>
                  <a:lnTo>
                    <a:pt x="20064" y="9958"/>
                  </a:lnTo>
                  <a:cubicBezTo>
                    <a:pt x="19813" y="9979"/>
                    <a:pt x="19562" y="9999"/>
                    <a:pt x="19310" y="9999"/>
                  </a:cubicBezTo>
                  <a:cubicBezTo>
                    <a:pt x="19227" y="9999"/>
                    <a:pt x="19185" y="9853"/>
                    <a:pt x="19269" y="9811"/>
                  </a:cubicBezTo>
                  <a:cubicBezTo>
                    <a:pt x="19352" y="9769"/>
                    <a:pt x="19436" y="9727"/>
                    <a:pt x="19520" y="9686"/>
                  </a:cubicBezTo>
                  <a:lnTo>
                    <a:pt x="18955" y="9434"/>
                  </a:lnTo>
                  <a:cubicBezTo>
                    <a:pt x="18766" y="9455"/>
                    <a:pt x="18557" y="9476"/>
                    <a:pt x="18348" y="9476"/>
                  </a:cubicBezTo>
                  <a:cubicBezTo>
                    <a:pt x="18264" y="9476"/>
                    <a:pt x="18222" y="9351"/>
                    <a:pt x="18306" y="9288"/>
                  </a:cubicBezTo>
                  <a:cubicBezTo>
                    <a:pt x="18348" y="9246"/>
                    <a:pt x="18411" y="9225"/>
                    <a:pt x="18453" y="9204"/>
                  </a:cubicBezTo>
                  <a:lnTo>
                    <a:pt x="18306" y="9121"/>
                  </a:lnTo>
                  <a:lnTo>
                    <a:pt x="18013" y="8974"/>
                  </a:lnTo>
                  <a:cubicBezTo>
                    <a:pt x="17888" y="8974"/>
                    <a:pt x="17762" y="8974"/>
                    <a:pt x="17637" y="8953"/>
                  </a:cubicBezTo>
                  <a:cubicBezTo>
                    <a:pt x="17553" y="8932"/>
                    <a:pt x="17553" y="8828"/>
                    <a:pt x="17595" y="8786"/>
                  </a:cubicBezTo>
                  <a:cubicBezTo>
                    <a:pt x="16570" y="8284"/>
                    <a:pt x="15544" y="7761"/>
                    <a:pt x="14519" y="7238"/>
                  </a:cubicBezTo>
                  <a:cubicBezTo>
                    <a:pt x="14299" y="7285"/>
                    <a:pt x="14080" y="7308"/>
                    <a:pt x="13860" y="7308"/>
                  </a:cubicBezTo>
                  <a:cubicBezTo>
                    <a:pt x="13787" y="7308"/>
                    <a:pt x="13713" y="7306"/>
                    <a:pt x="13640" y="7300"/>
                  </a:cubicBezTo>
                  <a:cubicBezTo>
                    <a:pt x="13577" y="7300"/>
                    <a:pt x="13515" y="7196"/>
                    <a:pt x="13577" y="7133"/>
                  </a:cubicBezTo>
                  <a:cubicBezTo>
                    <a:pt x="13661" y="7049"/>
                    <a:pt x="13766" y="6986"/>
                    <a:pt x="13870" y="6924"/>
                  </a:cubicBezTo>
                  <a:lnTo>
                    <a:pt x="13598" y="6777"/>
                  </a:lnTo>
                  <a:lnTo>
                    <a:pt x="13326" y="6861"/>
                  </a:lnTo>
                  <a:cubicBezTo>
                    <a:pt x="13313" y="6865"/>
                    <a:pt x="13300" y="6868"/>
                    <a:pt x="13288" y="6868"/>
                  </a:cubicBezTo>
                  <a:cubicBezTo>
                    <a:pt x="13189" y="6868"/>
                    <a:pt x="13149" y="6729"/>
                    <a:pt x="13243" y="6673"/>
                  </a:cubicBezTo>
                  <a:lnTo>
                    <a:pt x="13326" y="6631"/>
                  </a:lnTo>
                  <a:lnTo>
                    <a:pt x="12720" y="6317"/>
                  </a:lnTo>
                  <a:lnTo>
                    <a:pt x="12594" y="6317"/>
                  </a:lnTo>
                  <a:cubicBezTo>
                    <a:pt x="12531" y="6317"/>
                    <a:pt x="12489" y="6254"/>
                    <a:pt x="12510" y="6212"/>
                  </a:cubicBezTo>
                  <a:lnTo>
                    <a:pt x="12322" y="6108"/>
                  </a:lnTo>
                  <a:lnTo>
                    <a:pt x="12092" y="5982"/>
                  </a:lnTo>
                  <a:cubicBezTo>
                    <a:pt x="11883" y="6087"/>
                    <a:pt x="11652" y="6170"/>
                    <a:pt x="11401" y="6233"/>
                  </a:cubicBezTo>
                  <a:cubicBezTo>
                    <a:pt x="11395" y="6234"/>
                    <a:pt x="11389" y="6235"/>
                    <a:pt x="11383" y="6235"/>
                  </a:cubicBezTo>
                  <a:cubicBezTo>
                    <a:pt x="11290" y="6235"/>
                    <a:pt x="11240" y="6084"/>
                    <a:pt x="11339" y="6045"/>
                  </a:cubicBezTo>
                  <a:lnTo>
                    <a:pt x="11841" y="5857"/>
                  </a:lnTo>
                  <a:lnTo>
                    <a:pt x="9874" y="4831"/>
                  </a:lnTo>
                  <a:cubicBezTo>
                    <a:pt x="9874" y="4831"/>
                    <a:pt x="9853" y="4831"/>
                    <a:pt x="9832" y="4810"/>
                  </a:cubicBezTo>
                  <a:lnTo>
                    <a:pt x="9058" y="4392"/>
                  </a:lnTo>
                  <a:lnTo>
                    <a:pt x="8974" y="4392"/>
                  </a:lnTo>
                  <a:cubicBezTo>
                    <a:pt x="8911" y="4392"/>
                    <a:pt x="8870" y="4350"/>
                    <a:pt x="8870" y="4287"/>
                  </a:cubicBezTo>
                  <a:lnTo>
                    <a:pt x="8221" y="3953"/>
                  </a:lnTo>
                  <a:lnTo>
                    <a:pt x="8200" y="3953"/>
                  </a:lnTo>
                  <a:cubicBezTo>
                    <a:pt x="8158" y="3953"/>
                    <a:pt x="8116" y="3932"/>
                    <a:pt x="8095" y="3890"/>
                  </a:cubicBezTo>
                  <a:lnTo>
                    <a:pt x="7384" y="3513"/>
                  </a:lnTo>
                  <a:lnTo>
                    <a:pt x="7300" y="3513"/>
                  </a:lnTo>
                  <a:cubicBezTo>
                    <a:pt x="7258" y="3513"/>
                    <a:pt x="7217" y="3471"/>
                    <a:pt x="7217" y="3429"/>
                  </a:cubicBezTo>
                  <a:cubicBezTo>
                    <a:pt x="6338" y="2969"/>
                    <a:pt x="5480" y="2509"/>
                    <a:pt x="4601" y="2028"/>
                  </a:cubicBezTo>
                  <a:cubicBezTo>
                    <a:pt x="4580" y="2028"/>
                    <a:pt x="4559" y="2028"/>
                    <a:pt x="4559" y="2007"/>
                  </a:cubicBezTo>
                  <a:lnTo>
                    <a:pt x="3597" y="1525"/>
                  </a:lnTo>
                  <a:lnTo>
                    <a:pt x="3576" y="1525"/>
                  </a:lnTo>
                  <a:cubicBezTo>
                    <a:pt x="3513" y="1525"/>
                    <a:pt x="3471" y="1484"/>
                    <a:pt x="3450" y="1442"/>
                  </a:cubicBezTo>
                  <a:cubicBezTo>
                    <a:pt x="2969" y="1170"/>
                    <a:pt x="2467" y="898"/>
                    <a:pt x="1986" y="626"/>
                  </a:cubicBezTo>
                  <a:lnTo>
                    <a:pt x="981" y="61"/>
                  </a:lnTo>
                  <a:cubicBezTo>
                    <a:pt x="940" y="40"/>
                    <a:pt x="898" y="19"/>
                    <a:pt x="856" y="19"/>
                  </a:cubicBezTo>
                  <a:cubicBezTo>
                    <a:pt x="811" y="6"/>
                    <a:pt x="768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2" name="Google Shape;292;p7"/>
            <p:cNvSpPr/>
            <p:nvPr/>
          </p:nvSpPr>
          <p:spPr>
            <a:xfrm>
              <a:off x="2276640" y="2804760"/>
              <a:ext cx="6840" cy="18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94" h="84">
                  <a:moveTo>
                    <a:pt x="168" y="0"/>
                  </a:moveTo>
                  <a:cubicBezTo>
                    <a:pt x="127" y="21"/>
                    <a:pt x="64" y="63"/>
                    <a:pt x="1" y="84"/>
                  </a:cubicBezTo>
                  <a:cubicBezTo>
                    <a:pt x="106" y="84"/>
                    <a:pt x="189" y="63"/>
                    <a:pt x="294" y="42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3" name="Google Shape;293;p7"/>
            <p:cNvSpPr/>
            <p:nvPr/>
          </p:nvSpPr>
          <p:spPr>
            <a:xfrm>
              <a:off x="2491560" y="3076200"/>
              <a:ext cx="834480" cy="172800"/>
            </a:xfrm>
            <a:custGeom>
              <a:avLst/>
              <a:gdLst>
                <a:gd name="textAreaLeft" fmla="*/ 0 w 834480"/>
                <a:gd name="textAreaRight" fmla="*/ 834840 w 834480"/>
                <a:gd name="textAreaTop" fmla="*/ 0 h 172800"/>
                <a:gd name="textAreaBottom" fmla="*/ 173160 h 172800"/>
              </a:gdLst>
              <a:ahLst/>
              <a:cxnLst/>
              <a:rect l="textAreaLeft" t="textAreaTop" r="textAreaRight" b="textAreaBottom"/>
              <a:pathLst>
                <a:path w="33395" h="6927">
                  <a:moveTo>
                    <a:pt x="31784" y="1"/>
                  </a:moveTo>
                  <a:cubicBezTo>
                    <a:pt x="26574" y="628"/>
                    <a:pt x="21510" y="2114"/>
                    <a:pt x="16300" y="2721"/>
                  </a:cubicBezTo>
                  <a:cubicBezTo>
                    <a:pt x="11446" y="3265"/>
                    <a:pt x="6884" y="5190"/>
                    <a:pt x="2030" y="5775"/>
                  </a:cubicBezTo>
                  <a:cubicBezTo>
                    <a:pt x="2093" y="5859"/>
                    <a:pt x="2156" y="5964"/>
                    <a:pt x="2239" y="6068"/>
                  </a:cubicBezTo>
                  <a:cubicBezTo>
                    <a:pt x="2506" y="6438"/>
                    <a:pt x="2144" y="6808"/>
                    <a:pt x="1777" y="6808"/>
                  </a:cubicBezTo>
                  <a:cubicBezTo>
                    <a:pt x="1624" y="6808"/>
                    <a:pt x="1471" y="6745"/>
                    <a:pt x="1361" y="6591"/>
                  </a:cubicBezTo>
                  <a:cubicBezTo>
                    <a:pt x="1193" y="6361"/>
                    <a:pt x="1047" y="6131"/>
                    <a:pt x="921" y="5880"/>
                  </a:cubicBezTo>
                  <a:lnTo>
                    <a:pt x="775" y="5901"/>
                  </a:lnTo>
                  <a:lnTo>
                    <a:pt x="649" y="5901"/>
                  </a:lnTo>
                  <a:cubicBezTo>
                    <a:pt x="231" y="5943"/>
                    <a:pt x="1" y="6424"/>
                    <a:pt x="273" y="6780"/>
                  </a:cubicBezTo>
                  <a:cubicBezTo>
                    <a:pt x="356" y="6864"/>
                    <a:pt x="461" y="6905"/>
                    <a:pt x="566" y="6926"/>
                  </a:cubicBezTo>
                  <a:lnTo>
                    <a:pt x="754" y="6926"/>
                  </a:lnTo>
                  <a:cubicBezTo>
                    <a:pt x="6068" y="6550"/>
                    <a:pt x="11006" y="4269"/>
                    <a:pt x="16300" y="3746"/>
                  </a:cubicBezTo>
                  <a:cubicBezTo>
                    <a:pt x="21866" y="3181"/>
                    <a:pt x="27264" y="1465"/>
                    <a:pt x="32830" y="921"/>
                  </a:cubicBezTo>
                  <a:cubicBezTo>
                    <a:pt x="33165" y="879"/>
                    <a:pt x="33395" y="545"/>
                    <a:pt x="33290" y="210"/>
                  </a:cubicBezTo>
                  <a:lnTo>
                    <a:pt x="33290" y="210"/>
                  </a:lnTo>
                  <a:cubicBezTo>
                    <a:pt x="33260" y="452"/>
                    <a:pt x="33076" y="673"/>
                    <a:pt x="32842" y="673"/>
                  </a:cubicBezTo>
                  <a:cubicBezTo>
                    <a:pt x="32752" y="673"/>
                    <a:pt x="32656" y="641"/>
                    <a:pt x="32558" y="565"/>
                  </a:cubicBezTo>
                  <a:lnTo>
                    <a:pt x="31784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0" bIns="86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4" name="Google Shape;294;p7"/>
            <p:cNvSpPr/>
            <p:nvPr/>
          </p:nvSpPr>
          <p:spPr>
            <a:xfrm>
              <a:off x="3212640" y="2825640"/>
              <a:ext cx="111240" cy="26748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4458" h="10709">
                  <a:moveTo>
                    <a:pt x="638" y="1"/>
                  </a:moveTo>
                  <a:cubicBezTo>
                    <a:pt x="387" y="1"/>
                    <a:pt x="115" y="163"/>
                    <a:pt x="84" y="487"/>
                  </a:cubicBezTo>
                  <a:cubicBezTo>
                    <a:pt x="42" y="738"/>
                    <a:pt x="21" y="1010"/>
                    <a:pt x="21" y="1262"/>
                  </a:cubicBezTo>
                  <a:cubicBezTo>
                    <a:pt x="0" y="1534"/>
                    <a:pt x="0" y="1827"/>
                    <a:pt x="0" y="2119"/>
                  </a:cubicBezTo>
                  <a:cubicBezTo>
                    <a:pt x="356" y="2287"/>
                    <a:pt x="440" y="2852"/>
                    <a:pt x="42" y="3040"/>
                  </a:cubicBezTo>
                  <a:cubicBezTo>
                    <a:pt x="63" y="3375"/>
                    <a:pt x="84" y="3731"/>
                    <a:pt x="126" y="4065"/>
                  </a:cubicBezTo>
                  <a:lnTo>
                    <a:pt x="586" y="3919"/>
                  </a:lnTo>
                  <a:cubicBezTo>
                    <a:pt x="645" y="3899"/>
                    <a:pt x="700" y="3890"/>
                    <a:pt x="753" y="3890"/>
                  </a:cubicBezTo>
                  <a:cubicBezTo>
                    <a:pt x="1257" y="3890"/>
                    <a:pt x="1427" y="4732"/>
                    <a:pt x="858" y="4902"/>
                  </a:cubicBezTo>
                  <a:cubicBezTo>
                    <a:pt x="670" y="4965"/>
                    <a:pt x="482" y="5028"/>
                    <a:pt x="293" y="5091"/>
                  </a:cubicBezTo>
                  <a:cubicBezTo>
                    <a:pt x="440" y="5907"/>
                    <a:pt x="628" y="6723"/>
                    <a:pt x="879" y="7539"/>
                  </a:cubicBezTo>
                  <a:lnTo>
                    <a:pt x="1214" y="7455"/>
                  </a:lnTo>
                  <a:cubicBezTo>
                    <a:pt x="1264" y="7442"/>
                    <a:pt x="1313" y="7436"/>
                    <a:pt x="1358" y="7436"/>
                  </a:cubicBezTo>
                  <a:cubicBezTo>
                    <a:pt x="1899" y="7436"/>
                    <a:pt x="2084" y="8284"/>
                    <a:pt x="1486" y="8438"/>
                  </a:cubicBezTo>
                  <a:lnTo>
                    <a:pt x="1298" y="8480"/>
                  </a:lnTo>
                  <a:cubicBezTo>
                    <a:pt x="1758" y="9087"/>
                    <a:pt x="2302" y="9610"/>
                    <a:pt x="2930" y="10029"/>
                  </a:cubicBezTo>
                  <a:lnTo>
                    <a:pt x="3704" y="10614"/>
                  </a:lnTo>
                  <a:cubicBezTo>
                    <a:pt x="3797" y="10680"/>
                    <a:pt x="3889" y="10709"/>
                    <a:pt x="3975" y="10709"/>
                  </a:cubicBezTo>
                  <a:cubicBezTo>
                    <a:pt x="4215" y="10709"/>
                    <a:pt x="4405" y="10485"/>
                    <a:pt x="4436" y="10238"/>
                  </a:cubicBezTo>
                  <a:cubicBezTo>
                    <a:pt x="4457" y="10049"/>
                    <a:pt x="4394" y="9840"/>
                    <a:pt x="4227" y="9736"/>
                  </a:cubicBezTo>
                  <a:cubicBezTo>
                    <a:pt x="3118" y="8899"/>
                    <a:pt x="2072" y="8229"/>
                    <a:pt x="1737" y="6827"/>
                  </a:cubicBezTo>
                  <a:cubicBezTo>
                    <a:pt x="1256" y="4840"/>
                    <a:pt x="858" y="2831"/>
                    <a:pt x="1047" y="801"/>
                  </a:cubicBezTo>
                  <a:cubicBezTo>
                    <a:pt x="1047" y="697"/>
                    <a:pt x="1067" y="592"/>
                    <a:pt x="1067" y="487"/>
                  </a:cubicBezTo>
                  <a:cubicBezTo>
                    <a:pt x="1120" y="163"/>
                    <a:pt x="890" y="1"/>
                    <a:pt x="63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5" name="Google Shape;295;p7"/>
            <p:cNvSpPr/>
            <p:nvPr/>
          </p:nvSpPr>
          <p:spPr>
            <a:xfrm>
              <a:off x="2504880" y="2981880"/>
              <a:ext cx="88560" cy="17604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76040"/>
                <a:gd name="textAreaBottom" fmla="*/ 176400 h 176040"/>
              </a:gdLst>
              <a:ahLst/>
              <a:cxnLst/>
              <a:rect l="textAreaLeft" t="textAreaTop" r="textAreaRight" b="textAreaBottom"/>
              <a:pathLst>
                <a:path w="3558" h="7058">
                  <a:moveTo>
                    <a:pt x="3013" y="1"/>
                  </a:moveTo>
                  <a:cubicBezTo>
                    <a:pt x="2853" y="1"/>
                    <a:pt x="2693" y="74"/>
                    <a:pt x="2595" y="216"/>
                  </a:cubicBezTo>
                  <a:cubicBezTo>
                    <a:pt x="2553" y="257"/>
                    <a:pt x="2532" y="320"/>
                    <a:pt x="2512" y="362"/>
                  </a:cubicBezTo>
                  <a:cubicBezTo>
                    <a:pt x="2386" y="843"/>
                    <a:pt x="2219" y="1304"/>
                    <a:pt x="2009" y="1743"/>
                  </a:cubicBezTo>
                  <a:cubicBezTo>
                    <a:pt x="1298" y="3480"/>
                    <a:pt x="231" y="5279"/>
                    <a:pt x="1" y="7058"/>
                  </a:cubicBezTo>
                  <a:cubicBezTo>
                    <a:pt x="43" y="6827"/>
                    <a:pt x="252" y="6660"/>
                    <a:pt x="482" y="6660"/>
                  </a:cubicBezTo>
                  <a:cubicBezTo>
                    <a:pt x="691" y="6660"/>
                    <a:pt x="879" y="6660"/>
                    <a:pt x="1089" y="6639"/>
                  </a:cubicBezTo>
                  <a:cubicBezTo>
                    <a:pt x="1193" y="6095"/>
                    <a:pt x="1361" y="5572"/>
                    <a:pt x="1570" y="5070"/>
                  </a:cubicBezTo>
                  <a:cubicBezTo>
                    <a:pt x="1068" y="4965"/>
                    <a:pt x="1110" y="4086"/>
                    <a:pt x="1716" y="4045"/>
                  </a:cubicBezTo>
                  <a:lnTo>
                    <a:pt x="2030" y="4024"/>
                  </a:lnTo>
                  <a:cubicBezTo>
                    <a:pt x="2219" y="3605"/>
                    <a:pt x="2428" y="3208"/>
                    <a:pt x="2616" y="2789"/>
                  </a:cubicBezTo>
                  <a:lnTo>
                    <a:pt x="2616" y="2789"/>
                  </a:lnTo>
                  <a:lnTo>
                    <a:pt x="2470" y="2831"/>
                  </a:lnTo>
                  <a:cubicBezTo>
                    <a:pt x="2432" y="2838"/>
                    <a:pt x="2396" y="2842"/>
                    <a:pt x="2361" y="2842"/>
                  </a:cubicBezTo>
                  <a:cubicBezTo>
                    <a:pt x="1813" y="2842"/>
                    <a:pt x="1609" y="1966"/>
                    <a:pt x="2219" y="1848"/>
                  </a:cubicBezTo>
                  <a:lnTo>
                    <a:pt x="3160" y="1638"/>
                  </a:lnTo>
                  <a:cubicBezTo>
                    <a:pt x="3286" y="1345"/>
                    <a:pt x="3390" y="1032"/>
                    <a:pt x="3474" y="739"/>
                  </a:cubicBezTo>
                  <a:cubicBezTo>
                    <a:pt x="3474" y="697"/>
                    <a:pt x="3495" y="676"/>
                    <a:pt x="3516" y="634"/>
                  </a:cubicBezTo>
                  <a:cubicBezTo>
                    <a:pt x="3558" y="488"/>
                    <a:pt x="3516" y="320"/>
                    <a:pt x="3411" y="195"/>
                  </a:cubicBezTo>
                  <a:cubicBezTo>
                    <a:pt x="3311" y="64"/>
                    <a:pt x="3162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200" bIns="88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6" name="Google Shape;296;p7"/>
            <p:cNvSpPr/>
            <p:nvPr/>
          </p:nvSpPr>
          <p:spPr>
            <a:xfrm>
              <a:off x="2503800" y="3011400"/>
              <a:ext cx="761040" cy="162360"/>
            </a:xfrm>
            <a:custGeom>
              <a:avLst/>
              <a:gdLst>
                <a:gd name="textAreaLeft" fmla="*/ 0 w 761040"/>
                <a:gd name="textAreaRight" fmla="*/ 761400 w 761040"/>
                <a:gd name="textAreaTop" fmla="*/ 0 h 162360"/>
                <a:gd name="textAreaBottom" fmla="*/ 162720 h 162360"/>
              </a:gdLst>
              <a:ahLst/>
              <a:cxnLst/>
              <a:rect l="textAreaLeft" t="textAreaTop" r="textAreaRight" b="textAreaBottom"/>
              <a:pathLst>
                <a:path w="30457" h="6507">
                  <a:moveTo>
                    <a:pt x="29748" y="1"/>
                  </a:moveTo>
                  <a:cubicBezTo>
                    <a:pt x="29703" y="1"/>
                    <a:pt x="29657" y="7"/>
                    <a:pt x="29608" y="20"/>
                  </a:cubicBezTo>
                  <a:lnTo>
                    <a:pt x="29252" y="104"/>
                  </a:lnTo>
                  <a:cubicBezTo>
                    <a:pt x="24189" y="1317"/>
                    <a:pt x="18958" y="1380"/>
                    <a:pt x="13915" y="2656"/>
                  </a:cubicBezTo>
                  <a:cubicBezTo>
                    <a:pt x="9751" y="3723"/>
                    <a:pt x="5462" y="5293"/>
                    <a:pt x="1131" y="5460"/>
                  </a:cubicBezTo>
                  <a:cubicBezTo>
                    <a:pt x="921" y="5460"/>
                    <a:pt x="733" y="5481"/>
                    <a:pt x="524" y="5481"/>
                  </a:cubicBezTo>
                  <a:cubicBezTo>
                    <a:pt x="294" y="5481"/>
                    <a:pt x="85" y="5648"/>
                    <a:pt x="43" y="5879"/>
                  </a:cubicBezTo>
                  <a:cubicBezTo>
                    <a:pt x="22" y="5920"/>
                    <a:pt x="22" y="5962"/>
                    <a:pt x="22" y="6004"/>
                  </a:cubicBezTo>
                  <a:cubicBezTo>
                    <a:pt x="1" y="6276"/>
                    <a:pt x="231" y="6506"/>
                    <a:pt x="524" y="6506"/>
                  </a:cubicBezTo>
                  <a:cubicBezTo>
                    <a:pt x="691" y="6506"/>
                    <a:pt x="859" y="6506"/>
                    <a:pt x="1026" y="6485"/>
                  </a:cubicBezTo>
                  <a:cubicBezTo>
                    <a:pt x="5357" y="6339"/>
                    <a:pt x="9647" y="4811"/>
                    <a:pt x="13831" y="3723"/>
                  </a:cubicBezTo>
                  <a:cubicBezTo>
                    <a:pt x="16196" y="3096"/>
                    <a:pt x="18602" y="2635"/>
                    <a:pt x="21050" y="2322"/>
                  </a:cubicBezTo>
                  <a:cubicBezTo>
                    <a:pt x="23937" y="1966"/>
                    <a:pt x="26846" y="1736"/>
                    <a:pt x="29691" y="1045"/>
                  </a:cubicBezTo>
                  <a:lnTo>
                    <a:pt x="29859" y="1003"/>
                  </a:lnTo>
                  <a:cubicBezTo>
                    <a:pt x="30457" y="849"/>
                    <a:pt x="30272" y="1"/>
                    <a:pt x="2974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360" bIns="81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7" name="Google Shape;297;p7"/>
            <p:cNvSpPr/>
            <p:nvPr/>
          </p:nvSpPr>
          <p:spPr>
            <a:xfrm>
              <a:off x="2531520" y="2922840"/>
              <a:ext cx="716400" cy="185400"/>
            </a:xfrm>
            <a:custGeom>
              <a:avLst/>
              <a:gdLst>
                <a:gd name="textAreaLeft" fmla="*/ 0 w 716400"/>
                <a:gd name="textAreaRight" fmla="*/ 716760 w 71640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28670" h="7437">
                  <a:moveTo>
                    <a:pt x="28019" y="1"/>
                  </a:moveTo>
                  <a:cubicBezTo>
                    <a:pt x="27966" y="1"/>
                    <a:pt x="27910" y="10"/>
                    <a:pt x="27850" y="30"/>
                  </a:cubicBezTo>
                  <a:lnTo>
                    <a:pt x="27390" y="176"/>
                  </a:lnTo>
                  <a:cubicBezTo>
                    <a:pt x="23289" y="1453"/>
                    <a:pt x="19020" y="2018"/>
                    <a:pt x="14877" y="3106"/>
                  </a:cubicBezTo>
                  <a:cubicBezTo>
                    <a:pt x="10274" y="4298"/>
                    <a:pt x="5734" y="6035"/>
                    <a:pt x="963" y="6391"/>
                  </a:cubicBezTo>
                  <a:lnTo>
                    <a:pt x="649" y="6412"/>
                  </a:lnTo>
                  <a:cubicBezTo>
                    <a:pt x="43" y="6453"/>
                    <a:pt x="1" y="7332"/>
                    <a:pt x="503" y="7437"/>
                  </a:cubicBezTo>
                  <a:lnTo>
                    <a:pt x="649" y="7437"/>
                  </a:lnTo>
                  <a:cubicBezTo>
                    <a:pt x="5357" y="7123"/>
                    <a:pt x="9856" y="5533"/>
                    <a:pt x="14354" y="4298"/>
                  </a:cubicBezTo>
                  <a:cubicBezTo>
                    <a:pt x="18706" y="3085"/>
                    <a:pt x="23226" y="2520"/>
                    <a:pt x="27536" y="1181"/>
                  </a:cubicBezTo>
                  <a:cubicBezTo>
                    <a:pt x="27725" y="1139"/>
                    <a:pt x="27913" y="1076"/>
                    <a:pt x="28101" y="1013"/>
                  </a:cubicBezTo>
                  <a:cubicBezTo>
                    <a:pt x="28669" y="824"/>
                    <a:pt x="28518" y="1"/>
                    <a:pt x="2801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8" name="Google Shape;298;p7"/>
            <p:cNvSpPr/>
            <p:nvPr/>
          </p:nvSpPr>
          <p:spPr>
            <a:xfrm>
              <a:off x="2544840" y="2877120"/>
              <a:ext cx="677520" cy="175320"/>
            </a:xfrm>
            <a:custGeom>
              <a:avLst/>
              <a:gdLst>
                <a:gd name="textAreaLeft" fmla="*/ 0 w 677520"/>
                <a:gd name="textAreaRight" fmla="*/ 677880 w 677520"/>
                <a:gd name="textAreaTop" fmla="*/ 0 h 175320"/>
                <a:gd name="textAreaBottom" fmla="*/ 175680 h 175320"/>
              </a:gdLst>
              <a:ahLst/>
              <a:cxnLst/>
              <a:rect l="textAreaLeft" t="textAreaTop" r="textAreaRight" b="textAreaBottom"/>
              <a:pathLst>
                <a:path w="27122" h="7030">
                  <a:moveTo>
                    <a:pt x="26453" y="0"/>
                  </a:moveTo>
                  <a:cubicBezTo>
                    <a:pt x="26425" y="0"/>
                    <a:pt x="26397" y="3"/>
                    <a:pt x="26369" y="9"/>
                  </a:cubicBezTo>
                  <a:cubicBezTo>
                    <a:pt x="22163" y="1055"/>
                    <a:pt x="17874" y="1515"/>
                    <a:pt x="13710" y="2666"/>
                  </a:cubicBezTo>
                  <a:cubicBezTo>
                    <a:pt x="9671" y="3775"/>
                    <a:pt x="5633" y="4947"/>
                    <a:pt x="1532" y="5825"/>
                  </a:cubicBezTo>
                  <a:lnTo>
                    <a:pt x="591" y="6035"/>
                  </a:lnTo>
                  <a:cubicBezTo>
                    <a:pt x="0" y="6153"/>
                    <a:pt x="187" y="7029"/>
                    <a:pt x="751" y="7029"/>
                  </a:cubicBezTo>
                  <a:cubicBezTo>
                    <a:pt x="787" y="7029"/>
                    <a:pt x="824" y="7025"/>
                    <a:pt x="863" y="7018"/>
                  </a:cubicBezTo>
                  <a:lnTo>
                    <a:pt x="1009" y="6976"/>
                  </a:lnTo>
                  <a:cubicBezTo>
                    <a:pt x="5236" y="6118"/>
                    <a:pt x="9379" y="4926"/>
                    <a:pt x="13521" y="3775"/>
                  </a:cubicBezTo>
                  <a:cubicBezTo>
                    <a:pt x="17832" y="2561"/>
                    <a:pt x="22288" y="2059"/>
                    <a:pt x="26641" y="992"/>
                  </a:cubicBezTo>
                  <a:cubicBezTo>
                    <a:pt x="26661" y="992"/>
                    <a:pt x="26703" y="971"/>
                    <a:pt x="26724" y="971"/>
                  </a:cubicBezTo>
                  <a:cubicBezTo>
                    <a:pt x="27122" y="783"/>
                    <a:pt x="27038" y="197"/>
                    <a:pt x="26682" y="50"/>
                  </a:cubicBezTo>
                  <a:cubicBezTo>
                    <a:pt x="26606" y="20"/>
                    <a:pt x="26529" y="0"/>
                    <a:pt x="264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840" bIns="87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9" name="Google Shape;299;p7"/>
            <p:cNvSpPr/>
            <p:nvPr/>
          </p:nvSpPr>
          <p:spPr>
            <a:xfrm>
              <a:off x="1987920" y="2900520"/>
              <a:ext cx="19080" cy="3384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775" h="1361">
                  <a:moveTo>
                    <a:pt x="0" y="0"/>
                  </a:moveTo>
                  <a:cubicBezTo>
                    <a:pt x="0" y="84"/>
                    <a:pt x="21" y="147"/>
                    <a:pt x="21" y="230"/>
                  </a:cubicBezTo>
                  <a:cubicBezTo>
                    <a:pt x="105" y="523"/>
                    <a:pt x="251" y="816"/>
                    <a:pt x="419" y="1067"/>
                  </a:cubicBezTo>
                  <a:cubicBezTo>
                    <a:pt x="502" y="1172"/>
                    <a:pt x="607" y="1256"/>
                    <a:pt x="691" y="1360"/>
                  </a:cubicBezTo>
                  <a:cubicBezTo>
                    <a:pt x="732" y="1360"/>
                    <a:pt x="774" y="1339"/>
                    <a:pt x="774" y="1277"/>
                  </a:cubicBezTo>
                  <a:cubicBezTo>
                    <a:pt x="753" y="1214"/>
                    <a:pt x="712" y="1151"/>
                    <a:pt x="691" y="1067"/>
                  </a:cubicBezTo>
                  <a:cubicBezTo>
                    <a:pt x="398" y="753"/>
                    <a:pt x="168" y="39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0" name="Google Shape;300;p7"/>
            <p:cNvSpPr/>
            <p:nvPr/>
          </p:nvSpPr>
          <p:spPr>
            <a:xfrm>
              <a:off x="1965240" y="2840760"/>
              <a:ext cx="8280" cy="2952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341" h="1199">
                  <a:moveTo>
                    <a:pt x="124" y="0"/>
                  </a:moveTo>
                  <a:cubicBezTo>
                    <a:pt x="63" y="0"/>
                    <a:pt x="0" y="54"/>
                    <a:pt x="26" y="131"/>
                  </a:cubicBezTo>
                  <a:cubicBezTo>
                    <a:pt x="131" y="466"/>
                    <a:pt x="215" y="843"/>
                    <a:pt x="319" y="1199"/>
                  </a:cubicBezTo>
                  <a:cubicBezTo>
                    <a:pt x="277" y="989"/>
                    <a:pt x="236" y="801"/>
                    <a:pt x="194" y="655"/>
                  </a:cubicBezTo>
                  <a:cubicBezTo>
                    <a:pt x="179" y="579"/>
                    <a:pt x="218" y="525"/>
                    <a:pt x="273" y="525"/>
                  </a:cubicBezTo>
                  <a:cubicBezTo>
                    <a:pt x="294" y="525"/>
                    <a:pt x="317" y="533"/>
                    <a:pt x="340" y="550"/>
                  </a:cubicBezTo>
                  <a:cubicBezTo>
                    <a:pt x="298" y="383"/>
                    <a:pt x="257" y="215"/>
                    <a:pt x="215" y="69"/>
                  </a:cubicBezTo>
                  <a:cubicBezTo>
                    <a:pt x="199" y="21"/>
                    <a:pt x="161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1" name="Google Shape;301;p7"/>
            <p:cNvSpPr/>
            <p:nvPr/>
          </p:nvSpPr>
          <p:spPr>
            <a:xfrm>
              <a:off x="2013480" y="2936160"/>
              <a:ext cx="17280" cy="165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712" h="670">
                  <a:moveTo>
                    <a:pt x="21" y="0"/>
                  </a:moveTo>
                  <a:lnTo>
                    <a:pt x="21" y="209"/>
                  </a:lnTo>
                  <a:cubicBezTo>
                    <a:pt x="21" y="230"/>
                    <a:pt x="21" y="251"/>
                    <a:pt x="0" y="272"/>
                  </a:cubicBezTo>
                  <a:cubicBezTo>
                    <a:pt x="147" y="481"/>
                    <a:pt x="377" y="628"/>
                    <a:pt x="628" y="670"/>
                  </a:cubicBezTo>
                  <a:cubicBezTo>
                    <a:pt x="670" y="670"/>
                    <a:pt x="712" y="649"/>
                    <a:pt x="712" y="607"/>
                  </a:cubicBezTo>
                  <a:cubicBezTo>
                    <a:pt x="670" y="544"/>
                    <a:pt x="649" y="502"/>
                    <a:pt x="607" y="460"/>
                  </a:cubicBezTo>
                  <a:cubicBezTo>
                    <a:pt x="586" y="460"/>
                    <a:pt x="544" y="460"/>
                    <a:pt x="523" y="439"/>
                  </a:cubicBezTo>
                  <a:cubicBezTo>
                    <a:pt x="419" y="419"/>
                    <a:pt x="335" y="356"/>
                    <a:pt x="251" y="293"/>
                  </a:cubicBezTo>
                  <a:cubicBezTo>
                    <a:pt x="168" y="209"/>
                    <a:pt x="84" y="105"/>
                    <a:pt x="2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2" name="Google Shape;302;p7"/>
            <p:cNvSpPr/>
            <p:nvPr/>
          </p:nvSpPr>
          <p:spPr>
            <a:xfrm>
              <a:off x="1987200" y="2858040"/>
              <a:ext cx="20880" cy="741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851" h="2978">
                  <a:moveTo>
                    <a:pt x="125" y="1"/>
                  </a:moveTo>
                  <a:cubicBezTo>
                    <a:pt x="67" y="1"/>
                    <a:pt x="0" y="54"/>
                    <a:pt x="13" y="132"/>
                  </a:cubicBezTo>
                  <a:cubicBezTo>
                    <a:pt x="222" y="906"/>
                    <a:pt x="369" y="1722"/>
                    <a:pt x="620" y="2517"/>
                  </a:cubicBezTo>
                  <a:cubicBezTo>
                    <a:pt x="662" y="2601"/>
                    <a:pt x="683" y="2685"/>
                    <a:pt x="725" y="2768"/>
                  </a:cubicBezTo>
                  <a:cubicBezTo>
                    <a:pt x="746" y="2852"/>
                    <a:pt x="787" y="2915"/>
                    <a:pt x="829" y="2978"/>
                  </a:cubicBezTo>
                  <a:cubicBezTo>
                    <a:pt x="850" y="2831"/>
                    <a:pt x="850" y="2664"/>
                    <a:pt x="829" y="2517"/>
                  </a:cubicBezTo>
                  <a:cubicBezTo>
                    <a:pt x="725" y="2203"/>
                    <a:pt x="641" y="1910"/>
                    <a:pt x="599" y="1722"/>
                  </a:cubicBezTo>
                  <a:cubicBezTo>
                    <a:pt x="453" y="1178"/>
                    <a:pt x="348" y="613"/>
                    <a:pt x="202" y="69"/>
                  </a:cubicBezTo>
                  <a:cubicBezTo>
                    <a:pt x="194" y="21"/>
                    <a:pt x="161" y="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08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3" name="Google Shape;303;p7"/>
            <p:cNvSpPr/>
            <p:nvPr/>
          </p:nvSpPr>
          <p:spPr>
            <a:xfrm>
              <a:off x="2035440" y="2943720"/>
              <a:ext cx="15840" cy="230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649" h="943">
                  <a:moveTo>
                    <a:pt x="0" y="1"/>
                  </a:moveTo>
                  <a:lnTo>
                    <a:pt x="0" y="106"/>
                  </a:lnTo>
                  <a:cubicBezTo>
                    <a:pt x="0" y="147"/>
                    <a:pt x="0" y="147"/>
                    <a:pt x="0" y="147"/>
                  </a:cubicBezTo>
                  <a:cubicBezTo>
                    <a:pt x="105" y="378"/>
                    <a:pt x="230" y="587"/>
                    <a:pt x="377" y="796"/>
                  </a:cubicBezTo>
                  <a:cubicBezTo>
                    <a:pt x="440" y="859"/>
                    <a:pt x="481" y="901"/>
                    <a:pt x="544" y="942"/>
                  </a:cubicBezTo>
                  <a:lnTo>
                    <a:pt x="628" y="942"/>
                  </a:lnTo>
                  <a:cubicBezTo>
                    <a:pt x="628" y="880"/>
                    <a:pt x="649" y="817"/>
                    <a:pt x="649" y="754"/>
                  </a:cubicBezTo>
                  <a:cubicBezTo>
                    <a:pt x="565" y="691"/>
                    <a:pt x="481" y="629"/>
                    <a:pt x="419" y="566"/>
                  </a:cubicBezTo>
                  <a:cubicBezTo>
                    <a:pt x="251" y="398"/>
                    <a:pt x="105" y="21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4" name="Google Shape;304;p7"/>
            <p:cNvSpPr/>
            <p:nvPr/>
          </p:nvSpPr>
          <p:spPr>
            <a:xfrm>
              <a:off x="2010960" y="2875680"/>
              <a:ext cx="15840" cy="6048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654" h="2435">
                  <a:moveTo>
                    <a:pt x="119" y="1"/>
                  </a:moveTo>
                  <a:cubicBezTo>
                    <a:pt x="60" y="1"/>
                    <a:pt x="0" y="49"/>
                    <a:pt x="26" y="112"/>
                  </a:cubicBezTo>
                  <a:cubicBezTo>
                    <a:pt x="277" y="782"/>
                    <a:pt x="381" y="1682"/>
                    <a:pt x="653" y="2435"/>
                  </a:cubicBezTo>
                  <a:cubicBezTo>
                    <a:pt x="528" y="1870"/>
                    <a:pt x="444" y="1284"/>
                    <a:pt x="402" y="719"/>
                  </a:cubicBezTo>
                  <a:cubicBezTo>
                    <a:pt x="360" y="489"/>
                    <a:pt x="298" y="280"/>
                    <a:pt x="214" y="71"/>
                  </a:cubicBezTo>
                  <a:cubicBezTo>
                    <a:pt x="198" y="21"/>
                    <a:pt x="158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240" bIns="30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5" name="Google Shape;305;p7"/>
            <p:cNvSpPr/>
            <p:nvPr/>
          </p:nvSpPr>
          <p:spPr>
            <a:xfrm>
              <a:off x="2032920" y="2892960"/>
              <a:ext cx="19080" cy="59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59400"/>
                <a:gd name="textAreaBottom" fmla="*/ 59760 h 59400"/>
              </a:gdLst>
              <a:ahLst/>
              <a:cxnLst/>
              <a:rect l="textAreaLeft" t="textAreaTop" r="textAreaRight" b="textAreaBottom"/>
              <a:pathLst>
                <a:path w="780" h="2392">
                  <a:moveTo>
                    <a:pt x="124" y="1"/>
                  </a:moveTo>
                  <a:cubicBezTo>
                    <a:pt x="63" y="1"/>
                    <a:pt x="1" y="54"/>
                    <a:pt x="26" y="132"/>
                  </a:cubicBezTo>
                  <a:cubicBezTo>
                    <a:pt x="215" y="801"/>
                    <a:pt x="403" y="1701"/>
                    <a:pt x="780" y="2392"/>
                  </a:cubicBezTo>
                  <a:cubicBezTo>
                    <a:pt x="780" y="2224"/>
                    <a:pt x="780" y="2057"/>
                    <a:pt x="759" y="1889"/>
                  </a:cubicBezTo>
                  <a:cubicBezTo>
                    <a:pt x="550" y="1283"/>
                    <a:pt x="361" y="676"/>
                    <a:pt x="215" y="69"/>
                  </a:cubicBezTo>
                  <a:cubicBezTo>
                    <a:pt x="199" y="21"/>
                    <a:pt x="161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6" name="Google Shape;306;p7"/>
            <p:cNvSpPr/>
            <p:nvPr/>
          </p:nvSpPr>
          <p:spPr>
            <a:xfrm>
              <a:off x="2057400" y="2952360"/>
              <a:ext cx="8640" cy="18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357" h="733">
                  <a:moveTo>
                    <a:pt x="1" y="1"/>
                  </a:moveTo>
                  <a:lnTo>
                    <a:pt x="1" y="335"/>
                  </a:lnTo>
                  <a:cubicBezTo>
                    <a:pt x="85" y="440"/>
                    <a:pt x="168" y="545"/>
                    <a:pt x="252" y="628"/>
                  </a:cubicBezTo>
                  <a:cubicBezTo>
                    <a:pt x="289" y="665"/>
                    <a:pt x="325" y="685"/>
                    <a:pt x="348" y="718"/>
                  </a:cubicBezTo>
                  <a:lnTo>
                    <a:pt x="348" y="718"/>
                  </a:lnTo>
                  <a:cubicBezTo>
                    <a:pt x="226" y="513"/>
                    <a:pt x="125" y="289"/>
                    <a:pt x="43" y="84"/>
                  </a:cubicBezTo>
                  <a:cubicBezTo>
                    <a:pt x="22" y="43"/>
                    <a:pt x="22" y="22"/>
                    <a:pt x="1" y="1"/>
                  </a:cubicBezTo>
                  <a:close/>
                  <a:moveTo>
                    <a:pt x="348" y="718"/>
                  </a:moveTo>
                  <a:cubicBezTo>
                    <a:pt x="351" y="723"/>
                    <a:pt x="354" y="728"/>
                    <a:pt x="357" y="733"/>
                  </a:cubicBezTo>
                  <a:cubicBezTo>
                    <a:pt x="354" y="728"/>
                    <a:pt x="351" y="723"/>
                    <a:pt x="348" y="71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7" name="Google Shape;307;p7"/>
            <p:cNvSpPr/>
            <p:nvPr/>
          </p:nvSpPr>
          <p:spPr>
            <a:xfrm>
              <a:off x="2070000" y="2932920"/>
              <a:ext cx="3240" cy="108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147" h="440">
                  <a:moveTo>
                    <a:pt x="63" y="0"/>
                  </a:moveTo>
                  <a:cubicBezTo>
                    <a:pt x="21" y="21"/>
                    <a:pt x="0" y="63"/>
                    <a:pt x="21" y="126"/>
                  </a:cubicBezTo>
                  <a:cubicBezTo>
                    <a:pt x="63" y="231"/>
                    <a:pt x="105" y="335"/>
                    <a:pt x="147" y="440"/>
                  </a:cubicBezTo>
                  <a:cubicBezTo>
                    <a:pt x="126" y="293"/>
                    <a:pt x="84" y="147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8" name="Google Shape;308;p7"/>
            <p:cNvSpPr/>
            <p:nvPr/>
          </p:nvSpPr>
          <p:spPr>
            <a:xfrm>
              <a:off x="2084760" y="2960280"/>
              <a:ext cx="10080" cy="2268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419" h="922">
                  <a:moveTo>
                    <a:pt x="0" y="1"/>
                  </a:moveTo>
                  <a:lnTo>
                    <a:pt x="0" y="1"/>
                  </a:lnTo>
                  <a:cubicBezTo>
                    <a:pt x="4" y="10"/>
                    <a:pt x="7" y="19"/>
                    <a:pt x="11" y="28"/>
                  </a:cubicBezTo>
                  <a:lnTo>
                    <a:pt x="11" y="28"/>
                  </a:lnTo>
                  <a:cubicBezTo>
                    <a:pt x="8" y="19"/>
                    <a:pt x="5" y="10"/>
                    <a:pt x="0" y="1"/>
                  </a:cubicBez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21" y="60"/>
                    <a:pt x="21" y="93"/>
                    <a:pt x="21" y="126"/>
                  </a:cubicBezTo>
                  <a:cubicBezTo>
                    <a:pt x="126" y="419"/>
                    <a:pt x="251" y="670"/>
                    <a:pt x="418" y="921"/>
                  </a:cubicBezTo>
                  <a:cubicBezTo>
                    <a:pt x="256" y="637"/>
                    <a:pt x="133" y="332"/>
                    <a:pt x="11" y="2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9" name="Google Shape;309;p7"/>
            <p:cNvSpPr/>
            <p:nvPr/>
          </p:nvSpPr>
          <p:spPr>
            <a:xfrm>
              <a:off x="2089080" y="2982240"/>
              <a:ext cx="16920" cy="2016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698" h="823">
                  <a:moveTo>
                    <a:pt x="0" y="0"/>
                  </a:moveTo>
                  <a:lnTo>
                    <a:pt x="0" y="0"/>
                  </a:lnTo>
                  <a:cubicBezTo>
                    <a:pt x="33" y="54"/>
                    <a:pt x="65" y="107"/>
                    <a:pt x="98" y="158"/>
                  </a:cubicBezTo>
                  <a:lnTo>
                    <a:pt x="98" y="158"/>
                  </a:lnTo>
                  <a:cubicBezTo>
                    <a:pt x="79" y="120"/>
                    <a:pt x="60" y="81"/>
                    <a:pt x="42" y="42"/>
                  </a:cubicBezTo>
                  <a:lnTo>
                    <a:pt x="0" y="0"/>
                  </a:lnTo>
                  <a:close/>
                  <a:moveTo>
                    <a:pt x="98" y="158"/>
                  </a:moveTo>
                  <a:cubicBezTo>
                    <a:pt x="211" y="386"/>
                    <a:pt x="341" y="598"/>
                    <a:pt x="503" y="795"/>
                  </a:cubicBezTo>
                  <a:cubicBezTo>
                    <a:pt x="522" y="815"/>
                    <a:pt x="543" y="823"/>
                    <a:pt x="564" y="823"/>
                  </a:cubicBezTo>
                  <a:cubicBezTo>
                    <a:pt x="634" y="823"/>
                    <a:pt x="697" y="730"/>
                    <a:pt x="649" y="649"/>
                  </a:cubicBezTo>
                  <a:cubicBezTo>
                    <a:pt x="628" y="628"/>
                    <a:pt x="607" y="586"/>
                    <a:pt x="586" y="565"/>
                  </a:cubicBezTo>
                  <a:cubicBezTo>
                    <a:pt x="575" y="612"/>
                    <a:pt x="530" y="639"/>
                    <a:pt x="485" y="639"/>
                  </a:cubicBezTo>
                  <a:cubicBezTo>
                    <a:pt x="451" y="639"/>
                    <a:pt x="416" y="623"/>
                    <a:pt x="398" y="586"/>
                  </a:cubicBezTo>
                  <a:cubicBezTo>
                    <a:pt x="289" y="446"/>
                    <a:pt x="192" y="307"/>
                    <a:pt x="98" y="15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0" name="Google Shape;310;p7"/>
            <p:cNvSpPr/>
            <p:nvPr/>
          </p:nvSpPr>
          <p:spPr>
            <a:xfrm>
              <a:off x="2120760" y="2988720"/>
              <a:ext cx="6840" cy="111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94" h="461">
                  <a:moveTo>
                    <a:pt x="1" y="0"/>
                  </a:moveTo>
                  <a:lnTo>
                    <a:pt x="1" y="272"/>
                  </a:lnTo>
                  <a:cubicBezTo>
                    <a:pt x="64" y="335"/>
                    <a:pt x="126" y="377"/>
                    <a:pt x="189" y="440"/>
                  </a:cubicBezTo>
                  <a:cubicBezTo>
                    <a:pt x="231" y="461"/>
                    <a:pt x="252" y="461"/>
                    <a:pt x="294" y="461"/>
                  </a:cubicBezTo>
                  <a:cubicBezTo>
                    <a:pt x="189" y="314"/>
                    <a:pt x="84" y="16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1" name="Google Shape;311;p7"/>
            <p:cNvSpPr/>
            <p:nvPr/>
          </p:nvSpPr>
          <p:spPr>
            <a:xfrm>
              <a:off x="2085480" y="2910240"/>
              <a:ext cx="30240" cy="8028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1228" h="3229">
                  <a:moveTo>
                    <a:pt x="126" y="0"/>
                  </a:moveTo>
                  <a:cubicBezTo>
                    <a:pt x="68" y="0"/>
                    <a:pt x="1" y="54"/>
                    <a:pt x="14" y="131"/>
                  </a:cubicBezTo>
                  <a:cubicBezTo>
                    <a:pt x="56" y="382"/>
                    <a:pt x="98" y="633"/>
                    <a:pt x="160" y="885"/>
                  </a:cubicBezTo>
                  <a:cubicBezTo>
                    <a:pt x="160" y="905"/>
                    <a:pt x="181" y="905"/>
                    <a:pt x="181" y="926"/>
                  </a:cubicBezTo>
                  <a:cubicBezTo>
                    <a:pt x="432" y="1450"/>
                    <a:pt x="621" y="1994"/>
                    <a:pt x="746" y="2558"/>
                  </a:cubicBezTo>
                  <a:cubicBezTo>
                    <a:pt x="872" y="2810"/>
                    <a:pt x="1039" y="3019"/>
                    <a:pt x="1206" y="3228"/>
                  </a:cubicBezTo>
                  <a:cubicBezTo>
                    <a:pt x="1227" y="3123"/>
                    <a:pt x="1227" y="3019"/>
                    <a:pt x="1206" y="2914"/>
                  </a:cubicBezTo>
                  <a:cubicBezTo>
                    <a:pt x="600" y="2119"/>
                    <a:pt x="370" y="1010"/>
                    <a:pt x="202" y="69"/>
                  </a:cubicBezTo>
                  <a:cubicBezTo>
                    <a:pt x="194" y="21"/>
                    <a:pt x="162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2" name="Google Shape;312;p7"/>
            <p:cNvSpPr/>
            <p:nvPr/>
          </p:nvSpPr>
          <p:spPr>
            <a:xfrm>
              <a:off x="2147400" y="3000240"/>
              <a:ext cx="8640" cy="104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357" h="426">
                  <a:moveTo>
                    <a:pt x="1" y="1"/>
                  </a:moveTo>
                  <a:cubicBezTo>
                    <a:pt x="22" y="42"/>
                    <a:pt x="64" y="105"/>
                    <a:pt x="85" y="168"/>
                  </a:cubicBezTo>
                  <a:cubicBezTo>
                    <a:pt x="128" y="342"/>
                    <a:pt x="182" y="426"/>
                    <a:pt x="252" y="426"/>
                  </a:cubicBezTo>
                  <a:cubicBezTo>
                    <a:pt x="283" y="426"/>
                    <a:pt x="318" y="409"/>
                    <a:pt x="357" y="377"/>
                  </a:cubicBezTo>
                  <a:cubicBezTo>
                    <a:pt x="357" y="335"/>
                    <a:pt x="336" y="314"/>
                    <a:pt x="315" y="273"/>
                  </a:cubicBezTo>
                  <a:cubicBezTo>
                    <a:pt x="210" y="189"/>
                    <a:pt x="105" y="10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3" name="Google Shape;313;p7"/>
            <p:cNvSpPr/>
            <p:nvPr/>
          </p:nvSpPr>
          <p:spPr>
            <a:xfrm>
              <a:off x="2108880" y="2925720"/>
              <a:ext cx="23040" cy="6192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939" h="2487">
                  <a:moveTo>
                    <a:pt x="118" y="0"/>
                  </a:moveTo>
                  <a:cubicBezTo>
                    <a:pt x="55" y="0"/>
                    <a:pt x="0" y="45"/>
                    <a:pt x="38" y="122"/>
                  </a:cubicBezTo>
                  <a:cubicBezTo>
                    <a:pt x="352" y="917"/>
                    <a:pt x="541" y="1775"/>
                    <a:pt x="938" y="2486"/>
                  </a:cubicBezTo>
                  <a:cubicBezTo>
                    <a:pt x="896" y="2194"/>
                    <a:pt x="833" y="1901"/>
                    <a:pt x="771" y="1629"/>
                  </a:cubicBezTo>
                  <a:cubicBezTo>
                    <a:pt x="582" y="1106"/>
                    <a:pt x="436" y="582"/>
                    <a:pt x="227" y="59"/>
                  </a:cubicBezTo>
                  <a:cubicBezTo>
                    <a:pt x="202" y="19"/>
                    <a:pt x="159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4" name="Google Shape;314;p7"/>
            <p:cNvSpPr/>
            <p:nvPr/>
          </p:nvSpPr>
          <p:spPr>
            <a:xfrm>
              <a:off x="2137680" y="2990520"/>
              <a:ext cx="5400" cy="12240"/>
            </a:xfrm>
            <a:custGeom>
              <a:avLst/>
              <a:gdLst>
                <a:gd name="textAreaLeft" fmla="*/ 0 w 5400"/>
                <a:gd name="textAreaRight" fmla="*/ 5760 w 540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31" h="503">
                  <a:moveTo>
                    <a:pt x="0" y="0"/>
                  </a:moveTo>
                  <a:cubicBezTo>
                    <a:pt x="0" y="84"/>
                    <a:pt x="21" y="167"/>
                    <a:pt x="21" y="251"/>
                  </a:cubicBezTo>
                  <a:cubicBezTo>
                    <a:pt x="84" y="335"/>
                    <a:pt x="147" y="419"/>
                    <a:pt x="230" y="502"/>
                  </a:cubicBezTo>
                  <a:cubicBezTo>
                    <a:pt x="147" y="335"/>
                    <a:pt x="63" y="16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5" name="Google Shape;315;p7"/>
            <p:cNvSpPr/>
            <p:nvPr/>
          </p:nvSpPr>
          <p:spPr>
            <a:xfrm>
              <a:off x="2162520" y="3014640"/>
              <a:ext cx="17640" cy="226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717" h="915">
                  <a:moveTo>
                    <a:pt x="42" y="1"/>
                  </a:moveTo>
                  <a:cubicBezTo>
                    <a:pt x="22" y="105"/>
                    <a:pt x="22" y="210"/>
                    <a:pt x="1" y="294"/>
                  </a:cubicBezTo>
                  <a:lnTo>
                    <a:pt x="1" y="314"/>
                  </a:lnTo>
                  <a:cubicBezTo>
                    <a:pt x="126" y="545"/>
                    <a:pt x="314" y="733"/>
                    <a:pt x="524" y="900"/>
                  </a:cubicBezTo>
                  <a:cubicBezTo>
                    <a:pt x="540" y="910"/>
                    <a:pt x="556" y="914"/>
                    <a:pt x="571" y="914"/>
                  </a:cubicBezTo>
                  <a:cubicBezTo>
                    <a:pt x="656" y="914"/>
                    <a:pt x="717" y="786"/>
                    <a:pt x="628" y="733"/>
                  </a:cubicBezTo>
                  <a:cubicBezTo>
                    <a:pt x="524" y="649"/>
                    <a:pt x="440" y="586"/>
                    <a:pt x="377" y="482"/>
                  </a:cubicBezTo>
                  <a:cubicBezTo>
                    <a:pt x="231" y="335"/>
                    <a:pt x="126" y="168"/>
                    <a:pt x="4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6" name="Google Shape;316;p7"/>
            <p:cNvSpPr/>
            <p:nvPr/>
          </p:nvSpPr>
          <p:spPr>
            <a:xfrm>
              <a:off x="2139480" y="2960640"/>
              <a:ext cx="20160" cy="489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48960"/>
                <a:gd name="textAreaBottom" fmla="*/ 49320 h 48960"/>
              </a:gdLst>
              <a:ahLst/>
              <a:cxnLst/>
              <a:rect l="textAreaLeft" t="textAreaTop" r="textAreaRight" b="textAreaBottom"/>
              <a:pathLst>
                <a:path w="818" h="1974">
                  <a:moveTo>
                    <a:pt x="131" y="1"/>
                  </a:moveTo>
                  <a:cubicBezTo>
                    <a:pt x="65" y="1"/>
                    <a:pt x="1" y="67"/>
                    <a:pt x="44" y="153"/>
                  </a:cubicBezTo>
                  <a:cubicBezTo>
                    <a:pt x="274" y="655"/>
                    <a:pt x="420" y="1304"/>
                    <a:pt x="651" y="1869"/>
                  </a:cubicBezTo>
                  <a:cubicBezTo>
                    <a:pt x="672" y="1910"/>
                    <a:pt x="672" y="1931"/>
                    <a:pt x="692" y="1973"/>
                  </a:cubicBezTo>
                  <a:cubicBezTo>
                    <a:pt x="734" y="1931"/>
                    <a:pt x="776" y="1869"/>
                    <a:pt x="818" y="1806"/>
                  </a:cubicBezTo>
                  <a:cubicBezTo>
                    <a:pt x="588" y="1220"/>
                    <a:pt x="462" y="550"/>
                    <a:pt x="211" y="48"/>
                  </a:cubicBezTo>
                  <a:cubicBezTo>
                    <a:pt x="191" y="15"/>
                    <a:pt x="161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7" name="Google Shape;317;p7"/>
            <p:cNvSpPr/>
            <p:nvPr/>
          </p:nvSpPr>
          <p:spPr>
            <a:xfrm>
              <a:off x="2186640" y="3015720"/>
              <a:ext cx="30600" cy="2592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235" h="1055">
                  <a:moveTo>
                    <a:pt x="0" y="0"/>
                  </a:moveTo>
                  <a:lnTo>
                    <a:pt x="0" y="356"/>
                  </a:lnTo>
                  <a:cubicBezTo>
                    <a:pt x="249" y="758"/>
                    <a:pt x="585" y="1055"/>
                    <a:pt x="1056" y="1055"/>
                  </a:cubicBezTo>
                  <a:cubicBezTo>
                    <a:pt x="1101" y="1055"/>
                    <a:pt x="1146" y="1052"/>
                    <a:pt x="1193" y="1047"/>
                  </a:cubicBezTo>
                  <a:cubicBezTo>
                    <a:pt x="1214" y="1047"/>
                    <a:pt x="1235" y="1047"/>
                    <a:pt x="1235" y="1026"/>
                  </a:cubicBezTo>
                  <a:cubicBezTo>
                    <a:pt x="1214" y="963"/>
                    <a:pt x="1172" y="921"/>
                    <a:pt x="1151" y="858"/>
                  </a:cubicBezTo>
                  <a:cubicBezTo>
                    <a:pt x="1046" y="858"/>
                    <a:pt x="963" y="837"/>
                    <a:pt x="858" y="816"/>
                  </a:cubicBezTo>
                  <a:cubicBezTo>
                    <a:pt x="858" y="837"/>
                    <a:pt x="858" y="858"/>
                    <a:pt x="858" y="879"/>
                  </a:cubicBezTo>
                  <a:cubicBezTo>
                    <a:pt x="845" y="930"/>
                    <a:pt x="810" y="958"/>
                    <a:pt x="769" y="958"/>
                  </a:cubicBezTo>
                  <a:cubicBezTo>
                    <a:pt x="743" y="958"/>
                    <a:pt x="715" y="946"/>
                    <a:pt x="691" y="921"/>
                  </a:cubicBezTo>
                  <a:cubicBezTo>
                    <a:pt x="586" y="816"/>
                    <a:pt x="481" y="670"/>
                    <a:pt x="377" y="544"/>
                  </a:cubicBezTo>
                  <a:cubicBezTo>
                    <a:pt x="230" y="377"/>
                    <a:pt x="105" y="18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8" name="Google Shape;318;p7"/>
            <p:cNvSpPr/>
            <p:nvPr/>
          </p:nvSpPr>
          <p:spPr>
            <a:xfrm>
              <a:off x="2165760" y="2975760"/>
              <a:ext cx="16560" cy="385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673" h="1551">
                  <a:moveTo>
                    <a:pt x="146" y="1"/>
                  </a:moveTo>
                  <a:cubicBezTo>
                    <a:pt x="71" y="1"/>
                    <a:pt x="1" y="75"/>
                    <a:pt x="45" y="149"/>
                  </a:cubicBezTo>
                  <a:cubicBezTo>
                    <a:pt x="233" y="525"/>
                    <a:pt x="380" y="1069"/>
                    <a:pt x="631" y="1551"/>
                  </a:cubicBezTo>
                  <a:cubicBezTo>
                    <a:pt x="673" y="1551"/>
                    <a:pt x="673" y="1446"/>
                    <a:pt x="652" y="1195"/>
                  </a:cubicBezTo>
                  <a:lnTo>
                    <a:pt x="652" y="1132"/>
                  </a:lnTo>
                  <a:cubicBezTo>
                    <a:pt x="484" y="735"/>
                    <a:pt x="359" y="337"/>
                    <a:pt x="233" y="44"/>
                  </a:cubicBezTo>
                  <a:cubicBezTo>
                    <a:pt x="209" y="13"/>
                    <a:pt x="177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9" name="Google Shape;319;p7"/>
            <p:cNvSpPr/>
            <p:nvPr/>
          </p:nvSpPr>
          <p:spPr>
            <a:xfrm>
              <a:off x="2201400" y="2988720"/>
              <a:ext cx="33840" cy="5796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1361" h="2336">
                  <a:moveTo>
                    <a:pt x="1" y="0"/>
                  </a:moveTo>
                  <a:lnTo>
                    <a:pt x="64" y="168"/>
                  </a:lnTo>
                  <a:cubicBezTo>
                    <a:pt x="127" y="230"/>
                    <a:pt x="168" y="314"/>
                    <a:pt x="168" y="419"/>
                  </a:cubicBezTo>
                  <a:cubicBezTo>
                    <a:pt x="315" y="858"/>
                    <a:pt x="503" y="1298"/>
                    <a:pt x="691" y="1737"/>
                  </a:cubicBezTo>
                  <a:cubicBezTo>
                    <a:pt x="691" y="1735"/>
                    <a:pt x="691" y="1734"/>
                    <a:pt x="691" y="1734"/>
                  </a:cubicBezTo>
                  <a:lnTo>
                    <a:pt x="691" y="1734"/>
                  </a:lnTo>
                  <a:cubicBezTo>
                    <a:pt x="707" y="1734"/>
                    <a:pt x="1108" y="2336"/>
                    <a:pt x="1285" y="2336"/>
                  </a:cubicBezTo>
                  <a:cubicBezTo>
                    <a:pt x="1323" y="2336"/>
                    <a:pt x="1350" y="2308"/>
                    <a:pt x="1361" y="2239"/>
                  </a:cubicBezTo>
                  <a:cubicBezTo>
                    <a:pt x="650" y="1800"/>
                    <a:pt x="419" y="733"/>
                    <a:pt x="85" y="42"/>
                  </a:cubicBezTo>
                  <a:cubicBezTo>
                    <a:pt x="64" y="21"/>
                    <a:pt x="22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0" name="Google Shape;320;p7"/>
            <p:cNvSpPr/>
            <p:nvPr/>
          </p:nvSpPr>
          <p:spPr>
            <a:xfrm>
              <a:off x="2239560" y="304848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05" h="168">
                  <a:moveTo>
                    <a:pt x="0" y="1"/>
                  </a:moveTo>
                  <a:lnTo>
                    <a:pt x="0" y="168"/>
                  </a:lnTo>
                  <a:lnTo>
                    <a:pt x="21" y="168"/>
                  </a:lnTo>
                  <a:cubicBezTo>
                    <a:pt x="42" y="168"/>
                    <a:pt x="84" y="168"/>
                    <a:pt x="105" y="147"/>
                  </a:cubicBezTo>
                  <a:cubicBezTo>
                    <a:pt x="63" y="105"/>
                    <a:pt x="42" y="4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1" name="Google Shape;321;p7"/>
            <p:cNvSpPr/>
            <p:nvPr/>
          </p:nvSpPr>
          <p:spPr>
            <a:xfrm>
              <a:off x="2231280" y="2993400"/>
              <a:ext cx="19440" cy="6156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785" h="2477">
                  <a:moveTo>
                    <a:pt x="97" y="0"/>
                  </a:moveTo>
                  <a:cubicBezTo>
                    <a:pt x="47" y="0"/>
                    <a:pt x="0" y="32"/>
                    <a:pt x="11" y="94"/>
                  </a:cubicBezTo>
                  <a:cubicBezTo>
                    <a:pt x="11" y="220"/>
                    <a:pt x="31" y="345"/>
                    <a:pt x="52" y="450"/>
                  </a:cubicBezTo>
                  <a:cubicBezTo>
                    <a:pt x="178" y="868"/>
                    <a:pt x="262" y="1266"/>
                    <a:pt x="303" y="1705"/>
                  </a:cubicBezTo>
                  <a:cubicBezTo>
                    <a:pt x="465" y="2029"/>
                    <a:pt x="689" y="2476"/>
                    <a:pt x="762" y="2476"/>
                  </a:cubicBezTo>
                  <a:cubicBezTo>
                    <a:pt x="774" y="2476"/>
                    <a:pt x="782" y="2464"/>
                    <a:pt x="785" y="2438"/>
                  </a:cubicBezTo>
                  <a:cubicBezTo>
                    <a:pt x="450" y="1705"/>
                    <a:pt x="241" y="910"/>
                    <a:pt x="199" y="94"/>
                  </a:cubicBezTo>
                  <a:cubicBezTo>
                    <a:pt x="199" y="32"/>
                    <a:pt x="147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2" name="Google Shape;322;p7"/>
            <p:cNvSpPr/>
            <p:nvPr/>
          </p:nvSpPr>
          <p:spPr>
            <a:xfrm>
              <a:off x="2248560" y="3059640"/>
              <a:ext cx="16920" cy="1656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693" h="676">
                  <a:moveTo>
                    <a:pt x="0" y="0"/>
                  </a:moveTo>
                  <a:lnTo>
                    <a:pt x="0" y="0"/>
                  </a:lnTo>
                  <a:cubicBezTo>
                    <a:pt x="21" y="42"/>
                    <a:pt x="63" y="84"/>
                    <a:pt x="84" y="126"/>
                  </a:cubicBezTo>
                  <a:cubicBezTo>
                    <a:pt x="209" y="314"/>
                    <a:pt x="335" y="481"/>
                    <a:pt x="481" y="649"/>
                  </a:cubicBezTo>
                  <a:cubicBezTo>
                    <a:pt x="500" y="668"/>
                    <a:pt x="523" y="676"/>
                    <a:pt x="545" y="676"/>
                  </a:cubicBezTo>
                  <a:cubicBezTo>
                    <a:pt x="620" y="676"/>
                    <a:pt x="692" y="583"/>
                    <a:pt x="628" y="502"/>
                  </a:cubicBezTo>
                  <a:cubicBezTo>
                    <a:pt x="544" y="418"/>
                    <a:pt x="481" y="335"/>
                    <a:pt x="419" y="251"/>
                  </a:cubicBezTo>
                  <a:cubicBezTo>
                    <a:pt x="335" y="167"/>
                    <a:pt x="335" y="146"/>
                    <a:pt x="293" y="84"/>
                  </a:cubicBezTo>
                  <a:cubicBezTo>
                    <a:pt x="280" y="124"/>
                    <a:pt x="240" y="147"/>
                    <a:pt x="202" y="147"/>
                  </a:cubicBezTo>
                  <a:cubicBezTo>
                    <a:pt x="181" y="147"/>
                    <a:pt x="161" y="140"/>
                    <a:pt x="147" y="126"/>
                  </a:cubicBezTo>
                  <a:cubicBezTo>
                    <a:pt x="84" y="84"/>
                    <a:pt x="42" y="4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3" name="Google Shape;323;p7"/>
            <p:cNvSpPr/>
            <p:nvPr/>
          </p:nvSpPr>
          <p:spPr>
            <a:xfrm>
              <a:off x="2252880" y="3008520"/>
              <a:ext cx="19080" cy="5112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780" h="2058">
                  <a:moveTo>
                    <a:pt x="115" y="1"/>
                  </a:moveTo>
                  <a:cubicBezTo>
                    <a:pt x="60" y="1"/>
                    <a:pt x="1" y="49"/>
                    <a:pt x="26" y="112"/>
                  </a:cubicBezTo>
                  <a:cubicBezTo>
                    <a:pt x="110" y="551"/>
                    <a:pt x="215" y="1012"/>
                    <a:pt x="340" y="1451"/>
                  </a:cubicBezTo>
                  <a:cubicBezTo>
                    <a:pt x="403" y="1556"/>
                    <a:pt x="445" y="1660"/>
                    <a:pt x="508" y="1765"/>
                  </a:cubicBezTo>
                  <a:cubicBezTo>
                    <a:pt x="633" y="1953"/>
                    <a:pt x="717" y="2037"/>
                    <a:pt x="780" y="2058"/>
                  </a:cubicBezTo>
                  <a:cubicBezTo>
                    <a:pt x="508" y="1409"/>
                    <a:pt x="319" y="740"/>
                    <a:pt x="194" y="70"/>
                  </a:cubicBezTo>
                  <a:cubicBezTo>
                    <a:pt x="185" y="21"/>
                    <a:pt x="15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4" name="Google Shape;324;p7"/>
            <p:cNvSpPr/>
            <p:nvPr/>
          </p:nvSpPr>
          <p:spPr>
            <a:xfrm>
              <a:off x="2269800" y="3065760"/>
              <a:ext cx="26280" cy="2772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1070" h="1126">
                  <a:moveTo>
                    <a:pt x="1" y="0"/>
                  </a:moveTo>
                  <a:cubicBezTo>
                    <a:pt x="22" y="84"/>
                    <a:pt x="64" y="147"/>
                    <a:pt x="106" y="209"/>
                  </a:cubicBezTo>
                  <a:cubicBezTo>
                    <a:pt x="294" y="565"/>
                    <a:pt x="545" y="858"/>
                    <a:pt x="859" y="1109"/>
                  </a:cubicBezTo>
                  <a:cubicBezTo>
                    <a:pt x="875" y="1121"/>
                    <a:pt x="893" y="1126"/>
                    <a:pt x="911" y="1126"/>
                  </a:cubicBezTo>
                  <a:cubicBezTo>
                    <a:pt x="989" y="1126"/>
                    <a:pt x="1069" y="1031"/>
                    <a:pt x="984" y="963"/>
                  </a:cubicBezTo>
                  <a:cubicBezTo>
                    <a:pt x="775" y="795"/>
                    <a:pt x="566" y="565"/>
                    <a:pt x="419" y="335"/>
                  </a:cubicBezTo>
                  <a:lnTo>
                    <a:pt x="399" y="314"/>
                  </a:lnTo>
                  <a:cubicBezTo>
                    <a:pt x="252" y="230"/>
                    <a:pt x="106" y="12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5" name="Google Shape;325;p7"/>
            <p:cNvSpPr/>
            <p:nvPr/>
          </p:nvSpPr>
          <p:spPr>
            <a:xfrm>
              <a:off x="2279160" y="3023640"/>
              <a:ext cx="16920" cy="3816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92" h="1537">
                  <a:moveTo>
                    <a:pt x="37" y="1"/>
                  </a:moveTo>
                  <a:cubicBezTo>
                    <a:pt x="25" y="1"/>
                    <a:pt x="12" y="4"/>
                    <a:pt x="1" y="9"/>
                  </a:cubicBezTo>
                  <a:cubicBezTo>
                    <a:pt x="1" y="114"/>
                    <a:pt x="1" y="198"/>
                    <a:pt x="1" y="302"/>
                  </a:cubicBezTo>
                  <a:cubicBezTo>
                    <a:pt x="210" y="721"/>
                    <a:pt x="440" y="1139"/>
                    <a:pt x="691" y="1537"/>
                  </a:cubicBezTo>
                  <a:cubicBezTo>
                    <a:pt x="586" y="1202"/>
                    <a:pt x="503" y="888"/>
                    <a:pt x="377" y="574"/>
                  </a:cubicBezTo>
                  <a:lnTo>
                    <a:pt x="105" y="51"/>
                  </a:lnTo>
                  <a:cubicBezTo>
                    <a:pt x="105" y="20"/>
                    <a:pt x="72" y="1"/>
                    <a:pt x="3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6" name="Google Shape;326;p7"/>
            <p:cNvSpPr/>
            <p:nvPr/>
          </p:nvSpPr>
          <p:spPr>
            <a:xfrm>
              <a:off x="2300400" y="3058920"/>
              <a:ext cx="9000" cy="212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378" h="858">
                  <a:moveTo>
                    <a:pt x="1" y="0"/>
                  </a:moveTo>
                  <a:cubicBezTo>
                    <a:pt x="84" y="230"/>
                    <a:pt x="189" y="544"/>
                    <a:pt x="273" y="711"/>
                  </a:cubicBezTo>
                  <a:cubicBezTo>
                    <a:pt x="314" y="774"/>
                    <a:pt x="335" y="816"/>
                    <a:pt x="377" y="858"/>
                  </a:cubicBezTo>
                  <a:cubicBezTo>
                    <a:pt x="377" y="837"/>
                    <a:pt x="377" y="816"/>
                    <a:pt x="377" y="774"/>
                  </a:cubicBezTo>
                  <a:cubicBezTo>
                    <a:pt x="335" y="670"/>
                    <a:pt x="314" y="544"/>
                    <a:pt x="273" y="419"/>
                  </a:cubicBezTo>
                  <a:cubicBezTo>
                    <a:pt x="189" y="272"/>
                    <a:pt x="84" y="1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7" name="Google Shape;327;p7"/>
            <p:cNvSpPr/>
            <p:nvPr/>
          </p:nvSpPr>
          <p:spPr>
            <a:xfrm>
              <a:off x="2315880" y="3080520"/>
              <a:ext cx="9000" cy="1296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377" h="533">
                  <a:moveTo>
                    <a:pt x="0" y="1"/>
                  </a:moveTo>
                  <a:lnTo>
                    <a:pt x="0" y="1"/>
                  </a:lnTo>
                  <a:cubicBezTo>
                    <a:pt x="63" y="168"/>
                    <a:pt x="147" y="357"/>
                    <a:pt x="251" y="524"/>
                  </a:cubicBezTo>
                  <a:cubicBezTo>
                    <a:pt x="263" y="530"/>
                    <a:pt x="275" y="532"/>
                    <a:pt x="288" y="532"/>
                  </a:cubicBezTo>
                  <a:cubicBezTo>
                    <a:pt x="324" y="532"/>
                    <a:pt x="362" y="513"/>
                    <a:pt x="377" y="482"/>
                  </a:cubicBezTo>
                  <a:lnTo>
                    <a:pt x="377" y="398"/>
                  </a:lnTo>
                  <a:cubicBezTo>
                    <a:pt x="377" y="357"/>
                    <a:pt x="377" y="357"/>
                    <a:pt x="356" y="357"/>
                  </a:cubicBezTo>
                  <a:cubicBezTo>
                    <a:pt x="230" y="252"/>
                    <a:pt x="105" y="12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8" name="Google Shape;328;p7"/>
            <p:cNvSpPr/>
            <p:nvPr/>
          </p:nvSpPr>
          <p:spPr>
            <a:xfrm>
              <a:off x="2307600" y="3034800"/>
              <a:ext cx="17280" cy="5544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704" h="2226">
                  <a:moveTo>
                    <a:pt x="122" y="1"/>
                  </a:moveTo>
                  <a:cubicBezTo>
                    <a:pt x="65" y="1"/>
                    <a:pt x="1" y="49"/>
                    <a:pt x="13" y="112"/>
                  </a:cubicBezTo>
                  <a:cubicBezTo>
                    <a:pt x="139" y="845"/>
                    <a:pt x="369" y="1535"/>
                    <a:pt x="683" y="2184"/>
                  </a:cubicBezTo>
                  <a:cubicBezTo>
                    <a:pt x="683" y="2205"/>
                    <a:pt x="704" y="2225"/>
                    <a:pt x="704" y="2225"/>
                  </a:cubicBezTo>
                  <a:cubicBezTo>
                    <a:pt x="662" y="1995"/>
                    <a:pt x="620" y="1786"/>
                    <a:pt x="578" y="1556"/>
                  </a:cubicBezTo>
                  <a:cubicBezTo>
                    <a:pt x="536" y="1409"/>
                    <a:pt x="516" y="1263"/>
                    <a:pt x="474" y="1137"/>
                  </a:cubicBezTo>
                  <a:cubicBezTo>
                    <a:pt x="369" y="782"/>
                    <a:pt x="285" y="426"/>
                    <a:pt x="202" y="70"/>
                  </a:cubicBezTo>
                  <a:cubicBezTo>
                    <a:pt x="193" y="21"/>
                    <a:pt x="159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9" name="Google Shape;329;p7"/>
            <p:cNvSpPr/>
            <p:nvPr/>
          </p:nvSpPr>
          <p:spPr>
            <a:xfrm>
              <a:off x="2331000" y="3090960"/>
              <a:ext cx="18360" cy="3096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754" h="1256">
                  <a:moveTo>
                    <a:pt x="0" y="0"/>
                  </a:moveTo>
                  <a:lnTo>
                    <a:pt x="0" y="0"/>
                  </a:lnTo>
                  <a:cubicBezTo>
                    <a:pt x="63" y="272"/>
                    <a:pt x="146" y="544"/>
                    <a:pt x="272" y="796"/>
                  </a:cubicBezTo>
                  <a:cubicBezTo>
                    <a:pt x="398" y="942"/>
                    <a:pt x="523" y="1088"/>
                    <a:pt x="670" y="1235"/>
                  </a:cubicBezTo>
                  <a:cubicBezTo>
                    <a:pt x="670" y="1235"/>
                    <a:pt x="691" y="1235"/>
                    <a:pt x="711" y="1256"/>
                  </a:cubicBezTo>
                  <a:cubicBezTo>
                    <a:pt x="732" y="1172"/>
                    <a:pt x="753" y="1109"/>
                    <a:pt x="753" y="1026"/>
                  </a:cubicBezTo>
                  <a:cubicBezTo>
                    <a:pt x="523" y="796"/>
                    <a:pt x="314" y="524"/>
                    <a:pt x="126" y="231"/>
                  </a:cubicBezTo>
                  <a:cubicBezTo>
                    <a:pt x="84" y="168"/>
                    <a:pt x="42" y="8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0" name="Google Shape;330;p7"/>
            <p:cNvSpPr/>
            <p:nvPr/>
          </p:nvSpPr>
          <p:spPr>
            <a:xfrm>
              <a:off x="2328480" y="309600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" h="43">
                  <a:moveTo>
                    <a:pt x="0" y="22"/>
                  </a:moveTo>
                  <a:lnTo>
                    <a:pt x="0" y="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1" name="Google Shape;331;p7"/>
            <p:cNvSpPr/>
            <p:nvPr/>
          </p:nvSpPr>
          <p:spPr>
            <a:xfrm>
              <a:off x="2331360" y="3049920"/>
              <a:ext cx="16560" cy="381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75" h="1534">
                  <a:moveTo>
                    <a:pt x="123" y="1"/>
                  </a:moveTo>
                  <a:cubicBezTo>
                    <a:pt x="62" y="1"/>
                    <a:pt x="0" y="54"/>
                    <a:pt x="26" y="132"/>
                  </a:cubicBezTo>
                  <a:cubicBezTo>
                    <a:pt x="193" y="613"/>
                    <a:pt x="403" y="1094"/>
                    <a:pt x="675" y="1534"/>
                  </a:cubicBezTo>
                  <a:cubicBezTo>
                    <a:pt x="675" y="1450"/>
                    <a:pt x="654" y="1408"/>
                    <a:pt x="654" y="1387"/>
                  </a:cubicBezTo>
                  <a:cubicBezTo>
                    <a:pt x="612" y="1241"/>
                    <a:pt x="591" y="1094"/>
                    <a:pt x="570" y="948"/>
                  </a:cubicBezTo>
                  <a:cubicBezTo>
                    <a:pt x="423" y="676"/>
                    <a:pt x="298" y="383"/>
                    <a:pt x="214" y="69"/>
                  </a:cubicBezTo>
                  <a:cubicBezTo>
                    <a:pt x="198" y="21"/>
                    <a:pt x="161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2" name="Google Shape;332;p7"/>
            <p:cNvSpPr/>
            <p:nvPr/>
          </p:nvSpPr>
          <p:spPr>
            <a:xfrm>
              <a:off x="2353680" y="3088080"/>
              <a:ext cx="14400" cy="309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587" h="1257">
                  <a:moveTo>
                    <a:pt x="1" y="1"/>
                  </a:moveTo>
                  <a:cubicBezTo>
                    <a:pt x="22" y="168"/>
                    <a:pt x="64" y="357"/>
                    <a:pt x="84" y="524"/>
                  </a:cubicBezTo>
                  <a:lnTo>
                    <a:pt x="377" y="963"/>
                  </a:lnTo>
                  <a:lnTo>
                    <a:pt x="587" y="1256"/>
                  </a:lnTo>
                  <a:cubicBezTo>
                    <a:pt x="503" y="1068"/>
                    <a:pt x="461" y="859"/>
                    <a:pt x="419" y="649"/>
                  </a:cubicBezTo>
                  <a:cubicBezTo>
                    <a:pt x="273" y="440"/>
                    <a:pt x="126" y="21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3" name="Google Shape;333;p7"/>
            <p:cNvSpPr/>
            <p:nvPr/>
          </p:nvSpPr>
          <p:spPr>
            <a:xfrm>
              <a:off x="2366280" y="3069360"/>
              <a:ext cx="18360" cy="5904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746" h="2382">
                  <a:moveTo>
                    <a:pt x="123" y="0"/>
                  </a:moveTo>
                  <a:cubicBezTo>
                    <a:pt x="65" y="0"/>
                    <a:pt x="0" y="45"/>
                    <a:pt x="13" y="122"/>
                  </a:cubicBezTo>
                  <a:cubicBezTo>
                    <a:pt x="159" y="854"/>
                    <a:pt x="369" y="1545"/>
                    <a:pt x="661" y="2235"/>
                  </a:cubicBezTo>
                  <a:lnTo>
                    <a:pt x="724" y="2382"/>
                  </a:lnTo>
                  <a:cubicBezTo>
                    <a:pt x="745" y="2235"/>
                    <a:pt x="724" y="2110"/>
                    <a:pt x="724" y="1963"/>
                  </a:cubicBezTo>
                  <a:lnTo>
                    <a:pt x="703" y="1838"/>
                  </a:lnTo>
                  <a:cubicBezTo>
                    <a:pt x="494" y="1252"/>
                    <a:pt x="327" y="666"/>
                    <a:pt x="201" y="59"/>
                  </a:cubicBezTo>
                  <a:cubicBezTo>
                    <a:pt x="193" y="19"/>
                    <a:pt x="15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520" bIns="29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4" name="Google Shape;334;p7"/>
            <p:cNvSpPr/>
            <p:nvPr/>
          </p:nvSpPr>
          <p:spPr>
            <a:xfrm>
              <a:off x="2394720" y="3091320"/>
              <a:ext cx="19440" cy="5256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788" h="2111">
                  <a:moveTo>
                    <a:pt x="119" y="1"/>
                  </a:moveTo>
                  <a:cubicBezTo>
                    <a:pt x="58" y="1"/>
                    <a:pt x="1" y="46"/>
                    <a:pt x="14" y="123"/>
                  </a:cubicBezTo>
                  <a:cubicBezTo>
                    <a:pt x="202" y="813"/>
                    <a:pt x="453" y="1462"/>
                    <a:pt x="767" y="2111"/>
                  </a:cubicBezTo>
                  <a:cubicBezTo>
                    <a:pt x="767" y="1964"/>
                    <a:pt x="788" y="1818"/>
                    <a:pt x="788" y="1692"/>
                  </a:cubicBezTo>
                  <a:cubicBezTo>
                    <a:pt x="537" y="1169"/>
                    <a:pt x="348" y="625"/>
                    <a:pt x="223" y="60"/>
                  </a:cubicBezTo>
                  <a:cubicBezTo>
                    <a:pt x="198" y="19"/>
                    <a:pt x="158" y="1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5" name="Google Shape;335;p7"/>
            <p:cNvSpPr/>
            <p:nvPr/>
          </p:nvSpPr>
          <p:spPr>
            <a:xfrm>
              <a:off x="1968480" y="2896920"/>
              <a:ext cx="20160" cy="313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823" h="1274">
                  <a:moveTo>
                    <a:pt x="1" y="1"/>
                  </a:moveTo>
                  <a:lnTo>
                    <a:pt x="1" y="377"/>
                  </a:lnTo>
                  <a:lnTo>
                    <a:pt x="64" y="503"/>
                  </a:lnTo>
                  <a:cubicBezTo>
                    <a:pt x="85" y="524"/>
                    <a:pt x="85" y="566"/>
                    <a:pt x="64" y="608"/>
                  </a:cubicBezTo>
                  <a:cubicBezTo>
                    <a:pt x="85" y="649"/>
                    <a:pt x="127" y="691"/>
                    <a:pt x="147" y="733"/>
                  </a:cubicBezTo>
                  <a:cubicBezTo>
                    <a:pt x="273" y="921"/>
                    <a:pt x="419" y="1110"/>
                    <a:pt x="608" y="1256"/>
                  </a:cubicBezTo>
                  <a:cubicBezTo>
                    <a:pt x="627" y="1268"/>
                    <a:pt x="648" y="1273"/>
                    <a:pt x="668" y="1273"/>
                  </a:cubicBezTo>
                  <a:cubicBezTo>
                    <a:pt x="752" y="1273"/>
                    <a:pt x="822" y="1178"/>
                    <a:pt x="754" y="1110"/>
                  </a:cubicBezTo>
                  <a:lnTo>
                    <a:pt x="712" y="1089"/>
                  </a:lnTo>
                  <a:cubicBezTo>
                    <a:pt x="399" y="817"/>
                    <a:pt x="168" y="482"/>
                    <a:pt x="43" y="84"/>
                  </a:cubicBezTo>
                  <a:cubicBezTo>
                    <a:pt x="22" y="64"/>
                    <a:pt x="1" y="2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6" name="Google Shape;336;p7"/>
            <p:cNvSpPr/>
            <p:nvPr/>
          </p:nvSpPr>
          <p:spPr>
            <a:xfrm>
              <a:off x="1951920" y="2847240"/>
              <a:ext cx="12240" cy="5040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503" h="2030">
                  <a:moveTo>
                    <a:pt x="126" y="0"/>
                  </a:moveTo>
                  <a:cubicBezTo>
                    <a:pt x="63" y="0"/>
                    <a:pt x="0" y="63"/>
                    <a:pt x="42" y="126"/>
                  </a:cubicBezTo>
                  <a:cubicBezTo>
                    <a:pt x="189" y="711"/>
                    <a:pt x="272" y="1381"/>
                    <a:pt x="461" y="1967"/>
                  </a:cubicBezTo>
                  <a:lnTo>
                    <a:pt x="503" y="2030"/>
                  </a:lnTo>
                  <a:cubicBezTo>
                    <a:pt x="482" y="1925"/>
                    <a:pt x="482" y="1820"/>
                    <a:pt x="482" y="1737"/>
                  </a:cubicBezTo>
                  <a:cubicBezTo>
                    <a:pt x="461" y="1569"/>
                    <a:pt x="440" y="1423"/>
                    <a:pt x="419" y="1255"/>
                  </a:cubicBezTo>
                  <a:cubicBezTo>
                    <a:pt x="293" y="858"/>
                    <a:pt x="210" y="418"/>
                    <a:pt x="126" y="21"/>
                  </a:cubicBezTo>
                  <a:cubicBezTo>
                    <a:pt x="126" y="21"/>
                    <a:pt x="126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7" name="Google Shape;337;p7"/>
            <p:cNvSpPr/>
            <p:nvPr/>
          </p:nvSpPr>
          <p:spPr>
            <a:xfrm>
              <a:off x="1936800" y="2829960"/>
              <a:ext cx="26640" cy="716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71640"/>
                <a:gd name="textAreaBottom" fmla="*/ 72000 h 71640"/>
              </a:gdLst>
              <a:ahLst/>
              <a:cxnLst/>
              <a:rect l="textAreaLeft" t="textAreaTop" r="textAreaRight" b="textAreaBottom"/>
              <a:pathLst>
                <a:path w="1081" h="2881">
                  <a:moveTo>
                    <a:pt x="128" y="0"/>
                  </a:moveTo>
                  <a:cubicBezTo>
                    <a:pt x="66" y="0"/>
                    <a:pt x="1" y="45"/>
                    <a:pt x="14" y="122"/>
                  </a:cubicBezTo>
                  <a:lnTo>
                    <a:pt x="76" y="269"/>
                  </a:lnTo>
                  <a:cubicBezTo>
                    <a:pt x="97" y="269"/>
                    <a:pt x="118" y="289"/>
                    <a:pt x="118" y="331"/>
                  </a:cubicBezTo>
                  <a:cubicBezTo>
                    <a:pt x="348" y="1043"/>
                    <a:pt x="599" y="1754"/>
                    <a:pt x="788" y="2486"/>
                  </a:cubicBezTo>
                  <a:cubicBezTo>
                    <a:pt x="872" y="2683"/>
                    <a:pt x="975" y="2880"/>
                    <a:pt x="1034" y="2880"/>
                  </a:cubicBezTo>
                  <a:cubicBezTo>
                    <a:pt x="1063" y="2880"/>
                    <a:pt x="1081" y="2833"/>
                    <a:pt x="1081" y="2717"/>
                  </a:cubicBezTo>
                  <a:lnTo>
                    <a:pt x="1060" y="2654"/>
                  </a:lnTo>
                  <a:cubicBezTo>
                    <a:pt x="683" y="1838"/>
                    <a:pt x="495" y="938"/>
                    <a:pt x="223" y="59"/>
                  </a:cubicBezTo>
                  <a:cubicBezTo>
                    <a:pt x="206" y="19"/>
                    <a:pt x="168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0" bIns="36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8" name="Google Shape;338;p7"/>
            <p:cNvSpPr/>
            <p:nvPr/>
          </p:nvSpPr>
          <p:spPr>
            <a:xfrm>
              <a:off x="1968480" y="2906280"/>
              <a:ext cx="1800" cy="64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85" h="273">
                  <a:moveTo>
                    <a:pt x="1" y="0"/>
                  </a:moveTo>
                  <a:lnTo>
                    <a:pt x="1" y="272"/>
                  </a:lnTo>
                  <a:cubicBezTo>
                    <a:pt x="22" y="251"/>
                    <a:pt x="43" y="251"/>
                    <a:pt x="64" y="231"/>
                  </a:cubicBezTo>
                  <a:cubicBezTo>
                    <a:pt x="85" y="189"/>
                    <a:pt x="85" y="147"/>
                    <a:pt x="64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9" name="Google Shape;339;p7"/>
            <p:cNvSpPr/>
            <p:nvPr/>
          </p:nvSpPr>
          <p:spPr>
            <a:xfrm>
              <a:off x="1924200" y="2838600"/>
              <a:ext cx="29520" cy="8280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191" h="3331">
                  <a:moveTo>
                    <a:pt x="95" y="1"/>
                  </a:moveTo>
                  <a:cubicBezTo>
                    <a:pt x="48" y="1"/>
                    <a:pt x="0" y="32"/>
                    <a:pt x="0" y="95"/>
                  </a:cubicBezTo>
                  <a:cubicBezTo>
                    <a:pt x="42" y="639"/>
                    <a:pt x="147" y="1183"/>
                    <a:pt x="272" y="1706"/>
                  </a:cubicBezTo>
                  <a:cubicBezTo>
                    <a:pt x="314" y="1873"/>
                    <a:pt x="356" y="2041"/>
                    <a:pt x="419" y="2187"/>
                  </a:cubicBezTo>
                  <a:cubicBezTo>
                    <a:pt x="544" y="2585"/>
                    <a:pt x="733" y="2941"/>
                    <a:pt x="963" y="3296"/>
                  </a:cubicBezTo>
                  <a:cubicBezTo>
                    <a:pt x="987" y="3320"/>
                    <a:pt x="1018" y="3330"/>
                    <a:pt x="1047" y="3330"/>
                  </a:cubicBezTo>
                  <a:cubicBezTo>
                    <a:pt x="1122" y="3330"/>
                    <a:pt x="1190" y="3266"/>
                    <a:pt x="1130" y="3192"/>
                  </a:cubicBezTo>
                  <a:cubicBezTo>
                    <a:pt x="963" y="2920"/>
                    <a:pt x="796" y="2648"/>
                    <a:pt x="691" y="2355"/>
                  </a:cubicBezTo>
                  <a:cubicBezTo>
                    <a:pt x="419" y="1622"/>
                    <a:pt x="252" y="869"/>
                    <a:pt x="189" y="95"/>
                  </a:cubicBezTo>
                  <a:cubicBezTo>
                    <a:pt x="189" y="32"/>
                    <a:pt x="142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0" name="Google Shape;340;p7"/>
            <p:cNvSpPr/>
            <p:nvPr/>
          </p:nvSpPr>
          <p:spPr>
            <a:xfrm>
              <a:off x="2039760" y="2611440"/>
              <a:ext cx="45000" cy="1908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1809" h="781">
                  <a:moveTo>
                    <a:pt x="1668" y="0"/>
                  </a:moveTo>
                  <a:cubicBezTo>
                    <a:pt x="1657" y="0"/>
                    <a:pt x="1645" y="2"/>
                    <a:pt x="1633" y="6"/>
                  </a:cubicBezTo>
                  <a:lnTo>
                    <a:pt x="1151" y="195"/>
                  </a:lnTo>
                  <a:cubicBezTo>
                    <a:pt x="1151" y="237"/>
                    <a:pt x="1151" y="257"/>
                    <a:pt x="1110" y="278"/>
                  </a:cubicBezTo>
                  <a:cubicBezTo>
                    <a:pt x="733" y="446"/>
                    <a:pt x="377" y="613"/>
                    <a:pt x="1" y="781"/>
                  </a:cubicBezTo>
                  <a:lnTo>
                    <a:pt x="586" y="613"/>
                  </a:lnTo>
                  <a:cubicBezTo>
                    <a:pt x="942" y="488"/>
                    <a:pt x="1319" y="362"/>
                    <a:pt x="1695" y="195"/>
                  </a:cubicBezTo>
                  <a:cubicBezTo>
                    <a:pt x="1809" y="157"/>
                    <a:pt x="1769" y="0"/>
                    <a:pt x="166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1" name="Google Shape;341;p7"/>
            <p:cNvSpPr/>
            <p:nvPr/>
          </p:nvSpPr>
          <p:spPr>
            <a:xfrm>
              <a:off x="1988640" y="2641680"/>
              <a:ext cx="16200" cy="540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664" h="232">
                  <a:moveTo>
                    <a:pt x="224" y="0"/>
                  </a:moveTo>
                  <a:lnTo>
                    <a:pt x="120" y="42"/>
                  </a:lnTo>
                  <a:cubicBezTo>
                    <a:pt x="1" y="62"/>
                    <a:pt x="32" y="232"/>
                    <a:pt x="142" y="232"/>
                  </a:cubicBezTo>
                  <a:cubicBezTo>
                    <a:pt x="149" y="232"/>
                    <a:pt x="155" y="231"/>
                    <a:pt x="161" y="230"/>
                  </a:cubicBezTo>
                  <a:lnTo>
                    <a:pt x="664" y="63"/>
                  </a:lnTo>
                  <a:lnTo>
                    <a:pt x="350" y="146"/>
                  </a:lnTo>
                  <a:cubicBezTo>
                    <a:pt x="266" y="146"/>
                    <a:pt x="203" y="84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2" name="Google Shape;342;p7"/>
            <p:cNvSpPr/>
            <p:nvPr/>
          </p:nvSpPr>
          <p:spPr>
            <a:xfrm>
              <a:off x="2061720" y="2622600"/>
              <a:ext cx="30600" cy="936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1235" h="383">
                  <a:moveTo>
                    <a:pt x="1142" y="0"/>
                  </a:moveTo>
                  <a:cubicBezTo>
                    <a:pt x="1132" y="0"/>
                    <a:pt x="1120" y="2"/>
                    <a:pt x="1109" y="6"/>
                  </a:cubicBezTo>
                  <a:cubicBezTo>
                    <a:pt x="879" y="69"/>
                    <a:pt x="628" y="131"/>
                    <a:pt x="398" y="194"/>
                  </a:cubicBezTo>
                  <a:cubicBezTo>
                    <a:pt x="231" y="278"/>
                    <a:pt x="126" y="341"/>
                    <a:pt x="0" y="382"/>
                  </a:cubicBezTo>
                  <a:cubicBezTo>
                    <a:pt x="398" y="257"/>
                    <a:pt x="795" y="152"/>
                    <a:pt x="1193" y="89"/>
                  </a:cubicBezTo>
                  <a:lnTo>
                    <a:pt x="1235" y="89"/>
                  </a:lnTo>
                  <a:cubicBezTo>
                    <a:pt x="1235" y="38"/>
                    <a:pt x="119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3" name="Google Shape;343;p7"/>
            <p:cNvSpPr/>
            <p:nvPr/>
          </p:nvSpPr>
          <p:spPr>
            <a:xfrm>
              <a:off x="1997280" y="2639880"/>
              <a:ext cx="31320" cy="1332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265" h="551">
                  <a:moveTo>
                    <a:pt x="1264" y="0"/>
                  </a:moveTo>
                  <a:cubicBezTo>
                    <a:pt x="888" y="126"/>
                    <a:pt x="511" y="251"/>
                    <a:pt x="113" y="356"/>
                  </a:cubicBezTo>
                  <a:cubicBezTo>
                    <a:pt x="0" y="394"/>
                    <a:pt x="40" y="550"/>
                    <a:pt x="141" y="550"/>
                  </a:cubicBezTo>
                  <a:cubicBezTo>
                    <a:pt x="152" y="550"/>
                    <a:pt x="164" y="548"/>
                    <a:pt x="176" y="544"/>
                  </a:cubicBezTo>
                  <a:lnTo>
                    <a:pt x="867" y="335"/>
                  </a:lnTo>
                  <a:cubicBezTo>
                    <a:pt x="825" y="293"/>
                    <a:pt x="825" y="230"/>
                    <a:pt x="888" y="189"/>
                  </a:cubicBezTo>
                  <a:lnTo>
                    <a:pt x="126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4" name="Google Shape;344;p7"/>
            <p:cNvSpPr/>
            <p:nvPr/>
          </p:nvSpPr>
          <p:spPr>
            <a:xfrm>
              <a:off x="2092680" y="2635560"/>
              <a:ext cx="33480" cy="1224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349" h="510">
                  <a:moveTo>
                    <a:pt x="1228" y="1"/>
                  </a:moveTo>
                  <a:cubicBezTo>
                    <a:pt x="1218" y="1"/>
                    <a:pt x="1206" y="3"/>
                    <a:pt x="1194" y="7"/>
                  </a:cubicBezTo>
                  <a:lnTo>
                    <a:pt x="566" y="153"/>
                  </a:lnTo>
                  <a:cubicBezTo>
                    <a:pt x="377" y="300"/>
                    <a:pt x="189" y="404"/>
                    <a:pt x="1" y="509"/>
                  </a:cubicBezTo>
                  <a:lnTo>
                    <a:pt x="1235" y="195"/>
                  </a:lnTo>
                  <a:cubicBezTo>
                    <a:pt x="1348" y="157"/>
                    <a:pt x="1326" y="1"/>
                    <a:pt x="122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5" name="Google Shape;345;p7"/>
            <p:cNvSpPr/>
            <p:nvPr/>
          </p:nvSpPr>
          <p:spPr>
            <a:xfrm>
              <a:off x="2013480" y="2645280"/>
              <a:ext cx="70200" cy="2124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2826" h="864">
                  <a:moveTo>
                    <a:pt x="2825" y="0"/>
                  </a:moveTo>
                  <a:lnTo>
                    <a:pt x="2511" y="84"/>
                  </a:lnTo>
                  <a:cubicBezTo>
                    <a:pt x="1946" y="314"/>
                    <a:pt x="1340" y="503"/>
                    <a:pt x="733" y="607"/>
                  </a:cubicBezTo>
                  <a:cubicBezTo>
                    <a:pt x="691" y="607"/>
                    <a:pt x="649" y="586"/>
                    <a:pt x="628" y="545"/>
                  </a:cubicBezTo>
                  <a:lnTo>
                    <a:pt x="63" y="670"/>
                  </a:lnTo>
                  <a:cubicBezTo>
                    <a:pt x="21" y="691"/>
                    <a:pt x="0" y="733"/>
                    <a:pt x="0" y="796"/>
                  </a:cubicBezTo>
                  <a:cubicBezTo>
                    <a:pt x="17" y="830"/>
                    <a:pt x="49" y="864"/>
                    <a:pt x="93" y="864"/>
                  </a:cubicBezTo>
                  <a:cubicBezTo>
                    <a:pt x="104" y="864"/>
                    <a:pt x="114" y="862"/>
                    <a:pt x="126" y="858"/>
                  </a:cubicBezTo>
                  <a:lnTo>
                    <a:pt x="147" y="858"/>
                  </a:lnTo>
                  <a:lnTo>
                    <a:pt x="2135" y="398"/>
                  </a:lnTo>
                  <a:cubicBezTo>
                    <a:pt x="2365" y="252"/>
                    <a:pt x="2595" y="126"/>
                    <a:pt x="282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6" name="Google Shape;346;p7"/>
            <p:cNvSpPr/>
            <p:nvPr/>
          </p:nvSpPr>
          <p:spPr>
            <a:xfrm>
              <a:off x="2084760" y="2648880"/>
              <a:ext cx="71640" cy="2088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876" h="844">
                  <a:moveTo>
                    <a:pt x="2755" y="1"/>
                  </a:moveTo>
                  <a:cubicBezTo>
                    <a:pt x="2744" y="1"/>
                    <a:pt x="2732" y="3"/>
                    <a:pt x="2720" y="7"/>
                  </a:cubicBezTo>
                  <a:cubicBezTo>
                    <a:pt x="2051" y="216"/>
                    <a:pt x="1381" y="363"/>
                    <a:pt x="690" y="509"/>
                  </a:cubicBezTo>
                  <a:cubicBezTo>
                    <a:pt x="460" y="614"/>
                    <a:pt x="230" y="739"/>
                    <a:pt x="0" y="844"/>
                  </a:cubicBezTo>
                  <a:cubicBezTo>
                    <a:pt x="921" y="656"/>
                    <a:pt x="1862" y="467"/>
                    <a:pt x="2762" y="195"/>
                  </a:cubicBezTo>
                  <a:cubicBezTo>
                    <a:pt x="2875" y="158"/>
                    <a:pt x="2852" y="1"/>
                    <a:pt x="275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7" name="Google Shape;347;p7"/>
            <p:cNvSpPr/>
            <p:nvPr/>
          </p:nvSpPr>
          <p:spPr>
            <a:xfrm>
              <a:off x="2039040" y="2665440"/>
              <a:ext cx="41400" cy="136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675" h="566">
                  <a:moveTo>
                    <a:pt x="1675" y="1"/>
                  </a:moveTo>
                  <a:cubicBezTo>
                    <a:pt x="1151" y="105"/>
                    <a:pt x="628" y="231"/>
                    <a:pt x="105" y="377"/>
                  </a:cubicBezTo>
                  <a:cubicBezTo>
                    <a:pt x="22" y="398"/>
                    <a:pt x="1" y="503"/>
                    <a:pt x="63" y="545"/>
                  </a:cubicBezTo>
                  <a:cubicBezTo>
                    <a:pt x="84" y="565"/>
                    <a:pt x="105" y="565"/>
                    <a:pt x="105" y="565"/>
                  </a:cubicBezTo>
                  <a:lnTo>
                    <a:pt x="147" y="565"/>
                  </a:lnTo>
                  <a:cubicBezTo>
                    <a:pt x="482" y="482"/>
                    <a:pt x="817" y="398"/>
                    <a:pt x="1172" y="314"/>
                  </a:cubicBezTo>
                  <a:cubicBezTo>
                    <a:pt x="1319" y="210"/>
                    <a:pt x="1507" y="105"/>
                    <a:pt x="16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8" name="Google Shape;348;p7"/>
            <p:cNvSpPr/>
            <p:nvPr/>
          </p:nvSpPr>
          <p:spPr>
            <a:xfrm>
              <a:off x="2154240" y="2668680"/>
              <a:ext cx="6120" cy="540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52" h="231">
                  <a:moveTo>
                    <a:pt x="189" y="0"/>
                  </a:moveTo>
                  <a:lnTo>
                    <a:pt x="189" y="0"/>
                  </a:lnTo>
                  <a:cubicBezTo>
                    <a:pt x="126" y="84"/>
                    <a:pt x="64" y="147"/>
                    <a:pt x="1" y="230"/>
                  </a:cubicBezTo>
                  <a:lnTo>
                    <a:pt x="168" y="188"/>
                  </a:lnTo>
                  <a:cubicBezTo>
                    <a:pt x="252" y="147"/>
                    <a:pt x="252" y="42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9" name="Google Shape;349;p7"/>
            <p:cNvSpPr/>
            <p:nvPr/>
          </p:nvSpPr>
          <p:spPr>
            <a:xfrm>
              <a:off x="2125080" y="2670480"/>
              <a:ext cx="26280" cy="1080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1068" h="441">
                  <a:moveTo>
                    <a:pt x="984" y="1"/>
                  </a:moveTo>
                  <a:lnTo>
                    <a:pt x="837" y="43"/>
                  </a:lnTo>
                  <a:cubicBezTo>
                    <a:pt x="732" y="85"/>
                    <a:pt x="544" y="168"/>
                    <a:pt x="293" y="294"/>
                  </a:cubicBezTo>
                  <a:lnTo>
                    <a:pt x="0" y="440"/>
                  </a:lnTo>
                  <a:lnTo>
                    <a:pt x="795" y="273"/>
                  </a:lnTo>
                  <a:cubicBezTo>
                    <a:pt x="942" y="126"/>
                    <a:pt x="1067" y="22"/>
                    <a:pt x="98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0" name="Google Shape;350;p7"/>
            <p:cNvSpPr/>
            <p:nvPr/>
          </p:nvSpPr>
          <p:spPr>
            <a:xfrm>
              <a:off x="2082600" y="2683800"/>
              <a:ext cx="10800" cy="648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440" h="273">
                  <a:moveTo>
                    <a:pt x="440" y="1"/>
                  </a:moveTo>
                  <a:lnTo>
                    <a:pt x="105" y="85"/>
                  </a:lnTo>
                  <a:cubicBezTo>
                    <a:pt x="0" y="105"/>
                    <a:pt x="0" y="273"/>
                    <a:pt x="126" y="273"/>
                  </a:cubicBezTo>
                  <a:cubicBezTo>
                    <a:pt x="126" y="231"/>
                    <a:pt x="147" y="210"/>
                    <a:pt x="168" y="189"/>
                  </a:cubicBezTo>
                  <a:cubicBezTo>
                    <a:pt x="251" y="105"/>
                    <a:pt x="356" y="64"/>
                    <a:pt x="44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1" name="Google Shape;351;p7"/>
            <p:cNvSpPr/>
            <p:nvPr/>
          </p:nvSpPr>
          <p:spPr>
            <a:xfrm>
              <a:off x="2096640" y="2676600"/>
              <a:ext cx="26640" cy="10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1076" h="451">
                  <a:moveTo>
                    <a:pt x="1075" y="1"/>
                  </a:moveTo>
                  <a:lnTo>
                    <a:pt x="615" y="126"/>
                  </a:lnTo>
                  <a:cubicBezTo>
                    <a:pt x="370" y="249"/>
                    <a:pt x="1" y="450"/>
                    <a:pt x="52" y="450"/>
                  </a:cubicBezTo>
                  <a:cubicBezTo>
                    <a:pt x="70" y="450"/>
                    <a:pt x="145" y="424"/>
                    <a:pt x="301" y="357"/>
                  </a:cubicBezTo>
                  <a:cubicBezTo>
                    <a:pt x="552" y="252"/>
                    <a:pt x="824" y="126"/>
                    <a:pt x="10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2" name="Google Shape;352;p7"/>
            <p:cNvSpPr/>
            <p:nvPr/>
          </p:nvSpPr>
          <p:spPr>
            <a:xfrm>
              <a:off x="2141280" y="2683800"/>
              <a:ext cx="47880" cy="1692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1935" h="698">
                  <a:moveTo>
                    <a:pt x="1794" y="1"/>
                  </a:moveTo>
                  <a:cubicBezTo>
                    <a:pt x="1783" y="1"/>
                    <a:pt x="1771" y="3"/>
                    <a:pt x="1758" y="7"/>
                  </a:cubicBezTo>
                  <a:cubicBezTo>
                    <a:pt x="1403" y="132"/>
                    <a:pt x="1026" y="258"/>
                    <a:pt x="628" y="363"/>
                  </a:cubicBezTo>
                  <a:cubicBezTo>
                    <a:pt x="440" y="488"/>
                    <a:pt x="231" y="593"/>
                    <a:pt x="1" y="697"/>
                  </a:cubicBezTo>
                  <a:cubicBezTo>
                    <a:pt x="628" y="572"/>
                    <a:pt x="1235" y="404"/>
                    <a:pt x="1821" y="195"/>
                  </a:cubicBezTo>
                  <a:cubicBezTo>
                    <a:pt x="1934" y="157"/>
                    <a:pt x="1894" y="1"/>
                    <a:pt x="179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3" name="Google Shape;353;p7"/>
            <p:cNvSpPr/>
            <p:nvPr/>
          </p:nvSpPr>
          <p:spPr>
            <a:xfrm>
              <a:off x="2100960" y="2696400"/>
              <a:ext cx="38880" cy="1368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570" h="565">
                  <a:moveTo>
                    <a:pt x="1570" y="0"/>
                  </a:moveTo>
                  <a:cubicBezTo>
                    <a:pt x="1089" y="272"/>
                    <a:pt x="545" y="439"/>
                    <a:pt x="1" y="481"/>
                  </a:cubicBezTo>
                  <a:cubicBezTo>
                    <a:pt x="1" y="523"/>
                    <a:pt x="63" y="565"/>
                    <a:pt x="126" y="565"/>
                  </a:cubicBezTo>
                  <a:cubicBezTo>
                    <a:pt x="335" y="481"/>
                    <a:pt x="566" y="439"/>
                    <a:pt x="796" y="377"/>
                  </a:cubicBezTo>
                  <a:cubicBezTo>
                    <a:pt x="1047" y="251"/>
                    <a:pt x="1319" y="146"/>
                    <a:pt x="157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4" name="Google Shape;354;p7"/>
            <p:cNvSpPr/>
            <p:nvPr/>
          </p:nvSpPr>
          <p:spPr>
            <a:xfrm>
              <a:off x="2197080" y="2706480"/>
              <a:ext cx="9360" cy="216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382" h="105">
                  <a:moveTo>
                    <a:pt x="369" y="0"/>
                  </a:moveTo>
                  <a:cubicBezTo>
                    <a:pt x="344" y="0"/>
                    <a:pt x="254" y="26"/>
                    <a:pt x="74" y="81"/>
                  </a:cubicBezTo>
                  <a:lnTo>
                    <a:pt x="74" y="81"/>
                  </a:lnTo>
                  <a:cubicBezTo>
                    <a:pt x="169" y="54"/>
                    <a:pt x="256" y="37"/>
                    <a:pt x="356" y="20"/>
                  </a:cubicBezTo>
                  <a:cubicBezTo>
                    <a:pt x="376" y="7"/>
                    <a:pt x="381" y="0"/>
                    <a:pt x="369" y="0"/>
                  </a:cubicBezTo>
                  <a:close/>
                  <a:moveTo>
                    <a:pt x="74" y="81"/>
                  </a:moveTo>
                  <a:lnTo>
                    <a:pt x="74" y="81"/>
                  </a:lnTo>
                  <a:cubicBezTo>
                    <a:pt x="50" y="88"/>
                    <a:pt x="26" y="96"/>
                    <a:pt x="1" y="104"/>
                  </a:cubicBezTo>
                  <a:cubicBezTo>
                    <a:pt x="27" y="96"/>
                    <a:pt x="51" y="88"/>
                    <a:pt x="74" y="8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5" name="Google Shape;355;p7"/>
            <p:cNvSpPr/>
            <p:nvPr/>
          </p:nvSpPr>
          <p:spPr>
            <a:xfrm>
              <a:off x="2150640" y="2701080"/>
              <a:ext cx="64440" cy="1656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595" h="670">
                  <a:moveTo>
                    <a:pt x="2553" y="0"/>
                  </a:moveTo>
                  <a:cubicBezTo>
                    <a:pt x="1884" y="63"/>
                    <a:pt x="1235" y="251"/>
                    <a:pt x="565" y="377"/>
                  </a:cubicBezTo>
                  <a:cubicBezTo>
                    <a:pt x="377" y="482"/>
                    <a:pt x="189" y="586"/>
                    <a:pt x="0" y="670"/>
                  </a:cubicBezTo>
                  <a:cubicBezTo>
                    <a:pt x="63" y="670"/>
                    <a:pt x="147" y="649"/>
                    <a:pt x="210" y="649"/>
                  </a:cubicBezTo>
                  <a:cubicBezTo>
                    <a:pt x="1005" y="377"/>
                    <a:pt x="1758" y="84"/>
                    <a:pt x="259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6" name="Google Shape;356;p7"/>
            <p:cNvSpPr/>
            <p:nvPr/>
          </p:nvSpPr>
          <p:spPr>
            <a:xfrm>
              <a:off x="2126520" y="2713320"/>
              <a:ext cx="23040" cy="540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943" h="231">
                  <a:moveTo>
                    <a:pt x="942" y="1"/>
                  </a:moveTo>
                  <a:cubicBezTo>
                    <a:pt x="691" y="42"/>
                    <a:pt x="419" y="42"/>
                    <a:pt x="168" y="42"/>
                  </a:cubicBezTo>
                  <a:lnTo>
                    <a:pt x="64" y="63"/>
                  </a:lnTo>
                  <a:cubicBezTo>
                    <a:pt x="1" y="126"/>
                    <a:pt x="43" y="231"/>
                    <a:pt x="106" y="231"/>
                  </a:cubicBezTo>
                  <a:lnTo>
                    <a:pt x="461" y="231"/>
                  </a:lnTo>
                  <a:cubicBezTo>
                    <a:pt x="629" y="147"/>
                    <a:pt x="775" y="84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7" name="Google Shape;357;p7"/>
            <p:cNvSpPr/>
            <p:nvPr/>
          </p:nvSpPr>
          <p:spPr>
            <a:xfrm>
              <a:off x="2200680" y="2718000"/>
              <a:ext cx="22320" cy="75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905" h="312">
                  <a:moveTo>
                    <a:pt x="841" y="0"/>
                  </a:moveTo>
                  <a:cubicBezTo>
                    <a:pt x="811" y="0"/>
                    <a:pt x="710" y="29"/>
                    <a:pt x="502" y="102"/>
                  </a:cubicBezTo>
                  <a:cubicBezTo>
                    <a:pt x="335" y="165"/>
                    <a:pt x="167" y="249"/>
                    <a:pt x="0" y="312"/>
                  </a:cubicBezTo>
                  <a:lnTo>
                    <a:pt x="439" y="228"/>
                  </a:lnTo>
                  <a:cubicBezTo>
                    <a:pt x="653" y="129"/>
                    <a:pt x="904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8" name="Google Shape;358;p7"/>
            <p:cNvSpPr/>
            <p:nvPr/>
          </p:nvSpPr>
          <p:spPr>
            <a:xfrm>
              <a:off x="2223720" y="2714040"/>
              <a:ext cx="19440" cy="720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796" h="296">
                  <a:moveTo>
                    <a:pt x="687" y="1"/>
                  </a:moveTo>
                  <a:cubicBezTo>
                    <a:pt x="682" y="1"/>
                    <a:pt x="676" y="1"/>
                    <a:pt x="670" y="2"/>
                  </a:cubicBezTo>
                  <a:lnTo>
                    <a:pt x="315" y="44"/>
                  </a:lnTo>
                  <a:cubicBezTo>
                    <a:pt x="315" y="65"/>
                    <a:pt x="294" y="86"/>
                    <a:pt x="294" y="107"/>
                  </a:cubicBezTo>
                  <a:lnTo>
                    <a:pt x="1" y="295"/>
                  </a:lnTo>
                  <a:cubicBezTo>
                    <a:pt x="231" y="253"/>
                    <a:pt x="440" y="233"/>
                    <a:pt x="670" y="191"/>
                  </a:cubicBezTo>
                  <a:cubicBezTo>
                    <a:pt x="790" y="191"/>
                    <a:pt x="796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9" name="Google Shape;359;p7"/>
            <p:cNvSpPr/>
            <p:nvPr/>
          </p:nvSpPr>
          <p:spPr>
            <a:xfrm>
              <a:off x="2176920" y="2720880"/>
              <a:ext cx="21600" cy="75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880" h="315">
                  <a:moveTo>
                    <a:pt x="879" y="0"/>
                  </a:moveTo>
                  <a:cubicBezTo>
                    <a:pt x="628" y="63"/>
                    <a:pt x="377" y="105"/>
                    <a:pt x="126" y="168"/>
                  </a:cubicBezTo>
                  <a:lnTo>
                    <a:pt x="42" y="189"/>
                  </a:lnTo>
                  <a:cubicBezTo>
                    <a:pt x="1" y="231"/>
                    <a:pt x="1" y="272"/>
                    <a:pt x="42" y="314"/>
                  </a:cubicBezTo>
                  <a:cubicBezTo>
                    <a:pt x="314" y="210"/>
                    <a:pt x="586" y="105"/>
                    <a:pt x="8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0" name="Google Shape;360;p7"/>
            <p:cNvSpPr/>
            <p:nvPr/>
          </p:nvSpPr>
          <p:spPr>
            <a:xfrm>
              <a:off x="2227680" y="2733480"/>
              <a:ext cx="19440" cy="97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796" h="399">
                  <a:moveTo>
                    <a:pt x="795" y="1"/>
                  </a:moveTo>
                  <a:lnTo>
                    <a:pt x="795" y="1"/>
                  </a:lnTo>
                  <a:cubicBezTo>
                    <a:pt x="586" y="105"/>
                    <a:pt x="230" y="273"/>
                    <a:pt x="0" y="398"/>
                  </a:cubicBezTo>
                  <a:cubicBezTo>
                    <a:pt x="251" y="314"/>
                    <a:pt x="481" y="210"/>
                    <a:pt x="712" y="126"/>
                  </a:cubicBezTo>
                  <a:lnTo>
                    <a:pt x="753" y="84"/>
                  </a:lnTo>
                  <a:cubicBezTo>
                    <a:pt x="774" y="63"/>
                    <a:pt x="795" y="42"/>
                    <a:pt x="7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1" name="Google Shape;361;p7"/>
            <p:cNvSpPr/>
            <p:nvPr/>
          </p:nvSpPr>
          <p:spPr>
            <a:xfrm>
              <a:off x="2187360" y="2741400"/>
              <a:ext cx="30600" cy="100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235" h="419">
                  <a:moveTo>
                    <a:pt x="1235" y="0"/>
                  </a:moveTo>
                  <a:cubicBezTo>
                    <a:pt x="1197" y="13"/>
                    <a:pt x="1160" y="25"/>
                    <a:pt x="1123" y="37"/>
                  </a:cubicBezTo>
                  <a:lnTo>
                    <a:pt x="1123" y="37"/>
                  </a:lnTo>
                  <a:cubicBezTo>
                    <a:pt x="1144" y="30"/>
                    <a:pt x="1168" y="26"/>
                    <a:pt x="1193" y="21"/>
                  </a:cubicBezTo>
                  <a:lnTo>
                    <a:pt x="1235" y="0"/>
                  </a:lnTo>
                  <a:close/>
                  <a:moveTo>
                    <a:pt x="1123" y="37"/>
                  </a:moveTo>
                  <a:cubicBezTo>
                    <a:pt x="1114" y="39"/>
                    <a:pt x="1106" y="42"/>
                    <a:pt x="1098" y="44"/>
                  </a:cubicBezTo>
                  <a:lnTo>
                    <a:pt x="1098" y="44"/>
                  </a:lnTo>
                  <a:cubicBezTo>
                    <a:pt x="1106" y="42"/>
                    <a:pt x="1114" y="39"/>
                    <a:pt x="1123" y="37"/>
                  </a:cubicBezTo>
                  <a:close/>
                  <a:moveTo>
                    <a:pt x="1098" y="44"/>
                  </a:moveTo>
                  <a:cubicBezTo>
                    <a:pt x="771" y="145"/>
                    <a:pt x="456" y="210"/>
                    <a:pt x="126" y="210"/>
                  </a:cubicBezTo>
                  <a:cubicBezTo>
                    <a:pt x="0" y="231"/>
                    <a:pt x="0" y="419"/>
                    <a:pt x="126" y="419"/>
                  </a:cubicBezTo>
                  <a:cubicBezTo>
                    <a:pt x="272" y="419"/>
                    <a:pt x="439" y="398"/>
                    <a:pt x="586" y="377"/>
                  </a:cubicBezTo>
                  <a:cubicBezTo>
                    <a:pt x="691" y="293"/>
                    <a:pt x="816" y="231"/>
                    <a:pt x="921" y="189"/>
                  </a:cubicBezTo>
                  <a:cubicBezTo>
                    <a:pt x="966" y="113"/>
                    <a:pt x="1023" y="70"/>
                    <a:pt x="1098" y="44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2" name="Google Shape;362;p7"/>
            <p:cNvSpPr/>
            <p:nvPr/>
          </p:nvSpPr>
          <p:spPr>
            <a:xfrm>
              <a:off x="2273040" y="2736000"/>
              <a:ext cx="11160" cy="288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458" h="136">
                  <a:moveTo>
                    <a:pt x="372" y="1"/>
                  </a:moveTo>
                  <a:cubicBezTo>
                    <a:pt x="361" y="1"/>
                    <a:pt x="349" y="4"/>
                    <a:pt x="335" y="10"/>
                  </a:cubicBezTo>
                  <a:lnTo>
                    <a:pt x="1" y="136"/>
                  </a:lnTo>
                  <a:cubicBezTo>
                    <a:pt x="105" y="115"/>
                    <a:pt x="231" y="94"/>
                    <a:pt x="356" y="94"/>
                  </a:cubicBezTo>
                  <a:cubicBezTo>
                    <a:pt x="398" y="94"/>
                    <a:pt x="419" y="115"/>
                    <a:pt x="440" y="136"/>
                  </a:cubicBezTo>
                  <a:cubicBezTo>
                    <a:pt x="457" y="83"/>
                    <a:pt x="431" y="1"/>
                    <a:pt x="3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3" name="Google Shape;363;p7"/>
            <p:cNvSpPr/>
            <p:nvPr/>
          </p:nvSpPr>
          <p:spPr>
            <a:xfrm>
              <a:off x="2211120" y="2746080"/>
              <a:ext cx="56880" cy="1872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2296" h="756">
                  <a:moveTo>
                    <a:pt x="2295" y="1"/>
                  </a:moveTo>
                  <a:lnTo>
                    <a:pt x="2295" y="1"/>
                  </a:lnTo>
                  <a:cubicBezTo>
                    <a:pt x="2065" y="22"/>
                    <a:pt x="1835" y="64"/>
                    <a:pt x="1605" y="147"/>
                  </a:cubicBezTo>
                  <a:cubicBezTo>
                    <a:pt x="1207" y="294"/>
                    <a:pt x="789" y="398"/>
                    <a:pt x="391" y="482"/>
                  </a:cubicBezTo>
                  <a:lnTo>
                    <a:pt x="119" y="566"/>
                  </a:lnTo>
                  <a:cubicBezTo>
                    <a:pt x="0" y="586"/>
                    <a:pt x="32" y="756"/>
                    <a:pt x="142" y="756"/>
                  </a:cubicBezTo>
                  <a:cubicBezTo>
                    <a:pt x="148" y="756"/>
                    <a:pt x="154" y="755"/>
                    <a:pt x="161" y="754"/>
                  </a:cubicBezTo>
                  <a:cubicBezTo>
                    <a:pt x="893" y="545"/>
                    <a:pt x="1605" y="294"/>
                    <a:pt x="22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4" name="Google Shape;364;p7"/>
            <p:cNvSpPr/>
            <p:nvPr/>
          </p:nvSpPr>
          <p:spPr>
            <a:xfrm>
              <a:off x="2250360" y="2768040"/>
              <a:ext cx="14400" cy="684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587" h="294">
                  <a:moveTo>
                    <a:pt x="587" y="1"/>
                  </a:moveTo>
                  <a:lnTo>
                    <a:pt x="587" y="1"/>
                  </a:lnTo>
                  <a:cubicBezTo>
                    <a:pt x="419" y="21"/>
                    <a:pt x="273" y="63"/>
                    <a:pt x="105" y="105"/>
                  </a:cubicBezTo>
                  <a:cubicBezTo>
                    <a:pt x="22" y="147"/>
                    <a:pt x="1" y="231"/>
                    <a:pt x="64" y="293"/>
                  </a:cubicBezTo>
                  <a:cubicBezTo>
                    <a:pt x="231" y="189"/>
                    <a:pt x="419" y="84"/>
                    <a:pt x="5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5" name="Google Shape;365;p7"/>
            <p:cNvSpPr/>
            <p:nvPr/>
          </p:nvSpPr>
          <p:spPr>
            <a:xfrm>
              <a:off x="2267280" y="2755800"/>
              <a:ext cx="39240" cy="162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1583" h="660">
                  <a:moveTo>
                    <a:pt x="1449" y="0"/>
                  </a:moveTo>
                  <a:cubicBezTo>
                    <a:pt x="1434" y="0"/>
                    <a:pt x="1418" y="4"/>
                    <a:pt x="1402" y="11"/>
                  </a:cubicBezTo>
                  <a:cubicBezTo>
                    <a:pt x="1193" y="116"/>
                    <a:pt x="963" y="200"/>
                    <a:pt x="733" y="262"/>
                  </a:cubicBezTo>
                  <a:cubicBezTo>
                    <a:pt x="628" y="346"/>
                    <a:pt x="503" y="409"/>
                    <a:pt x="377" y="472"/>
                  </a:cubicBezTo>
                  <a:cubicBezTo>
                    <a:pt x="335" y="493"/>
                    <a:pt x="168" y="555"/>
                    <a:pt x="0" y="660"/>
                  </a:cubicBezTo>
                  <a:cubicBezTo>
                    <a:pt x="293" y="597"/>
                    <a:pt x="565" y="534"/>
                    <a:pt x="858" y="430"/>
                  </a:cubicBezTo>
                  <a:cubicBezTo>
                    <a:pt x="1088" y="325"/>
                    <a:pt x="1319" y="221"/>
                    <a:pt x="1549" y="137"/>
                  </a:cubicBezTo>
                  <a:cubicBezTo>
                    <a:pt x="1583" y="69"/>
                    <a:pt x="1519" y="0"/>
                    <a:pt x="144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6" name="Google Shape;366;p7"/>
            <p:cNvSpPr/>
            <p:nvPr/>
          </p:nvSpPr>
          <p:spPr>
            <a:xfrm>
              <a:off x="2315880" y="2773080"/>
              <a:ext cx="32400" cy="1224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306" h="509">
                  <a:moveTo>
                    <a:pt x="1181" y="1"/>
                  </a:moveTo>
                  <a:cubicBezTo>
                    <a:pt x="1171" y="1"/>
                    <a:pt x="1161" y="3"/>
                    <a:pt x="1151" y="7"/>
                  </a:cubicBezTo>
                  <a:cubicBezTo>
                    <a:pt x="921" y="90"/>
                    <a:pt x="691" y="153"/>
                    <a:pt x="461" y="195"/>
                  </a:cubicBezTo>
                  <a:cubicBezTo>
                    <a:pt x="314" y="321"/>
                    <a:pt x="168" y="404"/>
                    <a:pt x="0" y="509"/>
                  </a:cubicBezTo>
                  <a:cubicBezTo>
                    <a:pt x="398" y="425"/>
                    <a:pt x="795" y="321"/>
                    <a:pt x="1193" y="195"/>
                  </a:cubicBezTo>
                  <a:cubicBezTo>
                    <a:pt x="1306" y="157"/>
                    <a:pt x="1266" y="1"/>
                    <a:pt x="118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7" name="Google Shape;367;p7"/>
            <p:cNvSpPr/>
            <p:nvPr/>
          </p:nvSpPr>
          <p:spPr>
            <a:xfrm>
              <a:off x="2291400" y="2781360"/>
              <a:ext cx="23040" cy="684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943" h="294">
                  <a:moveTo>
                    <a:pt x="942" y="1"/>
                  </a:moveTo>
                  <a:cubicBezTo>
                    <a:pt x="838" y="1"/>
                    <a:pt x="733" y="22"/>
                    <a:pt x="629" y="42"/>
                  </a:cubicBezTo>
                  <a:lnTo>
                    <a:pt x="1" y="294"/>
                  </a:lnTo>
                  <a:lnTo>
                    <a:pt x="377" y="252"/>
                  </a:lnTo>
                  <a:cubicBezTo>
                    <a:pt x="566" y="189"/>
                    <a:pt x="754" y="84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8" name="Google Shape;368;p7"/>
            <p:cNvSpPr/>
            <p:nvPr/>
          </p:nvSpPr>
          <p:spPr>
            <a:xfrm>
              <a:off x="2265840" y="2784960"/>
              <a:ext cx="15840" cy="612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650" h="252">
                  <a:moveTo>
                    <a:pt x="649" y="0"/>
                  </a:moveTo>
                  <a:lnTo>
                    <a:pt x="126" y="42"/>
                  </a:lnTo>
                  <a:cubicBezTo>
                    <a:pt x="22" y="63"/>
                    <a:pt x="1" y="188"/>
                    <a:pt x="84" y="251"/>
                  </a:cubicBezTo>
                  <a:cubicBezTo>
                    <a:pt x="273" y="167"/>
                    <a:pt x="461" y="84"/>
                    <a:pt x="64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9" name="Google Shape;369;p7"/>
            <p:cNvSpPr/>
            <p:nvPr/>
          </p:nvSpPr>
          <p:spPr>
            <a:xfrm>
              <a:off x="2318400" y="2787480"/>
              <a:ext cx="33120" cy="122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340" h="503">
                  <a:moveTo>
                    <a:pt x="1340" y="1"/>
                  </a:moveTo>
                  <a:lnTo>
                    <a:pt x="1340" y="1"/>
                  </a:lnTo>
                  <a:cubicBezTo>
                    <a:pt x="1194" y="43"/>
                    <a:pt x="1068" y="84"/>
                    <a:pt x="942" y="105"/>
                  </a:cubicBezTo>
                  <a:cubicBezTo>
                    <a:pt x="754" y="168"/>
                    <a:pt x="566" y="252"/>
                    <a:pt x="357" y="335"/>
                  </a:cubicBezTo>
                  <a:lnTo>
                    <a:pt x="1" y="503"/>
                  </a:lnTo>
                  <a:cubicBezTo>
                    <a:pt x="440" y="419"/>
                    <a:pt x="859" y="335"/>
                    <a:pt x="1298" y="210"/>
                  </a:cubicBezTo>
                  <a:cubicBezTo>
                    <a:pt x="1298" y="147"/>
                    <a:pt x="1319" y="84"/>
                    <a:pt x="134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0" name="Google Shape;370;p7"/>
            <p:cNvSpPr/>
            <p:nvPr/>
          </p:nvSpPr>
          <p:spPr>
            <a:xfrm>
              <a:off x="2287800" y="2795400"/>
              <a:ext cx="28440" cy="972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1152" h="399">
                  <a:moveTo>
                    <a:pt x="1151" y="1"/>
                  </a:moveTo>
                  <a:lnTo>
                    <a:pt x="1151" y="1"/>
                  </a:lnTo>
                  <a:cubicBezTo>
                    <a:pt x="795" y="84"/>
                    <a:pt x="440" y="147"/>
                    <a:pt x="84" y="252"/>
                  </a:cubicBezTo>
                  <a:cubicBezTo>
                    <a:pt x="21" y="273"/>
                    <a:pt x="0" y="335"/>
                    <a:pt x="42" y="398"/>
                  </a:cubicBezTo>
                  <a:cubicBezTo>
                    <a:pt x="210" y="356"/>
                    <a:pt x="356" y="314"/>
                    <a:pt x="503" y="273"/>
                  </a:cubicBezTo>
                  <a:cubicBezTo>
                    <a:pt x="733" y="189"/>
                    <a:pt x="942" y="84"/>
                    <a:pt x="11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1" name="Google Shape;371;p7"/>
            <p:cNvSpPr/>
            <p:nvPr/>
          </p:nvSpPr>
          <p:spPr>
            <a:xfrm>
              <a:off x="2306520" y="2813760"/>
              <a:ext cx="9360" cy="540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392" h="233">
                  <a:moveTo>
                    <a:pt x="391" y="1"/>
                  </a:moveTo>
                  <a:lnTo>
                    <a:pt x="119" y="43"/>
                  </a:lnTo>
                  <a:cubicBezTo>
                    <a:pt x="0" y="63"/>
                    <a:pt x="50" y="233"/>
                    <a:pt x="145" y="233"/>
                  </a:cubicBezTo>
                  <a:cubicBezTo>
                    <a:pt x="150" y="233"/>
                    <a:pt x="156" y="232"/>
                    <a:pt x="161" y="231"/>
                  </a:cubicBezTo>
                  <a:lnTo>
                    <a:pt x="328" y="210"/>
                  </a:lnTo>
                  <a:cubicBezTo>
                    <a:pt x="307" y="168"/>
                    <a:pt x="307" y="106"/>
                    <a:pt x="328" y="64"/>
                  </a:cubicBezTo>
                  <a:cubicBezTo>
                    <a:pt x="349" y="43"/>
                    <a:pt x="370" y="22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2" name="Google Shape;372;p7"/>
            <p:cNvSpPr/>
            <p:nvPr/>
          </p:nvSpPr>
          <p:spPr>
            <a:xfrm>
              <a:off x="2329920" y="2808000"/>
              <a:ext cx="50400" cy="90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030" h="373">
                  <a:moveTo>
                    <a:pt x="1998" y="1"/>
                  </a:moveTo>
                  <a:cubicBezTo>
                    <a:pt x="1988" y="1"/>
                    <a:pt x="1977" y="6"/>
                    <a:pt x="1967" y="17"/>
                  </a:cubicBezTo>
                  <a:cubicBezTo>
                    <a:pt x="1590" y="100"/>
                    <a:pt x="1193" y="142"/>
                    <a:pt x="795" y="163"/>
                  </a:cubicBezTo>
                  <a:cubicBezTo>
                    <a:pt x="544" y="247"/>
                    <a:pt x="272" y="310"/>
                    <a:pt x="0" y="372"/>
                  </a:cubicBezTo>
                  <a:cubicBezTo>
                    <a:pt x="523" y="351"/>
                    <a:pt x="1046" y="351"/>
                    <a:pt x="1569" y="289"/>
                  </a:cubicBezTo>
                  <a:cubicBezTo>
                    <a:pt x="1653" y="226"/>
                    <a:pt x="1862" y="121"/>
                    <a:pt x="2030" y="17"/>
                  </a:cubicBezTo>
                  <a:cubicBezTo>
                    <a:pt x="2019" y="6"/>
                    <a:pt x="2009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3" name="Google Shape;373;p7"/>
            <p:cNvSpPr/>
            <p:nvPr/>
          </p:nvSpPr>
          <p:spPr>
            <a:xfrm>
              <a:off x="2346840" y="2834640"/>
              <a:ext cx="9000" cy="18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378" h="90">
                  <a:moveTo>
                    <a:pt x="1" y="1"/>
                  </a:moveTo>
                  <a:cubicBezTo>
                    <a:pt x="18" y="52"/>
                    <a:pt x="49" y="90"/>
                    <a:pt x="95" y="90"/>
                  </a:cubicBezTo>
                  <a:cubicBezTo>
                    <a:pt x="105" y="90"/>
                    <a:pt x="115" y="88"/>
                    <a:pt x="126" y="85"/>
                  </a:cubicBezTo>
                  <a:lnTo>
                    <a:pt x="377" y="43"/>
                  </a:lnTo>
                  <a:cubicBezTo>
                    <a:pt x="252" y="43"/>
                    <a:pt x="126" y="2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4" name="Google Shape;374;p7"/>
            <p:cNvSpPr/>
            <p:nvPr/>
          </p:nvSpPr>
          <p:spPr>
            <a:xfrm>
              <a:off x="2414880" y="282456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85" h="64">
                  <a:moveTo>
                    <a:pt x="85" y="0"/>
                  </a:moveTo>
                  <a:lnTo>
                    <a:pt x="1" y="63"/>
                  </a:lnTo>
                  <a:cubicBezTo>
                    <a:pt x="43" y="63"/>
                    <a:pt x="85" y="21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5" name="Google Shape;375;p7"/>
            <p:cNvSpPr/>
            <p:nvPr/>
          </p:nvSpPr>
          <p:spPr>
            <a:xfrm>
              <a:off x="2366280" y="2826720"/>
              <a:ext cx="7560" cy="108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315" h="64">
                  <a:moveTo>
                    <a:pt x="315" y="1"/>
                  </a:moveTo>
                  <a:lnTo>
                    <a:pt x="1" y="64"/>
                  </a:lnTo>
                  <a:cubicBezTo>
                    <a:pt x="106" y="64"/>
                    <a:pt x="210" y="43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6" name="Google Shape;376;p7"/>
            <p:cNvSpPr/>
            <p:nvPr/>
          </p:nvSpPr>
          <p:spPr>
            <a:xfrm>
              <a:off x="2376000" y="2820960"/>
              <a:ext cx="37440" cy="97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1507" h="399">
                  <a:moveTo>
                    <a:pt x="1507" y="1"/>
                  </a:moveTo>
                  <a:lnTo>
                    <a:pt x="1507" y="1"/>
                  </a:lnTo>
                  <a:cubicBezTo>
                    <a:pt x="1277" y="22"/>
                    <a:pt x="1026" y="43"/>
                    <a:pt x="796" y="64"/>
                  </a:cubicBezTo>
                  <a:lnTo>
                    <a:pt x="607" y="147"/>
                  </a:lnTo>
                  <a:cubicBezTo>
                    <a:pt x="398" y="231"/>
                    <a:pt x="189" y="336"/>
                    <a:pt x="0" y="398"/>
                  </a:cubicBezTo>
                  <a:cubicBezTo>
                    <a:pt x="377" y="315"/>
                    <a:pt x="754" y="252"/>
                    <a:pt x="1130" y="210"/>
                  </a:cubicBezTo>
                  <a:cubicBezTo>
                    <a:pt x="1256" y="168"/>
                    <a:pt x="1360" y="105"/>
                    <a:pt x="1465" y="43"/>
                  </a:cubicBezTo>
                  <a:lnTo>
                    <a:pt x="1507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7" name="Google Shape;377;p7"/>
            <p:cNvSpPr/>
            <p:nvPr/>
          </p:nvSpPr>
          <p:spPr>
            <a:xfrm>
              <a:off x="2395440" y="2845440"/>
              <a:ext cx="21600" cy="64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880" h="273">
                  <a:moveTo>
                    <a:pt x="879" y="0"/>
                  </a:moveTo>
                  <a:lnTo>
                    <a:pt x="586" y="21"/>
                  </a:lnTo>
                  <a:cubicBezTo>
                    <a:pt x="398" y="105"/>
                    <a:pt x="189" y="168"/>
                    <a:pt x="1" y="209"/>
                  </a:cubicBezTo>
                  <a:cubicBezTo>
                    <a:pt x="1" y="251"/>
                    <a:pt x="42" y="272"/>
                    <a:pt x="84" y="272"/>
                  </a:cubicBezTo>
                  <a:lnTo>
                    <a:pt x="273" y="251"/>
                  </a:lnTo>
                  <a:cubicBezTo>
                    <a:pt x="398" y="189"/>
                    <a:pt x="545" y="147"/>
                    <a:pt x="670" y="105"/>
                  </a:cubicBezTo>
                  <a:cubicBezTo>
                    <a:pt x="754" y="63"/>
                    <a:pt x="817" y="42"/>
                    <a:pt x="8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8" name="Google Shape;378;p7"/>
            <p:cNvSpPr/>
            <p:nvPr/>
          </p:nvSpPr>
          <p:spPr>
            <a:xfrm>
              <a:off x="2418840" y="2842920"/>
              <a:ext cx="46080" cy="756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863" h="315">
                  <a:moveTo>
                    <a:pt x="1758" y="1"/>
                  </a:moveTo>
                  <a:cubicBezTo>
                    <a:pt x="1339" y="42"/>
                    <a:pt x="921" y="63"/>
                    <a:pt x="502" y="84"/>
                  </a:cubicBezTo>
                  <a:cubicBezTo>
                    <a:pt x="335" y="168"/>
                    <a:pt x="168" y="252"/>
                    <a:pt x="0" y="314"/>
                  </a:cubicBezTo>
                  <a:lnTo>
                    <a:pt x="1025" y="252"/>
                  </a:lnTo>
                  <a:cubicBezTo>
                    <a:pt x="1277" y="189"/>
                    <a:pt x="1549" y="126"/>
                    <a:pt x="1821" y="84"/>
                  </a:cubicBezTo>
                  <a:lnTo>
                    <a:pt x="1841" y="84"/>
                  </a:lnTo>
                  <a:cubicBezTo>
                    <a:pt x="1862" y="42"/>
                    <a:pt x="1800" y="1"/>
                    <a:pt x="175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9" name="Google Shape;379;p7"/>
            <p:cNvSpPr/>
            <p:nvPr/>
          </p:nvSpPr>
          <p:spPr>
            <a:xfrm>
              <a:off x="2469600" y="2863800"/>
              <a:ext cx="6120" cy="216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252" h="106">
                  <a:moveTo>
                    <a:pt x="252" y="1"/>
                  </a:moveTo>
                  <a:cubicBezTo>
                    <a:pt x="168" y="42"/>
                    <a:pt x="84" y="84"/>
                    <a:pt x="1" y="105"/>
                  </a:cubicBezTo>
                  <a:lnTo>
                    <a:pt x="1" y="105"/>
                  </a:lnTo>
                  <a:cubicBezTo>
                    <a:pt x="84" y="84"/>
                    <a:pt x="168" y="42"/>
                    <a:pt x="25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0" name="Google Shape;380;p7"/>
            <p:cNvSpPr/>
            <p:nvPr/>
          </p:nvSpPr>
          <p:spPr>
            <a:xfrm>
              <a:off x="2433600" y="2854080"/>
              <a:ext cx="81720" cy="1476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3286" h="607">
                  <a:moveTo>
                    <a:pt x="3160" y="0"/>
                  </a:moveTo>
                  <a:cubicBezTo>
                    <a:pt x="2762" y="109"/>
                    <a:pt x="2364" y="195"/>
                    <a:pt x="1964" y="257"/>
                  </a:cubicBezTo>
                  <a:lnTo>
                    <a:pt x="1964" y="257"/>
                  </a:lnTo>
                  <a:cubicBezTo>
                    <a:pt x="1952" y="253"/>
                    <a:pt x="1939" y="251"/>
                    <a:pt x="1925" y="251"/>
                  </a:cubicBezTo>
                  <a:cubicBezTo>
                    <a:pt x="1836" y="267"/>
                    <a:pt x="1747" y="283"/>
                    <a:pt x="1659" y="300"/>
                  </a:cubicBezTo>
                  <a:lnTo>
                    <a:pt x="1659" y="300"/>
                  </a:lnTo>
                  <a:cubicBezTo>
                    <a:pt x="1761" y="287"/>
                    <a:pt x="1863" y="273"/>
                    <a:pt x="1964" y="257"/>
                  </a:cubicBezTo>
                  <a:lnTo>
                    <a:pt x="1964" y="257"/>
                  </a:lnTo>
                  <a:cubicBezTo>
                    <a:pt x="2041" y="283"/>
                    <a:pt x="2077" y="380"/>
                    <a:pt x="1994" y="435"/>
                  </a:cubicBezTo>
                  <a:lnTo>
                    <a:pt x="1994" y="435"/>
                  </a:lnTo>
                  <a:cubicBezTo>
                    <a:pt x="2404" y="373"/>
                    <a:pt x="2813" y="290"/>
                    <a:pt x="3201" y="167"/>
                  </a:cubicBezTo>
                  <a:cubicBezTo>
                    <a:pt x="3285" y="126"/>
                    <a:pt x="3243" y="0"/>
                    <a:pt x="3160" y="0"/>
                  </a:cubicBezTo>
                  <a:close/>
                  <a:moveTo>
                    <a:pt x="1994" y="435"/>
                  </a:moveTo>
                  <a:cubicBezTo>
                    <a:pt x="1985" y="437"/>
                    <a:pt x="1976" y="438"/>
                    <a:pt x="1967" y="439"/>
                  </a:cubicBezTo>
                  <a:lnTo>
                    <a:pt x="1988" y="439"/>
                  </a:lnTo>
                  <a:cubicBezTo>
                    <a:pt x="1990" y="438"/>
                    <a:pt x="1992" y="437"/>
                    <a:pt x="1994" y="435"/>
                  </a:cubicBezTo>
                  <a:close/>
                  <a:moveTo>
                    <a:pt x="1659" y="300"/>
                  </a:moveTo>
                  <a:cubicBezTo>
                    <a:pt x="1318" y="343"/>
                    <a:pt x="974" y="368"/>
                    <a:pt x="628" y="377"/>
                  </a:cubicBezTo>
                  <a:cubicBezTo>
                    <a:pt x="481" y="439"/>
                    <a:pt x="335" y="502"/>
                    <a:pt x="167" y="565"/>
                  </a:cubicBezTo>
                  <a:lnTo>
                    <a:pt x="0" y="607"/>
                  </a:lnTo>
                  <a:lnTo>
                    <a:pt x="523" y="586"/>
                  </a:lnTo>
                  <a:cubicBezTo>
                    <a:pt x="898" y="467"/>
                    <a:pt x="1273" y="375"/>
                    <a:pt x="1659" y="30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1" name="Google Shape;381;p7"/>
            <p:cNvSpPr/>
            <p:nvPr/>
          </p:nvSpPr>
          <p:spPr>
            <a:xfrm>
              <a:off x="2428200" y="2864520"/>
              <a:ext cx="4320" cy="1080"/>
            </a:xfrm>
            <a:custGeom>
              <a:avLst/>
              <a:gdLst>
                <a:gd name="textAreaLeft" fmla="*/ 0 w 4320"/>
                <a:gd name="textAreaRight" fmla="*/ 4680 w 43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90" h="64">
                  <a:moveTo>
                    <a:pt x="85" y="0"/>
                  </a:moveTo>
                  <a:cubicBezTo>
                    <a:pt x="43" y="0"/>
                    <a:pt x="22" y="21"/>
                    <a:pt x="1" y="63"/>
                  </a:cubicBezTo>
                  <a:lnTo>
                    <a:pt x="43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2" name="Google Shape;382;p7"/>
            <p:cNvSpPr/>
            <p:nvPr/>
          </p:nvSpPr>
          <p:spPr>
            <a:xfrm>
              <a:off x="2382480" y="2823480"/>
              <a:ext cx="89640" cy="2196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3600" h="888">
                  <a:moveTo>
                    <a:pt x="3474" y="0"/>
                  </a:moveTo>
                  <a:cubicBezTo>
                    <a:pt x="2407" y="21"/>
                    <a:pt x="1382" y="335"/>
                    <a:pt x="377" y="607"/>
                  </a:cubicBezTo>
                  <a:cubicBezTo>
                    <a:pt x="252" y="670"/>
                    <a:pt x="105" y="775"/>
                    <a:pt x="1" y="837"/>
                  </a:cubicBezTo>
                  <a:cubicBezTo>
                    <a:pt x="16" y="868"/>
                    <a:pt x="42" y="887"/>
                    <a:pt x="72" y="887"/>
                  </a:cubicBezTo>
                  <a:cubicBezTo>
                    <a:pt x="83" y="887"/>
                    <a:pt x="94" y="885"/>
                    <a:pt x="105" y="879"/>
                  </a:cubicBezTo>
                  <a:cubicBezTo>
                    <a:pt x="733" y="733"/>
                    <a:pt x="1340" y="544"/>
                    <a:pt x="1946" y="398"/>
                  </a:cubicBezTo>
                  <a:cubicBezTo>
                    <a:pt x="2114" y="356"/>
                    <a:pt x="2260" y="293"/>
                    <a:pt x="2407" y="252"/>
                  </a:cubicBezTo>
                  <a:cubicBezTo>
                    <a:pt x="2449" y="252"/>
                    <a:pt x="2490" y="252"/>
                    <a:pt x="2511" y="293"/>
                  </a:cubicBezTo>
                  <a:cubicBezTo>
                    <a:pt x="2825" y="231"/>
                    <a:pt x="3160" y="189"/>
                    <a:pt x="3474" y="189"/>
                  </a:cubicBezTo>
                  <a:cubicBezTo>
                    <a:pt x="3599" y="168"/>
                    <a:pt x="3599" y="0"/>
                    <a:pt x="34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3" name="Google Shape;383;p7"/>
            <p:cNvSpPr/>
            <p:nvPr/>
          </p:nvSpPr>
          <p:spPr>
            <a:xfrm>
              <a:off x="2459880" y="2877840"/>
              <a:ext cx="55440" cy="1080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237" h="443">
                  <a:moveTo>
                    <a:pt x="2215" y="1"/>
                  </a:moveTo>
                  <a:cubicBezTo>
                    <a:pt x="2212" y="2"/>
                    <a:pt x="2208" y="4"/>
                    <a:pt x="2204" y="5"/>
                  </a:cubicBezTo>
                  <a:lnTo>
                    <a:pt x="2204" y="5"/>
                  </a:lnTo>
                  <a:cubicBezTo>
                    <a:pt x="2215" y="4"/>
                    <a:pt x="2226" y="2"/>
                    <a:pt x="2236" y="1"/>
                  </a:cubicBezTo>
                  <a:close/>
                  <a:moveTo>
                    <a:pt x="2204" y="5"/>
                  </a:moveTo>
                  <a:cubicBezTo>
                    <a:pt x="1525" y="108"/>
                    <a:pt x="865" y="190"/>
                    <a:pt x="186" y="252"/>
                  </a:cubicBezTo>
                  <a:lnTo>
                    <a:pt x="39" y="293"/>
                  </a:lnTo>
                  <a:cubicBezTo>
                    <a:pt x="1" y="351"/>
                    <a:pt x="32" y="443"/>
                    <a:pt x="102" y="443"/>
                  </a:cubicBezTo>
                  <a:cubicBezTo>
                    <a:pt x="108" y="443"/>
                    <a:pt x="115" y="442"/>
                    <a:pt x="123" y="440"/>
                  </a:cubicBezTo>
                  <a:cubicBezTo>
                    <a:pt x="625" y="398"/>
                    <a:pt x="1127" y="335"/>
                    <a:pt x="1629" y="273"/>
                  </a:cubicBezTo>
                  <a:cubicBezTo>
                    <a:pt x="1835" y="190"/>
                    <a:pt x="2020" y="88"/>
                    <a:pt x="2204" y="5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4" name="Google Shape;384;p7"/>
            <p:cNvSpPr/>
            <p:nvPr/>
          </p:nvSpPr>
          <p:spPr>
            <a:xfrm>
              <a:off x="2519280" y="2873160"/>
              <a:ext cx="24120" cy="684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984" h="294">
                  <a:moveTo>
                    <a:pt x="858" y="0"/>
                  </a:moveTo>
                  <a:lnTo>
                    <a:pt x="398" y="84"/>
                  </a:lnTo>
                  <a:cubicBezTo>
                    <a:pt x="273" y="168"/>
                    <a:pt x="147" y="230"/>
                    <a:pt x="1" y="293"/>
                  </a:cubicBezTo>
                  <a:cubicBezTo>
                    <a:pt x="314" y="209"/>
                    <a:pt x="649" y="126"/>
                    <a:pt x="984" y="105"/>
                  </a:cubicBezTo>
                  <a:cubicBezTo>
                    <a:pt x="963" y="42"/>
                    <a:pt x="921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5" name="Google Shape;385;p7"/>
            <p:cNvSpPr/>
            <p:nvPr/>
          </p:nvSpPr>
          <p:spPr>
            <a:xfrm>
              <a:off x="2516400" y="28972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85" h="22">
                  <a:moveTo>
                    <a:pt x="43" y="1"/>
                  </a:moveTo>
                  <a:cubicBezTo>
                    <a:pt x="22" y="1"/>
                    <a:pt x="1" y="1"/>
                    <a:pt x="1" y="22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6" name="Google Shape;386;p7"/>
            <p:cNvSpPr/>
            <p:nvPr/>
          </p:nvSpPr>
          <p:spPr>
            <a:xfrm>
              <a:off x="2562840" y="2892240"/>
              <a:ext cx="8640" cy="216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356" h="106">
                  <a:moveTo>
                    <a:pt x="356" y="0"/>
                  </a:moveTo>
                  <a:lnTo>
                    <a:pt x="168" y="42"/>
                  </a:lnTo>
                  <a:lnTo>
                    <a:pt x="0" y="105"/>
                  </a:lnTo>
                  <a:lnTo>
                    <a:pt x="272" y="63"/>
                  </a:lnTo>
                  <a:cubicBezTo>
                    <a:pt x="314" y="42"/>
                    <a:pt x="335" y="21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7" name="Google Shape;387;p7"/>
            <p:cNvSpPr/>
            <p:nvPr/>
          </p:nvSpPr>
          <p:spPr>
            <a:xfrm>
              <a:off x="2532960" y="2891160"/>
              <a:ext cx="21240" cy="540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859" h="231">
                  <a:moveTo>
                    <a:pt x="858" y="1"/>
                  </a:moveTo>
                  <a:lnTo>
                    <a:pt x="335" y="105"/>
                  </a:lnTo>
                  <a:cubicBezTo>
                    <a:pt x="210" y="147"/>
                    <a:pt x="105" y="189"/>
                    <a:pt x="1" y="231"/>
                  </a:cubicBezTo>
                  <a:cubicBezTo>
                    <a:pt x="273" y="147"/>
                    <a:pt x="565" y="63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8" name="Google Shape;388;p7"/>
            <p:cNvSpPr/>
            <p:nvPr/>
          </p:nvSpPr>
          <p:spPr>
            <a:xfrm>
              <a:off x="2548080" y="2897280"/>
              <a:ext cx="57240" cy="1908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311" h="781">
                  <a:moveTo>
                    <a:pt x="2175" y="1"/>
                  </a:moveTo>
                  <a:cubicBezTo>
                    <a:pt x="2162" y="1"/>
                    <a:pt x="2149" y="3"/>
                    <a:pt x="2135" y="7"/>
                  </a:cubicBezTo>
                  <a:cubicBezTo>
                    <a:pt x="1632" y="174"/>
                    <a:pt x="1130" y="300"/>
                    <a:pt x="607" y="425"/>
                  </a:cubicBezTo>
                  <a:cubicBezTo>
                    <a:pt x="419" y="551"/>
                    <a:pt x="210" y="676"/>
                    <a:pt x="0" y="781"/>
                  </a:cubicBezTo>
                  <a:cubicBezTo>
                    <a:pt x="733" y="613"/>
                    <a:pt x="1465" y="425"/>
                    <a:pt x="2197" y="195"/>
                  </a:cubicBezTo>
                  <a:cubicBezTo>
                    <a:pt x="2310" y="157"/>
                    <a:pt x="2288" y="1"/>
                    <a:pt x="21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9" name="Google Shape;389;p7"/>
            <p:cNvSpPr/>
            <p:nvPr/>
          </p:nvSpPr>
          <p:spPr>
            <a:xfrm>
              <a:off x="2607120" y="2910240"/>
              <a:ext cx="18000" cy="396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734" h="169">
                  <a:moveTo>
                    <a:pt x="649" y="1"/>
                  </a:moveTo>
                  <a:lnTo>
                    <a:pt x="105" y="105"/>
                  </a:lnTo>
                  <a:lnTo>
                    <a:pt x="1" y="168"/>
                  </a:lnTo>
                  <a:cubicBezTo>
                    <a:pt x="252" y="105"/>
                    <a:pt x="503" y="64"/>
                    <a:pt x="733" y="43"/>
                  </a:cubicBezTo>
                  <a:cubicBezTo>
                    <a:pt x="712" y="1"/>
                    <a:pt x="69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0" name="Google Shape;390;p7"/>
            <p:cNvSpPr/>
            <p:nvPr/>
          </p:nvSpPr>
          <p:spPr>
            <a:xfrm>
              <a:off x="2555280" y="2916000"/>
              <a:ext cx="39240" cy="1188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1585" h="484">
                  <a:moveTo>
                    <a:pt x="1585" y="1"/>
                  </a:moveTo>
                  <a:lnTo>
                    <a:pt x="120" y="294"/>
                  </a:lnTo>
                  <a:cubicBezTo>
                    <a:pt x="1" y="314"/>
                    <a:pt x="51" y="484"/>
                    <a:pt x="146" y="484"/>
                  </a:cubicBezTo>
                  <a:cubicBezTo>
                    <a:pt x="151" y="484"/>
                    <a:pt x="156" y="483"/>
                    <a:pt x="162" y="482"/>
                  </a:cubicBezTo>
                  <a:lnTo>
                    <a:pt x="685" y="378"/>
                  </a:lnTo>
                  <a:cubicBezTo>
                    <a:pt x="957" y="294"/>
                    <a:pt x="1250" y="168"/>
                    <a:pt x="1501" y="43"/>
                  </a:cubicBezTo>
                  <a:lnTo>
                    <a:pt x="158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1" name="Google Shape;391;p7"/>
            <p:cNvSpPr/>
            <p:nvPr/>
          </p:nvSpPr>
          <p:spPr>
            <a:xfrm>
              <a:off x="2590920" y="2919960"/>
              <a:ext cx="58320" cy="1908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344" h="775">
                  <a:moveTo>
                    <a:pt x="2344" y="0"/>
                  </a:moveTo>
                  <a:lnTo>
                    <a:pt x="1172" y="293"/>
                  </a:lnTo>
                  <a:cubicBezTo>
                    <a:pt x="795" y="440"/>
                    <a:pt x="398" y="607"/>
                    <a:pt x="0" y="775"/>
                  </a:cubicBezTo>
                  <a:cubicBezTo>
                    <a:pt x="607" y="628"/>
                    <a:pt x="1214" y="482"/>
                    <a:pt x="1799" y="335"/>
                  </a:cubicBezTo>
                  <a:cubicBezTo>
                    <a:pt x="1988" y="231"/>
                    <a:pt x="2260" y="63"/>
                    <a:pt x="234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2" name="Google Shape;392;p7"/>
            <p:cNvSpPr/>
            <p:nvPr/>
          </p:nvSpPr>
          <p:spPr>
            <a:xfrm>
              <a:off x="2563920" y="2935440"/>
              <a:ext cx="19800" cy="75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811" h="316">
                  <a:moveTo>
                    <a:pt x="810" y="0"/>
                  </a:moveTo>
                  <a:cubicBezTo>
                    <a:pt x="580" y="42"/>
                    <a:pt x="350" y="84"/>
                    <a:pt x="120" y="126"/>
                  </a:cubicBezTo>
                  <a:cubicBezTo>
                    <a:pt x="1" y="145"/>
                    <a:pt x="32" y="316"/>
                    <a:pt x="142" y="316"/>
                  </a:cubicBezTo>
                  <a:cubicBezTo>
                    <a:pt x="148" y="316"/>
                    <a:pt x="155" y="315"/>
                    <a:pt x="161" y="314"/>
                  </a:cubicBezTo>
                  <a:cubicBezTo>
                    <a:pt x="266" y="314"/>
                    <a:pt x="371" y="272"/>
                    <a:pt x="496" y="251"/>
                  </a:cubicBezTo>
                  <a:cubicBezTo>
                    <a:pt x="475" y="209"/>
                    <a:pt x="475" y="167"/>
                    <a:pt x="517" y="147"/>
                  </a:cubicBezTo>
                  <a:cubicBezTo>
                    <a:pt x="622" y="84"/>
                    <a:pt x="726" y="42"/>
                    <a:pt x="8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3" name="Google Shape;393;p7"/>
            <p:cNvSpPr/>
            <p:nvPr/>
          </p:nvSpPr>
          <p:spPr>
            <a:xfrm>
              <a:off x="2653920" y="29235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2" h="1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4" name="Google Shape;394;p7"/>
            <p:cNvSpPr/>
            <p:nvPr/>
          </p:nvSpPr>
          <p:spPr>
            <a:xfrm>
              <a:off x="2652840" y="2921400"/>
              <a:ext cx="22320" cy="46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900" h="196">
                  <a:moveTo>
                    <a:pt x="643" y="1"/>
                  </a:moveTo>
                  <a:cubicBezTo>
                    <a:pt x="430" y="1"/>
                    <a:pt x="208" y="41"/>
                    <a:pt x="0" y="111"/>
                  </a:cubicBezTo>
                  <a:cubicBezTo>
                    <a:pt x="230" y="69"/>
                    <a:pt x="460" y="27"/>
                    <a:pt x="691" y="6"/>
                  </a:cubicBezTo>
                  <a:cubicBezTo>
                    <a:pt x="774" y="6"/>
                    <a:pt x="816" y="69"/>
                    <a:pt x="774" y="153"/>
                  </a:cubicBezTo>
                  <a:cubicBezTo>
                    <a:pt x="774" y="174"/>
                    <a:pt x="753" y="174"/>
                    <a:pt x="732" y="194"/>
                  </a:cubicBezTo>
                  <a:lnTo>
                    <a:pt x="774" y="194"/>
                  </a:lnTo>
                  <a:cubicBezTo>
                    <a:pt x="780" y="195"/>
                    <a:pt x="786" y="196"/>
                    <a:pt x="791" y="196"/>
                  </a:cubicBezTo>
                  <a:cubicBezTo>
                    <a:pt x="899" y="196"/>
                    <a:pt x="894" y="6"/>
                    <a:pt x="774" y="6"/>
                  </a:cubicBezTo>
                  <a:cubicBezTo>
                    <a:pt x="731" y="3"/>
                    <a:pt x="687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5" name="Google Shape;395;p7"/>
            <p:cNvSpPr/>
            <p:nvPr/>
          </p:nvSpPr>
          <p:spPr>
            <a:xfrm>
              <a:off x="2612880" y="2929320"/>
              <a:ext cx="37080" cy="20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497" h="826">
                  <a:moveTo>
                    <a:pt x="1347" y="0"/>
                  </a:moveTo>
                  <a:cubicBezTo>
                    <a:pt x="1312" y="0"/>
                    <a:pt x="1277" y="7"/>
                    <a:pt x="1245" y="23"/>
                  </a:cubicBezTo>
                  <a:lnTo>
                    <a:pt x="1036" y="128"/>
                  </a:lnTo>
                  <a:cubicBezTo>
                    <a:pt x="848" y="232"/>
                    <a:pt x="659" y="316"/>
                    <a:pt x="471" y="400"/>
                  </a:cubicBezTo>
                  <a:cubicBezTo>
                    <a:pt x="325" y="504"/>
                    <a:pt x="199" y="567"/>
                    <a:pt x="74" y="651"/>
                  </a:cubicBezTo>
                  <a:cubicBezTo>
                    <a:pt x="0" y="706"/>
                    <a:pt x="40" y="825"/>
                    <a:pt x="121" y="825"/>
                  </a:cubicBezTo>
                  <a:cubicBezTo>
                    <a:pt x="132" y="825"/>
                    <a:pt x="145" y="823"/>
                    <a:pt x="157" y="818"/>
                  </a:cubicBezTo>
                  <a:cubicBezTo>
                    <a:pt x="597" y="525"/>
                    <a:pt x="1036" y="274"/>
                    <a:pt x="1496" y="44"/>
                  </a:cubicBezTo>
                  <a:cubicBezTo>
                    <a:pt x="1458" y="18"/>
                    <a:pt x="1403" y="0"/>
                    <a:pt x="13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6" name="Google Shape;396;p7"/>
            <p:cNvSpPr/>
            <p:nvPr/>
          </p:nvSpPr>
          <p:spPr>
            <a:xfrm>
              <a:off x="1932480" y="2836080"/>
              <a:ext cx="536760" cy="360000"/>
            </a:xfrm>
            <a:custGeom>
              <a:avLst/>
              <a:gdLst>
                <a:gd name="textAreaLeft" fmla="*/ 0 w 536760"/>
                <a:gd name="textAreaRight" fmla="*/ 537120 w 536760"/>
                <a:gd name="textAreaTop" fmla="*/ 0 h 360000"/>
                <a:gd name="textAreaBottom" fmla="*/ 360360 h 360000"/>
              </a:gdLst>
              <a:ahLst/>
              <a:cxnLst/>
              <a:rect l="textAreaLeft" t="textAreaTop" r="textAreaRight" b="textAreaBottom"/>
              <a:pathLst>
                <a:path w="21487" h="14409">
                  <a:moveTo>
                    <a:pt x="11814" y="6778"/>
                  </a:moveTo>
                  <a:cubicBezTo>
                    <a:pt x="11815" y="6778"/>
                    <a:pt x="11816" y="6780"/>
                    <a:pt x="11818" y="6784"/>
                  </a:cubicBezTo>
                  <a:cubicBezTo>
                    <a:pt x="11860" y="6909"/>
                    <a:pt x="11902" y="7035"/>
                    <a:pt x="11923" y="7140"/>
                  </a:cubicBezTo>
                  <a:cubicBezTo>
                    <a:pt x="11866" y="6950"/>
                    <a:pt x="11809" y="6778"/>
                    <a:pt x="11814" y="6778"/>
                  </a:cubicBezTo>
                  <a:close/>
                  <a:moveTo>
                    <a:pt x="215" y="1"/>
                  </a:moveTo>
                  <a:cubicBezTo>
                    <a:pt x="143" y="1"/>
                    <a:pt x="83" y="57"/>
                    <a:pt x="101" y="130"/>
                  </a:cubicBezTo>
                  <a:lnTo>
                    <a:pt x="164" y="360"/>
                  </a:lnTo>
                  <a:cubicBezTo>
                    <a:pt x="150" y="351"/>
                    <a:pt x="134" y="347"/>
                    <a:pt x="118" y="347"/>
                  </a:cubicBezTo>
                  <a:cubicBezTo>
                    <a:pt x="61" y="347"/>
                    <a:pt x="1" y="400"/>
                    <a:pt x="17" y="465"/>
                  </a:cubicBezTo>
                  <a:cubicBezTo>
                    <a:pt x="289" y="1218"/>
                    <a:pt x="561" y="1951"/>
                    <a:pt x="812" y="2704"/>
                  </a:cubicBezTo>
                  <a:lnTo>
                    <a:pt x="896" y="2913"/>
                  </a:lnTo>
                  <a:cubicBezTo>
                    <a:pt x="913" y="2955"/>
                    <a:pt x="947" y="2974"/>
                    <a:pt x="981" y="2974"/>
                  </a:cubicBezTo>
                  <a:cubicBezTo>
                    <a:pt x="1032" y="2974"/>
                    <a:pt x="1084" y="2934"/>
                    <a:pt x="1084" y="2871"/>
                  </a:cubicBezTo>
                  <a:cubicBezTo>
                    <a:pt x="1147" y="2955"/>
                    <a:pt x="1210" y="3039"/>
                    <a:pt x="1273" y="3122"/>
                  </a:cubicBezTo>
                  <a:cubicBezTo>
                    <a:pt x="1287" y="3151"/>
                    <a:pt x="1309" y="3163"/>
                    <a:pt x="1332" y="3163"/>
                  </a:cubicBezTo>
                  <a:cubicBezTo>
                    <a:pt x="1377" y="3163"/>
                    <a:pt x="1426" y="3121"/>
                    <a:pt x="1440" y="3080"/>
                  </a:cubicBezTo>
                  <a:lnTo>
                    <a:pt x="1440" y="2808"/>
                  </a:lnTo>
                  <a:lnTo>
                    <a:pt x="1440" y="2432"/>
                  </a:lnTo>
                  <a:cubicBezTo>
                    <a:pt x="1440" y="2453"/>
                    <a:pt x="1461" y="2495"/>
                    <a:pt x="1482" y="2515"/>
                  </a:cubicBezTo>
                  <a:cubicBezTo>
                    <a:pt x="1607" y="2850"/>
                    <a:pt x="1817" y="3143"/>
                    <a:pt x="2047" y="3415"/>
                  </a:cubicBezTo>
                  <a:cubicBezTo>
                    <a:pt x="2066" y="3434"/>
                    <a:pt x="2093" y="3444"/>
                    <a:pt x="2119" y="3444"/>
                  </a:cubicBezTo>
                  <a:cubicBezTo>
                    <a:pt x="2151" y="3444"/>
                    <a:pt x="2182" y="3429"/>
                    <a:pt x="2193" y="3394"/>
                  </a:cubicBezTo>
                  <a:cubicBezTo>
                    <a:pt x="2235" y="3478"/>
                    <a:pt x="2277" y="3541"/>
                    <a:pt x="2319" y="3603"/>
                  </a:cubicBezTo>
                  <a:cubicBezTo>
                    <a:pt x="2486" y="3938"/>
                    <a:pt x="2779" y="4189"/>
                    <a:pt x="3135" y="4315"/>
                  </a:cubicBezTo>
                  <a:cubicBezTo>
                    <a:pt x="3177" y="4315"/>
                    <a:pt x="3218" y="4315"/>
                    <a:pt x="3239" y="4273"/>
                  </a:cubicBezTo>
                  <a:cubicBezTo>
                    <a:pt x="3260" y="4273"/>
                    <a:pt x="3260" y="4231"/>
                    <a:pt x="3260" y="4210"/>
                  </a:cubicBezTo>
                  <a:lnTo>
                    <a:pt x="3260" y="4001"/>
                  </a:lnTo>
                  <a:cubicBezTo>
                    <a:pt x="3260" y="3771"/>
                    <a:pt x="3239" y="3520"/>
                    <a:pt x="3198" y="3290"/>
                  </a:cubicBezTo>
                  <a:lnTo>
                    <a:pt x="3198" y="3290"/>
                  </a:lnTo>
                  <a:cubicBezTo>
                    <a:pt x="3365" y="3687"/>
                    <a:pt x="3595" y="4085"/>
                    <a:pt x="3846" y="4461"/>
                  </a:cubicBezTo>
                  <a:cubicBezTo>
                    <a:pt x="3888" y="4524"/>
                    <a:pt x="3909" y="4566"/>
                    <a:pt x="3951" y="4608"/>
                  </a:cubicBezTo>
                  <a:cubicBezTo>
                    <a:pt x="4097" y="5068"/>
                    <a:pt x="4348" y="5508"/>
                    <a:pt x="4662" y="5863"/>
                  </a:cubicBezTo>
                  <a:cubicBezTo>
                    <a:pt x="4684" y="5878"/>
                    <a:pt x="4709" y="5885"/>
                    <a:pt x="4733" y="5885"/>
                  </a:cubicBezTo>
                  <a:cubicBezTo>
                    <a:pt x="4776" y="5885"/>
                    <a:pt x="4816" y="5862"/>
                    <a:pt x="4830" y="5821"/>
                  </a:cubicBezTo>
                  <a:cubicBezTo>
                    <a:pt x="4913" y="5591"/>
                    <a:pt x="4955" y="5382"/>
                    <a:pt x="4976" y="5152"/>
                  </a:cubicBezTo>
                  <a:lnTo>
                    <a:pt x="4976" y="5005"/>
                  </a:lnTo>
                  <a:lnTo>
                    <a:pt x="4976" y="4671"/>
                  </a:lnTo>
                  <a:lnTo>
                    <a:pt x="4976" y="4650"/>
                  </a:lnTo>
                  <a:lnTo>
                    <a:pt x="5018" y="4754"/>
                  </a:lnTo>
                  <a:cubicBezTo>
                    <a:pt x="5102" y="4964"/>
                    <a:pt x="5206" y="5194"/>
                    <a:pt x="5311" y="5403"/>
                  </a:cubicBezTo>
                  <a:cubicBezTo>
                    <a:pt x="5436" y="5591"/>
                    <a:pt x="5562" y="5780"/>
                    <a:pt x="5687" y="5947"/>
                  </a:cubicBezTo>
                  <a:cubicBezTo>
                    <a:pt x="5708" y="5968"/>
                    <a:pt x="5735" y="5978"/>
                    <a:pt x="5758" y="5978"/>
                  </a:cubicBezTo>
                  <a:cubicBezTo>
                    <a:pt x="5782" y="5978"/>
                    <a:pt x="5803" y="5968"/>
                    <a:pt x="5813" y="5947"/>
                  </a:cubicBezTo>
                  <a:cubicBezTo>
                    <a:pt x="5876" y="5884"/>
                    <a:pt x="5918" y="5800"/>
                    <a:pt x="5959" y="5738"/>
                  </a:cubicBezTo>
                  <a:cubicBezTo>
                    <a:pt x="6001" y="5654"/>
                    <a:pt x="6022" y="5570"/>
                    <a:pt x="6043" y="5487"/>
                  </a:cubicBezTo>
                  <a:cubicBezTo>
                    <a:pt x="6106" y="5612"/>
                    <a:pt x="6169" y="5738"/>
                    <a:pt x="6231" y="5842"/>
                  </a:cubicBezTo>
                  <a:cubicBezTo>
                    <a:pt x="6357" y="6052"/>
                    <a:pt x="6483" y="6261"/>
                    <a:pt x="6629" y="6449"/>
                  </a:cubicBezTo>
                  <a:cubicBezTo>
                    <a:pt x="6648" y="6478"/>
                    <a:pt x="6681" y="6494"/>
                    <a:pt x="6713" y="6494"/>
                  </a:cubicBezTo>
                  <a:cubicBezTo>
                    <a:pt x="6750" y="6494"/>
                    <a:pt x="6785" y="6473"/>
                    <a:pt x="6796" y="6428"/>
                  </a:cubicBezTo>
                  <a:cubicBezTo>
                    <a:pt x="6817" y="6365"/>
                    <a:pt x="6838" y="6282"/>
                    <a:pt x="6838" y="6219"/>
                  </a:cubicBezTo>
                  <a:lnTo>
                    <a:pt x="6838" y="6198"/>
                  </a:lnTo>
                  <a:cubicBezTo>
                    <a:pt x="6838" y="6198"/>
                    <a:pt x="6859" y="6240"/>
                    <a:pt x="6880" y="6240"/>
                  </a:cubicBezTo>
                  <a:cubicBezTo>
                    <a:pt x="7006" y="6428"/>
                    <a:pt x="7173" y="6554"/>
                    <a:pt x="7361" y="6658"/>
                  </a:cubicBezTo>
                  <a:cubicBezTo>
                    <a:pt x="7379" y="6670"/>
                    <a:pt x="7396" y="6675"/>
                    <a:pt x="7413" y="6675"/>
                  </a:cubicBezTo>
                  <a:cubicBezTo>
                    <a:pt x="7456" y="6675"/>
                    <a:pt x="7493" y="6641"/>
                    <a:pt x="7508" y="6596"/>
                  </a:cubicBezTo>
                  <a:lnTo>
                    <a:pt x="7508" y="6428"/>
                  </a:lnTo>
                  <a:lnTo>
                    <a:pt x="7508" y="6156"/>
                  </a:lnTo>
                  <a:cubicBezTo>
                    <a:pt x="7592" y="6324"/>
                    <a:pt x="7696" y="6470"/>
                    <a:pt x="7801" y="6616"/>
                  </a:cubicBezTo>
                  <a:cubicBezTo>
                    <a:pt x="7864" y="6700"/>
                    <a:pt x="7926" y="6784"/>
                    <a:pt x="7989" y="6868"/>
                  </a:cubicBezTo>
                  <a:lnTo>
                    <a:pt x="8052" y="6930"/>
                  </a:lnTo>
                  <a:cubicBezTo>
                    <a:pt x="8064" y="6955"/>
                    <a:pt x="8084" y="6965"/>
                    <a:pt x="8106" y="6965"/>
                  </a:cubicBezTo>
                  <a:cubicBezTo>
                    <a:pt x="8122" y="6965"/>
                    <a:pt x="8139" y="6960"/>
                    <a:pt x="8156" y="6951"/>
                  </a:cubicBezTo>
                  <a:cubicBezTo>
                    <a:pt x="8177" y="6930"/>
                    <a:pt x="8198" y="6909"/>
                    <a:pt x="8219" y="6868"/>
                  </a:cubicBezTo>
                  <a:cubicBezTo>
                    <a:pt x="8219" y="6742"/>
                    <a:pt x="8219" y="6596"/>
                    <a:pt x="8219" y="6470"/>
                  </a:cubicBezTo>
                  <a:cubicBezTo>
                    <a:pt x="8219" y="6386"/>
                    <a:pt x="8198" y="6303"/>
                    <a:pt x="8177" y="6219"/>
                  </a:cubicBezTo>
                  <a:lnTo>
                    <a:pt x="8177" y="6219"/>
                  </a:lnTo>
                  <a:cubicBezTo>
                    <a:pt x="8261" y="6386"/>
                    <a:pt x="8324" y="6554"/>
                    <a:pt x="8408" y="6721"/>
                  </a:cubicBezTo>
                  <a:cubicBezTo>
                    <a:pt x="8512" y="6909"/>
                    <a:pt x="8617" y="7098"/>
                    <a:pt x="8763" y="7265"/>
                  </a:cubicBezTo>
                  <a:cubicBezTo>
                    <a:pt x="8826" y="7370"/>
                    <a:pt x="8931" y="7453"/>
                    <a:pt x="9014" y="7537"/>
                  </a:cubicBezTo>
                  <a:cubicBezTo>
                    <a:pt x="9039" y="7562"/>
                    <a:pt x="9067" y="7574"/>
                    <a:pt x="9093" y="7574"/>
                  </a:cubicBezTo>
                  <a:cubicBezTo>
                    <a:pt x="9133" y="7574"/>
                    <a:pt x="9169" y="7546"/>
                    <a:pt x="9182" y="7495"/>
                  </a:cubicBezTo>
                  <a:lnTo>
                    <a:pt x="9182" y="7474"/>
                  </a:lnTo>
                  <a:cubicBezTo>
                    <a:pt x="9203" y="7391"/>
                    <a:pt x="9224" y="7286"/>
                    <a:pt x="9224" y="7202"/>
                  </a:cubicBezTo>
                  <a:cubicBezTo>
                    <a:pt x="9244" y="7056"/>
                    <a:pt x="9265" y="6909"/>
                    <a:pt x="9286" y="6763"/>
                  </a:cubicBezTo>
                  <a:cubicBezTo>
                    <a:pt x="9412" y="7140"/>
                    <a:pt x="9663" y="7495"/>
                    <a:pt x="9998" y="7746"/>
                  </a:cubicBezTo>
                  <a:cubicBezTo>
                    <a:pt x="10012" y="7756"/>
                    <a:pt x="10027" y="7760"/>
                    <a:pt x="10042" y="7760"/>
                  </a:cubicBezTo>
                  <a:cubicBezTo>
                    <a:pt x="10094" y="7760"/>
                    <a:pt x="10144" y="7711"/>
                    <a:pt x="10144" y="7663"/>
                  </a:cubicBezTo>
                  <a:cubicBezTo>
                    <a:pt x="10144" y="7642"/>
                    <a:pt x="10144" y="7621"/>
                    <a:pt x="10144" y="7600"/>
                  </a:cubicBezTo>
                  <a:lnTo>
                    <a:pt x="10144" y="7223"/>
                  </a:lnTo>
                  <a:lnTo>
                    <a:pt x="10144" y="7098"/>
                  </a:lnTo>
                  <a:cubicBezTo>
                    <a:pt x="10249" y="7328"/>
                    <a:pt x="10374" y="7558"/>
                    <a:pt x="10521" y="7767"/>
                  </a:cubicBezTo>
                  <a:cubicBezTo>
                    <a:pt x="10605" y="7914"/>
                    <a:pt x="10730" y="8039"/>
                    <a:pt x="10835" y="8165"/>
                  </a:cubicBezTo>
                  <a:cubicBezTo>
                    <a:pt x="10857" y="8187"/>
                    <a:pt x="10881" y="8196"/>
                    <a:pt x="10904" y="8196"/>
                  </a:cubicBezTo>
                  <a:cubicBezTo>
                    <a:pt x="10948" y="8196"/>
                    <a:pt x="10988" y="8164"/>
                    <a:pt x="11002" y="8123"/>
                  </a:cubicBezTo>
                  <a:cubicBezTo>
                    <a:pt x="11002" y="8102"/>
                    <a:pt x="11002" y="8081"/>
                    <a:pt x="11002" y="8060"/>
                  </a:cubicBezTo>
                  <a:cubicBezTo>
                    <a:pt x="11023" y="7872"/>
                    <a:pt x="11044" y="7684"/>
                    <a:pt x="11023" y="7495"/>
                  </a:cubicBezTo>
                  <a:lnTo>
                    <a:pt x="11023" y="7495"/>
                  </a:lnTo>
                  <a:cubicBezTo>
                    <a:pt x="11107" y="7705"/>
                    <a:pt x="11190" y="7893"/>
                    <a:pt x="11295" y="8081"/>
                  </a:cubicBezTo>
                  <a:cubicBezTo>
                    <a:pt x="11316" y="8144"/>
                    <a:pt x="11358" y="8207"/>
                    <a:pt x="11379" y="8269"/>
                  </a:cubicBezTo>
                  <a:cubicBezTo>
                    <a:pt x="11462" y="8416"/>
                    <a:pt x="11567" y="8541"/>
                    <a:pt x="11672" y="8688"/>
                  </a:cubicBezTo>
                  <a:cubicBezTo>
                    <a:pt x="11776" y="8813"/>
                    <a:pt x="11923" y="8939"/>
                    <a:pt x="12069" y="9065"/>
                  </a:cubicBezTo>
                  <a:cubicBezTo>
                    <a:pt x="12085" y="9070"/>
                    <a:pt x="12101" y="9072"/>
                    <a:pt x="12116" y="9072"/>
                  </a:cubicBezTo>
                  <a:cubicBezTo>
                    <a:pt x="12161" y="9072"/>
                    <a:pt x="12200" y="9049"/>
                    <a:pt x="12216" y="9002"/>
                  </a:cubicBezTo>
                  <a:lnTo>
                    <a:pt x="12216" y="8918"/>
                  </a:lnTo>
                  <a:cubicBezTo>
                    <a:pt x="12216" y="8855"/>
                    <a:pt x="12237" y="8772"/>
                    <a:pt x="12237" y="8709"/>
                  </a:cubicBezTo>
                  <a:cubicBezTo>
                    <a:pt x="12257" y="8625"/>
                    <a:pt x="12237" y="8604"/>
                    <a:pt x="12237" y="8541"/>
                  </a:cubicBezTo>
                  <a:lnTo>
                    <a:pt x="12237" y="8541"/>
                  </a:lnTo>
                  <a:cubicBezTo>
                    <a:pt x="12278" y="8583"/>
                    <a:pt x="12320" y="8646"/>
                    <a:pt x="12341" y="8688"/>
                  </a:cubicBezTo>
                  <a:cubicBezTo>
                    <a:pt x="12425" y="8793"/>
                    <a:pt x="12509" y="8897"/>
                    <a:pt x="12613" y="9002"/>
                  </a:cubicBezTo>
                  <a:cubicBezTo>
                    <a:pt x="12655" y="9044"/>
                    <a:pt x="12697" y="9085"/>
                    <a:pt x="12739" y="9127"/>
                  </a:cubicBezTo>
                  <a:cubicBezTo>
                    <a:pt x="12754" y="9142"/>
                    <a:pt x="12774" y="9149"/>
                    <a:pt x="12795" y="9149"/>
                  </a:cubicBezTo>
                  <a:cubicBezTo>
                    <a:pt x="12835" y="9149"/>
                    <a:pt x="12879" y="9126"/>
                    <a:pt x="12906" y="9085"/>
                  </a:cubicBezTo>
                  <a:cubicBezTo>
                    <a:pt x="12906" y="9065"/>
                    <a:pt x="12906" y="9065"/>
                    <a:pt x="12906" y="9065"/>
                  </a:cubicBezTo>
                  <a:cubicBezTo>
                    <a:pt x="12906" y="8730"/>
                    <a:pt x="12864" y="8416"/>
                    <a:pt x="12801" y="8102"/>
                  </a:cubicBezTo>
                  <a:lnTo>
                    <a:pt x="12801" y="8102"/>
                  </a:lnTo>
                  <a:cubicBezTo>
                    <a:pt x="12927" y="8521"/>
                    <a:pt x="13136" y="8918"/>
                    <a:pt x="13450" y="9253"/>
                  </a:cubicBezTo>
                  <a:cubicBezTo>
                    <a:pt x="13555" y="9357"/>
                    <a:pt x="13680" y="9462"/>
                    <a:pt x="13848" y="9546"/>
                  </a:cubicBezTo>
                  <a:lnTo>
                    <a:pt x="13890" y="9588"/>
                  </a:lnTo>
                  <a:cubicBezTo>
                    <a:pt x="13912" y="9622"/>
                    <a:pt x="13944" y="9636"/>
                    <a:pt x="13976" y="9636"/>
                  </a:cubicBezTo>
                  <a:cubicBezTo>
                    <a:pt x="14063" y="9636"/>
                    <a:pt x="14154" y="9533"/>
                    <a:pt x="14078" y="9441"/>
                  </a:cubicBezTo>
                  <a:cubicBezTo>
                    <a:pt x="14078" y="9148"/>
                    <a:pt x="14036" y="8876"/>
                    <a:pt x="13994" y="8604"/>
                  </a:cubicBezTo>
                  <a:cubicBezTo>
                    <a:pt x="13952" y="8374"/>
                    <a:pt x="13910" y="8039"/>
                    <a:pt x="13890" y="7788"/>
                  </a:cubicBezTo>
                  <a:cubicBezTo>
                    <a:pt x="13869" y="7705"/>
                    <a:pt x="13869" y="7600"/>
                    <a:pt x="13890" y="7516"/>
                  </a:cubicBezTo>
                  <a:cubicBezTo>
                    <a:pt x="13896" y="7466"/>
                    <a:pt x="13908" y="7437"/>
                    <a:pt x="13928" y="7437"/>
                  </a:cubicBezTo>
                  <a:cubicBezTo>
                    <a:pt x="13975" y="7437"/>
                    <a:pt x="14069" y="7599"/>
                    <a:pt x="14245" y="8039"/>
                  </a:cubicBezTo>
                  <a:cubicBezTo>
                    <a:pt x="14245" y="8039"/>
                    <a:pt x="14245" y="8060"/>
                    <a:pt x="14266" y="8081"/>
                  </a:cubicBezTo>
                  <a:cubicBezTo>
                    <a:pt x="14371" y="8395"/>
                    <a:pt x="14475" y="8709"/>
                    <a:pt x="14559" y="9023"/>
                  </a:cubicBezTo>
                  <a:cubicBezTo>
                    <a:pt x="14643" y="9316"/>
                    <a:pt x="14768" y="9629"/>
                    <a:pt x="14894" y="9901"/>
                  </a:cubicBezTo>
                  <a:cubicBezTo>
                    <a:pt x="14936" y="10006"/>
                    <a:pt x="14978" y="10090"/>
                    <a:pt x="15040" y="10173"/>
                  </a:cubicBezTo>
                  <a:cubicBezTo>
                    <a:pt x="15058" y="10200"/>
                    <a:pt x="15086" y="10211"/>
                    <a:pt x="15115" y="10211"/>
                  </a:cubicBezTo>
                  <a:cubicBezTo>
                    <a:pt x="15155" y="10211"/>
                    <a:pt x="15196" y="10189"/>
                    <a:pt x="15208" y="10153"/>
                  </a:cubicBezTo>
                  <a:cubicBezTo>
                    <a:pt x="15208" y="10111"/>
                    <a:pt x="15229" y="10069"/>
                    <a:pt x="15229" y="10048"/>
                  </a:cubicBezTo>
                  <a:cubicBezTo>
                    <a:pt x="15333" y="10299"/>
                    <a:pt x="15480" y="10550"/>
                    <a:pt x="15647" y="10780"/>
                  </a:cubicBezTo>
                  <a:cubicBezTo>
                    <a:pt x="15663" y="10812"/>
                    <a:pt x="15691" y="10826"/>
                    <a:pt x="15721" y="10826"/>
                  </a:cubicBezTo>
                  <a:cubicBezTo>
                    <a:pt x="15770" y="10826"/>
                    <a:pt x="15822" y="10790"/>
                    <a:pt x="15835" y="10738"/>
                  </a:cubicBezTo>
                  <a:cubicBezTo>
                    <a:pt x="15835" y="10621"/>
                    <a:pt x="15835" y="10522"/>
                    <a:pt x="15835" y="10425"/>
                  </a:cubicBezTo>
                  <a:cubicBezTo>
                    <a:pt x="15982" y="10969"/>
                    <a:pt x="16254" y="11471"/>
                    <a:pt x="16651" y="11868"/>
                  </a:cubicBezTo>
                  <a:lnTo>
                    <a:pt x="16693" y="11931"/>
                  </a:lnTo>
                  <a:cubicBezTo>
                    <a:pt x="16708" y="11946"/>
                    <a:pt x="16733" y="11961"/>
                    <a:pt x="16754" y="11961"/>
                  </a:cubicBezTo>
                  <a:cubicBezTo>
                    <a:pt x="16763" y="11961"/>
                    <a:pt x="16771" y="11958"/>
                    <a:pt x="16777" y="11952"/>
                  </a:cubicBezTo>
                  <a:cubicBezTo>
                    <a:pt x="16819" y="11952"/>
                    <a:pt x="16840" y="11931"/>
                    <a:pt x="16861" y="11910"/>
                  </a:cubicBezTo>
                  <a:cubicBezTo>
                    <a:pt x="16986" y="11617"/>
                    <a:pt x="17028" y="11282"/>
                    <a:pt x="16986" y="10969"/>
                  </a:cubicBezTo>
                  <a:lnTo>
                    <a:pt x="16986" y="10906"/>
                  </a:lnTo>
                  <a:lnTo>
                    <a:pt x="16944" y="10592"/>
                  </a:lnTo>
                  <a:cubicBezTo>
                    <a:pt x="16903" y="10446"/>
                    <a:pt x="16882" y="10257"/>
                    <a:pt x="16861" y="10069"/>
                  </a:cubicBezTo>
                  <a:cubicBezTo>
                    <a:pt x="16797" y="9660"/>
                    <a:pt x="16741" y="9275"/>
                    <a:pt x="16792" y="9275"/>
                  </a:cubicBezTo>
                  <a:cubicBezTo>
                    <a:pt x="16825" y="9275"/>
                    <a:pt x="16902" y="9431"/>
                    <a:pt x="17049" y="9839"/>
                  </a:cubicBezTo>
                  <a:cubicBezTo>
                    <a:pt x="17133" y="10132"/>
                    <a:pt x="17195" y="10425"/>
                    <a:pt x="17258" y="10718"/>
                  </a:cubicBezTo>
                  <a:cubicBezTo>
                    <a:pt x="17300" y="10927"/>
                    <a:pt x="17363" y="11136"/>
                    <a:pt x="17426" y="11324"/>
                  </a:cubicBezTo>
                  <a:cubicBezTo>
                    <a:pt x="17530" y="11659"/>
                    <a:pt x="17739" y="11973"/>
                    <a:pt x="18011" y="12203"/>
                  </a:cubicBezTo>
                  <a:cubicBezTo>
                    <a:pt x="18034" y="12218"/>
                    <a:pt x="18059" y="12225"/>
                    <a:pt x="18082" y="12225"/>
                  </a:cubicBezTo>
                  <a:cubicBezTo>
                    <a:pt x="18126" y="12225"/>
                    <a:pt x="18165" y="12202"/>
                    <a:pt x="18179" y="12161"/>
                  </a:cubicBezTo>
                  <a:cubicBezTo>
                    <a:pt x="18200" y="12078"/>
                    <a:pt x="18200" y="12015"/>
                    <a:pt x="18221" y="11931"/>
                  </a:cubicBezTo>
                  <a:cubicBezTo>
                    <a:pt x="18242" y="11826"/>
                    <a:pt x="18242" y="11701"/>
                    <a:pt x="18263" y="11596"/>
                  </a:cubicBezTo>
                  <a:cubicBezTo>
                    <a:pt x="18263" y="11450"/>
                    <a:pt x="18263" y="11282"/>
                    <a:pt x="18263" y="11136"/>
                  </a:cubicBezTo>
                  <a:cubicBezTo>
                    <a:pt x="18304" y="11387"/>
                    <a:pt x="18367" y="11638"/>
                    <a:pt x="18472" y="11889"/>
                  </a:cubicBezTo>
                  <a:cubicBezTo>
                    <a:pt x="18493" y="11994"/>
                    <a:pt x="18535" y="12078"/>
                    <a:pt x="18576" y="12161"/>
                  </a:cubicBezTo>
                  <a:cubicBezTo>
                    <a:pt x="18702" y="12433"/>
                    <a:pt x="18890" y="12684"/>
                    <a:pt x="19141" y="12894"/>
                  </a:cubicBezTo>
                  <a:cubicBezTo>
                    <a:pt x="19156" y="12908"/>
                    <a:pt x="19176" y="12915"/>
                    <a:pt x="19197" y="12915"/>
                  </a:cubicBezTo>
                  <a:cubicBezTo>
                    <a:pt x="19235" y="12915"/>
                    <a:pt x="19274" y="12892"/>
                    <a:pt x="19288" y="12852"/>
                  </a:cubicBezTo>
                  <a:cubicBezTo>
                    <a:pt x="19309" y="12768"/>
                    <a:pt x="19330" y="12684"/>
                    <a:pt x="19351" y="12622"/>
                  </a:cubicBezTo>
                  <a:lnTo>
                    <a:pt x="19351" y="12559"/>
                  </a:lnTo>
                  <a:cubicBezTo>
                    <a:pt x="19372" y="12454"/>
                    <a:pt x="19372" y="12329"/>
                    <a:pt x="19392" y="12224"/>
                  </a:cubicBezTo>
                  <a:cubicBezTo>
                    <a:pt x="19413" y="11952"/>
                    <a:pt x="19434" y="11680"/>
                    <a:pt x="19434" y="11408"/>
                  </a:cubicBezTo>
                  <a:cubicBezTo>
                    <a:pt x="19434" y="11035"/>
                    <a:pt x="19469" y="10897"/>
                    <a:pt x="19518" y="10897"/>
                  </a:cubicBezTo>
                  <a:cubicBezTo>
                    <a:pt x="19633" y="10897"/>
                    <a:pt x="19830" y="11633"/>
                    <a:pt x="19874" y="11910"/>
                  </a:cubicBezTo>
                  <a:cubicBezTo>
                    <a:pt x="19936" y="12370"/>
                    <a:pt x="19978" y="12810"/>
                    <a:pt x="20104" y="13249"/>
                  </a:cubicBezTo>
                  <a:cubicBezTo>
                    <a:pt x="20167" y="13563"/>
                    <a:pt x="20313" y="13856"/>
                    <a:pt x="20522" y="14107"/>
                  </a:cubicBezTo>
                  <a:cubicBezTo>
                    <a:pt x="20535" y="14132"/>
                    <a:pt x="20561" y="14142"/>
                    <a:pt x="20585" y="14142"/>
                  </a:cubicBezTo>
                  <a:cubicBezTo>
                    <a:pt x="20602" y="14142"/>
                    <a:pt x="20618" y="14137"/>
                    <a:pt x="20627" y="14128"/>
                  </a:cubicBezTo>
                  <a:cubicBezTo>
                    <a:pt x="20648" y="14128"/>
                    <a:pt x="20669" y="14107"/>
                    <a:pt x="20690" y="14065"/>
                  </a:cubicBezTo>
                  <a:cubicBezTo>
                    <a:pt x="20690" y="14023"/>
                    <a:pt x="20690" y="13961"/>
                    <a:pt x="20711" y="13898"/>
                  </a:cubicBezTo>
                  <a:cubicBezTo>
                    <a:pt x="20711" y="13835"/>
                    <a:pt x="20711" y="13793"/>
                    <a:pt x="20711" y="13751"/>
                  </a:cubicBezTo>
                  <a:cubicBezTo>
                    <a:pt x="20732" y="13710"/>
                    <a:pt x="20711" y="13710"/>
                    <a:pt x="20711" y="13668"/>
                  </a:cubicBezTo>
                  <a:cubicBezTo>
                    <a:pt x="20711" y="13542"/>
                    <a:pt x="20732" y="13417"/>
                    <a:pt x="20732" y="13270"/>
                  </a:cubicBezTo>
                  <a:cubicBezTo>
                    <a:pt x="20732" y="12977"/>
                    <a:pt x="20711" y="12684"/>
                    <a:pt x="20690" y="12391"/>
                  </a:cubicBezTo>
                  <a:lnTo>
                    <a:pt x="20690" y="12391"/>
                  </a:lnTo>
                  <a:cubicBezTo>
                    <a:pt x="20711" y="12622"/>
                    <a:pt x="20752" y="13040"/>
                    <a:pt x="20815" y="13459"/>
                  </a:cubicBezTo>
                  <a:cubicBezTo>
                    <a:pt x="20857" y="13647"/>
                    <a:pt x="20878" y="13814"/>
                    <a:pt x="20920" y="13982"/>
                  </a:cubicBezTo>
                  <a:cubicBezTo>
                    <a:pt x="20941" y="14044"/>
                    <a:pt x="20941" y="14107"/>
                    <a:pt x="20962" y="14170"/>
                  </a:cubicBezTo>
                  <a:cubicBezTo>
                    <a:pt x="20983" y="14233"/>
                    <a:pt x="20983" y="14295"/>
                    <a:pt x="21004" y="14337"/>
                  </a:cubicBezTo>
                  <a:cubicBezTo>
                    <a:pt x="21004" y="14358"/>
                    <a:pt x="21024" y="14379"/>
                    <a:pt x="21045" y="14400"/>
                  </a:cubicBezTo>
                  <a:cubicBezTo>
                    <a:pt x="21062" y="14406"/>
                    <a:pt x="21078" y="14408"/>
                    <a:pt x="21092" y="14408"/>
                  </a:cubicBezTo>
                  <a:cubicBezTo>
                    <a:pt x="21131" y="14408"/>
                    <a:pt x="21161" y="14389"/>
                    <a:pt x="21192" y="14358"/>
                  </a:cubicBezTo>
                  <a:lnTo>
                    <a:pt x="21213" y="14316"/>
                  </a:lnTo>
                  <a:lnTo>
                    <a:pt x="21338" y="14170"/>
                  </a:lnTo>
                  <a:lnTo>
                    <a:pt x="21422" y="14044"/>
                  </a:lnTo>
                  <a:cubicBezTo>
                    <a:pt x="21487" y="13964"/>
                    <a:pt x="21427" y="13871"/>
                    <a:pt x="21357" y="13871"/>
                  </a:cubicBezTo>
                  <a:cubicBezTo>
                    <a:pt x="21337" y="13871"/>
                    <a:pt x="21316" y="13879"/>
                    <a:pt x="21296" y="13898"/>
                  </a:cubicBezTo>
                  <a:cubicBezTo>
                    <a:pt x="21280" y="13916"/>
                    <a:pt x="21263" y="13924"/>
                    <a:pt x="21247" y="13924"/>
                  </a:cubicBezTo>
                  <a:cubicBezTo>
                    <a:pt x="21013" y="13924"/>
                    <a:pt x="20786" y="12244"/>
                    <a:pt x="20669" y="11931"/>
                  </a:cubicBezTo>
                  <a:cubicBezTo>
                    <a:pt x="20650" y="11893"/>
                    <a:pt x="20610" y="11873"/>
                    <a:pt x="20572" y="11873"/>
                  </a:cubicBezTo>
                  <a:cubicBezTo>
                    <a:pt x="20525" y="11873"/>
                    <a:pt x="20480" y="11904"/>
                    <a:pt x="20480" y="11973"/>
                  </a:cubicBezTo>
                  <a:cubicBezTo>
                    <a:pt x="20480" y="12203"/>
                    <a:pt x="20501" y="12433"/>
                    <a:pt x="20522" y="12684"/>
                  </a:cubicBezTo>
                  <a:lnTo>
                    <a:pt x="20522" y="12831"/>
                  </a:lnTo>
                  <a:cubicBezTo>
                    <a:pt x="20627" y="13040"/>
                    <a:pt x="20627" y="13186"/>
                    <a:pt x="20522" y="13291"/>
                  </a:cubicBezTo>
                  <a:cubicBezTo>
                    <a:pt x="20480" y="13312"/>
                    <a:pt x="20439" y="13333"/>
                    <a:pt x="20397" y="13333"/>
                  </a:cubicBezTo>
                  <a:lnTo>
                    <a:pt x="20313" y="13354"/>
                  </a:lnTo>
                  <a:cubicBezTo>
                    <a:pt x="20188" y="12977"/>
                    <a:pt x="20125" y="12580"/>
                    <a:pt x="20083" y="12182"/>
                  </a:cubicBezTo>
                  <a:cubicBezTo>
                    <a:pt x="20062" y="11868"/>
                    <a:pt x="19999" y="11575"/>
                    <a:pt x="19916" y="11282"/>
                  </a:cubicBezTo>
                  <a:cubicBezTo>
                    <a:pt x="19832" y="10948"/>
                    <a:pt x="19664" y="10655"/>
                    <a:pt x="19413" y="10404"/>
                  </a:cubicBezTo>
                  <a:cubicBezTo>
                    <a:pt x="19397" y="10392"/>
                    <a:pt x="19378" y="10387"/>
                    <a:pt x="19360" y="10387"/>
                  </a:cubicBezTo>
                  <a:cubicBezTo>
                    <a:pt x="19310" y="10387"/>
                    <a:pt x="19261" y="10426"/>
                    <a:pt x="19246" y="10487"/>
                  </a:cubicBezTo>
                  <a:cubicBezTo>
                    <a:pt x="19225" y="10948"/>
                    <a:pt x="19225" y="11429"/>
                    <a:pt x="19225" y="11889"/>
                  </a:cubicBezTo>
                  <a:cubicBezTo>
                    <a:pt x="19225" y="12036"/>
                    <a:pt x="19225" y="12182"/>
                    <a:pt x="19204" y="12329"/>
                  </a:cubicBezTo>
                  <a:cubicBezTo>
                    <a:pt x="19204" y="12370"/>
                    <a:pt x="19183" y="12433"/>
                    <a:pt x="19183" y="12496"/>
                  </a:cubicBezTo>
                  <a:cubicBezTo>
                    <a:pt x="19153" y="12587"/>
                    <a:pt x="19116" y="12625"/>
                    <a:pt x="19075" y="12625"/>
                  </a:cubicBezTo>
                  <a:cubicBezTo>
                    <a:pt x="18973" y="12625"/>
                    <a:pt x="18848" y="12393"/>
                    <a:pt x="18744" y="12140"/>
                  </a:cubicBezTo>
                  <a:cubicBezTo>
                    <a:pt x="18660" y="11952"/>
                    <a:pt x="18576" y="11743"/>
                    <a:pt x="18555" y="11617"/>
                  </a:cubicBezTo>
                  <a:cubicBezTo>
                    <a:pt x="18325" y="10948"/>
                    <a:pt x="18283" y="10236"/>
                    <a:pt x="18053" y="9567"/>
                  </a:cubicBezTo>
                  <a:cubicBezTo>
                    <a:pt x="18034" y="9520"/>
                    <a:pt x="17990" y="9498"/>
                    <a:pt x="17949" y="9498"/>
                  </a:cubicBezTo>
                  <a:cubicBezTo>
                    <a:pt x="17899" y="9498"/>
                    <a:pt x="17854" y="9530"/>
                    <a:pt x="17865" y="9588"/>
                  </a:cubicBezTo>
                  <a:cubicBezTo>
                    <a:pt x="17886" y="10111"/>
                    <a:pt x="17970" y="10634"/>
                    <a:pt x="18032" y="11157"/>
                  </a:cubicBezTo>
                  <a:lnTo>
                    <a:pt x="18032" y="11282"/>
                  </a:lnTo>
                  <a:cubicBezTo>
                    <a:pt x="18053" y="11429"/>
                    <a:pt x="18053" y="11554"/>
                    <a:pt x="18053" y="11701"/>
                  </a:cubicBezTo>
                  <a:cubicBezTo>
                    <a:pt x="18045" y="11833"/>
                    <a:pt x="18021" y="11887"/>
                    <a:pt x="17987" y="11887"/>
                  </a:cubicBezTo>
                  <a:cubicBezTo>
                    <a:pt x="17941" y="11887"/>
                    <a:pt x="17875" y="11784"/>
                    <a:pt x="17802" y="11638"/>
                  </a:cubicBezTo>
                  <a:cubicBezTo>
                    <a:pt x="17739" y="11554"/>
                    <a:pt x="17698" y="11450"/>
                    <a:pt x="17656" y="11345"/>
                  </a:cubicBezTo>
                  <a:cubicBezTo>
                    <a:pt x="17656" y="11324"/>
                    <a:pt x="17635" y="11324"/>
                    <a:pt x="17635" y="11303"/>
                  </a:cubicBezTo>
                  <a:cubicBezTo>
                    <a:pt x="17551" y="11094"/>
                    <a:pt x="17467" y="10885"/>
                    <a:pt x="17405" y="10655"/>
                  </a:cubicBezTo>
                  <a:cubicBezTo>
                    <a:pt x="17237" y="9985"/>
                    <a:pt x="17154" y="9337"/>
                    <a:pt x="16631" y="8834"/>
                  </a:cubicBezTo>
                  <a:cubicBezTo>
                    <a:pt x="16610" y="8813"/>
                    <a:pt x="16586" y="8804"/>
                    <a:pt x="16564" y="8804"/>
                  </a:cubicBezTo>
                  <a:cubicBezTo>
                    <a:pt x="16519" y="8804"/>
                    <a:pt x="16477" y="8841"/>
                    <a:pt x="16463" y="8897"/>
                  </a:cubicBezTo>
                  <a:cubicBezTo>
                    <a:pt x="16463" y="9106"/>
                    <a:pt x="16484" y="9295"/>
                    <a:pt x="16505" y="9504"/>
                  </a:cubicBezTo>
                  <a:cubicBezTo>
                    <a:pt x="16526" y="9650"/>
                    <a:pt x="16547" y="9776"/>
                    <a:pt x="16589" y="9922"/>
                  </a:cubicBezTo>
                  <a:cubicBezTo>
                    <a:pt x="16589" y="9943"/>
                    <a:pt x="16589" y="10006"/>
                    <a:pt x="16610" y="10069"/>
                  </a:cubicBezTo>
                  <a:cubicBezTo>
                    <a:pt x="16631" y="10236"/>
                    <a:pt x="16651" y="10487"/>
                    <a:pt x="16672" y="10738"/>
                  </a:cubicBezTo>
                  <a:cubicBezTo>
                    <a:pt x="16672" y="10885"/>
                    <a:pt x="16672" y="11052"/>
                    <a:pt x="16672" y="11220"/>
                  </a:cubicBezTo>
                  <a:cubicBezTo>
                    <a:pt x="16672" y="11303"/>
                    <a:pt x="16651" y="11366"/>
                    <a:pt x="16610" y="11429"/>
                  </a:cubicBezTo>
                  <a:cubicBezTo>
                    <a:pt x="16593" y="11454"/>
                    <a:pt x="16573" y="11469"/>
                    <a:pt x="16550" y="11469"/>
                  </a:cubicBezTo>
                  <a:cubicBezTo>
                    <a:pt x="16515" y="11469"/>
                    <a:pt x="16472" y="11434"/>
                    <a:pt x="16421" y="11345"/>
                  </a:cubicBezTo>
                  <a:cubicBezTo>
                    <a:pt x="16338" y="11241"/>
                    <a:pt x="16254" y="11115"/>
                    <a:pt x="16191" y="10969"/>
                  </a:cubicBezTo>
                  <a:cubicBezTo>
                    <a:pt x="16066" y="10718"/>
                    <a:pt x="15961" y="10466"/>
                    <a:pt x="15898" y="10194"/>
                  </a:cubicBezTo>
                  <a:cubicBezTo>
                    <a:pt x="15794" y="9797"/>
                    <a:pt x="15731" y="9378"/>
                    <a:pt x="15647" y="8981"/>
                  </a:cubicBezTo>
                  <a:cubicBezTo>
                    <a:pt x="15668" y="8855"/>
                    <a:pt x="15647" y="8730"/>
                    <a:pt x="15563" y="8625"/>
                  </a:cubicBezTo>
                  <a:cubicBezTo>
                    <a:pt x="15522" y="8479"/>
                    <a:pt x="15480" y="8332"/>
                    <a:pt x="15438" y="8186"/>
                  </a:cubicBezTo>
                  <a:cubicBezTo>
                    <a:pt x="15420" y="8133"/>
                    <a:pt x="15377" y="8110"/>
                    <a:pt x="15336" y="8110"/>
                  </a:cubicBezTo>
                  <a:cubicBezTo>
                    <a:pt x="15279" y="8110"/>
                    <a:pt x="15225" y="8155"/>
                    <a:pt x="15250" y="8228"/>
                  </a:cubicBezTo>
                  <a:cubicBezTo>
                    <a:pt x="15312" y="8521"/>
                    <a:pt x="15375" y="8793"/>
                    <a:pt x="15438" y="9065"/>
                  </a:cubicBezTo>
                  <a:cubicBezTo>
                    <a:pt x="15480" y="9211"/>
                    <a:pt x="15522" y="9357"/>
                    <a:pt x="15542" y="9504"/>
                  </a:cubicBezTo>
                  <a:cubicBezTo>
                    <a:pt x="15605" y="9713"/>
                    <a:pt x="15647" y="9943"/>
                    <a:pt x="15668" y="10173"/>
                  </a:cubicBezTo>
                  <a:lnTo>
                    <a:pt x="15668" y="10257"/>
                  </a:lnTo>
                  <a:cubicBezTo>
                    <a:pt x="15668" y="10362"/>
                    <a:pt x="15658" y="10404"/>
                    <a:pt x="15637" y="10404"/>
                  </a:cubicBezTo>
                  <a:cubicBezTo>
                    <a:pt x="15616" y="10404"/>
                    <a:pt x="15584" y="10362"/>
                    <a:pt x="15542" y="10299"/>
                  </a:cubicBezTo>
                  <a:cubicBezTo>
                    <a:pt x="15438" y="10132"/>
                    <a:pt x="15354" y="9943"/>
                    <a:pt x="15291" y="9776"/>
                  </a:cubicBezTo>
                  <a:cubicBezTo>
                    <a:pt x="15270" y="9713"/>
                    <a:pt x="15250" y="9650"/>
                    <a:pt x="15229" y="9588"/>
                  </a:cubicBezTo>
                  <a:cubicBezTo>
                    <a:pt x="15229" y="8918"/>
                    <a:pt x="14998" y="8228"/>
                    <a:pt x="14810" y="7579"/>
                  </a:cubicBezTo>
                  <a:cubicBezTo>
                    <a:pt x="14802" y="7531"/>
                    <a:pt x="14770" y="7511"/>
                    <a:pt x="14734" y="7511"/>
                  </a:cubicBezTo>
                  <a:cubicBezTo>
                    <a:pt x="14676" y="7511"/>
                    <a:pt x="14609" y="7564"/>
                    <a:pt x="14622" y="7642"/>
                  </a:cubicBezTo>
                  <a:cubicBezTo>
                    <a:pt x="14726" y="8186"/>
                    <a:pt x="14810" y="8772"/>
                    <a:pt x="14957" y="9337"/>
                  </a:cubicBezTo>
                  <a:cubicBezTo>
                    <a:pt x="14978" y="9462"/>
                    <a:pt x="15019" y="9588"/>
                    <a:pt x="15061" y="9713"/>
                  </a:cubicBezTo>
                  <a:cubicBezTo>
                    <a:pt x="15061" y="9734"/>
                    <a:pt x="15061" y="9755"/>
                    <a:pt x="15061" y="9776"/>
                  </a:cubicBezTo>
                  <a:cubicBezTo>
                    <a:pt x="15057" y="9785"/>
                    <a:pt x="15051" y="9789"/>
                    <a:pt x="15045" y="9789"/>
                  </a:cubicBezTo>
                  <a:cubicBezTo>
                    <a:pt x="15021" y="9789"/>
                    <a:pt x="14985" y="9733"/>
                    <a:pt x="14936" y="9650"/>
                  </a:cubicBezTo>
                  <a:cubicBezTo>
                    <a:pt x="14852" y="9462"/>
                    <a:pt x="14747" y="9148"/>
                    <a:pt x="14685" y="8918"/>
                  </a:cubicBezTo>
                  <a:cubicBezTo>
                    <a:pt x="14643" y="8772"/>
                    <a:pt x="14601" y="8667"/>
                    <a:pt x="14601" y="8646"/>
                  </a:cubicBezTo>
                  <a:cubicBezTo>
                    <a:pt x="14413" y="8018"/>
                    <a:pt x="14224" y="7433"/>
                    <a:pt x="13764" y="6930"/>
                  </a:cubicBezTo>
                  <a:cubicBezTo>
                    <a:pt x="13747" y="6919"/>
                    <a:pt x="13727" y="6914"/>
                    <a:pt x="13707" y="6914"/>
                  </a:cubicBezTo>
                  <a:cubicBezTo>
                    <a:pt x="13653" y="6914"/>
                    <a:pt x="13597" y="6953"/>
                    <a:pt x="13597" y="7014"/>
                  </a:cubicBezTo>
                  <a:cubicBezTo>
                    <a:pt x="13597" y="7363"/>
                    <a:pt x="13839" y="8983"/>
                    <a:pt x="13590" y="8983"/>
                  </a:cubicBezTo>
                  <a:cubicBezTo>
                    <a:pt x="13585" y="8983"/>
                    <a:pt x="13581" y="8982"/>
                    <a:pt x="13576" y="8981"/>
                  </a:cubicBezTo>
                  <a:cubicBezTo>
                    <a:pt x="13513" y="8960"/>
                    <a:pt x="13429" y="8876"/>
                    <a:pt x="13304" y="8667"/>
                  </a:cubicBezTo>
                  <a:cubicBezTo>
                    <a:pt x="13241" y="8562"/>
                    <a:pt x="13199" y="8458"/>
                    <a:pt x="13157" y="8353"/>
                  </a:cubicBezTo>
                  <a:cubicBezTo>
                    <a:pt x="12864" y="7746"/>
                    <a:pt x="12739" y="7056"/>
                    <a:pt x="12467" y="6428"/>
                  </a:cubicBezTo>
                  <a:cubicBezTo>
                    <a:pt x="12453" y="6394"/>
                    <a:pt x="12429" y="6380"/>
                    <a:pt x="12402" y="6380"/>
                  </a:cubicBezTo>
                  <a:cubicBezTo>
                    <a:pt x="12347" y="6380"/>
                    <a:pt x="12285" y="6441"/>
                    <a:pt x="12299" y="6512"/>
                  </a:cubicBezTo>
                  <a:cubicBezTo>
                    <a:pt x="12425" y="7244"/>
                    <a:pt x="12655" y="7935"/>
                    <a:pt x="12739" y="8667"/>
                  </a:cubicBezTo>
                  <a:cubicBezTo>
                    <a:pt x="12739" y="8688"/>
                    <a:pt x="12739" y="8730"/>
                    <a:pt x="12739" y="8751"/>
                  </a:cubicBezTo>
                  <a:cubicBezTo>
                    <a:pt x="12736" y="8773"/>
                    <a:pt x="12729" y="8783"/>
                    <a:pt x="12718" y="8783"/>
                  </a:cubicBezTo>
                  <a:cubicBezTo>
                    <a:pt x="12648" y="8783"/>
                    <a:pt x="12421" y="8343"/>
                    <a:pt x="12257" y="7997"/>
                  </a:cubicBezTo>
                  <a:cubicBezTo>
                    <a:pt x="12216" y="7579"/>
                    <a:pt x="12132" y="7160"/>
                    <a:pt x="11985" y="6763"/>
                  </a:cubicBezTo>
                  <a:cubicBezTo>
                    <a:pt x="11965" y="6658"/>
                    <a:pt x="11923" y="6554"/>
                    <a:pt x="11881" y="6449"/>
                  </a:cubicBezTo>
                  <a:cubicBezTo>
                    <a:pt x="11862" y="6411"/>
                    <a:pt x="11818" y="6391"/>
                    <a:pt x="11777" y="6391"/>
                  </a:cubicBezTo>
                  <a:cubicBezTo>
                    <a:pt x="11727" y="6391"/>
                    <a:pt x="11681" y="6422"/>
                    <a:pt x="11693" y="6491"/>
                  </a:cubicBezTo>
                  <a:cubicBezTo>
                    <a:pt x="11713" y="7056"/>
                    <a:pt x="11839" y="7642"/>
                    <a:pt x="12069" y="8165"/>
                  </a:cubicBezTo>
                  <a:lnTo>
                    <a:pt x="12069" y="8249"/>
                  </a:lnTo>
                  <a:cubicBezTo>
                    <a:pt x="12090" y="8290"/>
                    <a:pt x="12090" y="8332"/>
                    <a:pt x="12069" y="8353"/>
                  </a:cubicBezTo>
                  <a:cubicBezTo>
                    <a:pt x="12062" y="8428"/>
                    <a:pt x="12035" y="8459"/>
                    <a:pt x="11997" y="8459"/>
                  </a:cubicBezTo>
                  <a:cubicBezTo>
                    <a:pt x="11828" y="8459"/>
                    <a:pt x="11425" y="7850"/>
                    <a:pt x="11420" y="7850"/>
                  </a:cubicBezTo>
                  <a:lnTo>
                    <a:pt x="11420" y="7850"/>
                  </a:lnTo>
                  <a:cubicBezTo>
                    <a:pt x="11420" y="7850"/>
                    <a:pt x="11420" y="7850"/>
                    <a:pt x="11420" y="7850"/>
                  </a:cubicBezTo>
                  <a:lnTo>
                    <a:pt x="11420" y="7850"/>
                  </a:lnTo>
                  <a:cubicBezTo>
                    <a:pt x="11232" y="7432"/>
                    <a:pt x="11044" y="6993"/>
                    <a:pt x="10897" y="6533"/>
                  </a:cubicBezTo>
                  <a:cubicBezTo>
                    <a:pt x="10897" y="6449"/>
                    <a:pt x="10856" y="6344"/>
                    <a:pt x="10793" y="6282"/>
                  </a:cubicBezTo>
                  <a:lnTo>
                    <a:pt x="10730" y="6114"/>
                  </a:lnTo>
                  <a:cubicBezTo>
                    <a:pt x="10709" y="6052"/>
                    <a:pt x="10667" y="5989"/>
                    <a:pt x="10646" y="5926"/>
                  </a:cubicBezTo>
                  <a:cubicBezTo>
                    <a:pt x="10630" y="5885"/>
                    <a:pt x="10591" y="5867"/>
                    <a:pt x="10553" y="5867"/>
                  </a:cubicBezTo>
                  <a:cubicBezTo>
                    <a:pt x="10493" y="5867"/>
                    <a:pt x="10432" y="5912"/>
                    <a:pt x="10458" y="5989"/>
                  </a:cubicBezTo>
                  <a:cubicBezTo>
                    <a:pt x="10563" y="6219"/>
                    <a:pt x="10646" y="6449"/>
                    <a:pt x="10709" y="6679"/>
                  </a:cubicBezTo>
                  <a:cubicBezTo>
                    <a:pt x="10877" y="6951"/>
                    <a:pt x="10814" y="7286"/>
                    <a:pt x="10563" y="7495"/>
                  </a:cubicBezTo>
                  <a:cubicBezTo>
                    <a:pt x="10332" y="7140"/>
                    <a:pt x="10165" y="6742"/>
                    <a:pt x="10060" y="6324"/>
                  </a:cubicBezTo>
                  <a:cubicBezTo>
                    <a:pt x="9998" y="5926"/>
                    <a:pt x="9914" y="5528"/>
                    <a:pt x="9768" y="5152"/>
                  </a:cubicBezTo>
                  <a:cubicBezTo>
                    <a:pt x="9751" y="5102"/>
                    <a:pt x="9715" y="5082"/>
                    <a:pt x="9679" y="5082"/>
                  </a:cubicBezTo>
                  <a:cubicBezTo>
                    <a:pt x="9623" y="5082"/>
                    <a:pt x="9567" y="5130"/>
                    <a:pt x="9579" y="5194"/>
                  </a:cubicBezTo>
                  <a:cubicBezTo>
                    <a:pt x="9663" y="5591"/>
                    <a:pt x="9768" y="5989"/>
                    <a:pt x="9872" y="6386"/>
                  </a:cubicBezTo>
                  <a:lnTo>
                    <a:pt x="9935" y="6742"/>
                  </a:lnTo>
                  <a:lnTo>
                    <a:pt x="9935" y="6784"/>
                  </a:lnTo>
                  <a:cubicBezTo>
                    <a:pt x="9956" y="7056"/>
                    <a:pt x="9935" y="7140"/>
                    <a:pt x="9893" y="7160"/>
                  </a:cubicBezTo>
                  <a:cubicBezTo>
                    <a:pt x="9892" y="7161"/>
                    <a:pt x="9890" y="7161"/>
                    <a:pt x="9889" y="7161"/>
                  </a:cubicBezTo>
                  <a:cubicBezTo>
                    <a:pt x="9738" y="7161"/>
                    <a:pt x="9286" y="6028"/>
                    <a:pt x="9224" y="5738"/>
                  </a:cubicBezTo>
                  <a:cubicBezTo>
                    <a:pt x="9224" y="5696"/>
                    <a:pt x="9224" y="5675"/>
                    <a:pt x="9224" y="5654"/>
                  </a:cubicBezTo>
                  <a:cubicBezTo>
                    <a:pt x="9182" y="5298"/>
                    <a:pt x="9119" y="4922"/>
                    <a:pt x="9077" y="4566"/>
                  </a:cubicBezTo>
                  <a:cubicBezTo>
                    <a:pt x="9067" y="4503"/>
                    <a:pt x="9014" y="4472"/>
                    <a:pt x="8967" y="4472"/>
                  </a:cubicBezTo>
                  <a:cubicBezTo>
                    <a:pt x="8920" y="4472"/>
                    <a:pt x="8878" y="4503"/>
                    <a:pt x="8889" y="4566"/>
                  </a:cubicBezTo>
                  <a:cubicBezTo>
                    <a:pt x="8931" y="4964"/>
                    <a:pt x="8952" y="5424"/>
                    <a:pt x="9035" y="5863"/>
                  </a:cubicBezTo>
                  <a:cubicBezTo>
                    <a:pt x="9056" y="6156"/>
                    <a:pt x="9077" y="6470"/>
                    <a:pt x="9077" y="6763"/>
                  </a:cubicBezTo>
                  <a:lnTo>
                    <a:pt x="9056" y="6805"/>
                  </a:lnTo>
                  <a:cubicBezTo>
                    <a:pt x="9035" y="6847"/>
                    <a:pt x="8993" y="6909"/>
                    <a:pt x="8931" y="6951"/>
                  </a:cubicBezTo>
                  <a:cubicBezTo>
                    <a:pt x="8892" y="6983"/>
                    <a:pt x="8858" y="7000"/>
                    <a:pt x="8826" y="7000"/>
                  </a:cubicBezTo>
                  <a:cubicBezTo>
                    <a:pt x="8756" y="7000"/>
                    <a:pt x="8702" y="6916"/>
                    <a:pt x="8659" y="6742"/>
                  </a:cubicBezTo>
                  <a:cubicBezTo>
                    <a:pt x="8617" y="6700"/>
                    <a:pt x="8596" y="6637"/>
                    <a:pt x="8575" y="6575"/>
                  </a:cubicBezTo>
                  <a:cubicBezTo>
                    <a:pt x="8470" y="6344"/>
                    <a:pt x="8366" y="6114"/>
                    <a:pt x="8282" y="5863"/>
                  </a:cubicBezTo>
                  <a:cubicBezTo>
                    <a:pt x="8094" y="5361"/>
                    <a:pt x="7947" y="4859"/>
                    <a:pt x="7780" y="4357"/>
                  </a:cubicBezTo>
                  <a:cubicBezTo>
                    <a:pt x="7764" y="4309"/>
                    <a:pt x="7726" y="4288"/>
                    <a:pt x="7689" y="4288"/>
                  </a:cubicBezTo>
                  <a:cubicBezTo>
                    <a:pt x="7628" y="4288"/>
                    <a:pt x="7566" y="4342"/>
                    <a:pt x="7592" y="4420"/>
                  </a:cubicBezTo>
                  <a:cubicBezTo>
                    <a:pt x="7654" y="4671"/>
                    <a:pt x="7717" y="4943"/>
                    <a:pt x="7801" y="5215"/>
                  </a:cubicBezTo>
                  <a:cubicBezTo>
                    <a:pt x="7864" y="5508"/>
                    <a:pt x="7926" y="5780"/>
                    <a:pt x="7968" y="6072"/>
                  </a:cubicBezTo>
                  <a:cubicBezTo>
                    <a:pt x="7989" y="6219"/>
                    <a:pt x="8010" y="6365"/>
                    <a:pt x="8031" y="6512"/>
                  </a:cubicBezTo>
                  <a:cubicBezTo>
                    <a:pt x="8010" y="6365"/>
                    <a:pt x="7612" y="5863"/>
                    <a:pt x="7424" y="5591"/>
                  </a:cubicBezTo>
                  <a:cubicBezTo>
                    <a:pt x="7278" y="4901"/>
                    <a:pt x="7047" y="4252"/>
                    <a:pt x="6713" y="3645"/>
                  </a:cubicBezTo>
                  <a:cubicBezTo>
                    <a:pt x="6698" y="3608"/>
                    <a:pt x="6666" y="3592"/>
                    <a:pt x="6634" y="3592"/>
                  </a:cubicBezTo>
                  <a:cubicBezTo>
                    <a:pt x="6577" y="3592"/>
                    <a:pt x="6519" y="3641"/>
                    <a:pt x="6545" y="3708"/>
                  </a:cubicBezTo>
                  <a:cubicBezTo>
                    <a:pt x="6692" y="4420"/>
                    <a:pt x="6943" y="5089"/>
                    <a:pt x="7257" y="5717"/>
                  </a:cubicBezTo>
                  <a:cubicBezTo>
                    <a:pt x="7278" y="5780"/>
                    <a:pt x="7278" y="5842"/>
                    <a:pt x="7299" y="5884"/>
                  </a:cubicBezTo>
                  <a:cubicBezTo>
                    <a:pt x="7319" y="5989"/>
                    <a:pt x="7319" y="6093"/>
                    <a:pt x="7299" y="6198"/>
                  </a:cubicBezTo>
                  <a:cubicBezTo>
                    <a:pt x="7289" y="6253"/>
                    <a:pt x="7272" y="6284"/>
                    <a:pt x="7244" y="6284"/>
                  </a:cubicBezTo>
                  <a:cubicBezTo>
                    <a:pt x="7207" y="6284"/>
                    <a:pt x="7151" y="6232"/>
                    <a:pt x="7068" y="6114"/>
                  </a:cubicBezTo>
                  <a:cubicBezTo>
                    <a:pt x="6985" y="6031"/>
                    <a:pt x="6922" y="5905"/>
                    <a:pt x="6859" y="5800"/>
                  </a:cubicBezTo>
                  <a:cubicBezTo>
                    <a:pt x="6859" y="5717"/>
                    <a:pt x="6838" y="5633"/>
                    <a:pt x="6838" y="5528"/>
                  </a:cubicBezTo>
                  <a:cubicBezTo>
                    <a:pt x="6713" y="4964"/>
                    <a:pt x="6524" y="4420"/>
                    <a:pt x="6273" y="3896"/>
                  </a:cubicBezTo>
                  <a:cubicBezTo>
                    <a:pt x="6273" y="3875"/>
                    <a:pt x="6252" y="3875"/>
                    <a:pt x="6252" y="3855"/>
                  </a:cubicBezTo>
                  <a:cubicBezTo>
                    <a:pt x="6241" y="3847"/>
                    <a:pt x="6228" y="3843"/>
                    <a:pt x="6215" y="3843"/>
                  </a:cubicBezTo>
                  <a:cubicBezTo>
                    <a:pt x="6155" y="3843"/>
                    <a:pt x="6089" y="3912"/>
                    <a:pt x="6106" y="3980"/>
                  </a:cubicBezTo>
                  <a:cubicBezTo>
                    <a:pt x="6190" y="4566"/>
                    <a:pt x="6336" y="5152"/>
                    <a:pt x="6566" y="5696"/>
                  </a:cubicBezTo>
                  <a:cubicBezTo>
                    <a:pt x="6587" y="5884"/>
                    <a:pt x="6608" y="6031"/>
                    <a:pt x="6629" y="6093"/>
                  </a:cubicBezTo>
                  <a:cubicBezTo>
                    <a:pt x="6629" y="6093"/>
                    <a:pt x="6629" y="6114"/>
                    <a:pt x="6629" y="6114"/>
                  </a:cubicBezTo>
                  <a:lnTo>
                    <a:pt x="6587" y="6072"/>
                  </a:lnTo>
                  <a:cubicBezTo>
                    <a:pt x="6545" y="6010"/>
                    <a:pt x="6503" y="5947"/>
                    <a:pt x="6462" y="5905"/>
                  </a:cubicBezTo>
                  <a:cubicBezTo>
                    <a:pt x="6315" y="5654"/>
                    <a:pt x="6190" y="5382"/>
                    <a:pt x="6064" y="5089"/>
                  </a:cubicBezTo>
                  <a:lnTo>
                    <a:pt x="6064" y="4964"/>
                  </a:lnTo>
                  <a:cubicBezTo>
                    <a:pt x="6001" y="4482"/>
                    <a:pt x="5855" y="4022"/>
                    <a:pt x="5687" y="3583"/>
                  </a:cubicBezTo>
                  <a:cubicBezTo>
                    <a:pt x="5670" y="3530"/>
                    <a:pt x="5627" y="3507"/>
                    <a:pt x="5585" y="3507"/>
                  </a:cubicBezTo>
                  <a:cubicBezTo>
                    <a:pt x="5528" y="3507"/>
                    <a:pt x="5475" y="3551"/>
                    <a:pt x="5499" y="3624"/>
                  </a:cubicBezTo>
                  <a:cubicBezTo>
                    <a:pt x="5499" y="3708"/>
                    <a:pt x="5520" y="3792"/>
                    <a:pt x="5541" y="3875"/>
                  </a:cubicBezTo>
                  <a:cubicBezTo>
                    <a:pt x="5562" y="4022"/>
                    <a:pt x="5604" y="4168"/>
                    <a:pt x="5625" y="4315"/>
                  </a:cubicBezTo>
                  <a:cubicBezTo>
                    <a:pt x="5708" y="4608"/>
                    <a:pt x="5792" y="4901"/>
                    <a:pt x="5918" y="5173"/>
                  </a:cubicBezTo>
                  <a:cubicBezTo>
                    <a:pt x="5876" y="5229"/>
                    <a:pt x="5797" y="5266"/>
                    <a:pt x="5674" y="5266"/>
                  </a:cubicBezTo>
                  <a:cubicBezTo>
                    <a:pt x="5613" y="5266"/>
                    <a:pt x="5541" y="5256"/>
                    <a:pt x="5457" y="5236"/>
                  </a:cubicBezTo>
                  <a:cubicBezTo>
                    <a:pt x="5081" y="4629"/>
                    <a:pt x="4934" y="3875"/>
                    <a:pt x="4746" y="3164"/>
                  </a:cubicBezTo>
                  <a:lnTo>
                    <a:pt x="4725" y="3080"/>
                  </a:lnTo>
                  <a:cubicBezTo>
                    <a:pt x="4704" y="2976"/>
                    <a:pt x="4662" y="2871"/>
                    <a:pt x="4641" y="2787"/>
                  </a:cubicBezTo>
                  <a:cubicBezTo>
                    <a:pt x="4624" y="2745"/>
                    <a:pt x="4584" y="2727"/>
                    <a:pt x="4544" y="2727"/>
                  </a:cubicBezTo>
                  <a:cubicBezTo>
                    <a:pt x="4485" y="2727"/>
                    <a:pt x="4428" y="2767"/>
                    <a:pt x="4453" y="2829"/>
                  </a:cubicBezTo>
                  <a:cubicBezTo>
                    <a:pt x="4495" y="2955"/>
                    <a:pt x="4516" y="3080"/>
                    <a:pt x="4558" y="3206"/>
                  </a:cubicBezTo>
                  <a:cubicBezTo>
                    <a:pt x="4516" y="3290"/>
                    <a:pt x="4558" y="3394"/>
                    <a:pt x="4620" y="3499"/>
                  </a:cubicBezTo>
                  <a:cubicBezTo>
                    <a:pt x="4683" y="3729"/>
                    <a:pt x="4704" y="3938"/>
                    <a:pt x="4746" y="4168"/>
                  </a:cubicBezTo>
                  <a:cubicBezTo>
                    <a:pt x="4767" y="4336"/>
                    <a:pt x="4767" y="4503"/>
                    <a:pt x="4767" y="4671"/>
                  </a:cubicBezTo>
                  <a:lnTo>
                    <a:pt x="4767" y="5026"/>
                  </a:lnTo>
                  <a:cubicBezTo>
                    <a:pt x="4767" y="5047"/>
                    <a:pt x="4767" y="5068"/>
                    <a:pt x="4767" y="5089"/>
                  </a:cubicBezTo>
                  <a:cubicBezTo>
                    <a:pt x="4767" y="5131"/>
                    <a:pt x="4767" y="5194"/>
                    <a:pt x="4767" y="5256"/>
                  </a:cubicBezTo>
                  <a:cubicBezTo>
                    <a:pt x="4746" y="5340"/>
                    <a:pt x="4746" y="5424"/>
                    <a:pt x="4725" y="5487"/>
                  </a:cubicBezTo>
                  <a:lnTo>
                    <a:pt x="4495" y="5110"/>
                  </a:lnTo>
                  <a:cubicBezTo>
                    <a:pt x="4369" y="4901"/>
                    <a:pt x="4244" y="4692"/>
                    <a:pt x="4139" y="4461"/>
                  </a:cubicBezTo>
                  <a:cubicBezTo>
                    <a:pt x="4139" y="4440"/>
                    <a:pt x="4139" y="4440"/>
                    <a:pt x="4118" y="4420"/>
                  </a:cubicBezTo>
                  <a:cubicBezTo>
                    <a:pt x="4118" y="4399"/>
                    <a:pt x="4118" y="4336"/>
                    <a:pt x="4118" y="4315"/>
                  </a:cubicBezTo>
                  <a:cubicBezTo>
                    <a:pt x="4055" y="3499"/>
                    <a:pt x="3909" y="2704"/>
                    <a:pt x="3700" y="1909"/>
                  </a:cubicBezTo>
                  <a:cubicBezTo>
                    <a:pt x="3690" y="1862"/>
                    <a:pt x="3651" y="1840"/>
                    <a:pt x="3611" y="1840"/>
                  </a:cubicBezTo>
                  <a:cubicBezTo>
                    <a:pt x="3562" y="1840"/>
                    <a:pt x="3511" y="1872"/>
                    <a:pt x="3511" y="1930"/>
                  </a:cubicBezTo>
                  <a:cubicBezTo>
                    <a:pt x="3532" y="2055"/>
                    <a:pt x="3532" y="2181"/>
                    <a:pt x="3553" y="2306"/>
                  </a:cubicBezTo>
                  <a:cubicBezTo>
                    <a:pt x="3595" y="2871"/>
                    <a:pt x="3679" y="3457"/>
                    <a:pt x="3783" y="4001"/>
                  </a:cubicBezTo>
                  <a:cubicBezTo>
                    <a:pt x="3647" y="3787"/>
                    <a:pt x="3475" y="3429"/>
                    <a:pt x="3468" y="3429"/>
                  </a:cubicBezTo>
                  <a:lnTo>
                    <a:pt x="3468" y="3429"/>
                  </a:lnTo>
                  <a:cubicBezTo>
                    <a:pt x="3468" y="3429"/>
                    <a:pt x="3468" y="3432"/>
                    <a:pt x="3470" y="3436"/>
                  </a:cubicBezTo>
                  <a:cubicBezTo>
                    <a:pt x="3260" y="2997"/>
                    <a:pt x="3093" y="2557"/>
                    <a:pt x="2946" y="2118"/>
                  </a:cubicBezTo>
                  <a:cubicBezTo>
                    <a:pt x="2946" y="1992"/>
                    <a:pt x="2926" y="1930"/>
                    <a:pt x="2884" y="1909"/>
                  </a:cubicBezTo>
                  <a:cubicBezTo>
                    <a:pt x="2842" y="1783"/>
                    <a:pt x="2800" y="1679"/>
                    <a:pt x="2758" y="1553"/>
                  </a:cubicBezTo>
                  <a:cubicBezTo>
                    <a:pt x="2742" y="1504"/>
                    <a:pt x="2706" y="1483"/>
                    <a:pt x="2670" y="1483"/>
                  </a:cubicBezTo>
                  <a:cubicBezTo>
                    <a:pt x="2614" y="1483"/>
                    <a:pt x="2557" y="1531"/>
                    <a:pt x="2570" y="1595"/>
                  </a:cubicBezTo>
                  <a:cubicBezTo>
                    <a:pt x="2654" y="1971"/>
                    <a:pt x="2758" y="2327"/>
                    <a:pt x="2863" y="2683"/>
                  </a:cubicBezTo>
                  <a:cubicBezTo>
                    <a:pt x="2926" y="2913"/>
                    <a:pt x="2988" y="3143"/>
                    <a:pt x="3009" y="3373"/>
                  </a:cubicBezTo>
                  <a:cubicBezTo>
                    <a:pt x="3051" y="3541"/>
                    <a:pt x="3051" y="3687"/>
                    <a:pt x="3009" y="3855"/>
                  </a:cubicBezTo>
                  <a:cubicBezTo>
                    <a:pt x="2988" y="3896"/>
                    <a:pt x="2967" y="3917"/>
                    <a:pt x="2926" y="3917"/>
                  </a:cubicBezTo>
                  <a:cubicBezTo>
                    <a:pt x="2884" y="3896"/>
                    <a:pt x="2800" y="3834"/>
                    <a:pt x="2674" y="3666"/>
                  </a:cubicBezTo>
                  <a:lnTo>
                    <a:pt x="2633" y="3624"/>
                  </a:lnTo>
                  <a:cubicBezTo>
                    <a:pt x="2465" y="3373"/>
                    <a:pt x="2340" y="3101"/>
                    <a:pt x="2235" y="2808"/>
                  </a:cubicBezTo>
                  <a:cubicBezTo>
                    <a:pt x="2235" y="2725"/>
                    <a:pt x="2235" y="2641"/>
                    <a:pt x="2214" y="2557"/>
                  </a:cubicBezTo>
                  <a:cubicBezTo>
                    <a:pt x="2130" y="1951"/>
                    <a:pt x="1942" y="1344"/>
                    <a:pt x="1691" y="758"/>
                  </a:cubicBezTo>
                  <a:cubicBezTo>
                    <a:pt x="1691" y="737"/>
                    <a:pt x="1670" y="737"/>
                    <a:pt x="1649" y="716"/>
                  </a:cubicBezTo>
                  <a:cubicBezTo>
                    <a:pt x="1634" y="701"/>
                    <a:pt x="1616" y="694"/>
                    <a:pt x="1598" y="694"/>
                  </a:cubicBezTo>
                  <a:cubicBezTo>
                    <a:pt x="1543" y="694"/>
                    <a:pt x="1487" y="757"/>
                    <a:pt x="1503" y="821"/>
                  </a:cubicBezTo>
                  <a:cubicBezTo>
                    <a:pt x="1545" y="967"/>
                    <a:pt x="1586" y="1155"/>
                    <a:pt x="1628" y="1365"/>
                  </a:cubicBezTo>
                  <a:cubicBezTo>
                    <a:pt x="1712" y="1825"/>
                    <a:pt x="1817" y="2285"/>
                    <a:pt x="1963" y="2746"/>
                  </a:cubicBezTo>
                  <a:cubicBezTo>
                    <a:pt x="1939" y="2809"/>
                    <a:pt x="1913" y="2842"/>
                    <a:pt x="1884" y="2842"/>
                  </a:cubicBezTo>
                  <a:cubicBezTo>
                    <a:pt x="1837" y="2842"/>
                    <a:pt x="1785" y="2752"/>
                    <a:pt x="1733" y="2557"/>
                  </a:cubicBezTo>
                  <a:cubicBezTo>
                    <a:pt x="1586" y="2264"/>
                    <a:pt x="1482" y="1951"/>
                    <a:pt x="1377" y="1616"/>
                  </a:cubicBezTo>
                  <a:cubicBezTo>
                    <a:pt x="1356" y="1553"/>
                    <a:pt x="1356" y="1490"/>
                    <a:pt x="1335" y="1427"/>
                  </a:cubicBezTo>
                  <a:cubicBezTo>
                    <a:pt x="1273" y="1093"/>
                    <a:pt x="1189" y="758"/>
                    <a:pt x="1084" y="423"/>
                  </a:cubicBezTo>
                  <a:cubicBezTo>
                    <a:pt x="1065" y="376"/>
                    <a:pt x="1025" y="354"/>
                    <a:pt x="987" y="354"/>
                  </a:cubicBezTo>
                  <a:cubicBezTo>
                    <a:pt x="940" y="354"/>
                    <a:pt x="896" y="387"/>
                    <a:pt x="896" y="444"/>
                  </a:cubicBezTo>
                  <a:cubicBezTo>
                    <a:pt x="896" y="444"/>
                    <a:pt x="896" y="465"/>
                    <a:pt x="896" y="465"/>
                  </a:cubicBezTo>
                  <a:cubicBezTo>
                    <a:pt x="980" y="862"/>
                    <a:pt x="1063" y="1281"/>
                    <a:pt x="1189" y="1699"/>
                  </a:cubicBezTo>
                  <a:cubicBezTo>
                    <a:pt x="1210" y="1846"/>
                    <a:pt x="1231" y="2013"/>
                    <a:pt x="1252" y="2160"/>
                  </a:cubicBezTo>
                  <a:cubicBezTo>
                    <a:pt x="1252" y="2264"/>
                    <a:pt x="1273" y="2369"/>
                    <a:pt x="1273" y="2453"/>
                  </a:cubicBezTo>
                  <a:cubicBezTo>
                    <a:pt x="1273" y="2569"/>
                    <a:pt x="1252" y="2616"/>
                    <a:pt x="1221" y="2616"/>
                  </a:cubicBezTo>
                  <a:cubicBezTo>
                    <a:pt x="1156" y="2616"/>
                    <a:pt x="1043" y="2419"/>
                    <a:pt x="959" y="2223"/>
                  </a:cubicBezTo>
                  <a:cubicBezTo>
                    <a:pt x="791" y="1490"/>
                    <a:pt x="519" y="779"/>
                    <a:pt x="289" y="67"/>
                  </a:cubicBezTo>
                  <a:cubicBezTo>
                    <a:pt x="289" y="46"/>
                    <a:pt x="268" y="26"/>
                    <a:pt x="247" y="5"/>
                  </a:cubicBezTo>
                  <a:cubicBezTo>
                    <a:pt x="236" y="2"/>
                    <a:pt x="225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7" name="Google Shape;397;p7"/>
            <p:cNvSpPr/>
            <p:nvPr/>
          </p:nvSpPr>
          <p:spPr>
            <a:xfrm>
              <a:off x="1993680" y="2613960"/>
              <a:ext cx="679680" cy="354960"/>
            </a:xfrm>
            <a:custGeom>
              <a:avLst/>
              <a:gdLst>
                <a:gd name="textAreaLeft" fmla="*/ 0 w 679680"/>
                <a:gd name="textAreaRight" fmla="*/ 680040 w 679680"/>
                <a:gd name="textAreaTop" fmla="*/ 0 h 354960"/>
                <a:gd name="textAreaBottom" fmla="*/ 355320 h 354960"/>
              </a:gdLst>
              <a:ahLst/>
              <a:cxnLst/>
              <a:rect l="textAreaLeft" t="textAreaTop" r="textAreaRight" b="textAreaBottom"/>
              <a:pathLst>
                <a:path w="27196" h="14216">
                  <a:moveTo>
                    <a:pt x="2846" y="0"/>
                  </a:moveTo>
                  <a:cubicBezTo>
                    <a:pt x="2135" y="209"/>
                    <a:pt x="1423" y="460"/>
                    <a:pt x="733" y="753"/>
                  </a:cubicBezTo>
                  <a:lnTo>
                    <a:pt x="230" y="963"/>
                  </a:lnTo>
                  <a:cubicBezTo>
                    <a:pt x="210" y="983"/>
                    <a:pt x="210" y="1004"/>
                    <a:pt x="210" y="1025"/>
                  </a:cubicBezTo>
                  <a:lnTo>
                    <a:pt x="84" y="1046"/>
                  </a:lnTo>
                  <a:cubicBezTo>
                    <a:pt x="63" y="1067"/>
                    <a:pt x="42" y="1088"/>
                    <a:pt x="21" y="1109"/>
                  </a:cubicBezTo>
                  <a:cubicBezTo>
                    <a:pt x="0" y="1193"/>
                    <a:pt x="63" y="1255"/>
                    <a:pt x="147" y="1255"/>
                  </a:cubicBezTo>
                  <a:lnTo>
                    <a:pt x="461" y="1172"/>
                  </a:lnTo>
                  <a:cubicBezTo>
                    <a:pt x="921" y="1088"/>
                    <a:pt x="1360" y="983"/>
                    <a:pt x="1821" y="879"/>
                  </a:cubicBezTo>
                  <a:lnTo>
                    <a:pt x="1821" y="879"/>
                  </a:lnTo>
                  <a:cubicBezTo>
                    <a:pt x="1632" y="963"/>
                    <a:pt x="1507" y="1004"/>
                    <a:pt x="1402" y="1046"/>
                  </a:cubicBezTo>
                  <a:lnTo>
                    <a:pt x="1026" y="1235"/>
                  </a:lnTo>
                  <a:cubicBezTo>
                    <a:pt x="963" y="1276"/>
                    <a:pt x="963" y="1339"/>
                    <a:pt x="1005" y="1381"/>
                  </a:cubicBezTo>
                  <a:cubicBezTo>
                    <a:pt x="1026" y="1423"/>
                    <a:pt x="1067" y="1423"/>
                    <a:pt x="1088" y="1423"/>
                  </a:cubicBezTo>
                  <a:cubicBezTo>
                    <a:pt x="1925" y="1235"/>
                    <a:pt x="2720" y="900"/>
                    <a:pt x="3557" y="691"/>
                  </a:cubicBezTo>
                  <a:lnTo>
                    <a:pt x="3557" y="691"/>
                  </a:lnTo>
                  <a:cubicBezTo>
                    <a:pt x="2825" y="942"/>
                    <a:pt x="2114" y="1276"/>
                    <a:pt x="1465" y="1674"/>
                  </a:cubicBezTo>
                  <a:cubicBezTo>
                    <a:pt x="1402" y="1695"/>
                    <a:pt x="1402" y="1758"/>
                    <a:pt x="1423" y="1800"/>
                  </a:cubicBezTo>
                  <a:cubicBezTo>
                    <a:pt x="1444" y="1841"/>
                    <a:pt x="1486" y="1862"/>
                    <a:pt x="1528" y="1862"/>
                  </a:cubicBezTo>
                  <a:cubicBezTo>
                    <a:pt x="2135" y="1758"/>
                    <a:pt x="2741" y="1569"/>
                    <a:pt x="3306" y="1339"/>
                  </a:cubicBezTo>
                  <a:cubicBezTo>
                    <a:pt x="3552" y="1241"/>
                    <a:pt x="3810" y="1143"/>
                    <a:pt x="4070" y="1055"/>
                  </a:cubicBezTo>
                  <a:lnTo>
                    <a:pt x="4070" y="1055"/>
                  </a:lnTo>
                  <a:cubicBezTo>
                    <a:pt x="3915" y="1113"/>
                    <a:pt x="3763" y="1184"/>
                    <a:pt x="3620" y="1255"/>
                  </a:cubicBezTo>
                  <a:cubicBezTo>
                    <a:pt x="3390" y="1360"/>
                    <a:pt x="3160" y="1486"/>
                    <a:pt x="2930" y="1632"/>
                  </a:cubicBezTo>
                  <a:cubicBezTo>
                    <a:pt x="2720" y="1758"/>
                    <a:pt x="2511" y="1883"/>
                    <a:pt x="2323" y="2030"/>
                  </a:cubicBezTo>
                  <a:cubicBezTo>
                    <a:pt x="2264" y="2069"/>
                    <a:pt x="2279" y="2199"/>
                    <a:pt x="2366" y="2199"/>
                  </a:cubicBezTo>
                  <a:cubicBezTo>
                    <a:pt x="2372" y="2199"/>
                    <a:pt x="2379" y="2198"/>
                    <a:pt x="2386" y="2197"/>
                  </a:cubicBezTo>
                  <a:cubicBezTo>
                    <a:pt x="3181" y="2134"/>
                    <a:pt x="3892" y="1779"/>
                    <a:pt x="4645" y="1507"/>
                  </a:cubicBezTo>
                  <a:lnTo>
                    <a:pt x="4645" y="1507"/>
                  </a:lnTo>
                  <a:cubicBezTo>
                    <a:pt x="4248" y="1653"/>
                    <a:pt x="3850" y="1841"/>
                    <a:pt x="3495" y="2072"/>
                  </a:cubicBezTo>
                  <a:cubicBezTo>
                    <a:pt x="3327" y="2176"/>
                    <a:pt x="3139" y="2281"/>
                    <a:pt x="2992" y="2385"/>
                  </a:cubicBezTo>
                  <a:cubicBezTo>
                    <a:pt x="2825" y="2490"/>
                    <a:pt x="2658" y="2616"/>
                    <a:pt x="2511" y="2720"/>
                  </a:cubicBezTo>
                  <a:cubicBezTo>
                    <a:pt x="2427" y="2762"/>
                    <a:pt x="2448" y="2908"/>
                    <a:pt x="2553" y="2908"/>
                  </a:cubicBezTo>
                  <a:cubicBezTo>
                    <a:pt x="3453" y="2825"/>
                    <a:pt x="4227" y="2469"/>
                    <a:pt x="5064" y="2155"/>
                  </a:cubicBezTo>
                  <a:cubicBezTo>
                    <a:pt x="5330" y="2053"/>
                    <a:pt x="5466" y="1996"/>
                    <a:pt x="5481" y="1996"/>
                  </a:cubicBezTo>
                  <a:cubicBezTo>
                    <a:pt x="5498" y="1996"/>
                    <a:pt x="5383" y="2058"/>
                    <a:pt x="5148" y="2197"/>
                  </a:cubicBezTo>
                  <a:cubicBezTo>
                    <a:pt x="4750" y="2406"/>
                    <a:pt x="4373" y="2574"/>
                    <a:pt x="3997" y="2804"/>
                  </a:cubicBezTo>
                  <a:cubicBezTo>
                    <a:pt x="3913" y="2846"/>
                    <a:pt x="3808" y="2908"/>
                    <a:pt x="3725" y="2971"/>
                  </a:cubicBezTo>
                  <a:cubicBezTo>
                    <a:pt x="3704" y="2992"/>
                    <a:pt x="3683" y="3034"/>
                    <a:pt x="3683" y="3076"/>
                  </a:cubicBezTo>
                  <a:cubicBezTo>
                    <a:pt x="3683" y="3118"/>
                    <a:pt x="3725" y="3160"/>
                    <a:pt x="3767" y="3160"/>
                  </a:cubicBezTo>
                  <a:cubicBezTo>
                    <a:pt x="4290" y="3118"/>
                    <a:pt x="4792" y="2950"/>
                    <a:pt x="5252" y="2699"/>
                  </a:cubicBezTo>
                  <a:lnTo>
                    <a:pt x="5545" y="2553"/>
                  </a:lnTo>
                  <a:cubicBezTo>
                    <a:pt x="5796" y="2427"/>
                    <a:pt x="5984" y="2344"/>
                    <a:pt x="6089" y="2302"/>
                  </a:cubicBezTo>
                  <a:cubicBezTo>
                    <a:pt x="6131" y="2260"/>
                    <a:pt x="6194" y="2260"/>
                    <a:pt x="6236" y="2260"/>
                  </a:cubicBezTo>
                  <a:cubicBezTo>
                    <a:pt x="6319" y="2260"/>
                    <a:pt x="6194" y="2385"/>
                    <a:pt x="6026" y="2511"/>
                  </a:cubicBezTo>
                  <a:cubicBezTo>
                    <a:pt x="5859" y="2657"/>
                    <a:pt x="5671" y="2783"/>
                    <a:pt x="5482" y="2908"/>
                  </a:cubicBezTo>
                  <a:cubicBezTo>
                    <a:pt x="5064" y="3139"/>
                    <a:pt x="4645" y="3327"/>
                    <a:pt x="4248" y="3599"/>
                  </a:cubicBezTo>
                  <a:cubicBezTo>
                    <a:pt x="4164" y="3641"/>
                    <a:pt x="4185" y="3766"/>
                    <a:pt x="4290" y="3766"/>
                  </a:cubicBezTo>
                  <a:cubicBezTo>
                    <a:pt x="4698" y="3735"/>
                    <a:pt x="5107" y="3644"/>
                    <a:pt x="5489" y="3486"/>
                  </a:cubicBezTo>
                  <a:lnTo>
                    <a:pt x="5489" y="3486"/>
                  </a:lnTo>
                  <a:cubicBezTo>
                    <a:pt x="5353" y="3551"/>
                    <a:pt x="5216" y="3617"/>
                    <a:pt x="5085" y="3683"/>
                  </a:cubicBezTo>
                  <a:cubicBezTo>
                    <a:pt x="4917" y="3766"/>
                    <a:pt x="4750" y="3850"/>
                    <a:pt x="4583" y="3934"/>
                  </a:cubicBezTo>
                  <a:cubicBezTo>
                    <a:pt x="4562" y="3955"/>
                    <a:pt x="4541" y="3996"/>
                    <a:pt x="4541" y="4038"/>
                  </a:cubicBezTo>
                  <a:cubicBezTo>
                    <a:pt x="4541" y="4080"/>
                    <a:pt x="4583" y="4122"/>
                    <a:pt x="4645" y="4122"/>
                  </a:cubicBezTo>
                  <a:lnTo>
                    <a:pt x="4729" y="4122"/>
                  </a:lnTo>
                  <a:cubicBezTo>
                    <a:pt x="4938" y="4122"/>
                    <a:pt x="5148" y="4080"/>
                    <a:pt x="5357" y="4038"/>
                  </a:cubicBezTo>
                  <a:lnTo>
                    <a:pt x="5461" y="4017"/>
                  </a:lnTo>
                  <a:cubicBezTo>
                    <a:pt x="5901" y="3913"/>
                    <a:pt x="6319" y="3766"/>
                    <a:pt x="6717" y="3599"/>
                  </a:cubicBezTo>
                  <a:cubicBezTo>
                    <a:pt x="6984" y="3490"/>
                    <a:pt x="7108" y="3449"/>
                    <a:pt x="7146" y="3449"/>
                  </a:cubicBezTo>
                  <a:cubicBezTo>
                    <a:pt x="7239" y="3449"/>
                    <a:pt x="6815" y="3692"/>
                    <a:pt x="6696" y="3766"/>
                  </a:cubicBezTo>
                  <a:cubicBezTo>
                    <a:pt x="6528" y="3850"/>
                    <a:pt x="6403" y="3913"/>
                    <a:pt x="6256" y="3976"/>
                  </a:cubicBezTo>
                  <a:cubicBezTo>
                    <a:pt x="6110" y="4038"/>
                    <a:pt x="5922" y="4122"/>
                    <a:pt x="5775" y="4206"/>
                  </a:cubicBezTo>
                  <a:cubicBezTo>
                    <a:pt x="5671" y="4268"/>
                    <a:pt x="5566" y="4331"/>
                    <a:pt x="5461" y="4394"/>
                  </a:cubicBezTo>
                  <a:cubicBezTo>
                    <a:pt x="5420" y="4394"/>
                    <a:pt x="5399" y="4457"/>
                    <a:pt x="5420" y="4499"/>
                  </a:cubicBezTo>
                  <a:cubicBezTo>
                    <a:pt x="5440" y="4541"/>
                    <a:pt x="5482" y="4561"/>
                    <a:pt x="5545" y="4561"/>
                  </a:cubicBezTo>
                  <a:cubicBezTo>
                    <a:pt x="6445" y="4436"/>
                    <a:pt x="7240" y="4080"/>
                    <a:pt x="8098" y="3808"/>
                  </a:cubicBezTo>
                  <a:lnTo>
                    <a:pt x="8140" y="3808"/>
                  </a:lnTo>
                  <a:cubicBezTo>
                    <a:pt x="8363" y="3752"/>
                    <a:pt x="8474" y="3724"/>
                    <a:pt x="8505" y="3724"/>
                  </a:cubicBezTo>
                  <a:cubicBezTo>
                    <a:pt x="8521" y="3724"/>
                    <a:pt x="8516" y="3731"/>
                    <a:pt x="8495" y="3745"/>
                  </a:cubicBezTo>
                  <a:cubicBezTo>
                    <a:pt x="8380" y="3861"/>
                    <a:pt x="7395" y="4278"/>
                    <a:pt x="7370" y="4278"/>
                  </a:cubicBezTo>
                  <a:cubicBezTo>
                    <a:pt x="7368" y="4278"/>
                    <a:pt x="7373" y="4275"/>
                    <a:pt x="7386" y="4268"/>
                  </a:cubicBezTo>
                  <a:lnTo>
                    <a:pt x="7386" y="4268"/>
                  </a:lnTo>
                  <a:cubicBezTo>
                    <a:pt x="6989" y="4436"/>
                    <a:pt x="6612" y="4603"/>
                    <a:pt x="6256" y="4833"/>
                  </a:cubicBezTo>
                  <a:cubicBezTo>
                    <a:pt x="6215" y="4833"/>
                    <a:pt x="6215" y="4875"/>
                    <a:pt x="6215" y="4896"/>
                  </a:cubicBezTo>
                  <a:cubicBezTo>
                    <a:pt x="6194" y="4959"/>
                    <a:pt x="6236" y="5001"/>
                    <a:pt x="6298" y="5001"/>
                  </a:cubicBezTo>
                  <a:lnTo>
                    <a:pt x="6382" y="5001"/>
                  </a:lnTo>
                  <a:cubicBezTo>
                    <a:pt x="7052" y="4938"/>
                    <a:pt x="7679" y="4771"/>
                    <a:pt x="8286" y="4478"/>
                  </a:cubicBezTo>
                  <a:cubicBezTo>
                    <a:pt x="8453" y="4415"/>
                    <a:pt x="8621" y="4352"/>
                    <a:pt x="8788" y="4289"/>
                  </a:cubicBezTo>
                  <a:cubicBezTo>
                    <a:pt x="9007" y="4212"/>
                    <a:pt x="9107" y="4182"/>
                    <a:pt x="9131" y="4182"/>
                  </a:cubicBezTo>
                  <a:cubicBezTo>
                    <a:pt x="9178" y="4182"/>
                    <a:pt x="8933" y="4297"/>
                    <a:pt x="8725" y="4394"/>
                  </a:cubicBezTo>
                  <a:lnTo>
                    <a:pt x="8453" y="4520"/>
                  </a:lnTo>
                  <a:cubicBezTo>
                    <a:pt x="8014" y="4729"/>
                    <a:pt x="7596" y="4980"/>
                    <a:pt x="7198" y="5252"/>
                  </a:cubicBezTo>
                  <a:cubicBezTo>
                    <a:pt x="7156" y="5294"/>
                    <a:pt x="7135" y="5377"/>
                    <a:pt x="7198" y="5419"/>
                  </a:cubicBezTo>
                  <a:cubicBezTo>
                    <a:pt x="7198" y="5419"/>
                    <a:pt x="7219" y="5440"/>
                    <a:pt x="7240" y="5440"/>
                  </a:cubicBezTo>
                  <a:lnTo>
                    <a:pt x="7282" y="5440"/>
                  </a:lnTo>
                  <a:cubicBezTo>
                    <a:pt x="8077" y="5231"/>
                    <a:pt x="8872" y="4938"/>
                    <a:pt x="9625" y="4561"/>
                  </a:cubicBezTo>
                  <a:cubicBezTo>
                    <a:pt x="9869" y="4464"/>
                    <a:pt x="10049" y="4385"/>
                    <a:pt x="10085" y="4385"/>
                  </a:cubicBezTo>
                  <a:cubicBezTo>
                    <a:pt x="10127" y="4385"/>
                    <a:pt x="9979" y="4490"/>
                    <a:pt x="9521" y="4792"/>
                  </a:cubicBezTo>
                  <a:cubicBezTo>
                    <a:pt x="9332" y="4917"/>
                    <a:pt x="9165" y="5022"/>
                    <a:pt x="8977" y="5126"/>
                  </a:cubicBezTo>
                  <a:lnTo>
                    <a:pt x="8935" y="5147"/>
                  </a:lnTo>
                  <a:cubicBezTo>
                    <a:pt x="8830" y="5147"/>
                    <a:pt x="8725" y="5210"/>
                    <a:pt x="8663" y="5294"/>
                  </a:cubicBezTo>
                  <a:cubicBezTo>
                    <a:pt x="8558" y="5357"/>
                    <a:pt x="8433" y="5419"/>
                    <a:pt x="8328" y="5482"/>
                  </a:cubicBezTo>
                  <a:lnTo>
                    <a:pt x="8265" y="5524"/>
                  </a:lnTo>
                  <a:cubicBezTo>
                    <a:pt x="8159" y="5577"/>
                    <a:pt x="8218" y="5705"/>
                    <a:pt x="8301" y="5705"/>
                  </a:cubicBezTo>
                  <a:cubicBezTo>
                    <a:pt x="8317" y="5705"/>
                    <a:pt x="8333" y="5701"/>
                    <a:pt x="8349" y="5691"/>
                  </a:cubicBezTo>
                  <a:cubicBezTo>
                    <a:pt x="8621" y="5566"/>
                    <a:pt x="8872" y="5440"/>
                    <a:pt x="9144" y="5315"/>
                  </a:cubicBezTo>
                  <a:lnTo>
                    <a:pt x="9353" y="5189"/>
                  </a:lnTo>
                  <a:cubicBezTo>
                    <a:pt x="9583" y="5085"/>
                    <a:pt x="9939" y="4896"/>
                    <a:pt x="10148" y="4813"/>
                  </a:cubicBezTo>
                  <a:cubicBezTo>
                    <a:pt x="10229" y="4768"/>
                    <a:pt x="10282" y="4742"/>
                    <a:pt x="10298" y="4742"/>
                  </a:cubicBezTo>
                  <a:cubicBezTo>
                    <a:pt x="10319" y="4742"/>
                    <a:pt x="10271" y="4788"/>
                    <a:pt x="10127" y="4896"/>
                  </a:cubicBezTo>
                  <a:lnTo>
                    <a:pt x="10085" y="4917"/>
                  </a:lnTo>
                  <a:cubicBezTo>
                    <a:pt x="9688" y="5168"/>
                    <a:pt x="9290" y="5294"/>
                    <a:pt x="8935" y="5629"/>
                  </a:cubicBezTo>
                  <a:cubicBezTo>
                    <a:pt x="8877" y="5686"/>
                    <a:pt x="8925" y="5778"/>
                    <a:pt x="9013" y="5778"/>
                  </a:cubicBezTo>
                  <a:cubicBezTo>
                    <a:pt x="9021" y="5778"/>
                    <a:pt x="9030" y="5777"/>
                    <a:pt x="9039" y="5775"/>
                  </a:cubicBezTo>
                  <a:lnTo>
                    <a:pt x="9081" y="5775"/>
                  </a:lnTo>
                  <a:cubicBezTo>
                    <a:pt x="9500" y="5712"/>
                    <a:pt x="9897" y="5587"/>
                    <a:pt x="10295" y="5461"/>
                  </a:cubicBezTo>
                  <a:cubicBezTo>
                    <a:pt x="10525" y="5377"/>
                    <a:pt x="10755" y="5336"/>
                    <a:pt x="11006" y="5315"/>
                  </a:cubicBezTo>
                  <a:lnTo>
                    <a:pt x="11006" y="5315"/>
                  </a:lnTo>
                  <a:cubicBezTo>
                    <a:pt x="11153" y="5336"/>
                    <a:pt x="11132" y="5440"/>
                    <a:pt x="10650" y="5754"/>
                  </a:cubicBezTo>
                  <a:cubicBezTo>
                    <a:pt x="10190" y="6047"/>
                    <a:pt x="9709" y="6277"/>
                    <a:pt x="9207" y="6465"/>
                  </a:cubicBezTo>
                  <a:lnTo>
                    <a:pt x="8705" y="6654"/>
                  </a:lnTo>
                  <a:cubicBezTo>
                    <a:pt x="8606" y="6693"/>
                    <a:pt x="8656" y="6844"/>
                    <a:pt x="8749" y="6844"/>
                  </a:cubicBezTo>
                  <a:cubicBezTo>
                    <a:pt x="8755" y="6844"/>
                    <a:pt x="8761" y="6843"/>
                    <a:pt x="8767" y="6842"/>
                  </a:cubicBezTo>
                  <a:cubicBezTo>
                    <a:pt x="9018" y="6779"/>
                    <a:pt x="9249" y="6696"/>
                    <a:pt x="9479" y="6591"/>
                  </a:cubicBezTo>
                  <a:cubicBezTo>
                    <a:pt x="10274" y="6277"/>
                    <a:pt x="11048" y="5901"/>
                    <a:pt x="11843" y="5587"/>
                  </a:cubicBezTo>
                  <a:cubicBezTo>
                    <a:pt x="12055" y="5501"/>
                    <a:pt x="12155" y="5467"/>
                    <a:pt x="12180" y="5467"/>
                  </a:cubicBezTo>
                  <a:cubicBezTo>
                    <a:pt x="12273" y="5467"/>
                    <a:pt x="11368" y="5923"/>
                    <a:pt x="11236" y="6005"/>
                  </a:cubicBezTo>
                  <a:lnTo>
                    <a:pt x="10881" y="6173"/>
                  </a:lnTo>
                  <a:cubicBezTo>
                    <a:pt x="10692" y="6277"/>
                    <a:pt x="10525" y="6382"/>
                    <a:pt x="10357" y="6465"/>
                  </a:cubicBezTo>
                  <a:cubicBezTo>
                    <a:pt x="10169" y="6570"/>
                    <a:pt x="10065" y="6654"/>
                    <a:pt x="9918" y="6758"/>
                  </a:cubicBezTo>
                  <a:cubicBezTo>
                    <a:pt x="9897" y="6758"/>
                    <a:pt x="9876" y="6779"/>
                    <a:pt x="9876" y="6821"/>
                  </a:cubicBezTo>
                  <a:cubicBezTo>
                    <a:pt x="9855" y="6863"/>
                    <a:pt x="9897" y="6926"/>
                    <a:pt x="9981" y="6926"/>
                  </a:cubicBezTo>
                  <a:lnTo>
                    <a:pt x="10085" y="6926"/>
                  </a:lnTo>
                  <a:cubicBezTo>
                    <a:pt x="11069" y="6863"/>
                    <a:pt x="11885" y="6277"/>
                    <a:pt x="12806" y="5942"/>
                  </a:cubicBezTo>
                  <a:lnTo>
                    <a:pt x="12806" y="5942"/>
                  </a:lnTo>
                  <a:cubicBezTo>
                    <a:pt x="13245" y="6005"/>
                    <a:pt x="13182" y="6152"/>
                    <a:pt x="12617" y="6361"/>
                  </a:cubicBezTo>
                  <a:cubicBezTo>
                    <a:pt x="12429" y="6465"/>
                    <a:pt x="12220" y="6570"/>
                    <a:pt x="12031" y="6654"/>
                  </a:cubicBezTo>
                  <a:cubicBezTo>
                    <a:pt x="11822" y="6737"/>
                    <a:pt x="11697" y="6800"/>
                    <a:pt x="11529" y="6884"/>
                  </a:cubicBezTo>
                  <a:cubicBezTo>
                    <a:pt x="11362" y="6947"/>
                    <a:pt x="11153" y="7030"/>
                    <a:pt x="10985" y="7114"/>
                  </a:cubicBezTo>
                  <a:lnTo>
                    <a:pt x="10692" y="7240"/>
                  </a:lnTo>
                  <a:lnTo>
                    <a:pt x="10609" y="7281"/>
                  </a:lnTo>
                  <a:cubicBezTo>
                    <a:pt x="10515" y="7337"/>
                    <a:pt x="10555" y="7476"/>
                    <a:pt x="10654" y="7476"/>
                  </a:cubicBezTo>
                  <a:cubicBezTo>
                    <a:pt x="10666" y="7476"/>
                    <a:pt x="10679" y="7474"/>
                    <a:pt x="10692" y="7470"/>
                  </a:cubicBezTo>
                  <a:lnTo>
                    <a:pt x="10985" y="7386"/>
                  </a:lnTo>
                  <a:cubicBezTo>
                    <a:pt x="11153" y="7344"/>
                    <a:pt x="11341" y="7281"/>
                    <a:pt x="11529" y="7198"/>
                  </a:cubicBezTo>
                  <a:lnTo>
                    <a:pt x="11906" y="7030"/>
                  </a:lnTo>
                  <a:lnTo>
                    <a:pt x="12534" y="6779"/>
                  </a:lnTo>
                  <a:lnTo>
                    <a:pt x="12680" y="6717"/>
                  </a:lnTo>
                  <a:cubicBezTo>
                    <a:pt x="12910" y="6622"/>
                    <a:pt x="13041" y="6575"/>
                    <a:pt x="13072" y="6575"/>
                  </a:cubicBezTo>
                  <a:cubicBezTo>
                    <a:pt x="13104" y="6575"/>
                    <a:pt x="13036" y="6622"/>
                    <a:pt x="12868" y="6717"/>
                  </a:cubicBezTo>
                  <a:lnTo>
                    <a:pt x="12847" y="6717"/>
                  </a:lnTo>
                  <a:cubicBezTo>
                    <a:pt x="12659" y="6821"/>
                    <a:pt x="12492" y="6905"/>
                    <a:pt x="12303" y="6989"/>
                  </a:cubicBezTo>
                  <a:cubicBezTo>
                    <a:pt x="11927" y="7135"/>
                    <a:pt x="11571" y="7302"/>
                    <a:pt x="11257" y="7512"/>
                  </a:cubicBezTo>
                  <a:cubicBezTo>
                    <a:pt x="11153" y="7574"/>
                    <a:pt x="11048" y="7637"/>
                    <a:pt x="10964" y="7721"/>
                  </a:cubicBezTo>
                  <a:cubicBezTo>
                    <a:pt x="10881" y="7784"/>
                    <a:pt x="10964" y="7888"/>
                    <a:pt x="11027" y="7888"/>
                  </a:cubicBezTo>
                  <a:cubicBezTo>
                    <a:pt x="11131" y="7903"/>
                    <a:pt x="11235" y="7910"/>
                    <a:pt x="11337" y="7910"/>
                  </a:cubicBezTo>
                  <a:cubicBezTo>
                    <a:pt x="11525" y="7910"/>
                    <a:pt x="11709" y="7887"/>
                    <a:pt x="11885" y="7846"/>
                  </a:cubicBezTo>
                  <a:cubicBezTo>
                    <a:pt x="12282" y="7763"/>
                    <a:pt x="12659" y="7637"/>
                    <a:pt x="13015" y="7470"/>
                  </a:cubicBezTo>
                  <a:lnTo>
                    <a:pt x="13370" y="7302"/>
                  </a:lnTo>
                  <a:cubicBezTo>
                    <a:pt x="13559" y="7219"/>
                    <a:pt x="13768" y="7135"/>
                    <a:pt x="13956" y="7072"/>
                  </a:cubicBezTo>
                  <a:cubicBezTo>
                    <a:pt x="14082" y="7030"/>
                    <a:pt x="14228" y="6968"/>
                    <a:pt x="14354" y="6947"/>
                  </a:cubicBezTo>
                  <a:lnTo>
                    <a:pt x="14354" y="6968"/>
                  </a:lnTo>
                  <a:cubicBezTo>
                    <a:pt x="14354" y="7051"/>
                    <a:pt x="14333" y="7114"/>
                    <a:pt x="14312" y="7177"/>
                  </a:cubicBezTo>
                  <a:lnTo>
                    <a:pt x="14312" y="7198"/>
                  </a:lnTo>
                  <a:cubicBezTo>
                    <a:pt x="14124" y="7281"/>
                    <a:pt x="13956" y="7386"/>
                    <a:pt x="13768" y="7470"/>
                  </a:cubicBezTo>
                  <a:cubicBezTo>
                    <a:pt x="13454" y="7574"/>
                    <a:pt x="13182" y="7763"/>
                    <a:pt x="12952" y="8014"/>
                  </a:cubicBezTo>
                  <a:cubicBezTo>
                    <a:pt x="12931" y="8035"/>
                    <a:pt x="12910" y="8056"/>
                    <a:pt x="12889" y="8077"/>
                  </a:cubicBezTo>
                  <a:cubicBezTo>
                    <a:pt x="12847" y="8118"/>
                    <a:pt x="12847" y="8181"/>
                    <a:pt x="12889" y="8223"/>
                  </a:cubicBezTo>
                  <a:cubicBezTo>
                    <a:pt x="12889" y="8244"/>
                    <a:pt x="12931" y="8244"/>
                    <a:pt x="12952" y="8244"/>
                  </a:cubicBezTo>
                  <a:cubicBezTo>
                    <a:pt x="13119" y="8223"/>
                    <a:pt x="13308" y="8202"/>
                    <a:pt x="13475" y="8160"/>
                  </a:cubicBezTo>
                  <a:cubicBezTo>
                    <a:pt x="13747" y="8098"/>
                    <a:pt x="13998" y="8035"/>
                    <a:pt x="14249" y="7930"/>
                  </a:cubicBezTo>
                  <a:cubicBezTo>
                    <a:pt x="14563" y="7826"/>
                    <a:pt x="14877" y="7721"/>
                    <a:pt x="15212" y="7616"/>
                  </a:cubicBezTo>
                  <a:cubicBezTo>
                    <a:pt x="15560" y="7498"/>
                    <a:pt x="15756" y="7451"/>
                    <a:pt x="15846" y="7451"/>
                  </a:cubicBezTo>
                  <a:cubicBezTo>
                    <a:pt x="16025" y="7451"/>
                    <a:pt x="15784" y="7637"/>
                    <a:pt x="15505" y="7805"/>
                  </a:cubicBezTo>
                  <a:cubicBezTo>
                    <a:pt x="15316" y="7909"/>
                    <a:pt x="15128" y="8014"/>
                    <a:pt x="15023" y="8056"/>
                  </a:cubicBezTo>
                  <a:cubicBezTo>
                    <a:pt x="14689" y="8223"/>
                    <a:pt x="14375" y="8432"/>
                    <a:pt x="14103" y="8683"/>
                  </a:cubicBezTo>
                  <a:cubicBezTo>
                    <a:pt x="14040" y="8746"/>
                    <a:pt x="14061" y="8830"/>
                    <a:pt x="14145" y="8851"/>
                  </a:cubicBezTo>
                  <a:lnTo>
                    <a:pt x="14166" y="8851"/>
                  </a:lnTo>
                  <a:cubicBezTo>
                    <a:pt x="14240" y="8866"/>
                    <a:pt x="14324" y="8880"/>
                    <a:pt x="14412" y="8880"/>
                  </a:cubicBezTo>
                  <a:cubicBezTo>
                    <a:pt x="14448" y="8880"/>
                    <a:pt x="14485" y="8878"/>
                    <a:pt x="14521" y="8872"/>
                  </a:cubicBezTo>
                  <a:cubicBezTo>
                    <a:pt x="14793" y="8872"/>
                    <a:pt x="15044" y="8809"/>
                    <a:pt x="15295" y="8704"/>
                  </a:cubicBezTo>
                  <a:cubicBezTo>
                    <a:pt x="15505" y="8642"/>
                    <a:pt x="15714" y="8537"/>
                    <a:pt x="15923" y="8453"/>
                  </a:cubicBezTo>
                  <a:lnTo>
                    <a:pt x="16111" y="8390"/>
                  </a:lnTo>
                  <a:cubicBezTo>
                    <a:pt x="16378" y="8284"/>
                    <a:pt x="16873" y="8101"/>
                    <a:pt x="17020" y="8101"/>
                  </a:cubicBezTo>
                  <a:cubicBezTo>
                    <a:pt x="17104" y="8101"/>
                    <a:pt x="17074" y="8160"/>
                    <a:pt x="16823" y="8328"/>
                  </a:cubicBezTo>
                  <a:lnTo>
                    <a:pt x="16781" y="8349"/>
                  </a:lnTo>
                  <a:cubicBezTo>
                    <a:pt x="16676" y="8411"/>
                    <a:pt x="16551" y="8474"/>
                    <a:pt x="16446" y="8537"/>
                  </a:cubicBezTo>
                  <a:cubicBezTo>
                    <a:pt x="15944" y="8788"/>
                    <a:pt x="15463" y="9060"/>
                    <a:pt x="14982" y="9374"/>
                  </a:cubicBezTo>
                  <a:lnTo>
                    <a:pt x="14982" y="9395"/>
                  </a:lnTo>
                  <a:cubicBezTo>
                    <a:pt x="14940" y="9437"/>
                    <a:pt x="14940" y="9541"/>
                    <a:pt x="15023" y="9562"/>
                  </a:cubicBezTo>
                  <a:cubicBezTo>
                    <a:pt x="15149" y="9583"/>
                    <a:pt x="15275" y="9583"/>
                    <a:pt x="15400" y="9583"/>
                  </a:cubicBezTo>
                  <a:cubicBezTo>
                    <a:pt x="15630" y="9583"/>
                    <a:pt x="15860" y="9562"/>
                    <a:pt x="16091" y="9499"/>
                  </a:cubicBezTo>
                  <a:cubicBezTo>
                    <a:pt x="16300" y="9458"/>
                    <a:pt x="16488" y="9395"/>
                    <a:pt x="16697" y="9332"/>
                  </a:cubicBezTo>
                  <a:cubicBezTo>
                    <a:pt x="16865" y="9269"/>
                    <a:pt x="17032" y="9206"/>
                    <a:pt x="17200" y="9144"/>
                  </a:cubicBezTo>
                  <a:cubicBezTo>
                    <a:pt x="17367" y="9081"/>
                    <a:pt x="17597" y="8997"/>
                    <a:pt x="17785" y="8934"/>
                  </a:cubicBezTo>
                  <a:lnTo>
                    <a:pt x="17785" y="8934"/>
                  </a:lnTo>
                  <a:cubicBezTo>
                    <a:pt x="17513" y="9039"/>
                    <a:pt x="17241" y="9165"/>
                    <a:pt x="16990" y="9311"/>
                  </a:cubicBezTo>
                  <a:cubicBezTo>
                    <a:pt x="16907" y="9332"/>
                    <a:pt x="16844" y="9374"/>
                    <a:pt x="16781" y="9395"/>
                  </a:cubicBezTo>
                  <a:cubicBezTo>
                    <a:pt x="16635" y="9437"/>
                    <a:pt x="16509" y="9499"/>
                    <a:pt x="16383" y="9541"/>
                  </a:cubicBezTo>
                  <a:cubicBezTo>
                    <a:pt x="16195" y="9625"/>
                    <a:pt x="16028" y="9709"/>
                    <a:pt x="15860" y="9813"/>
                  </a:cubicBezTo>
                  <a:cubicBezTo>
                    <a:pt x="15798" y="9834"/>
                    <a:pt x="15756" y="9855"/>
                    <a:pt x="15693" y="9897"/>
                  </a:cubicBezTo>
                  <a:cubicBezTo>
                    <a:pt x="15609" y="9960"/>
                    <a:pt x="15651" y="10085"/>
                    <a:pt x="15756" y="10085"/>
                  </a:cubicBezTo>
                  <a:cubicBezTo>
                    <a:pt x="15944" y="10085"/>
                    <a:pt x="16153" y="10064"/>
                    <a:pt x="16342" y="10043"/>
                  </a:cubicBezTo>
                  <a:cubicBezTo>
                    <a:pt x="17053" y="9897"/>
                    <a:pt x="17744" y="9709"/>
                    <a:pt x="18434" y="9499"/>
                  </a:cubicBezTo>
                  <a:lnTo>
                    <a:pt x="18434" y="9499"/>
                  </a:lnTo>
                  <a:lnTo>
                    <a:pt x="18267" y="9750"/>
                  </a:lnTo>
                  <a:cubicBezTo>
                    <a:pt x="18036" y="9855"/>
                    <a:pt x="17806" y="9939"/>
                    <a:pt x="17555" y="10022"/>
                  </a:cubicBezTo>
                  <a:lnTo>
                    <a:pt x="17430" y="10064"/>
                  </a:lnTo>
                  <a:lnTo>
                    <a:pt x="17388" y="10085"/>
                  </a:lnTo>
                  <a:cubicBezTo>
                    <a:pt x="17220" y="10148"/>
                    <a:pt x="17053" y="10211"/>
                    <a:pt x="16886" y="10274"/>
                  </a:cubicBezTo>
                  <a:cubicBezTo>
                    <a:pt x="16802" y="10315"/>
                    <a:pt x="16718" y="10357"/>
                    <a:pt x="16635" y="10399"/>
                  </a:cubicBezTo>
                  <a:cubicBezTo>
                    <a:pt x="16551" y="10441"/>
                    <a:pt x="16593" y="10567"/>
                    <a:pt x="16676" y="10587"/>
                  </a:cubicBezTo>
                  <a:cubicBezTo>
                    <a:pt x="16928" y="10587"/>
                    <a:pt x="17179" y="10567"/>
                    <a:pt x="17430" y="10546"/>
                  </a:cubicBezTo>
                  <a:cubicBezTo>
                    <a:pt x="17845" y="10496"/>
                    <a:pt x="18248" y="10406"/>
                    <a:pt x="18637" y="10277"/>
                  </a:cubicBezTo>
                  <a:lnTo>
                    <a:pt x="18637" y="10277"/>
                  </a:lnTo>
                  <a:cubicBezTo>
                    <a:pt x="18349" y="10395"/>
                    <a:pt x="18077" y="10547"/>
                    <a:pt x="17827" y="10734"/>
                  </a:cubicBezTo>
                  <a:cubicBezTo>
                    <a:pt x="17723" y="10818"/>
                    <a:pt x="17639" y="10922"/>
                    <a:pt x="17555" y="11048"/>
                  </a:cubicBezTo>
                  <a:cubicBezTo>
                    <a:pt x="17513" y="11111"/>
                    <a:pt x="17576" y="11194"/>
                    <a:pt x="17660" y="11194"/>
                  </a:cubicBezTo>
                  <a:cubicBezTo>
                    <a:pt x="17890" y="11111"/>
                    <a:pt x="18120" y="11048"/>
                    <a:pt x="18350" y="10964"/>
                  </a:cubicBezTo>
                  <a:cubicBezTo>
                    <a:pt x="18455" y="10943"/>
                    <a:pt x="18580" y="10901"/>
                    <a:pt x="18706" y="10859"/>
                  </a:cubicBezTo>
                  <a:lnTo>
                    <a:pt x="18832" y="10818"/>
                  </a:lnTo>
                  <a:cubicBezTo>
                    <a:pt x="19480" y="10608"/>
                    <a:pt x="20108" y="10378"/>
                    <a:pt x="20757" y="10232"/>
                  </a:cubicBezTo>
                  <a:cubicBezTo>
                    <a:pt x="21148" y="10145"/>
                    <a:pt x="21373" y="10110"/>
                    <a:pt x="21484" y="10110"/>
                  </a:cubicBezTo>
                  <a:cubicBezTo>
                    <a:pt x="21799" y="10110"/>
                    <a:pt x="21192" y="10391"/>
                    <a:pt x="20882" y="10546"/>
                  </a:cubicBezTo>
                  <a:lnTo>
                    <a:pt x="20861" y="10546"/>
                  </a:lnTo>
                  <a:cubicBezTo>
                    <a:pt x="20673" y="10650"/>
                    <a:pt x="20485" y="10734"/>
                    <a:pt x="20296" y="10818"/>
                  </a:cubicBezTo>
                  <a:cubicBezTo>
                    <a:pt x="19899" y="11006"/>
                    <a:pt x="19501" y="11173"/>
                    <a:pt x="19124" y="11341"/>
                  </a:cubicBezTo>
                  <a:lnTo>
                    <a:pt x="18978" y="11424"/>
                  </a:lnTo>
                  <a:cubicBezTo>
                    <a:pt x="18903" y="11462"/>
                    <a:pt x="18945" y="11598"/>
                    <a:pt x="19029" y="11598"/>
                  </a:cubicBezTo>
                  <a:cubicBezTo>
                    <a:pt x="19039" y="11598"/>
                    <a:pt x="19050" y="11596"/>
                    <a:pt x="19062" y="11592"/>
                  </a:cubicBezTo>
                  <a:lnTo>
                    <a:pt x="19396" y="11466"/>
                  </a:lnTo>
                  <a:cubicBezTo>
                    <a:pt x="20338" y="11111"/>
                    <a:pt x="21259" y="10692"/>
                    <a:pt x="22284" y="10629"/>
                  </a:cubicBezTo>
                  <a:lnTo>
                    <a:pt x="22284" y="10629"/>
                  </a:lnTo>
                  <a:cubicBezTo>
                    <a:pt x="22117" y="10901"/>
                    <a:pt x="21845" y="11090"/>
                    <a:pt x="21531" y="11131"/>
                  </a:cubicBezTo>
                  <a:cubicBezTo>
                    <a:pt x="21342" y="11194"/>
                    <a:pt x="21175" y="11257"/>
                    <a:pt x="20987" y="11320"/>
                  </a:cubicBezTo>
                  <a:lnTo>
                    <a:pt x="20903" y="11341"/>
                  </a:lnTo>
                  <a:lnTo>
                    <a:pt x="20861" y="11362"/>
                  </a:lnTo>
                  <a:cubicBezTo>
                    <a:pt x="20526" y="11466"/>
                    <a:pt x="20192" y="11592"/>
                    <a:pt x="19878" y="11717"/>
                  </a:cubicBezTo>
                  <a:cubicBezTo>
                    <a:pt x="19773" y="11759"/>
                    <a:pt x="19689" y="11801"/>
                    <a:pt x="19606" y="11864"/>
                  </a:cubicBezTo>
                  <a:cubicBezTo>
                    <a:pt x="19528" y="11903"/>
                    <a:pt x="19559" y="12033"/>
                    <a:pt x="19632" y="12033"/>
                  </a:cubicBezTo>
                  <a:cubicBezTo>
                    <a:pt x="19637" y="12033"/>
                    <a:pt x="19642" y="12033"/>
                    <a:pt x="19648" y="12031"/>
                  </a:cubicBezTo>
                  <a:cubicBezTo>
                    <a:pt x="19857" y="12010"/>
                    <a:pt x="20066" y="11989"/>
                    <a:pt x="20275" y="11947"/>
                  </a:cubicBezTo>
                  <a:cubicBezTo>
                    <a:pt x="21133" y="11759"/>
                    <a:pt x="21949" y="11466"/>
                    <a:pt x="22765" y="11215"/>
                  </a:cubicBezTo>
                  <a:lnTo>
                    <a:pt x="22954" y="11152"/>
                  </a:lnTo>
                  <a:lnTo>
                    <a:pt x="23142" y="11111"/>
                  </a:lnTo>
                  <a:cubicBezTo>
                    <a:pt x="23255" y="11081"/>
                    <a:pt x="23329" y="11069"/>
                    <a:pt x="23371" y="11069"/>
                  </a:cubicBezTo>
                  <a:cubicBezTo>
                    <a:pt x="23604" y="11069"/>
                    <a:pt x="22902" y="11447"/>
                    <a:pt x="22619" y="11571"/>
                  </a:cubicBezTo>
                  <a:cubicBezTo>
                    <a:pt x="22137" y="11780"/>
                    <a:pt x="21635" y="12031"/>
                    <a:pt x="21175" y="12282"/>
                  </a:cubicBezTo>
                  <a:cubicBezTo>
                    <a:pt x="21133" y="12324"/>
                    <a:pt x="21112" y="12387"/>
                    <a:pt x="21154" y="12429"/>
                  </a:cubicBezTo>
                  <a:cubicBezTo>
                    <a:pt x="21175" y="12450"/>
                    <a:pt x="21196" y="12471"/>
                    <a:pt x="21217" y="12471"/>
                  </a:cubicBezTo>
                  <a:cubicBezTo>
                    <a:pt x="21267" y="12473"/>
                    <a:pt x="21317" y="12474"/>
                    <a:pt x="21366" y="12474"/>
                  </a:cubicBezTo>
                  <a:cubicBezTo>
                    <a:pt x="22224" y="12474"/>
                    <a:pt x="22980" y="12142"/>
                    <a:pt x="23811" y="11885"/>
                  </a:cubicBezTo>
                  <a:cubicBezTo>
                    <a:pt x="24218" y="11758"/>
                    <a:pt x="24431" y="11710"/>
                    <a:pt x="24520" y="11710"/>
                  </a:cubicBezTo>
                  <a:cubicBezTo>
                    <a:pt x="24709" y="11710"/>
                    <a:pt x="24327" y="11930"/>
                    <a:pt x="24042" y="12073"/>
                  </a:cubicBezTo>
                  <a:lnTo>
                    <a:pt x="23979" y="12115"/>
                  </a:lnTo>
                  <a:cubicBezTo>
                    <a:pt x="23707" y="12240"/>
                    <a:pt x="23435" y="12345"/>
                    <a:pt x="23142" y="12450"/>
                  </a:cubicBezTo>
                  <a:cubicBezTo>
                    <a:pt x="22912" y="12533"/>
                    <a:pt x="22661" y="12617"/>
                    <a:pt x="22409" y="12722"/>
                  </a:cubicBezTo>
                  <a:cubicBezTo>
                    <a:pt x="22315" y="12759"/>
                    <a:pt x="22340" y="12916"/>
                    <a:pt x="22438" y="12916"/>
                  </a:cubicBezTo>
                  <a:cubicBezTo>
                    <a:pt x="22448" y="12916"/>
                    <a:pt x="22460" y="12914"/>
                    <a:pt x="22472" y="12910"/>
                  </a:cubicBezTo>
                  <a:lnTo>
                    <a:pt x="22744" y="12805"/>
                  </a:lnTo>
                  <a:cubicBezTo>
                    <a:pt x="22755" y="12816"/>
                    <a:pt x="22769" y="12821"/>
                    <a:pt x="22786" y="12821"/>
                  </a:cubicBezTo>
                  <a:cubicBezTo>
                    <a:pt x="22835" y="12821"/>
                    <a:pt x="22913" y="12778"/>
                    <a:pt x="23037" y="12701"/>
                  </a:cubicBezTo>
                  <a:cubicBezTo>
                    <a:pt x="23644" y="12471"/>
                    <a:pt x="24251" y="12282"/>
                    <a:pt x="24899" y="12115"/>
                  </a:cubicBezTo>
                  <a:cubicBezTo>
                    <a:pt x="25113" y="12066"/>
                    <a:pt x="25238" y="12045"/>
                    <a:pt x="25299" y="12045"/>
                  </a:cubicBezTo>
                  <a:cubicBezTo>
                    <a:pt x="25590" y="12045"/>
                    <a:pt x="24392" y="12514"/>
                    <a:pt x="24374" y="12514"/>
                  </a:cubicBezTo>
                  <a:cubicBezTo>
                    <a:pt x="24373" y="12514"/>
                    <a:pt x="24374" y="12514"/>
                    <a:pt x="24376" y="12512"/>
                  </a:cubicBezTo>
                  <a:lnTo>
                    <a:pt x="24376" y="12512"/>
                  </a:lnTo>
                  <a:cubicBezTo>
                    <a:pt x="24104" y="12617"/>
                    <a:pt x="23874" y="12722"/>
                    <a:pt x="23644" y="12847"/>
                  </a:cubicBezTo>
                  <a:cubicBezTo>
                    <a:pt x="23539" y="12889"/>
                    <a:pt x="23456" y="12931"/>
                    <a:pt x="23351" y="12994"/>
                  </a:cubicBezTo>
                  <a:cubicBezTo>
                    <a:pt x="23309" y="13015"/>
                    <a:pt x="23288" y="13056"/>
                    <a:pt x="23309" y="13098"/>
                  </a:cubicBezTo>
                  <a:cubicBezTo>
                    <a:pt x="23325" y="13145"/>
                    <a:pt x="23352" y="13169"/>
                    <a:pt x="23392" y="13169"/>
                  </a:cubicBezTo>
                  <a:cubicBezTo>
                    <a:pt x="23405" y="13169"/>
                    <a:pt x="23419" y="13166"/>
                    <a:pt x="23435" y="13161"/>
                  </a:cubicBezTo>
                  <a:cubicBezTo>
                    <a:pt x="23581" y="13119"/>
                    <a:pt x="23749" y="13056"/>
                    <a:pt x="23916" y="12994"/>
                  </a:cubicBezTo>
                  <a:cubicBezTo>
                    <a:pt x="24314" y="12826"/>
                    <a:pt x="24690" y="12659"/>
                    <a:pt x="25088" y="12512"/>
                  </a:cubicBezTo>
                  <a:cubicBezTo>
                    <a:pt x="25464" y="12345"/>
                    <a:pt x="25862" y="12240"/>
                    <a:pt x="26280" y="12199"/>
                  </a:cubicBezTo>
                  <a:lnTo>
                    <a:pt x="26280" y="12199"/>
                  </a:lnTo>
                  <a:lnTo>
                    <a:pt x="26259" y="12219"/>
                  </a:lnTo>
                  <a:cubicBezTo>
                    <a:pt x="26176" y="12282"/>
                    <a:pt x="25904" y="12429"/>
                    <a:pt x="25715" y="12554"/>
                  </a:cubicBezTo>
                  <a:lnTo>
                    <a:pt x="25653" y="12596"/>
                  </a:lnTo>
                  <a:cubicBezTo>
                    <a:pt x="25171" y="12743"/>
                    <a:pt x="24690" y="12931"/>
                    <a:pt x="24230" y="13161"/>
                  </a:cubicBezTo>
                  <a:cubicBezTo>
                    <a:pt x="24146" y="13161"/>
                    <a:pt x="24083" y="13203"/>
                    <a:pt x="24062" y="13245"/>
                  </a:cubicBezTo>
                  <a:cubicBezTo>
                    <a:pt x="23937" y="13287"/>
                    <a:pt x="23811" y="13349"/>
                    <a:pt x="23707" y="13433"/>
                  </a:cubicBezTo>
                  <a:cubicBezTo>
                    <a:pt x="23597" y="13488"/>
                    <a:pt x="23648" y="13608"/>
                    <a:pt x="23733" y="13608"/>
                  </a:cubicBezTo>
                  <a:cubicBezTo>
                    <a:pt x="23744" y="13608"/>
                    <a:pt x="23757" y="13606"/>
                    <a:pt x="23770" y="13600"/>
                  </a:cubicBezTo>
                  <a:cubicBezTo>
                    <a:pt x="24272" y="13412"/>
                    <a:pt x="24753" y="13224"/>
                    <a:pt x="25234" y="12994"/>
                  </a:cubicBezTo>
                  <a:cubicBezTo>
                    <a:pt x="25422" y="12910"/>
                    <a:pt x="25611" y="12826"/>
                    <a:pt x="25799" y="12722"/>
                  </a:cubicBezTo>
                  <a:lnTo>
                    <a:pt x="26008" y="12617"/>
                  </a:lnTo>
                  <a:cubicBezTo>
                    <a:pt x="26040" y="12601"/>
                    <a:pt x="26075" y="12594"/>
                    <a:pt x="26111" y="12594"/>
                  </a:cubicBezTo>
                  <a:cubicBezTo>
                    <a:pt x="26169" y="12594"/>
                    <a:pt x="26229" y="12612"/>
                    <a:pt x="26280" y="12638"/>
                  </a:cubicBezTo>
                  <a:cubicBezTo>
                    <a:pt x="26343" y="12680"/>
                    <a:pt x="26406" y="12743"/>
                    <a:pt x="26448" y="12826"/>
                  </a:cubicBezTo>
                  <a:cubicBezTo>
                    <a:pt x="26280" y="12952"/>
                    <a:pt x="26113" y="13056"/>
                    <a:pt x="25925" y="13140"/>
                  </a:cubicBezTo>
                  <a:cubicBezTo>
                    <a:pt x="25694" y="13224"/>
                    <a:pt x="25464" y="13328"/>
                    <a:pt x="25234" y="13433"/>
                  </a:cubicBezTo>
                  <a:cubicBezTo>
                    <a:pt x="25088" y="13496"/>
                    <a:pt x="24941" y="13559"/>
                    <a:pt x="24816" y="13642"/>
                  </a:cubicBezTo>
                  <a:cubicBezTo>
                    <a:pt x="24523" y="13768"/>
                    <a:pt x="24230" y="13893"/>
                    <a:pt x="23958" y="14040"/>
                  </a:cubicBezTo>
                  <a:cubicBezTo>
                    <a:pt x="23895" y="14061"/>
                    <a:pt x="23895" y="14124"/>
                    <a:pt x="23937" y="14165"/>
                  </a:cubicBezTo>
                  <a:cubicBezTo>
                    <a:pt x="23952" y="14196"/>
                    <a:pt x="23990" y="14215"/>
                    <a:pt x="24026" y="14215"/>
                  </a:cubicBezTo>
                  <a:cubicBezTo>
                    <a:pt x="24039" y="14215"/>
                    <a:pt x="24051" y="14213"/>
                    <a:pt x="24062" y="14207"/>
                  </a:cubicBezTo>
                  <a:lnTo>
                    <a:pt x="24669" y="13914"/>
                  </a:lnTo>
                  <a:lnTo>
                    <a:pt x="24816" y="13852"/>
                  </a:lnTo>
                  <a:cubicBezTo>
                    <a:pt x="25255" y="13663"/>
                    <a:pt x="25736" y="13496"/>
                    <a:pt x="26155" y="13245"/>
                  </a:cubicBezTo>
                  <a:lnTo>
                    <a:pt x="26197" y="13224"/>
                  </a:lnTo>
                  <a:cubicBezTo>
                    <a:pt x="26424" y="13137"/>
                    <a:pt x="26543" y="13102"/>
                    <a:pt x="26586" y="13102"/>
                  </a:cubicBezTo>
                  <a:cubicBezTo>
                    <a:pt x="26759" y="13102"/>
                    <a:pt x="25678" y="13684"/>
                    <a:pt x="25527" y="13768"/>
                  </a:cubicBezTo>
                  <a:cubicBezTo>
                    <a:pt x="25439" y="13821"/>
                    <a:pt x="25485" y="13949"/>
                    <a:pt x="25577" y="13949"/>
                  </a:cubicBezTo>
                  <a:cubicBezTo>
                    <a:pt x="25594" y="13949"/>
                    <a:pt x="25612" y="13945"/>
                    <a:pt x="25632" y="13935"/>
                  </a:cubicBezTo>
                  <a:cubicBezTo>
                    <a:pt x="26176" y="13684"/>
                    <a:pt x="26678" y="13349"/>
                    <a:pt x="27138" y="12973"/>
                  </a:cubicBezTo>
                  <a:cubicBezTo>
                    <a:pt x="27195" y="12896"/>
                    <a:pt x="27148" y="12803"/>
                    <a:pt x="27060" y="12803"/>
                  </a:cubicBezTo>
                  <a:cubicBezTo>
                    <a:pt x="27052" y="12803"/>
                    <a:pt x="27043" y="12803"/>
                    <a:pt x="27034" y="12805"/>
                  </a:cubicBezTo>
                  <a:cubicBezTo>
                    <a:pt x="26929" y="12826"/>
                    <a:pt x="26803" y="12868"/>
                    <a:pt x="26699" y="12889"/>
                  </a:cubicBezTo>
                  <a:lnTo>
                    <a:pt x="26720" y="12868"/>
                  </a:lnTo>
                  <a:cubicBezTo>
                    <a:pt x="26866" y="12743"/>
                    <a:pt x="26992" y="12617"/>
                    <a:pt x="27096" y="12471"/>
                  </a:cubicBezTo>
                  <a:cubicBezTo>
                    <a:pt x="27117" y="12450"/>
                    <a:pt x="27138" y="12450"/>
                    <a:pt x="27138" y="12429"/>
                  </a:cubicBezTo>
                  <a:cubicBezTo>
                    <a:pt x="27180" y="12345"/>
                    <a:pt x="27138" y="12282"/>
                    <a:pt x="27055" y="12282"/>
                  </a:cubicBezTo>
                  <a:cubicBezTo>
                    <a:pt x="26845" y="12301"/>
                    <a:pt x="26636" y="12338"/>
                    <a:pt x="26442" y="12376"/>
                  </a:cubicBezTo>
                  <a:lnTo>
                    <a:pt x="26442" y="12376"/>
                  </a:lnTo>
                  <a:cubicBezTo>
                    <a:pt x="26521" y="12319"/>
                    <a:pt x="26598" y="12278"/>
                    <a:pt x="26657" y="12219"/>
                  </a:cubicBezTo>
                  <a:cubicBezTo>
                    <a:pt x="26741" y="12157"/>
                    <a:pt x="26720" y="12031"/>
                    <a:pt x="26615" y="12031"/>
                  </a:cubicBezTo>
                  <a:cubicBezTo>
                    <a:pt x="26556" y="12028"/>
                    <a:pt x="26496" y="12026"/>
                    <a:pt x="26436" y="12026"/>
                  </a:cubicBezTo>
                  <a:cubicBezTo>
                    <a:pt x="26135" y="12026"/>
                    <a:pt x="25827" y="12070"/>
                    <a:pt x="25548" y="12157"/>
                  </a:cubicBezTo>
                  <a:lnTo>
                    <a:pt x="25715" y="12052"/>
                  </a:lnTo>
                  <a:cubicBezTo>
                    <a:pt x="25778" y="11989"/>
                    <a:pt x="25757" y="11864"/>
                    <a:pt x="25653" y="11864"/>
                  </a:cubicBezTo>
                  <a:cubicBezTo>
                    <a:pt x="25548" y="11864"/>
                    <a:pt x="25402" y="11885"/>
                    <a:pt x="25276" y="11906"/>
                  </a:cubicBezTo>
                  <a:cubicBezTo>
                    <a:pt x="25046" y="11927"/>
                    <a:pt x="24795" y="11968"/>
                    <a:pt x="24544" y="12031"/>
                  </a:cubicBezTo>
                  <a:lnTo>
                    <a:pt x="24648" y="11968"/>
                  </a:lnTo>
                  <a:cubicBezTo>
                    <a:pt x="24732" y="11906"/>
                    <a:pt x="24837" y="11843"/>
                    <a:pt x="24920" y="11780"/>
                  </a:cubicBezTo>
                  <a:cubicBezTo>
                    <a:pt x="25004" y="11717"/>
                    <a:pt x="24962" y="11592"/>
                    <a:pt x="24878" y="11592"/>
                  </a:cubicBezTo>
                  <a:cubicBezTo>
                    <a:pt x="24842" y="11590"/>
                    <a:pt x="24806" y="11590"/>
                    <a:pt x="24769" y="11590"/>
                  </a:cubicBezTo>
                  <a:cubicBezTo>
                    <a:pt x="23645" y="11590"/>
                    <a:pt x="22687" y="12202"/>
                    <a:pt x="21573" y="12324"/>
                  </a:cubicBezTo>
                  <a:cubicBezTo>
                    <a:pt x="21782" y="12282"/>
                    <a:pt x="21991" y="12199"/>
                    <a:pt x="22179" y="12115"/>
                  </a:cubicBezTo>
                  <a:cubicBezTo>
                    <a:pt x="22389" y="12010"/>
                    <a:pt x="22598" y="11885"/>
                    <a:pt x="22786" y="11759"/>
                  </a:cubicBezTo>
                  <a:cubicBezTo>
                    <a:pt x="23163" y="11550"/>
                    <a:pt x="23498" y="11278"/>
                    <a:pt x="23811" y="10985"/>
                  </a:cubicBezTo>
                  <a:cubicBezTo>
                    <a:pt x="23869" y="10909"/>
                    <a:pt x="23821" y="10815"/>
                    <a:pt x="23733" y="10815"/>
                  </a:cubicBezTo>
                  <a:cubicBezTo>
                    <a:pt x="23725" y="10815"/>
                    <a:pt x="23716" y="10816"/>
                    <a:pt x="23707" y="10818"/>
                  </a:cubicBezTo>
                  <a:cubicBezTo>
                    <a:pt x="23288" y="10880"/>
                    <a:pt x="22870" y="10964"/>
                    <a:pt x="22430" y="11069"/>
                  </a:cubicBezTo>
                  <a:cubicBezTo>
                    <a:pt x="22137" y="11152"/>
                    <a:pt x="21845" y="11215"/>
                    <a:pt x="21573" y="11320"/>
                  </a:cubicBezTo>
                  <a:cubicBezTo>
                    <a:pt x="21677" y="11278"/>
                    <a:pt x="21782" y="11215"/>
                    <a:pt x="21886" y="11173"/>
                  </a:cubicBezTo>
                  <a:cubicBezTo>
                    <a:pt x="22179" y="11027"/>
                    <a:pt x="22451" y="10859"/>
                    <a:pt x="22681" y="10629"/>
                  </a:cubicBezTo>
                  <a:cubicBezTo>
                    <a:pt x="22723" y="10567"/>
                    <a:pt x="22681" y="10462"/>
                    <a:pt x="22598" y="10462"/>
                  </a:cubicBezTo>
                  <a:cubicBezTo>
                    <a:pt x="22504" y="10451"/>
                    <a:pt x="22404" y="10446"/>
                    <a:pt x="22305" y="10446"/>
                  </a:cubicBezTo>
                  <a:cubicBezTo>
                    <a:pt x="22205" y="10446"/>
                    <a:pt x="22106" y="10451"/>
                    <a:pt x="22012" y="10462"/>
                  </a:cubicBezTo>
                  <a:cubicBezTo>
                    <a:pt x="21677" y="10483"/>
                    <a:pt x="21342" y="10567"/>
                    <a:pt x="21029" y="10650"/>
                  </a:cubicBezTo>
                  <a:cubicBezTo>
                    <a:pt x="21154" y="10587"/>
                    <a:pt x="21280" y="10504"/>
                    <a:pt x="21426" y="10441"/>
                  </a:cubicBezTo>
                  <a:cubicBezTo>
                    <a:pt x="21614" y="10336"/>
                    <a:pt x="21782" y="10232"/>
                    <a:pt x="21949" y="10106"/>
                  </a:cubicBezTo>
                  <a:cubicBezTo>
                    <a:pt x="22033" y="10043"/>
                    <a:pt x="22012" y="9918"/>
                    <a:pt x="21907" y="9918"/>
                  </a:cubicBezTo>
                  <a:cubicBezTo>
                    <a:pt x="20945" y="9939"/>
                    <a:pt x="20003" y="10127"/>
                    <a:pt x="19124" y="10483"/>
                  </a:cubicBezTo>
                  <a:cubicBezTo>
                    <a:pt x="18999" y="10525"/>
                    <a:pt x="18308" y="10776"/>
                    <a:pt x="18078" y="10818"/>
                  </a:cubicBezTo>
                  <a:cubicBezTo>
                    <a:pt x="18016" y="10818"/>
                    <a:pt x="17974" y="10818"/>
                    <a:pt x="18016" y="10797"/>
                  </a:cubicBezTo>
                  <a:cubicBezTo>
                    <a:pt x="18078" y="10713"/>
                    <a:pt x="18162" y="10671"/>
                    <a:pt x="18267" y="10608"/>
                  </a:cubicBezTo>
                  <a:cubicBezTo>
                    <a:pt x="18664" y="10378"/>
                    <a:pt x="19166" y="10253"/>
                    <a:pt x="19585" y="10022"/>
                  </a:cubicBezTo>
                  <a:lnTo>
                    <a:pt x="19606" y="10022"/>
                  </a:lnTo>
                  <a:cubicBezTo>
                    <a:pt x="19702" y="9964"/>
                    <a:pt x="19638" y="9853"/>
                    <a:pt x="19545" y="9853"/>
                  </a:cubicBezTo>
                  <a:cubicBezTo>
                    <a:pt x="19538" y="9853"/>
                    <a:pt x="19530" y="9854"/>
                    <a:pt x="19522" y="9855"/>
                  </a:cubicBezTo>
                  <a:cubicBezTo>
                    <a:pt x="19041" y="9939"/>
                    <a:pt x="18580" y="10043"/>
                    <a:pt x="18120" y="10169"/>
                  </a:cubicBezTo>
                  <a:lnTo>
                    <a:pt x="17911" y="10232"/>
                  </a:lnTo>
                  <a:cubicBezTo>
                    <a:pt x="17555" y="10315"/>
                    <a:pt x="17325" y="10378"/>
                    <a:pt x="17179" y="10420"/>
                  </a:cubicBezTo>
                  <a:cubicBezTo>
                    <a:pt x="17104" y="10435"/>
                    <a:pt x="17059" y="10442"/>
                    <a:pt x="17037" y="10442"/>
                  </a:cubicBezTo>
                  <a:cubicBezTo>
                    <a:pt x="16997" y="10442"/>
                    <a:pt x="17035" y="10419"/>
                    <a:pt x="17116" y="10378"/>
                  </a:cubicBezTo>
                  <a:cubicBezTo>
                    <a:pt x="17262" y="10336"/>
                    <a:pt x="17430" y="10253"/>
                    <a:pt x="17597" y="10211"/>
                  </a:cubicBezTo>
                  <a:lnTo>
                    <a:pt x="17764" y="10148"/>
                  </a:lnTo>
                  <a:cubicBezTo>
                    <a:pt x="17911" y="10085"/>
                    <a:pt x="18078" y="10043"/>
                    <a:pt x="18225" y="9960"/>
                  </a:cubicBezTo>
                  <a:cubicBezTo>
                    <a:pt x="18497" y="9855"/>
                    <a:pt x="18748" y="9646"/>
                    <a:pt x="18936" y="9374"/>
                  </a:cubicBezTo>
                  <a:cubicBezTo>
                    <a:pt x="18978" y="9311"/>
                    <a:pt x="18915" y="9248"/>
                    <a:pt x="18852" y="9248"/>
                  </a:cubicBezTo>
                  <a:lnTo>
                    <a:pt x="18832" y="9248"/>
                  </a:lnTo>
                  <a:cubicBezTo>
                    <a:pt x="18560" y="9269"/>
                    <a:pt x="18288" y="9332"/>
                    <a:pt x="18036" y="9395"/>
                  </a:cubicBezTo>
                  <a:cubicBezTo>
                    <a:pt x="17848" y="9437"/>
                    <a:pt x="17660" y="9499"/>
                    <a:pt x="17472" y="9541"/>
                  </a:cubicBezTo>
                  <a:cubicBezTo>
                    <a:pt x="17011" y="9688"/>
                    <a:pt x="16530" y="9792"/>
                    <a:pt x="16049" y="9876"/>
                  </a:cubicBezTo>
                  <a:lnTo>
                    <a:pt x="16028" y="9876"/>
                  </a:lnTo>
                  <a:cubicBezTo>
                    <a:pt x="16174" y="9771"/>
                    <a:pt x="16342" y="9709"/>
                    <a:pt x="16509" y="9667"/>
                  </a:cubicBezTo>
                  <a:cubicBezTo>
                    <a:pt x="16676" y="9583"/>
                    <a:pt x="16844" y="9541"/>
                    <a:pt x="17011" y="9478"/>
                  </a:cubicBezTo>
                  <a:cubicBezTo>
                    <a:pt x="17179" y="9416"/>
                    <a:pt x="17346" y="9332"/>
                    <a:pt x="17513" y="9248"/>
                  </a:cubicBezTo>
                  <a:cubicBezTo>
                    <a:pt x="17723" y="9144"/>
                    <a:pt x="17890" y="8976"/>
                    <a:pt x="18057" y="8809"/>
                  </a:cubicBezTo>
                  <a:cubicBezTo>
                    <a:pt x="18078" y="8767"/>
                    <a:pt x="18078" y="8704"/>
                    <a:pt x="18057" y="8683"/>
                  </a:cubicBezTo>
                  <a:cubicBezTo>
                    <a:pt x="18016" y="8642"/>
                    <a:pt x="17995" y="8642"/>
                    <a:pt x="17953" y="8642"/>
                  </a:cubicBezTo>
                  <a:cubicBezTo>
                    <a:pt x="17806" y="8683"/>
                    <a:pt x="17639" y="8725"/>
                    <a:pt x="17492" y="8788"/>
                  </a:cubicBezTo>
                  <a:cubicBezTo>
                    <a:pt x="16948" y="8976"/>
                    <a:pt x="16404" y="9186"/>
                    <a:pt x="15819" y="9332"/>
                  </a:cubicBezTo>
                  <a:cubicBezTo>
                    <a:pt x="15641" y="9382"/>
                    <a:pt x="15531" y="9403"/>
                    <a:pt x="15470" y="9403"/>
                  </a:cubicBezTo>
                  <a:cubicBezTo>
                    <a:pt x="15353" y="9403"/>
                    <a:pt x="15422" y="9324"/>
                    <a:pt x="15547" y="9227"/>
                  </a:cubicBezTo>
                  <a:cubicBezTo>
                    <a:pt x="15651" y="9144"/>
                    <a:pt x="15798" y="9060"/>
                    <a:pt x="15902" y="8997"/>
                  </a:cubicBezTo>
                  <a:lnTo>
                    <a:pt x="16132" y="8872"/>
                  </a:lnTo>
                  <a:cubicBezTo>
                    <a:pt x="16383" y="8746"/>
                    <a:pt x="16614" y="8600"/>
                    <a:pt x="16844" y="8495"/>
                  </a:cubicBezTo>
                  <a:lnTo>
                    <a:pt x="16928" y="8432"/>
                  </a:lnTo>
                  <a:cubicBezTo>
                    <a:pt x="17137" y="8307"/>
                    <a:pt x="17325" y="8181"/>
                    <a:pt x="17513" y="8035"/>
                  </a:cubicBezTo>
                  <a:cubicBezTo>
                    <a:pt x="17576" y="7993"/>
                    <a:pt x="17555" y="7867"/>
                    <a:pt x="17451" y="7846"/>
                  </a:cubicBezTo>
                  <a:cubicBezTo>
                    <a:pt x="17426" y="7846"/>
                    <a:pt x="17402" y="7845"/>
                    <a:pt x="17379" y="7845"/>
                  </a:cubicBezTo>
                  <a:cubicBezTo>
                    <a:pt x="16699" y="7845"/>
                    <a:pt x="16131" y="8128"/>
                    <a:pt x="15505" y="8390"/>
                  </a:cubicBezTo>
                  <a:cubicBezTo>
                    <a:pt x="15379" y="8453"/>
                    <a:pt x="15295" y="8474"/>
                    <a:pt x="15212" y="8516"/>
                  </a:cubicBezTo>
                  <a:cubicBezTo>
                    <a:pt x="15107" y="8558"/>
                    <a:pt x="15003" y="8579"/>
                    <a:pt x="14877" y="8579"/>
                  </a:cubicBezTo>
                  <a:cubicBezTo>
                    <a:pt x="14731" y="8537"/>
                    <a:pt x="15065" y="8223"/>
                    <a:pt x="15442" y="8056"/>
                  </a:cubicBezTo>
                  <a:cubicBezTo>
                    <a:pt x="15735" y="7909"/>
                    <a:pt x="16028" y="7721"/>
                    <a:pt x="16300" y="7512"/>
                  </a:cubicBezTo>
                  <a:cubicBezTo>
                    <a:pt x="16383" y="7449"/>
                    <a:pt x="16300" y="7344"/>
                    <a:pt x="16237" y="7344"/>
                  </a:cubicBezTo>
                  <a:cubicBezTo>
                    <a:pt x="16096" y="7321"/>
                    <a:pt x="15957" y="7309"/>
                    <a:pt x="15820" y="7309"/>
                  </a:cubicBezTo>
                  <a:cubicBezTo>
                    <a:pt x="15591" y="7309"/>
                    <a:pt x="15363" y="7342"/>
                    <a:pt x="15128" y="7407"/>
                  </a:cubicBezTo>
                  <a:cubicBezTo>
                    <a:pt x="14877" y="7470"/>
                    <a:pt x="14647" y="7554"/>
                    <a:pt x="14396" y="7658"/>
                  </a:cubicBezTo>
                  <a:cubicBezTo>
                    <a:pt x="14233" y="7719"/>
                    <a:pt x="13434" y="7820"/>
                    <a:pt x="13335" y="7883"/>
                  </a:cubicBezTo>
                  <a:lnTo>
                    <a:pt x="13335" y="7883"/>
                  </a:lnTo>
                  <a:cubicBezTo>
                    <a:pt x="13899" y="7449"/>
                    <a:pt x="14586" y="7405"/>
                    <a:pt x="15003" y="6800"/>
                  </a:cubicBezTo>
                  <a:cubicBezTo>
                    <a:pt x="15044" y="6737"/>
                    <a:pt x="15003" y="6654"/>
                    <a:pt x="14919" y="6633"/>
                  </a:cubicBezTo>
                  <a:cubicBezTo>
                    <a:pt x="14228" y="6737"/>
                    <a:pt x="13538" y="6947"/>
                    <a:pt x="12910" y="7281"/>
                  </a:cubicBezTo>
                  <a:cubicBezTo>
                    <a:pt x="12701" y="7365"/>
                    <a:pt x="12492" y="7449"/>
                    <a:pt x="12262" y="7533"/>
                  </a:cubicBezTo>
                  <a:cubicBezTo>
                    <a:pt x="12115" y="7595"/>
                    <a:pt x="11948" y="7637"/>
                    <a:pt x="11801" y="7658"/>
                  </a:cubicBezTo>
                  <a:cubicBezTo>
                    <a:pt x="11738" y="7679"/>
                    <a:pt x="11676" y="7679"/>
                    <a:pt x="11592" y="7700"/>
                  </a:cubicBezTo>
                  <a:cubicBezTo>
                    <a:pt x="11529" y="7700"/>
                    <a:pt x="11404" y="7721"/>
                    <a:pt x="11320" y="7721"/>
                  </a:cubicBezTo>
                  <a:cubicBezTo>
                    <a:pt x="11383" y="7700"/>
                    <a:pt x="11425" y="7679"/>
                    <a:pt x="11487" y="7637"/>
                  </a:cubicBezTo>
                  <a:cubicBezTo>
                    <a:pt x="11843" y="7449"/>
                    <a:pt x="12575" y="7030"/>
                    <a:pt x="12617" y="7009"/>
                  </a:cubicBezTo>
                  <a:cubicBezTo>
                    <a:pt x="12701" y="6968"/>
                    <a:pt x="12785" y="6926"/>
                    <a:pt x="12868" y="6884"/>
                  </a:cubicBezTo>
                  <a:cubicBezTo>
                    <a:pt x="13036" y="6800"/>
                    <a:pt x="13203" y="6696"/>
                    <a:pt x="13350" y="6591"/>
                  </a:cubicBezTo>
                  <a:cubicBezTo>
                    <a:pt x="13412" y="6549"/>
                    <a:pt x="13454" y="6507"/>
                    <a:pt x="13517" y="6465"/>
                  </a:cubicBezTo>
                  <a:cubicBezTo>
                    <a:pt x="13575" y="6407"/>
                    <a:pt x="13526" y="6296"/>
                    <a:pt x="13435" y="6296"/>
                  </a:cubicBezTo>
                  <a:cubicBezTo>
                    <a:pt x="13428" y="6296"/>
                    <a:pt x="13420" y="6297"/>
                    <a:pt x="13412" y="6298"/>
                  </a:cubicBezTo>
                  <a:cubicBezTo>
                    <a:pt x="13224" y="6340"/>
                    <a:pt x="13015" y="6382"/>
                    <a:pt x="12826" y="6424"/>
                  </a:cubicBezTo>
                  <a:cubicBezTo>
                    <a:pt x="13119" y="6256"/>
                    <a:pt x="13350" y="6026"/>
                    <a:pt x="13538" y="5733"/>
                  </a:cubicBezTo>
                  <a:cubicBezTo>
                    <a:pt x="13559" y="5670"/>
                    <a:pt x="13517" y="5608"/>
                    <a:pt x="13454" y="5587"/>
                  </a:cubicBezTo>
                  <a:cubicBezTo>
                    <a:pt x="13119" y="5629"/>
                    <a:pt x="12785" y="5712"/>
                    <a:pt x="12471" y="5838"/>
                  </a:cubicBezTo>
                  <a:cubicBezTo>
                    <a:pt x="12241" y="5921"/>
                    <a:pt x="12031" y="6026"/>
                    <a:pt x="11801" y="6131"/>
                  </a:cubicBezTo>
                  <a:cubicBezTo>
                    <a:pt x="11404" y="6319"/>
                    <a:pt x="11027" y="6507"/>
                    <a:pt x="10629" y="6654"/>
                  </a:cubicBezTo>
                  <a:cubicBezTo>
                    <a:pt x="10496" y="6698"/>
                    <a:pt x="10421" y="6717"/>
                    <a:pt x="10389" y="6717"/>
                  </a:cubicBezTo>
                  <a:cubicBezTo>
                    <a:pt x="10287" y="6717"/>
                    <a:pt x="10640" y="6521"/>
                    <a:pt x="10943" y="6361"/>
                  </a:cubicBezTo>
                  <a:cubicBezTo>
                    <a:pt x="11111" y="6277"/>
                    <a:pt x="11278" y="6193"/>
                    <a:pt x="11320" y="6173"/>
                  </a:cubicBezTo>
                  <a:cubicBezTo>
                    <a:pt x="11446" y="6110"/>
                    <a:pt x="11571" y="6047"/>
                    <a:pt x="11676" y="5963"/>
                  </a:cubicBezTo>
                  <a:cubicBezTo>
                    <a:pt x="12010" y="5796"/>
                    <a:pt x="12345" y="5566"/>
                    <a:pt x="12638" y="5336"/>
                  </a:cubicBezTo>
                  <a:cubicBezTo>
                    <a:pt x="12716" y="5278"/>
                    <a:pt x="12650" y="5166"/>
                    <a:pt x="12573" y="5166"/>
                  </a:cubicBezTo>
                  <a:cubicBezTo>
                    <a:pt x="12567" y="5166"/>
                    <a:pt x="12561" y="5167"/>
                    <a:pt x="12554" y="5168"/>
                  </a:cubicBezTo>
                  <a:cubicBezTo>
                    <a:pt x="12052" y="5294"/>
                    <a:pt x="11592" y="5461"/>
                    <a:pt x="11132" y="5649"/>
                  </a:cubicBezTo>
                  <a:cubicBezTo>
                    <a:pt x="11320" y="5503"/>
                    <a:pt x="11466" y="5336"/>
                    <a:pt x="11613" y="5126"/>
                  </a:cubicBezTo>
                  <a:cubicBezTo>
                    <a:pt x="11655" y="5064"/>
                    <a:pt x="11592" y="4980"/>
                    <a:pt x="11529" y="4980"/>
                  </a:cubicBezTo>
                  <a:cubicBezTo>
                    <a:pt x="11404" y="4980"/>
                    <a:pt x="11278" y="5022"/>
                    <a:pt x="11153" y="5043"/>
                  </a:cubicBezTo>
                  <a:cubicBezTo>
                    <a:pt x="10567" y="5168"/>
                    <a:pt x="9981" y="5336"/>
                    <a:pt x="9395" y="5524"/>
                  </a:cubicBezTo>
                  <a:cubicBezTo>
                    <a:pt x="9897" y="5336"/>
                    <a:pt x="10357" y="5022"/>
                    <a:pt x="10734" y="4624"/>
                  </a:cubicBezTo>
                  <a:cubicBezTo>
                    <a:pt x="10792" y="4566"/>
                    <a:pt x="10725" y="4454"/>
                    <a:pt x="10648" y="4454"/>
                  </a:cubicBezTo>
                  <a:cubicBezTo>
                    <a:pt x="10642" y="4454"/>
                    <a:pt x="10636" y="4455"/>
                    <a:pt x="10629" y="4457"/>
                  </a:cubicBezTo>
                  <a:cubicBezTo>
                    <a:pt x="10420" y="4520"/>
                    <a:pt x="10232" y="4582"/>
                    <a:pt x="10044" y="4645"/>
                  </a:cubicBezTo>
                  <a:cubicBezTo>
                    <a:pt x="10190" y="4541"/>
                    <a:pt x="10337" y="4415"/>
                    <a:pt x="10462" y="4289"/>
                  </a:cubicBezTo>
                  <a:cubicBezTo>
                    <a:pt x="10519" y="4213"/>
                    <a:pt x="10472" y="4119"/>
                    <a:pt x="10384" y="4119"/>
                  </a:cubicBezTo>
                  <a:cubicBezTo>
                    <a:pt x="10376" y="4119"/>
                    <a:pt x="10367" y="4120"/>
                    <a:pt x="10357" y="4122"/>
                  </a:cubicBezTo>
                  <a:cubicBezTo>
                    <a:pt x="9416" y="4394"/>
                    <a:pt x="8558" y="4854"/>
                    <a:pt x="7616" y="5168"/>
                  </a:cubicBezTo>
                  <a:cubicBezTo>
                    <a:pt x="8181" y="4938"/>
                    <a:pt x="8705" y="4645"/>
                    <a:pt x="9207" y="4310"/>
                  </a:cubicBezTo>
                  <a:lnTo>
                    <a:pt x="9479" y="4122"/>
                  </a:lnTo>
                  <a:cubicBezTo>
                    <a:pt x="9500" y="4101"/>
                    <a:pt x="9521" y="4101"/>
                    <a:pt x="9521" y="4080"/>
                  </a:cubicBezTo>
                  <a:cubicBezTo>
                    <a:pt x="9541" y="3996"/>
                    <a:pt x="9479" y="3934"/>
                    <a:pt x="9416" y="3934"/>
                  </a:cubicBezTo>
                  <a:cubicBezTo>
                    <a:pt x="8997" y="4017"/>
                    <a:pt x="8579" y="4143"/>
                    <a:pt x="8181" y="4310"/>
                  </a:cubicBezTo>
                  <a:cubicBezTo>
                    <a:pt x="7909" y="4415"/>
                    <a:pt x="7637" y="4520"/>
                    <a:pt x="7344" y="4624"/>
                  </a:cubicBezTo>
                  <a:cubicBezTo>
                    <a:pt x="7219" y="4666"/>
                    <a:pt x="7093" y="4708"/>
                    <a:pt x="6947" y="4750"/>
                  </a:cubicBezTo>
                  <a:cubicBezTo>
                    <a:pt x="6806" y="4790"/>
                    <a:pt x="6730" y="4807"/>
                    <a:pt x="6703" y="4807"/>
                  </a:cubicBezTo>
                  <a:cubicBezTo>
                    <a:pt x="6619" y="4807"/>
                    <a:pt x="7016" y="4637"/>
                    <a:pt x="7365" y="4478"/>
                  </a:cubicBezTo>
                  <a:lnTo>
                    <a:pt x="7449" y="4457"/>
                  </a:lnTo>
                  <a:lnTo>
                    <a:pt x="7826" y="4310"/>
                  </a:lnTo>
                  <a:cubicBezTo>
                    <a:pt x="8223" y="4143"/>
                    <a:pt x="8600" y="3913"/>
                    <a:pt x="8977" y="3683"/>
                  </a:cubicBezTo>
                  <a:cubicBezTo>
                    <a:pt x="9035" y="3624"/>
                    <a:pt x="9021" y="3492"/>
                    <a:pt x="8933" y="3492"/>
                  </a:cubicBezTo>
                  <a:cubicBezTo>
                    <a:pt x="8927" y="3492"/>
                    <a:pt x="8921" y="3493"/>
                    <a:pt x="8914" y="3494"/>
                  </a:cubicBezTo>
                  <a:lnTo>
                    <a:pt x="8872" y="3494"/>
                  </a:lnTo>
                  <a:cubicBezTo>
                    <a:pt x="8035" y="3557"/>
                    <a:pt x="7282" y="3871"/>
                    <a:pt x="6487" y="4122"/>
                  </a:cubicBezTo>
                  <a:cubicBezTo>
                    <a:pt x="6324" y="4176"/>
                    <a:pt x="6161" y="4230"/>
                    <a:pt x="5999" y="4271"/>
                  </a:cubicBezTo>
                  <a:lnTo>
                    <a:pt x="5999" y="4271"/>
                  </a:lnTo>
                  <a:cubicBezTo>
                    <a:pt x="6092" y="4243"/>
                    <a:pt x="6178" y="4197"/>
                    <a:pt x="6277" y="4164"/>
                  </a:cubicBezTo>
                  <a:cubicBezTo>
                    <a:pt x="6466" y="4059"/>
                    <a:pt x="6654" y="3976"/>
                    <a:pt x="6842" y="3871"/>
                  </a:cubicBezTo>
                  <a:cubicBezTo>
                    <a:pt x="7114" y="3704"/>
                    <a:pt x="7365" y="3515"/>
                    <a:pt x="7596" y="3306"/>
                  </a:cubicBezTo>
                  <a:cubicBezTo>
                    <a:pt x="7653" y="3230"/>
                    <a:pt x="7606" y="3136"/>
                    <a:pt x="7517" y="3136"/>
                  </a:cubicBezTo>
                  <a:cubicBezTo>
                    <a:pt x="7509" y="3136"/>
                    <a:pt x="7500" y="3137"/>
                    <a:pt x="7491" y="3139"/>
                  </a:cubicBezTo>
                  <a:cubicBezTo>
                    <a:pt x="6780" y="3306"/>
                    <a:pt x="6131" y="3620"/>
                    <a:pt x="5440" y="3829"/>
                  </a:cubicBezTo>
                  <a:cubicBezTo>
                    <a:pt x="5192" y="3907"/>
                    <a:pt x="5068" y="3937"/>
                    <a:pt x="5026" y="3937"/>
                  </a:cubicBezTo>
                  <a:cubicBezTo>
                    <a:pt x="4889" y="3937"/>
                    <a:pt x="5637" y="3610"/>
                    <a:pt x="5733" y="3578"/>
                  </a:cubicBezTo>
                  <a:lnTo>
                    <a:pt x="5901" y="3494"/>
                  </a:lnTo>
                  <a:cubicBezTo>
                    <a:pt x="6131" y="3390"/>
                    <a:pt x="6340" y="3264"/>
                    <a:pt x="6528" y="3139"/>
                  </a:cubicBezTo>
                  <a:cubicBezTo>
                    <a:pt x="6612" y="3097"/>
                    <a:pt x="6696" y="3034"/>
                    <a:pt x="6780" y="2971"/>
                  </a:cubicBezTo>
                  <a:cubicBezTo>
                    <a:pt x="6871" y="2916"/>
                    <a:pt x="6834" y="2796"/>
                    <a:pt x="6753" y="2796"/>
                  </a:cubicBezTo>
                  <a:cubicBezTo>
                    <a:pt x="6742" y="2796"/>
                    <a:pt x="6730" y="2799"/>
                    <a:pt x="6717" y="2804"/>
                  </a:cubicBezTo>
                  <a:cubicBezTo>
                    <a:pt x="6403" y="2867"/>
                    <a:pt x="6110" y="2971"/>
                    <a:pt x="5817" y="3118"/>
                  </a:cubicBezTo>
                  <a:cubicBezTo>
                    <a:pt x="5613" y="3196"/>
                    <a:pt x="4788" y="3556"/>
                    <a:pt x="4711" y="3556"/>
                  </a:cubicBezTo>
                  <a:cubicBezTo>
                    <a:pt x="4685" y="3556"/>
                    <a:pt x="4744" y="3516"/>
                    <a:pt x="4938" y="3411"/>
                  </a:cubicBezTo>
                  <a:cubicBezTo>
                    <a:pt x="5482" y="3097"/>
                    <a:pt x="6005" y="2867"/>
                    <a:pt x="6424" y="2406"/>
                  </a:cubicBezTo>
                  <a:cubicBezTo>
                    <a:pt x="6487" y="2344"/>
                    <a:pt x="6549" y="2260"/>
                    <a:pt x="6612" y="2197"/>
                  </a:cubicBezTo>
                  <a:cubicBezTo>
                    <a:pt x="6612" y="2176"/>
                    <a:pt x="6633" y="2176"/>
                    <a:pt x="6654" y="2155"/>
                  </a:cubicBezTo>
                  <a:cubicBezTo>
                    <a:pt x="6691" y="2080"/>
                    <a:pt x="6628" y="2005"/>
                    <a:pt x="6555" y="2005"/>
                  </a:cubicBezTo>
                  <a:cubicBezTo>
                    <a:pt x="6546" y="2005"/>
                    <a:pt x="6537" y="2007"/>
                    <a:pt x="6528" y="2009"/>
                  </a:cubicBezTo>
                  <a:cubicBezTo>
                    <a:pt x="6068" y="2113"/>
                    <a:pt x="5608" y="2281"/>
                    <a:pt x="5189" y="2511"/>
                  </a:cubicBezTo>
                  <a:cubicBezTo>
                    <a:pt x="4917" y="2636"/>
                    <a:pt x="4687" y="2762"/>
                    <a:pt x="4394" y="2867"/>
                  </a:cubicBezTo>
                  <a:cubicBezTo>
                    <a:pt x="4244" y="2931"/>
                    <a:pt x="4171" y="2957"/>
                    <a:pt x="4150" y="2957"/>
                  </a:cubicBezTo>
                  <a:cubicBezTo>
                    <a:pt x="4090" y="2957"/>
                    <a:pt x="4469" y="2740"/>
                    <a:pt x="4687" y="2616"/>
                  </a:cubicBezTo>
                  <a:lnTo>
                    <a:pt x="4855" y="2532"/>
                  </a:lnTo>
                  <a:cubicBezTo>
                    <a:pt x="5231" y="2364"/>
                    <a:pt x="5566" y="2155"/>
                    <a:pt x="5901" y="1925"/>
                  </a:cubicBezTo>
                  <a:cubicBezTo>
                    <a:pt x="5974" y="1870"/>
                    <a:pt x="5951" y="1750"/>
                    <a:pt x="5859" y="1750"/>
                  </a:cubicBezTo>
                  <a:cubicBezTo>
                    <a:pt x="5846" y="1750"/>
                    <a:pt x="5832" y="1753"/>
                    <a:pt x="5817" y="1758"/>
                  </a:cubicBezTo>
                  <a:cubicBezTo>
                    <a:pt x="5399" y="1841"/>
                    <a:pt x="4980" y="1967"/>
                    <a:pt x="4583" y="2134"/>
                  </a:cubicBezTo>
                  <a:cubicBezTo>
                    <a:pt x="4171" y="2278"/>
                    <a:pt x="3232" y="2423"/>
                    <a:pt x="2883" y="2666"/>
                  </a:cubicBezTo>
                  <a:lnTo>
                    <a:pt x="2883" y="2666"/>
                  </a:lnTo>
                  <a:cubicBezTo>
                    <a:pt x="3109" y="2504"/>
                    <a:pt x="3355" y="2361"/>
                    <a:pt x="3620" y="2239"/>
                  </a:cubicBezTo>
                  <a:cubicBezTo>
                    <a:pt x="3850" y="2113"/>
                    <a:pt x="4101" y="2009"/>
                    <a:pt x="4331" y="1883"/>
                  </a:cubicBezTo>
                  <a:cubicBezTo>
                    <a:pt x="4583" y="1758"/>
                    <a:pt x="4834" y="1590"/>
                    <a:pt x="5043" y="1381"/>
                  </a:cubicBezTo>
                  <a:cubicBezTo>
                    <a:pt x="5097" y="1327"/>
                    <a:pt x="5058" y="1226"/>
                    <a:pt x="4992" y="1226"/>
                  </a:cubicBezTo>
                  <a:cubicBezTo>
                    <a:pt x="4982" y="1226"/>
                    <a:pt x="4971" y="1229"/>
                    <a:pt x="4959" y="1235"/>
                  </a:cubicBezTo>
                  <a:cubicBezTo>
                    <a:pt x="4583" y="1318"/>
                    <a:pt x="4206" y="1465"/>
                    <a:pt x="3829" y="1611"/>
                  </a:cubicBezTo>
                  <a:cubicBezTo>
                    <a:pt x="3721" y="1658"/>
                    <a:pt x="2862" y="2000"/>
                    <a:pt x="2737" y="2000"/>
                  </a:cubicBezTo>
                  <a:cubicBezTo>
                    <a:pt x="2693" y="2000"/>
                    <a:pt x="2742" y="1957"/>
                    <a:pt x="2951" y="1841"/>
                  </a:cubicBezTo>
                  <a:cubicBezTo>
                    <a:pt x="3285" y="1674"/>
                    <a:pt x="3620" y="1528"/>
                    <a:pt x="3934" y="1381"/>
                  </a:cubicBezTo>
                  <a:cubicBezTo>
                    <a:pt x="4143" y="1276"/>
                    <a:pt x="4331" y="1172"/>
                    <a:pt x="4499" y="1025"/>
                  </a:cubicBezTo>
                  <a:cubicBezTo>
                    <a:pt x="4562" y="983"/>
                    <a:pt x="4645" y="921"/>
                    <a:pt x="4708" y="858"/>
                  </a:cubicBezTo>
                  <a:cubicBezTo>
                    <a:pt x="4762" y="804"/>
                    <a:pt x="4723" y="703"/>
                    <a:pt x="4644" y="703"/>
                  </a:cubicBezTo>
                  <a:cubicBezTo>
                    <a:pt x="4632" y="703"/>
                    <a:pt x="4618" y="706"/>
                    <a:pt x="4603" y="711"/>
                  </a:cubicBezTo>
                  <a:cubicBezTo>
                    <a:pt x="3662" y="921"/>
                    <a:pt x="2804" y="1360"/>
                    <a:pt x="1883" y="1611"/>
                  </a:cubicBezTo>
                  <a:cubicBezTo>
                    <a:pt x="2616" y="1381"/>
                    <a:pt x="3327" y="1046"/>
                    <a:pt x="3976" y="628"/>
                  </a:cubicBezTo>
                  <a:cubicBezTo>
                    <a:pt x="4059" y="565"/>
                    <a:pt x="4039" y="439"/>
                    <a:pt x="3934" y="439"/>
                  </a:cubicBezTo>
                  <a:lnTo>
                    <a:pt x="3892" y="439"/>
                  </a:lnTo>
                  <a:cubicBezTo>
                    <a:pt x="3495" y="502"/>
                    <a:pt x="3097" y="607"/>
                    <a:pt x="2699" y="732"/>
                  </a:cubicBezTo>
                  <a:cubicBezTo>
                    <a:pt x="2825" y="670"/>
                    <a:pt x="2930" y="628"/>
                    <a:pt x="3097" y="544"/>
                  </a:cubicBezTo>
                  <a:cubicBezTo>
                    <a:pt x="3195" y="485"/>
                    <a:pt x="3128" y="354"/>
                    <a:pt x="3034" y="354"/>
                  </a:cubicBezTo>
                  <a:cubicBezTo>
                    <a:pt x="3027" y="354"/>
                    <a:pt x="3020" y="354"/>
                    <a:pt x="3013" y="356"/>
                  </a:cubicBezTo>
                  <a:lnTo>
                    <a:pt x="2386" y="523"/>
                  </a:lnTo>
                  <a:lnTo>
                    <a:pt x="1800" y="670"/>
                  </a:lnTo>
                  <a:cubicBezTo>
                    <a:pt x="2176" y="523"/>
                    <a:pt x="2553" y="356"/>
                    <a:pt x="2930" y="188"/>
                  </a:cubicBezTo>
                  <a:cubicBezTo>
                    <a:pt x="2951" y="167"/>
                    <a:pt x="2971" y="147"/>
                    <a:pt x="2971" y="105"/>
                  </a:cubicBezTo>
                  <a:cubicBezTo>
                    <a:pt x="2971" y="84"/>
                    <a:pt x="2971" y="63"/>
                    <a:pt x="2951" y="42"/>
                  </a:cubicBezTo>
                  <a:cubicBezTo>
                    <a:pt x="2930" y="21"/>
                    <a:pt x="2888" y="0"/>
                    <a:pt x="28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8" name="Google Shape;398;p7"/>
            <p:cNvSpPr/>
            <p:nvPr/>
          </p:nvSpPr>
          <p:spPr>
            <a:xfrm>
              <a:off x="2351520" y="3107880"/>
              <a:ext cx="158040" cy="13680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36800"/>
                <a:gd name="textAreaBottom" fmla="*/ 137160 h 136800"/>
              </a:gdLst>
              <a:ahLst/>
              <a:cxnLst/>
              <a:rect l="textAreaLeft" t="textAreaTop" r="textAreaRight" b="textAreaBottom"/>
              <a:pathLst>
                <a:path w="6341" h="5483">
                  <a:moveTo>
                    <a:pt x="210" y="1"/>
                  </a:moveTo>
                  <a:lnTo>
                    <a:pt x="210" y="85"/>
                  </a:lnTo>
                  <a:cubicBezTo>
                    <a:pt x="252" y="398"/>
                    <a:pt x="210" y="712"/>
                    <a:pt x="64" y="1005"/>
                  </a:cubicBezTo>
                  <a:cubicBezTo>
                    <a:pt x="64" y="1047"/>
                    <a:pt x="22" y="1068"/>
                    <a:pt x="1" y="1089"/>
                  </a:cubicBezTo>
                  <a:cubicBezTo>
                    <a:pt x="147" y="1173"/>
                    <a:pt x="315" y="1277"/>
                    <a:pt x="482" y="1382"/>
                  </a:cubicBezTo>
                  <a:cubicBezTo>
                    <a:pt x="2344" y="2658"/>
                    <a:pt x="3914" y="4311"/>
                    <a:pt x="5839" y="5483"/>
                  </a:cubicBezTo>
                  <a:cubicBezTo>
                    <a:pt x="5567" y="5148"/>
                    <a:pt x="5776" y="4646"/>
                    <a:pt x="6215" y="4604"/>
                  </a:cubicBezTo>
                  <a:lnTo>
                    <a:pt x="6341" y="4604"/>
                  </a:lnTo>
                  <a:cubicBezTo>
                    <a:pt x="5880" y="4311"/>
                    <a:pt x="5441" y="4018"/>
                    <a:pt x="5002" y="3683"/>
                  </a:cubicBezTo>
                  <a:lnTo>
                    <a:pt x="4688" y="3453"/>
                  </a:lnTo>
                  <a:cubicBezTo>
                    <a:pt x="4674" y="3494"/>
                    <a:pt x="4635" y="3517"/>
                    <a:pt x="4591" y="3517"/>
                  </a:cubicBezTo>
                  <a:cubicBezTo>
                    <a:pt x="4567" y="3517"/>
                    <a:pt x="4543" y="3510"/>
                    <a:pt x="4520" y="3495"/>
                  </a:cubicBezTo>
                  <a:lnTo>
                    <a:pt x="4458" y="3432"/>
                  </a:lnTo>
                  <a:lnTo>
                    <a:pt x="4416" y="3474"/>
                  </a:lnTo>
                  <a:cubicBezTo>
                    <a:pt x="4385" y="3505"/>
                    <a:pt x="4355" y="3524"/>
                    <a:pt x="4324" y="3524"/>
                  </a:cubicBezTo>
                  <a:cubicBezTo>
                    <a:pt x="4313" y="3524"/>
                    <a:pt x="4301" y="3522"/>
                    <a:pt x="4290" y="3516"/>
                  </a:cubicBezTo>
                  <a:lnTo>
                    <a:pt x="4186" y="3516"/>
                  </a:lnTo>
                  <a:cubicBezTo>
                    <a:pt x="4060" y="3432"/>
                    <a:pt x="3955" y="3349"/>
                    <a:pt x="3851" y="3244"/>
                  </a:cubicBezTo>
                  <a:cubicBezTo>
                    <a:pt x="3830" y="3254"/>
                    <a:pt x="3809" y="3260"/>
                    <a:pt x="3791" y="3260"/>
                  </a:cubicBezTo>
                  <a:cubicBezTo>
                    <a:pt x="3772" y="3260"/>
                    <a:pt x="3757" y="3254"/>
                    <a:pt x="3746" y="3244"/>
                  </a:cubicBezTo>
                  <a:cubicBezTo>
                    <a:pt x="3537" y="2972"/>
                    <a:pt x="3391" y="2679"/>
                    <a:pt x="3307" y="2365"/>
                  </a:cubicBezTo>
                  <a:lnTo>
                    <a:pt x="3014" y="2114"/>
                  </a:lnTo>
                  <a:lnTo>
                    <a:pt x="3014" y="2114"/>
                  </a:lnTo>
                  <a:cubicBezTo>
                    <a:pt x="3181" y="2407"/>
                    <a:pt x="3349" y="2679"/>
                    <a:pt x="3537" y="2951"/>
                  </a:cubicBezTo>
                  <a:cubicBezTo>
                    <a:pt x="3594" y="3022"/>
                    <a:pt x="3536" y="3083"/>
                    <a:pt x="3466" y="3083"/>
                  </a:cubicBezTo>
                  <a:cubicBezTo>
                    <a:pt x="3433" y="3083"/>
                    <a:pt x="3397" y="3069"/>
                    <a:pt x="3370" y="3035"/>
                  </a:cubicBezTo>
                  <a:cubicBezTo>
                    <a:pt x="3098" y="2637"/>
                    <a:pt x="2847" y="2219"/>
                    <a:pt x="2616" y="1779"/>
                  </a:cubicBezTo>
                  <a:lnTo>
                    <a:pt x="2554" y="1737"/>
                  </a:lnTo>
                  <a:cubicBezTo>
                    <a:pt x="2554" y="1821"/>
                    <a:pt x="2533" y="1884"/>
                    <a:pt x="2512" y="1968"/>
                  </a:cubicBezTo>
                  <a:cubicBezTo>
                    <a:pt x="2498" y="2009"/>
                    <a:pt x="2458" y="2041"/>
                    <a:pt x="2414" y="2041"/>
                  </a:cubicBezTo>
                  <a:cubicBezTo>
                    <a:pt x="2391" y="2041"/>
                    <a:pt x="2366" y="2031"/>
                    <a:pt x="2344" y="2009"/>
                  </a:cubicBezTo>
                  <a:lnTo>
                    <a:pt x="2344" y="2009"/>
                  </a:lnTo>
                  <a:cubicBezTo>
                    <a:pt x="2359" y="2069"/>
                    <a:pt x="2311" y="2128"/>
                    <a:pt x="2252" y="2128"/>
                  </a:cubicBezTo>
                  <a:cubicBezTo>
                    <a:pt x="2228" y="2128"/>
                    <a:pt x="2201" y="2118"/>
                    <a:pt x="2177" y="2093"/>
                  </a:cubicBezTo>
                  <a:cubicBezTo>
                    <a:pt x="1884" y="1779"/>
                    <a:pt x="1633" y="1445"/>
                    <a:pt x="1424" y="1047"/>
                  </a:cubicBezTo>
                  <a:cubicBezTo>
                    <a:pt x="1424" y="1131"/>
                    <a:pt x="1403" y="1193"/>
                    <a:pt x="1382" y="1277"/>
                  </a:cubicBezTo>
                  <a:cubicBezTo>
                    <a:pt x="1368" y="1318"/>
                    <a:pt x="1329" y="1341"/>
                    <a:pt x="1291" y="1341"/>
                  </a:cubicBezTo>
                  <a:cubicBezTo>
                    <a:pt x="1270" y="1341"/>
                    <a:pt x="1250" y="1334"/>
                    <a:pt x="1235" y="1319"/>
                  </a:cubicBezTo>
                  <a:cubicBezTo>
                    <a:pt x="942" y="1089"/>
                    <a:pt x="754" y="775"/>
                    <a:pt x="650" y="440"/>
                  </a:cubicBezTo>
                  <a:lnTo>
                    <a:pt x="440" y="147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0" bIns="68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89" name="Google Shape;399;p7"/>
          <p:cNvGrpSpPr/>
          <p:nvPr/>
        </p:nvGrpSpPr>
        <p:grpSpPr>
          <a:xfrm>
            <a:off x="2829240" y="3249360"/>
            <a:ext cx="1297800" cy="876240"/>
            <a:chOff x="2829240" y="3249360"/>
            <a:chExt cx="1297800" cy="876240"/>
          </a:xfrm>
        </p:grpSpPr>
        <p:sp>
          <p:nvSpPr>
            <p:cNvPr id="3590" name="Google Shape;400;p7"/>
            <p:cNvSpPr/>
            <p:nvPr/>
          </p:nvSpPr>
          <p:spPr>
            <a:xfrm>
              <a:off x="2855880" y="3480840"/>
              <a:ext cx="455760" cy="219240"/>
            </a:xfrm>
            <a:custGeom>
              <a:avLst/>
              <a:gdLst>
                <a:gd name="textAreaLeft" fmla="*/ 0 w 455760"/>
                <a:gd name="textAreaRight" fmla="*/ 456120 w 455760"/>
                <a:gd name="textAreaTop" fmla="*/ 0 h 219240"/>
                <a:gd name="textAreaBottom" fmla="*/ 219600 h 219240"/>
              </a:gdLst>
              <a:ahLst/>
              <a:cxnLst/>
              <a:rect l="textAreaLeft" t="textAreaTop" r="textAreaRight" b="textAreaBottom"/>
              <a:pathLst>
                <a:path w="18247" h="8786">
                  <a:moveTo>
                    <a:pt x="15222" y="0"/>
                  </a:moveTo>
                  <a:cubicBezTo>
                    <a:pt x="12954" y="0"/>
                    <a:pt x="10633" y="784"/>
                    <a:pt x="8621" y="1650"/>
                  </a:cubicBezTo>
                  <a:cubicBezTo>
                    <a:pt x="5420" y="3052"/>
                    <a:pt x="1800" y="5312"/>
                    <a:pt x="64" y="8450"/>
                  </a:cubicBezTo>
                  <a:cubicBezTo>
                    <a:pt x="1" y="8555"/>
                    <a:pt x="1" y="8681"/>
                    <a:pt x="43" y="8785"/>
                  </a:cubicBezTo>
                  <a:cubicBezTo>
                    <a:pt x="94" y="8618"/>
                    <a:pt x="249" y="8521"/>
                    <a:pt x="405" y="8521"/>
                  </a:cubicBezTo>
                  <a:cubicBezTo>
                    <a:pt x="501" y="8521"/>
                    <a:pt x="598" y="8559"/>
                    <a:pt x="670" y="8639"/>
                  </a:cubicBezTo>
                  <a:lnTo>
                    <a:pt x="796" y="8743"/>
                  </a:lnTo>
                  <a:cubicBezTo>
                    <a:pt x="2365" y="6023"/>
                    <a:pt x="5357" y="4140"/>
                    <a:pt x="8077" y="2759"/>
                  </a:cubicBezTo>
                  <a:cubicBezTo>
                    <a:pt x="10116" y="1747"/>
                    <a:pt x="12705" y="767"/>
                    <a:pt x="15159" y="767"/>
                  </a:cubicBezTo>
                  <a:cubicBezTo>
                    <a:pt x="16156" y="767"/>
                    <a:pt x="17131" y="929"/>
                    <a:pt x="18037" y="1316"/>
                  </a:cubicBezTo>
                  <a:cubicBezTo>
                    <a:pt x="17765" y="1148"/>
                    <a:pt x="17158" y="918"/>
                    <a:pt x="16865" y="792"/>
                  </a:cubicBezTo>
                  <a:cubicBezTo>
                    <a:pt x="16753" y="736"/>
                    <a:pt x="16824" y="597"/>
                    <a:pt x="16930" y="597"/>
                  </a:cubicBezTo>
                  <a:cubicBezTo>
                    <a:pt x="16943" y="597"/>
                    <a:pt x="16956" y="600"/>
                    <a:pt x="16970" y="604"/>
                  </a:cubicBezTo>
                  <a:cubicBezTo>
                    <a:pt x="17346" y="772"/>
                    <a:pt x="17702" y="918"/>
                    <a:pt x="18058" y="1085"/>
                  </a:cubicBezTo>
                  <a:cubicBezTo>
                    <a:pt x="18058" y="939"/>
                    <a:pt x="18142" y="813"/>
                    <a:pt x="18246" y="730"/>
                  </a:cubicBezTo>
                  <a:cubicBezTo>
                    <a:pt x="18142" y="688"/>
                    <a:pt x="18058" y="583"/>
                    <a:pt x="18058" y="479"/>
                  </a:cubicBezTo>
                  <a:cubicBezTo>
                    <a:pt x="17141" y="142"/>
                    <a:pt x="16186" y="0"/>
                    <a:pt x="152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1" name="Google Shape;401;p7"/>
            <p:cNvSpPr/>
            <p:nvPr/>
          </p:nvSpPr>
          <p:spPr>
            <a:xfrm>
              <a:off x="3306600" y="3249360"/>
              <a:ext cx="402840" cy="24948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16134" h="9989">
                  <a:moveTo>
                    <a:pt x="15532" y="0"/>
                  </a:moveTo>
                  <a:cubicBezTo>
                    <a:pt x="9082" y="0"/>
                    <a:pt x="2279" y="3165"/>
                    <a:pt x="22" y="9591"/>
                  </a:cubicBezTo>
                  <a:cubicBezTo>
                    <a:pt x="1" y="9633"/>
                    <a:pt x="1" y="9696"/>
                    <a:pt x="1" y="9759"/>
                  </a:cubicBezTo>
                  <a:cubicBezTo>
                    <a:pt x="43" y="9863"/>
                    <a:pt x="106" y="9947"/>
                    <a:pt x="210" y="9989"/>
                  </a:cubicBezTo>
                  <a:cubicBezTo>
                    <a:pt x="273" y="9947"/>
                    <a:pt x="341" y="9926"/>
                    <a:pt x="409" y="9926"/>
                  </a:cubicBezTo>
                  <a:cubicBezTo>
                    <a:pt x="477" y="9926"/>
                    <a:pt x="545" y="9947"/>
                    <a:pt x="608" y="9989"/>
                  </a:cubicBezTo>
                  <a:cubicBezTo>
                    <a:pt x="691" y="9947"/>
                    <a:pt x="754" y="9863"/>
                    <a:pt x="796" y="9779"/>
                  </a:cubicBezTo>
                  <a:cubicBezTo>
                    <a:pt x="2927" y="3694"/>
                    <a:pt x="9453" y="778"/>
                    <a:pt x="15559" y="778"/>
                  </a:cubicBezTo>
                  <a:cubicBezTo>
                    <a:pt x="15688" y="778"/>
                    <a:pt x="15816" y="780"/>
                    <a:pt x="15945" y="782"/>
                  </a:cubicBezTo>
                  <a:lnTo>
                    <a:pt x="15819" y="678"/>
                  </a:lnTo>
                  <a:cubicBezTo>
                    <a:pt x="15600" y="418"/>
                    <a:pt x="15761" y="25"/>
                    <a:pt x="16085" y="8"/>
                  </a:cubicBezTo>
                  <a:lnTo>
                    <a:pt x="16085" y="8"/>
                  </a:lnTo>
                  <a:cubicBezTo>
                    <a:pt x="16087" y="8"/>
                    <a:pt x="16089" y="8"/>
                    <a:pt x="16091" y="8"/>
                  </a:cubicBezTo>
                  <a:lnTo>
                    <a:pt x="16133" y="8"/>
                  </a:lnTo>
                  <a:cubicBezTo>
                    <a:pt x="16124" y="8"/>
                    <a:pt x="16116" y="7"/>
                    <a:pt x="16108" y="7"/>
                  </a:cubicBezTo>
                  <a:cubicBezTo>
                    <a:pt x="16100" y="7"/>
                    <a:pt x="16093" y="8"/>
                    <a:pt x="16085" y="8"/>
                  </a:cubicBezTo>
                  <a:lnTo>
                    <a:pt x="16085" y="8"/>
                  </a:lnTo>
                  <a:cubicBezTo>
                    <a:pt x="15901" y="3"/>
                    <a:pt x="15717" y="0"/>
                    <a:pt x="1553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2" name="Google Shape;402;p7"/>
            <p:cNvSpPr/>
            <p:nvPr/>
          </p:nvSpPr>
          <p:spPr>
            <a:xfrm>
              <a:off x="3515400" y="3685680"/>
              <a:ext cx="164520" cy="14256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142560"/>
                <a:gd name="textAreaBottom" fmla="*/ 142920 h 142560"/>
              </a:gdLst>
              <a:ahLst/>
              <a:cxnLst/>
              <a:rect l="textAreaLeft" t="textAreaTop" r="textAreaRight" b="textAreaBottom"/>
              <a:pathLst>
                <a:path w="6592" h="5713">
                  <a:moveTo>
                    <a:pt x="398" y="0"/>
                  </a:moveTo>
                  <a:lnTo>
                    <a:pt x="398" y="0"/>
                  </a:lnTo>
                  <a:cubicBezTo>
                    <a:pt x="408" y="9"/>
                    <a:pt x="418" y="17"/>
                    <a:pt x="427" y="26"/>
                  </a:cubicBezTo>
                  <a:lnTo>
                    <a:pt x="427" y="26"/>
                  </a:lnTo>
                  <a:cubicBezTo>
                    <a:pt x="418" y="17"/>
                    <a:pt x="408" y="8"/>
                    <a:pt x="398" y="0"/>
                  </a:cubicBezTo>
                  <a:close/>
                  <a:moveTo>
                    <a:pt x="427" y="26"/>
                  </a:moveTo>
                  <a:lnTo>
                    <a:pt x="427" y="26"/>
                  </a:lnTo>
                  <a:cubicBezTo>
                    <a:pt x="679" y="262"/>
                    <a:pt x="510" y="692"/>
                    <a:pt x="147" y="712"/>
                  </a:cubicBezTo>
                  <a:lnTo>
                    <a:pt x="0" y="712"/>
                  </a:lnTo>
                  <a:cubicBezTo>
                    <a:pt x="900" y="1465"/>
                    <a:pt x="1779" y="2218"/>
                    <a:pt x="2658" y="2992"/>
                  </a:cubicBezTo>
                  <a:cubicBezTo>
                    <a:pt x="2867" y="2972"/>
                    <a:pt x="3097" y="2951"/>
                    <a:pt x="3306" y="2930"/>
                  </a:cubicBezTo>
                  <a:cubicBezTo>
                    <a:pt x="3314" y="2929"/>
                    <a:pt x="3322" y="2929"/>
                    <a:pt x="3329" y="2929"/>
                  </a:cubicBezTo>
                  <a:cubicBezTo>
                    <a:pt x="3768" y="2929"/>
                    <a:pt x="3803" y="3518"/>
                    <a:pt x="3474" y="3683"/>
                  </a:cubicBezTo>
                  <a:cubicBezTo>
                    <a:pt x="4185" y="4311"/>
                    <a:pt x="4897" y="4938"/>
                    <a:pt x="5587" y="5566"/>
                  </a:cubicBezTo>
                  <a:lnTo>
                    <a:pt x="6194" y="5545"/>
                  </a:lnTo>
                  <a:cubicBezTo>
                    <a:pt x="6319" y="5545"/>
                    <a:pt x="6424" y="5608"/>
                    <a:pt x="6508" y="5713"/>
                  </a:cubicBezTo>
                  <a:cubicBezTo>
                    <a:pt x="6529" y="5608"/>
                    <a:pt x="6550" y="5503"/>
                    <a:pt x="6591" y="5420"/>
                  </a:cubicBezTo>
                  <a:cubicBezTo>
                    <a:pt x="5880" y="4750"/>
                    <a:pt x="5148" y="4101"/>
                    <a:pt x="4415" y="3474"/>
                  </a:cubicBezTo>
                  <a:cubicBezTo>
                    <a:pt x="4185" y="3453"/>
                    <a:pt x="4018" y="3306"/>
                    <a:pt x="3976" y="3097"/>
                  </a:cubicBezTo>
                  <a:cubicBezTo>
                    <a:pt x="2793" y="2059"/>
                    <a:pt x="1610" y="1042"/>
                    <a:pt x="427" y="26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280" bIns="71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3" name="Google Shape;403;p7"/>
            <p:cNvSpPr/>
            <p:nvPr/>
          </p:nvSpPr>
          <p:spPr>
            <a:xfrm>
              <a:off x="3423960" y="3608280"/>
              <a:ext cx="100800" cy="7776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4040" h="3119">
                  <a:moveTo>
                    <a:pt x="503" y="1"/>
                  </a:moveTo>
                  <a:cubicBezTo>
                    <a:pt x="658" y="291"/>
                    <a:pt x="454" y="635"/>
                    <a:pt x="141" y="635"/>
                  </a:cubicBezTo>
                  <a:cubicBezTo>
                    <a:pt x="116" y="635"/>
                    <a:pt x="90" y="633"/>
                    <a:pt x="64" y="628"/>
                  </a:cubicBezTo>
                  <a:lnTo>
                    <a:pt x="1" y="628"/>
                  </a:lnTo>
                  <a:lnTo>
                    <a:pt x="273" y="879"/>
                  </a:lnTo>
                  <a:lnTo>
                    <a:pt x="336" y="900"/>
                  </a:lnTo>
                  <a:cubicBezTo>
                    <a:pt x="398" y="900"/>
                    <a:pt x="419" y="942"/>
                    <a:pt x="419" y="1005"/>
                  </a:cubicBezTo>
                  <a:lnTo>
                    <a:pt x="817" y="1361"/>
                  </a:lnTo>
                  <a:cubicBezTo>
                    <a:pt x="1047" y="1340"/>
                    <a:pt x="1256" y="1319"/>
                    <a:pt x="1486" y="1319"/>
                  </a:cubicBezTo>
                  <a:cubicBezTo>
                    <a:pt x="1884" y="1340"/>
                    <a:pt x="2010" y="1863"/>
                    <a:pt x="1654" y="2072"/>
                  </a:cubicBezTo>
                  <a:cubicBezTo>
                    <a:pt x="2030" y="2386"/>
                    <a:pt x="2407" y="2721"/>
                    <a:pt x="2763" y="3035"/>
                  </a:cubicBezTo>
                  <a:cubicBezTo>
                    <a:pt x="2941" y="3024"/>
                    <a:pt x="3118" y="3019"/>
                    <a:pt x="3294" y="3019"/>
                  </a:cubicBezTo>
                  <a:cubicBezTo>
                    <a:pt x="3469" y="3019"/>
                    <a:pt x="3642" y="3024"/>
                    <a:pt x="3809" y="3035"/>
                  </a:cubicBezTo>
                  <a:cubicBezTo>
                    <a:pt x="3880" y="3035"/>
                    <a:pt x="3952" y="3050"/>
                    <a:pt x="4010" y="3093"/>
                  </a:cubicBezTo>
                  <a:lnTo>
                    <a:pt x="4010" y="3093"/>
                  </a:lnTo>
                  <a:lnTo>
                    <a:pt x="2491" y="1779"/>
                  </a:lnTo>
                  <a:cubicBezTo>
                    <a:pt x="2419" y="1828"/>
                    <a:pt x="2344" y="1850"/>
                    <a:pt x="2272" y="1850"/>
                  </a:cubicBezTo>
                  <a:cubicBezTo>
                    <a:pt x="2005" y="1850"/>
                    <a:pt x="1778" y="1557"/>
                    <a:pt x="1926" y="1277"/>
                  </a:cubicBezTo>
                  <a:cubicBezTo>
                    <a:pt x="1445" y="859"/>
                    <a:pt x="963" y="440"/>
                    <a:pt x="503" y="1"/>
                  </a:cubicBezTo>
                  <a:close/>
                  <a:moveTo>
                    <a:pt x="4010" y="3093"/>
                  </a:moveTo>
                  <a:lnTo>
                    <a:pt x="4039" y="3118"/>
                  </a:lnTo>
                  <a:cubicBezTo>
                    <a:pt x="4030" y="3109"/>
                    <a:pt x="4020" y="3101"/>
                    <a:pt x="4010" y="309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4" name="Google Shape;404;p7"/>
            <p:cNvSpPr/>
            <p:nvPr/>
          </p:nvSpPr>
          <p:spPr>
            <a:xfrm>
              <a:off x="3674880" y="3835800"/>
              <a:ext cx="72720" cy="4932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930" h="1989">
                  <a:moveTo>
                    <a:pt x="837" y="0"/>
                  </a:moveTo>
                  <a:cubicBezTo>
                    <a:pt x="837" y="0"/>
                    <a:pt x="837" y="21"/>
                    <a:pt x="837" y="42"/>
                  </a:cubicBezTo>
                  <a:cubicBezTo>
                    <a:pt x="789" y="221"/>
                    <a:pt x="626" y="319"/>
                    <a:pt x="463" y="319"/>
                  </a:cubicBezTo>
                  <a:cubicBezTo>
                    <a:pt x="341" y="319"/>
                    <a:pt x="219" y="264"/>
                    <a:pt x="147" y="147"/>
                  </a:cubicBezTo>
                  <a:cubicBezTo>
                    <a:pt x="105" y="210"/>
                    <a:pt x="63" y="252"/>
                    <a:pt x="0" y="272"/>
                  </a:cubicBezTo>
                  <a:cubicBezTo>
                    <a:pt x="335" y="586"/>
                    <a:pt x="670" y="900"/>
                    <a:pt x="1005" y="1214"/>
                  </a:cubicBezTo>
                  <a:cubicBezTo>
                    <a:pt x="1130" y="1235"/>
                    <a:pt x="1256" y="1256"/>
                    <a:pt x="1360" y="1298"/>
                  </a:cubicBezTo>
                  <a:lnTo>
                    <a:pt x="1674" y="1319"/>
                  </a:lnTo>
                  <a:cubicBezTo>
                    <a:pt x="1716" y="1319"/>
                    <a:pt x="1758" y="1361"/>
                    <a:pt x="1758" y="1423"/>
                  </a:cubicBezTo>
                  <a:cubicBezTo>
                    <a:pt x="2134" y="1549"/>
                    <a:pt x="2490" y="1716"/>
                    <a:pt x="2825" y="1925"/>
                  </a:cubicBezTo>
                  <a:lnTo>
                    <a:pt x="2888" y="1946"/>
                  </a:lnTo>
                  <a:lnTo>
                    <a:pt x="2888" y="1946"/>
                  </a:lnTo>
                  <a:cubicBezTo>
                    <a:pt x="2230" y="1291"/>
                    <a:pt x="1534" y="636"/>
                    <a:pt x="837" y="0"/>
                  </a:cubicBezTo>
                  <a:close/>
                  <a:moveTo>
                    <a:pt x="2888" y="1946"/>
                  </a:moveTo>
                  <a:lnTo>
                    <a:pt x="2888" y="1946"/>
                  </a:lnTo>
                  <a:cubicBezTo>
                    <a:pt x="2888" y="1946"/>
                    <a:pt x="2888" y="1946"/>
                    <a:pt x="2888" y="1946"/>
                  </a:cubicBezTo>
                  <a:lnTo>
                    <a:pt x="2888" y="1946"/>
                  </a:lnTo>
                  <a:cubicBezTo>
                    <a:pt x="2888" y="1946"/>
                    <a:pt x="2888" y="1946"/>
                    <a:pt x="2888" y="1946"/>
                  </a:cubicBezTo>
                  <a:lnTo>
                    <a:pt x="2888" y="1946"/>
                  </a:lnTo>
                  <a:close/>
                  <a:moveTo>
                    <a:pt x="2888" y="1946"/>
                  </a:moveTo>
                  <a:lnTo>
                    <a:pt x="2888" y="1946"/>
                  </a:lnTo>
                  <a:cubicBezTo>
                    <a:pt x="2888" y="1967"/>
                    <a:pt x="2908" y="1967"/>
                    <a:pt x="2909" y="1967"/>
                  </a:cubicBezTo>
                  <a:lnTo>
                    <a:pt x="2909" y="1967"/>
                  </a:lnTo>
                  <a:cubicBezTo>
                    <a:pt x="2902" y="1960"/>
                    <a:pt x="2895" y="1953"/>
                    <a:pt x="2888" y="1946"/>
                  </a:cubicBezTo>
                  <a:close/>
                  <a:moveTo>
                    <a:pt x="2909" y="1967"/>
                  </a:moveTo>
                  <a:cubicBezTo>
                    <a:pt x="2916" y="1974"/>
                    <a:pt x="2923" y="1981"/>
                    <a:pt x="2930" y="1988"/>
                  </a:cubicBezTo>
                  <a:lnTo>
                    <a:pt x="2909" y="1967"/>
                  </a:lnTo>
                  <a:cubicBezTo>
                    <a:pt x="2909" y="1967"/>
                    <a:pt x="2909" y="1967"/>
                    <a:pt x="2909" y="1967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5" name="Google Shape;405;p7"/>
            <p:cNvSpPr/>
            <p:nvPr/>
          </p:nvSpPr>
          <p:spPr>
            <a:xfrm>
              <a:off x="3307320" y="3497040"/>
              <a:ext cx="126360" cy="108360"/>
            </a:xfrm>
            <a:custGeom>
              <a:avLst/>
              <a:gdLst>
                <a:gd name="textAreaLeft" fmla="*/ 0 w 126360"/>
                <a:gd name="textAreaRight" fmla="*/ 126720 w 1263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5065" h="4348">
                  <a:moveTo>
                    <a:pt x="396" y="0"/>
                  </a:moveTo>
                  <a:cubicBezTo>
                    <a:pt x="325" y="0"/>
                    <a:pt x="252" y="26"/>
                    <a:pt x="189" y="79"/>
                  </a:cubicBezTo>
                  <a:cubicBezTo>
                    <a:pt x="85" y="141"/>
                    <a:pt x="1" y="267"/>
                    <a:pt x="1" y="413"/>
                  </a:cubicBezTo>
                  <a:cubicBezTo>
                    <a:pt x="210" y="518"/>
                    <a:pt x="419" y="623"/>
                    <a:pt x="608" y="748"/>
                  </a:cubicBezTo>
                  <a:cubicBezTo>
                    <a:pt x="670" y="790"/>
                    <a:pt x="670" y="916"/>
                    <a:pt x="587" y="937"/>
                  </a:cubicBezTo>
                  <a:cubicBezTo>
                    <a:pt x="524" y="937"/>
                    <a:pt x="440" y="957"/>
                    <a:pt x="378" y="957"/>
                  </a:cubicBezTo>
                  <a:lnTo>
                    <a:pt x="650" y="1229"/>
                  </a:lnTo>
                  <a:cubicBezTo>
                    <a:pt x="859" y="1250"/>
                    <a:pt x="1068" y="1292"/>
                    <a:pt x="1277" y="1334"/>
                  </a:cubicBezTo>
                  <a:cubicBezTo>
                    <a:pt x="1591" y="1418"/>
                    <a:pt x="1675" y="1794"/>
                    <a:pt x="1424" y="2004"/>
                  </a:cubicBezTo>
                  <a:lnTo>
                    <a:pt x="1424" y="2025"/>
                  </a:lnTo>
                  <a:cubicBezTo>
                    <a:pt x="1654" y="2255"/>
                    <a:pt x="1884" y="2464"/>
                    <a:pt x="2114" y="2694"/>
                  </a:cubicBezTo>
                  <a:cubicBezTo>
                    <a:pt x="2302" y="2736"/>
                    <a:pt x="2491" y="2778"/>
                    <a:pt x="2679" y="2841"/>
                  </a:cubicBezTo>
                  <a:cubicBezTo>
                    <a:pt x="2784" y="2862"/>
                    <a:pt x="2763" y="3029"/>
                    <a:pt x="2637" y="3029"/>
                  </a:cubicBezTo>
                  <a:lnTo>
                    <a:pt x="2470" y="3029"/>
                  </a:lnTo>
                  <a:lnTo>
                    <a:pt x="2658" y="3196"/>
                  </a:lnTo>
                  <a:cubicBezTo>
                    <a:pt x="2972" y="3259"/>
                    <a:pt x="3286" y="3364"/>
                    <a:pt x="3579" y="3489"/>
                  </a:cubicBezTo>
                  <a:cubicBezTo>
                    <a:pt x="3663" y="3510"/>
                    <a:pt x="3704" y="3657"/>
                    <a:pt x="3579" y="3678"/>
                  </a:cubicBezTo>
                  <a:cubicBezTo>
                    <a:pt x="3453" y="3698"/>
                    <a:pt x="3328" y="3719"/>
                    <a:pt x="3223" y="3719"/>
                  </a:cubicBezTo>
                  <a:lnTo>
                    <a:pt x="3642" y="4117"/>
                  </a:lnTo>
                  <a:cubicBezTo>
                    <a:pt x="4081" y="4159"/>
                    <a:pt x="4520" y="4222"/>
                    <a:pt x="4939" y="4305"/>
                  </a:cubicBezTo>
                  <a:cubicBezTo>
                    <a:pt x="4981" y="4305"/>
                    <a:pt x="5023" y="4326"/>
                    <a:pt x="5064" y="4347"/>
                  </a:cubicBezTo>
                  <a:lnTo>
                    <a:pt x="4876" y="4180"/>
                  </a:lnTo>
                  <a:cubicBezTo>
                    <a:pt x="4863" y="4181"/>
                    <a:pt x="4851" y="4181"/>
                    <a:pt x="4838" y="4181"/>
                  </a:cubicBezTo>
                  <a:cubicBezTo>
                    <a:pt x="4606" y="4181"/>
                    <a:pt x="4437" y="4001"/>
                    <a:pt x="4437" y="3782"/>
                  </a:cubicBezTo>
                  <a:cubicBezTo>
                    <a:pt x="3851" y="3259"/>
                    <a:pt x="3265" y="2715"/>
                    <a:pt x="2700" y="2171"/>
                  </a:cubicBezTo>
                  <a:cubicBezTo>
                    <a:pt x="2658" y="2255"/>
                    <a:pt x="2616" y="2359"/>
                    <a:pt x="2554" y="2443"/>
                  </a:cubicBezTo>
                  <a:cubicBezTo>
                    <a:pt x="2488" y="2588"/>
                    <a:pt x="2377" y="2648"/>
                    <a:pt x="2262" y="2648"/>
                  </a:cubicBezTo>
                  <a:cubicBezTo>
                    <a:pt x="2011" y="2648"/>
                    <a:pt x="1740" y="2361"/>
                    <a:pt x="1884" y="2045"/>
                  </a:cubicBezTo>
                  <a:cubicBezTo>
                    <a:pt x="1968" y="1899"/>
                    <a:pt x="2030" y="1753"/>
                    <a:pt x="2114" y="1585"/>
                  </a:cubicBezTo>
                  <a:cubicBezTo>
                    <a:pt x="1654" y="1146"/>
                    <a:pt x="1194" y="685"/>
                    <a:pt x="754" y="225"/>
                  </a:cubicBezTo>
                  <a:lnTo>
                    <a:pt x="670" y="121"/>
                  </a:lnTo>
                  <a:cubicBezTo>
                    <a:pt x="650" y="121"/>
                    <a:pt x="629" y="100"/>
                    <a:pt x="608" y="79"/>
                  </a:cubicBezTo>
                  <a:lnTo>
                    <a:pt x="587" y="79"/>
                  </a:lnTo>
                  <a:cubicBezTo>
                    <a:pt x="534" y="26"/>
                    <a:pt x="466" y="0"/>
                    <a:pt x="39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6" name="Google Shape;406;p7"/>
            <p:cNvSpPr/>
            <p:nvPr/>
          </p:nvSpPr>
          <p:spPr>
            <a:xfrm>
              <a:off x="3380040" y="3583440"/>
              <a:ext cx="6840" cy="18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94" h="85">
                  <a:moveTo>
                    <a:pt x="0" y="0"/>
                  </a:moveTo>
                  <a:lnTo>
                    <a:pt x="105" y="84"/>
                  </a:lnTo>
                  <a:cubicBezTo>
                    <a:pt x="272" y="84"/>
                    <a:pt x="293" y="63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7" name="Google Shape;407;p7"/>
            <p:cNvSpPr/>
            <p:nvPr/>
          </p:nvSpPr>
          <p:spPr>
            <a:xfrm>
              <a:off x="3658320" y="3863520"/>
              <a:ext cx="50400" cy="468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31" h="196">
                  <a:moveTo>
                    <a:pt x="507" y="0"/>
                  </a:moveTo>
                  <a:cubicBezTo>
                    <a:pt x="394" y="0"/>
                    <a:pt x="281" y="3"/>
                    <a:pt x="168" y="7"/>
                  </a:cubicBezTo>
                  <a:lnTo>
                    <a:pt x="1" y="49"/>
                  </a:lnTo>
                  <a:cubicBezTo>
                    <a:pt x="670" y="91"/>
                    <a:pt x="1361" y="175"/>
                    <a:pt x="2030" y="196"/>
                  </a:cubicBezTo>
                  <a:cubicBezTo>
                    <a:pt x="1926" y="175"/>
                    <a:pt x="1800" y="133"/>
                    <a:pt x="1675" y="112"/>
                  </a:cubicBezTo>
                  <a:cubicBezTo>
                    <a:pt x="1285" y="31"/>
                    <a:pt x="89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8" name="Google Shape;408;p7"/>
            <p:cNvSpPr/>
            <p:nvPr/>
          </p:nvSpPr>
          <p:spPr>
            <a:xfrm>
              <a:off x="3747240" y="38847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>
                  <a:moveTo>
                    <a:pt x="1" y="0"/>
                  </a:moveTo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9" name="Google Shape;409;p7"/>
            <p:cNvSpPr/>
            <p:nvPr/>
          </p:nvSpPr>
          <p:spPr>
            <a:xfrm>
              <a:off x="3358440" y="3868560"/>
              <a:ext cx="386280" cy="215640"/>
            </a:xfrm>
            <a:custGeom>
              <a:avLst/>
              <a:gdLst>
                <a:gd name="textAreaLeft" fmla="*/ 0 w 386280"/>
                <a:gd name="textAreaRight" fmla="*/ 386640 w 386280"/>
                <a:gd name="textAreaTop" fmla="*/ 0 h 215640"/>
                <a:gd name="textAreaBottom" fmla="*/ 216000 h 215640"/>
              </a:gdLst>
              <a:ahLst/>
              <a:cxnLst/>
              <a:rect l="textAreaLeft" t="textAreaTop" r="textAreaRight" b="textAreaBottom"/>
              <a:pathLst>
                <a:path w="15463" h="8643">
                  <a:moveTo>
                    <a:pt x="11236" y="1"/>
                  </a:moveTo>
                  <a:cubicBezTo>
                    <a:pt x="10985" y="22"/>
                    <a:pt x="10713" y="43"/>
                    <a:pt x="10462" y="64"/>
                  </a:cubicBezTo>
                  <a:cubicBezTo>
                    <a:pt x="9060" y="440"/>
                    <a:pt x="7742" y="1005"/>
                    <a:pt x="6508" y="1758"/>
                  </a:cubicBezTo>
                  <a:cubicBezTo>
                    <a:pt x="3955" y="3244"/>
                    <a:pt x="1277" y="5483"/>
                    <a:pt x="0" y="8245"/>
                  </a:cubicBezTo>
                  <a:lnTo>
                    <a:pt x="356" y="8496"/>
                  </a:lnTo>
                  <a:cubicBezTo>
                    <a:pt x="398" y="8538"/>
                    <a:pt x="440" y="8579"/>
                    <a:pt x="482" y="8642"/>
                  </a:cubicBezTo>
                  <a:lnTo>
                    <a:pt x="754" y="8454"/>
                  </a:lnTo>
                  <a:cubicBezTo>
                    <a:pt x="1946" y="5985"/>
                    <a:pt x="4394" y="3997"/>
                    <a:pt x="6633" y="2595"/>
                  </a:cubicBezTo>
                  <a:cubicBezTo>
                    <a:pt x="8257" y="1569"/>
                    <a:pt x="10375" y="587"/>
                    <a:pt x="12396" y="587"/>
                  </a:cubicBezTo>
                  <a:cubicBezTo>
                    <a:pt x="13134" y="587"/>
                    <a:pt x="13859" y="718"/>
                    <a:pt x="14542" y="1026"/>
                  </a:cubicBezTo>
                  <a:cubicBezTo>
                    <a:pt x="14752" y="900"/>
                    <a:pt x="14940" y="775"/>
                    <a:pt x="15128" y="649"/>
                  </a:cubicBezTo>
                  <a:cubicBezTo>
                    <a:pt x="15189" y="613"/>
                    <a:pt x="15257" y="591"/>
                    <a:pt x="15324" y="591"/>
                  </a:cubicBezTo>
                  <a:cubicBezTo>
                    <a:pt x="15372" y="591"/>
                    <a:pt x="15419" y="602"/>
                    <a:pt x="15463" y="628"/>
                  </a:cubicBezTo>
                  <a:cubicBezTo>
                    <a:pt x="15128" y="419"/>
                    <a:pt x="14772" y="252"/>
                    <a:pt x="14417" y="126"/>
                  </a:cubicBezTo>
                  <a:cubicBezTo>
                    <a:pt x="14417" y="168"/>
                    <a:pt x="14375" y="210"/>
                    <a:pt x="14333" y="210"/>
                  </a:cubicBezTo>
                  <a:cubicBezTo>
                    <a:pt x="13475" y="189"/>
                    <a:pt x="12638" y="43"/>
                    <a:pt x="11801" y="22"/>
                  </a:cubicBezTo>
                  <a:cubicBezTo>
                    <a:pt x="11613" y="22"/>
                    <a:pt x="11425" y="1"/>
                    <a:pt x="112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0" name="Google Shape;410;p7"/>
            <p:cNvSpPr/>
            <p:nvPr/>
          </p:nvSpPr>
          <p:spPr>
            <a:xfrm>
              <a:off x="3747600" y="3885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2" h="22">
                  <a:moveTo>
                    <a:pt x="1" y="0"/>
                  </a:moveTo>
                  <a:lnTo>
                    <a:pt x="22" y="21"/>
                  </a:lnTo>
                  <a:cubicBezTo>
                    <a:pt x="22" y="0"/>
                    <a:pt x="22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1" name="Google Shape;411;p7"/>
            <p:cNvSpPr/>
            <p:nvPr/>
          </p:nvSpPr>
          <p:spPr>
            <a:xfrm>
              <a:off x="2899800" y="3746880"/>
              <a:ext cx="2160" cy="288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106" h="126">
                  <a:moveTo>
                    <a:pt x="21" y="0"/>
                  </a:moveTo>
                  <a:cubicBezTo>
                    <a:pt x="21" y="0"/>
                    <a:pt x="21" y="21"/>
                    <a:pt x="0" y="42"/>
                  </a:cubicBezTo>
                  <a:lnTo>
                    <a:pt x="105" y="126"/>
                  </a:lnTo>
                  <a:cubicBezTo>
                    <a:pt x="63" y="84"/>
                    <a:pt x="42" y="42"/>
                    <a:pt x="2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2" name="Google Shape;412;p7"/>
            <p:cNvSpPr/>
            <p:nvPr/>
          </p:nvSpPr>
          <p:spPr>
            <a:xfrm>
              <a:off x="2904480" y="3741840"/>
              <a:ext cx="304560" cy="2271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227160"/>
                <a:gd name="textAreaBottom" fmla="*/ 227520 h 227160"/>
              </a:gdLst>
              <a:ahLst/>
              <a:cxnLst/>
              <a:rect l="textAreaLeft" t="textAreaTop" r="textAreaRight" b="textAreaBottom"/>
              <a:pathLst>
                <a:path w="12200" h="9102">
                  <a:moveTo>
                    <a:pt x="712" y="0"/>
                  </a:moveTo>
                  <a:cubicBezTo>
                    <a:pt x="628" y="105"/>
                    <a:pt x="524" y="209"/>
                    <a:pt x="440" y="335"/>
                  </a:cubicBezTo>
                  <a:cubicBezTo>
                    <a:pt x="379" y="420"/>
                    <a:pt x="282" y="463"/>
                    <a:pt x="188" y="463"/>
                  </a:cubicBezTo>
                  <a:cubicBezTo>
                    <a:pt x="120" y="463"/>
                    <a:pt x="53" y="441"/>
                    <a:pt x="1" y="398"/>
                  </a:cubicBezTo>
                  <a:lnTo>
                    <a:pt x="1" y="398"/>
                  </a:lnTo>
                  <a:cubicBezTo>
                    <a:pt x="377" y="733"/>
                    <a:pt x="775" y="1046"/>
                    <a:pt x="1172" y="1360"/>
                  </a:cubicBezTo>
                  <a:lnTo>
                    <a:pt x="1340" y="1297"/>
                  </a:lnTo>
                  <a:cubicBezTo>
                    <a:pt x="1347" y="1296"/>
                    <a:pt x="1354" y="1295"/>
                    <a:pt x="1361" y="1295"/>
                  </a:cubicBezTo>
                  <a:cubicBezTo>
                    <a:pt x="1434" y="1295"/>
                    <a:pt x="1481" y="1389"/>
                    <a:pt x="1424" y="1465"/>
                  </a:cubicBezTo>
                  <a:lnTo>
                    <a:pt x="1382" y="1507"/>
                  </a:lnTo>
                  <a:cubicBezTo>
                    <a:pt x="1968" y="1967"/>
                    <a:pt x="2553" y="2386"/>
                    <a:pt x="3160" y="2825"/>
                  </a:cubicBezTo>
                  <a:cubicBezTo>
                    <a:pt x="3244" y="2804"/>
                    <a:pt x="3328" y="2762"/>
                    <a:pt x="3411" y="2741"/>
                  </a:cubicBezTo>
                  <a:cubicBezTo>
                    <a:pt x="3418" y="2740"/>
                    <a:pt x="3424" y="2739"/>
                    <a:pt x="3430" y="2739"/>
                  </a:cubicBezTo>
                  <a:cubicBezTo>
                    <a:pt x="3510" y="2739"/>
                    <a:pt x="3593" y="2851"/>
                    <a:pt x="3516" y="2909"/>
                  </a:cubicBezTo>
                  <a:lnTo>
                    <a:pt x="3390" y="2992"/>
                  </a:lnTo>
                  <a:cubicBezTo>
                    <a:pt x="4813" y="3997"/>
                    <a:pt x="6278" y="4938"/>
                    <a:pt x="7722" y="5922"/>
                  </a:cubicBezTo>
                  <a:cubicBezTo>
                    <a:pt x="9144" y="6905"/>
                    <a:pt x="10525" y="7951"/>
                    <a:pt x="11864" y="9102"/>
                  </a:cubicBezTo>
                  <a:cubicBezTo>
                    <a:pt x="11802" y="8956"/>
                    <a:pt x="11823" y="8788"/>
                    <a:pt x="11906" y="8684"/>
                  </a:cubicBezTo>
                  <a:cubicBezTo>
                    <a:pt x="12011" y="8558"/>
                    <a:pt x="12115" y="8453"/>
                    <a:pt x="12199" y="8328"/>
                  </a:cubicBezTo>
                  <a:cubicBezTo>
                    <a:pt x="11488" y="7721"/>
                    <a:pt x="10755" y="7114"/>
                    <a:pt x="10002" y="6549"/>
                  </a:cubicBezTo>
                  <a:cubicBezTo>
                    <a:pt x="9989" y="6551"/>
                    <a:pt x="9976" y="6551"/>
                    <a:pt x="9962" y="6551"/>
                  </a:cubicBezTo>
                  <a:cubicBezTo>
                    <a:pt x="9767" y="6551"/>
                    <a:pt x="9582" y="6410"/>
                    <a:pt x="9563" y="6215"/>
                  </a:cubicBezTo>
                  <a:cubicBezTo>
                    <a:pt x="9333" y="6047"/>
                    <a:pt x="9082" y="5880"/>
                    <a:pt x="8851" y="5712"/>
                  </a:cubicBezTo>
                  <a:cubicBezTo>
                    <a:pt x="8286" y="5336"/>
                    <a:pt x="7722" y="4959"/>
                    <a:pt x="7157" y="4562"/>
                  </a:cubicBezTo>
                  <a:cubicBezTo>
                    <a:pt x="7069" y="4680"/>
                    <a:pt x="6955" y="4730"/>
                    <a:pt x="6844" y="4730"/>
                  </a:cubicBezTo>
                  <a:cubicBezTo>
                    <a:pt x="6584" y="4730"/>
                    <a:pt x="6340" y="4457"/>
                    <a:pt x="6487" y="4164"/>
                  </a:cubicBezTo>
                  <a:lnTo>
                    <a:pt x="6508" y="4143"/>
                  </a:lnTo>
                  <a:cubicBezTo>
                    <a:pt x="5608" y="3536"/>
                    <a:pt x="4688" y="2930"/>
                    <a:pt x="3809" y="2302"/>
                  </a:cubicBezTo>
                  <a:lnTo>
                    <a:pt x="3704" y="2406"/>
                  </a:lnTo>
                  <a:cubicBezTo>
                    <a:pt x="3623" y="2488"/>
                    <a:pt x="3532" y="2522"/>
                    <a:pt x="3443" y="2522"/>
                  </a:cubicBezTo>
                  <a:cubicBezTo>
                    <a:pt x="3146" y="2522"/>
                    <a:pt x="2881" y="2132"/>
                    <a:pt x="3139" y="1841"/>
                  </a:cubicBezTo>
                  <a:cubicBezTo>
                    <a:pt x="2323" y="1256"/>
                    <a:pt x="1507" y="649"/>
                    <a:pt x="7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3" name="Google Shape;413;p7"/>
            <p:cNvSpPr/>
            <p:nvPr/>
          </p:nvSpPr>
          <p:spPr>
            <a:xfrm>
              <a:off x="2854800" y="3693960"/>
              <a:ext cx="51840" cy="439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2094" h="1771">
                  <a:moveTo>
                    <a:pt x="436" y="0"/>
                  </a:moveTo>
                  <a:cubicBezTo>
                    <a:pt x="280" y="0"/>
                    <a:pt x="128" y="97"/>
                    <a:pt x="64" y="264"/>
                  </a:cubicBezTo>
                  <a:cubicBezTo>
                    <a:pt x="1" y="390"/>
                    <a:pt x="43" y="557"/>
                    <a:pt x="147" y="662"/>
                  </a:cubicBezTo>
                  <a:cubicBezTo>
                    <a:pt x="503" y="997"/>
                    <a:pt x="859" y="1331"/>
                    <a:pt x="1194" y="1645"/>
                  </a:cubicBezTo>
                  <a:cubicBezTo>
                    <a:pt x="1256" y="1624"/>
                    <a:pt x="1319" y="1603"/>
                    <a:pt x="1361" y="1582"/>
                  </a:cubicBezTo>
                  <a:cubicBezTo>
                    <a:pt x="1411" y="1560"/>
                    <a:pt x="1460" y="1550"/>
                    <a:pt x="1508" y="1550"/>
                  </a:cubicBezTo>
                  <a:cubicBezTo>
                    <a:pt x="1641" y="1550"/>
                    <a:pt x="1760" y="1632"/>
                    <a:pt x="1821" y="1771"/>
                  </a:cubicBezTo>
                  <a:cubicBezTo>
                    <a:pt x="1821" y="1729"/>
                    <a:pt x="1842" y="1708"/>
                    <a:pt x="1863" y="1687"/>
                  </a:cubicBezTo>
                  <a:lnTo>
                    <a:pt x="2093" y="1394"/>
                  </a:lnTo>
                  <a:cubicBezTo>
                    <a:pt x="1675" y="1018"/>
                    <a:pt x="1256" y="620"/>
                    <a:pt x="838" y="222"/>
                  </a:cubicBezTo>
                  <a:lnTo>
                    <a:pt x="712" y="118"/>
                  </a:lnTo>
                  <a:cubicBezTo>
                    <a:pt x="632" y="38"/>
                    <a:pt x="533" y="0"/>
                    <a:pt x="4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960" bIns="21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4" name="Google Shape;414;p7"/>
            <p:cNvSpPr/>
            <p:nvPr/>
          </p:nvSpPr>
          <p:spPr>
            <a:xfrm>
              <a:off x="3208320" y="3963240"/>
              <a:ext cx="161640" cy="13248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32480"/>
                <a:gd name="textAreaBottom" fmla="*/ 132840 h 132480"/>
              </a:gdLst>
              <a:ahLst/>
              <a:cxnLst/>
              <a:rect l="textAreaLeft" t="textAreaTop" r="textAreaRight" b="textAreaBottom"/>
              <a:pathLst>
                <a:path w="6487" h="5316">
                  <a:moveTo>
                    <a:pt x="649" y="1"/>
                  </a:moveTo>
                  <a:cubicBezTo>
                    <a:pt x="523" y="126"/>
                    <a:pt x="419" y="273"/>
                    <a:pt x="314" y="398"/>
                  </a:cubicBezTo>
                  <a:cubicBezTo>
                    <a:pt x="244" y="486"/>
                    <a:pt x="160" y="529"/>
                    <a:pt x="61" y="529"/>
                  </a:cubicBezTo>
                  <a:cubicBezTo>
                    <a:pt x="42" y="529"/>
                    <a:pt x="21" y="527"/>
                    <a:pt x="0" y="524"/>
                  </a:cubicBezTo>
                  <a:lnTo>
                    <a:pt x="0" y="524"/>
                  </a:lnTo>
                  <a:cubicBezTo>
                    <a:pt x="1925" y="2156"/>
                    <a:pt x="3788" y="3851"/>
                    <a:pt x="5838" y="5316"/>
                  </a:cubicBezTo>
                  <a:cubicBezTo>
                    <a:pt x="6068" y="5148"/>
                    <a:pt x="6277" y="5002"/>
                    <a:pt x="6487" y="4855"/>
                  </a:cubicBezTo>
                  <a:cubicBezTo>
                    <a:pt x="6466" y="4792"/>
                    <a:pt x="6424" y="4751"/>
                    <a:pt x="6382" y="4709"/>
                  </a:cubicBezTo>
                  <a:lnTo>
                    <a:pt x="6005" y="4458"/>
                  </a:lnTo>
                  <a:cubicBezTo>
                    <a:pt x="4122" y="3077"/>
                    <a:pt x="2407" y="1507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240" bIns="66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5" name="Google Shape;415;p7"/>
            <p:cNvSpPr/>
            <p:nvPr/>
          </p:nvSpPr>
          <p:spPr>
            <a:xfrm>
              <a:off x="4025520" y="3542040"/>
              <a:ext cx="101520" cy="11520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4081" h="4625">
                  <a:moveTo>
                    <a:pt x="586" y="0"/>
                  </a:moveTo>
                  <a:lnTo>
                    <a:pt x="586" y="0"/>
                  </a:lnTo>
                  <a:cubicBezTo>
                    <a:pt x="646" y="263"/>
                    <a:pt x="415" y="525"/>
                    <a:pt x="136" y="525"/>
                  </a:cubicBezTo>
                  <a:cubicBezTo>
                    <a:pt x="126" y="525"/>
                    <a:pt x="115" y="524"/>
                    <a:pt x="105" y="523"/>
                  </a:cubicBezTo>
                  <a:lnTo>
                    <a:pt x="0" y="523"/>
                  </a:lnTo>
                  <a:cubicBezTo>
                    <a:pt x="1067" y="1591"/>
                    <a:pt x="2030" y="2783"/>
                    <a:pt x="2887" y="4039"/>
                  </a:cubicBezTo>
                  <a:cubicBezTo>
                    <a:pt x="3118" y="4018"/>
                    <a:pt x="3348" y="3997"/>
                    <a:pt x="3578" y="3997"/>
                  </a:cubicBezTo>
                  <a:cubicBezTo>
                    <a:pt x="3892" y="3997"/>
                    <a:pt x="4080" y="4373"/>
                    <a:pt x="3871" y="4625"/>
                  </a:cubicBezTo>
                  <a:cubicBezTo>
                    <a:pt x="3976" y="4520"/>
                    <a:pt x="3996" y="4332"/>
                    <a:pt x="3913" y="4185"/>
                  </a:cubicBezTo>
                  <a:cubicBezTo>
                    <a:pt x="2971" y="2679"/>
                    <a:pt x="1862" y="1256"/>
                    <a:pt x="58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6" name="Google Shape;416;p7"/>
            <p:cNvSpPr/>
            <p:nvPr/>
          </p:nvSpPr>
          <p:spPr>
            <a:xfrm>
              <a:off x="3826800" y="3357360"/>
              <a:ext cx="208440" cy="178560"/>
            </a:xfrm>
            <a:custGeom>
              <a:avLst/>
              <a:gdLst>
                <a:gd name="textAreaLeft" fmla="*/ 0 w 208440"/>
                <a:gd name="textAreaRight" fmla="*/ 208800 w 208440"/>
                <a:gd name="textAreaTop" fmla="*/ 0 h 178560"/>
                <a:gd name="textAreaBottom" fmla="*/ 178920 h 178560"/>
              </a:gdLst>
              <a:ahLst/>
              <a:cxnLst/>
              <a:rect l="textAreaLeft" t="textAreaTop" r="textAreaRight" b="textAreaBottom"/>
              <a:pathLst>
                <a:path w="8349" h="7157">
                  <a:moveTo>
                    <a:pt x="502" y="0"/>
                  </a:moveTo>
                  <a:lnTo>
                    <a:pt x="502" y="0"/>
                  </a:lnTo>
                  <a:cubicBezTo>
                    <a:pt x="691" y="251"/>
                    <a:pt x="502" y="607"/>
                    <a:pt x="188" y="607"/>
                  </a:cubicBezTo>
                  <a:lnTo>
                    <a:pt x="0" y="607"/>
                  </a:lnTo>
                  <a:cubicBezTo>
                    <a:pt x="586" y="1088"/>
                    <a:pt x="1172" y="1570"/>
                    <a:pt x="1758" y="2051"/>
                  </a:cubicBezTo>
                  <a:cubicBezTo>
                    <a:pt x="2051" y="2009"/>
                    <a:pt x="2343" y="1988"/>
                    <a:pt x="2636" y="1967"/>
                  </a:cubicBezTo>
                  <a:cubicBezTo>
                    <a:pt x="2650" y="1966"/>
                    <a:pt x="2662" y="1966"/>
                    <a:pt x="2675" y="1966"/>
                  </a:cubicBezTo>
                  <a:cubicBezTo>
                    <a:pt x="3138" y="1966"/>
                    <a:pt x="3125" y="2701"/>
                    <a:pt x="2636" y="2741"/>
                  </a:cubicBezTo>
                  <a:lnTo>
                    <a:pt x="2595" y="2741"/>
                  </a:lnTo>
                  <a:cubicBezTo>
                    <a:pt x="2908" y="3013"/>
                    <a:pt x="3201" y="3285"/>
                    <a:pt x="3515" y="3557"/>
                  </a:cubicBezTo>
                  <a:cubicBezTo>
                    <a:pt x="3745" y="3536"/>
                    <a:pt x="3976" y="3536"/>
                    <a:pt x="4206" y="3516"/>
                  </a:cubicBezTo>
                  <a:cubicBezTo>
                    <a:pt x="4666" y="3516"/>
                    <a:pt x="4708" y="4206"/>
                    <a:pt x="4289" y="4311"/>
                  </a:cubicBezTo>
                  <a:cubicBezTo>
                    <a:pt x="4750" y="4750"/>
                    <a:pt x="5189" y="5210"/>
                    <a:pt x="5649" y="5650"/>
                  </a:cubicBezTo>
                  <a:cubicBezTo>
                    <a:pt x="5963" y="5629"/>
                    <a:pt x="6277" y="5608"/>
                    <a:pt x="6591" y="5608"/>
                  </a:cubicBezTo>
                  <a:cubicBezTo>
                    <a:pt x="7107" y="5629"/>
                    <a:pt x="7114" y="6403"/>
                    <a:pt x="6611" y="6403"/>
                  </a:cubicBezTo>
                  <a:cubicBezTo>
                    <a:pt x="6604" y="6403"/>
                    <a:pt x="6598" y="6403"/>
                    <a:pt x="6591" y="6403"/>
                  </a:cubicBezTo>
                  <a:lnTo>
                    <a:pt x="6445" y="6403"/>
                  </a:lnTo>
                  <a:cubicBezTo>
                    <a:pt x="6696" y="6654"/>
                    <a:pt x="6947" y="6884"/>
                    <a:pt x="7198" y="7135"/>
                  </a:cubicBezTo>
                  <a:cubicBezTo>
                    <a:pt x="7376" y="7114"/>
                    <a:pt x="7553" y="7104"/>
                    <a:pt x="7731" y="7104"/>
                  </a:cubicBezTo>
                  <a:cubicBezTo>
                    <a:pt x="7909" y="7104"/>
                    <a:pt x="8087" y="7114"/>
                    <a:pt x="8265" y="7135"/>
                  </a:cubicBezTo>
                  <a:lnTo>
                    <a:pt x="8349" y="7156"/>
                  </a:lnTo>
                  <a:cubicBezTo>
                    <a:pt x="7930" y="6738"/>
                    <a:pt x="7512" y="6319"/>
                    <a:pt x="7093" y="5922"/>
                  </a:cubicBezTo>
                  <a:cubicBezTo>
                    <a:pt x="5838" y="4729"/>
                    <a:pt x="4624" y="3474"/>
                    <a:pt x="3327" y="2323"/>
                  </a:cubicBezTo>
                  <a:cubicBezTo>
                    <a:pt x="2406" y="1528"/>
                    <a:pt x="1465" y="754"/>
                    <a:pt x="50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9280" bIns="89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7" name="Google Shape;417;p7"/>
            <p:cNvSpPr/>
            <p:nvPr/>
          </p:nvSpPr>
          <p:spPr>
            <a:xfrm>
              <a:off x="3748320" y="3862080"/>
              <a:ext cx="23040" cy="3996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943" h="1608">
                  <a:moveTo>
                    <a:pt x="733" y="1"/>
                  </a:moveTo>
                  <a:cubicBezTo>
                    <a:pt x="482" y="315"/>
                    <a:pt x="252" y="628"/>
                    <a:pt x="1" y="942"/>
                  </a:cubicBezTo>
                  <a:cubicBezTo>
                    <a:pt x="168" y="1110"/>
                    <a:pt x="168" y="1361"/>
                    <a:pt x="1" y="1507"/>
                  </a:cubicBezTo>
                  <a:cubicBezTo>
                    <a:pt x="92" y="1568"/>
                    <a:pt x="184" y="1607"/>
                    <a:pt x="284" y="1607"/>
                  </a:cubicBezTo>
                  <a:cubicBezTo>
                    <a:pt x="321" y="1607"/>
                    <a:pt x="359" y="1602"/>
                    <a:pt x="398" y="1591"/>
                  </a:cubicBezTo>
                  <a:cubicBezTo>
                    <a:pt x="84" y="1486"/>
                    <a:pt x="63" y="1068"/>
                    <a:pt x="335" y="900"/>
                  </a:cubicBezTo>
                  <a:cubicBezTo>
                    <a:pt x="545" y="817"/>
                    <a:pt x="754" y="712"/>
                    <a:pt x="942" y="587"/>
                  </a:cubicBezTo>
                  <a:cubicBezTo>
                    <a:pt x="712" y="482"/>
                    <a:pt x="628" y="210"/>
                    <a:pt x="7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8" name="Google Shape;418;p7"/>
            <p:cNvSpPr/>
            <p:nvPr/>
          </p:nvSpPr>
          <p:spPr>
            <a:xfrm>
              <a:off x="3769200" y="3641400"/>
              <a:ext cx="357840" cy="21744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217440"/>
                <a:gd name="textAreaBottom" fmla="*/ 217800 h 217440"/>
              </a:gdLst>
              <a:ahLst/>
              <a:cxnLst/>
              <a:rect l="textAreaLeft" t="textAreaTop" r="textAreaRight" b="textAreaBottom"/>
              <a:pathLst>
                <a:path w="14334" h="8706">
                  <a:moveTo>
                    <a:pt x="13831" y="1"/>
                  </a:moveTo>
                  <a:cubicBezTo>
                    <a:pt x="13601" y="1"/>
                    <a:pt x="13371" y="22"/>
                    <a:pt x="13140" y="43"/>
                  </a:cubicBezTo>
                  <a:cubicBezTo>
                    <a:pt x="10358" y="315"/>
                    <a:pt x="7826" y="1800"/>
                    <a:pt x="5608" y="3411"/>
                  </a:cubicBezTo>
                  <a:cubicBezTo>
                    <a:pt x="3516" y="4918"/>
                    <a:pt x="1632" y="6717"/>
                    <a:pt x="0" y="8705"/>
                  </a:cubicBezTo>
                  <a:cubicBezTo>
                    <a:pt x="0" y="8705"/>
                    <a:pt x="21" y="8705"/>
                    <a:pt x="21" y="8684"/>
                  </a:cubicBezTo>
                  <a:cubicBezTo>
                    <a:pt x="2072" y="7136"/>
                    <a:pt x="3955" y="5378"/>
                    <a:pt x="6068" y="3893"/>
                  </a:cubicBezTo>
                  <a:cubicBezTo>
                    <a:pt x="6822" y="3370"/>
                    <a:pt x="7617" y="2888"/>
                    <a:pt x="8454" y="2470"/>
                  </a:cubicBezTo>
                  <a:cubicBezTo>
                    <a:pt x="9709" y="1717"/>
                    <a:pt x="11069" y="1194"/>
                    <a:pt x="12492" y="922"/>
                  </a:cubicBezTo>
                  <a:cubicBezTo>
                    <a:pt x="12250" y="647"/>
                    <a:pt x="12517" y="262"/>
                    <a:pt x="12806" y="262"/>
                  </a:cubicBezTo>
                  <a:cubicBezTo>
                    <a:pt x="12892" y="262"/>
                    <a:pt x="12980" y="296"/>
                    <a:pt x="13057" y="378"/>
                  </a:cubicBezTo>
                  <a:cubicBezTo>
                    <a:pt x="13161" y="503"/>
                    <a:pt x="13245" y="650"/>
                    <a:pt x="13287" y="817"/>
                  </a:cubicBezTo>
                  <a:cubicBezTo>
                    <a:pt x="13454" y="796"/>
                    <a:pt x="13643" y="796"/>
                    <a:pt x="13831" y="796"/>
                  </a:cubicBezTo>
                  <a:cubicBezTo>
                    <a:pt x="13936" y="796"/>
                    <a:pt x="14061" y="733"/>
                    <a:pt x="14124" y="629"/>
                  </a:cubicBezTo>
                  <a:cubicBezTo>
                    <a:pt x="14333" y="378"/>
                    <a:pt x="14145" y="1"/>
                    <a:pt x="138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9" name="Google Shape;419;p7"/>
            <p:cNvSpPr/>
            <p:nvPr/>
          </p:nvSpPr>
          <p:spPr>
            <a:xfrm>
              <a:off x="3763800" y="3647880"/>
              <a:ext cx="339840" cy="22860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228600"/>
                <a:gd name="textAreaBottom" fmla="*/ 228960 h 228600"/>
              </a:gdLst>
              <a:ahLst/>
              <a:cxnLst/>
              <a:rect l="textAreaLeft" t="textAreaTop" r="textAreaRight" b="textAreaBottom"/>
              <a:pathLst>
                <a:path w="13601" h="9164">
                  <a:moveTo>
                    <a:pt x="13011" y="0"/>
                  </a:moveTo>
                  <a:cubicBezTo>
                    <a:pt x="12724" y="0"/>
                    <a:pt x="12460" y="396"/>
                    <a:pt x="12701" y="669"/>
                  </a:cubicBezTo>
                  <a:cubicBezTo>
                    <a:pt x="12785" y="752"/>
                    <a:pt x="11362" y="1129"/>
                    <a:pt x="11257" y="1150"/>
                  </a:cubicBezTo>
                  <a:cubicBezTo>
                    <a:pt x="10692" y="1296"/>
                    <a:pt x="10169" y="1485"/>
                    <a:pt x="9646" y="1715"/>
                  </a:cubicBezTo>
                  <a:cubicBezTo>
                    <a:pt x="9311" y="1861"/>
                    <a:pt x="8976" y="2029"/>
                    <a:pt x="8663" y="2196"/>
                  </a:cubicBezTo>
                  <a:cubicBezTo>
                    <a:pt x="7826" y="2635"/>
                    <a:pt x="7031" y="3117"/>
                    <a:pt x="6277" y="3640"/>
                  </a:cubicBezTo>
                  <a:cubicBezTo>
                    <a:pt x="4164" y="5104"/>
                    <a:pt x="2281" y="6883"/>
                    <a:pt x="230" y="8431"/>
                  </a:cubicBezTo>
                  <a:cubicBezTo>
                    <a:pt x="209" y="8431"/>
                    <a:pt x="209" y="8431"/>
                    <a:pt x="209" y="8452"/>
                  </a:cubicBezTo>
                  <a:cubicBezTo>
                    <a:pt x="168" y="8473"/>
                    <a:pt x="126" y="8515"/>
                    <a:pt x="105" y="8557"/>
                  </a:cubicBezTo>
                  <a:cubicBezTo>
                    <a:pt x="0" y="8787"/>
                    <a:pt x="84" y="9059"/>
                    <a:pt x="314" y="9164"/>
                  </a:cubicBezTo>
                  <a:cubicBezTo>
                    <a:pt x="649" y="8975"/>
                    <a:pt x="963" y="8787"/>
                    <a:pt x="1277" y="8599"/>
                  </a:cubicBezTo>
                  <a:cubicBezTo>
                    <a:pt x="3599" y="6778"/>
                    <a:pt x="5754" y="4770"/>
                    <a:pt x="8307" y="3263"/>
                  </a:cubicBezTo>
                  <a:cubicBezTo>
                    <a:pt x="8579" y="3096"/>
                    <a:pt x="8851" y="2949"/>
                    <a:pt x="9144" y="2824"/>
                  </a:cubicBezTo>
                  <a:cubicBezTo>
                    <a:pt x="10316" y="2070"/>
                    <a:pt x="11529" y="1422"/>
                    <a:pt x="12785" y="857"/>
                  </a:cubicBezTo>
                  <a:cubicBezTo>
                    <a:pt x="12845" y="829"/>
                    <a:pt x="12905" y="817"/>
                    <a:pt x="12962" y="817"/>
                  </a:cubicBezTo>
                  <a:cubicBezTo>
                    <a:pt x="13335" y="817"/>
                    <a:pt x="13581" y="1345"/>
                    <a:pt x="13182" y="1526"/>
                  </a:cubicBezTo>
                  <a:lnTo>
                    <a:pt x="13119" y="1568"/>
                  </a:lnTo>
                  <a:cubicBezTo>
                    <a:pt x="13559" y="1464"/>
                    <a:pt x="13601" y="961"/>
                    <a:pt x="13475" y="564"/>
                  </a:cubicBezTo>
                  <a:cubicBezTo>
                    <a:pt x="13433" y="397"/>
                    <a:pt x="13370" y="250"/>
                    <a:pt x="13266" y="125"/>
                  </a:cubicBezTo>
                  <a:cubicBezTo>
                    <a:pt x="13188" y="37"/>
                    <a:pt x="13098" y="0"/>
                    <a:pt x="1301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0" name="Google Shape;420;p7"/>
            <p:cNvSpPr/>
            <p:nvPr/>
          </p:nvSpPr>
          <p:spPr>
            <a:xfrm>
              <a:off x="3749400" y="3668040"/>
              <a:ext cx="353880" cy="234360"/>
            </a:xfrm>
            <a:custGeom>
              <a:avLst/>
              <a:gdLst>
                <a:gd name="textAreaLeft" fmla="*/ 0 w 353880"/>
                <a:gd name="textAreaRight" fmla="*/ 354240 w 353880"/>
                <a:gd name="textAreaTop" fmla="*/ 0 h 234360"/>
                <a:gd name="textAreaBottom" fmla="*/ 234720 h 234360"/>
              </a:gdLst>
              <a:ahLst/>
              <a:cxnLst/>
              <a:rect l="textAreaLeft" t="textAreaTop" r="textAreaRight" b="textAreaBottom"/>
              <a:pathLst>
                <a:path w="14168" h="9384">
                  <a:moveTo>
                    <a:pt x="13548" y="1"/>
                  </a:moveTo>
                  <a:cubicBezTo>
                    <a:pt x="13491" y="1"/>
                    <a:pt x="13431" y="13"/>
                    <a:pt x="13371" y="41"/>
                  </a:cubicBezTo>
                  <a:cubicBezTo>
                    <a:pt x="12115" y="606"/>
                    <a:pt x="10902" y="1275"/>
                    <a:pt x="9730" y="2008"/>
                  </a:cubicBezTo>
                  <a:cubicBezTo>
                    <a:pt x="8767" y="2614"/>
                    <a:pt x="7826" y="3263"/>
                    <a:pt x="6884" y="3954"/>
                  </a:cubicBezTo>
                  <a:cubicBezTo>
                    <a:pt x="5189" y="5230"/>
                    <a:pt x="3641" y="6653"/>
                    <a:pt x="1883" y="7783"/>
                  </a:cubicBezTo>
                  <a:cubicBezTo>
                    <a:pt x="1570" y="7992"/>
                    <a:pt x="1235" y="8180"/>
                    <a:pt x="900" y="8348"/>
                  </a:cubicBezTo>
                  <a:cubicBezTo>
                    <a:pt x="712" y="8452"/>
                    <a:pt x="503" y="8557"/>
                    <a:pt x="293" y="8661"/>
                  </a:cubicBezTo>
                  <a:cubicBezTo>
                    <a:pt x="0" y="8829"/>
                    <a:pt x="42" y="9247"/>
                    <a:pt x="377" y="9352"/>
                  </a:cubicBezTo>
                  <a:cubicBezTo>
                    <a:pt x="419" y="9373"/>
                    <a:pt x="471" y="9383"/>
                    <a:pt x="526" y="9383"/>
                  </a:cubicBezTo>
                  <a:cubicBezTo>
                    <a:pt x="581" y="9383"/>
                    <a:pt x="639" y="9373"/>
                    <a:pt x="691" y="9352"/>
                  </a:cubicBezTo>
                  <a:cubicBezTo>
                    <a:pt x="3181" y="8180"/>
                    <a:pt x="5148" y="6297"/>
                    <a:pt x="7282" y="4644"/>
                  </a:cubicBezTo>
                  <a:cubicBezTo>
                    <a:pt x="9270" y="3096"/>
                    <a:pt x="11425" y="1798"/>
                    <a:pt x="13705" y="752"/>
                  </a:cubicBezTo>
                  <a:lnTo>
                    <a:pt x="13768" y="710"/>
                  </a:lnTo>
                  <a:cubicBezTo>
                    <a:pt x="14167" y="529"/>
                    <a:pt x="13921" y="1"/>
                    <a:pt x="1354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1" name="Google Shape;421;p7"/>
            <p:cNvSpPr/>
            <p:nvPr/>
          </p:nvSpPr>
          <p:spPr>
            <a:xfrm>
              <a:off x="3337200" y="4123800"/>
              <a:ext cx="7920" cy="180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336" h="85">
                  <a:moveTo>
                    <a:pt x="1" y="0"/>
                  </a:moveTo>
                  <a:cubicBezTo>
                    <a:pt x="49" y="49"/>
                    <a:pt x="119" y="77"/>
                    <a:pt x="190" y="83"/>
                  </a:cubicBezTo>
                  <a:lnTo>
                    <a:pt x="190" y="83"/>
                  </a:lnTo>
                  <a:cubicBezTo>
                    <a:pt x="137" y="76"/>
                    <a:pt x="87" y="55"/>
                    <a:pt x="42" y="21"/>
                  </a:cubicBezTo>
                  <a:lnTo>
                    <a:pt x="1" y="0"/>
                  </a:lnTo>
                  <a:close/>
                  <a:moveTo>
                    <a:pt x="335" y="63"/>
                  </a:moveTo>
                  <a:lnTo>
                    <a:pt x="335" y="63"/>
                  </a:lnTo>
                  <a:cubicBezTo>
                    <a:pt x="300" y="77"/>
                    <a:pt x="261" y="84"/>
                    <a:pt x="221" y="84"/>
                  </a:cubicBezTo>
                  <a:cubicBezTo>
                    <a:pt x="211" y="84"/>
                    <a:pt x="200" y="84"/>
                    <a:pt x="190" y="83"/>
                  </a:cubicBezTo>
                  <a:lnTo>
                    <a:pt x="190" y="83"/>
                  </a:lnTo>
                  <a:cubicBezTo>
                    <a:pt x="202" y="84"/>
                    <a:pt x="213" y="85"/>
                    <a:pt x="225" y="85"/>
                  </a:cubicBezTo>
                  <a:cubicBezTo>
                    <a:pt x="261" y="85"/>
                    <a:pt x="298" y="78"/>
                    <a:pt x="335" y="63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2" name="Google Shape;422;p7"/>
            <p:cNvSpPr/>
            <p:nvPr/>
          </p:nvSpPr>
          <p:spPr>
            <a:xfrm>
              <a:off x="3345840" y="41252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2" h="1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3" name="Google Shape;423;p7"/>
            <p:cNvSpPr/>
            <p:nvPr/>
          </p:nvSpPr>
          <p:spPr>
            <a:xfrm>
              <a:off x="3343320" y="3883320"/>
              <a:ext cx="409320" cy="240120"/>
            </a:xfrm>
            <a:custGeom>
              <a:avLst/>
              <a:gdLst>
                <a:gd name="textAreaLeft" fmla="*/ 0 w 409320"/>
                <a:gd name="textAreaRight" fmla="*/ 409680 w 409320"/>
                <a:gd name="textAreaTop" fmla="*/ 0 h 240120"/>
                <a:gd name="textAreaBottom" fmla="*/ 240480 h 240120"/>
              </a:gdLst>
              <a:ahLst/>
              <a:cxnLst/>
              <a:rect l="textAreaLeft" t="textAreaTop" r="textAreaRight" b="textAreaBottom"/>
              <a:pathLst>
                <a:path w="16384" h="9622">
                  <a:moveTo>
                    <a:pt x="15951" y="1"/>
                  </a:moveTo>
                  <a:cubicBezTo>
                    <a:pt x="15885" y="1"/>
                    <a:pt x="15817" y="23"/>
                    <a:pt x="15756" y="59"/>
                  </a:cubicBezTo>
                  <a:cubicBezTo>
                    <a:pt x="15568" y="185"/>
                    <a:pt x="15359" y="310"/>
                    <a:pt x="15170" y="436"/>
                  </a:cubicBezTo>
                  <a:cubicBezTo>
                    <a:pt x="10755" y="3219"/>
                    <a:pt x="5755" y="4997"/>
                    <a:pt x="1382" y="7864"/>
                  </a:cubicBezTo>
                  <a:lnTo>
                    <a:pt x="1110" y="8052"/>
                  </a:lnTo>
                  <a:cubicBezTo>
                    <a:pt x="879" y="8199"/>
                    <a:pt x="670" y="8345"/>
                    <a:pt x="440" y="8492"/>
                  </a:cubicBezTo>
                  <a:cubicBezTo>
                    <a:pt x="294" y="8617"/>
                    <a:pt x="147" y="8722"/>
                    <a:pt x="1" y="8826"/>
                  </a:cubicBezTo>
                  <a:lnTo>
                    <a:pt x="189" y="8973"/>
                  </a:lnTo>
                  <a:cubicBezTo>
                    <a:pt x="419" y="9119"/>
                    <a:pt x="440" y="9454"/>
                    <a:pt x="231" y="9621"/>
                  </a:cubicBezTo>
                  <a:cubicBezTo>
                    <a:pt x="5127" y="5960"/>
                    <a:pt x="11069" y="4098"/>
                    <a:pt x="16154" y="750"/>
                  </a:cubicBezTo>
                  <a:cubicBezTo>
                    <a:pt x="16175" y="729"/>
                    <a:pt x="16196" y="708"/>
                    <a:pt x="16216" y="687"/>
                  </a:cubicBezTo>
                  <a:cubicBezTo>
                    <a:pt x="16384" y="541"/>
                    <a:pt x="16363" y="269"/>
                    <a:pt x="16196" y="122"/>
                  </a:cubicBezTo>
                  <a:cubicBezTo>
                    <a:pt x="16196" y="101"/>
                    <a:pt x="16196" y="101"/>
                    <a:pt x="16175" y="101"/>
                  </a:cubicBezTo>
                  <a:cubicBezTo>
                    <a:pt x="16175" y="80"/>
                    <a:pt x="16154" y="80"/>
                    <a:pt x="16154" y="59"/>
                  </a:cubicBezTo>
                  <a:lnTo>
                    <a:pt x="16091" y="38"/>
                  </a:lnTo>
                  <a:cubicBezTo>
                    <a:pt x="16047" y="12"/>
                    <a:pt x="16000" y="1"/>
                    <a:pt x="159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4" name="Google Shape;424;p7"/>
            <p:cNvSpPr/>
            <p:nvPr/>
          </p:nvSpPr>
          <p:spPr>
            <a:xfrm>
              <a:off x="2830680" y="3732480"/>
              <a:ext cx="69840" cy="612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2805" h="2461">
                  <a:moveTo>
                    <a:pt x="2499" y="1"/>
                  </a:moveTo>
                  <a:cubicBezTo>
                    <a:pt x="2454" y="1"/>
                    <a:pt x="2409" y="11"/>
                    <a:pt x="2365" y="33"/>
                  </a:cubicBezTo>
                  <a:cubicBezTo>
                    <a:pt x="2302" y="54"/>
                    <a:pt x="2239" y="75"/>
                    <a:pt x="2197" y="96"/>
                  </a:cubicBezTo>
                  <a:cubicBezTo>
                    <a:pt x="1277" y="536"/>
                    <a:pt x="775" y="1519"/>
                    <a:pt x="105" y="2230"/>
                  </a:cubicBezTo>
                  <a:cubicBezTo>
                    <a:pt x="42" y="2293"/>
                    <a:pt x="0" y="2377"/>
                    <a:pt x="0" y="2461"/>
                  </a:cubicBezTo>
                  <a:cubicBezTo>
                    <a:pt x="33" y="2265"/>
                    <a:pt x="205" y="2133"/>
                    <a:pt x="397" y="2133"/>
                  </a:cubicBezTo>
                  <a:cubicBezTo>
                    <a:pt x="452" y="2133"/>
                    <a:pt x="509" y="2144"/>
                    <a:pt x="565" y="2168"/>
                  </a:cubicBezTo>
                  <a:lnTo>
                    <a:pt x="984" y="2377"/>
                  </a:lnTo>
                  <a:lnTo>
                    <a:pt x="1109" y="2230"/>
                  </a:lnTo>
                  <a:cubicBezTo>
                    <a:pt x="1068" y="2189"/>
                    <a:pt x="1068" y="2105"/>
                    <a:pt x="1109" y="2084"/>
                  </a:cubicBezTo>
                  <a:cubicBezTo>
                    <a:pt x="1235" y="1958"/>
                    <a:pt x="1361" y="1854"/>
                    <a:pt x="1507" y="1749"/>
                  </a:cubicBezTo>
                  <a:lnTo>
                    <a:pt x="1528" y="1728"/>
                  </a:lnTo>
                  <a:cubicBezTo>
                    <a:pt x="1695" y="1498"/>
                    <a:pt x="1884" y="1289"/>
                    <a:pt x="2093" y="1080"/>
                  </a:cubicBezTo>
                  <a:lnTo>
                    <a:pt x="2093" y="1080"/>
                  </a:lnTo>
                  <a:cubicBezTo>
                    <a:pt x="2009" y="1101"/>
                    <a:pt x="1884" y="1142"/>
                    <a:pt x="1737" y="1184"/>
                  </a:cubicBezTo>
                  <a:cubicBezTo>
                    <a:pt x="1716" y="1192"/>
                    <a:pt x="1697" y="1196"/>
                    <a:pt x="1681" y="1196"/>
                  </a:cubicBezTo>
                  <a:cubicBezTo>
                    <a:pt x="1571" y="1196"/>
                    <a:pt x="1583" y="1032"/>
                    <a:pt x="1674" y="996"/>
                  </a:cubicBezTo>
                  <a:cubicBezTo>
                    <a:pt x="1988" y="912"/>
                    <a:pt x="2302" y="829"/>
                    <a:pt x="2595" y="745"/>
                  </a:cubicBezTo>
                  <a:cubicBezTo>
                    <a:pt x="2605" y="734"/>
                    <a:pt x="2616" y="729"/>
                    <a:pt x="2626" y="729"/>
                  </a:cubicBezTo>
                  <a:cubicBezTo>
                    <a:pt x="2637" y="729"/>
                    <a:pt x="2647" y="734"/>
                    <a:pt x="2658" y="745"/>
                  </a:cubicBezTo>
                  <a:cubicBezTo>
                    <a:pt x="2700" y="703"/>
                    <a:pt x="2741" y="661"/>
                    <a:pt x="2783" y="619"/>
                  </a:cubicBezTo>
                  <a:cubicBezTo>
                    <a:pt x="2783" y="598"/>
                    <a:pt x="2783" y="577"/>
                    <a:pt x="2804" y="577"/>
                  </a:cubicBezTo>
                  <a:cubicBezTo>
                    <a:pt x="2741" y="452"/>
                    <a:pt x="2741" y="326"/>
                    <a:pt x="2804" y="222"/>
                  </a:cubicBezTo>
                  <a:cubicBezTo>
                    <a:pt x="2743" y="83"/>
                    <a:pt x="2624" y="1"/>
                    <a:pt x="24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5" name="Google Shape;425;p7"/>
            <p:cNvSpPr/>
            <p:nvPr/>
          </p:nvSpPr>
          <p:spPr>
            <a:xfrm>
              <a:off x="2829240" y="3785760"/>
              <a:ext cx="524880" cy="339480"/>
            </a:xfrm>
            <a:custGeom>
              <a:avLst/>
              <a:gdLst>
                <a:gd name="textAreaLeft" fmla="*/ 0 w 524880"/>
                <a:gd name="textAreaRight" fmla="*/ 525240 w 524880"/>
                <a:gd name="textAreaTop" fmla="*/ 0 h 339480"/>
                <a:gd name="textAreaBottom" fmla="*/ 339840 h 339480"/>
              </a:gdLst>
              <a:ahLst/>
              <a:cxnLst/>
              <a:rect l="textAreaLeft" t="textAreaTop" r="textAreaRight" b="textAreaBottom"/>
              <a:pathLst>
                <a:path w="21009" h="13596">
                  <a:moveTo>
                    <a:pt x="439" y="0"/>
                  </a:moveTo>
                  <a:cubicBezTo>
                    <a:pt x="248" y="0"/>
                    <a:pt x="74" y="134"/>
                    <a:pt x="43" y="339"/>
                  </a:cubicBezTo>
                  <a:cubicBezTo>
                    <a:pt x="1" y="485"/>
                    <a:pt x="84" y="652"/>
                    <a:pt x="231" y="715"/>
                  </a:cubicBezTo>
                  <a:cubicBezTo>
                    <a:pt x="3788" y="2494"/>
                    <a:pt x="7470" y="4126"/>
                    <a:pt x="10735" y="6427"/>
                  </a:cubicBezTo>
                  <a:cubicBezTo>
                    <a:pt x="13978" y="8729"/>
                    <a:pt x="17033" y="11261"/>
                    <a:pt x="20338" y="13500"/>
                  </a:cubicBezTo>
                  <a:lnTo>
                    <a:pt x="20359" y="13541"/>
                  </a:lnTo>
                  <a:cubicBezTo>
                    <a:pt x="20412" y="13581"/>
                    <a:pt x="20474" y="13596"/>
                    <a:pt x="20538" y="13596"/>
                  </a:cubicBezTo>
                  <a:cubicBezTo>
                    <a:pt x="20576" y="13596"/>
                    <a:pt x="20614" y="13591"/>
                    <a:pt x="20652" y="13583"/>
                  </a:cubicBezTo>
                  <a:lnTo>
                    <a:pt x="20694" y="13583"/>
                  </a:lnTo>
                  <a:cubicBezTo>
                    <a:pt x="20715" y="13562"/>
                    <a:pt x="20757" y="13541"/>
                    <a:pt x="20778" y="13520"/>
                  </a:cubicBezTo>
                  <a:cubicBezTo>
                    <a:pt x="21008" y="13353"/>
                    <a:pt x="20987" y="13018"/>
                    <a:pt x="20757" y="12851"/>
                  </a:cubicBezTo>
                  <a:lnTo>
                    <a:pt x="20569" y="12704"/>
                  </a:lnTo>
                  <a:cubicBezTo>
                    <a:pt x="17325" y="10507"/>
                    <a:pt x="14292" y="8038"/>
                    <a:pt x="11132" y="5758"/>
                  </a:cubicBezTo>
                  <a:lnTo>
                    <a:pt x="11111" y="5737"/>
                  </a:lnTo>
                  <a:cubicBezTo>
                    <a:pt x="10253" y="5381"/>
                    <a:pt x="9458" y="4795"/>
                    <a:pt x="8705" y="4335"/>
                  </a:cubicBezTo>
                  <a:cubicBezTo>
                    <a:pt x="8558" y="4251"/>
                    <a:pt x="8454" y="4126"/>
                    <a:pt x="8370" y="3979"/>
                  </a:cubicBezTo>
                  <a:cubicBezTo>
                    <a:pt x="7031" y="3205"/>
                    <a:pt x="5650" y="2494"/>
                    <a:pt x="4269" y="1824"/>
                  </a:cubicBezTo>
                  <a:lnTo>
                    <a:pt x="4248" y="1824"/>
                  </a:lnTo>
                  <a:cubicBezTo>
                    <a:pt x="4206" y="1824"/>
                    <a:pt x="4185" y="1803"/>
                    <a:pt x="4165" y="1761"/>
                  </a:cubicBezTo>
                  <a:cubicBezTo>
                    <a:pt x="3118" y="1259"/>
                    <a:pt x="2072" y="757"/>
                    <a:pt x="1047" y="255"/>
                  </a:cubicBezTo>
                  <a:lnTo>
                    <a:pt x="628" y="46"/>
                  </a:lnTo>
                  <a:cubicBezTo>
                    <a:pt x="566" y="15"/>
                    <a:pt x="502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6" name="Google Shape;426;p7"/>
            <p:cNvSpPr/>
            <p:nvPr/>
          </p:nvSpPr>
          <p:spPr>
            <a:xfrm>
              <a:off x="2898360" y="3527280"/>
              <a:ext cx="401400" cy="225360"/>
            </a:xfrm>
            <a:custGeom>
              <a:avLst/>
              <a:gdLst>
                <a:gd name="textAreaLeft" fmla="*/ 0 w 401400"/>
                <a:gd name="textAreaRight" fmla="*/ 401760 w 401400"/>
                <a:gd name="textAreaTop" fmla="*/ 0 h 225360"/>
                <a:gd name="textAreaBottom" fmla="*/ 225720 h 225360"/>
              </a:gdLst>
              <a:ahLst/>
              <a:cxnLst/>
              <a:rect l="textAreaLeft" t="textAreaTop" r="textAreaRight" b="textAreaBottom"/>
              <a:pathLst>
                <a:path w="16070" h="9035">
                  <a:moveTo>
                    <a:pt x="14145" y="1"/>
                  </a:moveTo>
                  <a:cubicBezTo>
                    <a:pt x="11760" y="273"/>
                    <a:pt x="9437" y="1277"/>
                    <a:pt x="7345" y="2470"/>
                  </a:cubicBezTo>
                  <a:cubicBezTo>
                    <a:pt x="4834" y="3913"/>
                    <a:pt x="2239" y="5796"/>
                    <a:pt x="356" y="8056"/>
                  </a:cubicBezTo>
                  <a:lnTo>
                    <a:pt x="105" y="8349"/>
                  </a:lnTo>
                  <a:cubicBezTo>
                    <a:pt x="84" y="8370"/>
                    <a:pt x="84" y="8391"/>
                    <a:pt x="63" y="8433"/>
                  </a:cubicBezTo>
                  <a:cubicBezTo>
                    <a:pt x="1" y="8537"/>
                    <a:pt x="1" y="8663"/>
                    <a:pt x="63" y="8788"/>
                  </a:cubicBezTo>
                  <a:cubicBezTo>
                    <a:pt x="84" y="8830"/>
                    <a:pt x="105" y="8872"/>
                    <a:pt x="147" y="8914"/>
                  </a:cubicBezTo>
                  <a:cubicBezTo>
                    <a:pt x="168" y="8935"/>
                    <a:pt x="210" y="8956"/>
                    <a:pt x="252" y="8977"/>
                  </a:cubicBezTo>
                  <a:cubicBezTo>
                    <a:pt x="307" y="9016"/>
                    <a:pt x="368" y="9035"/>
                    <a:pt x="429" y="9035"/>
                  </a:cubicBezTo>
                  <a:cubicBezTo>
                    <a:pt x="528" y="9035"/>
                    <a:pt x="626" y="8984"/>
                    <a:pt x="691" y="8893"/>
                  </a:cubicBezTo>
                  <a:cubicBezTo>
                    <a:pt x="775" y="8788"/>
                    <a:pt x="879" y="8663"/>
                    <a:pt x="984" y="8558"/>
                  </a:cubicBezTo>
                  <a:cubicBezTo>
                    <a:pt x="2616" y="6633"/>
                    <a:pt x="4750" y="5043"/>
                    <a:pt x="6864" y="3683"/>
                  </a:cubicBezTo>
                  <a:cubicBezTo>
                    <a:pt x="9333" y="2114"/>
                    <a:pt x="12283" y="754"/>
                    <a:pt x="15233" y="691"/>
                  </a:cubicBezTo>
                  <a:cubicBezTo>
                    <a:pt x="15444" y="610"/>
                    <a:pt x="15667" y="579"/>
                    <a:pt x="15884" y="579"/>
                  </a:cubicBezTo>
                  <a:cubicBezTo>
                    <a:pt x="15947" y="579"/>
                    <a:pt x="16009" y="582"/>
                    <a:pt x="16070" y="586"/>
                  </a:cubicBezTo>
                  <a:cubicBezTo>
                    <a:pt x="15400" y="503"/>
                    <a:pt x="14752" y="314"/>
                    <a:pt x="1414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7" name="Google Shape;427;p7"/>
            <p:cNvSpPr/>
            <p:nvPr/>
          </p:nvSpPr>
          <p:spPr>
            <a:xfrm>
              <a:off x="3255840" y="3525120"/>
              <a:ext cx="92880" cy="21600"/>
            </a:xfrm>
            <a:custGeom>
              <a:avLst/>
              <a:gdLst>
                <a:gd name="textAreaLeft" fmla="*/ 0 w 92880"/>
                <a:gd name="textAreaRight" fmla="*/ 93240 w 9288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3732" h="880">
                  <a:moveTo>
                    <a:pt x="1430" y="1"/>
                  </a:moveTo>
                  <a:cubicBezTo>
                    <a:pt x="1870" y="85"/>
                    <a:pt x="2330" y="168"/>
                    <a:pt x="2769" y="273"/>
                  </a:cubicBezTo>
                  <a:cubicBezTo>
                    <a:pt x="2888" y="312"/>
                    <a:pt x="2839" y="463"/>
                    <a:pt x="2728" y="463"/>
                  </a:cubicBezTo>
                  <a:cubicBezTo>
                    <a:pt x="2721" y="463"/>
                    <a:pt x="2714" y="462"/>
                    <a:pt x="2707" y="461"/>
                  </a:cubicBezTo>
                  <a:cubicBezTo>
                    <a:pt x="2163" y="377"/>
                    <a:pt x="1618" y="252"/>
                    <a:pt x="1074" y="189"/>
                  </a:cubicBezTo>
                  <a:cubicBezTo>
                    <a:pt x="585" y="120"/>
                    <a:pt x="335" y="94"/>
                    <a:pt x="235" y="94"/>
                  </a:cubicBezTo>
                  <a:cubicBezTo>
                    <a:pt x="0" y="94"/>
                    <a:pt x="587" y="235"/>
                    <a:pt x="865" y="294"/>
                  </a:cubicBezTo>
                  <a:cubicBezTo>
                    <a:pt x="1702" y="482"/>
                    <a:pt x="2581" y="545"/>
                    <a:pt x="3418" y="796"/>
                  </a:cubicBezTo>
                  <a:cubicBezTo>
                    <a:pt x="3460" y="817"/>
                    <a:pt x="3481" y="838"/>
                    <a:pt x="3481" y="880"/>
                  </a:cubicBezTo>
                  <a:cubicBezTo>
                    <a:pt x="3732" y="670"/>
                    <a:pt x="3648" y="294"/>
                    <a:pt x="3334" y="210"/>
                  </a:cubicBezTo>
                  <a:cubicBezTo>
                    <a:pt x="3125" y="168"/>
                    <a:pt x="2916" y="126"/>
                    <a:pt x="2707" y="105"/>
                  </a:cubicBezTo>
                  <a:cubicBezTo>
                    <a:pt x="2267" y="43"/>
                    <a:pt x="1849" y="1"/>
                    <a:pt x="1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8" name="Google Shape;428;p7"/>
            <p:cNvSpPr/>
            <p:nvPr/>
          </p:nvSpPr>
          <p:spPr>
            <a:xfrm>
              <a:off x="2976480" y="3600000"/>
              <a:ext cx="432720" cy="204120"/>
            </a:xfrm>
            <a:custGeom>
              <a:avLst/>
              <a:gdLst>
                <a:gd name="textAreaLeft" fmla="*/ 0 w 432720"/>
                <a:gd name="textAreaRight" fmla="*/ 433080 w 432720"/>
                <a:gd name="textAreaTop" fmla="*/ 0 h 204120"/>
                <a:gd name="textAreaBottom" fmla="*/ 204480 h 204120"/>
              </a:gdLst>
              <a:ahLst/>
              <a:cxnLst/>
              <a:rect l="textAreaLeft" t="textAreaTop" r="textAreaRight" b="textAreaBottom"/>
              <a:pathLst>
                <a:path w="17326" h="8181">
                  <a:moveTo>
                    <a:pt x="14313" y="1"/>
                  </a:moveTo>
                  <a:cubicBezTo>
                    <a:pt x="8977" y="461"/>
                    <a:pt x="3893" y="3725"/>
                    <a:pt x="273" y="7512"/>
                  </a:cubicBezTo>
                  <a:cubicBezTo>
                    <a:pt x="0" y="7785"/>
                    <a:pt x="269" y="8181"/>
                    <a:pt x="560" y="8181"/>
                  </a:cubicBezTo>
                  <a:cubicBezTo>
                    <a:pt x="648" y="8181"/>
                    <a:pt x="739" y="8144"/>
                    <a:pt x="817" y="8057"/>
                  </a:cubicBezTo>
                  <a:lnTo>
                    <a:pt x="922" y="7973"/>
                  </a:lnTo>
                  <a:cubicBezTo>
                    <a:pt x="4353" y="4416"/>
                    <a:pt x="9166" y="1256"/>
                    <a:pt x="14208" y="775"/>
                  </a:cubicBezTo>
                  <a:cubicBezTo>
                    <a:pt x="14208" y="712"/>
                    <a:pt x="14250" y="670"/>
                    <a:pt x="14313" y="670"/>
                  </a:cubicBezTo>
                  <a:cubicBezTo>
                    <a:pt x="14501" y="691"/>
                    <a:pt x="14710" y="712"/>
                    <a:pt x="14920" y="733"/>
                  </a:cubicBezTo>
                  <a:cubicBezTo>
                    <a:pt x="15134" y="726"/>
                    <a:pt x="15346" y="721"/>
                    <a:pt x="15557" y="721"/>
                  </a:cubicBezTo>
                  <a:cubicBezTo>
                    <a:pt x="15922" y="721"/>
                    <a:pt x="16285" y="735"/>
                    <a:pt x="16656" y="775"/>
                  </a:cubicBezTo>
                  <a:cubicBezTo>
                    <a:pt x="16970" y="775"/>
                    <a:pt x="17326" y="733"/>
                    <a:pt x="16845" y="608"/>
                  </a:cubicBezTo>
                  <a:cubicBezTo>
                    <a:pt x="16635" y="545"/>
                    <a:pt x="16426" y="503"/>
                    <a:pt x="16217" y="461"/>
                  </a:cubicBezTo>
                  <a:cubicBezTo>
                    <a:pt x="15547" y="378"/>
                    <a:pt x="14878" y="315"/>
                    <a:pt x="143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9" name="Google Shape;429;p7"/>
            <p:cNvSpPr/>
            <p:nvPr/>
          </p:nvSpPr>
          <p:spPr>
            <a:xfrm>
              <a:off x="3342240" y="3598920"/>
              <a:ext cx="97560" cy="24480"/>
            </a:xfrm>
            <a:custGeom>
              <a:avLst/>
              <a:gdLst>
                <a:gd name="textAreaLeft" fmla="*/ 0 w 97560"/>
                <a:gd name="textAreaRight" fmla="*/ 97920 w 9756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3922" h="1000">
                  <a:moveTo>
                    <a:pt x="1015" y="1"/>
                  </a:moveTo>
                  <a:cubicBezTo>
                    <a:pt x="678" y="1"/>
                    <a:pt x="339" y="11"/>
                    <a:pt x="1" y="30"/>
                  </a:cubicBezTo>
                  <a:cubicBezTo>
                    <a:pt x="126" y="72"/>
                    <a:pt x="231" y="93"/>
                    <a:pt x="336" y="114"/>
                  </a:cubicBezTo>
                  <a:cubicBezTo>
                    <a:pt x="1193" y="302"/>
                    <a:pt x="2072" y="323"/>
                    <a:pt x="2867" y="741"/>
                  </a:cubicBezTo>
                  <a:cubicBezTo>
                    <a:pt x="2951" y="783"/>
                    <a:pt x="2909" y="888"/>
                    <a:pt x="2825" y="909"/>
                  </a:cubicBezTo>
                  <a:cubicBezTo>
                    <a:pt x="2972" y="930"/>
                    <a:pt x="3118" y="972"/>
                    <a:pt x="3265" y="992"/>
                  </a:cubicBezTo>
                  <a:lnTo>
                    <a:pt x="3328" y="992"/>
                  </a:lnTo>
                  <a:cubicBezTo>
                    <a:pt x="3354" y="997"/>
                    <a:pt x="3380" y="999"/>
                    <a:pt x="3406" y="999"/>
                  </a:cubicBezTo>
                  <a:cubicBezTo>
                    <a:pt x="3719" y="999"/>
                    <a:pt x="3922" y="657"/>
                    <a:pt x="3767" y="386"/>
                  </a:cubicBezTo>
                  <a:cubicBezTo>
                    <a:pt x="3746" y="344"/>
                    <a:pt x="3704" y="302"/>
                    <a:pt x="3662" y="281"/>
                  </a:cubicBezTo>
                  <a:cubicBezTo>
                    <a:pt x="3621" y="260"/>
                    <a:pt x="3579" y="260"/>
                    <a:pt x="3537" y="239"/>
                  </a:cubicBezTo>
                  <a:cubicBezTo>
                    <a:pt x="3118" y="156"/>
                    <a:pt x="2679" y="93"/>
                    <a:pt x="2240" y="51"/>
                  </a:cubicBezTo>
                  <a:cubicBezTo>
                    <a:pt x="1836" y="16"/>
                    <a:pt x="1427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0" name="Google Shape;430;p7"/>
            <p:cNvSpPr/>
            <p:nvPr/>
          </p:nvSpPr>
          <p:spPr>
            <a:xfrm>
              <a:off x="3062880" y="3647160"/>
              <a:ext cx="379080" cy="212760"/>
            </a:xfrm>
            <a:custGeom>
              <a:avLst/>
              <a:gdLst>
                <a:gd name="textAreaLeft" fmla="*/ 0 w 379080"/>
                <a:gd name="textAreaRight" fmla="*/ 379440 w 379080"/>
                <a:gd name="textAreaTop" fmla="*/ 0 h 212760"/>
                <a:gd name="textAreaBottom" fmla="*/ 213120 h 212760"/>
              </a:gdLst>
              <a:ahLst/>
              <a:cxnLst/>
              <a:rect l="textAreaLeft" t="textAreaTop" r="textAreaRight" b="textAreaBottom"/>
              <a:pathLst>
                <a:path w="15181" h="8518">
                  <a:moveTo>
                    <a:pt x="12910" y="0"/>
                  </a:moveTo>
                  <a:cubicBezTo>
                    <a:pt x="7742" y="732"/>
                    <a:pt x="2909" y="3285"/>
                    <a:pt x="168" y="7909"/>
                  </a:cubicBezTo>
                  <a:lnTo>
                    <a:pt x="147" y="7951"/>
                  </a:lnTo>
                  <a:cubicBezTo>
                    <a:pt x="0" y="8244"/>
                    <a:pt x="244" y="8517"/>
                    <a:pt x="504" y="8517"/>
                  </a:cubicBezTo>
                  <a:cubicBezTo>
                    <a:pt x="615" y="8517"/>
                    <a:pt x="729" y="8467"/>
                    <a:pt x="817" y="8349"/>
                  </a:cubicBezTo>
                  <a:cubicBezTo>
                    <a:pt x="3788" y="3306"/>
                    <a:pt x="9312" y="879"/>
                    <a:pt x="14961" y="586"/>
                  </a:cubicBezTo>
                  <a:cubicBezTo>
                    <a:pt x="15003" y="565"/>
                    <a:pt x="15066" y="544"/>
                    <a:pt x="15107" y="523"/>
                  </a:cubicBezTo>
                  <a:cubicBezTo>
                    <a:pt x="15180" y="495"/>
                    <a:pt x="15160" y="485"/>
                    <a:pt x="15092" y="485"/>
                  </a:cubicBezTo>
                  <a:cubicBezTo>
                    <a:pt x="14923" y="485"/>
                    <a:pt x="14463" y="546"/>
                    <a:pt x="14402" y="546"/>
                  </a:cubicBezTo>
                  <a:cubicBezTo>
                    <a:pt x="14395" y="546"/>
                    <a:pt x="14393" y="545"/>
                    <a:pt x="14396" y="544"/>
                  </a:cubicBezTo>
                  <a:lnTo>
                    <a:pt x="14396" y="544"/>
                  </a:lnTo>
                  <a:cubicBezTo>
                    <a:pt x="14050" y="571"/>
                    <a:pt x="13708" y="593"/>
                    <a:pt x="13369" y="593"/>
                  </a:cubicBezTo>
                  <a:cubicBezTo>
                    <a:pt x="12906" y="593"/>
                    <a:pt x="12448" y="551"/>
                    <a:pt x="11990" y="419"/>
                  </a:cubicBezTo>
                  <a:cubicBezTo>
                    <a:pt x="11906" y="398"/>
                    <a:pt x="11906" y="272"/>
                    <a:pt x="11990" y="230"/>
                  </a:cubicBezTo>
                  <a:cubicBezTo>
                    <a:pt x="12366" y="105"/>
                    <a:pt x="12743" y="21"/>
                    <a:pt x="131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1" name="Google Shape;431;p7"/>
            <p:cNvSpPr/>
            <p:nvPr/>
          </p:nvSpPr>
          <p:spPr>
            <a:xfrm>
              <a:off x="3373200" y="3641400"/>
              <a:ext cx="100440" cy="1944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4039" h="796">
                  <a:moveTo>
                    <a:pt x="0" y="566"/>
                  </a:moveTo>
                  <a:cubicBezTo>
                    <a:pt x="2" y="566"/>
                    <a:pt x="3" y="566"/>
                    <a:pt x="5" y="567"/>
                  </a:cubicBezTo>
                  <a:lnTo>
                    <a:pt x="5" y="567"/>
                  </a:lnTo>
                  <a:cubicBezTo>
                    <a:pt x="3" y="566"/>
                    <a:pt x="2" y="566"/>
                    <a:pt x="0" y="566"/>
                  </a:cubicBezTo>
                  <a:close/>
                  <a:moveTo>
                    <a:pt x="3515" y="1"/>
                  </a:moveTo>
                  <a:cubicBezTo>
                    <a:pt x="3285" y="1"/>
                    <a:pt x="3076" y="1"/>
                    <a:pt x="2867" y="22"/>
                  </a:cubicBezTo>
                  <a:cubicBezTo>
                    <a:pt x="2637" y="22"/>
                    <a:pt x="2427" y="43"/>
                    <a:pt x="2218" y="64"/>
                  </a:cubicBezTo>
                  <a:lnTo>
                    <a:pt x="2490" y="64"/>
                  </a:lnTo>
                  <a:cubicBezTo>
                    <a:pt x="2595" y="64"/>
                    <a:pt x="2637" y="231"/>
                    <a:pt x="2511" y="273"/>
                  </a:cubicBezTo>
                  <a:cubicBezTo>
                    <a:pt x="2114" y="357"/>
                    <a:pt x="1695" y="398"/>
                    <a:pt x="1277" y="419"/>
                  </a:cubicBezTo>
                  <a:cubicBezTo>
                    <a:pt x="1001" y="419"/>
                    <a:pt x="206" y="568"/>
                    <a:pt x="26" y="568"/>
                  </a:cubicBezTo>
                  <a:cubicBezTo>
                    <a:pt x="18" y="568"/>
                    <a:pt x="11" y="567"/>
                    <a:pt x="5" y="567"/>
                  </a:cubicBezTo>
                  <a:lnTo>
                    <a:pt x="5" y="567"/>
                  </a:lnTo>
                  <a:cubicBezTo>
                    <a:pt x="317" y="616"/>
                    <a:pt x="628" y="632"/>
                    <a:pt x="940" y="632"/>
                  </a:cubicBezTo>
                  <a:cubicBezTo>
                    <a:pt x="1528" y="632"/>
                    <a:pt x="2117" y="575"/>
                    <a:pt x="2705" y="575"/>
                  </a:cubicBezTo>
                  <a:cubicBezTo>
                    <a:pt x="2850" y="575"/>
                    <a:pt x="2994" y="578"/>
                    <a:pt x="3139" y="587"/>
                  </a:cubicBezTo>
                  <a:cubicBezTo>
                    <a:pt x="3264" y="587"/>
                    <a:pt x="3285" y="754"/>
                    <a:pt x="3181" y="796"/>
                  </a:cubicBezTo>
                  <a:lnTo>
                    <a:pt x="3515" y="796"/>
                  </a:lnTo>
                  <a:cubicBezTo>
                    <a:pt x="3557" y="796"/>
                    <a:pt x="3620" y="775"/>
                    <a:pt x="3683" y="754"/>
                  </a:cubicBezTo>
                  <a:cubicBezTo>
                    <a:pt x="4039" y="545"/>
                    <a:pt x="3913" y="22"/>
                    <a:pt x="351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2" name="Google Shape;432;p7"/>
            <p:cNvSpPr/>
            <p:nvPr/>
          </p:nvSpPr>
          <p:spPr>
            <a:xfrm>
              <a:off x="3143160" y="3685320"/>
              <a:ext cx="344520" cy="219960"/>
            </a:xfrm>
            <a:custGeom>
              <a:avLst/>
              <a:gdLst>
                <a:gd name="textAreaLeft" fmla="*/ 0 w 344520"/>
                <a:gd name="textAreaRight" fmla="*/ 344880 w 34452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3790" h="8812">
                  <a:moveTo>
                    <a:pt x="13329" y="0"/>
                  </a:moveTo>
                  <a:lnTo>
                    <a:pt x="13329" y="0"/>
                  </a:lnTo>
                  <a:cubicBezTo>
                    <a:pt x="7994" y="503"/>
                    <a:pt x="3181" y="3976"/>
                    <a:pt x="85" y="8244"/>
                  </a:cubicBezTo>
                  <a:cubicBezTo>
                    <a:pt x="43" y="8307"/>
                    <a:pt x="1" y="8391"/>
                    <a:pt x="22" y="8475"/>
                  </a:cubicBezTo>
                  <a:cubicBezTo>
                    <a:pt x="41" y="8670"/>
                    <a:pt x="226" y="8811"/>
                    <a:pt x="421" y="8811"/>
                  </a:cubicBezTo>
                  <a:cubicBezTo>
                    <a:pt x="435" y="8811"/>
                    <a:pt x="448" y="8811"/>
                    <a:pt x="461" y="8809"/>
                  </a:cubicBezTo>
                  <a:cubicBezTo>
                    <a:pt x="587" y="8809"/>
                    <a:pt x="691" y="8747"/>
                    <a:pt x="754" y="8642"/>
                  </a:cubicBezTo>
                  <a:cubicBezTo>
                    <a:pt x="3788" y="4457"/>
                    <a:pt x="8538" y="1109"/>
                    <a:pt x="13790" y="754"/>
                  </a:cubicBezTo>
                  <a:lnTo>
                    <a:pt x="13685" y="754"/>
                  </a:lnTo>
                  <a:cubicBezTo>
                    <a:pt x="12806" y="754"/>
                    <a:pt x="11927" y="837"/>
                    <a:pt x="11049" y="858"/>
                  </a:cubicBezTo>
                  <a:cubicBezTo>
                    <a:pt x="10923" y="858"/>
                    <a:pt x="10923" y="712"/>
                    <a:pt x="11028" y="670"/>
                  </a:cubicBezTo>
                  <a:cubicBezTo>
                    <a:pt x="11467" y="503"/>
                    <a:pt x="11927" y="356"/>
                    <a:pt x="12388" y="272"/>
                  </a:cubicBezTo>
                  <a:cubicBezTo>
                    <a:pt x="12576" y="231"/>
                    <a:pt x="13748" y="21"/>
                    <a:pt x="1332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3" name="Google Shape;433;p7"/>
            <p:cNvSpPr/>
            <p:nvPr/>
          </p:nvSpPr>
          <p:spPr>
            <a:xfrm>
              <a:off x="3429720" y="3684240"/>
              <a:ext cx="102600" cy="1908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4122" h="775">
                  <a:moveTo>
                    <a:pt x="2427" y="1"/>
                  </a:moveTo>
                  <a:cubicBezTo>
                    <a:pt x="2427" y="42"/>
                    <a:pt x="2406" y="84"/>
                    <a:pt x="2364" y="105"/>
                  </a:cubicBezTo>
                  <a:cubicBezTo>
                    <a:pt x="1590" y="398"/>
                    <a:pt x="816" y="586"/>
                    <a:pt x="0" y="691"/>
                  </a:cubicBezTo>
                  <a:cubicBezTo>
                    <a:pt x="640" y="653"/>
                    <a:pt x="1265" y="601"/>
                    <a:pt x="1889" y="601"/>
                  </a:cubicBezTo>
                  <a:cubicBezTo>
                    <a:pt x="2305" y="601"/>
                    <a:pt x="2720" y="624"/>
                    <a:pt x="3139" y="691"/>
                  </a:cubicBezTo>
                  <a:cubicBezTo>
                    <a:pt x="3180" y="691"/>
                    <a:pt x="3201" y="712"/>
                    <a:pt x="3201" y="754"/>
                  </a:cubicBezTo>
                  <a:lnTo>
                    <a:pt x="3599" y="754"/>
                  </a:lnTo>
                  <a:lnTo>
                    <a:pt x="3578" y="775"/>
                  </a:lnTo>
                  <a:cubicBezTo>
                    <a:pt x="3955" y="754"/>
                    <a:pt x="4122" y="294"/>
                    <a:pt x="3829" y="63"/>
                  </a:cubicBezTo>
                  <a:cubicBezTo>
                    <a:pt x="3745" y="22"/>
                    <a:pt x="3683" y="1"/>
                    <a:pt x="35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4" name="Google Shape;434;p7"/>
            <p:cNvSpPr/>
            <p:nvPr/>
          </p:nvSpPr>
          <p:spPr>
            <a:xfrm>
              <a:off x="3532320" y="3759120"/>
              <a:ext cx="78120" cy="2016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3133" h="817">
                  <a:moveTo>
                    <a:pt x="2659" y="0"/>
                  </a:moveTo>
                  <a:cubicBezTo>
                    <a:pt x="2652" y="0"/>
                    <a:pt x="2644" y="0"/>
                    <a:pt x="2636" y="1"/>
                  </a:cubicBezTo>
                  <a:cubicBezTo>
                    <a:pt x="2427" y="22"/>
                    <a:pt x="2197" y="43"/>
                    <a:pt x="1988" y="63"/>
                  </a:cubicBezTo>
                  <a:cubicBezTo>
                    <a:pt x="1841" y="63"/>
                    <a:pt x="1695" y="84"/>
                    <a:pt x="1548" y="84"/>
                  </a:cubicBezTo>
                  <a:cubicBezTo>
                    <a:pt x="1611" y="126"/>
                    <a:pt x="1611" y="210"/>
                    <a:pt x="1548" y="252"/>
                  </a:cubicBezTo>
                  <a:cubicBezTo>
                    <a:pt x="1046" y="503"/>
                    <a:pt x="544" y="670"/>
                    <a:pt x="0" y="775"/>
                  </a:cubicBezTo>
                  <a:cubicBezTo>
                    <a:pt x="495" y="699"/>
                    <a:pt x="983" y="630"/>
                    <a:pt x="1472" y="630"/>
                  </a:cubicBezTo>
                  <a:cubicBezTo>
                    <a:pt x="1789" y="630"/>
                    <a:pt x="2106" y="659"/>
                    <a:pt x="2427" y="733"/>
                  </a:cubicBezTo>
                  <a:cubicBezTo>
                    <a:pt x="2469" y="754"/>
                    <a:pt x="2490" y="775"/>
                    <a:pt x="2490" y="817"/>
                  </a:cubicBezTo>
                  <a:lnTo>
                    <a:pt x="2636" y="817"/>
                  </a:lnTo>
                  <a:cubicBezTo>
                    <a:pt x="2699" y="796"/>
                    <a:pt x="2741" y="775"/>
                    <a:pt x="2804" y="754"/>
                  </a:cubicBezTo>
                  <a:cubicBezTo>
                    <a:pt x="3133" y="589"/>
                    <a:pt x="3098" y="0"/>
                    <a:pt x="265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5" name="Google Shape;435;p7"/>
            <p:cNvSpPr/>
            <p:nvPr/>
          </p:nvSpPr>
          <p:spPr>
            <a:xfrm>
              <a:off x="3198960" y="3763800"/>
              <a:ext cx="380160" cy="21168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211680"/>
                <a:gd name="textAreaBottom" fmla="*/ 212040 h 211680"/>
              </a:gdLst>
              <a:ahLst/>
              <a:cxnLst/>
              <a:rect l="textAreaLeft" t="textAreaTop" r="textAreaRight" b="textAreaBottom"/>
              <a:pathLst>
                <a:path w="15227" h="8480">
                  <a:moveTo>
                    <a:pt x="13978" y="0"/>
                  </a:moveTo>
                  <a:cubicBezTo>
                    <a:pt x="8705" y="711"/>
                    <a:pt x="3851" y="3369"/>
                    <a:pt x="419" y="7449"/>
                  </a:cubicBezTo>
                  <a:cubicBezTo>
                    <a:pt x="335" y="7574"/>
                    <a:pt x="231" y="7679"/>
                    <a:pt x="126" y="7805"/>
                  </a:cubicBezTo>
                  <a:cubicBezTo>
                    <a:pt x="22" y="7909"/>
                    <a:pt x="1" y="8077"/>
                    <a:pt x="63" y="8223"/>
                  </a:cubicBezTo>
                  <a:cubicBezTo>
                    <a:pt x="126" y="8349"/>
                    <a:pt x="231" y="8453"/>
                    <a:pt x="377" y="8474"/>
                  </a:cubicBezTo>
                  <a:cubicBezTo>
                    <a:pt x="398" y="8478"/>
                    <a:pt x="419" y="8479"/>
                    <a:pt x="438" y="8479"/>
                  </a:cubicBezTo>
                  <a:cubicBezTo>
                    <a:pt x="537" y="8479"/>
                    <a:pt x="621" y="8436"/>
                    <a:pt x="691" y="8349"/>
                  </a:cubicBezTo>
                  <a:cubicBezTo>
                    <a:pt x="796" y="8223"/>
                    <a:pt x="900" y="8097"/>
                    <a:pt x="1026" y="7951"/>
                  </a:cubicBezTo>
                  <a:cubicBezTo>
                    <a:pt x="4562" y="3745"/>
                    <a:pt x="9626" y="1130"/>
                    <a:pt x="15087" y="670"/>
                  </a:cubicBezTo>
                  <a:cubicBezTo>
                    <a:pt x="15212" y="614"/>
                    <a:pt x="15226" y="577"/>
                    <a:pt x="15048" y="577"/>
                  </a:cubicBezTo>
                  <a:cubicBezTo>
                    <a:pt x="14959" y="577"/>
                    <a:pt x="14822" y="586"/>
                    <a:pt x="14626" y="607"/>
                  </a:cubicBezTo>
                  <a:cubicBezTo>
                    <a:pt x="13807" y="683"/>
                    <a:pt x="13005" y="863"/>
                    <a:pt x="12189" y="863"/>
                  </a:cubicBezTo>
                  <a:cubicBezTo>
                    <a:pt x="12109" y="863"/>
                    <a:pt x="12028" y="862"/>
                    <a:pt x="11948" y="858"/>
                  </a:cubicBezTo>
                  <a:cubicBezTo>
                    <a:pt x="11843" y="858"/>
                    <a:pt x="11823" y="711"/>
                    <a:pt x="11927" y="670"/>
                  </a:cubicBezTo>
                  <a:cubicBezTo>
                    <a:pt x="12325" y="565"/>
                    <a:pt x="12743" y="502"/>
                    <a:pt x="13141" y="418"/>
                  </a:cubicBezTo>
                  <a:cubicBezTo>
                    <a:pt x="13434" y="356"/>
                    <a:pt x="13706" y="293"/>
                    <a:pt x="13978" y="209"/>
                  </a:cubicBezTo>
                  <a:lnTo>
                    <a:pt x="1397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6" name="Google Shape;436;p7"/>
            <p:cNvSpPr/>
            <p:nvPr/>
          </p:nvSpPr>
          <p:spPr>
            <a:xfrm>
              <a:off x="3290760" y="3830400"/>
              <a:ext cx="331200" cy="189720"/>
            </a:xfrm>
            <a:custGeom>
              <a:avLst/>
              <a:gdLst>
                <a:gd name="textAreaLeft" fmla="*/ 0 w 331200"/>
                <a:gd name="textAreaRight" fmla="*/ 331560 w 331200"/>
                <a:gd name="textAreaTop" fmla="*/ 0 h 189720"/>
                <a:gd name="textAreaBottom" fmla="*/ 190080 h 189720"/>
              </a:gdLst>
              <a:ahLst/>
              <a:cxnLst/>
              <a:rect l="textAreaLeft" t="textAreaTop" r="textAreaRight" b="textAreaBottom"/>
              <a:pathLst>
                <a:path w="13260" h="7605">
                  <a:moveTo>
                    <a:pt x="12921" y="1"/>
                  </a:moveTo>
                  <a:cubicBezTo>
                    <a:pt x="12855" y="1"/>
                    <a:pt x="12743" y="7"/>
                    <a:pt x="12571" y="20"/>
                  </a:cubicBezTo>
                  <a:cubicBezTo>
                    <a:pt x="12216" y="41"/>
                    <a:pt x="11839" y="83"/>
                    <a:pt x="11483" y="104"/>
                  </a:cubicBezTo>
                  <a:cubicBezTo>
                    <a:pt x="6964" y="857"/>
                    <a:pt x="2800" y="3033"/>
                    <a:pt x="206" y="7030"/>
                  </a:cubicBezTo>
                  <a:cubicBezTo>
                    <a:pt x="1" y="7322"/>
                    <a:pt x="277" y="7605"/>
                    <a:pt x="555" y="7605"/>
                  </a:cubicBezTo>
                  <a:cubicBezTo>
                    <a:pt x="674" y="7605"/>
                    <a:pt x="793" y="7553"/>
                    <a:pt x="875" y="7427"/>
                  </a:cubicBezTo>
                  <a:cubicBezTo>
                    <a:pt x="3428" y="3494"/>
                    <a:pt x="7613" y="1443"/>
                    <a:pt x="12090" y="794"/>
                  </a:cubicBezTo>
                  <a:cubicBezTo>
                    <a:pt x="11630" y="794"/>
                    <a:pt x="11190" y="753"/>
                    <a:pt x="10730" y="690"/>
                  </a:cubicBezTo>
                  <a:cubicBezTo>
                    <a:pt x="10646" y="669"/>
                    <a:pt x="10646" y="522"/>
                    <a:pt x="10730" y="501"/>
                  </a:cubicBezTo>
                  <a:cubicBezTo>
                    <a:pt x="11232" y="355"/>
                    <a:pt x="11734" y="292"/>
                    <a:pt x="12237" y="188"/>
                  </a:cubicBezTo>
                  <a:cubicBezTo>
                    <a:pt x="12412" y="153"/>
                    <a:pt x="13259" y="1"/>
                    <a:pt x="1292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7" name="Google Shape;437;p7"/>
            <p:cNvSpPr/>
            <p:nvPr/>
          </p:nvSpPr>
          <p:spPr>
            <a:xfrm>
              <a:off x="3553200" y="3824640"/>
              <a:ext cx="125280" cy="20520"/>
            </a:xfrm>
            <a:custGeom>
              <a:avLst/>
              <a:gdLst>
                <a:gd name="textAreaLeft" fmla="*/ 0 w 125280"/>
                <a:gd name="textAreaRight" fmla="*/ 125640 w 12528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5023" h="840">
                  <a:moveTo>
                    <a:pt x="4688" y="0"/>
                  </a:moveTo>
                  <a:lnTo>
                    <a:pt x="4081" y="21"/>
                  </a:lnTo>
                  <a:cubicBezTo>
                    <a:pt x="3704" y="21"/>
                    <a:pt x="3307" y="63"/>
                    <a:pt x="2909" y="84"/>
                  </a:cubicBezTo>
                  <a:cubicBezTo>
                    <a:pt x="2993" y="105"/>
                    <a:pt x="2993" y="230"/>
                    <a:pt x="2909" y="272"/>
                  </a:cubicBezTo>
                  <a:cubicBezTo>
                    <a:pt x="2428" y="460"/>
                    <a:pt x="1926" y="586"/>
                    <a:pt x="1403" y="670"/>
                  </a:cubicBezTo>
                  <a:cubicBezTo>
                    <a:pt x="1215" y="712"/>
                    <a:pt x="1" y="795"/>
                    <a:pt x="1089" y="837"/>
                  </a:cubicBezTo>
                  <a:cubicBezTo>
                    <a:pt x="1183" y="839"/>
                    <a:pt x="1277" y="840"/>
                    <a:pt x="1371" y="840"/>
                  </a:cubicBezTo>
                  <a:cubicBezTo>
                    <a:pt x="2320" y="840"/>
                    <a:pt x="3253" y="752"/>
                    <a:pt x="4186" y="732"/>
                  </a:cubicBezTo>
                  <a:cubicBezTo>
                    <a:pt x="4197" y="729"/>
                    <a:pt x="4208" y="727"/>
                    <a:pt x="4218" y="727"/>
                  </a:cubicBezTo>
                  <a:cubicBezTo>
                    <a:pt x="4262" y="727"/>
                    <a:pt x="4290" y="761"/>
                    <a:pt x="4290" y="795"/>
                  </a:cubicBezTo>
                  <a:lnTo>
                    <a:pt x="4688" y="795"/>
                  </a:lnTo>
                  <a:cubicBezTo>
                    <a:pt x="4751" y="795"/>
                    <a:pt x="4813" y="774"/>
                    <a:pt x="4876" y="753"/>
                  </a:cubicBezTo>
                  <a:cubicBezTo>
                    <a:pt x="4939" y="712"/>
                    <a:pt x="4981" y="670"/>
                    <a:pt x="5023" y="607"/>
                  </a:cubicBezTo>
                  <a:cubicBezTo>
                    <a:pt x="4960" y="523"/>
                    <a:pt x="4939" y="398"/>
                    <a:pt x="4960" y="293"/>
                  </a:cubicBezTo>
                  <a:cubicBezTo>
                    <a:pt x="4960" y="251"/>
                    <a:pt x="4981" y="209"/>
                    <a:pt x="5002" y="168"/>
                  </a:cubicBezTo>
                  <a:cubicBezTo>
                    <a:pt x="4939" y="63"/>
                    <a:pt x="4813" y="0"/>
                    <a:pt x="46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8" name="Google Shape;438;p7"/>
            <p:cNvSpPr/>
            <p:nvPr/>
          </p:nvSpPr>
          <p:spPr>
            <a:xfrm>
              <a:off x="3675960" y="3534840"/>
              <a:ext cx="365400" cy="308880"/>
            </a:xfrm>
            <a:custGeom>
              <a:avLst/>
              <a:gdLst>
                <a:gd name="textAreaLeft" fmla="*/ 0 w 365400"/>
                <a:gd name="textAreaRight" fmla="*/ 365760 w 365400"/>
                <a:gd name="textAreaTop" fmla="*/ 0 h 308880"/>
                <a:gd name="textAreaBottom" fmla="*/ 309240 h 308880"/>
              </a:gdLst>
              <a:ahLst/>
              <a:cxnLst/>
              <a:rect l="textAreaLeft" t="textAreaTop" r="textAreaRight" b="textAreaBottom"/>
              <a:pathLst>
                <a:path w="14624" h="12363">
                  <a:moveTo>
                    <a:pt x="13614" y="1"/>
                  </a:moveTo>
                  <a:cubicBezTo>
                    <a:pt x="13484" y="1"/>
                    <a:pt x="13354" y="6"/>
                    <a:pt x="13224" y="13"/>
                  </a:cubicBezTo>
                  <a:cubicBezTo>
                    <a:pt x="10859" y="285"/>
                    <a:pt x="8349" y="2210"/>
                    <a:pt x="6654" y="3487"/>
                  </a:cubicBezTo>
                  <a:cubicBezTo>
                    <a:pt x="4017" y="5495"/>
                    <a:pt x="1172" y="8174"/>
                    <a:pt x="167" y="11438"/>
                  </a:cubicBezTo>
                  <a:cubicBezTo>
                    <a:pt x="126" y="11542"/>
                    <a:pt x="105" y="11647"/>
                    <a:pt x="84" y="11731"/>
                  </a:cubicBezTo>
                  <a:cubicBezTo>
                    <a:pt x="84" y="11793"/>
                    <a:pt x="42" y="11814"/>
                    <a:pt x="42" y="11877"/>
                  </a:cubicBezTo>
                  <a:cubicBezTo>
                    <a:pt x="0" y="11982"/>
                    <a:pt x="21" y="12086"/>
                    <a:pt x="84" y="12191"/>
                  </a:cubicBezTo>
                  <a:cubicBezTo>
                    <a:pt x="165" y="12308"/>
                    <a:pt x="292" y="12363"/>
                    <a:pt x="417" y="12363"/>
                  </a:cubicBezTo>
                  <a:cubicBezTo>
                    <a:pt x="584" y="12363"/>
                    <a:pt x="747" y="12265"/>
                    <a:pt x="795" y="12086"/>
                  </a:cubicBezTo>
                  <a:cubicBezTo>
                    <a:pt x="795" y="12065"/>
                    <a:pt x="795" y="12044"/>
                    <a:pt x="795" y="12024"/>
                  </a:cubicBezTo>
                  <a:cubicBezTo>
                    <a:pt x="1611" y="8948"/>
                    <a:pt x="4206" y="6479"/>
                    <a:pt x="6591" y="4512"/>
                  </a:cubicBezTo>
                  <a:cubicBezTo>
                    <a:pt x="7846" y="3487"/>
                    <a:pt x="9227" y="2608"/>
                    <a:pt x="10671" y="1855"/>
                  </a:cubicBezTo>
                  <a:cubicBezTo>
                    <a:pt x="11515" y="1394"/>
                    <a:pt x="12658" y="793"/>
                    <a:pt x="13697" y="793"/>
                  </a:cubicBezTo>
                  <a:cubicBezTo>
                    <a:pt x="13791" y="793"/>
                    <a:pt x="13885" y="798"/>
                    <a:pt x="13977" y="808"/>
                  </a:cubicBezTo>
                  <a:lnTo>
                    <a:pt x="14082" y="808"/>
                  </a:lnTo>
                  <a:cubicBezTo>
                    <a:pt x="14092" y="809"/>
                    <a:pt x="14103" y="810"/>
                    <a:pt x="14113" y="810"/>
                  </a:cubicBezTo>
                  <a:cubicBezTo>
                    <a:pt x="14392" y="810"/>
                    <a:pt x="14623" y="548"/>
                    <a:pt x="14563" y="285"/>
                  </a:cubicBezTo>
                  <a:cubicBezTo>
                    <a:pt x="14542" y="181"/>
                    <a:pt x="14458" y="97"/>
                    <a:pt x="14375" y="76"/>
                  </a:cubicBezTo>
                  <a:lnTo>
                    <a:pt x="14291" y="55"/>
                  </a:lnTo>
                  <a:cubicBezTo>
                    <a:pt x="14065" y="15"/>
                    <a:pt x="13840" y="1"/>
                    <a:pt x="1361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9" name="Google Shape;439;p7"/>
            <p:cNvSpPr/>
            <p:nvPr/>
          </p:nvSpPr>
          <p:spPr>
            <a:xfrm>
              <a:off x="3614760" y="3497400"/>
              <a:ext cx="389520" cy="27468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15589" h="11007">
                  <a:moveTo>
                    <a:pt x="15087" y="1"/>
                  </a:moveTo>
                  <a:cubicBezTo>
                    <a:pt x="14773" y="1"/>
                    <a:pt x="14459" y="1"/>
                    <a:pt x="14145" y="22"/>
                  </a:cubicBezTo>
                  <a:cubicBezTo>
                    <a:pt x="11321" y="273"/>
                    <a:pt x="8601" y="1884"/>
                    <a:pt x="6362" y="3495"/>
                  </a:cubicBezTo>
                  <a:cubicBezTo>
                    <a:pt x="3893" y="5274"/>
                    <a:pt x="1340" y="7575"/>
                    <a:pt x="43" y="10400"/>
                  </a:cubicBezTo>
                  <a:cubicBezTo>
                    <a:pt x="1" y="10463"/>
                    <a:pt x="1" y="10546"/>
                    <a:pt x="1" y="10630"/>
                  </a:cubicBezTo>
                  <a:cubicBezTo>
                    <a:pt x="43" y="10839"/>
                    <a:pt x="210" y="10986"/>
                    <a:pt x="440" y="11007"/>
                  </a:cubicBezTo>
                  <a:cubicBezTo>
                    <a:pt x="566" y="10986"/>
                    <a:pt x="671" y="10923"/>
                    <a:pt x="712" y="10797"/>
                  </a:cubicBezTo>
                  <a:cubicBezTo>
                    <a:pt x="1968" y="8077"/>
                    <a:pt x="4374" y="5901"/>
                    <a:pt x="6738" y="4165"/>
                  </a:cubicBezTo>
                  <a:cubicBezTo>
                    <a:pt x="9040" y="2470"/>
                    <a:pt x="11948" y="775"/>
                    <a:pt x="14899" y="775"/>
                  </a:cubicBezTo>
                  <a:lnTo>
                    <a:pt x="15087" y="775"/>
                  </a:lnTo>
                  <a:cubicBezTo>
                    <a:pt x="15094" y="775"/>
                    <a:pt x="15100" y="775"/>
                    <a:pt x="15107" y="775"/>
                  </a:cubicBezTo>
                  <a:cubicBezTo>
                    <a:pt x="15589" y="775"/>
                    <a:pt x="15582" y="22"/>
                    <a:pt x="150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0" name="Google Shape;440;p7"/>
            <p:cNvSpPr/>
            <p:nvPr/>
          </p:nvSpPr>
          <p:spPr>
            <a:xfrm>
              <a:off x="3532680" y="3445200"/>
              <a:ext cx="411480" cy="25488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254880"/>
                <a:gd name="textAreaBottom" fmla="*/ 255240 h 254880"/>
              </a:gdLst>
              <a:ahLst/>
              <a:cxnLst/>
              <a:rect l="textAreaLeft" t="textAreaTop" r="textAreaRight" b="textAreaBottom"/>
              <a:pathLst>
                <a:path w="16472" h="10213">
                  <a:moveTo>
                    <a:pt x="15970" y="1"/>
                  </a:moveTo>
                  <a:cubicBezTo>
                    <a:pt x="15740" y="1"/>
                    <a:pt x="15509" y="21"/>
                    <a:pt x="15279" y="42"/>
                  </a:cubicBezTo>
                  <a:cubicBezTo>
                    <a:pt x="9065" y="461"/>
                    <a:pt x="4190" y="5085"/>
                    <a:pt x="256" y="9542"/>
                  </a:cubicBezTo>
                  <a:cubicBezTo>
                    <a:pt x="1" y="9829"/>
                    <a:pt x="256" y="10213"/>
                    <a:pt x="540" y="10213"/>
                  </a:cubicBezTo>
                  <a:cubicBezTo>
                    <a:pt x="629" y="10213"/>
                    <a:pt x="720" y="10175"/>
                    <a:pt x="800" y="10086"/>
                  </a:cubicBezTo>
                  <a:cubicBezTo>
                    <a:pt x="4755" y="5650"/>
                    <a:pt x="9651" y="900"/>
                    <a:pt x="15970" y="796"/>
                  </a:cubicBezTo>
                  <a:lnTo>
                    <a:pt x="16053" y="796"/>
                  </a:lnTo>
                  <a:cubicBezTo>
                    <a:pt x="16472" y="691"/>
                    <a:pt x="16430" y="1"/>
                    <a:pt x="15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1" name="Google Shape;441;p7"/>
            <p:cNvSpPr/>
            <p:nvPr/>
          </p:nvSpPr>
          <p:spPr>
            <a:xfrm>
              <a:off x="3467880" y="3405960"/>
              <a:ext cx="437040" cy="248400"/>
            </a:xfrm>
            <a:custGeom>
              <a:avLst/>
              <a:gdLst>
                <a:gd name="textAreaLeft" fmla="*/ 0 w 437040"/>
                <a:gd name="textAreaRight" fmla="*/ 437400 w 43704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17498" h="9948">
                  <a:moveTo>
                    <a:pt x="17033" y="1"/>
                  </a:moveTo>
                  <a:cubicBezTo>
                    <a:pt x="17021" y="1"/>
                    <a:pt x="17008" y="1"/>
                    <a:pt x="16995" y="2"/>
                  </a:cubicBezTo>
                  <a:cubicBezTo>
                    <a:pt x="16702" y="23"/>
                    <a:pt x="16410" y="65"/>
                    <a:pt x="16138" y="86"/>
                  </a:cubicBezTo>
                  <a:cubicBezTo>
                    <a:pt x="9672" y="797"/>
                    <a:pt x="3562" y="3517"/>
                    <a:pt x="173" y="9355"/>
                  </a:cubicBezTo>
                  <a:cubicBezTo>
                    <a:pt x="0" y="9671"/>
                    <a:pt x="262" y="9948"/>
                    <a:pt x="531" y="9948"/>
                  </a:cubicBezTo>
                  <a:cubicBezTo>
                    <a:pt x="654" y="9948"/>
                    <a:pt x="778" y="9890"/>
                    <a:pt x="863" y="9753"/>
                  </a:cubicBezTo>
                  <a:cubicBezTo>
                    <a:pt x="4232" y="3915"/>
                    <a:pt x="10488" y="1341"/>
                    <a:pt x="16954" y="797"/>
                  </a:cubicBezTo>
                  <a:lnTo>
                    <a:pt x="16995" y="797"/>
                  </a:lnTo>
                  <a:cubicBezTo>
                    <a:pt x="17485" y="757"/>
                    <a:pt x="17497" y="1"/>
                    <a:pt x="170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2" name="Google Shape;442;p7"/>
            <p:cNvSpPr/>
            <p:nvPr/>
          </p:nvSpPr>
          <p:spPr>
            <a:xfrm>
              <a:off x="3418200" y="3351960"/>
              <a:ext cx="425520" cy="249120"/>
            </a:xfrm>
            <a:custGeom>
              <a:avLst/>
              <a:gdLst>
                <a:gd name="textAreaLeft" fmla="*/ 0 w 425520"/>
                <a:gd name="textAreaRight" fmla="*/ 425880 w 425520"/>
                <a:gd name="textAreaTop" fmla="*/ 0 h 249120"/>
                <a:gd name="textAreaBottom" fmla="*/ 249480 h 249120"/>
              </a:gdLst>
              <a:ahLst/>
              <a:cxnLst/>
              <a:rect l="textAreaLeft" t="textAreaTop" r="textAreaRight" b="textAreaBottom"/>
              <a:pathLst>
                <a:path w="17028" h="9983">
                  <a:moveTo>
                    <a:pt x="15338" y="0"/>
                  </a:moveTo>
                  <a:cubicBezTo>
                    <a:pt x="9082" y="126"/>
                    <a:pt x="3537" y="4415"/>
                    <a:pt x="63" y="9416"/>
                  </a:cubicBezTo>
                  <a:cubicBezTo>
                    <a:pt x="22" y="9458"/>
                    <a:pt x="1" y="9520"/>
                    <a:pt x="1" y="9583"/>
                  </a:cubicBezTo>
                  <a:cubicBezTo>
                    <a:pt x="1" y="9802"/>
                    <a:pt x="170" y="9982"/>
                    <a:pt x="402" y="9982"/>
                  </a:cubicBezTo>
                  <a:cubicBezTo>
                    <a:pt x="415" y="9982"/>
                    <a:pt x="427" y="9982"/>
                    <a:pt x="440" y="9981"/>
                  </a:cubicBezTo>
                  <a:cubicBezTo>
                    <a:pt x="566" y="9981"/>
                    <a:pt x="670" y="9918"/>
                    <a:pt x="733" y="9813"/>
                  </a:cubicBezTo>
                  <a:cubicBezTo>
                    <a:pt x="4134" y="4935"/>
                    <a:pt x="9591" y="781"/>
                    <a:pt x="15721" y="781"/>
                  </a:cubicBezTo>
                  <a:cubicBezTo>
                    <a:pt x="15927" y="781"/>
                    <a:pt x="16134" y="786"/>
                    <a:pt x="16342" y="795"/>
                  </a:cubicBezTo>
                  <a:lnTo>
                    <a:pt x="16530" y="795"/>
                  </a:lnTo>
                  <a:cubicBezTo>
                    <a:pt x="16539" y="796"/>
                    <a:pt x="16548" y="796"/>
                    <a:pt x="16557" y="796"/>
                  </a:cubicBezTo>
                  <a:cubicBezTo>
                    <a:pt x="16855" y="796"/>
                    <a:pt x="17027" y="453"/>
                    <a:pt x="16844" y="209"/>
                  </a:cubicBezTo>
                  <a:cubicBezTo>
                    <a:pt x="16781" y="105"/>
                    <a:pt x="16656" y="21"/>
                    <a:pt x="16530" y="21"/>
                  </a:cubicBezTo>
                  <a:cubicBezTo>
                    <a:pt x="16133" y="0"/>
                    <a:pt x="15735" y="0"/>
                    <a:pt x="153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3" name="Google Shape;443;p7"/>
            <p:cNvSpPr/>
            <p:nvPr/>
          </p:nvSpPr>
          <p:spPr>
            <a:xfrm>
              <a:off x="3350880" y="3301200"/>
              <a:ext cx="424800" cy="262080"/>
            </a:xfrm>
            <a:custGeom>
              <a:avLst/>
              <a:gdLst>
                <a:gd name="textAreaLeft" fmla="*/ 0 w 424800"/>
                <a:gd name="textAreaRight" fmla="*/ 425160 w 424800"/>
                <a:gd name="textAreaTop" fmla="*/ 0 h 262080"/>
                <a:gd name="textAreaBottom" fmla="*/ 262440 h 262080"/>
              </a:gdLst>
              <a:ahLst/>
              <a:cxnLst/>
              <a:rect l="textAreaLeft" t="textAreaTop" r="textAreaRight" b="textAreaBottom"/>
              <a:pathLst>
                <a:path w="17003" h="10496">
                  <a:moveTo>
                    <a:pt x="16465" y="0"/>
                  </a:moveTo>
                  <a:cubicBezTo>
                    <a:pt x="16458" y="0"/>
                    <a:pt x="16451" y="0"/>
                    <a:pt x="16445" y="1"/>
                  </a:cubicBezTo>
                  <a:lnTo>
                    <a:pt x="15628" y="1"/>
                  </a:lnTo>
                  <a:cubicBezTo>
                    <a:pt x="12636" y="168"/>
                    <a:pt x="9665" y="1737"/>
                    <a:pt x="7175" y="3223"/>
                  </a:cubicBezTo>
                  <a:cubicBezTo>
                    <a:pt x="4706" y="4708"/>
                    <a:pt x="1819" y="6759"/>
                    <a:pt x="375" y="9416"/>
                  </a:cubicBezTo>
                  <a:cubicBezTo>
                    <a:pt x="291" y="9584"/>
                    <a:pt x="229" y="9730"/>
                    <a:pt x="145" y="9897"/>
                  </a:cubicBezTo>
                  <a:cubicBezTo>
                    <a:pt x="0" y="10201"/>
                    <a:pt x="276" y="10495"/>
                    <a:pt x="529" y="10495"/>
                  </a:cubicBezTo>
                  <a:cubicBezTo>
                    <a:pt x="642" y="10495"/>
                    <a:pt x="750" y="10437"/>
                    <a:pt x="815" y="10295"/>
                  </a:cubicBezTo>
                  <a:cubicBezTo>
                    <a:pt x="877" y="10190"/>
                    <a:pt x="919" y="10086"/>
                    <a:pt x="961" y="10002"/>
                  </a:cubicBezTo>
                  <a:cubicBezTo>
                    <a:pt x="2321" y="7366"/>
                    <a:pt x="5125" y="5420"/>
                    <a:pt x="7573" y="3913"/>
                  </a:cubicBezTo>
                  <a:cubicBezTo>
                    <a:pt x="10055" y="2400"/>
                    <a:pt x="13102" y="789"/>
                    <a:pt x="16112" y="789"/>
                  </a:cubicBezTo>
                  <a:cubicBezTo>
                    <a:pt x="16223" y="789"/>
                    <a:pt x="16334" y="791"/>
                    <a:pt x="16445" y="796"/>
                  </a:cubicBezTo>
                  <a:lnTo>
                    <a:pt x="16507" y="796"/>
                  </a:lnTo>
                  <a:cubicBezTo>
                    <a:pt x="17002" y="713"/>
                    <a:pt x="16928" y="0"/>
                    <a:pt x="1646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4" name="Google Shape;444;p7"/>
            <p:cNvSpPr/>
            <p:nvPr/>
          </p:nvSpPr>
          <p:spPr>
            <a:xfrm>
              <a:off x="2856960" y="3751200"/>
              <a:ext cx="277560" cy="184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184320"/>
                <a:gd name="textAreaBottom" fmla="*/ 184680 h 184320"/>
              </a:gdLst>
              <a:ahLst/>
              <a:cxnLst/>
              <a:rect l="textAreaLeft" t="textAreaTop" r="textAreaRight" b="textAreaBottom"/>
              <a:pathLst>
                <a:path w="11112" h="7387">
                  <a:moveTo>
                    <a:pt x="1528" y="1"/>
                  </a:moveTo>
                  <a:cubicBezTo>
                    <a:pt x="1214" y="105"/>
                    <a:pt x="921" y="168"/>
                    <a:pt x="607" y="273"/>
                  </a:cubicBezTo>
                  <a:cubicBezTo>
                    <a:pt x="513" y="311"/>
                    <a:pt x="538" y="467"/>
                    <a:pt x="635" y="467"/>
                  </a:cubicBezTo>
                  <a:cubicBezTo>
                    <a:pt x="646" y="467"/>
                    <a:pt x="658" y="465"/>
                    <a:pt x="670" y="461"/>
                  </a:cubicBezTo>
                  <a:cubicBezTo>
                    <a:pt x="775" y="419"/>
                    <a:pt x="942" y="377"/>
                    <a:pt x="1026" y="357"/>
                  </a:cubicBezTo>
                  <a:cubicBezTo>
                    <a:pt x="1079" y="345"/>
                    <a:pt x="1119" y="340"/>
                    <a:pt x="1148" y="340"/>
                  </a:cubicBezTo>
                  <a:cubicBezTo>
                    <a:pt x="1374" y="340"/>
                    <a:pt x="849" y="689"/>
                    <a:pt x="440" y="1005"/>
                  </a:cubicBezTo>
                  <a:cubicBezTo>
                    <a:pt x="294" y="1110"/>
                    <a:pt x="168" y="1214"/>
                    <a:pt x="43" y="1340"/>
                  </a:cubicBezTo>
                  <a:cubicBezTo>
                    <a:pt x="1" y="1382"/>
                    <a:pt x="1" y="1445"/>
                    <a:pt x="43" y="1486"/>
                  </a:cubicBezTo>
                  <a:cubicBezTo>
                    <a:pt x="63" y="1507"/>
                    <a:pt x="84" y="1507"/>
                    <a:pt x="105" y="1507"/>
                  </a:cubicBezTo>
                  <a:cubicBezTo>
                    <a:pt x="294" y="1486"/>
                    <a:pt x="482" y="1465"/>
                    <a:pt x="649" y="1424"/>
                  </a:cubicBezTo>
                  <a:lnTo>
                    <a:pt x="649" y="1424"/>
                  </a:lnTo>
                  <a:cubicBezTo>
                    <a:pt x="587" y="1486"/>
                    <a:pt x="503" y="1528"/>
                    <a:pt x="440" y="1591"/>
                  </a:cubicBezTo>
                  <a:cubicBezTo>
                    <a:pt x="363" y="1649"/>
                    <a:pt x="428" y="1761"/>
                    <a:pt x="505" y="1761"/>
                  </a:cubicBezTo>
                  <a:cubicBezTo>
                    <a:pt x="511" y="1761"/>
                    <a:pt x="517" y="1760"/>
                    <a:pt x="524" y="1758"/>
                  </a:cubicBezTo>
                  <a:cubicBezTo>
                    <a:pt x="921" y="1654"/>
                    <a:pt x="1298" y="1528"/>
                    <a:pt x="1654" y="1361"/>
                  </a:cubicBezTo>
                  <a:cubicBezTo>
                    <a:pt x="2172" y="1132"/>
                    <a:pt x="2370" y="1048"/>
                    <a:pt x="2386" y="1048"/>
                  </a:cubicBezTo>
                  <a:cubicBezTo>
                    <a:pt x="2419" y="1048"/>
                    <a:pt x="1645" y="1421"/>
                    <a:pt x="1361" y="1591"/>
                  </a:cubicBezTo>
                  <a:cubicBezTo>
                    <a:pt x="1268" y="1628"/>
                    <a:pt x="1307" y="1765"/>
                    <a:pt x="1406" y="1765"/>
                  </a:cubicBezTo>
                  <a:cubicBezTo>
                    <a:pt x="1418" y="1765"/>
                    <a:pt x="1431" y="1763"/>
                    <a:pt x="1444" y="1758"/>
                  </a:cubicBezTo>
                  <a:cubicBezTo>
                    <a:pt x="1821" y="1696"/>
                    <a:pt x="2219" y="1570"/>
                    <a:pt x="2553" y="1382"/>
                  </a:cubicBezTo>
                  <a:cubicBezTo>
                    <a:pt x="2801" y="1258"/>
                    <a:pt x="2919" y="1209"/>
                    <a:pt x="2954" y="1209"/>
                  </a:cubicBezTo>
                  <a:cubicBezTo>
                    <a:pt x="3065" y="1209"/>
                    <a:pt x="2295" y="1719"/>
                    <a:pt x="2135" y="1863"/>
                  </a:cubicBezTo>
                  <a:cubicBezTo>
                    <a:pt x="2072" y="1905"/>
                    <a:pt x="2114" y="2030"/>
                    <a:pt x="2198" y="2030"/>
                  </a:cubicBezTo>
                  <a:cubicBezTo>
                    <a:pt x="2428" y="2010"/>
                    <a:pt x="2658" y="1968"/>
                    <a:pt x="2888" y="1884"/>
                  </a:cubicBezTo>
                  <a:cubicBezTo>
                    <a:pt x="2929" y="1874"/>
                    <a:pt x="2963" y="1870"/>
                    <a:pt x="2989" y="1870"/>
                  </a:cubicBezTo>
                  <a:cubicBezTo>
                    <a:pt x="3300" y="1870"/>
                    <a:pt x="2677" y="2492"/>
                    <a:pt x="2658" y="2512"/>
                  </a:cubicBezTo>
                  <a:cubicBezTo>
                    <a:pt x="2638" y="2531"/>
                    <a:pt x="2637" y="2681"/>
                    <a:pt x="2707" y="2681"/>
                  </a:cubicBezTo>
                  <a:cubicBezTo>
                    <a:pt x="2711" y="2681"/>
                    <a:pt x="2716" y="2680"/>
                    <a:pt x="2721" y="2679"/>
                  </a:cubicBezTo>
                  <a:cubicBezTo>
                    <a:pt x="3090" y="2644"/>
                    <a:pt x="3554" y="2457"/>
                    <a:pt x="3676" y="2457"/>
                  </a:cubicBezTo>
                  <a:cubicBezTo>
                    <a:pt x="3775" y="2457"/>
                    <a:pt x="3647" y="2582"/>
                    <a:pt x="3056" y="3014"/>
                  </a:cubicBezTo>
                  <a:cubicBezTo>
                    <a:pt x="3014" y="3056"/>
                    <a:pt x="3014" y="3118"/>
                    <a:pt x="3035" y="3160"/>
                  </a:cubicBezTo>
                  <a:cubicBezTo>
                    <a:pt x="3056" y="3181"/>
                    <a:pt x="3076" y="3202"/>
                    <a:pt x="3118" y="3202"/>
                  </a:cubicBezTo>
                  <a:cubicBezTo>
                    <a:pt x="3579" y="3139"/>
                    <a:pt x="3997" y="3035"/>
                    <a:pt x="4416" y="2867"/>
                  </a:cubicBezTo>
                  <a:cubicBezTo>
                    <a:pt x="4625" y="2784"/>
                    <a:pt x="4855" y="2700"/>
                    <a:pt x="5064" y="2637"/>
                  </a:cubicBezTo>
                  <a:lnTo>
                    <a:pt x="5064" y="2637"/>
                  </a:lnTo>
                  <a:cubicBezTo>
                    <a:pt x="4646" y="2805"/>
                    <a:pt x="4227" y="3014"/>
                    <a:pt x="3851" y="3286"/>
                  </a:cubicBezTo>
                  <a:cubicBezTo>
                    <a:pt x="3767" y="3349"/>
                    <a:pt x="3809" y="3474"/>
                    <a:pt x="3892" y="3474"/>
                  </a:cubicBezTo>
                  <a:cubicBezTo>
                    <a:pt x="4018" y="3481"/>
                    <a:pt x="4144" y="3486"/>
                    <a:pt x="4269" y="3486"/>
                  </a:cubicBezTo>
                  <a:cubicBezTo>
                    <a:pt x="4520" y="3486"/>
                    <a:pt x="4771" y="3467"/>
                    <a:pt x="5022" y="3411"/>
                  </a:cubicBezTo>
                  <a:lnTo>
                    <a:pt x="5252" y="3370"/>
                  </a:lnTo>
                  <a:lnTo>
                    <a:pt x="5252" y="3370"/>
                  </a:lnTo>
                  <a:cubicBezTo>
                    <a:pt x="5127" y="3411"/>
                    <a:pt x="5001" y="3474"/>
                    <a:pt x="4897" y="3558"/>
                  </a:cubicBezTo>
                  <a:cubicBezTo>
                    <a:pt x="4834" y="3579"/>
                    <a:pt x="4834" y="3704"/>
                    <a:pt x="4918" y="3725"/>
                  </a:cubicBezTo>
                  <a:cubicBezTo>
                    <a:pt x="4962" y="3733"/>
                    <a:pt x="5015" y="3736"/>
                    <a:pt x="5074" y="3736"/>
                  </a:cubicBezTo>
                  <a:cubicBezTo>
                    <a:pt x="5257" y="3736"/>
                    <a:pt x="5493" y="3707"/>
                    <a:pt x="5667" y="3707"/>
                  </a:cubicBezTo>
                  <a:cubicBezTo>
                    <a:pt x="5882" y="3707"/>
                    <a:pt x="6000" y="3752"/>
                    <a:pt x="5797" y="3955"/>
                  </a:cubicBezTo>
                  <a:cubicBezTo>
                    <a:pt x="5734" y="4018"/>
                    <a:pt x="5776" y="4123"/>
                    <a:pt x="5859" y="4123"/>
                  </a:cubicBezTo>
                  <a:cubicBezTo>
                    <a:pt x="5880" y="4124"/>
                    <a:pt x="5903" y="4125"/>
                    <a:pt x="5928" y="4125"/>
                  </a:cubicBezTo>
                  <a:cubicBezTo>
                    <a:pt x="6010" y="4125"/>
                    <a:pt x="6108" y="4118"/>
                    <a:pt x="6201" y="4118"/>
                  </a:cubicBezTo>
                  <a:cubicBezTo>
                    <a:pt x="6443" y="4118"/>
                    <a:pt x="6647" y="4165"/>
                    <a:pt x="6424" y="4499"/>
                  </a:cubicBezTo>
                  <a:cubicBezTo>
                    <a:pt x="6382" y="4562"/>
                    <a:pt x="6445" y="4646"/>
                    <a:pt x="6508" y="4646"/>
                  </a:cubicBezTo>
                  <a:cubicBezTo>
                    <a:pt x="7345" y="4730"/>
                    <a:pt x="7094" y="5023"/>
                    <a:pt x="7240" y="5378"/>
                  </a:cubicBezTo>
                  <a:cubicBezTo>
                    <a:pt x="7324" y="5525"/>
                    <a:pt x="7429" y="5629"/>
                    <a:pt x="7575" y="5713"/>
                  </a:cubicBezTo>
                  <a:cubicBezTo>
                    <a:pt x="8328" y="6173"/>
                    <a:pt x="9123" y="6780"/>
                    <a:pt x="9981" y="7136"/>
                  </a:cubicBezTo>
                  <a:cubicBezTo>
                    <a:pt x="10295" y="7261"/>
                    <a:pt x="10630" y="7345"/>
                    <a:pt x="10965" y="7387"/>
                  </a:cubicBezTo>
                  <a:cubicBezTo>
                    <a:pt x="11111" y="7387"/>
                    <a:pt x="11111" y="7199"/>
                    <a:pt x="10986" y="7178"/>
                  </a:cubicBezTo>
                  <a:cubicBezTo>
                    <a:pt x="10462" y="7115"/>
                    <a:pt x="7073" y="5734"/>
                    <a:pt x="7533" y="4709"/>
                  </a:cubicBezTo>
                  <a:cubicBezTo>
                    <a:pt x="7575" y="4646"/>
                    <a:pt x="7533" y="4562"/>
                    <a:pt x="7449" y="4562"/>
                  </a:cubicBezTo>
                  <a:cubicBezTo>
                    <a:pt x="6843" y="4499"/>
                    <a:pt x="6738" y="4541"/>
                    <a:pt x="6885" y="4039"/>
                  </a:cubicBezTo>
                  <a:cubicBezTo>
                    <a:pt x="6903" y="3985"/>
                    <a:pt x="6858" y="3930"/>
                    <a:pt x="6805" y="3930"/>
                  </a:cubicBezTo>
                  <a:cubicBezTo>
                    <a:pt x="6797" y="3930"/>
                    <a:pt x="6788" y="3932"/>
                    <a:pt x="6780" y="3934"/>
                  </a:cubicBezTo>
                  <a:cubicBezTo>
                    <a:pt x="6546" y="3977"/>
                    <a:pt x="6384" y="4000"/>
                    <a:pt x="6284" y="4000"/>
                  </a:cubicBezTo>
                  <a:cubicBezTo>
                    <a:pt x="6090" y="4000"/>
                    <a:pt x="6133" y="3912"/>
                    <a:pt x="6341" y="3704"/>
                  </a:cubicBezTo>
                  <a:cubicBezTo>
                    <a:pt x="6403" y="3642"/>
                    <a:pt x="6361" y="3537"/>
                    <a:pt x="6278" y="3537"/>
                  </a:cubicBezTo>
                  <a:cubicBezTo>
                    <a:pt x="6158" y="3546"/>
                    <a:pt x="5806" y="3575"/>
                    <a:pt x="5553" y="3575"/>
                  </a:cubicBezTo>
                  <a:cubicBezTo>
                    <a:pt x="5230" y="3575"/>
                    <a:pt x="5071" y="3527"/>
                    <a:pt x="5776" y="3328"/>
                  </a:cubicBezTo>
                  <a:cubicBezTo>
                    <a:pt x="5880" y="3307"/>
                    <a:pt x="5859" y="3139"/>
                    <a:pt x="5755" y="3139"/>
                  </a:cubicBezTo>
                  <a:cubicBezTo>
                    <a:pt x="5273" y="3181"/>
                    <a:pt x="4792" y="3265"/>
                    <a:pt x="4311" y="3307"/>
                  </a:cubicBezTo>
                  <a:cubicBezTo>
                    <a:pt x="4499" y="3286"/>
                    <a:pt x="5022" y="2846"/>
                    <a:pt x="5315" y="2616"/>
                  </a:cubicBezTo>
                  <a:lnTo>
                    <a:pt x="5441" y="2533"/>
                  </a:lnTo>
                  <a:cubicBezTo>
                    <a:pt x="5495" y="2460"/>
                    <a:pt x="5456" y="2357"/>
                    <a:pt x="5377" y="2357"/>
                  </a:cubicBezTo>
                  <a:cubicBezTo>
                    <a:pt x="5364" y="2357"/>
                    <a:pt x="5350" y="2359"/>
                    <a:pt x="5336" y="2365"/>
                  </a:cubicBezTo>
                  <a:cubicBezTo>
                    <a:pt x="5232" y="2386"/>
                    <a:pt x="5148" y="2407"/>
                    <a:pt x="5064" y="2428"/>
                  </a:cubicBezTo>
                  <a:cubicBezTo>
                    <a:pt x="4729" y="2554"/>
                    <a:pt x="4395" y="2679"/>
                    <a:pt x="4060" y="2805"/>
                  </a:cubicBezTo>
                  <a:cubicBezTo>
                    <a:pt x="3829" y="2887"/>
                    <a:pt x="3700" y="2922"/>
                    <a:pt x="3643" y="2922"/>
                  </a:cubicBezTo>
                  <a:cubicBezTo>
                    <a:pt x="3481" y="2922"/>
                    <a:pt x="3876" y="2648"/>
                    <a:pt x="4123" y="2386"/>
                  </a:cubicBezTo>
                  <a:cubicBezTo>
                    <a:pt x="4200" y="2328"/>
                    <a:pt x="4134" y="2216"/>
                    <a:pt x="4058" y="2216"/>
                  </a:cubicBezTo>
                  <a:cubicBezTo>
                    <a:pt x="4052" y="2216"/>
                    <a:pt x="4045" y="2217"/>
                    <a:pt x="4039" y="2219"/>
                  </a:cubicBezTo>
                  <a:cubicBezTo>
                    <a:pt x="3704" y="2261"/>
                    <a:pt x="3369" y="2302"/>
                    <a:pt x="3035" y="2386"/>
                  </a:cubicBezTo>
                  <a:cubicBezTo>
                    <a:pt x="3223" y="2156"/>
                    <a:pt x="3453" y="1968"/>
                    <a:pt x="3620" y="1717"/>
                  </a:cubicBezTo>
                  <a:cubicBezTo>
                    <a:pt x="3662" y="1654"/>
                    <a:pt x="3620" y="1570"/>
                    <a:pt x="3537" y="1570"/>
                  </a:cubicBezTo>
                  <a:cubicBezTo>
                    <a:pt x="3272" y="1605"/>
                    <a:pt x="3102" y="1633"/>
                    <a:pt x="3012" y="1633"/>
                  </a:cubicBezTo>
                  <a:cubicBezTo>
                    <a:pt x="2832" y="1633"/>
                    <a:pt x="2972" y="1521"/>
                    <a:pt x="3307" y="1131"/>
                  </a:cubicBezTo>
                  <a:lnTo>
                    <a:pt x="3348" y="1089"/>
                  </a:lnTo>
                  <a:cubicBezTo>
                    <a:pt x="3406" y="1013"/>
                    <a:pt x="3358" y="919"/>
                    <a:pt x="3270" y="919"/>
                  </a:cubicBezTo>
                  <a:cubicBezTo>
                    <a:pt x="3262" y="919"/>
                    <a:pt x="3253" y="920"/>
                    <a:pt x="3244" y="921"/>
                  </a:cubicBezTo>
                  <a:lnTo>
                    <a:pt x="3097" y="984"/>
                  </a:lnTo>
                  <a:cubicBezTo>
                    <a:pt x="2658" y="1131"/>
                    <a:pt x="2239" y="1340"/>
                    <a:pt x="1779" y="1507"/>
                  </a:cubicBezTo>
                  <a:cubicBezTo>
                    <a:pt x="2135" y="1361"/>
                    <a:pt x="2470" y="1173"/>
                    <a:pt x="2784" y="963"/>
                  </a:cubicBezTo>
                  <a:cubicBezTo>
                    <a:pt x="2875" y="908"/>
                    <a:pt x="2838" y="789"/>
                    <a:pt x="2757" y="789"/>
                  </a:cubicBezTo>
                  <a:cubicBezTo>
                    <a:pt x="2746" y="789"/>
                    <a:pt x="2733" y="791"/>
                    <a:pt x="2721" y="796"/>
                  </a:cubicBezTo>
                  <a:cubicBezTo>
                    <a:pt x="2449" y="838"/>
                    <a:pt x="2177" y="921"/>
                    <a:pt x="1926" y="1026"/>
                  </a:cubicBezTo>
                  <a:cubicBezTo>
                    <a:pt x="1570" y="1193"/>
                    <a:pt x="1214" y="1340"/>
                    <a:pt x="859" y="1486"/>
                  </a:cubicBezTo>
                  <a:cubicBezTo>
                    <a:pt x="984" y="1382"/>
                    <a:pt x="1131" y="1319"/>
                    <a:pt x="1256" y="1235"/>
                  </a:cubicBezTo>
                  <a:cubicBezTo>
                    <a:pt x="1507" y="1131"/>
                    <a:pt x="1758" y="984"/>
                    <a:pt x="1988" y="838"/>
                  </a:cubicBezTo>
                  <a:cubicBezTo>
                    <a:pt x="2080" y="783"/>
                    <a:pt x="2027" y="663"/>
                    <a:pt x="1942" y="663"/>
                  </a:cubicBezTo>
                  <a:cubicBezTo>
                    <a:pt x="1930" y="663"/>
                    <a:pt x="1917" y="665"/>
                    <a:pt x="1905" y="670"/>
                  </a:cubicBezTo>
                  <a:cubicBezTo>
                    <a:pt x="1675" y="775"/>
                    <a:pt x="1486" y="880"/>
                    <a:pt x="1277" y="1005"/>
                  </a:cubicBezTo>
                  <a:cubicBezTo>
                    <a:pt x="921" y="1068"/>
                    <a:pt x="440" y="1193"/>
                    <a:pt x="440" y="1193"/>
                  </a:cubicBezTo>
                  <a:cubicBezTo>
                    <a:pt x="796" y="817"/>
                    <a:pt x="1277" y="545"/>
                    <a:pt x="1633" y="168"/>
                  </a:cubicBezTo>
                  <a:cubicBezTo>
                    <a:pt x="1675" y="105"/>
                    <a:pt x="1654" y="22"/>
                    <a:pt x="159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5" name="Google Shape;445;p7"/>
            <p:cNvSpPr/>
            <p:nvPr/>
          </p:nvSpPr>
          <p:spPr>
            <a:xfrm>
              <a:off x="3236400" y="3496680"/>
              <a:ext cx="482760" cy="376560"/>
            </a:xfrm>
            <a:custGeom>
              <a:avLst/>
              <a:gdLst>
                <a:gd name="textAreaLeft" fmla="*/ 0 w 482760"/>
                <a:gd name="textAreaRight" fmla="*/ 483120 w 482760"/>
                <a:gd name="textAreaTop" fmla="*/ 0 h 376560"/>
                <a:gd name="textAreaBottom" fmla="*/ 376920 h 376560"/>
              </a:gdLst>
              <a:ahLst/>
              <a:cxnLst/>
              <a:rect l="textAreaLeft" t="textAreaTop" r="textAreaRight" b="textAreaBottom"/>
              <a:pathLst>
                <a:path w="19327" h="15079">
                  <a:moveTo>
                    <a:pt x="2415" y="2947"/>
                  </a:moveTo>
                  <a:cubicBezTo>
                    <a:pt x="2428" y="2947"/>
                    <a:pt x="2582" y="2958"/>
                    <a:pt x="2967" y="2985"/>
                  </a:cubicBezTo>
                  <a:cubicBezTo>
                    <a:pt x="3127" y="2998"/>
                    <a:pt x="3288" y="3010"/>
                    <a:pt x="3450" y="3021"/>
                  </a:cubicBezTo>
                  <a:lnTo>
                    <a:pt x="3450" y="3021"/>
                  </a:lnTo>
                  <a:cubicBezTo>
                    <a:pt x="3114" y="3002"/>
                    <a:pt x="2384" y="2947"/>
                    <a:pt x="2415" y="2947"/>
                  </a:cubicBezTo>
                  <a:close/>
                  <a:moveTo>
                    <a:pt x="1686" y="0"/>
                  </a:moveTo>
                  <a:cubicBezTo>
                    <a:pt x="1602" y="0"/>
                    <a:pt x="1543" y="128"/>
                    <a:pt x="1649" y="181"/>
                  </a:cubicBezTo>
                  <a:cubicBezTo>
                    <a:pt x="1921" y="307"/>
                    <a:pt x="2549" y="537"/>
                    <a:pt x="2821" y="704"/>
                  </a:cubicBezTo>
                  <a:cubicBezTo>
                    <a:pt x="2955" y="783"/>
                    <a:pt x="2994" y="825"/>
                    <a:pt x="2878" y="825"/>
                  </a:cubicBezTo>
                  <a:cubicBezTo>
                    <a:pt x="2778" y="825"/>
                    <a:pt x="2563" y="793"/>
                    <a:pt x="2193" y="725"/>
                  </a:cubicBezTo>
                  <a:cubicBezTo>
                    <a:pt x="1503" y="600"/>
                    <a:pt x="833" y="370"/>
                    <a:pt x="143" y="244"/>
                  </a:cubicBezTo>
                  <a:cubicBezTo>
                    <a:pt x="136" y="242"/>
                    <a:pt x="129" y="241"/>
                    <a:pt x="122" y="241"/>
                  </a:cubicBezTo>
                  <a:cubicBezTo>
                    <a:pt x="64" y="241"/>
                    <a:pt x="1" y="316"/>
                    <a:pt x="38" y="391"/>
                  </a:cubicBezTo>
                  <a:cubicBezTo>
                    <a:pt x="268" y="704"/>
                    <a:pt x="603" y="935"/>
                    <a:pt x="980" y="1039"/>
                  </a:cubicBezTo>
                  <a:cubicBezTo>
                    <a:pt x="875" y="1039"/>
                    <a:pt x="770" y="1018"/>
                    <a:pt x="645" y="1018"/>
                  </a:cubicBezTo>
                  <a:cubicBezTo>
                    <a:pt x="540" y="1018"/>
                    <a:pt x="519" y="1144"/>
                    <a:pt x="603" y="1207"/>
                  </a:cubicBezTo>
                  <a:lnTo>
                    <a:pt x="645" y="1228"/>
                  </a:lnTo>
                  <a:cubicBezTo>
                    <a:pt x="1231" y="1541"/>
                    <a:pt x="1900" y="1730"/>
                    <a:pt x="2570" y="1813"/>
                  </a:cubicBezTo>
                  <a:cubicBezTo>
                    <a:pt x="2504" y="1809"/>
                    <a:pt x="2439" y="1806"/>
                    <a:pt x="2375" y="1806"/>
                  </a:cubicBezTo>
                  <a:cubicBezTo>
                    <a:pt x="2155" y="1806"/>
                    <a:pt x="1944" y="1837"/>
                    <a:pt x="1733" y="1918"/>
                  </a:cubicBezTo>
                  <a:lnTo>
                    <a:pt x="1670" y="1939"/>
                  </a:lnTo>
                  <a:cubicBezTo>
                    <a:pt x="1607" y="1960"/>
                    <a:pt x="1566" y="2085"/>
                    <a:pt x="1649" y="2127"/>
                  </a:cubicBezTo>
                  <a:cubicBezTo>
                    <a:pt x="2507" y="2483"/>
                    <a:pt x="3407" y="2608"/>
                    <a:pt x="4327" y="2776"/>
                  </a:cubicBezTo>
                  <a:cubicBezTo>
                    <a:pt x="4809" y="2860"/>
                    <a:pt x="5562" y="2881"/>
                    <a:pt x="4474" y="2881"/>
                  </a:cubicBezTo>
                  <a:cubicBezTo>
                    <a:pt x="3637" y="2881"/>
                    <a:pt x="2800" y="2755"/>
                    <a:pt x="1963" y="2713"/>
                  </a:cubicBezTo>
                  <a:cubicBezTo>
                    <a:pt x="1838" y="2713"/>
                    <a:pt x="1817" y="2881"/>
                    <a:pt x="1921" y="2922"/>
                  </a:cubicBezTo>
                  <a:cubicBezTo>
                    <a:pt x="3135" y="3278"/>
                    <a:pt x="4390" y="3194"/>
                    <a:pt x="5625" y="3445"/>
                  </a:cubicBezTo>
                  <a:lnTo>
                    <a:pt x="5750" y="3466"/>
                  </a:lnTo>
                  <a:cubicBezTo>
                    <a:pt x="6043" y="3529"/>
                    <a:pt x="6001" y="3550"/>
                    <a:pt x="5855" y="3550"/>
                  </a:cubicBezTo>
                  <a:cubicBezTo>
                    <a:pt x="5800" y="3554"/>
                    <a:pt x="5734" y="3556"/>
                    <a:pt x="5663" y="3556"/>
                  </a:cubicBezTo>
                  <a:cubicBezTo>
                    <a:pt x="5375" y="3556"/>
                    <a:pt x="4997" y="3529"/>
                    <a:pt x="4913" y="3529"/>
                  </a:cubicBezTo>
                  <a:cubicBezTo>
                    <a:pt x="4747" y="3507"/>
                    <a:pt x="4581" y="3496"/>
                    <a:pt x="4416" y="3496"/>
                  </a:cubicBezTo>
                  <a:cubicBezTo>
                    <a:pt x="4102" y="3496"/>
                    <a:pt x="3792" y="3538"/>
                    <a:pt x="3491" y="3634"/>
                  </a:cubicBezTo>
                  <a:cubicBezTo>
                    <a:pt x="3428" y="3655"/>
                    <a:pt x="3407" y="3759"/>
                    <a:pt x="3449" y="3801"/>
                  </a:cubicBezTo>
                  <a:cubicBezTo>
                    <a:pt x="3595" y="3948"/>
                    <a:pt x="3763" y="4052"/>
                    <a:pt x="3930" y="4136"/>
                  </a:cubicBezTo>
                  <a:cubicBezTo>
                    <a:pt x="4495" y="4450"/>
                    <a:pt x="5164" y="4513"/>
                    <a:pt x="5813" y="4617"/>
                  </a:cubicBezTo>
                  <a:cubicBezTo>
                    <a:pt x="6043" y="4638"/>
                    <a:pt x="6252" y="4701"/>
                    <a:pt x="6462" y="4764"/>
                  </a:cubicBezTo>
                  <a:cubicBezTo>
                    <a:pt x="6943" y="4889"/>
                    <a:pt x="6587" y="4910"/>
                    <a:pt x="6252" y="4910"/>
                  </a:cubicBezTo>
                  <a:lnTo>
                    <a:pt x="5918" y="4910"/>
                  </a:lnTo>
                  <a:cubicBezTo>
                    <a:pt x="5783" y="4916"/>
                    <a:pt x="5648" y="4919"/>
                    <a:pt x="5513" y="4919"/>
                  </a:cubicBezTo>
                  <a:cubicBezTo>
                    <a:pt x="5188" y="4919"/>
                    <a:pt x="4862" y="4904"/>
                    <a:pt x="4537" y="4889"/>
                  </a:cubicBezTo>
                  <a:cubicBezTo>
                    <a:pt x="4327" y="4868"/>
                    <a:pt x="4118" y="4847"/>
                    <a:pt x="3930" y="4826"/>
                  </a:cubicBezTo>
                  <a:cubicBezTo>
                    <a:pt x="3922" y="4824"/>
                    <a:pt x="3913" y="4822"/>
                    <a:pt x="3906" y="4822"/>
                  </a:cubicBezTo>
                  <a:cubicBezTo>
                    <a:pt x="3857" y="4822"/>
                    <a:pt x="3825" y="4877"/>
                    <a:pt x="3825" y="4931"/>
                  </a:cubicBezTo>
                  <a:cubicBezTo>
                    <a:pt x="3825" y="4973"/>
                    <a:pt x="3846" y="4994"/>
                    <a:pt x="3888" y="5015"/>
                  </a:cubicBezTo>
                  <a:cubicBezTo>
                    <a:pt x="5060" y="5203"/>
                    <a:pt x="6252" y="5182"/>
                    <a:pt x="7424" y="5412"/>
                  </a:cubicBezTo>
                  <a:cubicBezTo>
                    <a:pt x="7415" y="5411"/>
                    <a:pt x="7399" y="5410"/>
                    <a:pt x="7379" y="5410"/>
                  </a:cubicBezTo>
                  <a:cubicBezTo>
                    <a:pt x="7132" y="5410"/>
                    <a:pt x="6162" y="5517"/>
                    <a:pt x="5834" y="5517"/>
                  </a:cubicBezTo>
                  <a:cubicBezTo>
                    <a:pt x="5756" y="5513"/>
                    <a:pt x="5679" y="5511"/>
                    <a:pt x="5602" y="5511"/>
                  </a:cubicBezTo>
                  <a:cubicBezTo>
                    <a:pt x="5246" y="5511"/>
                    <a:pt x="4902" y="5549"/>
                    <a:pt x="4558" y="5601"/>
                  </a:cubicBezTo>
                  <a:cubicBezTo>
                    <a:pt x="4453" y="5621"/>
                    <a:pt x="4474" y="5768"/>
                    <a:pt x="4558" y="5789"/>
                  </a:cubicBezTo>
                  <a:cubicBezTo>
                    <a:pt x="5018" y="5935"/>
                    <a:pt x="5499" y="6019"/>
                    <a:pt x="5980" y="6019"/>
                  </a:cubicBezTo>
                  <a:lnTo>
                    <a:pt x="6232" y="6019"/>
                  </a:lnTo>
                  <a:cubicBezTo>
                    <a:pt x="5834" y="6040"/>
                    <a:pt x="5436" y="6124"/>
                    <a:pt x="5081" y="6249"/>
                  </a:cubicBezTo>
                  <a:cubicBezTo>
                    <a:pt x="4976" y="6291"/>
                    <a:pt x="4976" y="6417"/>
                    <a:pt x="5081" y="6438"/>
                  </a:cubicBezTo>
                  <a:cubicBezTo>
                    <a:pt x="5564" y="6577"/>
                    <a:pt x="6039" y="6617"/>
                    <a:pt x="6526" y="6617"/>
                  </a:cubicBezTo>
                  <a:cubicBezTo>
                    <a:pt x="6840" y="6617"/>
                    <a:pt x="7159" y="6600"/>
                    <a:pt x="7487" y="6584"/>
                  </a:cubicBezTo>
                  <a:cubicBezTo>
                    <a:pt x="7441" y="6584"/>
                    <a:pt x="7997" y="6504"/>
                    <a:pt x="8183" y="6504"/>
                  </a:cubicBezTo>
                  <a:cubicBezTo>
                    <a:pt x="8250" y="6504"/>
                    <a:pt x="8270" y="6515"/>
                    <a:pt x="8198" y="6542"/>
                  </a:cubicBezTo>
                  <a:cubicBezTo>
                    <a:pt x="8156" y="6563"/>
                    <a:pt x="8094" y="6584"/>
                    <a:pt x="8052" y="6605"/>
                  </a:cubicBezTo>
                  <a:cubicBezTo>
                    <a:pt x="7403" y="6814"/>
                    <a:pt x="6671" y="6814"/>
                    <a:pt x="6022" y="6898"/>
                  </a:cubicBezTo>
                  <a:cubicBezTo>
                    <a:pt x="5897" y="6919"/>
                    <a:pt x="5876" y="7107"/>
                    <a:pt x="6022" y="7107"/>
                  </a:cubicBezTo>
                  <a:lnTo>
                    <a:pt x="8429" y="7107"/>
                  </a:lnTo>
                  <a:cubicBezTo>
                    <a:pt x="7738" y="7149"/>
                    <a:pt x="7048" y="7254"/>
                    <a:pt x="6378" y="7442"/>
                  </a:cubicBezTo>
                  <a:cubicBezTo>
                    <a:pt x="6294" y="7463"/>
                    <a:pt x="6273" y="7609"/>
                    <a:pt x="6378" y="7630"/>
                  </a:cubicBezTo>
                  <a:cubicBezTo>
                    <a:pt x="6645" y="7670"/>
                    <a:pt x="6910" y="7685"/>
                    <a:pt x="7172" y="7685"/>
                  </a:cubicBezTo>
                  <a:cubicBezTo>
                    <a:pt x="7875" y="7685"/>
                    <a:pt x="8565" y="7577"/>
                    <a:pt x="9265" y="7546"/>
                  </a:cubicBezTo>
                  <a:lnTo>
                    <a:pt x="9600" y="7546"/>
                  </a:lnTo>
                  <a:cubicBezTo>
                    <a:pt x="10019" y="7567"/>
                    <a:pt x="8847" y="7798"/>
                    <a:pt x="8659" y="7818"/>
                  </a:cubicBezTo>
                  <a:cubicBezTo>
                    <a:pt x="8198" y="7902"/>
                    <a:pt x="7738" y="8049"/>
                    <a:pt x="7278" y="8216"/>
                  </a:cubicBezTo>
                  <a:cubicBezTo>
                    <a:pt x="7199" y="8255"/>
                    <a:pt x="7194" y="8406"/>
                    <a:pt x="7299" y="8406"/>
                  </a:cubicBezTo>
                  <a:cubicBezTo>
                    <a:pt x="7305" y="8406"/>
                    <a:pt x="7312" y="8406"/>
                    <a:pt x="7320" y="8404"/>
                  </a:cubicBezTo>
                  <a:cubicBezTo>
                    <a:pt x="8198" y="8383"/>
                    <a:pt x="9056" y="8300"/>
                    <a:pt x="9935" y="8300"/>
                  </a:cubicBezTo>
                  <a:lnTo>
                    <a:pt x="10040" y="8300"/>
                  </a:lnTo>
                  <a:cubicBezTo>
                    <a:pt x="11086" y="8321"/>
                    <a:pt x="9935" y="8488"/>
                    <a:pt x="9684" y="8551"/>
                  </a:cubicBezTo>
                  <a:cubicBezTo>
                    <a:pt x="9286" y="8655"/>
                    <a:pt x="8868" y="8760"/>
                    <a:pt x="8470" y="8865"/>
                  </a:cubicBezTo>
                  <a:cubicBezTo>
                    <a:pt x="8366" y="8907"/>
                    <a:pt x="8366" y="9053"/>
                    <a:pt x="8470" y="9053"/>
                  </a:cubicBezTo>
                  <a:cubicBezTo>
                    <a:pt x="8732" y="9099"/>
                    <a:pt x="8990" y="9116"/>
                    <a:pt x="9247" y="9116"/>
                  </a:cubicBezTo>
                  <a:cubicBezTo>
                    <a:pt x="9811" y="9116"/>
                    <a:pt x="10371" y="9033"/>
                    <a:pt x="10960" y="8990"/>
                  </a:cubicBezTo>
                  <a:cubicBezTo>
                    <a:pt x="11087" y="8982"/>
                    <a:pt x="11187" y="8978"/>
                    <a:pt x="11265" y="8978"/>
                  </a:cubicBezTo>
                  <a:cubicBezTo>
                    <a:pt x="11978" y="8978"/>
                    <a:pt x="10848" y="9291"/>
                    <a:pt x="10584" y="9367"/>
                  </a:cubicBezTo>
                  <a:cubicBezTo>
                    <a:pt x="10144" y="9471"/>
                    <a:pt x="9684" y="9534"/>
                    <a:pt x="9245" y="9660"/>
                  </a:cubicBezTo>
                  <a:cubicBezTo>
                    <a:pt x="9140" y="9702"/>
                    <a:pt x="9161" y="9848"/>
                    <a:pt x="9265" y="9848"/>
                  </a:cubicBezTo>
                  <a:cubicBezTo>
                    <a:pt x="9998" y="9848"/>
                    <a:pt x="10730" y="9785"/>
                    <a:pt x="11462" y="9743"/>
                  </a:cubicBezTo>
                  <a:cubicBezTo>
                    <a:pt x="11744" y="9725"/>
                    <a:pt x="11864" y="9711"/>
                    <a:pt x="11870" y="9711"/>
                  </a:cubicBezTo>
                  <a:lnTo>
                    <a:pt x="11870" y="9711"/>
                  </a:lnTo>
                  <a:cubicBezTo>
                    <a:pt x="11878" y="9711"/>
                    <a:pt x="11693" y="9735"/>
                    <a:pt x="11421" y="9806"/>
                  </a:cubicBezTo>
                  <a:cubicBezTo>
                    <a:pt x="10856" y="9932"/>
                    <a:pt x="10249" y="10015"/>
                    <a:pt x="9663" y="10057"/>
                  </a:cubicBezTo>
                  <a:cubicBezTo>
                    <a:pt x="9558" y="10057"/>
                    <a:pt x="9558" y="10225"/>
                    <a:pt x="9663" y="10246"/>
                  </a:cubicBezTo>
                  <a:cubicBezTo>
                    <a:pt x="9806" y="10249"/>
                    <a:pt x="9949" y="10251"/>
                    <a:pt x="10092" y="10251"/>
                  </a:cubicBezTo>
                  <a:cubicBezTo>
                    <a:pt x="10807" y="10251"/>
                    <a:pt x="11522" y="10207"/>
                    <a:pt x="12237" y="10120"/>
                  </a:cubicBezTo>
                  <a:lnTo>
                    <a:pt x="12237" y="10120"/>
                  </a:lnTo>
                  <a:cubicBezTo>
                    <a:pt x="11525" y="10225"/>
                    <a:pt x="10835" y="10371"/>
                    <a:pt x="10165" y="10580"/>
                  </a:cubicBezTo>
                  <a:cubicBezTo>
                    <a:pt x="10061" y="10601"/>
                    <a:pt x="10081" y="10769"/>
                    <a:pt x="10186" y="10769"/>
                  </a:cubicBezTo>
                  <a:cubicBezTo>
                    <a:pt x="10960" y="10748"/>
                    <a:pt x="11714" y="10664"/>
                    <a:pt x="12488" y="10643"/>
                  </a:cubicBezTo>
                  <a:lnTo>
                    <a:pt x="12488" y="10706"/>
                  </a:lnTo>
                  <a:lnTo>
                    <a:pt x="12488" y="10915"/>
                  </a:lnTo>
                  <a:cubicBezTo>
                    <a:pt x="12216" y="10978"/>
                    <a:pt x="11923" y="11062"/>
                    <a:pt x="11651" y="11103"/>
                  </a:cubicBezTo>
                  <a:cubicBezTo>
                    <a:pt x="11232" y="11187"/>
                    <a:pt x="10835" y="11250"/>
                    <a:pt x="10416" y="11355"/>
                  </a:cubicBezTo>
                  <a:cubicBezTo>
                    <a:pt x="10312" y="11396"/>
                    <a:pt x="10333" y="11543"/>
                    <a:pt x="10437" y="11564"/>
                  </a:cubicBezTo>
                  <a:cubicBezTo>
                    <a:pt x="10513" y="11567"/>
                    <a:pt x="10588" y="11569"/>
                    <a:pt x="10663" y="11569"/>
                  </a:cubicBezTo>
                  <a:cubicBezTo>
                    <a:pt x="11499" y="11569"/>
                    <a:pt x="12290" y="11369"/>
                    <a:pt x="13115" y="11292"/>
                  </a:cubicBezTo>
                  <a:cubicBezTo>
                    <a:pt x="13318" y="11278"/>
                    <a:pt x="13459" y="11271"/>
                    <a:pt x="13552" y="11271"/>
                  </a:cubicBezTo>
                  <a:cubicBezTo>
                    <a:pt x="13736" y="11271"/>
                    <a:pt x="13722" y="11299"/>
                    <a:pt x="13597" y="11355"/>
                  </a:cubicBezTo>
                  <a:cubicBezTo>
                    <a:pt x="13408" y="11417"/>
                    <a:pt x="13199" y="11480"/>
                    <a:pt x="12990" y="11522"/>
                  </a:cubicBezTo>
                  <a:cubicBezTo>
                    <a:pt x="12425" y="11647"/>
                    <a:pt x="11881" y="11794"/>
                    <a:pt x="11337" y="12003"/>
                  </a:cubicBezTo>
                  <a:cubicBezTo>
                    <a:pt x="11238" y="12043"/>
                    <a:pt x="11251" y="12193"/>
                    <a:pt x="11340" y="12193"/>
                  </a:cubicBezTo>
                  <a:cubicBezTo>
                    <a:pt x="11346" y="12193"/>
                    <a:pt x="11352" y="12193"/>
                    <a:pt x="11358" y="12192"/>
                  </a:cubicBezTo>
                  <a:cubicBezTo>
                    <a:pt x="12091" y="12172"/>
                    <a:pt x="12806" y="12077"/>
                    <a:pt x="13519" y="11996"/>
                  </a:cubicBezTo>
                  <a:lnTo>
                    <a:pt x="13519" y="11996"/>
                  </a:lnTo>
                  <a:cubicBezTo>
                    <a:pt x="12952" y="12065"/>
                    <a:pt x="12388" y="12205"/>
                    <a:pt x="11860" y="12401"/>
                  </a:cubicBezTo>
                  <a:cubicBezTo>
                    <a:pt x="11755" y="12443"/>
                    <a:pt x="11776" y="12589"/>
                    <a:pt x="11881" y="12589"/>
                  </a:cubicBezTo>
                  <a:cubicBezTo>
                    <a:pt x="12299" y="12631"/>
                    <a:pt x="12718" y="12631"/>
                    <a:pt x="13136" y="12631"/>
                  </a:cubicBezTo>
                  <a:cubicBezTo>
                    <a:pt x="13160" y="12630"/>
                    <a:pt x="13185" y="12629"/>
                    <a:pt x="13211" y="12629"/>
                  </a:cubicBezTo>
                  <a:cubicBezTo>
                    <a:pt x="13536" y="12629"/>
                    <a:pt x="14056" y="12708"/>
                    <a:pt x="14467" y="12708"/>
                  </a:cubicBezTo>
                  <a:cubicBezTo>
                    <a:pt x="14629" y="12708"/>
                    <a:pt x="14774" y="12696"/>
                    <a:pt x="14884" y="12662"/>
                  </a:cubicBezTo>
                  <a:lnTo>
                    <a:pt x="14884" y="12662"/>
                  </a:lnTo>
                  <a:cubicBezTo>
                    <a:pt x="14034" y="12943"/>
                    <a:pt x="13105" y="12886"/>
                    <a:pt x="12258" y="13175"/>
                  </a:cubicBezTo>
                  <a:cubicBezTo>
                    <a:pt x="12174" y="13217"/>
                    <a:pt x="12153" y="13342"/>
                    <a:pt x="12258" y="13363"/>
                  </a:cubicBezTo>
                  <a:cubicBezTo>
                    <a:pt x="12564" y="13419"/>
                    <a:pt x="12871" y="13447"/>
                    <a:pt x="13178" y="13447"/>
                  </a:cubicBezTo>
                  <a:cubicBezTo>
                    <a:pt x="13332" y="13447"/>
                    <a:pt x="13485" y="13440"/>
                    <a:pt x="13638" y="13426"/>
                  </a:cubicBezTo>
                  <a:cubicBezTo>
                    <a:pt x="14015" y="13405"/>
                    <a:pt x="14371" y="13384"/>
                    <a:pt x="14747" y="13363"/>
                  </a:cubicBezTo>
                  <a:cubicBezTo>
                    <a:pt x="14934" y="13348"/>
                    <a:pt x="15050" y="13342"/>
                    <a:pt x="15114" y="13342"/>
                  </a:cubicBezTo>
                  <a:cubicBezTo>
                    <a:pt x="15406" y="13342"/>
                    <a:pt x="14585" y="13475"/>
                    <a:pt x="14413" y="13510"/>
                  </a:cubicBezTo>
                  <a:cubicBezTo>
                    <a:pt x="13910" y="13635"/>
                    <a:pt x="13408" y="13698"/>
                    <a:pt x="12906" y="13824"/>
                  </a:cubicBezTo>
                  <a:cubicBezTo>
                    <a:pt x="12822" y="13865"/>
                    <a:pt x="12802" y="14012"/>
                    <a:pt x="12906" y="14012"/>
                  </a:cubicBezTo>
                  <a:cubicBezTo>
                    <a:pt x="13346" y="14096"/>
                    <a:pt x="13806" y="14137"/>
                    <a:pt x="14245" y="14137"/>
                  </a:cubicBezTo>
                  <a:lnTo>
                    <a:pt x="14915" y="14137"/>
                  </a:lnTo>
                  <a:cubicBezTo>
                    <a:pt x="14559" y="14200"/>
                    <a:pt x="14182" y="14284"/>
                    <a:pt x="13827" y="14368"/>
                  </a:cubicBezTo>
                  <a:cubicBezTo>
                    <a:pt x="13728" y="14387"/>
                    <a:pt x="13741" y="14557"/>
                    <a:pt x="13832" y="14557"/>
                  </a:cubicBezTo>
                  <a:cubicBezTo>
                    <a:pt x="13837" y="14557"/>
                    <a:pt x="13842" y="14557"/>
                    <a:pt x="13848" y="14556"/>
                  </a:cubicBezTo>
                  <a:cubicBezTo>
                    <a:pt x="14559" y="14493"/>
                    <a:pt x="15271" y="14430"/>
                    <a:pt x="15982" y="14388"/>
                  </a:cubicBezTo>
                  <a:cubicBezTo>
                    <a:pt x="16135" y="14382"/>
                    <a:pt x="16286" y="14379"/>
                    <a:pt x="16437" y="14379"/>
                  </a:cubicBezTo>
                  <a:cubicBezTo>
                    <a:pt x="16713" y="14379"/>
                    <a:pt x="16986" y="14387"/>
                    <a:pt x="17266" y="14388"/>
                  </a:cubicBezTo>
                  <a:lnTo>
                    <a:pt x="17266" y="14388"/>
                  </a:lnTo>
                  <a:cubicBezTo>
                    <a:pt x="16891" y="14405"/>
                    <a:pt x="16233" y="14662"/>
                    <a:pt x="15940" y="14681"/>
                  </a:cubicBezTo>
                  <a:cubicBezTo>
                    <a:pt x="15773" y="14681"/>
                    <a:pt x="15584" y="14681"/>
                    <a:pt x="15417" y="14702"/>
                  </a:cubicBezTo>
                  <a:cubicBezTo>
                    <a:pt x="15312" y="14702"/>
                    <a:pt x="15250" y="14702"/>
                    <a:pt x="15229" y="14723"/>
                  </a:cubicBezTo>
                  <a:cubicBezTo>
                    <a:pt x="15103" y="14723"/>
                    <a:pt x="14999" y="14744"/>
                    <a:pt x="14894" y="14744"/>
                  </a:cubicBezTo>
                  <a:cubicBezTo>
                    <a:pt x="14789" y="14765"/>
                    <a:pt x="14768" y="14953"/>
                    <a:pt x="14894" y="14953"/>
                  </a:cubicBezTo>
                  <a:cubicBezTo>
                    <a:pt x="15019" y="14953"/>
                    <a:pt x="15208" y="14953"/>
                    <a:pt x="15354" y="14933"/>
                  </a:cubicBezTo>
                  <a:cubicBezTo>
                    <a:pt x="15605" y="14912"/>
                    <a:pt x="15877" y="14891"/>
                    <a:pt x="16128" y="14849"/>
                  </a:cubicBezTo>
                  <a:cubicBezTo>
                    <a:pt x="16317" y="14849"/>
                    <a:pt x="16505" y="14870"/>
                    <a:pt x="16693" y="14870"/>
                  </a:cubicBezTo>
                  <a:cubicBezTo>
                    <a:pt x="17530" y="14912"/>
                    <a:pt x="18367" y="15058"/>
                    <a:pt x="19225" y="15079"/>
                  </a:cubicBezTo>
                  <a:cubicBezTo>
                    <a:pt x="19267" y="15079"/>
                    <a:pt x="19309" y="15037"/>
                    <a:pt x="19309" y="14995"/>
                  </a:cubicBezTo>
                  <a:cubicBezTo>
                    <a:pt x="19327" y="14941"/>
                    <a:pt x="19298" y="14887"/>
                    <a:pt x="19249" y="14887"/>
                  </a:cubicBezTo>
                  <a:cubicBezTo>
                    <a:pt x="19242" y="14887"/>
                    <a:pt x="19233" y="14888"/>
                    <a:pt x="19225" y="14891"/>
                  </a:cubicBezTo>
                  <a:lnTo>
                    <a:pt x="18932" y="14870"/>
                  </a:lnTo>
                  <a:cubicBezTo>
                    <a:pt x="18242" y="14828"/>
                    <a:pt x="17551" y="14765"/>
                    <a:pt x="16882" y="14723"/>
                  </a:cubicBezTo>
                  <a:lnTo>
                    <a:pt x="17049" y="14681"/>
                  </a:lnTo>
                  <a:cubicBezTo>
                    <a:pt x="17321" y="14598"/>
                    <a:pt x="17572" y="14514"/>
                    <a:pt x="17844" y="14409"/>
                  </a:cubicBezTo>
                  <a:cubicBezTo>
                    <a:pt x="17928" y="14368"/>
                    <a:pt x="17865" y="14242"/>
                    <a:pt x="17781" y="14242"/>
                  </a:cubicBezTo>
                  <a:cubicBezTo>
                    <a:pt x="17394" y="14211"/>
                    <a:pt x="17007" y="14195"/>
                    <a:pt x="16620" y="14195"/>
                  </a:cubicBezTo>
                  <a:cubicBezTo>
                    <a:pt x="16233" y="14195"/>
                    <a:pt x="15846" y="14211"/>
                    <a:pt x="15459" y="14242"/>
                  </a:cubicBezTo>
                  <a:cubicBezTo>
                    <a:pt x="15940" y="14158"/>
                    <a:pt x="16400" y="14096"/>
                    <a:pt x="16882" y="14054"/>
                  </a:cubicBezTo>
                  <a:cubicBezTo>
                    <a:pt x="16923" y="14033"/>
                    <a:pt x="16965" y="13991"/>
                    <a:pt x="16965" y="13928"/>
                  </a:cubicBezTo>
                  <a:cubicBezTo>
                    <a:pt x="16965" y="13865"/>
                    <a:pt x="16923" y="13844"/>
                    <a:pt x="16882" y="13844"/>
                  </a:cubicBezTo>
                  <a:cubicBezTo>
                    <a:pt x="15983" y="13862"/>
                    <a:pt x="15100" y="13958"/>
                    <a:pt x="14206" y="13958"/>
                  </a:cubicBezTo>
                  <a:cubicBezTo>
                    <a:pt x="14059" y="13958"/>
                    <a:pt x="13912" y="13955"/>
                    <a:pt x="13764" y="13949"/>
                  </a:cubicBezTo>
                  <a:cubicBezTo>
                    <a:pt x="12676" y="13928"/>
                    <a:pt x="13890" y="13844"/>
                    <a:pt x="14078" y="13803"/>
                  </a:cubicBezTo>
                  <a:cubicBezTo>
                    <a:pt x="14601" y="13719"/>
                    <a:pt x="15103" y="13572"/>
                    <a:pt x="15584" y="13384"/>
                  </a:cubicBezTo>
                  <a:cubicBezTo>
                    <a:pt x="15668" y="13363"/>
                    <a:pt x="15668" y="13238"/>
                    <a:pt x="15584" y="13217"/>
                  </a:cubicBezTo>
                  <a:cubicBezTo>
                    <a:pt x="15584" y="13196"/>
                    <a:pt x="15563" y="13196"/>
                    <a:pt x="15563" y="13196"/>
                  </a:cubicBezTo>
                  <a:cubicBezTo>
                    <a:pt x="15354" y="13185"/>
                    <a:pt x="15150" y="13180"/>
                    <a:pt x="14946" y="13180"/>
                  </a:cubicBezTo>
                  <a:cubicBezTo>
                    <a:pt x="14742" y="13180"/>
                    <a:pt x="14538" y="13185"/>
                    <a:pt x="14329" y="13196"/>
                  </a:cubicBezTo>
                  <a:cubicBezTo>
                    <a:pt x="14260" y="13202"/>
                    <a:pt x="14181" y="13205"/>
                    <a:pt x="14096" y="13205"/>
                  </a:cubicBezTo>
                  <a:cubicBezTo>
                    <a:pt x="13856" y="13205"/>
                    <a:pt x="13565" y="13185"/>
                    <a:pt x="13295" y="13185"/>
                  </a:cubicBezTo>
                  <a:cubicBezTo>
                    <a:pt x="13056" y="13185"/>
                    <a:pt x="12833" y="13201"/>
                    <a:pt x="12676" y="13259"/>
                  </a:cubicBezTo>
                  <a:cubicBezTo>
                    <a:pt x="13513" y="12945"/>
                    <a:pt x="14455" y="13028"/>
                    <a:pt x="15312" y="12736"/>
                  </a:cubicBezTo>
                  <a:cubicBezTo>
                    <a:pt x="15396" y="12694"/>
                    <a:pt x="15417" y="12568"/>
                    <a:pt x="15312" y="12547"/>
                  </a:cubicBezTo>
                  <a:cubicBezTo>
                    <a:pt x="14720" y="12461"/>
                    <a:pt x="14128" y="12414"/>
                    <a:pt x="13529" y="12414"/>
                  </a:cubicBezTo>
                  <a:cubicBezTo>
                    <a:pt x="13260" y="12414"/>
                    <a:pt x="12990" y="12423"/>
                    <a:pt x="12718" y="12443"/>
                  </a:cubicBezTo>
                  <a:cubicBezTo>
                    <a:pt x="12048" y="12443"/>
                    <a:pt x="12299" y="12443"/>
                    <a:pt x="12739" y="12317"/>
                  </a:cubicBezTo>
                  <a:cubicBezTo>
                    <a:pt x="13283" y="12150"/>
                    <a:pt x="13848" y="12108"/>
                    <a:pt x="14413" y="11940"/>
                  </a:cubicBezTo>
                  <a:cubicBezTo>
                    <a:pt x="14517" y="11920"/>
                    <a:pt x="14496" y="11752"/>
                    <a:pt x="14371" y="11752"/>
                  </a:cubicBezTo>
                  <a:cubicBezTo>
                    <a:pt x="13513" y="11794"/>
                    <a:pt x="12676" y="11920"/>
                    <a:pt x="11818" y="12003"/>
                  </a:cubicBezTo>
                  <a:cubicBezTo>
                    <a:pt x="12446" y="11940"/>
                    <a:pt x="13513" y="11627"/>
                    <a:pt x="14266" y="11417"/>
                  </a:cubicBezTo>
                  <a:cubicBezTo>
                    <a:pt x="14329" y="11417"/>
                    <a:pt x="14350" y="11355"/>
                    <a:pt x="14350" y="11313"/>
                  </a:cubicBezTo>
                  <a:cubicBezTo>
                    <a:pt x="14350" y="11271"/>
                    <a:pt x="14308" y="11229"/>
                    <a:pt x="14287" y="11229"/>
                  </a:cubicBezTo>
                  <a:cubicBezTo>
                    <a:pt x="13956" y="11146"/>
                    <a:pt x="13631" y="11116"/>
                    <a:pt x="13309" y="11116"/>
                  </a:cubicBezTo>
                  <a:cubicBezTo>
                    <a:pt x="12818" y="11116"/>
                    <a:pt x="12332" y="11187"/>
                    <a:pt x="11839" y="11250"/>
                  </a:cubicBezTo>
                  <a:cubicBezTo>
                    <a:pt x="12383" y="11145"/>
                    <a:pt x="12906" y="10978"/>
                    <a:pt x="13387" y="10727"/>
                  </a:cubicBezTo>
                  <a:cubicBezTo>
                    <a:pt x="13450" y="10706"/>
                    <a:pt x="13450" y="10601"/>
                    <a:pt x="13387" y="10580"/>
                  </a:cubicBezTo>
                  <a:cubicBezTo>
                    <a:pt x="13387" y="10580"/>
                    <a:pt x="13366" y="10559"/>
                    <a:pt x="13366" y="10559"/>
                  </a:cubicBezTo>
                  <a:cubicBezTo>
                    <a:pt x="12952" y="10484"/>
                    <a:pt x="12538" y="10446"/>
                    <a:pt x="12124" y="10446"/>
                  </a:cubicBezTo>
                  <a:cubicBezTo>
                    <a:pt x="11847" y="10446"/>
                    <a:pt x="11571" y="10463"/>
                    <a:pt x="11295" y="10497"/>
                  </a:cubicBezTo>
                  <a:cubicBezTo>
                    <a:pt x="11776" y="10392"/>
                    <a:pt x="12258" y="10267"/>
                    <a:pt x="12718" y="10078"/>
                  </a:cubicBezTo>
                  <a:cubicBezTo>
                    <a:pt x="12802" y="10057"/>
                    <a:pt x="12802" y="9890"/>
                    <a:pt x="12676" y="9890"/>
                  </a:cubicBezTo>
                  <a:cubicBezTo>
                    <a:pt x="12163" y="9908"/>
                    <a:pt x="11649" y="9959"/>
                    <a:pt x="11136" y="9999"/>
                  </a:cubicBezTo>
                  <a:lnTo>
                    <a:pt x="11136" y="9999"/>
                  </a:lnTo>
                  <a:cubicBezTo>
                    <a:pt x="11544" y="9956"/>
                    <a:pt x="11947" y="9844"/>
                    <a:pt x="12320" y="9702"/>
                  </a:cubicBezTo>
                  <a:cubicBezTo>
                    <a:pt x="12399" y="9662"/>
                    <a:pt x="12404" y="9511"/>
                    <a:pt x="12299" y="9511"/>
                  </a:cubicBezTo>
                  <a:cubicBezTo>
                    <a:pt x="12293" y="9511"/>
                    <a:pt x="12286" y="9512"/>
                    <a:pt x="12278" y="9513"/>
                  </a:cubicBezTo>
                  <a:cubicBezTo>
                    <a:pt x="11552" y="9513"/>
                    <a:pt x="10721" y="9513"/>
                    <a:pt x="10000" y="9653"/>
                  </a:cubicBezTo>
                  <a:lnTo>
                    <a:pt x="10000" y="9653"/>
                  </a:lnTo>
                  <a:cubicBezTo>
                    <a:pt x="10635" y="9520"/>
                    <a:pt x="11278" y="9451"/>
                    <a:pt x="11818" y="9032"/>
                  </a:cubicBezTo>
                  <a:cubicBezTo>
                    <a:pt x="11881" y="8990"/>
                    <a:pt x="11881" y="8865"/>
                    <a:pt x="11797" y="8844"/>
                  </a:cubicBezTo>
                  <a:cubicBezTo>
                    <a:pt x="11496" y="8816"/>
                    <a:pt x="11190" y="8801"/>
                    <a:pt x="10885" y="8801"/>
                  </a:cubicBezTo>
                  <a:cubicBezTo>
                    <a:pt x="10490" y="8801"/>
                    <a:pt x="10094" y="8827"/>
                    <a:pt x="9705" y="8886"/>
                  </a:cubicBezTo>
                  <a:cubicBezTo>
                    <a:pt x="9606" y="8898"/>
                    <a:pt x="9129" y="8968"/>
                    <a:pt x="8969" y="8968"/>
                  </a:cubicBezTo>
                  <a:cubicBezTo>
                    <a:pt x="8857" y="8968"/>
                    <a:pt x="8899" y="8934"/>
                    <a:pt x="9328" y="8823"/>
                  </a:cubicBezTo>
                  <a:cubicBezTo>
                    <a:pt x="9851" y="8676"/>
                    <a:pt x="10374" y="8572"/>
                    <a:pt x="10877" y="8383"/>
                  </a:cubicBezTo>
                  <a:cubicBezTo>
                    <a:pt x="10939" y="8362"/>
                    <a:pt x="10960" y="8300"/>
                    <a:pt x="10939" y="8258"/>
                  </a:cubicBezTo>
                  <a:cubicBezTo>
                    <a:pt x="10939" y="8216"/>
                    <a:pt x="10897" y="8195"/>
                    <a:pt x="10877" y="8195"/>
                  </a:cubicBezTo>
                  <a:cubicBezTo>
                    <a:pt x="10434" y="8124"/>
                    <a:pt x="9992" y="8098"/>
                    <a:pt x="9550" y="8098"/>
                  </a:cubicBezTo>
                  <a:cubicBezTo>
                    <a:pt x="8946" y="8098"/>
                    <a:pt x="8342" y="8147"/>
                    <a:pt x="7738" y="8195"/>
                  </a:cubicBezTo>
                  <a:cubicBezTo>
                    <a:pt x="8533" y="8090"/>
                    <a:pt x="9328" y="7902"/>
                    <a:pt x="10081" y="7609"/>
                  </a:cubicBezTo>
                  <a:cubicBezTo>
                    <a:pt x="10144" y="7588"/>
                    <a:pt x="10165" y="7546"/>
                    <a:pt x="10165" y="7505"/>
                  </a:cubicBezTo>
                  <a:cubicBezTo>
                    <a:pt x="10165" y="7463"/>
                    <a:pt x="10123" y="7442"/>
                    <a:pt x="10081" y="7421"/>
                  </a:cubicBezTo>
                  <a:cubicBezTo>
                    <a:pt x="9828" y="7382"/>
                    <a:pt x="9575" y="7367"/>
                    <a:pt x="9322" y="7367"/>
                  </a:cubicBezTo>
                  <a:cubicBezTo>
                    <a:pt x="8757" y="7367"/>
                    <a:pt x="8190" y="7440"/>
                    <a:pt x="7612" y="7484"/>
                  </a:cubicBezTo>
                  <a:cubicBezTo>
                    <a:pt x="7527" y="7484"/>
                    <a:pt x="7057" y="7534"/>
                    <a:pt x="6892" y="7534"/>
                  </a:cubicBezTo>
                  <a:cubicBezTo>
                    <a:pt x="6774" y="7534"/>
                    <a:pt x="6812" y="7508"/>
                    <a:pt x="7257" y="7421"/>
                  </a:cubicBezTo>
                  <a:cubicBezTo>
                    <a:pt x="7801" y="7316"/>
                    <a:pt x="8366" y="7254"/>
                    <a:pt x="8910" y="7086"/>
                  </a:cubicBezTo>
                  <a:cubicBezTo>
                    <a:pt x="9035" y="7065"/>
                    <a:pt x="9014" y="6898"/>
                    <a:pt x="8889" y="6898"/>
                  </a:cubicBezTo>
                  <a:lnTo>
                    <a:pt x="7445" y="6898"/>
                  </a:lnTo>
                  <a:cubicBezTo>
                    <a:pt x="7843" y="6835"/>
                    <a:pt x="8240" y="6730"/>
                    <a:pt x="8617" y="6584"/>
                  </a:cubicBezTo>
                  <a:lnTo>
                    <a:pt x="8659" y="6584"/>
                  </a:lnTo>
                  <a:cubicBezTo>
                    <a:pt x="8757" y="6545"/>
                    <a:pt x="8744" y="6394"/>
                    <a:pt x="8638" y="6394"/>
                  </a:cubicBezTo>
                  <a:cubicBezTo>
                    <a:pt x="8631" y="6394"/>
                    <a:pt x="8624" y="6394"/>
                    <a:pt x="8617" y="6396"/>
                  </a:cubicBezTo>
                  <a:cubicBezTo>
                    <a:pt x="8429" y="6381"/>
                    <a:pt x="8241" y="6375"/>
                    <a:pt x="8052" y="6375"/>
                  </a:cubicBezTo>
                  <a:cubicBezTo>
                    <a:pt x="7513" y="6375"/>
                    <a:pt x="6974" y="6421"/>
                    <a:pt x="6435" y="6421"/>
                  </a:cubicBezTo>
                  <a:cubicBezTo>
                    <a:pt x="6118" y="6421"/>
                    <a:pt x="5800" y="6405"/>
                    <a:pt x="5483" y="6355"/>
                  </a:cubicBezTo>
                  <a:lnTo>
                    <a:pt x="5483" y="6355"/>
                  </a:lnTo>
                  <a:cubicBezTo>
                    <a:pt x="5489" y="6355"/>
                    <a:pt x="5496" y="6356"/>
                    <a:pt x="5504" y="6356"/>
                  </a:cubicBezTo>
                  <a:cubicBezTo>
                    <a:pt x="5684" y="6356"/>
                    <a:pt x="6479" y="6207"/>
                    <a:pt x="6755" y="6207"/>
                  </a:cubicBezTo>
                  <a:cubicBezTo>
                    <a:pt x="7173" y="6186"/>
                    <a:pt x="7592" y="6145"/>
                    <a:pt x="8010" y="6061"/>
                  </a:cubicBezTo>
                  <a:cubicBezTo>
                    <a:pt x="8115" y="6040"/>
                    <a:pt x="8073" y="5873"/>
                    <a:pt x="7968" y="5873"/>
                  </a:cubicBezTo>
                  <a:lnTo>
                    <a:pt x="7696" y="5852"/>
                  </a:lnTo>
                  <a:cubicBezTo>
                    <a:pt x="6776" y="5810"/>
                    <a:pt x="5834" y="5894"/>
                    <a:pt x="4913" y="5705"/>
                  </a:cubicBezTo>
                  <a:lnTo>
                    <a:pt x="4913" y="5705"/>
                  </a:lnTo>
                  <a:cubicBezTo>
                    <a:pt x="5277" y="5767"/>
                    <a:pt x="5646" y="5798"/>
                    <a:pt x="6015" y="5798"/>
                  </a:cubicBezTo>
                  <a:cubicBezTo>
                    <a:pt x="6644" y="5798"/>
                    <a:pt x="7270" y="5709"/>
                    <a:pt x="7864" y="5538"/>
                  </a:cubicBezTo>
                  <a:cubicBezTo>
                    <a:pt x="7968" y="5496"/>
                    <a:pt x="7968" y="5370"/>
                    <a:pt x="7864" y="5349"/>
                  </a:cubicBezTo>
                  <a:lnTo>
                    <a:pt x="7780" y="5329"/>
                  </a:lnTo>
                  <a:cubicBezTo>
                    <a:pt x="7340" y="5203"/>
                    <a:pt x="6880" y="5119"/>
                    <a:pt x="6399" y="5077"/>
                  </a:cubicBezTo>
                  <a:cubicBezTo>
                    <a:pt x="6629" y="5057"/>
                    <a:pt x="6838" y="5036"/>
                    <a:pt x="7068" y="5015"/>
                  </a:cubicBezTo>
                  <a:cubicBezTo>
                    <a:pt x="7152" y="4994"/>
                    <a:pt x="7194" y="4889"/>
                    <a:pt x="7110" y="4847"/>
                  </a:cubicBezTo>
                  <a:cubicBezTo>
                    <a:pt x="6315" y="4429"/>
                    <a:pt x="5436" y="4408"/>
                    <a:pt x="4579" y="4220"/>
                  </a:cubicBezTo>
                  <a:cubicBezTo>
                    <a:pt x="4474" y="4199"/>
                    <a:pt x="4369" y="4157"/>
                    <a:pt x="4265" y="4136"/>
                  </a:cubicBezTo>
                  <a:cubicBezTo>
                    <a:pt x="3672" y="3926"/>
                    <a:pt x="4336" y="3733"/>
                    <a:pt x="4791" y="3733"/>
                  </a:cubicBezTo>
                  <a:cubicBezTo>
                    <a:pt x="4834" y="3733"/>
                    <a:pt x="4875" y="3735"/>
                    <a:pt x="4913" y="3738"/>
                  </a:cubicBezTo>
                  <a:cubicBezTo>
                    <a:pt x="5134" y="3763"/>
                    <a:pt x="5355" y="3773"/>
                    <a:pt x="5579" y="3773"/>
                  </a:cubicBezTo>
                  <a:cubicBezTo>
                    <a:pt x="5738" y="3773"/>
                    <a:pt x="5899" y="3768"/>
                    <a:pt x="6064" y="3759"/>
                  </a:cubicBezTo>
                  <a:cubicBezTo>
                    <a:pt x="6190" y="3759"/>
                    <a:pt x="6315" y="3738"/>
                    <a:pt x="6441" y="3717"/>
                  </a:cubicBezTo>
                  <a:cubicBezTo>
                    <a:pt x="6545" y="3697"/>
                    <a:pt x="6504" y="3550"/>
                    <a:pt x="6441" y="3529"/>
                  </a:cubicBezTo>
                  <a:cubicBezTo>
                    <a:pt x="6127" y="3404"/>
                    <a:pt x="5834" y="3299"/>
                    <a:pt x="5520" y="3236"/>
                  </a:cubicBezTo>
                  <a:cubicBezTo>
                    <a:pt x="4961" y="3146"/>
                    <a:pt x="4418" y="3087"/>
                    <a:pt x="3863" y="3046"/>
                  </a:cubicBezTo>
                  <a:lnTo>
                    <a:pt x="3863" y="3046"/>
                  </a:lnTo>
                  <a:cubicBezTo>
                    <a:pt x="4210" y="3064"/>
                    <a:pt x="4559" y="3074"/>
                    <a:pt x="4909" y="3074"/>
                  </a:cubicBezTo>
                  <a:cubicBezTo>
                    <a:pt x="5050" y="3074"/>
                    <a:pt x="5191" y="3073"/>
                    <a:pt x="5332" y="3069"/>
                  </a:cubicBezTo>
                  <a:lnTo>
                    <a:pt x="5499" y="3069"/>
                  </a:lnTo>
                  <a:cubicBezTo>
                    <a:pt x="5604" y="3069"/>
                    <a:pt x="5625" y="2901"/>
                    <a:pt x="5520" y="2881"/>
                  </a:cubicBezTo>
                  <a:cubicBezTo>
                    <a:pt x="5332" y="2818"/>
                    <a:pt x="5143" y="2776"/>
                    <a:pt x="4976" y="2734"/>
                  </a:cubicBezTo>
                  <a:cubicBezTo>
                    <a:pt x="4244" y="2567"/>
                    <a:pt x="3511" y="2462"/>
                    <a:pt x="2779" y="2316"/>
                  </a:cubicBezTo>
                  <a:cubicBezTo>
                    <a:pt x="2750" y="2321"/>
                    <a:pt x="2720" y="2324"/>
                    <a:pt x="2691" y="2324"/>
                  </a:cubicBezTo>
                  <a:cubicBezTo>
                    <a:pt x="2493" y="2324"/>
                    <a:pt x="2311" y="2202"/>
                    <a:pt x="2256" y="2002"/>
                  </a:cubicBezTo>
                  <a:cubicBezTo>
                    <a:pt x="2591" y="2002"/>
                    <a:pt x="2926" y="2044"/>
                    <a:pt x="3239" y="2106"/>
                  </a:cubicBezTo>
                  <a:cubicBezTo>
                    <a:pt x="3469" y="2137"/>
                    <a:pt x="3699" y="2156"/>
                    <a:pt x="3929" y="2156"/>
                  </a:cubicBezTo>
                  <a:cubicBezTo>
                    <a:pt x="4013" y="2156"/>
                    <a:pt x="4097" y="2154"/>
                    <a:pt x="4181" y="2148"/>
                  </a:cubicBezTo>
                  <a:cubicBezTo>
                    <a:pt x="4223" y="2148"/>
                    <a:pt x="4265" y="2106"/>
                    <a:pt x="4265" y="2064"/>
                  </a:cubicBezTo>
                  <a:lnTo>
                    <a:pt x="4265" y="2044"/>
                  </a:lnTo>
                  <a:cubicBezTo>
                    <a:pt x="4265" y="2002"/>
                    <a:pt x="4244" y="1960"/>
                    <a:pt x="4202" y="1960"/>
                  </a:cubicBezTo>
                  <a:cubicBezTo>
                    <a:pt x="3365" y="1688"/>
                    <a:pt x="2486" y="1646"/>
                    <a:pt x="1649" y="1458"/>
                  </a:cubicBezTo>
                  <a:cubicBezTo>
                    <a:pt x="1371" y="1399"/>
                    <a:pt x="784" y="1258"/>
                    <a:pt x="1012" y="1258"/>
                  </a:cubicBezTo>
                  <a:cubicBezTo>
                    <a:pt x="1109" y="1258"/>
                    <a:pt x="1355" y="1284"/>
                    <a:pt x="1838" y="1353"/>
                  </a:cubicBezTo>
                  <a:cubicBezTo>
                    <a:pt x="2402" y="1416"/>
                    <a:pt x="2947" y="1541"/>
                    <a:pt x="3491" y="1625"/>
                  </a:cubicBezTo>
                  <a:cubicBezTo>
                    <a:pt x="3497" y="1626"/>
                    <a:pt x="3504" y="1627"/>
                    <a:pt x="3510" y="1627"/>
                  </a:cubicBezTo>
                  <a:cubicBezTo>
                    <a:pt x="3622" y="1627"/>
                    <a:pt x="3672" y="1457"/>
                    <a:pt x="3553" y="1437"/>
                  </a:cubicBezTo>
                  <a:cubicBezTo>
                    <a:pt x="3114" y="1311"/>
                    <a:pt x="2654" y="1248"/>
                    <a:pt x="2214" y="1165"/>
                  </a:cubicBezTo>
                  <a:lnTo>
                    <a:pt x="2130" y="1144"/>
                  </a:lnTo>
                  <a:cubicBezTo>
                    <a:pt x="1921" y="1102"/>
                    <a:pt x="1712" y="1060"/>
                    <a:pt x="1503" y="997"/>
                  </a:cubicBezTo>
                  <a:cubicBezTo>
                    <a:pt x="1105" y="914"/>
                    <a:pt x="708" y="558"/>
                    <a:pt x="394" y="495"/>
                  </a:cubicBezTo>
                  <a:lnTo>
                    <a:pt x="394" y="495"/>
                  </a:lnTo>
                  <a:cubicBezTo>
                    <a:pt x="1225" y="643"/>
                    <a:pt x="2039" y="1019"/>
                    <a:pt x="2881" y="1019"/>
                  </a:cubicBezTo>
                  <a:cubicBezTo>
                    <a:pt x="2993" y="1019"/>
                    <a:pt x="3105" y="1012"/>
                    <a:pt x="3219" y="997"/>
                  </a:cubicBezTo>
                  <a:cubicBezTo>
                    <a:pt x="3281" y="997"/>
                    <a:pt x="3344" y="976"/>
                    <a:pt x="3407" y="976"/>
                  </a:cubicBezTo>
                  <a:cubicBezTo>
                    <a:pt x="3491" y="956"/>
                    <a:pt x="3511" y="830"/>
                    <a:pt x="3449" y="788"/>
                  </a:cubicBezTo>
                  <a:cubicBezTo>
                    <a:pt x="3239" y="663"/>
                    <a:pt x="3051" y="558"/>
                    <a:pt x="2842" y="474"/>
                  </a:cubicBezTo>
                  <a:cubicBezTo>
                    <a:pt x="2486" y="307"/>
                    <a:pt x="2110" y="160"/>
                    <a:pt x="1733" y="14"/>
                  </a:cubicBezTo>
                  <a:cubicBezTo>
                    <a:pt x="1717" y="4"/>
                    <a:pt x="1701" y="0"/>
                    <a:pt x="168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636" name="Google Shape;446;p7"/>
          <p:cNvPicPr/>
          <p:nvPr/>
        </p:nvPicPr>
        <p:blipFill>
          <a:blip r:embed="rId3"/>
          <a:stretch/>
        </p:blipFill>
        <p:spPr>
          <a:xfrm rot="19506000">
            <a:off x="1270440" y="1614600"/>
            <a:ext cx="1277280" cy="4566240"/>
          </a:xfrm>
          <a:prstGeom prst="rect">
            <a:avLst/>
          </a:prstGeom>
          <a:noFill/>
          <a:ln w="0">
            <a:noFill/>
          </a:ln>
          <a:effectLst>
            <a:outerShdw blurRad="243000" algn="bl" rotWithShape="0">
              <a:srgbClr val="000000">
                <a:alpha val="36000"/>
              </a:srgbClr>
            </a:outerShdw>
          </a:effectLst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7" name="Google Shape;448;p8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8" name="Google Shape;449;p8"/>
          <p:cNvSpPr/>
          <p:nvPr/>
        </p:nvSpPr>
        <p:spPr>
          <a:xfrm>
            <a:off x="135000" y="564480"/>
            <a:ext cx="8547480" cy="4147920"/>
          </a:xfrm>
          <a:custGeom>
            <a:avLst/>
            <a:gdLst>
              <a:gd name="textAreaLeft" fmla="*/ 0 w 8547480"/>
              <a:gd name="textAreaRight" fmla="*/ 8547840 w 8547480"/>
              <a:gd name="textAreaTop" fmla="*/ 0 h 4147920"/>
              <a:gd name="textAreaBottom" fmla="*/ 4148280 h 4147920"/>
            </a:gdLst>
            <a:ahLst/>
            <a:cxnLst/>
            <a:rect l="textAreaLeft" t="textAreaTop" r="textAreaRight" b="textAreaBottom"/>
            <a:pathLst>
              <a:path w="285455" h="138533">
                <a:moveTo>
                  <a:pt x="46429" y="3065"/>
                </a:moveTo>
                <a:cubicBezTo>
                  <a:pt x="46805" y="3172"/>
                  <a:pt x="47155" y="3253"/>
                  <a:pt x="47531" y="3307"/>
                </a:cubicBezTo>
                <a:cubicBezTo>
                  <a:pt x="47235" y="3387"/>
                  <a:pt x="46940" y="3441"/>
                  <a:pt x="46671" y="3549"/>
                </a:cubicBezTo>
                <a:cubicBezTo>
                  <a:pt x="46509" y="3549"/>
                  <a:pt x="46375" y="3549"/>
                  <a:pt x="46214" y="3522"/>
                </a:cubicBezTo>
                <a:cubicBezTo>
                  <a:pt x="46079" y="3441"/>
                  <a:pt x="45945" y="3334"/>
                  <a:pt x="45810" y="3199"/>
                </a:cubicBezTo>
                <a:lnTo>
                  <a:pt x="45864" y="3065"/>
                </a:lnTo>
                <a:close/>
                <a:moveTo>
                  <a:pt x="45300" y="3253"/>
                </a:moveTo>
                <a:cubicBezTo>
                  <a:pt x="45380" y="3334"/>
                  <a:pt x="45461" y="3414"/>
                  <a:pt x="45542" y="3495"/>
                </a:cubicBezTo>
                <a:lnTo>
                  <a:pt x="45542" y="3522"/>
                </a:lnTo>
                <a:cubicBezTo>
                  <a:pt x="45085" y="3522"/>
                  <a:pt x="44601" y="3576"/>
                  <a:pt x="44144" y="3629"/>
                </a:cubicBezTo>
                <a:cubicBezTo>
                  <a:pt x="44359" y="3441"/>
                  <a:pt x="44654" y="3307"/>
                  <a:pt x="44950" y="3253"/>
                </a:cubicBezTo>
                <a:close/>
                <a:moveTo>
                  <a:pt x="47755" y="3463"/>
                </a:moveTo>
                <a:cubicBezTo>
                  <a:pt x="47841" y="3463"/>
                  <a:pt x="47903" y="3481"/>
                  <a:pt x="47934" y="3522"/>
                </a:cubicBezTo>
                <a:cubicBezTo>
                  <a:pt x="47961" y="3549"/>
                  <a:pt x="47934" y="3602"/>
                  <a:pt x="47907" y="3656"/>
                </a:cubicBezTo>
                <a:cubicBezTo>
                  <a:pt x="47665" y="3629"/>
                  <a:pt x="47423" y="3602"/>
                  <a:pt x="47182" y="3576"/>
                </a:cubicBezTo>
                <a:cubicBezTo>
                  <a:pt x="47414" y="3509"/>
                  <a:pt x="47616" y="3463"/>
                  <a:pt x="47755" y="3463"/>
                </a:cubicBezTo>
                <a:close/>
                <a:moveTo>
                  <a:pt x="50085" y="2446"/>
                </a:moveTo>
                <a:cubicBezTo>
                  <a:pt x="50838" y="2796"/>
                  <a:pt x="51591" y="3172"/>
                  <a:pt x="52316" y="3576"/>
                </a:cubicBezTo>
                <a:lnTo>
                  <a:pt x="52478" y="3791"/>
                </a:lnTo>
                <a:lnTo>
                  <a:pt x="52478" y="3791"/>
                </a:lnTo>
                <a:lnTo>
                  <a:pt x="52370" y="3764"/>
                </a:lnTo>
                <a:lnTo>
                  <a:pt x="50676" y="3011"/>
                </a:lnTo>
                <a:cubicBezTo>
                  <a:pt x="50461" y="2823"/>
                  <a:pt x="50273" y="2635"/>
                  <a:pt x="50085" y="2446"/>
                </a:cubicBezTo>
                <a:close/>
                <a:moveTo>
                  <a:pt x="45649" y="3925"/>
                </a:moveTo>
                <a:lnTo>
                  <a:pt x="45434" y="4033"/>
                </a:lnTo>
                <a:lnTo>
                  <a:pt x="45434" y="4033"/>
                </a:lnTo>
                <a:lnTo>
                  <a:pt x="45488" y="3925"/>
                </a:lnTo>
                <a:close/>
                <a:moveTo>
                  <a:pt x="46913" y="3925"/>
                </a:moveTo>
                <a:cubicBezTo>
                  <a:pt x="47101" y="3925"/>
                  <a:pt x="47316" y="3952"/>
                  <a:pt x="47531" y="3979"/>
                </a:cubicBezTo>
                <a:lnTo>
                  <a:pt x="47343" y="4113"/>
                </a:lnTo>
                <a:cubicBezTo>
                  <a:pt x="47182" y="4059"/>
                  <a:pt x="47047" y="4006"/>
                  <a:pt x="46913" y="3952"/>
                </a:cubicBezTo>
                <a:lnTo>
                  <a:pt x="46913" y="3925"/>
                </a:lnTo>
                <a:close/>
                <a:moveTo>
                  <a:pt x="47854" y="4033"/>
                </a:moveTo>
                <a:cubicBezTo>
                  <a:pt x="47988" y="4059"/>
                  <a:pt x="48149" y="4059"/>
                  <a:pt x="48284" y="4086"/>
                </a:cubicBezTo>
                <a:lnTo>
                  <a:pt x="47773" y="4275"/>
                </a:lnTo>
                <a:cubicBezTo>
                  <a:pt x="47719" y="4248"/>
                  <a:pt x="47665" y="4221"/>
                  <a:pt x="47612" y="4221"/>
                </a:cubicBezTo>
                <a:cubicBezTo>
                  <a:pt x="47692" y="4167"/>
                  <a:pt x="47773" y="4086"/>
                  <a:pt x="47854" y="4033"/>
                </a:cubicBezTo>
                <a:close/>
                <a:moveTo>
                  <a:pt x="48445" y="3495"/>
                </a:moveTo>
                <a:cubicBezTo>
                  <a:pt x="49332" y="3683"/>
                  <a:pt x="50219" y="3844"/>
                  <a:pt x="51133" y="3979"/>
                </a:cubicBezTo>
                <a:cubicBezTo>
                  <a:pt x="51268" y="4059"/>
                  <a:pt x="51375" y="4140"/>
                  <a:pt x="51510" y="4221"/>
                </a:cubicBezTo>
                <a:cubicBezTo>
                  <a:pt x="51214" y="4248"/>
                  <a:pt x="50972" y="4275"/>
                  <a:pt x="50703" y="4275"/>
                </a:cubicBezTo>
                <a:cubicBezTo>
                  <a:pt x="50676" y="4248"/>
                  <a:pt x="50676" y="4248"/>
                  <a:pt x="50650" y="4221"/>
                </a:cubicBezTo>
                <a:cubicBezTo>
                  <a:pt x="50166" y="4086"/>
                  <a:pt x="49682" y="3952"/>
                  <a:pt x="49171" y="3844"/>
                </a:cubicBezTo>
                <a:cubicBezTo>
                  <a:pt x="49144" y="3818"/>
                  <a:pt x="49090" y="3818"/>
                  <a:pt x="49037" y="3818"/>
                </a:cubicBezTo>
                <a:cubicBezTo>
                  <a:pt x="48768" y="3764"/>
                  <a:pt x="48499" y="3737"/>
                  <a:pt x="48230" y="3683"/>
                </a:cubicBezTo>
                <a:lnTo>
                  <a:pt x="48445" y="3495"/>
                </a:lnTo>
                <a:close/>
                <a:moveTo>
                  <a:pt x="48929" y="4194"/>
                </a:moveTo>
                <a:cubicBezTo>
                  <a:pt x="49198" y="4275"/>
                  <a:pt x="49440" y="4301"/>
                  <a:pt x="49682" y="4382"/>
                </a:cubicBezTo>
                <a:lnTo>
                  <a:pt x="49252" y="4436"/>
                </a:lnTo>
                <a:cubicBezTo>
                  <a:pt x="49010" y="4436"/>
                  <a:pt x="48768" y="4436"/>
                  <a:pt x="48553" y="4409"/>
                </a:cubicBezTo>
                <a:lnTo>
                  <a:pt x="48929" y="4194"/>
                </a:lnTo>
                <a:close/>
                <a:moveTo>
                  <a:pt x="52827" y="4517"/>
                </a:moveTo>
                <a:lnTo>
                  <a:pt x="53284" y="4678"/>
                </a:lnTo>
                <a:lnTo>
                  <a:pt x="53338" y="4758"/>
                </a:lnTo>
                <a:cubicBezTo>
                  <a:pt x="53177" y="4678"/>
                  <a:pt x="53015" y="4597"/>
                  <a:pt x="52827" y="4517"/>
                </a:cubicBezTo>
                <a:close/>
                <a:moveTo>
                  <a:pt x="53849" y="5431"/>
                </a:moveTo>
                <a:lnTo>
                  <a:pt x="54091" y="5511"/>
                </a:lnTo>
                <a:lnTo>
                  <a:pt x="54252" y="5646"/>
                </a:lnTo>
                <a:lnTo>
                  <a:pt x="54037" y="5780"/>
                </a:lnTo>
                <a:lnTo>
                  <a:pt x="53365" y="5914"/>
                </a:lnTo>
                <a:cubicBezTo>
                  <a:pt x="53392" y="5834"/>
                  <a:pt x="53338" y="5780"/>
                  <a:pt x="53284" y="5753"/>
                </a:cubicBezTo>
                <a:cubicBezTo>
                  <a:pt x="53472" y="5646"/>
                  <a:pt x="53661" y="5511"/>
                  <a:pt x="53849" y="5431"/>
                </a:cubicBezTo>
                <a:close/>
                <a:moveTo>
                  <a:pt x="52370" y="4732"/>
                </a:moveTo>
                <a:cubicBezTo>
                  <a:pt x="52800" y="4974"/>
                  <a:pt x="53257" y="5189"/>
                  <a:pt x="53714" y="5350"/>
                </a:cubicBezTo>
                <a:cubicBezTo>
                  <a:pt x="53472" y="5484"/>
                  <a:pt x="53204" y="5619"/>
                  <a:pt x="52962" y="5753"/>
                </a:cubicBezTo>
                <a:lnTo>
                  <a:pt x="48902" y="6183"/>
                </a:lnTo>
                <a:cubicBezTo>
                  <a:pt x="50112" y="5807"/>
                  <a:pt x="51268" y="5323"/>
                  <a:pt x="52370" y="4732"/>
                </a:cubicBezTo>
                <a:close/>
                <a:moveTo>
                  <a:pt x="53496" y="6072"/>
                </a:moveTo>
                <a:cubicBezTo>
                  <a:pt x="53535" y="6072"/>
                  <a:pt x="52592" y="6391"/>
                  <a:pt x="52343" y="6506"/>
                </a:cubicBezTo>
                <a:cubicBezTo>
                  <a:pt x="52182" y="6560"/>
                  <a:pt x="52021" y="6640"/>
                  <a:pt x="51859" y="6694"/>
                </a:cubicBezTo>
                <a:lnTo>
                  <a:pt x="52263" y="6425"/>
                </a:lnTo>
                <a:cubicBezTo>
                  <a:pt x="52451" y="6371"/>
                  <a:pt x="52666" y="6318"/>
                  <a:pt x="52854" y="6264"/>
                </a:cubicBezTo>
                <a:cubicBezTo>
                  <a:pt x="53304" y="6124"/>
                  <a:pt x="53481" y="6072"/>
                  <a:pt x="53496" y="6072"/>
                </a:cubicBezTo>
                <a:close/>
                <a:moveTo>
                  <a:pt x="87029" y="983"/>
                </a:moveTo>
                <a:cubicBezTo>
                  <a:pt x="87075" y="983"/>
                  <a:pt x="86475" y="1951"/>
                  <a:pt x="86432" y="2016"/>
                </a:cubicBezTo>
                <a:cubicBezTo>
                  <a:pt x="86056" y="2769"/>
                  <a:pt x="85679" y="3495"/>
                  <a:pt x="85276" y="4194"/>
                </a:cubicBezTo>
                <a:cubicBezTo>
                  <a:pt x="84819" y="5027"/>
                  <a:pt x="84335" y="5861"/>
                  <a:pt x="83851" y="6694"/>
                </a:cubicBezTo>
                <a:cubicBezTo>
                  <a:pt x="84550" y="5027"/>
                  <a:pt x="85384" y="3414"/>
                  <a:pt x="86378" y="1909"/>
                </a:cubicBezTo>
                <a:cubicBezTo>
                  <a:pt x="86540" y="1667"/>
                  <a:pt x="86701" y="1425"/>
                  <a:pt x="86862" y="1183"/>
                </a:cubicBezTo>
                <a:cubicBezTo>
                  <a:pt x="86968" y="1041"/>
                  <a:pt x="87017" y="983"/>
                  <a:pt x="87029" y="983"/>
                </a:cubicBezTo>
                <a:close/>
                <a:moveTo>
                  <a:pt x="63690" y="5342"/>
                </a:moveTo>
                <a:lnTo>
                  <a:pt x="63690" y="5342"/>
                </a:lnTo>
                <a:cubicBezTo>
                  <a:pt x="63766" y="5533"/>
                  <a:pt x="63859" y="5724"/>
                  <a:pt x="63930" y="5914"/>
                </a:cubicBezTo>
                <a:lnTo>
                  <a:pt x="64118" y="6909"/>
                </a:lnTo>
                <a:cubicBezTo>
                  <a:pt x="63967" y="6403"/>
                  <a:pt x="63839" y="5873"/>
                  <a:pt x="63690" y="5342"/>
                </a:cubicBezTo>
                <a:close/>
                <a:moveTo>
                  <a:pt x="55650" y="5941"/>
                </a:moveTo>
                <a:cubicBezTo>
                  <a:pt x="56188" y="6291"/>
                  <a:pt x="56725" y="6613"/>
                  <a:pt x="57236" y="6990"/>
                </a:cubicBezTo>
                <a:cubicBezTo>
                  <a:pt x="57451" y="7124"/>
                  <a:pt x="57613" y="7286"/>
                  <a:pt x="57828" y="7420"/>
                </a:cubicBezTo>
                <a:cubicBezTo>
                  <a:pt x="57048" y="6990"/>
                  <a:pt x="56322" y="6479"/>
                  <a:pt x="55623" y="5941"/>
                </a:cubicBezTo>
                <a:close/>
                <a:moveTo>
                  <a:pt x="57989" y="4490"/>
                </a:moveTo>
                <a:lnTo>
                  <a:pt x="57989" y="4490"/>
                </a:lnTo>
                <a:cubicBezTo>
                  <a:pt x="58930" y="5457"/>
                  <a:pt x="59817" y="6479"/>
                  <a:pt x="60650" y="7554"/>
                </a:cubicBezTo>
                <a:cubicBezTo>
                  <a:pt x="60677" y="7581"/>
                  <a:pt x="60677" y="7608"/>
                  <a:pt x="60677" y="7635"/>
                </a:cubicBezTo>
                <a:cubicBezTo>
                  <a:pt x="60086" y="6990"/>
                  <a:pt x="59468" y="6318"/>
                  <a:pt x="58849" y="5699"/>
                </a:cubicBezTo>
                <a:cubicBezTo>
                  <a:pt x="58553" y="5296"/>
                  <a:pt x="58258" y="4893"/>
                  <a:pt x="57989" y="4490"/>
                </a:cubicBezTo>
                <a:close/>
                <a:moveTo>
                  <a:pt x="52451" y="6721"/>
                </a:moveTo>
                <a:lnTo>
                  <a:pt x="52451" y="6721"/>
                </a:lnTo>
                <a:cubicBezTo>
                  <a:pt x="51967" y="6990"/>
                  <a:pt x="51564" y="7205"/>
                  <a:pt x="51429" y="7286"/>
                </a:cubicBezTo>
                <a:cubicBezTo>
                  <a:pt x="51107" y="7447"/>
                  <a:pt x="50730" y="7581"/>
                  <a:pt x="50381" y="7743"/>
                </a:cubicBezTo>
                <a:lnTo>
                  <a:pt x="50999" y="7286"/>
                </a:lnTo>
                <a:cubicBezTo>
                  <a:pt x="51483" y="7097"/>
                  <a:pt x="51967" y="6909"/>
                  <a:pt x="52451" y="6721"/>
                </a:cubicBezTo>
                <a:close/>
                <a:moveTo>
                  <a:pt x="82883" y="3145"/>
                </a:moveTo>
                <a:cubicBezTo>
                  <a:pt x="82883" y="3226"/>
                  <a:pt x="82883" y="3334"/>
                  <a:pt x="82883" y="3414"/>
                </a:cubicBezTo>
                <a:cubicBezTo>
                  <a:pt x="82910" y="3737"/>
                  <a:pt x="82910" y="4059"/>
                  <a:pt x="82857" y="4382"/>
                </a:cubicBezTo>
                <a:cubicBezTo>
                  <a:pt x="82857" y="4758"/>
                  <a:pt x="82830" y="5135"/>
                  <a:pt x="82830" y="5484"/>
                </a:cubicBezTo>
                <a:cubicBezTo>
                  <a:pt x="82561" y="6318"/>
                  <a:pt x="82373" y="7205"/>
                  <a:pt x="82265" y="8065"/>
                </a:cubicBezTo>
                <a:lnTo>
                  <a:pt x="82453" y="4221"/>
                </a:lnTo>
                <a:cubicBezTo>
                  <a:pt x="82507" y="3898"/>
                  <a:pt x="82615" y="3602"/>
                  <a:pt x="82776" y="3307"/>
                </a:cubicBezTo>
                <a:lnTo>
                  <a:pt x="82803" y="3307"/>
                </a:lnTo>
                <a:cubicBezTo>
                  <a:pt x="82830" y="3253"/>
                  <a:pt x="82857" y="3199"/>
                  <a:pt x="82883" y="3145"/>
                </a:cubicBezTo>
                <a:close/>
                <a:moveTo>
                  <a:pt x="55193" y="6452"/>
                </a:moveTo>
                <a:cubicBezTo>
                  <a:pt x="55919" y="7044"/>
                  <a:pt x="56698" y="7554"/>
                  <a:pt x="57505" y="8038"/>
                </a:cubicBezTo>
                <a:lnTo>
                  <a:pt x="55758" y="8253"/>
                </a:lnTo>
                <a:cubicBezTo>
                  <a:pt x="55919" y="8119"/>
                  <a:pt x="56080" y="7985"/>
                  <a:pt x="56241" y="7850"/>
                </a:cubicBezTo>
                <a:cubicBezTo>
                  <a:pt x="56336" y="7779"/>
                  <a:pt x="56285" y="7626"/>
                  <a:pt x="56180" y="7626"/>
                </a:cubicBezTo>
                <a:cubicBezTo>
                  <a:pt x="56166" y="7626"/>
                  <a:pt x="56150" y="7628"/>
                  <a:pt x="56134" y="7635"/>
                </a:cubicBezTo>
                <a:cubicBezTo>
                  <a:pt x="54978" y="7743"/>
                  <a:pt x="53849" y="7958"/>
                  <a:pt x="52747" y="8253"/>
                </a:cubicBezTo>
                <a:cubicBezTo>
                  <a:pt x="53580" y="7716"/>
                  <a:pt x="54413" y="7097"/>
                  <a:pt x="55193" y="6452"/>
                </a:cubicBezTo>
                <a:close/>
                <a:moveTo>
                  <a:pt x="55467" y="7898"/>
                </a:moveTo>
                <a:cubicBezTo>
                  <a:pt x="55536" y="7898"/>
                  <a:pt x="55582" y="7908"/>
                  <a:pt x="55596" y="7931"/>
                </a:cubicBezTo>
                <a:cubicBezTo>
                  <a:pt x="55677" y="8038"/>
                  <a:pt x="55542" y="8146"/>
                  <a:pt x="55327" y="8307"/>
                </a:cubicBezTo>
                <a:lnTo>
                  <a:pt x="52074" y="8684"/>
                </a:lnTo>
                <a:lnTo>
                  <a:pt x="52074" y="8684"/>
                </a:lnTo>
                <a:lnTo>
                  <a:pt x="52209" y="8603"/>
                </a:lnTo>
                <a:cubicBezTo>
                  <a:pt x="52854" y="8415"/>
                  <a:pt x="53526" y="8280"/>
                  <a:pt x="54171" y="8146"/>
                </a:cubicBezTo>
                <a:cubicBezTo>
                  <a:pt x="54283" y="8124"/>
                  <a:pt x="55133" y="7898"/>
                  <a:pt x="55467" y="7898"/>
                </a:cubicBezTo>
                <a:close/>
                <a:moveTo>
                  <a:pt x="50004" y="7662"/>
                </a:moveTo>
                <a:lnTo>
                  <a:pt x="50004" y="7662"/>
                </a:lnTo>
                <a:cubicBezTo>
                  <a:pt x="49816" y="7796"/>
                  <a:pt x="49628" y="7931"/>
                  <a:pt x="49440" y="8065"/>
                </a:cubicBezTo>
                <a:cubicBezTo>
                  <a:pt x="48579" y="8361"/>
                  <a:pt x="47719" y="8576"/>
                  <a:pt x="46832" y="8737"/>
                </a:cubicBezTo>
                <a:lnTo>
                  <a:pt x="46805" y="8710"/>
                </a:lnTo>
                <a:lnTo>
                  <a:pt x="46859" y="8710"/>
                </a:lnTo>
                <a:cubicBezTo>
                  <a:pt x="47558" y="8495"/>
                  <a:pt x="48257" y="8280"/>
                  <a:pt x="48956" y="8038"/>
                </a:cubicBezTo>
                <a:cubicBezTo>
                  <a:pt x="49305" y="7931"/>
                  <a:pt x="49655" y="7796"/>
                  <a:pt x="50004" y="7662"/>
                </a:cubicBezTo>
                <a:close/>
                <a:moveTo>
                  <a:pt x="54653" y="6646"/>
                </a:moveTo>
                <a:cubicBezTo>
                  <a:pt x="54659" y="6646"/>
                  <a:pt x="54609" y="6688"/>
                  <a:pt x="54467" y="6802"/>
                </a:cubicBezTo>
                <a:lnTo>
                  <a:pt x="54467" y="6775"/>
                </a:lnTo>
                <a:cubicBezTo>
                  <a:pt x="53741" y="7366"/>
                  <a:pt x="52988" y="7904"/>
                  <a:pt x="52182" y="8388"/>
                </a:cubicBezTo>
                <a:cubicBezTo>
                  <a:pt x="51725" y="8522"/>
                  <a:pt x="51268" y="8657"/>
                  <a:pt x="50811" y="8818"/>
                </a:cubicBezTo>
                <a:lnTo>
                  <a:pt x="50515" y="8872"/>
                </a:lnTo>
                <a:cubicBezTo>
                  <a:pt x="51107" y="8549"/>
                  <a:pt x="51725" y="8226"/>
                  <a:pt x="52316" y="7904"/>
                </a:cubicBezTo>
                <a:cubicBezTo>
                  <a:pt x="52908" y="7608"/>
                  <a:pt x="53499" y="7339"/>
                  <a:pt x="54064" y="7017"/>
                </a:cubicBezTo>
                <a:cubicBezTo>
                  <a:pt x="54183" y="6977"/>
                  <a:pt x="54637" y="6646"/>
                  <a:pt x="54653" y="6646"/>
                </a:cubicBezTo>
                <a:close/>
                <a:moveTo>
                  <a:pt x="50972" y="9141"/>
                </a:moveTo>
                <a:cubicBezTo>
                  <a:pt x="50757" y="9248"/>
                  <a:pt x="50542" y="9356"/>
                  <a:pt x="50327" y="9463"/>
                </a:cubicBezTo>
                <a:cubicBezTo>
                  <a:pt x="50193" y="9436"/>
                  <a:pt x="50058" y="9409"/>
                  <a:pt x="49924" y="9383"/>
                </a:cubicBezTo>
                <a:cubicBezTo>
                  <a:pt x="50112" y="9329"/>
                  <a:pt x="50300" y="9248"/>
                  <a:pt x="50488" y="9167"/>
                </a:cubicBezTo>
                <a:lnTo>
                  <a:pt x="50569" y="9167"/>
                </a:lnTo>
                <a:lnTo>
                  <a:pt x="50972" y="9141"/>
                </a:lnTo>
                <a:close/>
                <a:moveTo>
                  <a:pt x="54736" y="8657"/>
                </a:moveTo>
                <a:lnTo>
                  <a:pt x="54521" y="8764"/>
                </a:lnTo>
                <a:cubicBezTo>
                  <a:pt x="53553" y="9275"/>
                  <a:pt x="52451" y="9544"/>
                  <a:pt x="51322" y="9544"/>
                </a:cubicBezTo>
                <a:cubicBezTo>
                  <a:pt x="51241" y="9544"/>
                  <a:pt x="50972" y="9517"/>
                  <a:pt x="50650" y="9490"/>
                </a:cubicBezTo>
                <a:cubicBezTo>
                  <a:pt x="50918" y="9356"/>
                  <a:pt x="51160" y="9221"/>
                  <a:pt x="51429" y="9060"/>
                </a:cubicBezTo>
                <a:lnTo>
                  <a:pt x="54118" y="8737"/>
                </a:lnTo>
                <a:lnTo>
                  <a:pt x="54736" y="8657"/>
                </a:lnTo>
                <a:close/>
                <a:moveTo>
                  <a:pt x="85496" y="850"/>
                </a:moveTo>
                <a:cubicBezTo>
                  <a:pt x="85689" y="850"/>
                  <a:pt x="85207" y="1776"/>
                  <a:pt x="85115" y="2097"/>
                </a:cubicBezTo>
                <a:cubicBezTo>
                  <a:pt x="84846" y="2930"/>
                  <a:pt x="84577" y="3737"/>
                  <a:pt x="84335" y="4570"/>
                </a:cubicBezTo>
                <a:lnTo>
                  <a:pt x="83636" y="6829"/>
                </a:lnTo>
                <a:cubicBezTo>
                  <a:pt x="83529" y="7070"/>
                  <a:pt x="83421" y="7339"/>
                  <a:pt x="83341" y="7608"/>
                </a:cubicBezTo>
                <a:cubicBezTo>
                  <a:pt x="83152" y="7877"/>
                  <a:pt x="82991" y="8173"/>
                  <a:pt x="82830" y="8442"/>
                </a:cubicBezTo>
                <a:cubicBezTo>
                  <a:pt x="82791" y="8519"/>
                  <a:pt x="82849" y="8582"/>
                  <a:pt x="82915" y="8582"/>
                </a:cubicBezTo>
                <a:cubicBezTo>
                  <a:pt x="82935" y="8582"/>
                  <a:pt x="82957" y="8576"/>
                  <a:pt x="82976" y="8562"/>
                </a:cubicBezTo>
                <a:lnTo>
                  <a:pt x="82976" y="8562"/>
                </a:lnTo>
                <a:cubicBezTo>
                  <a:pt x="82848" y="8900"/>
                  <a:pt x="82745" y="9261"/>
                  <a:pt x="82642" y="9598"/>
                </a:cubicBezTo>
                <a:cubicBezTo>
                  <a:pt x="82803" y="8200"/>
                  <a:pt x="82937" y="6802"/>
                  <a:pt x="83018" y="5404"/>
                </a:cubicBezTo>
                <a:cubicBezTo>
                  <a:pt x="83099" y="5108"/>
                  <a:pt x="83206" y="4812"/>
                  <a:pt x="83341" y="4517"/>
                </a:cubicBezTo>
                <a:cubicBezTo>
                  <a:pt x="83771" y="3468"/>
                  <a:pt x="84416" y="1667"/>
                  <a:pt x="85330" y="941"/>
                </a:cubicBezTo>
                <a:cubicBezTo>
                  <a:pt x="85409" y="877"/>
                  <a:pt x="85463" y="850"/>
                  <a:pt x="85496" y="850"/>
                </a:cubicBezTo>
                <a:close/>
                <a:moveTo>
                  <a:pt x="80518" y="4732"/>
                </a:moveTo>
                <a:cubicBezTo>
                  <a:pt x="80518" y="5135"/>
                  <a:pt x="80571" y="5565"/>
                  <a:pt x="80571" y="5968"/>
                </a:cubicBezTo>
                <a:lnTo>
                  <a:pt x="80706" y="8630"/>
                </a:lnTo>
                <a:cubicBezTo>
                  <a:pt x="80706" y="9087"/>
                  <a:pt x="80733" y="9517"/>
                  <a:pt x="80760" y="9947"/>
                </a:cubicBezTo>
                <a:cubicBezTo>
                  <a:pt x="80652" y="9383"/>
                  <a:pt x="80518" y="8818"/>
                  <a:pt x="80383" y="8253"/>
                </a:cubicBezTo>
                <a:cubicBezTo>
                  <a:pt x="80383" y="7070"/>
                  <a:pt x="80410" y="5888"/>
                  <a:pt x="80518" y="4732"/>
                </a:cubicBezTo>
                <a:close/>
                <a:moveTo>
                  <a:pt x="82158" y="5807"/>
                </a:moveTo>
                <a:lnTo>
                  <a:pt x="82158" y="5807"/>
                </a:lnTo>
                <a:cubicBezTo>
                  <a:pt x="82131" y="6452"/>
                  <a:pt x="82104" y="7124"/>
                  <a:pt x="82077" y="7769"/>
                </a:cubicBezTo>
                <a:lnTo>
                  <a:pt x="82050" y="7769"/>
                </a:lnTo>
                <a:cubicBezTo>
                  <a:pt x="82023" y="8522"/>
                  <a:pt x="81943" y="9302"/>
                  <a:pt x="81862" y="10108"/>
                </a:cubicBezTo>
                <a:lnTo>
                  <a:pt x="81862" y="9920"/>
                </a:lnTo>
                <a:cubicBezTo>
                  <a:pt x="81862" y="8549"/>
                  <a:pt x="81943" y="7178"/>
                  <a:pt x="82158" y="5807"/>
                </a:cubicBezTo>
                <a:close/>
                <a:moveTo>
                  <a:pt x="88556" y="10216"/>
                </a:moveTo>
                <a:lnTo>
                  <a:pt x="88422" y="10323"/>
                </a:lnTo>
                <a:lnTo>
                  <a:pt x="88018" y="10458"/>
                </a:lnTo>
                <a:lnTo>
                  <a:pt x="88180" y="10323"/>
                </a:lnTo>
                <a:lnTo>
                  <a:pt x="88556" y="10216"/>
                </a:lnTo>
                <a:close/>
                <a:moveTo>
                  <a:pt x="82776" y="6183"/>
                </a:moveTo>
                <a:lnTo>
                  <a:pt x="82776" y="6183"/>
                </a:lnTo>
                <a:cubicBezTo>
                  <a:pt x="82722" y="7097"/>
                  <a:pt x="82642" y="8011"/>
                  <a:pt x="82534" y="8872"/>
                </a:cubicBezTo>
                <a:cubicBezTo>
                  <a:pt x="82480" y="9302"/>
                  <a:pt x="82426" y="9732"/>
                  <a:pt x="82373" y="10162"/>
                </a:cubicBezTo>
                <a:lnTo>
                  <a:pt x="82373" y="10512"/>
                </a:lnTo>
                <a:lnTo>
                  <a:pt x="82319" y="10700"/>
                </a:lnTo>
                <a:cubicBezTo>
                  <a:pt x="82319" y="10673"/>
                  <a:pt x="82319" y="10619"/>
                  <a:pt x="82292" y="10565"/>
                </a:cubicBezTo>
                <a:cubicBezTo>
                  <a:pt x="82238" y="9947"/>
                  <a:pt x="82265" y="9329"/>
                  <a:pt x="82346" y="8737"/>
                </a:cubicBezTo>
                <a:cubicBezTo>
                  <a:pt x="82400" y="7877"/>
                  <a:pt x="82561" y="7017"/>
                  <a:pt x="82776" y="6183"/>
                </a:cubicBezTo>
                <a:close/>
                <a:moveTo>
                  <a:pt x="90868" y="2500"/>
                </a:moveTo>
                <a:cubicBezTo>
                  <a:pt x="90465" y="3199"/>
                  <a:pt x="89631" y="3844"/>
                  <a:pt x="89067" y="4490"/>
                </a:cubicBezTo>
                <a:lnTo>
                  <a:pt x="86835" y="6963"/>
                </a:lnTo>
                <a:lnTo>
                  <a:pt x="86567" y="7232"/>
                </a:lnTo>
                <a:cubicBezTo>
                  <a:pt x="85706" y="8146"/>
                  <a:pt x="84873" y="9060"/>
                  <a:pt x="84039" y="10001"/>
                </a:cubicBezTo>
                <a:cubicBezTo>
                  <a:pt x="83771" y="10243"/>
                  <a:pt x="83502" y="10512"/>
                  <a:pt x="83260" y="10807"/>
                </a:cubicBezTo>
                <a:cubicBezTo>
                  <a:pt x="83529" y="10270"/>
                  <a:pt x="83798" y="9759"/>
                  <a:pt x="84093" y="9221"/>
                </a:cubicBezTo>
                <a:cubicBezTo>
                  <a:pt x="85034" y="8092"/>
                  <a:pt x="86002" y="7017"/>
                  <a:pt x="87051" y="5995"/>
                </a:cubicBezTo>
                <a:cubicBezTo>
                  <a:pt x="87669" y="5377"/>
                  <a:pt x="88287" y="4785"/>
                  <a:pt x="88932" y="4194"/>
                </a:cubicBezTo>
                <a:cubicBezTo>
                  <a:pt x="89470" y="3710"/>
                  <a:pt x="90572" y="2984"/>
                  <a:pt x="90868" y="2500"/>
                </a:cubicBezTo>
                <a:close/>
                <a:moveTo>
                  <a:pt x="54360" y="5753"/>
                </a:moveTo>
                <a:cubicBezTo>
                  <a:pt x="54575" y="5941"/>
                  <a:pt x="54790" y="6130"/>
                  <a:pt x="55005" y="6318"/>
                </a:cubicBezTo>
                <a:lnTo>
                  <a:pt x="50219" y="8818"/>
                </a:lnTo>
                <a:lnTo>
                  <a:pt x="49977" y="8952"/>
                </a:lnTo>
                <a:lnTo>
                  <a:pt x="48902" y="9060"/>
                </a:lnTo>
                <a:cubicBezTo>
                  <a:pt x="48768" y="9114"/>
                  <a:pt x="48741" y="9302"/>
                  <a:pt x="48875" y="9356"/>
                </a:cubicBezTo>
                <a:lnTo>
                  <a:pt x="49063" y="9409"/>
                </a:lnTo>
                <a:lnTo>
                  <a:pt x="47612" y="10162"/>
                </a:lnTo>
                <a:cubicBezTo>
                  <a:pt x="47397" y="10297"/>
                  <a:pt x="46993" y="10565"/>
                  <a:pt x="46725" y="10727"/>
                </a:cubicBezTo>
                <a:lnTo>
                  <a:pt x="46617" y="10780"/>
                </a:lnTo>
                <a:cubicBezTo>
                  <a:pt x="46579" y="10800"/>
                  <a:pt x="46551" y="10810"/>
                  <a:pt x="46536" y="10810"/>
                </a:cubicBezTo>
                <a:cubicBezTo>
                  <a:pt x="46486" y="10810"/>
                  <a:pt x="46565" y="10704"/>
                  <a:pt x="46832" y="10458"/>
                </a:cubicBezTo>
                <a:cubicBezTo>
                  <a:pt x="47101" y="10189"/>
                  <a:pt x="48311" y="9221"/>
                  <a:pt x="49762" y="8200"/>
                </a:cubicBezTo>
                <a:cubicBezTo>
                  <a:pt x="51214" y="7689"/>
                  <a:pt x="52585" y="6990"/>
                  <a:pt x="53822" y="6130"/>
                </a:cubicBezTo>
                <a:lnTo>
                  <a:pt x="54144" y="5995"/>
                </a:lnTo>
                <a:cubicBezTo>
                  <a:pt x="54198" y="5968"/>
                  <a:pt x="54225" y="5914"/>
                  <a:pt x="54198" y="5861"/>
                </a:cubicBezTo>
                <a:lnTo>
                  <a:pt x="54360" y="5753"/>
                </a:lnTo>
                <a:close/>
                <a:moveTo>
                  <a:pt x="49547" y="9544"/>
                </a:moveTo>
                <a:cubicBezTo>
                  <a:pt x="49655" y="9571"/>
                  <a:pt x="49789" y="9624"/>
                  <a:pt x="49924" y="9651"/>
                </a:cubicBezTo>
                <a:cubicBezTo>
                  <a:pt x="49601" y="9786"/>
                  <a:pt x="49305" y="9920"/>
                  <a:pt x="48956" y="10055"/>
                </a:cubicBezTo>
                <a:cubicBezTo>
                  <a:pt x="48560" y="10224"/>
                  <a:pt x="47117" y="10858"/>
                  <a:pt x="46971" y="10858"/>
                </a:cubicBezTo>
                <a:cubicBezTo>
                  <a:pt x="46909" y="10858"/>
                  <a:pt x="47080" y="10744"/>
                  <a:pt x="47665" y="10431"/>
                </a:cubicBezTo>
                <a:cubicBezTo>
                  <a:pt x="48284" y="10108"/>
                  <a:pt x="48902" y="9813"/>
                  <a:pt x="49547" y="9544"/>
                </a:cubicBezTo>
                <a:close/>
                <a:moveTo>
                  <a:pt x="58338" y="8495"/>
                </a:moveTo>
                <a:cubicBezTo>
                  <a:pt x="58876" y="8737"/>
                  <a:pt x="59414" y="8979"/>
                  <a:pt x="59951" y="9194"/>
                </a:cubicBezTo>
                <a:cubicBezTo>
                  <a:pt x="60624" y="9840"/>
                  <a:pt x="61296" y="10485"/>
                  <a:pt x="61941" y="11157"/>
                </a:cubicBezTo>
                <a:cubicBezTo>
                  <a:pt x="61202" y="11184"/>
                  <a:pt x="60469" y="11197"/>
                  <a:pt x="59736" y="11197"/>
                </a:cubicBezTo>
                <a:cubicBezTo>
                  <a:pt x="59004" y="11197"/>
                  <a:pt x="58271" y="11184"/>
                  <a:pt x="57532" y="11157"/>
                </a:cubicBezTo>
                <a:cubicBezTo>
                  <a:pt x="58419" y="10888"/>
                  <a:pt x="59252" y="10458"/>
                  <a:pt x="60005" y="9920"/>
                </a:cubicBezTo>
                <a:cubicBezTo>
                  <a:pt x="60086" y="9840"/>
                  <a:pt x="60032" y="9705"/>
                  <a:pt x="59925" y="9678"/>
                </a:cubicBezTo>
                <a:lnTo>
                  <a:pt x="54602" y="9893"/>
                </a:lnTo>
                <a:lnTo>
                  <a:pt x="53607" y="9947"/>
                </a:lnTo>
                <a:cubicBezTo>
                  <a:pt x="54198" y="9786"/>
                  <a:pt x="54790" y="9624"/>
                  <a:pt x="55300" y="9490"/>
                </a:cubicBezTo>
                <a:cubicBezTo>
                  <a:pt x="56322" y="9221"/>
                  <a:pt x="57344" y="8872"/>
                  <a:pt x="58338" y="8495"/>
                </a:cubicBezTo>
                <a:close/>
                <a:moveTo>
                  <a:pt x="84873" y="9732"/>
                </a:moveTo>
                <a:lnTo>
                  <a:pt x="84873" y="9732"/>
                </a:lnTo>
                <a:cubicBezTo>
                  <a:pt x="84497" y="10135"/>
                  <a:pt x="84120" y="10539"/>
                  <a:pt x="83771" y="10942"/>
                </a:cubicBezTo>
                <a:lnTo>
                  <a:pt x="83475" y="11237"/>
                </a:lnTo>
                <a:lnTo>
                  <a:pt x="83636" y="11022"/>
                </a:lnTo>
                <a:lnTo>
                  <a:pt x="84873" y="9732"/>
                </a:lnTo>
                <a:close/>
                <a:moveTo>
                  <a:pt x="53338" y="11076"/>
                </a:moveTo>
                <a:lnTo>
                  <a:pt x="53634" y="11130"/>
                </a:lnTo>
                <a:cubicBezTo>
                  <a:pt x="54252" y="11184"/>
                  <a:pt x="54843" y="11237"/>
                  <a:pt x="55462" y="11291"/>
                </a:cubicBezTo>
                <a:lnTo>
                  <a:pt x="54763" y="11291"/>
                </a:lnTo>
                <a:cubicBezTo>
                  <a:pt x="54467" y="11264"/>
                  <a:pt x="54171" y="11237"/>
                  <a:pt x="53876" y="11184"/>
                </a:cubicBezTo>
                <a:lnTo>
                  <a:pt x="53338" y="11076"/>
                </a:lnTo>
                <a:close/>
                <a:moveTo>
                  <a:pt x="90411" y="3737"/>
                </a:moveTo>
                <a:cubicBezTo>
                  <a:pt x="89389" y="4893"/>
                  <a:pt x="86567" y="7689"/>
                  <a:pt x="86244" y="8038"/>
                </a:cubicBezTo>
                <a:lnTo>
                  <a:pt x="83018" y="11453"/>
                </a:lnTo>
                <a:lnTo>
                  <a:pt x="86620" y="7420"/>
                </a:lnTo>
                <a:lnTo>
                  <a:pt x="87185" y="6829"/>
                </a:lnTo>
                <a:cubicBezTo>
                  <a:pt x="87508" y="6506"/>
                  <a:pt x="89551" y="4651"/>
                  <a:pt x="90411" y="3737"/>
                </a:cubicBezTo>
                <a:close/>
                <a:moveTo>
                  <a:pt x="56645" y="11372"/>
                </a:moveTo>
                <a:cubicBezTo>
                  <a:pt x="57155" y="11426"/>
                  <a:pt x="57693" y="11453"/>
                  <a:pt x="58204" y="11453"/>
                </a:cubicBezTo>
                <a:cubicBezTo>
                  <a:pt x="58473" y="11453"/>
                  <a:pt x="59199" y="11506"/>
                  <a:pt x="59925" y="11533"/>
                </a:cubicBezTo>
                <a:cubicBezTo>
                  <a:pt x="58742" y="11533"/>
                  <a:pt x="57424" y="11479"/>
                  <a:pt x="57048" y="11479"/>
                </a:cubicBezTo>
                <a:cubicBezTo>
                  <a:pt x="56806" y="11479"/>
                  <a:pt x="56591" y="11453"/>
                  <a:pt x="56349" y="11426"/>
                </a:cubicBezTo>
                <a:lnTo>
                  <a:pt x="56645" y="11372"/>
                </a:lnTo>
                <a:close/>
                <a:moveTo>
                  <a:pt x="82131" y="10646"/>
                </a:moveTo>
                <a:cubicBezTo>
                  <a:pt x="82158" y="10834"/>
                  <a:pt x="82158" y="11049"/>
                  <a:pt x="82184" y="11264"/>
                </a:cubicBezTo>
                <a:lnTo>
                  <a:pt x="82158" y="11264"/>
                </a:lnTo>
                <a:cubicBezTo>
                  <a:pt x="82131" y="11399"/>
                  <a:pt x="82104" y="11506"/>
                  <a:pt x="82077" y="11641"/>
                </a:cubicBezTo>
                <a:cubicBezTo>
                  <a:pt x="82077" y="11318"/>
                  <a:pt x="82104" y="10969"/>
                  <a:pt x="82131" y="10646"/>
                </a:cubicBezTo>
                <a:close/>
                <a:moveTo>
                  <a:pt x="85760" y="10996"/>
                </a:moveTo>
                <a:lnTo>
                  <a:pt x="83986" y="11775"/>
                </a:lnTo>
                <a:lnTo>
                  <a:pt x="84470" y="11453"/>
                </a:lnTo>
                <a:cubicBezTo>
                  <a:pt x="84900" y="11291"/>
                  <a:pt x="85330" y="11130"/>
                  <a:pt x="85760" y="10996"/>
                </a:cubicBezTo>
                <a:close/>
                <a:moveTo>
                  <a:pt x="89121" y="1237"/>
                </a:moveTo>
                <a:cubicBezTo>
                  <a:pt x="88959" y="1317"/>
                  <a:pt x="88368" y="2796"/>
                  <a:pt x="88153" y="3145"/>
                </a:cubicBezTo>
                <a:cubicBezTo>
                  <a:pt x="88099" y="3253"/>
                  <a:pt x="88018" y="3334"/>
                  <a:pt x="87965" y="3414"/>
                </a:cubicBezTo>
                <a:cubicBezTo>
                  <a:pt x="87158" y="4248"/>
                  <a:pt x="86432" y="5135"/>
                  <a:pt x="85760" y="6049"/>
                </a:cubicBezTo>
                <a:cubicBezTo>
                  <a:pt x="85653" y="6183"/>
                  <a:pt x="85518" y="6291"/>
                  <a:pt x="85384" y="6425"/>
                </a:cubicBezTo>
                <a:cubicBezTo>
                  <a:pt x="85330" y="6452"/>
                  <a:pt x="85330" y="6533"/>
                  <a:pt x="85384" y="6560"/>
                </a:cubicBezTo>
                <a:cubicBezTo>
                  <a:pt x="84550" y="7743"/>
                  <a:pt x="83798" y="9006"/>
                  <a:pt x="83125" y="10297"/>
                </a:cubicBezTo>
                <a:cubicBezTo>
                  <a:pt x="83018" y="10431"/>
                  <a:pt x="82883" y="10592"/>
                  <a:pt x="82776" y="10754"/>
                </a:cubicBezTo>
                <a:cubicBezTo>
                  <a:pt x="82776" y="10773"/>
                  <a:pt x="82776" y="10792"/>
                  <a:pt x="82785" y="10792"/>
                </a:cubicBezTo>
                <a:cubicBezTo>
                  <a:pt x="82789" y="10792"/>
                  <a:pt x="82795" y="10788"/>
                  <a:pt x="82803" y="10780"/>
                </a:cubicBezTo>
                <a:cubicBezTo>
                  <a:pt x="82883" y="10700"/>
                  <a:pt x="82937" y="10592"/>
                  <a:pt x="83018" y="10512"/>
                </a:cubicBezTo>
                <a:lnTo>
                  <a:pt x="83018" y="10512"/>
                </a:lnTo>
                <a:cubicBezTo>
                  <a:pt x="82776" y="11022"/>
                  <a:pt x="82534" y="11506"/>
                  <a:pt x="82292" y="12044"/>
                </a:cubicBezTo>
                <a:lnTo>
                  <a:pt x="82131" y="12125"/>
                </a:lnTo>
                <a:cubicBezTo>
                  <a:pt x="82158" y="12098"/>
                  <a:pt x="82158" y="12098"/>
                  <a:pt x="82158" y="12071"/>
                </a:cubicBezTo>
                <a:lnTo>
                  <a:pt x="82346" y="11506"/>
                </a:lnTo>
                <a:cubicBezTo>
                  <a:pt x="82346" y="11479"/>
                  <a:pt x="82346" y="11479"/>
                  <a:pt x="82346" y="11479"/>
                </a:cubicBezTo>
                <a:lnTo>
                  <a:pt x="82346" y="11426"/>
                </a:lnTo>
                <a:lnTo>
                  <a:pt x="83448" y="7958"/>
                </a:lnTo>
                <a:lnTo>
                  <a:pt x="88260" y="2285"/>
                </a:lnTo>
                <a:cubicBezTo>
                  <a:pt x="88368" y="2178"/>
                  <a:pt x="88932" y="1317"/>
                  <a:pt x="89121" y="1237"/>
                </a:cubicBezTo>
                <a:close/>
                <a:moveTo>
                  <a:pt x="64656" y="8011"/>
                </a:moveTo>
                <a:cubicBezTo>
                  <a:pt x="65086" y="9383"/>
                  <a:pt x="65463" y="10754"/>
                  <a:pt x="65812" y="12152"/>
                </a:cubicBezTo>
                <a:cubicBezTo>
                  <a:pt x="65543" y="11372"/>
                  <a:pt x="65301" y="10646"/>
                  <a:pt x="65059" y="9893"/>
                </a:cubicBezTo>
                <a:lnTo>
                  <a:pt x="65033" y="9893"/>
                </a:lnTo>
                <a:cubicBezTo>
                  <a:pt x="64925" y="9383"/>
                  <a:pt x="64817" y="8845"/>
                  <a:pt x="64710" y="8307"/>
                </a:cubicBezTo>
                <a:cubicBezTo>
                  <a:pt x="64683" y="8200"/>
                  <a:pt x="64656" y="8119"/>
                  <a:pt x="64656" y="8011"/>
                </a:cubicBezTo>
                <a:close/>
                <a:moveTo>
                  <a:pt x="83690" y="11721"/>
                </a:moveTo>
                <a:lnTo>
                  <a:pt x="83636" y="11748"/>
                </a:lnTo>
                <a:cubicBezTo>
                  <a:pt x="83159" y="12081"/>
                  <a:pt x="82939" y="12234"/>
                  <a:pt x="82904" y="12234"/>
                </a:cubicBezTo>
                <a:cubicBezTo>
                  <a:pt x="82873" y="12234"/>
                  <a:pt x="82980" y="12121"/>
                  <a:pt x="83179" y="11910"/>
                </a:cubicBezTo>
                <a:lnTo>
                  <a:pt x="83690" y="11721"/>
                </a:lnTo>
                <a:close/>
                <a:moveTo>
                  <a:pt x="82776" y="12098"/>
                </a:moveTo>
                <a:lnTo>
                  <a:pt x="82776" y="12098"/>
                </a:lnTo>
                <a:cubicBezTo>
                  <a:pt x="82695" y="12178"/>
                  <a:pt x="82615" y="12286"/>
                  <a:pt x="82534" y="12367"/>
                </a:cubicBezTo>
                <a:cubicBezTo>
                  <a:pt x="82534" y="12340"/>
                  <a:pt x="82561" y="12313"/>
                  <a:pt x="82588" y="12259"/>
                </a:cubicBezTo>
                <a:lnTo>
                  <a:pt x="82776" y="12098"/>
                </a:lnTo>
                <a:close/>
                <a:moveTo>
                  <a:pt x="82104" y="12394"/>
                </a:moveTo>
                <a:lnTo>
                  <a:pt x="82050" y="12447"/>
                </a:lnTo>
                <a:lnTo>
                  <a:pt x="82050" y="12420"/>
                </a:lnTo>
                <a:lnTo>
                  <a:pt x="82104" y="12394"/>
                </a:lnTo>
                <a:close/>
                <a:moveTo>
                  <a:pt x="64898" y="12424"/>
                </a:moveTo>
                <a:lnTo>
                  <a:pt x="64925" y="12474"/>
                </a:lnTo>
                <a:cubicBezTo>
                  <a:pt x="64904" y="12453"/>
                  <a:pt x="64899" y="12433"/>
                  <a:pt x="64898" y="12424"/>
                </a:cubicBezTo>
                <a:close/>
                <a:moveTo>
                  <a:pt x="62210" y="11453"/>
                </a:moveTo>
                <a:cubicBezTo>
                  <a:pt x="62586" y="11883"/>
                  <a:pt x="62962" y="12313"/>
                  <a:pt x="63312" y="12743"/>
                </a:cubicBezTo>
                <a:lnTo>
                  <a:pt x="58500" y="12474"/>
                </a:lnTo>
                <a:cubicBezTo>
                  <a:pt x="57935" y="12394"/>
                  <a:pt x="57371" y="12313"/>
                  <a:pt x="56833" y="12205"/>
                </a:cubicBezTo>
                <a:cubicBezTo>
                  <a:pt x="55784" y="12017"/>
                  <a:pt x="54736" y="11775"/>
                  <a:pt x="53741" y="11506"/>
                </a:cubicBezTo>
                <a:lnTo>
                  <a:pt x="53741" y="11506"/>
                </a:lnTo>
                <a:cubicBezTo>
                  <a:pt x="54171" y="11533"/>
                  <a:pt x="54575" y="11533"/>
                  <a:pt x="54790" y="11560"/>
                </a:cubicBezTo>
                <a:cubicBezTo>
                  <a:pt x="55650" y="11668"/>
                  <a:pt x="56510" y="11721"/>
                  <a:pt x="57344" y="11721"/>
                </a:cubicBezTo>
                <a:cubicBezTo>
                  <a:pt x="57546" y="11725"/>
                  <a:pt x="57747" y="11726"/>
                  <a:pt x="57948" y="11726"/>
                </a:cubicBezTo>
                <a:cubicBezTo>
                  <a:pt x="59381" y="11726"/>
                  <a:pt x="60795" y="11641"/>
                  <a:pt x="62210" y="11453"/>
                </a:cubicBezTo>
                <a:close/>
                <a:moveTo>
                  <a:pt x="64925" y="12528"/>
                </a:moveTo>
                <a:lnTo>
                  <a:pt x="65033" y="12770"/>
                </a:lnTo>
                <a:lnTo>
                  <a:pt x="64952" y="12635"/>
                </a:lnTo>
                <a:cubicBezTo>
                  <a:pt x="64925" y="12609"/>
                  <a:pt x="64925" y="12555"/>
                  <a:pt x="64925" y="12528"/>
                </a:cubicBezTo>
                <a:close/>
                <a:moveTo>
                  <a:pt x="62586" y="11533"/>
                </a:moveTo>
                <a:lnTo>
                  <a:pt x="62586" y="11533"/>
                </a:lnTo>
                <a:cubicBezTo>
                  <a:pt x="62645" y="11578"/>
                  <a:pt x="62713" y="11598"/>
                  <a:pt x="62779" y="11598"/>
                </a:cubicBezTo>
                <a:cubicBezTo>
                  <a:pt x="62833" y="11598"/>
                  <a:pt x="62887" y="11584"/>
                  <a:pt x="62936" y="11560"/>
                </a:cubicBezTo>
                <a:lnTo>
                  <a:pt x="62962" y="11614"/>
                </a:lnTo>
                <a:cubicBezTo>
                  <a:pt x="63204" y="12017"/>
                  <a:pt x="63446" y="12394"/>
                  <a:pt x="63688" y="12797"/>
                </a:cubicBezTo>
                <a:lnTo>
                  <a:pt x="63661" y="12797"/>
                </a:lnTo>
                <a:cubicBezTo>
                  <a:pt x="63339" y="12367"/>
                  <a:pt x="62962" y="11963"/>
                  <a:pt x="62586" y="11533"/>
                </a:cubicBezTo>
                <a:close/>
                <a:moveTo>
                  <a:pt x="80452" y="9568"/>
                </a:moveTo>
                <a:cubicBezTo>
                  <a:pt x="80519" y="9968"/>
                  <a:pt x="80693" y="11390"/>
                  <a:pt x="80867" y="12582"/>
                </a:cubicBezTo>
                <a:cubicBezTo>
                  <a:pt x="80867" y="12733"/>
                  <a:pt x="80891" y="12837"/>
                  <a:pt x="80894" y="12983"/>
                </a:cubicBezTo>
                <a:lnTo>
                  <a:pt x="80894" y="12983"/>
                </a:lnTo>
                <a:cubicBezTo>
                  <a:pt x="80733" y="11854"/>
                  <a:pt x="80518" y="10377"/>
                  <a:pt x="80491" y="10081"/>
                </a:cubicBezTo>
                <a:cubicBezTo>
                  <a:pt x="80470" y="9914"/>
                  <a:pt x="80465" y="9747"/>
                  <a:pt x="80452" y="9568"/>
                </a:cubicBezTo>
                <a:close/>
                <a:moveTo>
                  <a:pt x="78130" y="5420"/>
                </a:moveTo>
                <a:cubicBezTo>
                  <a:pt x="78177" y="5420"/>
                  <a:pt x="78299" y="6052"/>
                  <a:pt x="78394" y="6398"/>
                </a:cubicBezTo>
                <a:cubicBezTo>
                  <a:pt x="79120" y="8684"/>
                  <a:pt x="79738" y="10969"/>
                  <a:pt x="80276" y="13254"/>
                </a:cubicBezTo>
                <a:cubicBezTo>
                  <a:pt x="79846" y="11990"/>
                  <a:pt x="79308" y="10754"/>
                  <a:pt x="78716" y="9571"/>
                </a:cubicBezTo>
                <a:cubicBezTo>
                  <a:pt x="78555" y="9006"/>
                  <a:pt x="78448" y="8442"/>
                  <a:pt x="78340" y="7877"/>
                </a:cubicBezTo>
                <a:cubicBezTo>
                  <a:pt x="78286" y="7474"/>
                  <a:pt x="78233" y="7097"/>
                  <a:pt x="78179" y="6694"/>
                </a:cubicBezTo>
                <a:cubicBezTo>
                  <a:pt x="78101" y="5736"/>
                  <a:pt x="78097" y="5420"/>
                  <a:pt x="78130" y="5420"/>
                </a:cubicBezTo>
                <a:close/>
                <a:moveTo>
                  <a:pt x="73329" y="10677"/>
                </a:moveTo>
                <a:cubicBezTo>
                  <a:pt x="73355" y="10677"/>
                  <a:pt x="73409" y="10716"/>
                  <a:pt x="73501" y="10807"/>
                </a:cubicBezTo>
                <a:cubicBezTo>
                  <a:pt x="73931" y="11318"/>
                  <a:pt x="74281" y="11910"/>
                  <a:pt x="74549" y="12528"/>
                </a:cubicBezTo>
                <a:cubicBezTo>
                  <a:pt x="74469" y="12528"/>
                  <a:pt x="74388" y="12582"/>
                  <a:pt x="74361" y="12689"/>
                </a:cubicBezTo>
                <a:cubicBezTo>
                  <a:pt x="74307" y="12877"/>
                  <a:pt x="74254" y="13092"/>
                  <a:pt x="74227" y="13281"/>
                </a:cubicBezTo>
                <a:cubicBezTo>
                  <a:pt x="74039" y="12770"/>
                  <a:pt x="73850" y="12205"/>
                  <a:pt x="73689" y="11668"/>
                </a:cubicBezTo>
                <a:cubicBezTo>
                  <a:pt x="73602" y="11384"/>
                  <a:pt x="73215" y="10677"/>
                  <a:pt x="73329" y="10677"/>
                </a:cubicBezTo>
                <a:close/>
                <a:moveTo>
                  <a:pt x="53850" y="12313"/>
                </a:moveTo>
                <a:cubicBezTo>
                  <a:pt x="55385" y="12313"/>
                  <a:pt x="57185" y="12624"/>
                  <a:pt x="58688" y="12716"/>
                </a:cubicBezTo>
                <a:cubicBezTo>
                  <a:pt x="60301" y="12904"/>
                  <a:pt x="61914" y="13012"/>
                  <a:pt x="63527" y="13012"/>
                </a:cubicBezTo>
                <a:cubicBezTo>
                  <a:pt x="63715" y="13227"/>
                  <a:pt x="63903" y="13469"/>
                  <a:pt x="64092" y="13711"/>
                </a:cubicBezTo>
                <a:cubicBezTo>
                  <a:pt x="62237" y="13711"/>
                  <a:pt x="60408" y="13603"/>
                  <a:pt x="58580" y="13361"/>
                </a:cubicBezTo>
                <a:cubicBezTo>
                  <a:pt x="57559" y="13254"/>
                  <a:pt x="56537" y="13092"/>
                  <a:pt x="55542" y="12877"/>
                </a:cubicBezTo>
                <a:cubicBezTo>
                  <a:pt x="54865" y="12747"/>
                  <a:pt x="53782" y="12339"/>
                  <a:pt x="53178" y="12339"/>
                </a:cubicBezTo>
                <a:cubicBezTo>
                  <a:pt x="53159" y="12339"/>
                  <a:pt x="53141" y="12339"/>
                  <a:pt x="53123" y="12340"/>
                </a:cubicBezTo>
                <a:cubicBezTo>
                  <a:pt x="53357" y="12321"/>
                  <a:pt x="53600" y="12313"/>
                  <a:pt x="53850" y="12313"/>
                </a:cubicBezTo>
                <a:close/>
                <a:moveTo>
                  <a:pt x="89094" y="11802"/>
                </a:moveTo>
                <a:lnTo>
                  <a:pt x="88852" y="12044"/>
                </a:lnTo>
                <a:cubicBezTo>
                  <a:pt x="87938" y="12635"/>
                  <a:pt x="86997" y="13227"/>
                  <a:pt x="86083" y="13845"/>
                </a:cubicBezTo>
                <a:cubicBezTo>
                  <a:pt x="87051" y="13146"/>
                  <a:pt x="88045" y="12447"/>
                  <a:pt x="89094" y="11802"/>
                </a:cubicBezTo>
                <a:close/>
                <a:moveTo>
                  <a:pt x="53885" y="13237"/>
                </a:moveTo>
                <a:cubicBezTo>
                  <a:pt x="54120" y="13237"/>
                  <a:pt x="54548" y="13268"/>
                  <a:pt x="54817" y="13281"/>
                </a:cubicBezTo>
                <a:cubicBezTo>
                  <a:pt x="55596" y="13308"/>
                  <a:pt x="56376" y="13361"/>
                  <a:pt x="57129" y="13496"/>
                </a:cubicBezTo>
                <a:cubicBezTo>
                  <a:pt x="58070" y="13630"/>
                  <a:pt x="58984" y="13845"/>
                  <a:pt x="59871" y="14087"/>
                </a:cubicBezTo>
                <a:cubicBezTo>
                  <a:pt x="58312" y="14087"/>
                  <a:pt x="56725" y="13926"/>
                  <a:pt x="55193" y="13603"/>
                </a:cubicBezTo>
                <a:cubicBezTo>
                  <a:pt x="55112" y="13576"/>
                  <a:pt x="55005" y="13523"/>
                  <a:pt x="54924" y="13496"/>
                </a:cubicBezTo>
                <a:cubicBezTo>
                  <a:pt x="54916" y="13488"/>
                  <a:pt x="54906" y="13485"/>
                  <a:pt x="54895" y="13485"/>
                </a:cubicBezTo>
                <a:cubicBezTo>
                  <a:pt x="54868" y="13485"/>
                  <a:pt x="54836" y="13504"/>
                  <a:pt x="54817" y="13523"/>
                </a:cubicBezTo>
                <a:lnTo>
                  <a:pt x="54279" y="13415"/>
                </a:lnTo>
                <a:cubicBezTo>
                  <a:pt x="53603" y="13274"/>
                  <a:pt x="53628" y="13237"/>
                  <a:pt x="53885" y="13237"/>
                </a:cubicBezTo>
                <a:close/>
                <a:moveTo>
                  <a:pt x="59064" y="13657"/>
                </a:moveTo>
                <a:cubicBezTo>
                  <a:pt x="60032" y="13765"/>
                  <a:pt x="61000" y="13845"/>
                  <a:pt x="61968" y="13899"/>
                </a:cubicBezTo>
                <a:lnTo>
                  <a:pt x="62505" y="13899"/>
                </a:lnTo>
                <a:cubicBezTo>
                  <a:pt x="61833" y="13953"/>
                  <a:pt x="61188" y="14033"/>
                  <a:pt x="60516" y="14087"/>
                </a:cubicBezTo>
                <a:cubicBezTo>
                  <a:pt x="60032" y="13926"/>
                  <a:pt x="59548" y="13791"/>
                  <a:pt x="59064" y="13657"/>
                </a:cubicBezTo>
                <a:close/>
                <a:moveTo>
                  <a:pt x="84255" y="12044"/>
                </a:moveTo>
                <a:lnTo>
                  <a:pt x="84255" y="12044"/>
                </a:lnTo>
                <a:cubicBezTo>
                  <a:pt x="83341" y="12662"/>
                  <a:pt x="82534" y="13415"/>
                  <a:pt x="81808" y="14275"/>
                </a:cubicBezTo>
                <a:cubicBezTo>
                  <a:pt x="81996" y="13765"/>
                  <a:pt x="82158" y="13308"/>
                  <a:pt x="82346" y="12851"/>
                </a:cubicBezTo>
                <a:cubicBezTo>
                  <a:pt x="82346" y="12864"/>
                  <a:pt x="82353" y="12871"/>
                  <a:pt x="82363" y="12871"/>
                </a:cubicBezTo>
                <a:cubicBezTo>
                  <a:pt x="82373" y="12871"/>
                  <a:pt x="82386" y="12864"/>
                  <a:pt x="82400" y="12851"/>
                </a:cubicBezTo>
                <a:lnTo>
                  <a:pt x="83287" y="12232"/>
                </a:lnTo>
                <a:cubicBezTo>
                  <a:pt x="83341" y="12313"/>
                  <a:pt x="83394" y="12313"/>
                  <a:pt x="83475" y="12313"/>
                </a:cubicBezTo>
                <a:lnTo>
                  <a:pt x="84255" y="12044"/>
                </a:lnTo>
                <a:close/>
                <a:moveTo>
                  <a:pt x="82426" y="753"/>
                </a:moveTo>
                <a:cubicBezTo>
                  <a:pt x="82615" y="914"/>
                  <a:pt x="82319" y="2769"/>
                  <a:pt x="82319" y="3119"/>
                </a:cubicBezTo>
                <a:cubicBezTo>
                  <a:pt x="82292" y="3629"/>
                  <a:pt x="82265" y="4140"/>
                  <a:pt x="82238" y="4651"/>
                </a:cubicBezTo>
                <a:cubicBezTo>
                  <a:pt x="81620" y="7286"/>
                  <a:pt x="81674" y="10028"/>
                  <a:pt x="81781" y="12743"/>
                </a:cubicBezTo>
                <a:lnTo>
                  <a:pt x="81727" y="12824"/>
                </a:lnTo>
                <a:cubicBezTo>
                  <a:pt x="81647" y="12877"/>
                  <a:pt x="81701" y="12985"/>
                  <a:pt x="81808" y="12985"/>
                </a:cubicBezTo>
                <a:lnTo>
                  <a:pt x="81808" y="13227"/>
                </a:lnTo>
                <a:cubicBezTo>
                  <a:pt x="81647" y="13603"/>
                  <a:pt x="81512" y="13953"/>
                  <a:pt x="81351" y="14329"/>
                </a:cubicBezTo>
                <a:cubicBezTo>
                  <a:pt x="81270" y="13576"/>
                  <a:pt x="81190" y="12851"/>
                  <a:pt x="81082" y="12098"/>
                </a:cubicBezTo>
                <a:cubicBezTo>
                  <a:pt x="81028" y="10189"/>
                  <a:pt x="81055" y="8280"/>
                  <a:pt x="81217" y="6345"/>
                </a:cubicBezTo>
                <a:lnTo>
                  <a:pt x="81244" y="6371"/>
                </a:lnTo>
                <a:cubicBezTo>
                  <a:pt x="81351" y="4920"/>
                  <a:pt x="81620" y="3468"/>
                  <a:pt x="81996" y="2070"/>
                </a:cubicBezTo>
                <a:cubicBezTo>
                  <a:pt x="82077" y="1774"/>
                  <a:pt x="82426" y="753"/>
                  <a:pt x="82426" y="753"/>
                </a:cubicBezTo>
                <a:close/>
                <a:moveTo>
                  <a:pt x="86567" y="11237"/>
                </a:moveTo>
                <a:cubicBezTo>
                  <a:pt x="86244" y="11506"/>
                  <a:pt x="85948" y="11775"/>
                  <a:pt x="85653" y="12071"/>
                </a:cubicBezTo>
                <a:cubicBezTo>
                  <a:pt x="85411" y="12232"/>
                  <a:pt x="85169" y="12420"/>
                  <a:pt x="84927" y="12609"/>
                </a:cubicBezTo>
                <a:cubicBezTo>
                  <a:pt x="84429" y="12949"/>
                  <a:pt x="82758" y="14386"/>
                  <a:pt x="82076" y="14386"/>
                </a:cubicBezTo>
                <a:cubicBezTo>
                  <a:pt x="82058" y="14386"/>
                  <a:pt x="82042" y="14385"/>
                  <a:pt x="82026" y="14383"/>
                </a:cubicBezTo>
                <a:lnTo>
                  <a:pt x="82026" y="14383"/>
                </a:lnTo>
                <a:cubicBezTo>
                  <a:pt x="82026" y="14383"/>
                  <a:pt x="82027" y="14383"/>
                  <a:pt x="82028" y="14383"/>
                </a:cubicBezTo>
                <a:cubicBezTo>
                  <a:pt x="82207" y="14383"/>
                  <a:pt x="83398" y="13009"/>
                  <a:pt x="83798" y="12689"/>
                </a:cubicBezTo>
                <a:cubicBezTo>
                  <a:pt x="84281" y="12313"/>
                  <a:pt x="84792" y="11963"/>
                  <a:pt x="85330" y="11668"/>
                </a:cubicBezTo>
                <a:lnTo>
                  <a:pt x="86567" y="11237"/>
                </a:lnTo>
                <a:close/>
                <a:moveTo>
                  <a:pt x="79012" y="10673"/>
                </a:moveTo>
                <a:lnTo>
                  <a:pt x="79012" y="10673"/>
                </a:lnTo>
                <a:cubicBezTo>
                  <a:pt x="79308" y="11291"/>
                  <a:pt x="79604" y="11936"/>
                  <a:pt x="79819" y="12609"/>
                </a:cubicBezTo>
                <a:cubicBezTo>
                  <a:pt x="79899" y="12824"/>
                  <a:pt x="80330" y="13845"/>
                  <a:pt x="80571" y="14571"/>
                </a:cubicBezTo>
                <a:lnTo>
                  <a:pt x="80598" y="14706"/>
                </a:lnTo>
                <a:cubicBezTo>
                  <a:pt x="80383" y="14195"/>
                  <a:pt x="80061" y="13603"/>
                  <a:pt x="79980" y="13361"/>
                </a:cubicBezTo>
                <a:cubicBezTo>
                  <a:pt x="79631" y="12474"/>
                  <a:pt x="79308" y="11587"/>
                  <a:pt x="79012" y="10673"/>
                </a:cubicBezTo>
                <a:close/>
                <a:moveTo>
                  <a:pt x="65516" y="13899"/>
                </a:moveTo>
                <a:lnTo>
                  <a:pt x="65785" y="14222"/>
                </a:lnTo>
                <a:cubicBezTo>
                  <a:pt x="65866" y="14517"/>
                  <a:pt x="65920" y="14840"/>
                  <a:pt x="66000" y="15136"/>
                </a:cubicBezTo>
                <a:cubicBezTo>
                  <a:pt x="65839" y="14759"/>
                  <a:pt x="65651" y="14383"/>
                  <a:pt x="65436" y="14007"/>
                </a:cubicBezTo>
                <a:cubicBezTo>
                  <a:pt x="65463" y="13980"/>
                  <a:pt x="65490" y="13953"/>
                  <a:pt x="65516" y="13899"/>
                </a:cubicBezTo>
                <a:close/>
                <a:moveTo>
                  <a:pt x="79469" y="6130"/>
                </a:moveTo>
                <a:lnTo>
                  <a:pt x="79469" y="6130"/>
                </a:lnTo>
                <a:cubicBezTo>
                  <a:pt x="79604" y="6452"/>
                  <a:pt x="79765" y="6775"/>
                  <a:pt x="79819" y="6963"/>
                </a:cubicBezTo>
                <a:cubicBezTo>
                  <a:pt x="79953" y="7393"/>
                  <a:pt x="80061" y="7796"/>
                  <a:pt x="80168" y="8226"/>
                </a:cubicBezTo>
                <a:cubicBezTo>
                  <a:pt x="80222" y="10055"/>
                  <a:pt x="80437" y="11856"/>
                  <a:pt x="80867" y="13630"/>
                </a:cubicBezTo>
                <a:cubicBezTo>
                  <a:pt x="80840" y="13738"/>
                  <a:pt x="80867" y="13845"/>
                  <a:pt x="80921" y="13926"/>
                </a:cubicBezTo>
                <a:cubicBezTo>
                  <a:pt x="80921" y="14168"/>
                  <a:pt x="80948" y="14383"/>
                  <a:pt x="80948" y="14598"/>
                </a:cubicBezTo>
                <a:cubicBezTo>
                  <a:pt x="80948" y="14680"/>
                  <a:pt x="81011" y="14715"/>
                  <a:pt x="81064" y="14715"/>
                </a:cubicBezTo>
                <a:cubicBezTo>
                  <a:pt x="81081" y="14715"/>
                  <a:pt x="81096" y="14712"/>
                  <a:pt x="81109" y="14706"/>
                </a:cubicBezTo>
                <a:lnTo>
                  <a:pt x="81163" y="14813"/>
                </a:lnTo>
                <a:lnTo>
                  <a:pt x="81028" y="15189"/>
                </a:lnTo>
                <a:cubicBezTo>
                  <a:pt x="80975" y="14974"/>
                  <a:pt x="80921" y="14759"/>
                  <a:pt x="80867" y="14517"/>
                </a:cubicBezTo>
                <a:cubicBezTo>
                  <a:pt x="80437" y="11721"/>
                  <a:pt x="80007" y="8925"/>
                  <a:pt x="79469" y="6130"/>
                </a:cubicBezTo>
                <a:close/>
                <a:moveTo>
                  <a:pt x="74576" y="14813"/>
                </a:moveTo>
                <a:cubicBezTo>
                  <a:pt x="74657" y="15028"/>
                  <a:pt x="74738" y="15216"/>
                  <a:pt x="74818" y="15431"/>
                </a:cubicBezTo>
                <a:cubicBezTo>
                  <a:pt x="74738" y="15324"/>
                  <a:pt x="74630" y="15216"/>
                  <a:pt x="74549" y="15082"/>
                </a:cubicBezTo>
                <a:cubicBezTo>
                  <a:pt x="74549" y="15028"/>
                  <a:pt x="74576" y="14921"/>
                  <a:pt x="74576" y="14813"/>
                </a:cubicBezTo>
                <a:close/>
                <a:moveTo>
                  <a:pt x="74553" y="9042"/>
                </a:moveTo>
                <a:cubicBezTo>
                  <a:pt x="74589" y="9042"/>
                  <a:pt x="74655" y="9126"/>
                  <a:pt x="74765" y="9329"/>
                </a:cubicBezTo>
                <a:cubicBezTo>
                  <a:pt x="75006" y="9759"/>
                  <a:pt x="75195" y="10216"/>
                  <a:pt x="75329" y="10700"/>
                </a:cubicBezTo>
                <a:cubicBezTo>
                  <a:pt x="75571" y="12340"/>
                  <a:pt x="75921" y="13980"/>
                  <a:pt x="76351" y="15593"/>
                </a:cubicBezTo>
                <a:cubicBezTo>
                  <a:pt x="75974" y="14840"/>
                  <a:pt x="75598" y="14114"/>
                  <a:pt x="75195" y="13388"/>
                </a:cubicBezTo>
                <a:cubicBezTo>
                  <a:pt x="75006" y="12474"/>
                  <a:pt x="74872" y="11560"/>
                  <a:pt x="74765" y="10646"/>
                </a:cubicBezTo>
                <a:cubicBezTo>
                  <a:pt x="74743" y="10304"/>
                  <a:pt x="74415" y="9042"/>
                  <a:pt x="74553" y="9042"/>
                </a:cubicBezTo>
                <a:close/>
                <a:moveTo>
                  <a:pt x="56241" y="14033"/>
                </a:moveTo>
                <a:cubicBezTo>
                  <a:pt x="57491" y="14222"/>
                  <a:pt x="58740" y="14307"/>
                  <a:pt x="59972" y="14307"/>
                </a:cubicBezTo>
                <a:cubicBezTo>
                  <a:pt x="60145" y="14307"/>
                  <a:pt x="60317" y="14306"/>
                  <a:pt x="60489" y="14302"/>
                </a:cubicBezTo>
                <a:cubicBezTo>
                  <a:pt x="61054" y="14490"/>
                  <a:pt x="61618" y="14679"/>
                  <a:pt x="62156" y="14921"/>
                </a:cubicBezTo>
                <a:cubicBezTo>
                  <a:pt x="62210" y="14947"/>
                  <a:pt x="63715" y="15700"/>
                  <a:pt x="63715" y="15700"/>
                </a:cubicBezTo>
                <a:cubicBezTo>
                  <a:pt x="63701" y="15722"/>
                  <a:pt x="63652" y="15730"/>
                  <a:pt x="63587" y="15730"/>
                </a:cubicBezTo>
                <a:cubicBezTo>
                  <a:pt x="63415" y="15730"/>
                  <a:pt x="63129" y="15673"/>
                  <a:pt x="63070" y="15673"/>
                </a:cubicBezTo>
                <a:cubicBezTo>
                  <a:pt x="63034" y="15674"/>
                  <a:pt x="62998" y="15675"/>
                  <a:pt x="62962" y="15675"/>
                </a:cubicBezTo>
                <a:cubicBezTo>
                  <a:pt x="61941" y="15675"/>
                  <a:pt x="60804" y="15317"/>
                  <a:pt x="59817" y="15109"/>
                </a:cubicBezTo>
                <a:cubicBezTo>
                  <a:pt x="58607" y="14840"/>
                  <a:pt x="57424" y="14490"/>
                  <a:pt x="56241" y="14033"/>
                </a:cubicBezTo>
                <a:close/>
                <a:moveTo>
                  <a:pt x="66283" y="14814"/>
                </a:moveTo>
                <a:cubicBezTo>
                  <a:pt x="66356" y="14966"/>
                  <a:pt x="66408" y="15120"/>
                  <a:pt x="66484" y="15297"/>
                </a:cubicBezTo>
                <a:lnTo>
                  <a:pt x="66484" y="15324"/>
                </a:lnTo>
                <a:cubicBezTo>
                  <a:pt x="66538" y="15566"/>
                  <a:pt x="66565" y="15808"/>
                  <a:pt x="66592" y="16023"/>
                </a:cubicBezTo>
                <a:cubicBezTo>
                  <a:pt x="66489" y="15637"/>
                  <a:pt x="66386" y="15226"/>
                  <a:pt x="66283" y="14814"/>
                </a:cubicBezTo>
                <a:close/>
                <a:moveTo>
                  <a:pt x="66215" y="15915"/>
                </a:moveTo>
                <a:lnTo>
                  <a:pt x="66269" y="16103"/>
                </a:lnTo>
                <a:cubicBezTo>
                  <a:pt x="66215" y="16050"/>
                  <a:pt x="66189" y="15996"/>
                  <a:pt x="66162" y="15969"/>
                </a:cubicBezTo>
                <a:cubicBezTo>
                  <a:pt x="66189" y="15942"/>
                  <a:pt x="66189" y="15942"/>
                  <a:pt x="66215" y="15915"/>
                </a:cubicBezTo>
                <a:close/>
                <a:moveTo>
                  <a:pt x="73474" y="14222"/>
                </a:moveTo>
                <a:cubicBezTo>
                  <a:pt x="73635" y="14383"/>
                  <a:pt x="73743" y="14517"/>
                  <a:pt x="73877" y="14652"/>
                </a:cubicBezTo>
                <a:cubicBezTo>
                  <a:pt x="73770" y="15163"/>
                  <a:pt x="73662" y="15646"/>
                  <a:pt x="73528" y="16157"/>
                </a:cubicBezTo>
                <a:cubicBezTo>
                  <a:pt x="73367" y="15862"/>
                  <a:pt x="73232" y="15539"/>
                  <a:pt x="73178" y="15189"/>
                </a:cubicBezTo>
                <a:cubicBezTo>
                  <a:pt x="73286" y="14840"/>
                  <a:pt x="73393" y="14544"/>
                  <a:pt x="73474" y="14222"/>
                </a:cubicBezTo>
                <a:close/>
                <a:moveTo>
                  <a:pt x="84147" y="13496"/>
                </a:moveTo>
                <a:lnTo>
                  <a:pt x="84147" y="13496"/>
                </a:lnTo>
                <a:cubicBezTo>
                  <a:pt x="83556" y="14060"/>
                  <a:pt x="82991" y="14625"/>
                  <a:pt x="82400" y="15216"/>
                </a:cubicBezTo>
                <a:cubicBezTo>
                  <a:pt x="81996" y="15593"/>
                  <a:pt x="81566" y="16023"/>
                  <a:pt x="81163" y="16426"/>
                </a:cubicBezTo>
                <a:lnTo>
                  <a:pt x="81163" y="16372"/>
                </a:lnTo>
                <a:cubicBezTo>
                  <a:pt x="81297" y="15888"/>
                  <a:pt x="81432" y="15405"/>
                  <a:pt x="81593" y="14947"/>
                </a:cubicBezTo>
                <a:lnTo>
                  <a:pt x="81620" y="14947"/>
                </a:lnTo>
                <a:cubicBezTo>
                  <a:pt x="82480" y="14490"/>
                  <a:pt x="83341" y="14007"/>
                  <a:pt x="84147" y="13496"/>
                </a:cubicBezTo>
                <a:close/>
                <a:moveTo>
                  <a:pt x="77050" y="7124"/>
                </a:moveTo>
                <a:lnTo>
                  <a:pt x="77050" y="7124"/>
                </a:lnTo>
                <a:cubicBezTo>
                  <a:pt x="77157" y="7286"/>
                  <a:pt x="77345" y="7635"/>
                  <a:pt x="77668" y="8146"/>
                </a:cubicBezTo>
                <a:cubicBezTo>
                  <a:pt x="77964" y="8630"/>
                  <a:pt x="78259" y="9141"/>
                  <a:pt x="78528" y="9678"/>
                </a:cubicBezTo>
                <a:cubicBezTo>
                  <a:pt x="79120" y="11829"/>
                  <a:pt x="79872" y="13899"/>
                  <a:pt x="80787" y="15942"/>
                </a:cubicBezTo>
                <a:cubicBezTo>
                  <a:pt x="80733" y="16103"/>
                  <a:pt x="80652" y="16265"/>
                  <a:pt x="80625" y="16453"/>
                </a:cubicBezTo>
                <a:cubicBezTo>
                  <a:pt x="79792" y="14679"/>
                  <a:pt x="78985" y="12877"/>
                  <a:pt x="78286" y="11049"/>
                </a:cubicBezTo>
                <a:cubicBezTo>
                  <a:pt x="77829" y="9759"/>
                  <a:pt x="77399" y="8442"/>
                  <a:pt x="77050" y="7124"/>
                </a:cubicBezTo>
                <a:close/>
                <a:moveTo>
                  <a:pt x="65354" y="4620"/>
                </a:moveTo>
                <a:cubicBezTo>
                  <a:pt x="65378" y="4620"/>
                  <a:pt x="65451" y="4757"/>
                  <a:pt x="65624" y="5081"/>
                </a:cubicBezTo>
                <a:lnTo>
                  <a:pt x="65624" y="5108"/>
                </a:lnTo>
                <a:cubicBezTo>
                  <a:pt x="66081" y="5968"/>
                  <a:pt x="66296" y="7044"/>
                  <a:pt x="66538" y="8011"/>
                </a:cubicBezTo>
                <a:cubicBezTo>
                  <a:pt x="66699" y="8657"/>
                  <a:pt x="66861" y="9302"/>
                  <a:pt x="66995" y="9947"/>
                </a:cubicBezTo>
                <a:cubicBezTo>
                  <a:pt x="66995" y="12071"/>
                  <a:pt x="67183" y="14195"/>
                  <a:pt x="67560" y="16292"/>
                </a:cubicBezTo>
                <a:lnTo>
                  <a:pt x="67560" y="16534"/>
                </a:lnTo>
                <a:cubicBezTo>
                  <a:pt x="66995" y="14598"/>
                  <a:pt x="66430" y="12662"/>
                  <a:pt x="65866" y="10727"/>
                </a:cubicBezTo>
                <a:cubicBezTo>
                  <a:pt x="65866" y="10619"/>
                  <a:pt x="65839" y="10512"/>
                  <a:pt x="65812" y="10404"/>
                </a:cubicBezTo>
                <a:cubicBezTo>
                  <a:pt x="65543" y="8737"/>
                  <a:pt x="65409" y="7070"/>
                  <a:pt x="65409" y="5377"/>
                </a:cubicBezTo>
                <a:cubicBezTo>
                  <a:pt x="65393" y="4926"/>
                  <a:pt x="65319" y="4620"/>
                  <a:pt x="65354" y="4620"/>
                </a:cubicBezTo>
                <a:close/>
                <a:moveTo>
                  <a:pt x="69495" y="11668"/>
                </a:moveTo>
                <a:cubicBezTo>
                  <a:pt x="69603" y="13119"/>
                  <a:pt x="69683" y="14625"/>
                  <a:pt x="69683" y="16103"/>
                </a:cubicBezTo>
                <a:cubicBezTo>
                  <a:pt x="69657" y="16426"/>
                  <a:pt x="69630" y="16722"/>
                  <a:pt x="69603" y="17018"/>
                </a:cubicBezTo>
                <a:cubicBezTo>
                  <a:pt x="69576" y="16587"/>
                  <a:pt x="69549" y="16130"/>
                  <a:pt x="69522" y="15700"/>
                </a:cubicBezTo>
                <a:lnTo>
                  <a:pt x="69522" y="15082"/>
                </a:lnTo>
                <a:lnTo>
                  <a:pt x="69495" y="11668"/>
                </a:lnTo>
                <a:close/>
                <a:moveTo>
                  <a:pt x="75759" y="12017"/>
                </a:moveTo>
                <a:cubicBezTo>
                  <a:pt x="75947" y="12555"/>
                  <a:pt x="76136" y="13066"/>
                  <a:pt x="76324" y="13603"/>
                </a:cubicBezTo>
                <a:lnTo>
                  <a:pt x="76297" y="13603"/>
                </a:lnTo>
                <a:cubicBezTo>
                  <a:pt x="76512" y="14840"/>
                  <a:pt x="76781" y="16050"/>
                  <a:pt x="77130" y="17233"/>
                </a:cubicBezTo>
                <a:lnTo>
                  <a:pt x="76915" y="16749"/>
                </a:lnTo>
                <a:cubicBezTo>
                  <a:pt x="76673" y="15969"/>
                  <a:pt x="76458" y="15216"/>
                  <a:pt x="76270" y="14437"/>
                </a:cubicBezTo>
                <a:cubicBezTo>
                  <a:pt x="76082" y="13684"/>
                  <a:pt x="75921" y="12851"/>
                  <a:pt x="75759" y="12017"/>
                </a:cubicBezTo>
                <a:close/>
                <a:moveTo>
                  <a:pt x="74818" y="13039"/>
                </a:moveTo>
                <a:lnTo>
                  <a:pt x="75087" y="13496"/>
                </a:lnTo>
                <a:cubicBezTo>
                  <a:pt x="75383" y="14813"/>
                  <a:pt x="75759" y="16077"/>
                  <a:pt x="76243" y="17340"/>
                </a:cubicBezTo>
                <a:cubicBezTo>
                  <a:pt x="76001" y="16991"/>
                  <a:pt x="75759" y="16668"/>
                  <a:pt x="75517" y="16319"/>
                </a:cubicBezTo>
                <a:cubicBezTo>
                  <a:pt x="75544" y="16184"/>
                  <a:pt x="75571" y="16023"/>
                  <a:pt x="75598" y="15862"/>
                </a:cubicBezTo>
                <a:cubicBezTo>
                  <a:pt x="75657" y="15624"/>
                  <a:pt x="75469" y="15430"/>
                  <a:pt x="75258" y="15430"/>
                </a:cubicBezTo>
                <a:cubicBezTo>
                  <a:pt x="75183" y="15430"/>
                  <a:pt x="75104" y="15455"/>
                  <a:pt x="75033" y="15512"/>
                </a:cubicBezTo>
                <a:cubicBezTo>
                  <a:pt x="74899" y="15163"/>
                  <a:pt x="74765" y="14813"/>
                  <a:pt x="74630" y="14464"/>
                </a:cubicBezTo>
                <a:cubicBezTo>
                  <a:pt x="74684" y="13980"/>
                  <a:pt x="74765" y="13496"/>
                  <a:pt x="74818" y="13039"/>
                </a:cubicBezTo>
                <a:close/>
                <a:moveTo>
                  <a:pt x="73151" y="17179"/>
                </a:moveTo>
                <a:lnTo>
                  <a:pt x="73259" y="17313"/>
                </a:lnTo>
                <a:cubicBezTo>
                  <a:pt x="73259" y="17340"/>
                  <a:pt x="73259" y="17367"/>
                  <a:pt x="73232" y="17394"/>
                </a:cubicBezTo>
                <a:lnTo>
                  <a:pt x="73151" y="17179"/>
                </a:lnTo>
                <a:close/>
                <a:moveTo>
                  <a:pt x="74496" y="15378"/>
                </a:moveTo>
                <a:cubicBezTo>
                  <a:pt x="74630" y="15539"/>
                  <a:pt x="74765" y="15700"/>
                  <a:pt x="74872" y="15835"/>
                </a:cubicBezTo>
                <a:cubicBezTo>
                  <a:pt x="74711" y="16426"/>
                  <a:pt x="74523" y="16991"/>
                  <a:pt x="74361" y="17555"/>
                </a:cubicBezTo>
                <a:lnTo>
                  <a:pt x="74254" y="17367"/>
                </a:lnTo>
                <a:cubicBezTo>
                  <a:pt x="74334" y="16695"/>
                  <a:pt x="74415" y="16023"/>
                  <a:pt x="74496" y="15378"/>
                </a:cubicBezTo>
                <a:close/>
                <a:moveTo>
                  <a:pt x="68931" y="13092"/>
                </a:moveTo>
                <a:lnTo>
                  <a:pt x="68931" y="13092"/>
                </a:lnTo>
                <a:cubicBezTo>
                  <a:pt x="69038" y="13953"/>
                  <a:pt x="69146" y="14840"/>
                  <a:pt x="69200" y="15727"/>
                </a:cubicBezTo>
                <a:lnTo>
                  <a:pt x="69200" y="17770"/>
                </a:lnTo>
                <a:cubicBezTo>
                  <a:pt x="69038" y="16211"/>
                  <a:pt x="68958" y="14652"/>
                  <a:pt x="68931" y="13092"/>
                </a:cubicBezTo>
                <a:close/>
                <a:moveTo>
                  <a:pt x="64253" y="13926"/>
                </a:moveTo>
                <a:cubicBezTo>
                  <a:pt x="64817" y="14652"/>
                  <a:pt x="65355" y="15405"/>
                  <a:pt x="65866" y="16157"/>
                </a:cubicBezTo>
                <a:cubicBezTo>
                  <a:pt x="66108" y="16507"/>
                  <a:pt x="66323" y="16829"/>
                  <a:pt x="66538" y="17179"/>
                </a:cubicBezTo>
                <a:cubicBezTo>
                  <a:pt x="66619" y="17421"/>
                  <a:pt x="66672" y="17636"/>
                  <a:pt x="66753" y="17878"/>
                </a:cubicBezTo>
                <a:lnTo>
                  <a:pt x="59172" y="15189"/>
                </a:lnTo>
                <a:lnTo>
                  <a:pt x="59172" y="15189"/>
                </a:lnTo>
                <a:cubicBezTo>
                  <a:pt x="60865" y="15620"/>
                  <a:pt x="62559" y="15888"/>
                  <a:pt x="64280" y="16023"/>
                </a:cubicBezTo>
                <a:cubicBezTo>
                  <a:pt x="64387" y="16023"/>
                  <a:pt x="64441" y="15862"/>
                  <a:pt x="64334" y="15808"/>
                </a:cubicBezTo>
                <a:cubicBezTo>
                  <a:pt x="63312" y="15216"/>
                  <a:pt x="62210" y="14706"/>
                  <a:pt x="61081" y="14302"/>
                </a:cubicBezTo>
                <a:cubicBezTo>
                  <a:pt x="62102" y="14248"/>
                  <a:pt x="63151" y="14141"/>
                  <a:pt x="64172" y="13953"/>
                </a:cubicBezTo>
                <a:cubicBezTo>
                  <a:pt x="64199" y="13953"/>
                  <a:pt x="64226" y="13953"/>
                  <a:pt x="64253" y="13926"/>
                </a:cubicBezTo>
                <a:close/>
                <a:moveTo>
                  <a:pt x="66995" y="16480"/>
                </a:moveTo>
                <a:lnTo>
                  <a:pt x="66995" y="16480"/>
                </a:lnTo>
                <a:cubicBezTo>
                  <a:pt x="67183" y="16964"/>
                  <a:pt x="67371" y="17421"/>
                  <a:pt x="67560" y="17878"/>
                </a:cubicBezTo>
                <a:lnTo>
                  <a:pt x="67103" y="17259"/>
                </a:lnTo>
                <a:cubicBezTo>
                  <a:pt x="67076" y="16991"/>
                  <a:pt x="67022" y="16749"/>
                  <a:pt x="66995" y="16480"/>
                </a:cubicBezTo>
                <a:close/>
                <a:moveTo>
                  <a:pt x="74200" y="17690"/>
                </a:moveTo>
                <a:lnTo>
                  <a:pt x="74281" y="17824"/>
                </a:lnTo>
                <a:cubicBezTo>
                  <a:pt x="74281" y="17878"/>
                  <a:pt x="74254" y="17932"/>
                  <a:pt x="74227" y="18012"/>
                </a:cubicBezTo>
                <a:lnTo>
                  <a:pt x="74173" y="17878"/>
                </a:lnTo>
                <a:cubicBezTo>
                  <a:pt x="74200" y="17824"/>
                  <a:pt x="74200" y="17770"/>
                  <a:pt x="74200" y="17717"/>
                </a:cubicBezTo>
                <a:lnTo>
                  <a:pt x="74200" y="17690"/>
                </a:lnTo>
                <a:close/>
                <a:moveTo>
                  <a:pt x="81808" y="17636"/>
                </a:moveTo>
                <a:lnTo>
                  <a:pt x="81324" y="18012"/>
                </a:lnTo>
                <a:lnTo>
                  <a:pt x="81270" y="17905"/>
                </a:lnTo>
                <a:cubicBezTo>
                  <a:pt x="81459" y="17824"/>
                  <a:pt x="81620" y="17717"/>
                  <a:pt x="81808" y="17636"/>
                </a:cubicBezTo>
                <a:close/>
                <a:moveTo>
                  <a:pt x="73609" y="17717"/>
                </a:moveTo>
                <a:lnTo>
                  <a:pt x="73609" y="17717"/>
                </a:lnTo>
                <a:cubicBezTo>
                  <a:pt x="73582" y="17878"/>
                  <a:pt x="73555" y="18012"/>
                  <a:pt x="73528" y="18174"/>
                </a:cubicBezTo>
                <a:cubicBezTo>
                  <a:pt x="73528" y="18147"/>
                  <a:pt x="73528" y="18120"/>
                  <a:pt x="73501" y="18093"/>
                </a:cubicBezTo>
                <a:cubicBezTo>
                  <a:pt x="73555" y="17985"/>
                  <a:pt x="73582" y="17851"/>
                  <a:pt x="73609" y="17717"/>
                </a:cubicBezTo>
                <a:close/>
                <a:moveTo>
                  <a:pt x="67882" y="18120"/>
                </a:moveTo>
                <a:cubicBezTo>
                  <a:pt x="67909" y="18227"/>
                  <a:pt x="67936" y="18362"/>
                  <a:pt x="67963" y="18469"/>
                </a:cubicBezTo>
                <a:lnTo>
                  <a:pt x="67963" y="18496"/>
                </a:lnTo>
                <a:lnTo>
                  <a:pt x="67882" y="18362"/>
                </a:lnTo>
                <a:lnTo>
                  <a:pt x="67882" y="18120"/>
                </a:lnTo>
                <a:close/>
                <a:moveTo>
                  <a:pt x="81055" y="18012"/>
                </a:moveTo>
                <a:cubicBezTo>
                  <a:pt x="81082" y="18039"/>
                  <a:pt x="81109" y="18093"/>
                  <a:pt x="81136" y="18147"/>
                </a:cubicBezTo>
                <a:lnTo>
                  <a:pt x="80625" y="18523"/>
                </a:lnTo>
                <a:cubicBezTo>
                  <a:pt x="80625" y="18416"/>
                  <a:pt x="80652" y="18308"/>
                  <a:pt x="80679" y="18200"/>
                </a:cubicBezTo>
                <a:lnTo>
                  <a:pt x="81055" y="18012"/>
                </a:lnTo>
                <a:close/>
                <a:moveTo>
                  <a:pt x="74092" y="18442"/>
                </a:moveTo>
                <a:cubicBezTo>
                  <a:pt x="74119" y="18469"/>
                  <a:pt x="74092" y="18523"/>
                  <a:pt x="74092" y="18550"/>
                </a:cubicBezTo>
                <a:lnTo>
                  <a:pt x="74092" y="18442"/>
                </a:lnTo>
                <a:close/>
                <a:moveTo>
                  <a:pt x="77103" y="13415"/>
                </a:moveTo>
                <a:lnTo>
                  <a:pt x="77103" y="13415"/>
                </a:lnTo>
                <a:cubicBezTo>
                  <a:pt x="77184" y="13765"/>
                  <a:pt x="77292" y="14087"/>
                  <a:pt x="77372" y="14437"/>
                </a:cubicBezTo>
                <a:cubicBezTo>
                  <a:pt x="77749" y="15835"/>
                  <a:pt x="78125" y="17206"/>
                  <a:pt x="78528" y="18604"/>
                </a:cubicBezTo>
                <a:lnTo>
                  <a:pt x="78501" y="18604"/>
                </a:lnTo>
                <a:cubicBezTo>
                  <a:pt x="78286" y="17958"/>
                  <a:pt x="78071" y="17286"/>
                  <a:pt x="77883" y="16641"/>
                </a:cubicBezTo>
                <a:cubicBezTo>
                  <a:pt x="77560" y="15566"/>
                  <a:pt x="77318" y="14490"/>
                  <a:pt x="77103" y="13415"/>
                </a:cubicBezTo>
                <a:close/>
                <a:moveTo>
                  <a:pt x="65543" y="18416"/>
                </a:moveTo>
                <a:cubicBezTo>
                  <a:pt x="66000" y="18469"/>
                  <a:pt x="66484" y="18550"/>
                  <a:pt x="66941" y="18604"/>
                </a:cubicBezTo>
                <a:lnTo>
                  <a:pt x="67049" y="18953"/>
                </a:lnTo>
                <a:cubicBezTo>
                  <a:pt x="66538" y="18765"/>
                  <a:pt x="66027" y="18604"/>
                  <a:pt x="65543" y="18416"/>
                </a:cubicBezTo>
                <a:close/>
                <a:moveTo>
                  <a:pt x="72345" y="17125"/>
                </a:moveTo>
                <a:cubicBezTo>
                  <a:pt x="72506" y="17663"/>
                  <a:pt x="72694" y="18227"/>
                  <a:pt x="72910" y="18792"/>
                </a:cubicBezTo>
                <a:lnTo>
                  <a:pt x="72829" y="19061"/>
                </a:lnTo>
                <a:cubicBezTo>
                  <a:pt x="72641" y="18738"/>
                  <a:pt x="72452" y="18416"/>
                  <a:pt x="72237" y="18093"/>
                </a:cubicBezTo>
                <a:lnTo>
                  <a:pt x="72345" y="17125"/>
                </a:lnTo>
                <a:close/>
                <a:moveTo>
                  <a:pt x="75410" y="16776"/>
                </a:moveTo>
                <a:cubicBezTo>
                  <a:pt x="75679" y="17394"/>
                  <a:pt x="75974" y="18012"/>
                  <a:pt x="76297" y="18631"/>
                </a:cubicBezTo>
                <a:cubicBezTo>
                  <a:pt x="76234" y="18586"/>
                  <a:pt x="76162" y="18565"/>
                  <a:pt x="76093" y="18565"/>
                </a:cubicBezTo>
                <a:cubicBezTo>
                  <a:pt x="75953" y="18565"/>
                  <a:pt x="75822" y="18649"/>
                  <a:pt x="75786" y="18792"/>
                </a:cubicBezTo>
                <a:cubicBezTo>
                  <a:pt x="75732" y="18980"/>
                  <a:pt x="75679" y="19141"/>
                  <a:pt x="75625" y="19330"/>
                </a:cubicBezTo>
                <a:lnTo>
                  <a:pt x="75248" y="18792"/>
                </a:lnTo>
                <a:cubicBezTo>
                  <a:pt x="75195" y="18711"/>
                  <a:pt x="75114" y="18604"/>
                  <a:pt x="75033" y="18523"/>
                </a:cubicBezTo>
                <a:cubicBezTo>
                  <a:pt x="75168" y="17932"/>
                  <a:pt x="75275" y="17340"/>
                  <a:pt x="75410" y="16776"/>
                </a:cubicBezTo>
                <a:close/>
                <a:moveTo>
                  <a:pt x="77372" y="18174"/>
                </a:moveTo>
                <a:lnTo>
                  <a:pt x="77560" y="18604"/>
                </a:lnTo>
                <a:cubicBezTo>
                  <a:pt x="77668" y="18925"/>
                  <a:pt x="77775" y="19230"/>
                  <a:pt x="77896" y="19545"/>
                </a:cubicBezTo>
                <a:lnTo>
                  <a:pt x="77883" y="19545"/>
                </a:lnTo>
                <a:cubicBezTo>
                  <a:pt x="77722" y="19088"/>
                  <a:pt x="77560" y="18631"/>
                  <a:pt x="77372" y="18174"/>
                </a:cubicBezTo>
                <a:close/>
                <a:moveTo>
                  <a:pt x="85814" y="18711"/>
                </a:moveTo>
                <a:lnTo>
                  <a:pt x="85814" y="18711"/>
                </a:lnTo>
                <a:cubicBezTo>
                  <a:pt x="85599" y="19007"/>
                  <a:pt x="85384" y="19303"/>
                  <a:pt x="85142" y="19598"/>
                </a:cubicBezTo>
                <a:cubicBezTo>
                  <a:pt x="85128" y="19585"/>
                  <a:pt x="85115" y="19578"/>
                  <a:pt x="85101" y="19578"/>
                </a:cubicBezTo>
                <a:cubicBezTo>
                  <a:pt x="85088" y="19578"/>
                  <a:pt x="85075" y="19585"/>
                  <a:pt x="85061" y="19598"/>
                </a:cubicBezTo>
                <a:cubicBezTo>
                  <a:pt x="85303" y="19303"/>
                  <a:pt x="85572" y="19007"/>
                  <a:pt x="85814" y="18711"/>
                </a:cubicBezTo>
                <a:close/>
                <a:moveTo>
                  <a:pt x="72291" y="13818"/>
                </a:moveTo>
                <a:lnTo>
                  <a:pt x="72291" y="13818"/>
                </a:lnTo>
                <a:cubicBezTo>
                  <a:pt x="72237" y="14437"/>
                  <a:pt x="72184" y="15082"/>
                  <a:pt x="72103" y="15700"/>
                </a:cubicBezTo>
                <a:cubicBezTo>
                  <a:pt x="72080" y="15670"/>
                  <a:pt x="72048" y="15656"/>
                  <a:pt x="72016" y="15656"/>
                </a:cubicBezTo>
                <a:cubicBezTo>
                  <a:pt x="71937" y="15656"/>
                  <a:pt x="71857" y="15739"/>
                  <a:pt x="71915" y="15835"/>
                </a:cubicBezTo>
                <a:cubicBezTo>
                  <a:pt x="71969" y="15942"/>
                  <a:pt x="72022" y="16050"/>
                  <a:pt x="72076" y="16157"/>
                </a:cubicBezTo>
                <a:lnTo>
                  <a:pt x="71888" y="17985"/>
                </a:lnTo>
                <a:cubicBezTo>
                  <a:pt x="71727" y="18039"/>
                  <a:pt x="71673" y="18200"/>
                  <a:pt x="71754" y="18308"/>
                </a:cubicBezTo>
                <a:lnTo>
                  <a:pt x="71834" y="18442"/>
                </a:lnTo>
                <a:lnTo>
                  <a:pt x="71700" y="19625"/>
                </a:lnTo>
                <a:cubicBezTo>
                  <a:pt x="71646" y="19518"/>
                  <a:pt x="71592" y="19437"/>
                  <a:pt x="71538" y="19356"/>
                </a:cubicBezTo>
                <a:cubicBezTo>
                  <a:pt x="71431" y="19168"/>
                  <a:pt x="71350" y="18980"/>
                  <a:pt x="71243" y="18792"/>
                </a:cubicBezTo>
                <a:cubicBezTo>
                  <a:pt x="71512" y="17125"/>
                  <a:pt x="71861" y="15458"/>
                  <a:pt x="72291" y="13818"/>
                </a:cubicBezTo>
                <a:close/>
                <a:moveTo>
                  <a:pt x="74980" y="18792"/>
                </a:moveTo>
                <a:lnTo>
                  <a:pt x="75544" y="19572"/>
                </a:lnTo>
                <a:lnTo>
                  <a:pt x="75517" y="19652"/>
                </a:lnTo>
                <a:lnTo>
                  <a:pt x="74953" y="18980"/>
                </a:lnTo>
                <a:cubicBezTo>
                  <a:pt x="74953" y="18899"/>
                  <a:pt x="74980" y="18846"/>
                  <a:pt x="74980" y="18792"/>
                </a:cubicBezTo>
                <a:close/>
                <a:moveTo>
                  <a:pt x="73151" y="19518"/>
                </a:moveTo>
                <a:cubicBezTo>
                  <a:pt x="73205" y="19572"/>
                  <a:pt x="73232" y="19679"/>
                  <a:pt x="73259" y="19760"/>
                </a:cubicBezTo>
                <a:lnTo>
                  <a:pt x="73151" y="19572"/>
                </a:lnTo>
                <a:lnTo>
                  <a:pt x="73151" y="19518"/>
                </a:lnTo>
                <a:close/>
                <a:moveTo>
                  <a:pt x="67425" y="18550"/>
                </a:moveTo>
                <a:cubicBezTo>
                  <a:pt x="67694" y="19007"/>
                  <a:pt x="67936" y="19491"/>
                  <a:pt x="68205" y="19948"/>
                </a:cubicBezTo>
                <a:lnTo>
                  <a:pt x="67156" y="19572"/>
                </a:lnTo>
                <a:lnTo>
                  <a:pt x="67210" y="19572"/>
                </a:lnTo>
                <a:cubicBezTo>
                  <a:pt x="67226" y="19574"/>
                  <a:pt x="67241" y="19576"/>
                  <a:pt x="67255" y="19576"/>
                </a:cubicBezTo>
                <a:cubicBezTo>
                  <a:pt x="67513" y="19576"/>
                  <a:pt x="67572" y="19137"/>
                  <a:pt x="67318" y="19061"/>
                </a:cubicBezTo>
                <a:cubicBezTo>
                  <a:pt x="67345" y="19034"/>
                  <a:pt x="67371" y="18980"/>
                  <a:pt x="67371" y="18926"/>
                </a:cubicBezTo>
                <a:cubicBezTo>
                  <a:pt x="67371" y="18819"/>
                  <a:pt x="67318" y="18711"/>
                  <a:pt x="67318" y="18631"/>
                </a:cubicBezTo>
                <a:cubicBezTo>
                  <a:pt x="67345" y="18604"/>
                  <a:pt x="67398" y="18577"/>
                  <a:pt x="67425" y="18550"/>
                </a:cubicBezTo>
                <a:close/>
                <a:moveTo>
                  <a:pt x="75356" y="13980"/>
                </a:moveTo>
                <a:cubicBezTo>
                  <a:pt x="75813" y="14786"/>
                  <a:pt x="76216" y="15620"/>
                  <a:pt x="76620" y="16453"/>
                </a:cubicBezTo>
                <a:cubicBezTo>
                  <a:pt x="76969" y="17636"/>
                  <a:pt x="77372" y="18792"/>
                  <a:pt x="77829" y="19948"/>
                </a:cubicBezTo>
                <a:cubicBezTo>
                  <a:pt x="77453" y="19249"/>
                  <a:pt x="77050" y="18550"/>
                  <a:pt x="76620" y="17878"/>
                </a:cubicBezTo>
                <a:cubicBezTo>
                  <a:pt x="76216" y="16910"/>
                  <a:pt x="75867" y="15888"/>
                  <a:pt x="75571" y="14840"/>
                </a:cubicBezTo>
                <a:cubicBezTo>
                  <a:pt x="75490" y="14571"/>
                  <a:pt x="75410" y="14275"/>
                  <a:pt x="75356" y="13980"/>
                </a:cubicBezTo>
                <a:close/>
                <a:moveTo>
                  <a:pt x="74926" y="19249"/>
                </a:moveTo>
                <a:lnTo>
                  <a:pt x="75437" y="19867"/>
                </a:lnTo>
                <a:cubicBezTo>
                  <a:pt x="75383" y="19921"/>
                  <a:pt x="75329" y="19975"/>
                  <a:pt x="75302" y="20029"/>
                </a:cubicBezTo>
                <a:cubicBezTo>
                  <a:pt x="75168" y="19760"/>
                  <a:pt x="75060" y="19491"/>
                  <a:pt x="74926" y="19249"/>
                </a:cubicBezTo>
                <a:close/>
                <a:moveTo>
                  <a:pt x="77641" y="9974"/>
                </a:moveTo>
                <a:lnTo>
                  <a:pt x="77641" y="9974"/>
                </a:lnTo>
                <a:cubicBezTo>
                  <a:pt x="77802" y="10431"/>
                  <a:pt x="77964" y="10861"/>
                  <a:pt x="78125" y="11318"/>
                </a:cubicBezTo>
                <a:cubicBezTo>
                  <a:pt x="78233" y="11614"/>
                  <a:pt x="78286" y="11829"/>
                  <a:pt x="78340" y="11910"/>
                </a:cubicBezTo>
                <a:cubicBezTo>
                  <a:pt x="78797" y="13173"/>
                  <a:pt x="79335" y="14410"/>
                  <a:pt x="79899" y="15646"/>
                </a:cubicBezTo>
                <a:cubicBezTo>
                  <a:pt x="80061" y="16077"/>
                  <a:pt x="80276" y="16561"/>
                  <a:pt x="80437" y="16964"/>
                </a:cubicBezTo>
                <a:lnTo>
                  <a:pt x="80330" y="17340"/>
                </a:lnTo>
                <a:cubicBezTo>
                  <a:pt x="79980" y="17690"/>
                  <a:pt x="79657" y="18039"/>
                  <a:pt x="79308" y="18416"/>
                </a:cubicBezTo>
                <a:cubicBezTo>
                  <a:pt x="79205" y="18539"/>
                  <a:pt x="79292" y="18711"/>
                  <a:pt x="79411" y="18711"/>
                </a:cubicBezTo>
                <a:cubicBezTo>
                  <a:pt x="79447" y="18711"/>
                  <a:pt x="79485" y="18695"/>
                  <a:pt x="79523" y="18657"/>
                </a:cubicBezTo>
                <a:lnTo>
                  <a:pt x="79926" y="18281"/>
                </a:lnTo>
                <a:cubicBezTo>
                  <a:pt x="79953" y="18335"/>
                  <a:pt x="79980" y="18362"/>
                  <a:pt x="80034" y="18389"/>
                </a:cubicBezTo>
                <a:cubicBezTo>
                  <a:pt x="79899" y="18899"/>
                  <a:pt x="79738" y="19383"/>
                  <a:pt x="79631" y="19894"/>
                </a:cubicBezTo>
                <a:lnTo>
                  <a:pt x="79550" y="20217"/>
                </a:lnTo>
                <a:cubicBezTo>
                  <a:pt x="79227" y="18389"/>
                  <a:pt x="78340" y="13415"/>
                  <a:pt x="77641" y="9974"/>
                </a:cubicBezTo>
                <a:close/>
                <a:moveTo>
                  <a:pt x="74738" y="20217"/>
                </a:moveTo>
                <a:cubicBezTo>
                  <a:pt x="74744" y="20244"/>
                  <a:pt x="74750" y="20271"/>
                  <a:pt x="74756" y="20297"/>
                </a:cubicBezTo>
                <a:lnTo>
                  <a:pt x="74738" y="20297"/>
                </a:lnTo>
                <a:cubicBezTo>
                  <a:pt x="74738" y="20270"/>
                  <a:pt x="74738" y="20244"/>
                  <a:pt x="74738" y="20217"/>
                </a:cubicBezTo>
                <a:close/>
                <a:moveTo>
                  <a:pt x="71296" y="13872"/>
                </a:moveTo>
                <a:cubicBezTo>
                  <a:pt x="71216" y="15028"/>
                  <a:pt x="71135" y="16211"/>
                  <a:pt x="71028" y="17367"/>
                </a:cubicBezTo>
                <a:lnTo>
                  <a:pt x="70866" y="19034"/>
                </a:lnTo>
                <a:cubicBezTo>
                  <a:pt x="70813" y="19491"/>
                  <a:pt x="70732" y="19948"/>
                  <a:pt x="70678" y="20378"/>
                </a:cubicBezTo>
                <a:lnTo>
                  <a:pt x="70571" y="20244"/>
                </a:lnTo>
                <a:cubicBezTo>
                  <a:pt x="70705" y="18362"/>
                  <a:pt x="70893" y="16480"/>
                  <a:pt x="71162" y="14598"/>
                </a:cubicBezTo>
                <a:cubicBezTo>
                  <a:pt x="71162" y="14383"/>
                  <a:pt x="71216" y="14141"/>
                  <a:pt x="71270" y="13872"/>
                </a:cubicBezTo>
                <a:close/>
                <a:moveTo>
                  <a:pt x="63527" y="19787"/>
                </a:moveTo>
                <a:lnTo>
                  <a:pt x="64979" y="20029"/>
                </a:lnTo>
                <a:cubicBezTo>
                  <a:pt x="65113" y="20055"/>
                  <a:pt x="65973" y="20244"/>
                  <a:pt x="66646" y="20351"/>
                </a:cubicBezTo>
                <a:lnTo>
                  <a:pt x="66834" y="20432"/>
                </a:lnTo>
                <a:cubicBezTo>
                  <a:pt x="65731" y="20244"/>
                  <a:pt x="64629" y="20055"/>
                  <a:pt x="63527" y="19787"/>
                </a:cubicBezTo>
                <a:close/>
                <a:moveTo>
                  <a:pt x="59898" y="19679"/>
                </a:moveTo>
                <a:lnTo>
                  <a:pt x="59898" y="19679"/>
                </a:lnTo>
                <a:cubicBezTo>
                  <a:pt x="60167" y="19733"/>
                  <a:pt x="60543" y="19813"/>
                  <a:pt x="60731" y="19840"/>
                </a:cubicBezTo>
                <a:cubicBezTo>
                  <a:pt x="61672" y="19975"/>
                  <a:pt x="62586" y="20190"/>
                  <a:pt x="63500" y="20486"/>
                </a:cubicBezTo>
                <a:cubicBezTo>
                  <a:pt x="62479" y="20405"/>
                  <a:pt x="61457" y="20217"/>
                  <a:pt x="60462" y="19921"/>
                </a:cubicBezTo>
                <a:lnTo>
                  <a:pt x="59898" y="19679"/>
                </a:lnTo>
                <a:close/>
                <a:moveTo>
                  <a:pt x="68339" y="20217"/>
                </a:moveTo>
                <a:cubicBezTo>
                  <a:pt x="68393" y="20324"/>
                  <a:pt x="68447" y="20405"/>
                  <a:pt x="68474" y="20512"/>
                </a:cubicBezTo>
                <a:lnTo>
                  <a:pt x="68285" y="20432"/>
                </a:lnTo>
                <a:cubicBezTo>
                  <a:pt x="68285" y="20405"/>
                  <a:pt x="68285" y="20378"/>
                  <a:pt x="68285" y="20378"/>
                </a:cubicBezTo>
                <a:cubicBezTo>
                  <a:pt x="68312" y="20324"/>
                  <a:pt x="68312" y="20270"/>
                  <a:pt x="68339" y="20217"/>
                </a:cubicBezTo>
                <a:close/>
                <a:moveTo>
                  <a:pt x="76539" y="9356"/>
                </a:moveTo>
                <a:lnTo>
                  <a:pt x="76539" y="9356"/>
                </a:lnTo>
                <a:cubicBezTo>
                  <a:pt x="76620" y="9598"/>
                  <a:pt x="76700" y="9840"/>
                  <a:pt x="76727" y="9974"/>
                </a:cubicBezTo>
                <a:cubicBezTo>
                  <a:pt x="77372" y="12555"/>
                  <a:pt x="78017" y="15136"/>
                  <a:pt x="78636" y="17717"/>
                </a:cubicBezTo>
                <a:cubicBezTo>
                  <a:pt x="78743" y="18281"/>
                  <a:pt x="78878" y="18819"/>
                  <a:pt x="79039" y="19330"/>
                </a:cubicBezTo>
                <a:cubicBezTo>
                  <a:pt x="79173" y="19840"/>
                  <a:pt x="79281" y="20324"/>
                  <a:pt x="79415" y="20808"/>
                </a:cubicBezTo>
                <a:lnTo>
                  <a:pt x="79415" y="20862"/>
                </a:lnTo>
                <a:cubicBezTo>
                  <a:pt x="78421" y="17501"/>
                  <a:pt x="77507" y="14087"/>
                  <a:pt x="76700" y="10673"/>
                </a:cubicBezTo>
                <a:cubicBezTo>
                  <a:pt x="76646" y="10216"/>
                  <a:pt x="76593" y="9786"/>
                  <a:pt x="76539" y="9356"/>
                </a:cubicBezTo>
                <a:close/>
                <a:moveTo>
                  <a:pt x="72130" y="19061"/>
                </a:moveTo>
                <a:cubicBezTo>
                  <a:pt x="72291" y="19356"/>
                  <a:pt x="72452" y="19679"/>
                  <a:pt x="72614" y="19975"/>
                </a:cubicBezTo>
                <a:cubicBezTo>
                  <a:pt x="72533" y="20324"/>
                  <a:pt x="72452" y="20620"/>
                  <a:pt x="72372" y="20969"/>
                </a:cubicBezTo>
                <a:cubicBezTo>
                  <a:pt x="72237" y="20728"/>
                  <a:pt x="72103" y="20512"/>
                  <a:pt x="71995" y="20297"/>
                </a:cubicBezTo>
                <a:cubicBezTo>
                  <a:pt x="72049" y="19867"/>
                  <a:pt x="72103" y="19464"/>
                  <a:pt x="72130" y="19061"/>
                </a:cubicBezTo>
                <a:close/>
                <a:moveTo>
                  <a:pt x="74760" y="20316"/>
                </a:moveTo>
                <a:cubicBezTo>
                  <a:pt x="74807" y="20524"/>
                  <a:pt x="74856" y="20730"/>
                  <a:pt x="74926" y="20916"/>
                </a:cubicBezTo>
                <a:lnTo>
                  <a:pt x="74899" y="20996"/>
                </a:lnTo>
                <a:lnTo>
                  <a:pt x="74684" y="20620"/>
                </a:lnTo>
                <a:cubicBezTo>
                  <a:pt x="74709" y="20493"/>
                  <a:pt x="74734" y="20415"/>
                  <a:pt x="74760" y="20316"/>
                </a:cubicBezTo>
                <a:close/>
                <a:moveTo>
                  <a:pt x="77193" y="19175"/>
                </a:moveTo>
                <a:lnTo>
                  <a:pt x="77193" y="19175"/>
                </a:lnTo>
                <a:cubicBezTo>
                  <a:pt x="77608" y="19881"/>
                  <a:pt x="77974" y="20587"/>
                  <a:pt x="78340" y="21319"/>
                </a:cubicBezTo>
                <a:lnTo>
                  <a:pt x="78313" y="21319"/>
                </a:lnTo>
                <a:cubicBezTo>
                  <a:pt x="77910" y="20701"/>
                  <a:pt x="77560" y="20055"/>
                  <a:pt x="77265" y="19356"/>
                </a:cubicBezTo>
                <a:cubicBezTo>
                  <a:pt x="77245" y="19296"/>
                  <a:pt x="77224" y="19235"/>
                  <a:pt x="77193" y="19175"/>
                </a:cubicBezTo>
                <a:close/>
                <a:moveTo>
                  <a:pt x="71162" y="19330"/>
                </a:moveTo>
                <a:cubicBezTo>
                  <a:pt x="71296" y="19706"/>
                  <a:pt x="71458" y="20055"/>
                  <a:pt x="71592" y="20405"/>
                </a:cubicBezTo>
                <a:lnTo>
                  <a:pt x="71485" y="21346"/>
                </a:lnTo>
                <a:cubicBezTo>
                  <a:pt x="71323" y="21131"/>
                  <a:pt x="71162" y="20969"/>
                  <a:pt x="71001" y="20781"/>
                </a:cubicBezTo>
                <a:cubicBezTo>
                  <a:pt x="71028" y="20351"/>
                  <a:pt x="71081" y="19921"/>
                  <a:pt x="71108" y="19518"/>
                </a:cubicBezTo>
                <a:cubicBezTo>
                  <a:pt x="71108" y="19464"/>
                  <a:pt x="71135" y="19410"/>
                  <a:pt x="71162" y="19330"/>
                </a:cubicBezTo>
                <a:close/>
                <a:moveTo>
                  <a:pt x="86567" y="15351"/>
                </a:moveTo>
                <a:lnTo>
                  <a:pt x="86567" y="15351"/>
                </a:lnTo>
                <a:cubicBezTo>
                  <a:pt x="84954" y="17394"/>
                  <a:pt x="83341" y="19437"/>
                  <a:pt x="81727" y="21480"/>
                </a:cubicBezTo>
                <a:lnTo>
                  <a:pt x="81727" y="21453"/>
                </a:lnTo>
                <a:cubicBezTo>
                  <a:pt x="81889" y="21211"/>
                  <a:pt x="82023" y="20943"/>
                  <a:pt x="82184" y="20701"/>
                </a:cubicBezTo>
                <a:lnTo>
                  <a:pt x="83179" y="19168"/>
                </a:lnTo>
                <a:cubicBezTo>
                  <a:pt x="83475" y="18765"/>
                  <a:pt x="83798" y="18362"/>
                  <a:pt x="84120" y="17985"/>
                </a:cubicBezTo>
                <a:cubicBezTo>
                  <a:pt x="84443" y="17609"/>
                  <a:pt x="84765" y="17233"/>
                  <a:pt x="85061" y="16856"/>
                </a:cubicBezTo>
                <a:cubicBezTo>
                  <a:pt x="85088" y="16802"/>
                  <a:pt x="85115" y="16749"/>
                  <a:pt x="85088" y="16695"/>
                </a:cubicBezTo>
                <a:lnTo>
                  <a:pt x="86567" y="15351"/>
                </a:lnTo>
                <a:close/>
                <a:moveTo>
                  <a:pt x="70409" y="12394"/>
                </a:moveTo>
                <a:lnTo>
                  <a:pt x="70409" y="12394"/>
                </a:lnTo>
                <a:cubicBezTo>
                  <a:pt x="70356" y="13469"/>
                  <a:pt x="70275" y="14544"/>
                  <a:pt x="70221" y="15620"/>
                </a:cubicBezTo>
                <a:cubicBezTo>
                  <a:pt x="70140" y="17636"/>
                  <a:pt x="70087" y="19652"/>
                  <a:pt x="70060" y="21668"/>
                </a:cubicBezTo>
                <a:lnTo>
                  <a:pt x="69791" y="21211"/>
                </a:lnTo>
                <a:cubicBezTo>
                  <a:pt x="69899" y="19464"/>
                  <a:pt x="69979" y="17743"/>
                  <a:pt x="69979" y="16023"/>
                </a:cubicBezTo>
                <a:cubicBezTo>
                  <a:pt x="70087" y="14813"/>
                  <a:pt x="70248" y="13603"/>
                  <a:pt x="70409" y="12394"/>
                </a:cubicBezTo>
                <a:close/>
                <a:moveTo>
                  <a:pt x="76037" y="8890"/>
                </a:moveTo>
                <a:cubicBezTo>
                  <a:pt x="76047" y="8943"/>
                  <a:pt x="76061" y="9024"/>
                  <a:pt x="76082" y="9141"/>
                </a:cubicBezTo>
                <a:cubicBezTo>
                  <a:pt x="76189" y="9786"/>
                  <a:pt x="76351" y="10404"/>
                  <a:pt x="76485" y="11049"/>
                </a:cubicBezTo>
                <a:cubicBezTo>
                  <a:pt x="76969" y="14544"/>
                  <a:pt x="77910" y="17985"/>
                  <a:pt x="79281" y="21238"/>
                </a:cubicBezTo>
                <a:cubicBezTo>
                  <a:pt x="79281" y="21265"/>
                  <a:pt x="79281" y="21265"/>
                  <a:pt x="79308" y="21292"/>
                </a:cubicBezTo>
                <a:cubicBezTo>
                  <a:pt x="79254" y="21480"/>
                  <a:pt x="79200" y="21695"/>
                  <a:pt x="79173" y="21910"/>
                </a:cubicBezTo>
                <a:cubicBezTo>
                  <a:pt x="79066" y="21615"/>
                  <a:pt x="78958" y="21319"/>
                  <a:pt x="78878" y="21023"/>
                </a:cubicBezTo>
                <a:cubicBezTo>
                  <a:pt x="78286" y="19007"/>
                  <a:pt x="77668" y="16991"/>
                  <a:pt x="76996" y="14974"/>
                </a:cubicBezTo>
                <a:cubicBezTo>
                  <a:pt x="76781" y="14248"/>
                  <a:pt x="76593" y="13523"/>
                  <a:pt x="76404" y="12797"/>
                </a:cubicBezTo>
                <a:cubicBezTo>
                  <a:pt x="76324" y="12232"/>
                  <a:pt x="76243" y="11695"/>
                  <a:pt x="76189" y="11130"/>
                </a:cubicBezTo>
                <a:cubicBezTo>
                  <a:pt x="76162" y="10565"/>
                  <a:pt x="76162" y="9920"/>
                  <a:pt x="76109" y="9356"/>
                </a:cubicBezTo>
                <a:cubicBezTo>
                  <a:pt x="76096" y="9239"/>
                  <a:pt x="76058" y="9012"/>
                  <a:pt x="76037" y="8890"/>
                </a:cubicBezTo>
                <a:close/>
                <a:moveTo>
                  <a:pt x="71915" y="21104"/>
                </a:moveTo>
                <a:lnTo>
                  <a:pt x="72184" y="21695"/>
                </a:lnTo>
                <a:lnTo>
                  <a:pt x="72103" y="22045"/>
                </a:lnTo>
                <a:lnTo>
                  <a:pt x="71861" y="21749"/>
                </a:lnTo>
                <a:cubicBezTo>
                  <a:pt x="71888" y="21534"/>
                  <a:pt x="71888" y="21319"/>
                  <a:pt x="71915" y="21104"/>
                </a:cubicBezTo>
                <a:close/>
                <a:moveTo>
                  <a:pt x="72910" y="20539"/>
                </a:moveTo>
                <a:lnTo>
                  <a:pt x="73125" y="20943"/>
                </a:lnTo>
                <a:lnTo>
                  <a:pt x="72963" y="22045"/>
                </a:lnTo>
                <a:cubicBezTo>
                  <a:pt x="72856" y="21857"/>
                  <a:pt x="72775" y="21668"/>
                  <a:pt x="72668" y="21507"/>
                </a:cubicBezTo>
                <a:cubicBezTo>
                  <a:pt x="72748" y="21158"/>
                  <a:pt x="72829" y="20862"/>
                  <a:pt x="72910" y="20539"/>
                </a:cubicBezTo>
                <a:close/>
                <a:moveTo>
                  <a:pt x="70974" y="21050"/>
                </a:moveTo>
                <a:lnTo>
                  <a:pt x="71081" y="21131"/>
                </a:lnTo>
                <a:cubicBezTo>
                  <a:pt x="71216" y="21265"/>
                  <a:pt x="71350" y="21400"/>
                  <a:pt x="71485" y="21534"/>
                </a:cubicBezTo>
                <a:cubicBezTo>
                  <a:pt x="71458" y="21776"/>
                  <a:pt x="71431" y="21991"/>
                  <a:pt x="71404" y="22233"/>
                </a:cubicBezTo>
                <a:lnTo>
                  <a:pt x="71243" y="21910"/>
                </a:lnTo>
                <a:cubicBezTo>
                  <a:pt x="71162" y="21722"/>
                  <a:pt x="71055" y="21561"/>
                  <a:pt x="70947" y="21373"/>
                </a:cubicBezTo>
                <a:lnTo>
                  <a:pt x="70974" y="21050"/>
                </a:lnTo>
                <a:close/>
                <a:moveTo>
                  <a:pt x="70517" y="20781"/>
                </a:moveTo>
                <a:lnTo>
                  <a:pt x="70597" y="20996"/>
                </a:lnTo>
                <a:cubicBezTo>
                  <a:pt x="70544" y="21400"/>
                  <a:pt x="70517" y="21830"/>
                  <a:pt x="70463" y="22260"/>
                </a:cubicBezTo>
                <a:lnTo>
                  <a:pt x="70436" y="22233"/>
                </a:lnTo>
                <a:cubicBezTo>
                  <a:pt x="70436" y="22072"/>
                  <a:pt x="70436" y="21910"/>
                  <a:pt x="70436" y="21749"/>
                </a:cubicBezTo>
                <a:cubicBezTo>
                  <a:pt x="70436" y="21427"/>
                  <a:pt x="70490" y="21104"/>
                  <a:pt x="70517" y="20781"/>
                </a:cubicBezTo>
                <a:close/>
                <a:moveTo>
                  <a:pt x="72668" y="22126"/>
                </a:moveTo>
                <a:lnTo>
                  <a:pt x="72668" y="22126"/>
                </a:lnTo>
                <a:cubicBezTo>
                  <a:pt x="72748" y="22260"/>
                  <a:pt x="72829" y="22394"/>
                  <a:pt x="72910" y="22529"/>
                </a:cubicBezTo>
                <a:lnTo>
                  <a:pt x="72910" y="22583"/>
                </a:lnTo>
                <a:cubicBezTo>
                  <a:pt x="72829" y="22421"/>
                  <a:pt x="72748" y="22260"/>
                  <a:pt x="72668" y="22126"/>
                </a:cubicBezTo>
                <a:close/>
                <a:moveTo>
                  <a:pt x="72479" y="22287"/>
                </a:moveTo>
                <a:cubicBezTo>
                  <a:pt x="72516" y="22379"/>
                  <a:pt x="72553" y="22483"/>
                  <a:pt x="72598" y="22583"/>
                </a:cubicBezTo>
                <a:lnTo>
                  <a:pt x="72598" y="22583"/>
                </a:lnTo>
                <a:lnTo>
                  <a:pt x="72452" y="22421"/>
                </a:lnTo>
                <a:cubicBezTo>
                  <a:pt x="72452" y="22367"/>
                  <a:pt x="72479" y="22341"/>
                  <a:pt x="72479" y="22287"/>
                </a:cubicBezTo>
                <a:close/>
                <a:moveTo>
                  <a:pt x="66189" y="20754"/>
                </a:moveTo>
                <a:cubicBezTo>
                  <a:pt x="67049" y="20889"/>
                  <a:pt x="67936" y="21023"/>
                  <a:pt x="68796" y="21131"/>
                </a:cubicBezTo>
                <a:cubicBezTo>
                  <a:pt x="68958" y="21453"/>
                  <a:pt x="69146" y="21749"/>
                  <a:pt x="69280" y="22099"/>
                </a:cubicBezTo>
                <a:lnTo>
                  <a:pt x="69280" y="22636"/>
                </a:lnTo>
                <a:cubicBezTo>
                  <a:pt x="67882" y="21964"/>
                  <a:pt x="66484" y="21319"/>
                  <a:pt x="65033" y="20781"/>
                </a:cubicBezTo>
                <a:cubicBezTo>
                  <a:pt x="65409" y="20781"/>
                  <a:pt x="65785" y="20781"/>
                  <a:pt x="66189" y="20754"/>
                </a:cubicBezTo>
                <a:close/>
                <a:moveTo>
                  <a:pt x="75544" y="16695"/>
                </a:moveTo>
                <a:lnTo>
                  <a:pt x="75544" y="16695"/>
                </a:lnTo>
                <a:cubicBezTo>
                  <a:pt x="75921" y="17179"/>
                  <a:pt x="76270" y="17690"/>
                  <a:pt x="76620" y="18200"/>
                </a:cubicBezTo>
                <a:cubicBezTo>
                  <a:pt x="77211" y="19625"/>
                  <a:pt x="77937" y="20969"/>
                  <a:pt x="78743" y="22260"/>
                </a:cubicBezTo>
                <a:cubicBezTo>
                  <a:pt x="78743" y="22287"/>
                  <a:pt x="78770" y="22314"/>
                  <a:pt x="78770" y="22314"/>
                </a:cubicBezTo>
                <a:cubicBezTo>
                  <a:pt x="78878" y="22583"/>
                  <a:pt x="78932" y="22744"/>
                  <a:pt x="78985" y="22851"/>
                </a:cubicBezTo>
                <a:cubicBezTo>
                  <a:pt x="78985" y="22878"/>
                  <a:pt x="78985" y="22905"/>
                  <a:pt x="78985" y="22932"/>
                </a:cubicBezTo>
                <a:cubicBezTo>
                  <a:pt x="78905" y="22798"/>
                  <a:pt x="78716" y="22475"/>
                  <a:pt x="78448" y="22099"/>
                </a:cubicBezTo>
                <a:cubicBezTo>
                  <a:pt x="78098" y="21534"/>
                  <a:pt x="77749" y="20969"/>
                  <a:pt x="77399" y="20378"/>
                </a:cubicBezTo>
                <a:cubicBezTo>
                  <a:pt x="76727" y="19195"/>
                  <a:pt x="76109" y="17958"/>
                  <a:pt x="75544" y="16695"/>
                </a:cubicBezTo>
                <a:close/>
                <a:moveTo>
                  <a:pt x="61564" y="20405"/>
                </a:moveTo>
                <a:cubicBezTo>
                  <a:pt x="62479" y="20593"/>
                  <a:pt x="63393" y="20728"/>
                  <a:pt x="64334" y="20754"/>
                </a:cubicBezTo>
                <a:cubicBezTo>
                  <a:pt x="65651" y="21211"/>
                  <a:pt x="66914" y="21749"/>
                  <a:pt x="68178" y="22341"/>
                </a:cubicBezTo>
                <a:cubicBezTo>
                  <a:pt x="68554" y="22475"/>
                  <a:pt x="68904" y="22636"/>
                  <a:pt x="69226" y="22851"/>
                </a:cubicBezTo>
                <a:lnTo>
                  <a:pt x="69280" y="22878"/>
                </a:lnTo>
                <a:lnTo>
                  <a:pt x="69280" y="23040"/>
                </a:lnTo>
                <a:cubicBezTo>
                  <a:pt x="69092" y="22986"/>
                  <a:pt x="68796" y="22851"/>
                  <a:pt x="68635" y="22824"/>
                </a:cubicBezTo>
                <a:cubicBezTo>
                  <a:pt x="67586" y="22636"/>
                  <a:pt x="66538" y="22421"/>
                  <a:pt x="65516" y="22125"/>
                </a:cubicBezTo>
                <a:cubicBezTo>
                  <a:pt x="65328" y="22072"/>
                  <a:pt x="65113" y="21991"/>
                  <a:pt x="64925" y="21937"/>
                </a:cubicBezTo>
                <a:cubicBezTo>
                  <a:pt x="63796" y="21427"/>
                  <a:pt x="62667" y="20916"/>
                  <a:pt x="61564" y="20405"/>
                </a:cubicBezTo>
                <a:close/>
                <a:moveTo>
                  <a:pt x="84255" y="16587"/>
                </a:moveTo>
                <a:lnTo>
                  <a:pt x="84013" y="16937"/>
                </a:lnTo>
                <a:cubicBezTo>
                  <a:pt x="82830" y="18039"/>
                  <a:pt x="81620" y="19114"/>
                  <a:pt x="80437" y="20217"/>
                </a:cubicBezTo>
                <a:cubicBezTo>
                  <a:pt x="80276" y="20354"/>
                  <a:pt x="80390" y="20648"/>
                  <a:pt x="80577" y="20648"/>
                </a:cubicBezTo>
                <a:cubicBezTo>
                  <a:pt x="80609" y="20648"/>
                  <a:pt x="80643" y="20640"/>
                  <a:pt x="80679" y="20620"/>
                </a:cubicBezTo>
                <a:cubicBezTo>
                  <a:pt x="81217" y="20324"/>
                  <a:pt x="81701" y="19975"/>
                  <a:pt x="82184" y="19625"/>
                </a:cubicBezTo>
                <a:lnTo>
                  <a:pt x="82184" y="19625"/>
                </a:lnTo>
                <a:cubicBezTo>
                  <a:pt x="81432" y="20754"/>
                  <a:pt x="80706" y="21910"/>
                  <a:pt x="79980" y="23066"/>
                </a:cubicBezTo>
                <a:cubicBezTo>
                  <a:pt x="80061" y="22233"/>
                  <a:pt x="80141" y="21400"/>
                  <a:pt x="80276" y="20566"/>
                </a:cubicBezTo>
                <a:lnTo>
                  <a:pt x="80249" y="20566"/>
                </a:lnTo>
                <a:cubicBezTo>
                  <a:pt x="80330" y="20109"/>
                  <a:pt x="80383" y="19679"/>
                  <a:pt x="80464" y="19222"/>
                </a:cubicBezTo>
                <a:cubicBezTo>
                  <a:pt x="80518" y="19222"/>
                  <a:pt x="80545" y="19195"/>
                  <a:pt x="80571" y="19168"/>
                </a:cubicBezTo>
                <a:cubicBezTo>
                  <a:pt x="81808" y="18335"/>
                  <a:pt x="83045" y="17475"/>
                  <a:pt x="84255" y="16587"/>
                </a:cubicBezTo>
                <a:close/>
                <a:moveTo>
                  <a:pt x="71834" y="21910"/>
                </a:moveTo>
                <a:cubicBezTo>
                  <a:pt x="71915" y="21991"/>
                  <a:pt x="71995" y="22099"/>
                  <a:pt x="72076" y="22179"/>
                </a:cubicBezTo>
                <a:lnTo>
                  <a:pt x="71861" y="23093"/>
                </a:lnTo>
                <a:lnTo>
                  <a:pt x="71754" y="22878"/>
                </a:lnTo>
                <a:lnTo>
                  <a:pt x="71834" y="21910"/>
                </a:lnTo>
                <a:close/>
                <a:moveTo>
                  <a:pt x="75759" y="21480"/>
                </a:moveTo>
                <a:cubicBezTo>
                  <a:pt x="76055" y="22152"/>
                  <a:pt x="76351" y="22878"/>
                  <a:pt x="76620" y="23577"/>
                </a:cubicBezTo>
                <a:cubicBezTo>
                  <a:pt x="76485" y="23362"/>
                  <a:pt x="76351" y="23174"/>
                  <a:pt x="76189" y="22986"/>
                </a:cubicBezTo>
                <a:cubicBezTo>
                  <a:pt x="76136" y="22824"/>
                  <a:pt x="76082" y="22663"/>
                  <a:pt x="76028" y="22502"/>
                </a:cubicBezTo>
                <a:lnTo>
                  <a:pt x="75732" y="21534"/>
                </a:lnTo>
                <a:cubicBezTo>
                  <a:pt x="75732" y="21534"/>
                  <a:pt x="75732" y="21507"/>
                  <a:pt x="75759" y="21480"/>
                </a:cubicBezTo>
                <a:close/>
                <a:moveTo>
                  <a:pt x="70920" y="21668"/>
                </a:moveTo>
                <a:cubicBezTo>
                  <a:pt x="71055" y="21964"/>
                  <a:pt x="71216" y="22287"/>
                  <a:pt x="71377" y="22583"/>
                </a:cubicBezTo>
                <a:cubicBezTo>
                  <a:pt x="71323" y="22932"/>
                  <a:pt x="71296" y="23255"/>
                  <a:pt x="71270" y="23604"/>
                </a:cubicBezTo>
                <a:lnTo>
                  <a:pt x="70813" y="22824"/>
                </a:lnTo>
                <a:lnTo>
                  <a:pt x="70920" y="21668"/>
                </a:lnTo>
                <a:close/>
                <a:moveTo>
                  <a:pt x="76458" y="18926"/>
                </a:moveTo>
                <a:cubicBezTo>
                  <a:pt x="77211" y="20378"/>
                  <a:pt x="78044" y="21749"/>
                  <a:pt x="78932" y="23093"/>
                </a:cubicBezTo>
                <a:lnTo>
                  <a:pt x="78851" y="23604"/>
                </a:lnTo>
                <a:cubicBezTo>
                  <a:pt x="78448" y="23093"/>
                  <a:pt x="78017" y="22609"/>
                  <a:pt x="77910" y="22475"/>
                </a:cubicBezTo>
                <a:cubicBezTo>
                  <a:pt x="77318" y="21668"/>
                  <a:pt x="76754" y="20862"/>
                  <a:pt x="76162" y="20029"/>
                </a:cubicBezTo>
                <a:cubicBezTo>
                  <a:pt x="76270" y="19706"/>
                  <a:pt x="76351" y="19356"/>
                  <a:pt x="76458" y="19007"/>
                </a:cubicBezTo>
                <a:cubicBezTo>
                  <a:pt x="76458" y="18980"/>
                  <a:pt x="76458" y="18953"/>
                  <a:pt x="76458" y="18926"/>
                </a:cubicBezTo>
                <a:close/>
                <a:moveTo>
                  <a:pt x="71727" y="23201"/>
                </a:moveTo>
                <a:lnTo>
                  <a:pt x="71807" y="23362"/>
                </a:lnTo>
                <a:cubicBezTo>
                  <a:pt x="71754" y="23523"/>
                  <a:pt x="71700" y="23685"/>
                  <a:pt x="71673" y="23873"/>
                </a:cubicBezTo>
                <a:lnTo>
                  <a:pt x="71646" y="23873"/>
                </a:lnTo>
                <a:lnTo>
                  <a:pt x="71727" y="23201"/>
                </a:lnTo>
                <a:close/>
                <a:moveTo>
                  <a:pt x="62962" y="21427"/>
                </a:moveTo>
                <a:lnTo>
                  <a:pt x="62962" y="21427"/>
                </a:lnTo>
                <a:cubicBezTo>
                  <a:pt x="63527" y="21668"/>
                  <a:pt x="64118" y="21857"/>
                  <a:pt x="64710" y="22045"/>
                </a:cubicBezTo>
                <a:lnTo>
                  <a:pt x="67586" y="23362"/>
                </a:lnTo>
                <a:cubicBezTo>
                  <a:pt x="67909" y="23523"/>
                  <a:pt x="68312" y="23739"/>
                  <a:pt x="68716" y="23954"/>
                </a:cubicBezTo>
                <a:cubicBezTo>
                  <a:pt x="68527" y="23900"/>
                  <a:pt x="68366" y="23846"/>
                  <a:pt x="68178" y="23792"/>
                </a:cubicBezTo>
                <a:cubicBezTo>
                  <a:pt x="67425" y="23550"/>
                  <a:pt x="66699" y="23282"/>
                  <a:pt x="65973" y="22986"/>
                </a:cubicBezTo>
                <a:cubicBezTo>
                  <a:pt x="64979" y="22448"/>
                  <a:pt x="63984" y="21937"/>
                  <a:pt x="62962" y="21427"/>
                </a:cubicBezTo>
                <a:close/>
                <a:moveTo>
                  <a:pt x="66108" y="22475"/>
                </a:moveTo>
                <a:lnTo>
                  <a:pt x="66108" y="22475"/>
                </a:lnTo>
                <a:cubicBezTo>
                  <a:pt x="67129" y="22744"/>
                  <a:pt x="68178" y="22986"/>
                  <a:pt x="69253" y="23147"/>
                </a:cubicBezTo>
                <a:lnTo>
                  <a:pt x="69253" y="23765"/>
                </a:lnTo>
                <a:cubicBezTo>
                  <a:pt x="69239" y="23866"/>
                  <a:pt x="69317" y="23921"/>
                  <a:pt x="69397" y="23921"/>
                </a:cubicBezTo>
                <a:cubicBezTo>
                  <a:pt x="69466" y="23921"/>
                  <a:pt x="69537" y="23880"/>
                  <a:pt x="69549" y="23792"/>
                </a:cubicBezTo>
                <a:cubicBezTo>
                  <a:pt x="69576" y="23604"/>
                  <a:pt x="69576" y="23416"/>
                  <a:pt x="69603" y="23228"/>
                </a:cubicBezTo>
                <a:cubicBezTo>
                  <a:pt x="69657" y="23389"/>
                  <a:pt x="69683" y="23577"/>
                  <a:pt x="69737" y="23739"/>
                </a:cubicBezTo>
                <a:cubicBezTo>
                  <a:pt x="69756" y="23849"/>
                  <a:pt x="69837" y="23922"/>
                  <a:pt x="69930" y="23922"/>
                </a:cubicBezTo>
                <a:cubicBezTo>
                  <a:pt x="69973" y="23922"/>
                  <a:pt x="70018" y="23907"/>
                  <a:pt x="70060" y="23873"/>
                </a:cubicBezTo>
                <a:lnTo>
                  <a:pt x="70060" y="24169"/>
                </a:lnTo>
                <a:cubicBezTo>
                  <a:pt x="70060" y="24254"/>
                  <a:pt x="70135" y="24307"/>
                  <a:pt x="70211" y="24307"/>
                </a:cubicBezTo>
                <a:cubicBezTo>
                  <a:pt x="70255" y="24307"/>
                  <a:pt x="70299" y="24289"/>
                  <a:pt x="70329" y="24249"/>
                </a:cubicBezTo>
                <a:lnTo>
                  <a:pt x="70329" y="24384"/>
                </a:lnTo>
                <a:lnTo>
                  <a:pt x="66108" y="22475"/>
                </a:lnTo>
                <a:close/>
                <a:moveTo>
                  <a:pt x="80410" y="23739"/>
                </a:moveTo>
                <a:lnTo>
                  <a:pt x="79926" y="24438"/>
                </a:lnTo>
                <a:lnTo>
                  <a:pt x="79926" y="24330"/>
                </a:lnTo>
                <a:cubicBezTo>
                  <a:pt x="80061" y="24142"/>
                  <a:pt x="80222" y="23954"/>
                  <a:pt x="80383" y="23739"/>
                </a:cubicBezTo>
                <a:close/>
                <a:moveTo>
                  <a:pt x="72426" y="22609"/>
                </a:moveTo>
                <a:lnTo>
                  <a:pt x="72829" y="23120"/>
                </a:lnTo>
                <a:lnTo>
                  <a:pt x="72641" y="24464"/>
                </a:lnTo>
                <a:cubicBezTo>
                  <a:pt x="72479" y="24196"/>
                  <a:pt x="72318" y="23927"/>
                  <a:pt x="72157" y="23631"/>
                </a:cubicBezTo>
                <a:cubicBezTo>
                  <a:pt x="72237" y="23308"/>
                  <a:pt x="72318" y="22959"/>
                  <a:pt x="72426" y="22609"/>
                </a:cubicBezTo>
                <a:close/>
                <a:moveTo>
                  <a:pt x="72103" y="23900"/>
                </a:moveTo>
                <a:cubicBezTo>
                  <a:pt x="72237" y="24169"/>
                  <a:pt x="72399" y="24438"/>
                  <a:pt x="72560" y="24706"/>
                </a:cubicBezTo>
                <a:cubicBezTo>
                  <a:pt x="72372" y="24545"/>
                  <a:pt x="72184" y="24384"/>
                  <a:pt x="71995" y="24222"/>
                </a:cubicBezTo>
                <a:lnTo>
                  <a:pt x="72022" y="24196"/>
                </a:lnTo>
                <a:cubicBezTo>
                  <a:pt x="72049" y="24115"/>
                  <a:pt x="72076" y="24007"/>
                  <a:pt x="72103" y="23900"/>
                </a:cubicBezTo>
                <a:close/>
                <a:moveTo>
                  <a:pt x="76539" y="22771"/>
                </a:moveTo>
                <a:cubicBezTo>
                  <a:pt x="76915" y="23443"/>
                  <a:pt x="77292" y="24115"/>
                  <a:pt x="77641" y="24787"/>
                </a:cubicBezTo>
                <a:cubicBezTo>
                  <a:pt x="77670" y="24874"/>
                  <a:pt x="77774" y="25055"/>
                  <a:pt x="77895" y="25249"/>
                </a:cubicBezTo>
                <a:lnTo>
                  <a:pt x="77895" y="25249"/>
                </a:lnTo>
                <a:cubicBezTo>
                  <a:pt x="77615" y="24862"/>
                  <a:pt x="77319" y="24475"/>
                  <a:pt x="77023" y="24088"/>
                </a:cubicBezTo>
                <a:cubicBezTo>
                  <a:pt x="76861" y="23658"/>
                  <a:pt x="76700" y="23201"/>
                  <a:pt x="76539" y="22771"/>
                </a:cubicBezTo>
                <a:close/>
                <a:moveTo>
                  <a:pt x="47375" y="25207"/>
                </a:moveTo>
                <a:cubicBezTo>
                  <a:pt x="47418" y="25207"/>
                  <a:pt x="47461" y="25210"/>
                  <a:pt x="47504" y="25217"/>
                </a:cubicBezTo>
                <a:lnTo>
                  <a:pt x="47343" y="25378"/>
                </a:lnTo>
                <a:cubicBezTo>
                  <a:pt x="47262" y="25325"/>
                  <a:pt x="47155" y="25298"/>
                  <a:pt x="47047" y="25271"/>
                </a:cubicBezTo>
                <a:cubicBezTo>
                  <a:pt x="47146" y="25232"/>
                  <a:pt x="47258" y="25207"/>
                  <a:pt x="47375" y="25207"/>
                </a:cubicBezTo>
                <a:close/>
                <a:moveTo>
                  <a:pt x="71969" y="24384"/>
                </a:moveTo>
                <a:cubicBezTo>
                  <a:pt x="72103" y="24518"/>
                  <a:pt x="72345" y="24733"/>
                  <a:pt x="72560" y="24948"/>
                </a:cubicBezTo>
                <a:cubicBezTo>
                  <a:pt x="72536" y="25092"/>
                  <a:pt x="72512" y="25235"/>
                  <a:pt x="72488" y="25378"/>
                </a:cubicBezTo>
                <a:lnTo>
                  <a:pt x="72488" y="25378"/>
                </a:lnTo>
                <a:lnTo>
                  <a:pt x="72452" y="25325"/>
                </a:lnTo>
                <a:cubicBezTo>
                  <a:pt x="72318" y="25029"/>
                  <a:pt x="72157" y="24733"/>
                  <a:pt x="71969" y="24438"/>
                </a:cubicBezTo>
                <a:lnTo>
                  <a:pt x="71969" y="24384"/>
                </a:lnTo>
                <a:close/>
                <a:moveTo>
                  <a:pt x="76539" y="23819"/>
                </a:moveTo>
                <a:lnTo>
                  <a:pt x="76915" y="24357"/>
                </a:lnTo>
                <a:cubicBezTo>
                  <a:pt x="76996" y="24572"/>
                  <a:pt x="77103" y="25029"/>
                  <a:pt x="77265" y="25567"/>
                </a:cubicBezTo>
                <a:cubicBezTo>
                  <a:pt x="76996" y="24975"/>
                  <a:pt x="76781" y="24384"/>
                  <a:pt x="76539" y="23819"/>
                </a:cubicBezTo>
                <a:close/>
                <a:moveTo>
                  <a:pt x="47854" y="25244"/>
                </a:moveTo>
                <a:cubicBezTo>
                  <a:pt x="48338" y="25298"/>
                  <a:pt x="48902" y="25378"/>
                  <a:pt x="49063" y="25405"/>
                </a:cubicBezTo>
                <a:cubicBezTo>
                  <a:pt x="49440" y="25432"/>
                  <a:pt x="49789" y="25486"/>
                  <a:pt x="50139" y="25513"/>
                </a:cubicBezTo>
                <a:lnTo>
                  <a:pt x="49951" y="25674"/>
                </a:lnTo>
                <a:cubicBezTo>
                  <a:pt x="49305" y="25674"/>
                  <a:pt x="48687" y="25674"/>
                  <a:pt x="48042" y="25701"/>
                </a:cubicBezTo>
                <a:lnTo>
                  <a:pt x="47665" y="25540"/>
                </a:lnTo>
                <a:lnTo>
                  <a:pt x="47827" y="25325"/>
                </a:lnTo>
                <a:cubicBezTo>
                  <a:pt x="47854" y="25298"/>
                  <a:pt x="47854" y="25271"/>
                  <a:pt x="47854" y="25244"/>
                </a:cubicBezTo>
                <a:close/>
                <a:moveTo>
                  <a:pt x="50757" y="25594"/>
                </a:moveTo>
                <a:lnTo>
                  <a:pt x="50945" y="25701"/>
                </a:lnTo>
                <a:lnTo>
                  <a:pt x="50488" y="25701"/>
                </a:lnTo>
                <a:lnTo>
                  <a:pt x="50623" y="25594"/>
                </a:lnTo>
                <a:close/>
                <a:moveTo>
                  <a:pt x="72184" y="25244"/>
                </a:moveTo>
                <a:lnTo>
                  <a:pt x="72452" y="25647"/>
                </a:lnTo>
                <a:lnTo>
                  <a:pt x="72452" y="25701"/>
                </a:lnTo>
                <a:lnTo>
                  <a:pt x="72184" y="25244"/>
                </a:lnTo>
                <a:close/>
                <a:moveTo>
                  <a:pt x="78027" y="25459"/>
                </a:moveTo>
                <a:lnTo>
                  <a:pt x="78027" y="25459"/>
                </a:lnTo>
                <a:cubicBezTo>
                  <a:pt x="78097" y="25568"/>
                  <a:pt x="78165" y="25672"/>
                  <a:pt x="78220" y="25755"/>
                </a:cubicBezTo>
                <a:lnTo>
                  <a:pt x="78220" y="25755"/>
                </a:lnTo>
                <a:cubicBezTo>
                  <a:pt x="78170" y="25681"/>
                  <a:pt x="78103" y="25584"/>
                  <a:pt x="78017" y="25459"/>
                </a:cubicBezTo>
                <a:close/>
                <a:moveTo>
                  <a:pt x="67291" y="23712"/>
                </a:moveTo>
                <a:cubicBezTo>
                  <a:pt x="68285" y="24061"/>
                  <a:pt x="69307" y="24384"/>
                  <a:pt x="70329" y="24653"/>
                </a:cubicBezTo>
                <a:cubicBezTo>
                  <a:pt x="70368" y="24692"/>
                  <a:pt x="70422" y="24717"/>
                  <a:pt x="70469" y="24717"/>
                </a:cubicBezTo>
                <a:cubicBezTo>
                  <a:pt x="70486" y="24717"/>
                  <a:pt x="70502" y="24714"/>
                  <a:pt x="70517" y="24706"/>
                </a:cubicBezTo>
                <a:cubicBezTo>
                  <a:pt x="70705" y="25056"/>
                  <a:pt x="70866" y="25405"/>
                  <a:pt x="71001" y="25755"/>
                </a:cubicBezTo>
                <a:lnTo>
                  <a:pt x="71001" y="25835"/>
                </a:lnTo>
                <a:cubicBezTo>
                  <a:pt x="69791" y="25110"/>
                  <a:pt x="68554" y="24384"/>
                  <a:pt x="67291" y="23712"/>
                </a:cubicBezTo>
                <a:close/>
                <a:moveTo>
                  <a:pt x="76001" y="20566"/>
                </a:moveTo>
                <a:cubicBezTo>
                  <a:pt x="76861" y="21615"/>
                  <a:pt x="77695" y="22690"/>
                  <a:pt x="78528" y="23765"/>
                </a:cubicBezTo>
                <a:cubicBezTo>
                  <a:pt x="78582" y="23792"/>
                  <a:pt x="78663" y="23927"/>
                  <a:pt x="78770" y="24061"/>
                </a:cubicBezTo>
                <a:cubicBezTo>
                  <a:pt x="78663" y="24679"/>
                  <a:pt x="78582" y="25298"/>
                  <a:pt x="78501" y="25916"/>
                </a:cubicBezTo>
                <a:lnTo>
                  <a:pt x="78501" y="25889"/>
                </a:lnTo>
                <a:cubicBezTo>
                  <a:pt x="77614" y="24303"/>
                  <a:pt x="76727" y="22690"/>
                  <a:pt x="75867" y="21077"/>
                </a:cubicBezTo>
                <a:cubicBezTo>
                  <a:pt x="75894" y="20916"/>
                  <a:pt x="75947" y="20728"/>
                  <a:pt x="76001" y="20566"/>
                </a:cubicBezTo>
                <a:close/>
                <a:moveTo>
                  <a:pt x="44251" y="26084"/>
                </a:moveTo>
                <a:lnTo>
                  <a:pt x="44332" y="26104"/>
                </a:lnTo>
                <a:lnTo>
                  <a:pt x="44224" y="26131"/>
                </a:lnTo>
                <a:cubicBezTo>
                  <a:pt x="44224" y="26131"/>
                  <a:pt x="44247" y="26109"/>
                  <a:pt x="44251" y="26084"/>
                </a:cubicBezTo>
                <a:close/>
                <a:moveTo>
                  <a:pt x="81217" y="24115"/>
                </a:moveTo>
                <a:lnTo>
                  <a:pt x="81217" y="24115"/>
                </a:lnTo>
                <a:cubicBezTo>
                  <a:pt x="80760" y="24787"/>
                  <a:pt x="80330" y="25459"/>
                  <a:pt x="79899" y="26131"/>
                </a:cubicBezTo>
                <a:cubicBezTo>
                  <a:pt x="79872" y="25997"/>
                  <a:pt x="79872" y="25889"/>
                  <a:pt x="79872" y="25755"/>
                </a:cubicBezTo>
                <a:lnTo>
                  <a:pt x="79899" y="25755"/>
                </a:lnTo>
                <a:cubicBezTo>
                  <a:pt x="80330" y="25217"/>
                  <a:pt x="80760" y="24653"/>
                  <a:pt x="81217" y="24115"/>
                </a:cubicBezTo>
                <a:close/>
                <a:moveTo>
                  <a:pt x="84819" y="22367"/>
                </a:moveTo>
                <a:lnTo>
                  <a:pt x="84819" y="22367"/>
                </a:lnTo>
                <a:cubicBezTo>
                  <a:pt x="84470" y="22878"/>
                  <a:pt x="84120" y="23362"/>
                  <a:pt x="83771" y="23873"/>
                </a:cubicBezTo>
                <a:cubicBezTo>
                  <a:pt x="83179" y="24626"/>
                  <a:pt x="82615" y="25405"/>
                  <a:pt x="82023" y="26185"/>
                </a:cubicBezTo>
                <a:cubicBezTo>
                  <a:pt x="82184" y="25889"/>
                  <a:pt x="82373" y="25647"/>
                  <a:pt x="82534" y="25378"/>
                </a:cubicBezTo>
                <a:lnTo>
                  <a:pt x="82534" y="25405"/>
                </a:lnTo>
                <a:cubicBezTo>
                  <a:pt x="83233" y="24357"/>
                  <a:pt x="84013" y="23335"/>
                  <a:pt x="84819" y="22367"/>
                </a:cubicBezTo>
                <a:close/>
                <a:moveTo>
                  <a:pt x="84954" y="19733"/>
                </a:moveTo>
                <a:lnTo>
                  <a:pt x="84470" y="20512"/>
                </a:lnTo>
                <a:cubicBezTo>
                  <a:pt x="84470" y="20539"/>
                  <a:pt x="84443" y="20566"/>
                  <a:pt x="84443" y="20566"/>
                </a:cubicBezTo>
                <a:cubicBezTo>
                  <a:pt x="84281" y="20728"/>
                  <a:pt x="84174" y="20916"/>
                  <a:pt x="84066" y="21104"/>
                </a:cubicBezTo>
                <a:cubicBezTo>
                  <a:pt x="83421" y="21991"/>
                  <a:pt x="82830" y="22905"/>
                  <a:pt x="82238" y="23873"/>
                </a:cubicBezTo>
                <a:cubicBezTo>
                  <a:pt x="81512" y="24760"/>
                  <a:pt x="80813" y="25674"/>
                  <a:pt x="80061" y="26561"/>
                </a:cubicBezTo>
                <a:cubicBezTo>
                  <a:pt x="81539" y="24169"/>
                  <a:pt x="83179" y="21884"/>
                  <a:pt x="84954" y="19733"/>
                </a:cubicBezTo>
                <a:close/>
                <a:moveTo>
                  <a:pt x="52988" y="26454"/>
                </a:moveTo>
                <a:lnTo>
                  <a:pt x="53069" y="26481"/>
                </a:lnTo>
                <a:cubicBezTo>
                  <a:pt x="52988" y="26508"/>
                  <a:pt x="52908" y="26561"/>
                  <a:pt x="52827" y="26588"/>
                </a:cubicBezTo>
                <a:lnTo>
                  <a:pt x="52988" y="26454"/>
                </a:lnTo>
                <a:close/>
                <a:moveTo>
                  <a:pt x="45273" y="26319"/>
                </a:moveTo>
                <a:cubicBezTo>
                  <a:pt x="45488" y="26346"/>
                  <a:pt x="45703" y="26373"/>
                  <a:pt x="45945" y="26400"/>
                </a:cubicBezTo>
                <a:lnTo>
                  <a:pt x="43875" y="26642"/>
                </a:lnTo>
                <a:cubicBezTo>
                  <a:pt x="43929" y="26588"/>
                  <a:pt x="43955" y="26534"/>
                  <a:pt x="43982" y="26481"/>
                </a:cubicBezTo>
                <a:cubicBezTo>
                  <a:pt x="44412" y="26427"/>
                  <a:pt x="44843" y="26346"/>
                  <a:pt x="45273" y="26319"/>
                </a:cubicBezTo>
                <a:close/>
                <a:moveTo>
                  <a:pt x="43740" y="26534"/>
                </a:moveTo>
                <a:lnTo>
                  <a:pt x="43740" y="26534"/>
                </a:lnTo>
                <a:cubicBezTo>
                  <a:pt x="43687" y="26561"/>
                  <a:pt x="43687" y="26615"/>
                  <a:pt x="43660" y="26642"/>
                </a:cubicBezTo>
                <a:lnTo>
                  <a:pt x="43687" y="26669"/>
                </a:lnTo>
                <a:lnTo>
                  <a:pt x="43283" y="26696"/>
                </a:lnTo>
                <a:cubicBezTo>
                  <a:pt x="43283" y="26669"/>
                  <a:pt x="43256" y="26642"/>
                  <a:pt x="43230" y="26642"/>
                </a:cubicBezTo>
                <a:lnTo>
                  <a:pt x="43740" y="26534"/>
                </a:lnTo>
                <a:close/>
                <a:moveTo>
                  <a:pt x="46348" y="26642"/>
                </a:moveTo>
                <a:lnTo>
                  <a:pt x="46241" y="26750"/>
                </a:lnTo>
                <a:cubicBezTo>
                  <a:pt x="46026" y="26750"/>
                  <a:pt x="45784" y="26723"/>
                  <a:pt x="45542" y="26723"/>
                </a:cubicBezTo>
                <a:lnTo>
                  <a:pt x="46348" y="26642"/>
                </a:lnTo>
                <a:close/>
                <a:moveTo>
                  <a:pt x="68339" y="25405"/>
                </a:moveTo>
                <a:lnTo>
                  <a:pt x="68339" y="25405"/>
                </a:lnTo>
                <a:cubicBezTo>
                  <a:pt x="69200" y="25674"/>
                  <a:pt x="70087" y="25943"/>
                  <a:pt x="71001" y="26158"/>
                </a:cubicBezTo>
                <a:lnTo>
                  <a:pt x="70974" y="26158"/>
                </a:lnTo>
                <a:cubicBezTo>
                  <a:pt x="70947" y="26373"/>
                  <a:pt x="70920" y="26588"/>
                  <a:pt x="70920" y="26776"/>
                </a:cubicBezTo>
                <a:lnTo>
                  <a:pt x="68339" y="25405"/>
                </a:lnTo>
                <a:close/>
                <a:moveTo>
                  <a:pt x="51779" y="26212"/>
                </a:moveTo>
                <a:lnTo>
                  <a:pt x="52451" y="26293"/>
                </a:lnTo>
                <a:cubicBezTo>
                  <a:pt x="52101" y="26481"/>
                  <a:pt x="51698" y="26669"/>
                  <a:pt x="51322" y="26857"/>
                </a:cubicBezTo>
                <a:lnTo>
                  <a:pt x="51295" y="26857"/>
                </a:lnTo>
                <a:cubicBezTo>
                  <a:pt x="51483" y="26669"/>
                  <a:pt x="51644" y="26454"/>
                  <a:pt x="51779" y="26212"/>
                </a:cubicBezTo>
                <a:close/>
                <a:moveTo>
                  <a:pt x="47397" y="26508"/>
                </a:moveTo>
                <a:cubicBezTo>
                  <a:pt x="47477" y="26521"/>
                  <a:pt x="47558" y="26528"/>
                  <a:pt x="47639" y="26528"/>
                </a:cubicBezTo>
                <a:cubicBezTo>
                  <a:pt x="47719" y="26528"/>
                  <a:pt x="47800" y="26521"/>
                  <a:pt x="47881" y="26508"/>
                </a:cubicBezTo>
                <a:lnTo>
                  <a:pt x="47881" y="26508"/>
                </a:lnTo>
                <a:lnTo>
                  <a:pt x="47477" y="26884"/>
                </a:lnTo>
                <a:cubicBezTo>
                  <a:pt x="47262" y="26857"/>
                  <a:pt x="47047" y="26830"/>
                  <a:pt x="46832" y="26803"/>
                </a:cubicBezTo>
                <a:lnTo>
                  <a:pt x="46993" y="26561"/>
                </a:lnTo>
                <a:lnTo>
                  <a:pt x="47397" y="26508"/>
                </a:lnTo>
                <a:close/>
                <a:moveTo>
                  <a:pt x="48929" y="26481"/>
                </a:moveTo>
                <a:cubicBezTo>
                  <a:pt x="48768" y="26615"/>
                  <a:pt x="48606" y="26750"/>
                  <a:pt x="48418" y="26911"/>
                </a:cubicBezTo>
                <a:lnTo>
                  <a:pt x="48768" y="26481"/>
                </a:lnTo>
                <a:close/>
                <a:moveTo>
                  <a:pt x="96998" y="26239"/>
                </a:moveTo>
                <a:lnTo>
                  <a:pt x="96998" y="26239"/>
                </a:lnTo>
                <a:cubicBezTo>
                  <a:pt x="96567" y="26454"/>
                  <a:pt x="96110" y="26615"/>
                  <a:pt x="95680" y="26803"/>
                </a:cubicBezTo>
                <a:lnTo>
                  <a:pt x="95653" y="26830"/>
                </a:lnTo>
                <a:cubicBezTo>
                  <a:pt x="95519" y="26857"/>
                  <a:pt x="95385" y="26884"/>
                  <a:pt x="95250" y="26938"/>
                </a:cubicBezTo>
                <a:lnTo>
                  <a:pt x="95089" y="26830"/>
                </a:lnTo>
                <a:cubicBezTo>
                  <a:pt x="95707" y="26615"/>
                  <a:pt x="96352" y="26400"/>
                  <a:pt x="96998" y="26239"/>
                </a:cubicBezTo>
                <a:close/>
                <a:moveTo>
                  <a:pt x="54655" y="26615"/>
                </a:moveTo>
                <a:lnTo>
                  <a:pt x="54655" y="26615"/>
                </a:lnTo>
                <a:cubicBezTo>
                  <a:pt x="55112" y="26696"/>
                  <a:pt x="55569" y="26776"/>
                  <a:pt x="56053" y="26884"/>
                </a:cubicBezTo>
                <a:lnTo>
                  <a:pt x="55946" y="26965"/>
                </a:lnTo>
                <a:cubicBezTo>
                  <a:pt x="55516" y="26857"/>
                  <a:pt x="55085" y="26750"/>
                  <a:pt x="54655" y="26615"/>
                </a:cubicBezTo>
                <a:close/>
                <a:moveTo>
                  <a:pt x="104901" y="26319"/>
                </a:moveTo>
                <a:lnTo>
                  <a:pt x="104901" y="26319"/>
                </a:lnTo>
                <a:cubicBezTo>
                  <a:pt x="104794" y="26373"/>
                  <a:pt x="104821" y="26534"/>
                  <a:pt x="104928" y="26588"/>
                </a:cubicBezTo>
                <a:cubicBezTo>
                  <a:pt x="105090" y="26669"/>
                  <a:pt x="105224" y="26723"/>
                  <a:pt x="105359" y="26776"/>
                </a:cubicBezTo>
                <a:cubicBezTo>
                  <a:pt x="105385" y="26803"/>
                  <a:pt x="105385" y="26830"/>
                  <a:pt x="105439" y="26857"/>
                </a:cubicBezTo>
                <a:cubicBezTo>
                  <a:pt x="105654" y="26965"/>
                  <a:pt x="105869" y="27072"/>
                  <a:pt x="106111" y="27153"/>
                </a:cubicBezTo>
                <a:cubicBezTo>
                  <a:pt x="105493" y="26991"/>
                  <a:pt x="104901" y="26884"/>
                  <a:pt x="104283" y="26776"/>
                </a:cubicBezTo>
                <a:cubicBezTo>
                  <a:pt x="104383" y="26751"/>
                  <a:pt x="104437" y="26633"/>
                  <a:pt x="104400" y="26530"/>
                </a:cubicBezTo>
                <a:lnTo>
                  <a:pt x="104400" y="26530"/>
                </a:lnTo>
                <a:cubicBezTo>
                  <a:pt x="104503" y="26476"/>
                  <a:pt x="104581" y="26398"/>
                  <a:pt x="104660" y="26346"/>
                </a:cubicBezTo>
                <a:lnTo>
                  <a:pt x="104901" y="26319"/>
                </a:lnTo>
                <a:close/>
                <a:moveTo>
                  <a:pt x="56779" y="27126"/>
                </a:moveTo>
                <a:lnTo>
                  <a:pt x="56914" y="27207"/>
                </a:lnTo>
                <a:lnTo>
                  <a:pt x="56645" y="27153"/>
                </a:lnTo>
                <a:cubicBezTo>
                  <a:pt x="56698" y="27126"/>
                  <a:pt x="56725" y="27126"/>
                  <a:pt x="56779" y="27126"/>
                </a:cubicBezTo>
                <a:close/>
                <a:moveTo>
                  <a:pt x="71404" y="26696"/>
                </a:moveTo>
                <a:lnTo>
                  <a:pt x="71565" y="26938"/>
                </a:lnTo>
                <a:cubicBezTo>
                  <a:pt x="71592" y="27018"/>
                  <a:pt x="71646" y="27126"/>
                  <a:pt x="71700" y="27207"/>
                </a:cubicBezTo>
                <a:lnTo>
                  <a:pt x="71323" y="27018"/>
                </a:lnTo>
                <a:cubicBezTo>
                  <a:pt x="71350" y="26884"/>
                  <a:pt x="71377" y="26803"/>
                  <a:pt x="71404" y="26696"/>
                </a:cubicBezTo>
                <a:close/>
                <a:moveTo>
                  <a:pt x="99794" y="27180"/>
                </a:moveTo>
                <a:lnTo>
                  <a:pt x="100331" y="27207"/>
                </a:lnTo>
                <a:cubicBezTo>
                  <a:pt x="99962" y="27259"/>
                  <a:pt x="99619" y="27312"/>
                  <a:pt x="99251" y="27339"/>
                </a:cubicBezTo>
                <a:lnTo>
                  <a:pt x="99251" y="27339"/>
                </a:lnTo>
                <a:cubicBezTo>
                  <a:pt x="99173" y="27313"/>
                  <a:pt x="99120" y="27287"/>
                  <a:pt x="99068" y="27260"/>
                </a:cubicBezTo>
                <a:cubicBezTo>
                  <a:pt x="99310" y="27233"/>
                  <a:pt x="99552" y="27207"/>
                  <a:pt x="99794" y="27180"/>
                </a:cubicBezTo>
                <a:close/>
                <a:moveTo>
                  <a:pt x="49977" y="26131"/>
                </a:moveTo>
                <a:cubicBezTo>
                  <a:pt x="50300" y="26131"/>
                  <a:pt x="50650" y="26158"/>
                  <a:pt x="50999" y="26185"/>
                </a:cubicBezTo>
                <a:cubicBezTo>
                  <a:pt x="50892" y="26454"/>
                  <a:pt x="50730" y="26723"/>
                  <a:pt x="50542" y="26991"/>
                </a:cubicBezTo>
                <a:cubicBezTo>
                  <a:pt x="50461" y="27099"/>
                  <a:pt x="50354" y="27233"/>
                  <a:pt x="50219" y="27341"/>
                </a:cubicBezTo>
                <a:cubicBezTo>
                  <a:pt x="49770" y="27235"/>
                  <a:pt x="49296" y="27156"/>
                  <a:pt x="48820" y="27076"/>
                </a:cubicBezTo>
                <a:lnTo>
                  <a:pt x="48820" y="27076"/>
                </a:lnTo>
                <a:cubicBezTo>
                  <a:pt x="49055" y="26869"/>
                  <a:pt x="49314" y="26661"/>
                  <a:pt x="49547" y="26454"/>
                </a:cubicBezTo>
                <a:cubicBezTo>
                  <a:pt x="49709" y="26481"/>
                  <a:pt x="49843" y="26508"/>
                  <a:pt x="50004" y="26508"/>
                </a:cubicBezTo>
                <a:cubicBezTo>
                  <a:pt x="50013" y="26509"/>
                  <a:pt x="50021" y="26509"/>
                  <a:pt x="50029" y="26509"/>
                </a:cubicBezTo>
                <a:cubicBezTo>
                  <a:pt x="50219" y="26509"/>
                  <a:pt x="50211" y="26211"/>
                  <a:pt x="50004" y="26185"/>
                </a:cubicBezTo>
                <a:lnTo>
                  <a:pt x="49924" y="26185"/>
                </a:lnTo>
                <a:lnTo>
                  <a:pt x="49977" y="26131"/>
                </a:lnTo>
                <a:close/>
                <a:moveTo>
                  <a:pt x="77238" y="24841"/>
                </a:moveTo>
                <a:lnTo>
                  <a:pt x="77238" y="24841"/>
                </a:lnTo>
                <a:cubicBezTo>
                  <a:pt x="77641" y="25378"/>
                  <a:pt x="78017" y="25889"/>
                  <a:pt x="78448" y="26400"/>
                </a:cubicBezTo>
                <a:cubicBezTo>
                  <a:pt x="78421" y="26588"/>
                  <a:pt x="78394" y="26776"/>
                  <a:pt x="78367" y="26965"/>
                </a:cubicBezTo>
                <a:lnTo>
                  <a:pt x="78098" y="27341"/>
                </a:lnTo>
                <a:cubicBezTo>
                  <a:pt x="78071" y="27368"/>
                  <a:pt x="78071" y="27395"/>
                  <a:pt x="78071" y="27422"/>
                </a:cubicBezTo>
                <a:lnTo>
                  <a:pt x="77964" y="27260"/>
                </a:lnTo>
                <a:cubicBezTo>
                  <a:pt x="77749" y="26427"/>
                  <a:pt x="77507" y="25647"/>
                  <a:pt x="77238" y="24841"/>
                </a:cubicBezTo>
                <a:close/>
                <a:moveTo>
                  <a:pt x="97912" y="27422"/>
                </a:moveTo>
                <a:lnTo>
                  <a:pt x="97965" y="27449"/>
                </a:lnTo>
                <a:lnTo>
                  <a:pt x="97750" y="27449"/>
                </a:lnTo>
                <a:lnTo>
                  <a:pt x="97912" y="27422"/>
                </a:lnTo>
                <a:close/>
                <a:moveTo>
                  <a:pt x="52048" y="26884"/>
                </a:moveTo>
                <a:lnTo>
                  <a:pt x="52048" y="26884"/>
                </a:lnTo>
                <a:cubicBezTo>
                  <a:pt x="51940" y="26991"/>
                  <a:pt x="51832" y="27099"/>
                  <a:pt x="51698" y="27207"/>
                </a:cubicBezTo>
                <a:cubicBezTo>
                  <a:pt x="51591" y="27287"/>
                  <a:pt x="51429" y="27395"/>
                  <a:pt x="51241" y="27502"/>
                </a:cubicBezTo>
                <a:lnTo>
                  <a:pt x="51214" y="27502"/>
                </a:lnTo>
                <a:lnTo>
                  <a:pt x="50945" y="27449"/>
                </a:lnTo>
                <a:cubicBezTo>
                  <a:pt x="51295" y="27260"/>
                  <a:pt x="51671" y="27072"/>
                  <a:pt x="52048" y="26884"/>
                </a:cubicBezTo>
                <a:close/>
                <a:moveTo>
                  <a:pt x="94766" y="26911"/>
                </a:moveTo>
                <a:lnTo>
                  <a:pt x="94766" y="26938"/>
                </a:lnTo>
                <a:cubicBezTo>
                  <a:pt x="94766" y="26965"/>
                  <a:pt x="94793" y="27018"/>
                  <a:pt x="94820" y="27045"/>
                </a:cubicBezTo>
                <a:lnTo>
                  <a:pt x="94847" y="27045"/>
                </a:lnTo>
                <a:cubicBezTo>
                  <a:pt x="94686" y="27099"/>
                  <a:pt x="94524" y="27180"/>
                  <a:pt x="94363" y="27260"/>
                </a:cubicBezTo>
                <a:cubicBezTo>
                  <a:pt x="93960" y="27395"/>
                  <a:pt x="93530" y="27502"/>
                  <a:pt x="93126" y="27610"/>
                </a:cubicBezTo>
                <a:cubicBezTo>
                  <a:pt x="93395" y="27449"/>
                  <a:pt x="93610" y="27341"/>
                  <a:pt x="93718" y="27287"/>
                </a:cubicBezTo>
                <a:cubicBezTo>
                  <a:pt x="94067" y="27153"/>
                  <a:pt x="94444" y="27045"/>
                  <a:pt x="94766" y="26911"/>
                </a:cubicBezTo>
                <a:close/>
                <a:moveTo>
                  <a:pt x="94968" y="25578"/>
                </a:moveTo>
                <a:cubicBezTo>
                  <a:pt x="94974" y="25578"/>
                  <a:pt x="94897" y="25650"/>
                  <a:pt x="94686" y="25835"/>
                </a:cubicBezTo>
                <a:lnTo>
                  <a:pt x="94686" y="25862"/>
                </a:lnTo>
                <a:cubicBezTo>
                  <a:pt x="94282" y="26212"/>
                  <a:pt x="93906" y="26588"/>
                  <a:pt x="93503" y="26911"/>
                </a:cubicBezTo>
                <a:cubicBezTo>
                  <a:pt x="93314" y="27045"/>
                  <a:pt x="93153" y="27180"/>
                  <a:pt x="92965" y="27314"/>
                </a:cubicBezTo>
                <a:cubicBezTo>
                  <a:pt x="92723" y="27422"/>
                  <a:pt x="92454" y="27529"/>
                  <a:pt x="92185" y="27664"/>
                </a:cubicBezTo>
                <a:lnTo>
                  <a:pt x="94013" y="26346"/>
                </a:lnTo>
                <a:cubicBezTo>
                  <a:pt x="94075" y="26305"/>
                  <a:pt x="94947" y="25578"/>
                  <a:pt x="94968" y="25578"/>
                </a:cubicBezTo>
                <a:close/>
                <a:moveTo>
                  <a:pt x="103100" y="27099"/>
                </a:moveTo>
                <a:cubicBezTo>
                  <a:pt x="103288" y="27260"/>
                  <a:pt x="103504" y="27449"/>
                  <a:pt x="103692" y="27610"/>
                </a:cubicBezTo>
                <a:lnTo>
                  <a:pt x="103719" y="27610"/>
                </a:lnTo>
                <a:cubicBezTo>
                  <a:pt x="103665" y="27637"/>
                  <a:pt x="103611" y="27664"/>
                  <a:pt x="103611" y="27690"/>
                </a:cubicBezTo>
                <a:cubicBezTo>
                  <a:pt x="103235" y="27529"/>
                  <a:pt x="102885" y="27368"/>
                  <a:pt x="102509" y="27233"/>
                </a:cubicBezTo>
                <a:cubicBezTo>
                  <a:pt x="102455" y="27233"/>
                  <a:pt x="102374" y="27260"/>
                  <a:pt x="102347" y="27314"/>
                </a:cubicBezTo>
                <a:lnTo>
                  <a:pt x="102213" y="27287"/>
                </a:lnTo>
                <a:cubicBezTo>
                  <a:pt x="102509" y="27233"/>
                  <a:pt x="102805" y="27153"/>
                  <a:pt x="103100" y="27099"/>
                </a:cubicBezTo>
                <a:close/>
                <a:moveTo>
                  <a:pt x="102156" y="27507"/>
                </a:moveTo>
                <a:cubicBezTo>
                  <a:pt x="102223" y="27507"/>
                  <a:pt x="102330" y="27536"/>
                  <a:pt x="102455" y="27583"/>
                </a:cubicBezTo>
                <a:cubicBezTo>
                  <a:pt x="102406" y="27632"/>
                  <a:pt x="102402" y="27681"/>
                  <a:pt x="102401" y="27730"/>
                </a:cubicBezTo>
                <a:lnTo>
                  <a:pt x="102401" y="27730"/>
                </a:lnTo>
                <a:lnTo>
                  <a:pt x="102079" y="27556"/>
                </a:lnTo>
                <a:cubicBezTo>
                  <a:pt x="102079" y="27522"/>
                  <a:pt x="102107" y="27507"/>
                  <a:pt x="102156" y="27507"/>
                </a:cubicBezTo>
                <a:close/>
                <a:moveTo>
                  <a:pt x="53311" y="26588"/>
                </a:moveTo>
                <a:lnTo>
                  <a:pt x="53472" y="26642"/>
                </a:lnTo>
                <a:cubicBezTo>
                  <a:pt x="53150" y="26991"/>
                  <a:pt x="52854" y="27368"/>
                  <a:pt x="52558" y="27744"/>
                </a:cubicBezTo>
                <a:cubicBezTo>
                  <a:pt x="52343" y="27690"/>
                  <a:pt x="52074" y="27664"/>
                  <a:pt x="51806" y="27610"/>
                </a:cubicBezTo>
                <a:lnTo>
                  <a:pt x="51779" y="27610"/>
                </a:lnTo>
                <a:lnTo>
                  <a:pt x="52101" y="27314"/>
                </a:lnTo>
                <a:cubicBezTo>
                  <a:pt x="52505" y="27045"/>
                  <a:pt x="52908" y="26803"/>
                  <a:pt x="53311" y="26588"/>
                </a:cubicBezTo>
                <a:close/>
                <a:moveTo>
                  <a:pt x="58285" y="27825"/>
                </a:moveTo>
                <a:lnTo>
                  <a:pt x="58392" y="27852"/>
                </a:lnTo>
                <a:lnTo>
                  <a:pt x="58285" y="27852"/>
                </a:lnTo>
                <a:lnTo>
                  <a:pt x="58285" y="27825"/>
                </a:lnTo>
                <a:close/>
                <a:moveTo>
                  <a:pt x="80840" y="26212"/>
                </a:moveTo>
                <a:cubicBezTo>
                  <a:pt x="80501" y="26761"/>
                  <a:pt x="80212" y="27310"/>
                  <a:pt x="79899" y="27858"/>
                </a:cubicBezTo>
                <a:lnTo>
                  <a:pt x="79899" y="27858"/>
                </a:lnTo>
                <a:lnTo>
                  <a:pt x="79899" y="27314"/>
                </a:lnTo>
                <a:cubicBezTo>
                  <a:pt x="80222" y="26965"/>
                  <a:pt x="80545" y="26588"/>
                  <a:pt x="80840" y="26212"/>
                </a:cubicBezTo>
                <a:close/>
                <a:moveTo>
                  <a:pt x="58070" y="27798"/>
                </a:moveTo>
                <a:lnTo>
                  <a:pt x="57989" y="27879"/>
                </a:lnTo>
                <a:lnTo>
                  <a:pt x="57935" y="27879"/>
                </a:lnTo>
                <a:lnTo>
                  <a:pt x="58043" y="27798"/>
                </a:lnTo>
                <a:close/>
                <a:moveTo>
                  <a:pt x="61027" y="27269"/>
                </a:moveTo>
                <a:cubicBezTo>
                  <a:pt x="61242" y="27269"/>
                  <a:pt x="61844" y="27603"/>
                  <a:pt x="62317" y="27879"/>
                </a:cubicBezTo>
                <a:cubicBezTo>
                  <a:pt x="61860" y="27717"/>
                  <a:pt x="61403" y="27583"/>
                  <a:pt x="60973" y="27422"/>
                </a:cubicBezTo>
                <a:cubicBezTo>
                  <a:pt x="60923" y="27314"/>
                  <a:pt x="60949" y="27269"/>
                  <a:pt x="61027" y="27269"/>
                </a:cubicBezTo>
                <a:close/>
                <a:moveTo>
                  <a:pt x="78179" y="27610"/>
                </a:moveTo>
                <a:lnTo>
                  <a:pt x="78179" y="27610"/>
                </a:lnTo>
                <a:cubicBezTo>
                  <a:pt x="78233" y="27637"/>
                  <a:pt x="78286" y="27637"/>
                  <a:pt x="78340" y="27637"/>
                </a:cubicBezTo>
                <a:lnTo>
                  <a:pt x="78313" y="27879"/>
                </a:lnTo>
                <a:lnTo>
                  <a:pt x="78179" y="27610"/>
                </a:lnTo>
                <a:close/>
                <a:moveTo>
                  <a:pt x="53903" y="26776"/>
                </a:moveTo>
                <a:cubicBezTo>
                  <a:pt x="54333" y="26911"/>
                  <a:pt x="54790" y="27045"/>
                  <a:pt x="55274" y="27180"/>
                </a:cubicBezTo>
                <a:cubicBezTo>
                  <a:pt x="55059" y="27287"/>
                  <a:pt x="54870" y="27422"/>
                  <a:pt x="54682" y="27529"/>
                </a:cubicBezTo>
                <a:cubicBezTo>
                  <a:pt x="54360" y="27637"/>
                  <a:pt x="54010" y="27798"/>
                  <a:pt x="53687" y="27906"/>
                </a:cubicBezTo>
                <a:lnTo>
                  <a:pt x="53634" y="27906"/>
                </a:lnTo>
                <a:lnTo>
                  <a:pt x="53446" y="27879"/>
                </a:lnTo>
                <a:cubicBezTo>
                  <a:pt x="53553" y="27717"/>
                  <a:pt x="53661" y="27556"/>
                  <a:pt x="53768" y="27395"/>
                </a:cubicBezTo>
                <a:cubicBezTo>
                  <a:pt x="53825" y="27300"/>
                  <a:pt x="53748" y="27205"/>
                  <a:pt x="53660" y="27205"/>
                </a:cubicBezTo>
                <a:cubicBezTo>
                  <a:pt x="53623" y="27205"/>
                  <a:pt x="53585" y="27221"/>
                  <a:pt x="53553" y="27260"/>
                </a:cubicBezTo>
                <a:cubicBezTo>
                  <a:pt x="53446" y="27449"/>
                  <a:pt x="53311" y="27637"/>
                  <a:pt x="53177" y="27825"/>
                </a:cubicBezTo>
                <a:lnTo>
                  <a:pt x="53015" y="27825"/>
                </a:lnTo>
                <a:cubicBezTo>
                  <a:pt x="53311" y="27475"/>
                  <a:pt x="53607" y="27126"/>
                  <a:pt x="53903" y="26776"/>
                </a:cubicBezTo>
                <a:close/>
                <a:moveTo>
                  <a:pt x="54951" y="27717"/>
                </a:moveTo>
                <a:lnTo>
                  <a:pt x="54951" y="27717"/>
                </a:lnTo>
                <a:cubicBezTo>
                  <a:pt x="54924" y="27798"/>
                  <a:pt x="54897" y="27852"/>
                  <a:pt x="54843" y="27932"/>
                </a:cubicBezTo>
                <a:lnTo>
                  <a:pt x="54817" y="27959"/>
                </a:lnTo>
                <a:lnTo>
                  <a:pt x="54521" y="27959"/>
                </a:lnTo>
                <a:lnTo>
                  <a:pt x="54817" y="27771"/>
                </a:lnTo>
                <a:lnTo>
                  <a:pt x="54951" y="27717"/>
                </a:lnTo>
                <a:close/>
                <a:moveTo>
                  <a:pt x="56430" y="27449"/>
                </a:moveTo>
                <a:cubicBezTo>
                  <a:pt x="56860" y="27556"/>
                  <a:pt x="57290" y="27664"/>
                  <a:pt x="57720" y="27744"/>
                </a:cubicBezTo>
                <a:lnTo>
                  <a:pt x="57505" y="27879"/>
                </a:lnTo>
                <a:cubicBezTo>
                  <a:pt x="57048" y="27906"/>
                  <a:pt x="56618" y="27932"/>
                  <a:pt x="56161" y="27959"/>
                </a:cubicBezTo>
                <a:cubicBezTo>
                  <a:pt x="56241" y="27798"/>
                  <a:pt x="56349" y="27610"/>
                  <a:pt x="56430" y="27449"/>
                </a:cubicBezTo>
                <a:close/>
                <a:moveTo>
                  <a:pt x="62452" y="24142"/>
                </a:moveTo>
                <a:lnTo>
                  <a:pt x="62452" y="24142"/>
                </a:lnTo>
                <a:cubicBezTo>
                  <a:pt x="65597" y="25110"/>
                  <a:pt x="68662" y="26373"/>
                  <a:pt x="71619" y="27879"/>
                </a:cubicBezTo>
                <a:lnTo>
                  <a:pt x="71592" y="27906"/>
                </a:lnTo>
                <a:cubicBezTo>
                  <a:pt x="71592" y="27906"/>
                  <a:pt x="71646" y="27932"/>
                  <a:pt x="71646" y="27959"/>
                </a:cubicBezTo>
                <a:cubicBezTo>
                  <a:pt x="69065" y="26750"/>
                  <a:pt x="66430" y="25647"/>
                  <a:pt x="63742" y="24706"/>
                </a:cubicBezTo>
                <a:lnTo>
                  <a:pt x="62452" y="24142"/>
                </a:lnTo>
                <a:close/>
                <a:moveTo>
                  <a:pt x="56053" y="27368"/>
                </a:moveTo>
                <a:lnTo>
                  <a:pt x="56188" y="27395"/>
                </a:lnTo>
                <a:cubicBezTo>
                  <a:pt x="56107" y="27583"/>
                  <a:pt x="55973" y="27798"/>
                  <a:pt x="55838" y="27959"/>
                </a:cubicBezTo>
                <a:cubicBezTo>
                  <a:pt x="55623" y="27986"/>
                  <a:pt x="55408" y="27986"/>
                  <a:pt x="55166" y="27986"/>
                </a:cubicBezTo>
                <a:cubicBezTo>
                  <a:pt x="55300" y="27825"/>
                  <a:pt x="55462" y="27637"/>
                  <a:pt x="55623" y="27502"/>
                </a:cubicBezTo>
                <a:lnTo>
                  <a:pt x="56053" y="27368"/>
                </a:lnTo>
                <a:close/>
                <a:moveTo>
                  <a:pt x="74791" y="26427"/>
                </a:moveTo>
                <a:cubicBezTo>
                  <a:pt x="75086" y="26967"/>
                  <a:pt x="75403" y="27508"/>
                  <a:pt x="75743" y="28007"/>
                </a:cubicBezTo>
                <a:lnTo>
                  <a:pt x="75743" y="28007"/>
                </a:lnTo>
                <a:cubicBezTo>
                  <a:pt x="75403" y="27624"/>
                  <a:pt x="75046" y="27240"/>
                  <a:pt x="74711" y="26857"/>
                </a:cubicBezTo>
                <a:cubicBezTo>
                  <a:pt x="74738" y="26723"/>
                  <a:pt x="74765" y="26588"/>
                  <a:pt x="74791" y="26427"/>
                </a:cubicBezTo>
                <a:close/>
                <a:moveTo>
                  <a:pt x="53338" y="28040"/>
                </a:moveTo>
                <a:lnTo>
                  <a:pt x="53311" y="28067"/>
                </a:lnTo>
                <a:lnTo>
                  <a:pt x="53311" y="28040"/>
                </a:lnTo>
                <a:close/>
                <a:moveTo>
                  <a:pt x="71915" y="27691"/>
                </a:moveTo>
                <a:lnTo>
                  <a:pt x="72076" y="28013"/>
                </a:lnTo>
                <a:lnTo>
                  <a:pt x="72076" y="28067"/>
                </a:lnTo>
                <a:lnTo>
                  <a:pt x="71888" y="27852"/>
                </a:lnTo>
                <a:cubicBezTo>
                  <a:pt x="71915" y="27798"/>
                  <a:pt x="71942" y="27744"/>
                  <a:pt x="71915" y="27691"/>
                </a:cubicBezTo>
                <a:close/>
                <a:moveTo>
                  <a:pt x="92266" y="28147"/>
                </a:moveTo>
                <a:lnTo>
                  <a:pt x="92132" y="28201"/>
                </a:lnTo>
                <a:lnTo>
                  <a:pt x="92212" y="28147"/>
                </a:lnTo>
                <a:close/>
                <a:moveTo>
                  <a:pt x="75087" y="24706"/>
                </a:moveTo>
                <a:lnTo>
                  <a:pt x="76942" y="28228"/>
                </a:lnTo>
                <a:cubicBezTo>
                  <a:pt x="76270" y="27287"/>
                  <a:pt x="75598" y="26319"/>
                  <a:pt x="74980" y="25325"/>
                </a:cubicBezTo>
                <a:lnTo>
                  <a:pt x="75087" y="24706"/>
                </a:lnTo>
                <a:close/>
                <a:moveTo>
                  <a:pt x="58123" y="28121"/>
                </a:moveTo>
                <a:lnTo>
                  <a:pt x="57854" y="28309"/>
                </a:lnTo>
                <a:lnTo>
                  <a:pt x="58043" y="28121"/>
                </a:lnTo>
                <a:close/>
                <a:moveTo>
                  <a:pt x="40918" y="27233"/>
                </a:moveTo>
                <a:cubicBezTo>
                  <a:pt x="40192" y="27449"/>
                  <a:pt x="39520" y="27744"/>
                  <a:pt x="38874" y="28147"/>
                </a:cubicBezTo>
                <a:lnTo>
                  <a:pt x="38632" y="28174"/>
                </a:lnTo>
                <a:cubicBezTo>
                  <a:pt x="38283" y="28255"/>
                  <a:pt x="37907" y="28336"/>
                  <a:pt x="37557" y="28389"/>
                </a:cubicBezTo>
                <a:cubicBezTo>
                  <a:pt x="38606" y="27932"/>
                  <a:pt x="39681" y="27556"/>
                  <a:pt x="40783" y="27233"/>
                </a:cubicBezTo>
                <a:close/>
                <a:moveTo>
                  <a:pt x="52854" y="27959"/>
                </a:moveTo>
                <a:lnTo>
                  <a:pt x="53042" y="27986"/>
                </a:lnTo>
                <a:cubicBezTo>
                  <a:pt x="52988" y="28094"/>
                  <a:pt x="52935" y="28174"/>
                  <a:pt x="52881" y="28255"/>
                </a:cubicBezTo>
                <a:lnTo>
                  <a:pt x="52424" y="28470"/>
                </a:lnTo>
                <a:cubicBezTo>
                  <a:pt x="52585" y="28309"/>
                  <a:pt x="52720" y="28121"/>
                  <a:pt x="52854" y="27959"/>
                </a:cubicBezTo>
                <a:close/>
                <a:moveTo>
                  <a:pt x="46590" y="27126"/>
                </a:moveTo>
                <a:cubicBezTo>
                  <a:pt x="46751" y="27126"/>
                  <a:pt x="46913" y="27153"/>
                  <a:pt x="47101" y="27180"/>
                </a:cubicBezTo>
                <a:cubicBezTo>
                  <a:pt x="46563" y="27637"/>
                  <a:pt x="46052" y="28121"/>
                  <a:pt x="45568" y="28631"/>
                </a:cubicBezTo>
                <a:lnTo>
                  <a:pt x="45542" y="28658"/>
                </a:lnTo>
                <a:cubicBezTo>
                  <a:pt x="45891" y="28147"/>
                  <a:pt x="46241" y="27637"/>
                  <a:pt x="46590" y="27126"/>
                </a:cubicBezTo>
                <a:close/>
                <a:moveTo>
                  <a:pt x="61941" y="24438"/>
                </a:moveTo>
                <a:cubicBezTo>
                  <a:pt x="62532" y="24626"/>
                  <a:pt x="63097" y="24814"/>
                  <a:pt x="63688" y="25029"/>
                </a:cubicBezTo>
                <a:lnTo>
                  <a:pt x="71969" y="28470"/>
                </a:lnTo>
                <a:cubicBezTo>
                  <a:pt x="71969" y="28524"/>
                  <a:pt x="71942" y="28605"/>
                  <a:pt x="71915" y="28658"/>
                </a:cubicBezTo>
                <a:cubicBezTo>
                  <a:pt x="71243" y="28416"/>
                  <a:pt x="70597" y="28174"/>
                  <a:pt x="69925" y="27959"/>
                </a:cubicBezTo>
                <a:lnTo>
                  <a:pt x="61941" y="24438"/>
                </a:lnTo>
                <a:close/>
                <a:moveTo>
                  <a:pt x="101084" y="27502"/>
                </a:moveTo>
                <a:cubicBezTo>
                  <a:pt x="101487" y="27906"/>
                  <a:pt x="101890" y="28282"/>
                  <a:pt x="102294" y="28685"/>
                </a:cubicBezTo>
                <a:lnTo>
                  <a:pt x="100143" y="27637"/>
                </a:lnTo>
                <a:cubicBezTo>
                  <a:pt x="100466" y="27610"/>
                  <a:pt x="100761" y="27556"/>
                  <a:pt x="101057" y="27502"/>
                </a:cubicBezTo>
                <a:close/>
                <a:moveTo>
                  <a:pt x="38041" y="27879"/>
                </a:moveTo>
                <a:lnTo>
                  <a:pt x="38041" y="27879"/>
                </a:lnTo>
                <a:cubicBezTo>
                  <a:pt x="37503" y="28094"/>
                  <a:pt x="36992" y="28336"/>
                  <a:pt x="36455" y="28551"/>
                </a:cubicBezTo>
                <a:lnTo>
                  <a:pt x="36267" y="28605"/>
                </a:lnTo>
                <a:cubicBezTo>
                  <a:pt x="35899" y="28671"/>
                  <a:pt x="35732" y="28697"/>
                  <a:pt x="35692" y="28697"/>
                </a:cubicBezTo>
                <a:cubicBezTo>
                  <a:pt x="35586" y="28697"/>
                  <a:pt x="36370" y="28514"/>
                  <a:pt x="36643" y="28416"/>
                </a:cubicBezTo>
                <a:cubicBezTo>
                  <a:pt x="37073" y="28282"/>
                  <a:pt x="37557" y="28040"/>
                  <a:pt x="38041" y="27879"/>
                </a:cubicBezTo>
                <a:close/>
                <a:moveTo>
                  <a:pt x="102052" y="27932"/>
                </a:moveTo>
                <a:cubicBezTo>
                  <a:pt x="102267" y="28040"/>
                  <a:pt x="102482" y="28174"/>
                  <a:pt x="102724" y="28309"/>
                </a:cubicBezTo>
                <a:cubicBezTo>
                  <a:pt x="102932" y="28448"/>
                  <a:pt x="103140" y="28606"/>
                  <a:pt x="103349" y="28751"/>
                </a:cubicBezTo>
                <a:lnTo>
                  <a:pt x="103349" y="28751"/>
                </a:lnTo>
                <a:cubicBezTo>
                  <a:pt x="102939" y="28527"/>
                  <a:pt x="102549" y="28281"/>
                  <a:pt x="102159" y="28013"/>
                </a:cubicBezTo>
                <a:lnTo>
                  <a:pt x="102052" y="27932"/>
                </a:lnTo>
                <a:close/>
                <a:moveTo>
                  <a:pt x="61027" y="28443"/>
                </a:moveTo>
                <a:lnTo>
                  <a:pt x="61215" y="28497"/>
                </a:lnTo>
                <a:cubicBezTo>
                  <a:pt x="61000" y="28605"/>
                  <a:pt x="60812" y="28712"/>
                  <a:pt x="60597" y="28820"/>
                </a:cubicBezTo>
                <a:cubicBezTo>
                  <a:pt x="60758" y="28712"/>
                  <a:pt x="60892" y="28551"/>
                  <a:pt x="61027" y="28443"/>
                </a:cubicBezTo>
                <a:close/>
                <a:moveTo>
                  <a:pt x="53419" y="28363"/>
                </a:moveTo>
                <a:lnTo>
                  <a:pt x="53419" y="28363"/>
                </a:lnTo>
                <a:cubicBezTo>
                  <a:pt x="53204" y="28524"/>
                  <a:pt x="52988" y="28685"/>
                  <a:pt x="52773" y="28846"/>
                </a:cubicBezTo>
                <a:lnTo>
                  <a:pt x="52773" y="28820"/>
                </a:lnTo>
                <a:lnTo>
                  <a:pt x="52935" y="28578"/>
                </a:lnTo>
                <a:cubicBezTo>
                  <a:pt x="53096" y="28524"/>
                  <a:pt x="53284" y="28443"/>
                  <a:pt x="53419" y="28363"/>
                </a:cubicBezTo>
                <a:close/>
                <a:moveTo>
                  <a:pt x="109284" y="28443"/>
                </a:moveTo>
                <a:cubicBezTo>
                  <a:pt x="109445" y="28497"/>
                  <a:pt x="109579" y="28551"/>
                  <a:pt x="109741" y="28605"/>
                </a:cubicBezTo>
                <a:cubicBezTo>
                  <a:pt x="109848" y="28685"/>
                  <a:pt x="109929" y="28766"/>
                  <a:pt x="110009" y="28846"/>
                </a:cubicBezTo>
                <a:cubicBezTo>
                  <a:pt x="109902" y="28793"/>
                  <a:pt x="109794" y="28712"/>
                  <a:pt x="109687" y="28658"/>
                </a:cubicBezTo>
                <a:cubicBezTo>
                  <a:pt x="109579" y="28605"/>
                  <a:pt x="109418" y="28524"/>
                  <a:pt x="109284" y="28443"/>
                </a:cubicBezTo>
                <a:close/>
                <a:moveTo>
                  <a:pt x="80652" y="27475"/>
                </a:moveTo>
                <a:lnTo>
                  <a:pt x="80652" y="27475"/>
                </a:lnTo>
                <a:cubicBezTo>
                  <a:pt x="80410" y="27932"/>
                  <a:pt x="80168" y="28389"/>
                  <a:pt x="79926" y="28873"/>
                </a:cubicBezTo>
                <a:lnTo>
                  <a:pt x="79899" y="28900"/>
                </a:lnTo>
                <a:lnTo>
                  <a:pt x="79899" y="28739"/>
                </a:lnTo>
                <a:lnTo>
                  <a:pt x="80652" y="27475"/>
                </a:lnTo>
                <a:close/>
                <a:moveTo>
                  <a:pt x="103745" y="27153"/>
                </a:moveTo>
                <a:lnTo>
                  <a:pt x="105251" y="27475"/>
                </a:lnTo>
                <a:cubicBezTo>
                  <a:pt x="105412" y="27986"/>
                  <a:pt x="105654" y="28497"/>
                  <a:pt x="105923" y="29008"/>
                </a:cubicBezTo>
                <a:lnTo>
                  <a:pt x="105735" y="28873"/>
                </a:lnTo>
                <a:lnTo>
                  <a:pt x="104875" y="27852"/>
                </a:lnTo>
                <a:cubicBezTo>
                  <a:pt x="104843" y="27812"/>
                  <a:pt x="104807" y="27796"/>
                  <a:pt x="104772" y="27796"/>
                </a:cubicBezTo>
                <a:cubicBezTo>
                  <a:pt x="104689" y="27796"/>
                  <a:pt x="104614" y="27891"/>
                  <a:pt x="104633" y="27986"/>
                </a:cubicBezTo>
                <a:lnTo>
                  <a:pt x="103961" y="27395"/>
                </a:lnTo>
                <a:lnTo>
                  <a:pt x="103745" y="27153"/>
                </a:lnTo>
                <a:close/>
                <a:moveTo>
                  <a:pt x="50623" y="27664"/>
                </a:moveTo>
                <a:lnTo>
                  <a:pt x="50892" y="27717"/>
                </a:lnTo>
                <a:cubicBezTo>
                  <a:pt x="50219" y="28121"/>
                  <a:pt x="49547" y="28605"/>
                  <a:pt x="48902" y="29088"/>
                </a:cubicBezTo>
                <a:lnTo>
                  <a:pt x="48875" y="29115"/>
                </a:lnTo>
                <a:cubicBezTo>
                  <a:pt x="49198" y="28766"/>
                  <a:pt x="49574" y="28470"/>
                  <a:pt x="49897" y="28121"/>
                </a:cubicBezTo>
                <a:lnTo>
                  <a:pt x="50085" y="27959"/>
                </a:lnTo>
                <a:cubicBezTo>
                  <a:pt x="50273" y="27852"/>
                  <a:pt x="50434" y="27771"/>
                  <a:pt x="50623" y="27664"/>
                </a:cubicBezTo>
                <a:close/>
                <a:moveTo>
                  <a:pt x="93987" y="28739"/>
                </a:moveTo>
                <a:cubicBezTo>
                  <a:pt x="94255" y="28900"/>
                  <a:pt x="94524" y="29088"/>
                  <a:pt x="94793" y="29250"/>
                </a:cubicBezTo>
                <a:cubicBezTo>
                  <a:pt x="94659" y="29223"/>
                  <a:pt x="94551" y="29196"/>
                  <a:pt x="94444" y="29196"/>
                </a:cubicBezTo>
                <a:lnTo>
                  <a:pt x="93745" y="28846"/>
                </a:lnTo>
                <a:lnTo>
                  <a:pt x="93987" y="28739"/>
                </a:lnTo>
                <a:close/>
                <a:moveTo>
                  <a:pt x="35810" y="28873"/>
                </a:moveTo>
                <a:cubicBezTo>
                  <a:pt x="35460" y="29035"/>
                  <a:pt x="35138" y="29196"/>
                  <a:pt x="34788" y="29384"/>
                </a:cubicBezTo>
                <a:cubicBezTo>
                  <a:pt x="34896" y="29250"/>
                  <a:pt x="34949" y="29115"/>
                  <a:pt x="35030" y="28981"/>
                </a:cubicBezTo>
                <a:cubicBezTo>
                  <a:pt x="35030" y="28954"/>
                  <a:pt x="35030" y="28927"/>
                  <a:pt x="35030" y="28900"/>
                </a:cubicBezTo>
                <a:cubicBezTo>
                  <a:pt x="35057" y="28927"/>
                  <a:pt x="35084" y="28927"/>
                  <a:pt x="35111" y="28927"/>
                </a:cubicBezTo>
                <a:cubicBezTo>
                  <a:pt x="35326" y="28900"/>
                  <a:pt x="35568" y="28873"/>
                  <a:pt x="35810" y="28873"/>
                </a:cubicBezTo>
                <a:close/>
                <a:moveTo>
                  <a:pt x="58957" y="28067"/>
                </a:moveTo>
                <a:cubicBezTo>
                  <a:pt x="59145" y="28094"/>
                  <a:pt x="59387" y="28094"/>
                  <a:pt x="59629" y="28121"/>
                </a:cubicBezTo>
                <a:lnTo>
                  <a:pt x="59629" y="28094"/>
                </a:lnTo>
                <a:cubicBezTo>
                  <a:pt x="59925" y="28094"/>
                  <a:pt x="60193" y="28147"/>
                  <a:pt x="60489" y="28228"/>
                </a:cubicBezTo>
                <a:cubicBezTo>
                  <a:pt x="59978" y="28497"/>
                  <a:pt x="59494" y="28766"/>
                  <a:pt x="59010" y="29035"/>
                </a:cubicBezTo>
                <a:cubicBezTo>
                  <a:pt x="58634" y="29223"/>
                  <a:pt x="58285" y="29411"/>
                  <a:pt x="57935" y="29599"/>
                </a:cubicBezTo>
                <a:cubicBezTo>
                  <a:pt x="58285" y="29115"/>
                  <a:pt x="58607" y="28578"/>
                  <a:pt x="58957" y="28067"/>
                </a:cubicBezTo>
                <a:close/>
                <a:moveTo>
                  <a:pt x="64923" y="27713"/>
                </a:moveTo>
                <a:cubicBezTo>
                  <a:pt x="65201" y="27713"/>
                  <a:pt x="66438" y="28798"/>
                  <a:pt x="66646" y="28954"/>
                </a:cubicBezTo>
                <a:cubicBezTo>
                  <a:pt x="66914" y="29169"/>
                  <a:pt x="67210" y="29384"/>
                  <a:pt x="67479" y="29626"/>
                </a:cubicBezTo>
                <a:cubicBezTo>
                  <a:pt x="67398" y="29599"/>
                  <a:pt x="67291" y="29599"/>
                  <a:pt x="67210" y="29599"/>
                </a:cubicBezTo>
                <a:lnTo>
                  <a:pt x="66538" y="29384"/>
                </a:lnTo>
                <a:cubicBezTo>
                  <a:pt x="66514" y="29372"/>
                  <a:pt x="66491" y="29367"/>
                  <a:pt x="66469" y="29367"/>
                </a:cubicBezTo>
                <a:cubicBezTo>
                  <a:pt x="66390" y="29367"/>
                  <a:pt x="66329" y="29435"/>
                  <a:pt x="66350" y="29519"/>
                </a:cubicBezTo>
                <a:lnTo>
                  <a:pt x="66296" y="29519"/>
                </a:lnTo>
                <a:lnTo>
                  <a:pt x="66269" y="29465"/>
                </a:lnTo>
                <a:cubicBezTo>
                  <a:pt x="66269" y="29399"/>
                  <a:pt x="66234" y="29316"/>
                  <a:pt x="66163" y="29316"/>
                </a:cubicBezTo>
                <a:cubicBezTo>
                  <a:pt x="66146" y="29316"/>
                  <a:pt x="66128" y="29320"/>
                  <a:pt x="66108" y="29330"/>
                </a:cubicBezTo>
                <a:cubicBezTo>
                  <a:pt x="65355" y="28524"/>
                  <a:pt x="64683" y="27798"/>
                  <a:pt x="64898" y="27717"/>
                </a:cubicBezTo>
                <a:cubicBezTo>
                  <a:pt x="64905" y="27715"/>
                  <a:pt x="64914" y="27713"/>
                  <a:pt x="64923" y="27713"/>
                </a:cubicBezTo>
                <a:close/>
                <a:moveTo>
                  <a:pt x="84689" y="23875"/>
                </a:moveTo>
                <a:lnTo>
                  <a:pt x="83341" y="25567"/>
                </a:lnTo>
                <a:lnTo>
                  <a:pt x="79926" y="29814"/>
                </a:lnTo>
                <a:lnTo>
                  <a:pt x="79926" y="29626"/>
                </a:lnTo>
                <a:cubicBezTo>
                  <a:pt x="80168" y="29196"/>
                  <a:pt x="80437" y="28739"/>
                  <a:pt x="80706" y="28282"/>
                </a:cubicBezTo>
                <a:cubicBezTo>
                  <a:pt x="81975" y="26780"/>
                  <a:pt x="83318" y="25303"/>
                  <a:pt x="84689" y="23875"/>
                </a:cubicBezTo>
                <a:close/>
                <a:moveTo>
                  <a:pt x="103046" y="28820"/>
                </a:moveTo>
                <a:cubicBezTo>
                  <a:pt x="103504" y="29088"/>
                  <a:pt x="103961" y="29357"/>
                  <a:pt x="104444" y="29599"/>
                </a:cubicBezTo>
                <a:lnTo>
                  <a:pt x="104740" y="29868"/>
                </a:lnTo>
                <a:lnTo>
                  <a:pt x="103665" y="29357"/>
                </a:lnTo>
                <a:cubicBezTo>
                  <a:pt x="103450" y="29169"/>
                  <a:pt x="103235" y="29008"/>
                  <a:pt x="103046" y="28820"/>
                </a:cubicBezTo>
                <a:close/>
                <a:moveTo>
                  <a:pt x="94417" y="24653"/>
                </a:moveTo>
                <a:cubicBezTo>
                  <a:pt x="95304" y="24653"/>
                  <a:pt x="95626" y="24760"/>
                  <a:pt x="95411" y="25029"/>
                </a:cubicBezTo>
                <a:lnTo>
                  <a:pt x="95385" y="25029"/>
                </a:lnTo>
                <a:lnTo>
                  <a:pt x="90868" y="28309"/>
                </a:lnTo>
                <a:cubicBezTo>
                  <a:pt x="90492" y="28497"/>
                  <a:pt x="90115" y="28685"/>
                  <a:pt x="89766" y="28900"/>
                </a:cubicBezTo>
                <a:cubicBezTo>
                  <a:pt x="89658" y="28954"/>
                  <a:pt x="89658" y="29062"/>
                  <a:pt x="89712" y="29142"/>
                </a:cubicBezTo>
                <a:lnTo>
                  <a:pt x="89578" y="29223"/>
                </a:lnTo>
                <a:cubicBezTo>
                  <a:pt x="89094" y="29465"/>
                  <a:pt x="88610" y="29734"/>
                  <a:pt x="88153" y="30002"/>
                </a:cubicBezTo>
                <a:cubicBezTo>
                  <a:pt x="88905" y="29384"/>
                  <a:pt x="89658" y="28712"/>
                  <a:pt x="90357" y="28040"/>
                </a:cubicBezTo>
                <a:lnTo>
                  <a:pt x="91890" y="26750"/>
                </a:lnTo>
                <a:lnTo>
                  <a:pt x="93395" y="25486"/>
                </a:lnTo>
                <a:lnTo>
                  <a:pt x="94417" y="24653"/>
                </a:lnTo>
                <a:close/>
                <a:moveTo>
                  <a:pt x="63419" y="29357"/>
                </a:moveTo>
                <a:cubicBezTo>
                  <a:pt x="63500" y="29384"/>
                  <a:pt x="63554" y="29411"/>
                  <a:pt x="63635" y="29438"/>
                </a:cubicBezTo>
                <a:cubicBezTo>
                  <a:pt x="63661" y="29438"/>
                  <a:pt x="63715" y="29438"/>
                  <a:pt x="63769" y="29384"/>
                </a:cubicBezTo>
                <a:lnTo>
                  <a:pt x="64065" y="29519"/>
                </a:lnTo>
                <a:cubicBezTo>
                  <a:pt x="64360" y="29653"/>
                  <a:pt x="64683" y="29814"/>
                  <a:pt x="64979" y="29949"/>
                </a:cubicBezTo>
                <a:cubicBezTo>
                  <a:pt x="64871" y="30002"/>
                  <a:pt x="64791" y="30056"/>
                  <a:pt x="64710" y="30110"/>
                </a:cubicBezTo>
                <a:cubicBezTo>
                  <a:pt x="64253" y="29868"/>
                  <a:pt x="63823" y="29626"/>
                  <a:pt x="63419" y="29357"/>
                </a:cubicBezTo>
                <a:close/>
                <a:moveTo>
                  <a:pt x="84013" y="25163"/>
                </a:moveTo>
                <a:lnTo>
                  <a:pt x="84013" y="25163"/>
                </a:lnTo>
                <a:cubicBezTo>
                  <a:pt x="83367" y="26212"/>
                  <a:pt x="82642" y="27207"/>
                  <a:pt x="81889" y="28147"/>
                </a:cubicBezTo>
                <a:lnTo>
                  <a:pt x="81889" y="28174"/>
                </a:lnTo>
                <a:cubicBezTo>
                  <a:pt x="81297" y="28900"/>
                  <a:pt x="80652" y="29492"/>
                  <a:pt x="80007" y="30137"/>
                </a:cubicBezTo>
                <a:lnTo>
                  <a:pt x="79926" y="30218"/>
                </a:lnTo>
                <a:lnTo>
                  <a:pt x="79926" y="30164"/>
                </a:lnTo>
                <a:cubicBezTo>
                  <a:pt x="80061" y="30002"/>
                  <a:pt x="80222" y="29841"/>
                  <a:pt x="80303" y="29734"/>
                </a:cubicBezTo>
                <a:cubicBezTo>
                  <a:pt x="81539" y="28201"/>
                  <a:pt x="82749" y="26696"/>
                  <a:pt x="84013" y="25163"/>
                </a:cubicBezTo>
                <a:close/>
                <a:moveTo>
                  <a:pt x="108423" y="28228"/>
                </a:moveTo>
                <a:cubicBezTo>
                  <a:pt x="108719" y="28363"/>
                  <a:pt x="109042" y="28524"/>
                  <a:pt x="109364" y="28685"/>
                </a:cubicBezTo>
                <a:cubicBezTo>
                  <a:pt x="109552" y="28793"/>
                  <a:pt x="109741" y="28900"/>
                  <a:pt x="109929" y="29035"/>
                </a:cubicBezTo>
                <a:cubicBezTo>
                  <a:pt x="109848" y="29035"/>
                  <a:pt x="109821" y="29115"/>
                  <a:pt x="109821" y="29169"/>
                </a:cubicBezTo>
                <a:lnTo>
                  <a:pt x="109794" y="29169"/>
                </a:lnTo>
                <a:cubicBezTo>
                  <a:pt x="109929" y="29545"/>
                  <a:pt x="110036" y="29895"/>
                  <a:pt x="110171" y="30244"/>
                </a:cubicBezTo>
                <a:cubicBezTo>
                  <a:pt x="109606" y="29545"/>
                  <a:pt x="109015" y="28873"/>
                  <a:pt x="108423" y="28228"/>
                </a:cubicBezTo>
                <a:close/>
                <a:moveTo>
                  <a:pt x="41617" y="27502"/>
                </a:moveTo>
                <a:lnTo>
                  <a:pt x="41617" y="27502"/>
                </a:lnTo>
                <a:cubicBezTo>
                  <a:pt x="41160" y="28013"/>
                  <a:pt x="40702" y="28524"/>
                  <a:pt x="40272" y="29062"/>
                </a:cubicBezTo>
                <a:lnTo>
                  <a:pt x="40676" y="28389"/>
                </a:lnTo>
                <a:cubicBezTo>
                  <a:pt x="40700" y="28317"/>
                  <a:pt x="40638" y="28224"/>
                  <a:pt x="40548" y="28224"/>
                </a:cubicBezTo>
                <a:cubicBezTo>
                  <a:pt x="40537" y="28224"/>
                  <a:pt x="40526" y="28225"/>
                  <a:pt x="40514" y="28228"/>
                </a:cubicBezTo>
                <a:lnTo>
                  <a:pt x="40487" y="28228"/>
                </a:lnTo>
                <a:cubicBezTo>
                  <a:pt x="39708" y="28873"/>
                  <a:pt x="38982" y="29572"/>
                  <a:pt x="38283" y="30298"/>
                </a:cubicBezTo>
                <a:cubicBezTo>
                  <a:pt x="38659" y="29626"/>
                  <a:pt x="39063" y="28954"/>
                  <a:pt x="39439" y="28255"/>
                </a:cubicBezTo>
                <a:cubicBezTo>
                  <a:pt x="39439" y="28255"/>
                  <a:pt x="39439" y="28228"/>
                  <a:pt x="39439" y="28228"/>
                </a:cubicBezTo>
                <a:lnTo>
                  <a:pt x="39600" y="28147"/>
                </a:lnTo>
                <a:cubicBezTo>
                  <a:pt x="40272" y="27959"/>
                  <a:pt x="40944" y="27744"/>
                  <a:pt x="41617" y="27502"/>
                </a:cubicBezTo>
                <a:close/>
                <a:moveTo>
                  <a:pt x="65248" y="30083"/>
                </a:moveTo>
                <a:lnTo>
                  <a:pt x="65328" y="30110"/>
                </a:lnTo>
                <a:lnTo>
                  <a:pt x="65140" y="30298"/>
                </a:lnTo>
                <a:lnTo>
                  <a:pt x="64979" y="30244"/>
                </a:lnTo>
                <a:lnTo>
                  <a:pt x="65248" y="30083"/>
                </a:lnTo>
                <a:close/>
                <a:moveTo>
                  <a:pt x="105602" y="27808"/>
                </a:moveTo>
                <a:cubicBezTo>
                  <a:pt x="105616" y="27808"/>
                  <a:pt x="105649" y="27822"/>
                  <a:pt x="105708" y="27852"/>
                </a:cubicBezTo>
                <a:cubicBezTo>
                  <a:pt x="106353" y="28685"/>
                  <a:pt x="106998" y="29519"/>
                  <a:pt x="107697" y="30325"/>
                </a:cubicBezTo>
                <a:cubicBezTo>
                  <a:pt x="107267" y="29976"/>
                  <a:pt x="106837" y="29680"/>
                  <a:pt x="106434" y="29357"/>
                </a:cubicBezTo>
                <a:cubicBezTo>
                  <a:pt x="106380" y="29304"/>
                  <a:pt x="106326" y="29250"/>
                  <a:pt x="106299" y="29169"/>
                </a:cubicBezTo>
                <a:cubicBezTo>
                  <a:pt x="106111" y="28900"/>
                  <a:pt x="105977" y="28605"/>
                  <a:pt x="105842" y="28282"/>
                </a:cubicBezTo>
                <a:cubicBezTo>
                  <a:pt x="105737" y="27988"/>
                  <a:pt x="105550" y="27808"/>
                  <a:pt x="105602" y="27808"/>
                </a:cubicBezTo>
                <a:close/>
                <a:moveTo>
                  <a:pt x="57102" y="28174"/>
                </a:moveTo>
                <a:lnTo>
                  <a:pt x="57102" y="28174"/>
                </a:lnTo>
                <a:cubicBezTo>
                  <a:pt x="56080" y="28873"/>
                  <a:pt x="55085" y="29599"/>
                  <a:pt x="54118" y="30352"/>
                </a:cubicBezTo>
                <a:cubicBezTo>
                  <a:pt x="54817" y="29707"/>
                  <a:pt x="55462" y="29008"/>
                  <a:pt x="56026" y="28228"/>
                </a:cubicBezTo>
                <a:cubicBezTo>
                  <a:pt x="56376" y="28228"/>
                  <a:pt x="56752" y="28201"/>
                  <a:pt x="57102" y="28174"/>
                </a:cubicBezTo>
                <a:close/>
                <a:moveTo>
                  <a:pt x="91002" y="30164"/>
                </a:moveTo>
                <a:lnTo>
                  <a:pt x="91917" y="30460"/>
                </a:lnTo>
                <a:lnTo>
                  <a:pt x="90976" y="30191"/>
                </a:lnTo>
                <a:lnTo>
                  <a:pt x="91002" y="30164"/>
                </a:lnTo>
                <a:close/>
                <a:moveTo>
                  <a:pt x="78206" y="30244"/>
                </a:moveTo>
                <a:lnTo>
                  <a:pt x="78206" y="30486"/>
                </a:lnTo>
                <a:lnTo>
                  <a:pt x="78071" y="30271"/>
                </a:lnTo>
                <a:lnTo>
                  <a:pt x="78071" y="30271"/>
                </a:lnTo>
                <a:cubicBezTo>
                  <a:pt x="78087" y="30279"/>
                  <a:pt x="78103" y="30282"/>
                  <a:pt x="78118" y="30282"/>
                </a:cubicBezTo>
                <a:cubicBezTo>
                  <a:pt x="78154" y="30282"/>
                  <a:pt x="78187" y="30263"/>
                  <a:pt x="78206" y="30244"/>
                </a:cubicBezTo>
                <a:close/>
                <a:moveTo>
                  <a:pt x="65570" y="30191"/>
                </a:moveTo>
                <a:cubicBezTo>
                  <a:pt x="65893" y="30352"/>
                  <a:pt x="66189" y="30486"/>
                  <a:pt x="66484" y="30648"/>
                </a:cubicBezTo>
                <a:lnTo>
                  <a:pt x="66215" y="30594"/>
                </a:lnTo>
                <a:cubicBezTo>
                  <a:pt x="65947" y="30540"/>
                  <a:pt x="65678" y="30460"/>
                  <a:pt x="65409" y="30379"/>
                </a:cubicBezTo>
                <a:lnTo>
                  <a:pt x="65570" y="30191"/>
                </a:lnTo>
                <a:close/>
                <a:moveTo>
                  <a:pt x="67909" y="28094"/>
                </a:moveTo>
                <a:lnTo>
                  <a:pt x="67909" y="28094"/>
                </a:lnTo>
                <a:cubicBezTo>
                  <a:pt x="69173" y="28524"/>
                  <a:pt x="70463" y="28927"/>
                  <a:pt x="71780" y="29250"/>
                </a:cubicBezTo>
                <a:cubicBezTo>
                  <a:pt x="71754" y="29330"/>
                  <a:pt x="71727" y="29384"/>
                  <a:pt x="71700" y="29465"/>
                </a:cubicBezTo>
                <a:cubicBezTo>
                  <a:pt x="71666" y="29632"/>
                  <a:pt x="71820" y="29758"/>
                  <a:pt x="71960" y="29758"/>
                </a:cubicBezTo>
                <a:cubicBezTo>
                  <a:pt x="72046" y="29758"/>
                  <a:pt x="72126" y="29711"/>
                  <a:pt x="72157" y="29599"/>
                </a:cubicBezTo>
                <a:lnTo>
                  <a:pt x="72157" y="29626"/>
                </a:lnTo>
                <a:lnTo>
                  <a:pt x="72211" y="29384"/>
                </a:lnTo>
                <a:lnTo>
                  <a:pt x="72399" y="29465"/>
                </a:lnTo>
                <a:cubicBezTo>
                  <a:pt x="72426" y="29478"/>
                  <a:pt x="72446" y="29485"/>
                  <a:pt x="72466" y="29485"/>
                </a:cubicBezTo>
                <a:cubicBezTo>
                  <a:pt x="72486" y="29485"/>
                  <a:pt x="72506" y="29478"/>
                  <a:pt x="72533" y="29465"/>
                </a:cubicBezTo>
                <a:lnTo>
                  <a:pt x="72587" y="29492"/>
                </a:lnTo>
                <a:lnTo>
                  <a:pt x="72802" y="29787"/>
                </a:lnTo>
                <a:cubicBezTo>
                  <a:pt x="72775" y="30056"/>
                  <a:pt x="72748" y="30352"/>
                  <a:pt x="72721" y="30648"/>
                </a:cubicBezTo>
                <a:cubicBezTo>
                  <a:pt x="72049" y="30298"/>
                  <a:pt x="71350" y="30002"/>
                  <a:pt x="70678" y="29653"/>
                </a:cubicBezTo>
                <a:cubicBezTo>
                  <a:pt x="69737" y="29169"/>
                  <a:pt x="68823" y="28658"/>
                  <a:pt x="67909" y="28094"/>
                </a:cubicBezTo>
                <a:close/>
                <a:moveTo>
                  <a:pt x="90465" y="30460"/>
                </a:moveTo>
                <a:cubicBezTo>
                  <a:pt x="90572" y="30540"/>
                  <a:pt x="90707" y="30621"/>
                  <a:pt x="90814" y="30701"/>
                </a:cubicBezTo>
                <a:cubicBezTo>
                  <a:pt x="90653" y="30648"/>
                  <a:pt x="90465" y="30621"/>
                  <a:pt x="90303" y="30567"/>
                </a:cubicBezTo>
                <a:cubicBezTo>
                  <a:pt x="90357" y="30540"/>
                  <a:pt x="90411" y="30513"/>
                  <a:pt x="90465" y="30460"/>
                </a:cubicBezTo>
                <a:close/>
                <a:moveTo>
                  <a:pt x="62290" y="29062"/>
                </a:moveTo>
                <a:lnTo>
                  <a:pt x="62505" y="29223"/>
                </a:lnTo>
                <a:cubicBezTo>
                  <a:pt x="62022" y="29734"/>
                  <a:pt x="61511" y="30218"/>
                  <a:pt x="61027" y="30755"/>
                </a:cubicBezTo>
                <a:cubicBezTo>
                  <a:pt x="61484" y="30218"/>
                  <a:pt x="61887" y="29653"/>
                  <a:pt x="62290" y="29062"/>
                </a:cubicBezTo>
                <a:close/>
                <a:moveTo>
                  <a:pt x="67371" y="30029"/>
                </a:moveTo>
                <a:lnTo>
                  <a:pt x="68554" y="30513"/>
                </a:lnTo>
                <a:lnTo>
                  <a:pt x="68662" y="30594"/>
                </a:lnTo>
                <a:cubicBezTo>
                  <a:pt x="68689" y="30648"/>
                  <a:pt x="68742" y="30728"/>
                  <a:pt x="68796" y="30782"/>
                </a:cubicBezTo>
                <a:cubicBezTo>
                  <a:pt x="68393" y="30567"/>
                  <a:pt x="68017" y="30379"/>
                  <a:pt x="67640" y="30164"/>
                </a:cubicBezTo>
                <a:lnTo>
                  <a:pt x="67371" y="30029"/>
                </a:lnTo>
                <a:close/>
                <a:moveTo>
                  <a:pt x="91970" y="29653"/>
                </a:moveTo>
                <a:cubicBezTo>
                  <a:pt x="92589" y="30083"/>
                  <a:pt x="93207" y="30513"/>
                  <a:pt x="93825" y="30943"/>
                </a:cubicBezTo>
                <a:lnTo>
                  <a:pt x="91164" y="30056"/>
                </a:lnTo>
                <a:cubicBezTo>
                  <a:pt x="91433" y="29922"/>
                  <a:pt x="91701" y="29787"/>
                  <a:pt x="91970" y="29653"/>
                </a:cubicBezTo>
                <a:close/>
                <a:moveTo>
                  <a:pt x="69226" y="30782"/>
                </a:moveTo>
                <a:lnTo>
                  <a:pt x="69307" y="30809"/>
                </a:lnTo>
                <a:lnTo>
                  <a:pt x="69441" y="30917"/>
                </a:lnTo>
                <a:cubicBezTo>
                  <a:pt x="69441" y="30943"/>
                  <a:pt x="69415" y="30970"/>
                  <a:pt x="69415" y="30997"/>
                </a:cubicBezTo>
                <a:lnTo>
                  <a:pt x="69280" y="30863"/>
                </a:lnTo>
                <a:lnTo>
                  <a:pt x="69226" y="30782"/>
                </a:lnTo>
                <a:close/>
                <a:moveTo>
                  <a:pt x="96084" y="27986"/>
                </a:moveTo>
                <a:cubicBezTo>
                  <a:pt x="97508" y="29035"/>
                  <a:pt x="98933" y="30029"/>
                  <a:pt x="100385" y="30997"/>
                </a:cubicBezTo>
                <a:cubicBezTo>
                  <a:pt x="99471" y="30567"/>
                  <a:pt x="98503" y="30191"/>
                  <a:pt x="97535" y="29895"/>
                </a:cubicBezTo>
                <a:lnTo>
                  <a:pt x="97535" y="29895"/>
                </a:lnTo>
                <a:lnTo>
                  <a:pt x="97562" y="29922"/>
                </a:lnTo>
                <a:lnTo>
                  <a:pt x="94470" y="28578"/>
                </a:lnTo>
                <a:cubicBezTo>
                  <a:pt x="95008" y="28363"/>
                  <a:pt x="95546" y="28147"/>
                  <a:pt x="96084" y="27986"/>
                </a:cubicBezTo>
                <a:close/>
                <a:moveTo>
                  <a:pt x="74899" y="25835"/>
                </a:moveTo>
                <a:cubicBezTo>
                  <a:pt x="74953" y="25889"/>
                  <a:pt x="75006" y="25943"/>
                  <a:pt x="75033" y="25997"/>
                </a:cubicBezTo>
                <a:cubicBezTo>
                  <a:pt x="75625" y="26884"/>
                  <a:pt x="76243" y="27771"/>
                  <a:pt x="76861" y="28658"/>
                </a:cubicBezTo>
                <a:cubicBezTo>
                  <a:pt x="76888" y="28712"/>
                  <a:pt x="76915" y="28766"/>
                  <a:pt x="76969" y="28793"/>
                </a:cubicBezTo>
                <a:cubicBezTo>
                  <a:pt x="77372" y="29492"/>
                  <a:pt x="77776" y="30191"/>
                  <a:pt x="78179" y="30890"/>
                </a:cubicBezTo>
                <a:lnTo>
                  <a:pt x="78206" y="30863"/>
                </a:lnTo>
                <a:lnTo>
                  <a:pt x="78206" y="30997"/>
                </a:lnTo>
                <a:lnTo>
                  <a:pt x="78206" y="31024"/>
                </a:lnTo>
                <a:cubicBezTo>
                  <a:pt x="78125" y="30917"/>
                  <a:pt x="78017" y="30809"/>
                  <a:pt x="77937" y="30701"/>
                </a:cubicBezTo>
                <a:cubicBezTo>
                  <a:pt x="76808" y="29223"/>
                  <a:pt x="75786" y="27717"/>
                  <a:pt x="74845" y="26131"/>
                </a:cubicBezTo>
                <a:cubicBezTo>
                  <a:pt x="74845" y="26024"/>
                  <a:pt x="74899" y="25943"/>
                  <a:pt x="74899" y="25835"/>
                </a:cubicBezTo>
                <a:close/>
                <a:moveTo>
                  <a:pt x="38390" y="28443"/>
                </a:moveTo>
                <a:lnTo>
                  <a:pt x="38390" y="28443"/>
                </a:lnTo>
                <a:cubicBezTo>
                  <a:pt x="38068" y="28685"/>
                  <a:pt x="37772" y="28954"/>
                  <a:pt x="37503" y="29250"/>
                </a:cubicBezTo>
                <a:cubicBezTo>
                  <a:pt x="36804" y="29814"/>
                  <a:pt x="36078" y="30433"/>
                  <a:pt x="35406" y="31051"/>
                </a:cubicBezTo>
                <a:cubicBezTo>
                  <a:pt x="35836" y="30406"/>
                  <a:pt x="36240" y="29761"/>
                  <a:pt x="36643" y="29088"/>
                </a:cubicBezTo>
                <a:cubicBezTo>
                  <a:pt x="36697" y="28981"/>
                  <a:pt x="36643" y="28846"/>
                  <a:pt x="36535" y="28820"/>
                </a:cubicBezTo>
                <a:lnTo>
                  <a:pt x="36697" y="28739"/>
                </a:lnTo>
                <a:cubicBezTo>
                  <a:pt x="37261" y="28658"/>
                  <a:pt x="37826" y="28551"/>
                  <a:pt x="38390" y="28443"/>
                </a:cubicBezTo>
                <a:close/>
                <a:moveTo>
                  <a:pt x="89739" y="30917"/>
                </a:moveTo>
                <a:lnTo>
                  <a:pt x="90303" y="31239"/>
                </a:lnTo>
                <a:cubicBezTo>
                  <a:pt x="89954" y="31212"/>
                  <a:pt x="89631" y="31212"/>
                  <a:pt x="89309" y="31185"/>
                </a:cubicBezTo>
                <a:lnTo>
                  <a:pt x="89739" y="30917"/>
                </a:lnTo>
                <a:close/>
                <a:moveTo>
                  <a:pt x="105923" y="27610"/>
                </a:moveTo>
                <a:lnTo>
                  <a:pt x="107912" y="28013"/>
                </a:lnTo>
                <a:lnTo>
                  <a:pt x="108101" y="28094"/>
                </a:lnTo>
                <a:cubicBezTo>
                  <a:pt x="108074" y="28121"/>
                  <a:pt x="108074" y="28174"/>
                  <a:pt x="108074" y="28228"/>
                </a:cubicBezTo>
                <a:cubicBezTo>
                  <a:pt x="108450" y="29277"/>
                  <a:pt x="108934" y="30298"/>
                  <a:pt x="109526" y="31266"/>
                </a:cubicBezTo>
                <a:cubicBezTo>
                  <a:pt x="108558" y="30244"/>
                  <a:pt x="107590" y="29277"/>
                  <a:pt x="106595" y="28309"/>
                </a:cubicBezTo>
                <a:lnTo>
                  <a:pt x="105923" y="27610"/>
                </a:lnTo>
                <a:close/>
                <a:moveTo>
                  <a:pt x="90787" y="30298"/>
                </a:moveTo>
                <a:cubicBezTo>
                  <a:pt x="91298" y="30379"/>
                  <a:pt x="92051" y="30755"/>
                  <a:pt x="92508" y="30890"/>
                </a:cubicBezTo>
                <a:lnTo>
                  <a:pt x="93798" y="31266"/>
                </a:lnTo>
                <a:cubicBezTo>
                  <a:pt x="93728" y="31269"/>
                  <a:pt x="93657" y="31271"/>
                  <a:pt x="93586" y="31271"/>
                </a:cubicBezTo>
                <a:cubicBezTo>
                  <a:pt x="93086" y="31271"/>
                  <a:pt x="92572" y="31189"/>
                  <a:pt x="92078" y="31024"/>
                </a:cubicBezTo>
                <a:cubicBezTo>
                  <a:pt x="91782" y="30917"/>
                  <a:pt x="91083" y="30486"/>
                  <a:pt x="90707" y="30325"/>
                </a:cubicBezTo>
                <a:lnTo>
                  <a:pt x="90787" y="30298"/>
                </a:lnTo>
                <a:close/>
                <a:moveTo>
                  <a:pt x="60435" y="28685"/>
                </a:moveTo>
                <a:lnTo>
                  <a:pt x="59629" y="29357"/>
                </a:lnTo>
                <a:lnTo>
                  <a:pt x="59575" y="29411"/>
                </a:lnTo>
                <a:cubicBezTo>
                  <a:pt x="58527" y="30029"/>
                  <a:pt x="57505" y="30675"/>
                  <a:pt x="56537" y="31347"/>
                </a:cubicBezTo>
                <a:cubicBezTo>
                  <a:pt x="56698" y="31185"/>
                  <a:pt x="56833" y="31024"/>
                  <a:pt x="56994" y="30836"/>
                </a:cubicBezTo>
                <a:cubicBezTo>
                  <a:pt x="58150" y="30110"/>
                  <a:pt x="59279" y="29411"/>
                  <a:pt x="60435" y="28685"/>
                </a:cubicBezTo>
                <a:close/>
                <a:moveTo>
                  <a:pt x="42450" y="27233"/>
                </a:moveTo>
                <a:lnTo>
                  <a:pt x="42450" y="27233"/>
                </a:lnTo>
                <a:cubicBezTo>
                  <a:pt x="41885" y="27959"/>
                  <a:pt x="41401" y="28739"/>
                  <a:pt x="40998" y="29545"/>
                </a:cubicBezTo>
                <a:cubicBezTo>
                  <a:pt x="40667" y="30141"/>
                  <a:pt x="40336" y="30737"/>
                  <a:pt x="40020" y="31347"/>
                </a:cubicBezTo>
                <a:lnTo>
                  <a:pt x="40020" y="31347"/>
                </a:lnTo>
                <a:lnTo>
                  <a:pt x="42074" y="27314"/>
                </a:lnTo>
                <a:lnTo>
                  <a:pt x="42127" y="27314"/>
                </a:lnTo>
                <a:lnTo>
                  <a:pt x="42450" y="27233"/>
                </a:lnTo>
                <a:close/>
                <a:moveTo>
                  <a:pt x="58688" y="28094"/>
                </a:moveTo>
                <a:cubicBezTo>
                  <a:pt x="58446" y="28470"/>
                  <a:pt x="57854" y="29304"/>
                  <a:pt x="57424" y="29895"/>
                </a:cubicBezTo>
                <a:cubicBezTo>
                  <a:pt x="56591" y="30352"/>
                  <a:pt x="55784" y="30836"/>
                  <a:pt x="54978" y="31374"/>
                </a:cubicBezTo>
                <a:lnTo>
                  <a:pt x="54978" y="31374"/>
                </a:lnTo>
                <a:cubicBezTo>
                  <a:pt x="55596" y="30675"/>
                  <a:pt x="56241" y="30002"/>
                  <a:pt x="56860" y="29357"/>
                </a:cubicBezTo>
                <a:cubicBezTo>
                  <a:pt x="57344" y="28900"/>
                  <a:pt x="57828" y="28470"/>
                  <a:pt x="58365" y="28094"/>
                </a:cubicBezTo>
                <a:close/>
                <a:moveTo>
                  <a:pt x="90062" y="30701"/>
                </a:moveTo>
                <a:cubicBezTo>
                  <a:pt x="90223" y="30782"/>
                  <a:pt x="90357" y="30836"/>
                  <a:pt x="90519" y="30863"/>
                </a:cubicBezTo>
                <a:cubicBezTo>
                  <a:pt x="91352" y="31078"/>
                  <a:pt x="92185" y="31347"/>
                  <a:pt x="93019" y="31616"/>
                </a:cubicBezTo>
                <a:cubicBezTo>
                  <a:pt x="92293" y="31454"/>
                  <a:pt x="91567" y="31347"/>
                  <a:pt x="90814" y="31293"/>
                </a:cubicBezTo>
                <a:cubicBezTo>
                  <a:pt x="90525" y="31135"/>
                  <a:pt x="90236" y="30977"/>
                  <a:pt x="89971" y="30769"/>
                </a:cubicBezTo>
                <a:lnTo>
                  <a:pt x="89971" y="30769"/>
                </a:lnTo>
                <a:lnTo>
                  <a:pt x="90062" y="30701"/>
                </a:lnTo>
                <a:close/>
                <a:moveTo>
                  <a:pt x="98422" y="27825"/>
                </a:moveTo>
                <a:lnTo>
                  <a:pt x="98422" y="27852"/>
                </a:lnTo>
                <a:cubicBezTo>
                  <a:pt x="98315" y="27879"/>
                  <a:pt x="98261" y="28067"/>
                  <a:pt x="98342" y="28147"/>
                </a:cubicBezTo>
                <a:cubicBezTo>
                  <a:pt x="99713" y="29438"/>
                  <a:pt x="101138" y="30621"/>
                  <a:pt x="102643" y="31723"/>
                </a:cubicBezTo>
                <a:lnTo>
                  <a:pt x="96783" y="27906"/>
                </a:lnTo>
                <a:cubicBezTo>
                  <a:pt x="97347" y="27906"/>
                  <a:pt x="97885" y="27879"/>
                  <a:pt x="98422" y="27825"/>
                </a:cubicBezTo>
                <a:close/>
                <a:moveTo>
                  <a:pt x="74630" y="27126"/>
                </a:moveTo>
                <a:cubicBezTo>
                  <a:pt x="75463" y="28013"/>
                  <a:pt x="76297" y="28954"/>
                  <a:pt x="77050" y="29949"/>
                </a:cubicBezTo>
                <a:lnTo>
                  <a:pt x="77480" y="30486"/>
                </a:lnTo>
                <a:cubicBezTo>
                  <a:pt x="77668" y="30728"/>
                  <a:pt x="77856" y="30970"/>
                  <a:pt x="78044" y="31212"/>
                </a:cubicBezTo>
                <a:cubicBezTo>
                  <a:pt x="77996" y="31284"/>
                  <a:pt x="78034" y="31378"/>
                  <a:pt x="78119" y="31378"/>
                </a:cubicBezTo>
                <a:cubicBezTo>
                  <a:pt x="78130" y="31378"/>
                  <a:pt x="78140" y="31376"/>
                  <a:pt x="78152" y="31374"/>
                </a:cubicBezTo>
                <a:lnTo>
                  <a:pt x="78179" y="31427"/>
                </a:lnTo>
                <a:cubicBezTo>
                  <a:pt x="78204" y="31528"/>
                  <a:pt x="78206" y="31651"/>
                  <a:pt x="78206" y="31777"/>
                </a:cubicBezTo>
                <a:lnTo>
                  <a:pt x="78206" y="31777"/>
                </a:lnTo>
                <a:lnTo>
                  <a:pt x="77856" y="31400"/>
                </a:lnTo>
                <a:cubicBezTo>
                  <a:pt x="76673" y="30164"/>
                  <a:pt x="75571" y="28846"/>
                  <a:pt x="74549" y="27449"/>
                </a:cubicBezTo>
                <a:lnTo>
                  <a:pt x="74630" y="27126"/>
                </a:lnTo>
                <a:close/>
                <a:moveTo>
                  <a:pt x="50972" y="30621"/>
                </a:moveTo>
                <a:lnTo>
                  <a:pt x="50972" y="30621"/>
                </a:lnTo>
                <a:cubicBezTo>
                  <a:pt x="50542" y="31051"/>
                  <a:pt x="50112" y="31454"/>
                  <a:pt x="49682" y="31857"/>
                </a:cubicBezTo>
                <a:cubicBezTo>
                  <a:pt x="49897" y="31642"/>
                  <a:pt x="50112" y="31427"/>
                  <a:pt x="50354" y="31212"/>
                </a:cubicBezTo>
                <a:cubicBezTo>
                  <a:pt x="50542" y="31024"/>
                  <a:pt x="50757" y="30809"/>
                  <a:pt x="50972" y="30621"/>
                </a:cubicBezTo>
                <a:close/>
                <a:moveTo>
                  <a:pt x="62909" y="29545"/>
                </a:moveTo>
                <a:cubicBezTo>
                  <a:pt x="63231" y="29761"/>
                  <a:pt x="63554" y="30002"/>
                  <a:pt x="63903" y="30244"/>
                </a:cubicBezTo>
                <a:cubicBezTo>
                  <a:pt x="64011" y="30298"/>
                  <a:pt x="64092" y="30352"/>
                  <a:pt x="64199" y="30406"/>
                </a:cubicBezTo>
                <a:cubicBezTo>
                  <a:pt x="63366" y="30917"/>
                  <a:pt x="62559" y="31454"/>
                  <a:pt x="61780" y="32019"/>
                </a:cubicBezTo>
                <a:cubicBezTo>
                  <a:pt x="62425" y="31347"/>
                  <a:pt x="63231" y="30433"/>
                  <a:pt x="62828" y="29626"/>
                </a:cubicBezTo>
                <a:lnTo>
                  <a:pt x="62909" y="29545"/>
                </a:lnTo>
                <a:close/>
                <a:moveTo>
                  <a:pt x="72694" y="31616"/>
                </a:moveTo>
                <a:cubicBezTo>
                  <a:pt x="73017" y="31723"/>
                  <a:pt x="73367" y="31831"/>
                  <a:pt x="73743" y="31911"/>
                </a:cubicBezTo>
                <a:lnTo>
                  <a:pt x="73850" y="31938"/>
                </a:lnTo>
                <a:cubicBezTo>
                  <a:pt x="73877" y="32019"/>
                  <a:pt x="73904" y="32099"/>
                  <a:pt x="73958" y="32180"/>
                </a:cubicBezTo>
                <a:cubicBezTo>
                  <a:pt x="73528" y="32019"/>
                  <a:pt x="73098" y="31831"/>
                  <a:pt x="72694" y="31616"/>
                </a:cubicBezTo>
                <a:close/>
                <a:moveTo>
                  <a:pt x="56914" y="30567"/>
                </a:moveTo>
                <a:lnTo>
                  <a:pt x="56860" y="30621"/>
                </a:lnTo>
                <a:lnTo>
                  <a:pt x="54171" y="32288"/>
                </a:lnTo>
                <a:lnTo>
                  <a:pt x="54171" y="32288"/>
                </a:lnTo>
                <a:cubicBezTo>
                  <a:pt x="55059" y="31696"/>
                  <a:pt x="55973" y="31105"/>
                  <a:pt x="56914" y="30567"/>
                </a:cubicBezTo>
                <a:close/>
                <a:moveTo>
                  <a:pt x="65006" y="30755"/>
                </a:moveTo>
                <a:cubicBezTo>
                  <a:pt x="65355" y="30863"/>
                  <a:pt x="65705" y="30970"/>
                  <a:pt x="66054" y="31024"/>
                </a:cubicBezTo>
                <a:cubicBezTo>
                  <a:pt x="65785" y="31185"/>
                  <a:pt x="65490" y="31347"/>
                  <a:pt x="65194" y="31508"/>
                </a:cubicBezTo>
                <a:cubicBezTo>
                  <a:pt x="64549" y="31777"/>
                  <a:pt x="63957" y="32019"/>
                  <a:pt x="63366" y="32315"/>
                </a:cubicBezTo>
                <a:lnTo>
                  <a:pt x="63393" y="32288"/>
                </a:lnTo>
                <a:cubicBezTo>
                  <a:pt x="63930" y="31777"/>
                  <a:pt x="64495" y="31266"/>
                  <a:pt x="65006" y="30755"/>
                </a:cubicBezTo>
                <a:close/>
                <a:moveTo>
                  <a:pt x="102132" y="30137"/>
                </a:moveTo>
                <a:lnTo>
                  <a:pt x="102132" y="30137"/>
                </a:lnTo>
                <a:cubicBezTo>
                  <a:pt x="102939" y="30567"/>
                  <a:pt x="103745" y="30943"/>
                  <a:pt x="104579" y="31320"/>
                </a:cubicBezTo>
                <a:cubicBezTo>
                  <a:pt x="105090" y="31642"/>
                  <a:pt x="105574" y="31992"/>
                  <a:pt x="106057" y="32341"/>
                </a:cubicBezTo>
                <a:cubicBezTo>
                  <a:pt x="105117" y="31965"/>
                  <a:pt x="104176" y="31535"/>
                  <a:pt x="103262" y="31024"/>
                </a:cubicBezTo>
                <a:lnTo>
                  <a:pt x="103262" y="31051"/>
                </a:lnTo>
                <a:lnTo>
                  <a:pt x="102132" y="30137"/>
                </a:lnTo>
                <a:close/>
                <a:moveTo>
                  <a:pt x="88932" y="31427"/>
                </a:moveTo>
                <a:cubicBezTo>
                  <a:pt x="89443" y="31481"/>
                  <a:pt x="90357" y="31535"/>
                  <a:pt x="90922" y="31562"/>
                </a:cubicBezTo>
                <a:cubicBezTo>
                  <a:pt x="91433" y="31857"/>
                  <a:pt x="91970" y="32126"/>
                  <a:pt x="92508" y="32368"/>
                </a:cubicBezTo>
                <a:lnTo>
                  <a:pt x="92239" y="32315"/>
                </a:lnTo>
                <a:cubicBezTo>
                  <a:pt x="91970" y="32261"/>
                  <a:pt x="89631" y="31750"/>
                  <a:pt x="88852" y="31508"/>
                </a:cubicBezTo>
                <a:lnTo>
                  <a:pt x="88932" y="31427"/>
                </a:lnTo>
                <a:close/>
                <a:moveTo>
                  <a:pt x="82319" y="28013"/>
                </a:moveTo>
                <a:lnTo>
                  <a:pt x="82319" y="28013"/>
                </a:lnTo>
                <a:cubicBezTo>
                  <a:pt x="81674" y="29142"/>
                  <a:pt x="81082" y="30271"/>
                  <a:pt x="80491" y="31400"/>
                </a:cubicBezTo>
                <a:lnTo>
                  <a:pt x="80491" y="31427"/>
                </a:lnTo>
                <a:cubicBezTo>
                  <a:pt x="80303" y="31777"/>
                  <a:pt x="80141" y="32126"/>
                  <a:pt x="80007" y="32476"/>
                </a:cubicBezTo>
                <a:cubicBezTo>
                  <a:pt x="80007" y="32261"/>
                  <a:pt x="79980" y="32046"/>
                  <a:pt x="79980" y="31831"/>
                </a:cubicBezTo>
                <a:cubicBezTo>
                  <a:pt x="79953" y="31400"/>
                  <a:pt x="79926" y="30943"/>
                  <a:pt x="79926" y="30486"/>
                </a:cubicBezTo>
                <a:cubicBezTo>
                  <a:pt x="80813" y="29761"/>
                  <a:pt x="81620" y="28927"/>
                  <a:pt x="82319" y="28013"/>
                </a:cubicBezTo>
                <a:close/>
                <a:moveTo>
                  <a:pt x="50166" y="30191"/>
                </a:moveTo>
                <a:lnTo>
                  <a:pt x="50166" y="30191"/>
                </a:lnTo>
                <a:cubicBezTo>
                  <a:pt x="49225" y="31024"/>
                  <a:pt x="48257" y="31804"/>
                  <a:pt x="47235" y="32503"/>
                </a:cubicBezTo>
                <a:cubicBezTo>
                  <a:pt x="48149" y="31669"/>
                  <a:pt x="49117" y="30890"/>
                  <a:pt x="50166" y="30191"/>
                </a:cubicBezTo>
                <a:close/>
                <a:moveTo>
                  <a:pt x="36320" y="28927"/>
                </a:moveTo>
                <a:cubicBezTo>
                  <a:pt x="35218" y="30083"/>
                  <a:pt x="34143" y="31293"/>
                  <a:pt x="33121" y="32556"/>
                </a:cubicBezTo>
                <a:lnTo>
                  <a:pt x="33094" y="32556"/>
                </a:lnTo>
                <a:cubicBezTo>
                  <a:pt x="33605" y="31669"/>
                  <a:pt x="34116" y="30755"/>
                  <a:pt x="34573" y="29814"/>
                </a:cubicBezTo>
                <a:cubicBezTo>
                  <a:pt x="35164" y="29492"/>
                  <a:pt x="35729" y="29196"/>
                  <a:pt x="36320" y="28927"/>
                </a:cubicBezTo>
                <a:close/>
                <a:moveTo>
                  <a:pt x="53634" y="29465"/>
                </a:moveTo>
                <a:lnTo>
                  <a:pt x="53634" y="29465"/>
                </a:lnTo>
                <a:cubicBezTo>
                  <a:pt x="52800" y="30486"/>
                  <a:pt x="51913" y="31454"/>
                  <a:pt x="50972" y="32395"/>
                </a:cubicBezTo>
                <a:lnTo>
                  <a:pt x="50972" y="32368"/>
                </a:lnTo>
                <a:cubicBezTo>
                  <a:pt x="50892" y="32449"/>
                  <a:pt x="50811" y="32530"/>
                  <a:pt x="50730" y="32610"/>
                </a:cubicBezTo>
                <a:cubicBezTo>
                  <a:pt x="51591" y="31589"/>
                  <a:pt x="52478" y="30621"/>
                  <a:pt x="53392" y="29707"/>
                </a:cubicBezTo>
                <a:cubicBezTo>
                  <a:pt x="53472" y="29626"/>
                  <a:pt x="53553" y="29545"/>
                  <a:pt x="53634" y="29465"/>
                </a:cubicBezTo>
                <a:close/>
                <a:moveTo>
                  <a:pt x="94497" y="31454"/>
                </a:moveTo>
                <a:lnTo>
                  <a:pt x="94712" y="31535"/>
                </a:lnTo>
                <a:cubicBezTo>
                  <a:pt x="95304" y="31911"/>
                  <a:pt x="95895" y="32288"/>
                  <a:pt x="96487" y="32637"/>
                </a:cubicBezTo>
                <a:cubicBezTo>
                  <a:pt x="95492" y="32234"/>
                  <a:pt x="94444" y="31857"/>
                  <a:pt x="93422" y="31508"/>
                </a:cubicBezTo>
                <a:lnTo>
                  <a:pt x="93422" y="31508"/>
                </a:lnTo>
                <a:cubicBezTo>
                  <a:pt x="93516" y="31515"/>
                  <a:pt x="93609" y="31519"/>
                  <a:pt x="93703" y="31519"/>
                </a:cubicBezTo>
                <a:cubicBezTo>
                  <a:pt x="93961" y="31519"/>
                  <a:pt x="94222" y="31494"/>
                  <a:pt x="94497" y="31454"/>
                </a:cubicBezTo>
                <a:close/>
                <a:moveTo>
                  <a:pt x="74523" y="27690"/>
                </a:moveTo>
                <a:cubicBezTo>
                  <a:pt x="75652" y="29223"/>
                  <a:pt x="76888" y="30701"/>
                  <a:pt x="78233" y="32046"/>
                </a:cubicBezTo>
                <a:lnTo>
                  <a:pt x="78233" y="32664"/>
                </a:lnTo>
                <a:cubicBezTo>
                  <a:pt x="77130" y="30997"/>
                  <a:pt x="75867" y="29438"/>
                  <a:pt x="74442" y="28040"/>
                </a:cubicBezTo>
                <a:lnTo>
                  <a:pt x="74469" y="28013"/>
                </a:lnTo>
                <a:cubicBezTo>
                  <a:pt x="74469" y="27906"/>
                  <a:pt x="74496" y="27798"/>
                  <a:pt x="74523" y="27690"/>
                </a:cubicBezTo>
                <a:close/>
                <a:moveTo>
                  <a:pt x="86353" y="25784"/>
                </a:moveTo>
                <a:cubicBezTo>
                  <a:pt x="86416" y="25784"/>
                  <a:pt x="86319" y="26036"/>
                  <a:pt x="85921" y="26750"/>
                </a:cubicBezTo>
                <a:cubicBezTo>
                  <a:pt x="85599" y="27314"/>
                  <a:pt x="85222" y="27825"/>
                  <a:pt x="84792" y="28309"/>
                </a:cubicBezTo>
                <a:cubicBezTo>
                  <a:pt x="83609" y="29787"/>
                  <a:pt x="82400" y="31239"/>
                  <a:pt x="81190" y="32691"/>
                </a:cubicBezTo>
                <a:cubicBezTo>
                  <a:pt x="81620" y="31965"/>
                  <a:pt x="82104" y="31239"/>
                  <a:pt x="82588" y="30540"/>
                </a:cubicBezTo>
                <a:lnTo>
                  <a:pt x="82588" y="30540"/>
                </a:lnTo>
                <a:lnTo>
                  <a:pt x="82561" y="30567"/>
                </a:lnTo>
                <a:cubicBezTo>
                  <a:pt x="83394" y="29384"/>
                  <a:pt x="84255" y="28228"/>
                  <a:pt x="85196" y="27126"/>
                </a:cubicBezTo>
                <a:cubicBezTo>
                  <a:pt x="85481" y="26769"/>
                  <a:pt x="86229" y="25784"/>
                  <a:pt x="86353" y="25784"/>
                </a:cubicBezTo>
                <a:close/>
                <a:moveTo>
                  <a:pt x="103020" y="31427"/>
                </a:moveTo>
                <a:lnTo>
                  <a:pt x="103423" y="31642"/>
                </a:lnTo>
                <a:lnTo>
                  <a:pt x="104713" y="32691"/>
                </a:lnTo>
                <a:cubicBezTo>
                  <a:pt x="104337" y="32422"/>
                  <a:pt x="103987" y="32180"/>
                  <a:pt x="103638" y="31938"/>
                </a:cubicBezTo>
                <a:lnTo>
                  <a:pt x="103638" y="31965"/>
                </a:lnTo>
                <a:lnTo>
                  <a:pt x="103020" y="31427"/>
                </a:lnTo>
                <a:close/>
                <a:moveTo>
                  <a:pt x="58392" y="30379"/>
                </a:moveTo>
                <a:lnTo>
                  <a:pt x="58392" y="30379"/>
                </a:lnTo>
                <a:cubicBezTo>
                  <a:pt x="57639" y="30997"/>
                  <a:pt x="56860" y="31589"/>
                  <a:pt x="56080" y="32153"/>
                </a:cubicBezTo>
                <a:cubicBezTo>
                  <a:pt x="55784" y="32341"/>
                  <a:pt x="55516" y="32530"/>
                  <a:pt x="55220" y="32718"/>
                </a:cubicBezTo>
                <a:lnTo>
                  <a:pt x="55731" y="32234"/>
                </a:lnTo>
                <a:cubicBezTo>
                  <a:pt x="56510" y="31642"/>
                  <a:pt x="57290" y="31078"/>
                  <a:pt x="58123" y="30540"/>
                </a:cubicBezTo>
                <a:lnTo>
                  <a:pt x="58392" y="30379"/>
                </a:lnTo>
                <a:close/>
                <a:moveTo>
                  <a:pt x="73904" y="32745"/>
                </a:moveTo>
                <a:lnTo>
                  <a:pt x="74254" y="32825"/>
                </a:lnTo>
                <a:cubicBezTo>
                  <a:pt x="74254" y="32841"/>
                  <a:pt x="74244" y="32857"/>
                  <a:pt x="74237" y="32873"/>
                </a:cubicBezTo>
                <a:lnTo>
                  <a:pt x="74237" y="32873"/>
                </a:lnTo>
                <a:lnTo>
                  <a:pt x="73904" y="32745"/>
                </a:lnTo>
                <a:close/>
                <a:moveTo>
                  <a:pt x="97992" y="30782"/>
                </a:moveTo>
                <a:cubicBezTo>
                  <a:pt x="98422" y="30917"/>
                  <a:pt x="98879" y="31078"/>
                  <a:pt x="99336" y="31239"/>
                </a:cubicBezTo>
                <a:cubicBezTo>
                  <a:pt x="100519" y="31669"/>
                  <a:pt x="101675" y="32207"/>
                  <a:pt x="102724" y="32879"/>
                </a:cubicBezTo>
                <a:cubicBezTo>
                  <a:pt x="101299" y="32234"/>
                  <a:pt x="99901" y="31642"/>
                  <a:pt x="98449" y="31051"/>
                </a:cubicBezTo>
                <a:lnTo>
                  <a:pt x="98449" y="31078"/>
                </a:lnTo>
                <a:lnTo>
                  <a:pt x="97992" y="30782"/>
                </a:lnTo>
                <a:close/>
                <a:moveTo>
                  <a:pt x="69200" y="32153"/>
                </a:moveTo>
                <a:cubicBezTo>
                  <a:pt x="69303" y="32257"/>
                  <a:pt x="69456" y="32335"/>
                  <a:pt x="69587" y="32436"/>
                </a:cubicBezTo>
                <a:lnTo>
                  <a:pt x="69587" y="32436"/>
                </a:lnTo>
                <a:cubicBezTo>
                  <a:pt x="69198" y="32570"/>
                  <a:pt x="68810" y="32752"/>
                  <a:pt x="68447" y="32960"/>
                </a:cubicBezTo>
                <a:lnTo>
                  <a:pt x="69200" y="32153"/>
                </a:lnTo>
                <a:close/>
                <a:moveTo>
                  <a:pt x="74657" y="28497"/>
                </a:moveTo>
                <a:lnTo>
                  <a:pt x="74657" y="28497"/>
                </a:lnTo>
                <a:cubicBezTo>
                  <a:pt x="74845" y="28685"/>
                  <a:pt x="75033" y="28900"/>
                  <a:pt x="75248" y="29115"/>
                </a:cubicBezTo>
                <a:cubicBezTo>
                  <a:pt x="75894" y="29814"/>
                  <a:pt x="76485" y="30540"/>
                  <a:pt x="77050" y="31293"/>
                </a:cubicBezTo>
                <a:cubicBezTo>
                  <a:pt x="77211" y="31508"/>
                  <a:pt x="78017" y="32610"/>
                  <a:pt x="78259" y="32987"/>
                </a:cubicBezTo>
                <a:lnTo>
                  <a:pt x="77991" y="32610"/>
                </a:lnTo>
                <a:cubicBezTo>
                  <a:pt x="76915" y="31212"/>
                  <a:pt x="75732" y="29895"/>
                  <a:pt x="74657" y="28497"/>
                </a:cubicBezTo>
                <a:close/>
                <a:moveTo>
                  <a:pt x="62505" y="30110"/>
                </a:moveTo>
                <a:lnTo>
                  <a:pt x="62505" y="30110"/>
                </a:lnTo>
                <a:cubicBezTo>
                  <a:pt x="62694" y="30809"/>
                  <a:pt x="60839" y="32637"/>
                  <a:pt x="60543" y="32933"/>
                </a:cubicBezTo>
                <a:lnTo>
                  <a:pt x="60570" y="32906"/>
                </a:lnTo>
                <a:lnTo>
                  <a:pt x="60570" y="32906"/>
                </a:lnTo>
                <a:cubicBezTo>
                  <a:pt x="60489" y="32960"/>
                  <a:pt x="60435" y="33013"/>
                  <a:pt x="60355" y="33094"/>
                </a:cubicBezTo>
                <a:cubicBezTo>
                  <a:pt x="61107" y="32126"/>
                  <a:pt x="61833" y="31132"/>
                  <a:pt x="62505" y="30110"/>
                </a:cubicBezTo>
                <a:close/>
                <a:moveTo>
                  <a:pt x="70463" y="32960"/>
                </a:moveTo>
                <a:lnTo>
                  <a:pt x="70544" y="33013"/>
                </a:lnTo>
                <a:lnTo>
                  <a:pt x="70329" y="33175"/>
                </a:lnTo>
                <a:lnTo>
                  <a:pt x="70221" y="33175"/>
                </a:lnTo>
                <a:lnTo>
                  <a:pt x="70463" y="32960"/>
                </a:lnTo>
                <a:close/>
                <a:moveTo>
                  <a:pt x="91540" y="31642"/>
                </a:moveTo>
                <a:lnTo>
                  <a:pt x="91540" y="31642"/>
                </a:lnTo>
                <a:cubicBezTo>
                  <a:pt x="93422" y="31884"/>
                  <a:pt x="95250" y="32395"/>
                  <a:pt x="96971" y="33175"/>
                </a:cubicBezTo>
                <a:cubicBezTo>
                  <a:pt x="95788" y="32987"/>
                  <a:pt x="94605" y="32798"/>
                  <a:pt x="93449" y="32556"/>
                </a:cubicBezTo>
                <a:cubicBezTo>
                  <a:pt x="92804" y="32261"/>
                  <a:pt x="92158" y="31965"/>
                  <a:pt x="91540" y="31642"/>
                </a:cubicBezTo>
                <a:close/>
                <a:moveTo>
                  <a:pt x="87319" y="32664"/>
                </a:moveTo>
                <a:lnTo>
                  <a:pt x="88180" y="33202"/>
                </a:lnTo>
                <a:lnTo>
                  <a:pt x="88180" y="33202"/>
                </a:lnTo>
                <a:lnTo>
                  <a:pt x="87212" y="32745"/>
                </a:lnTo>
                <a:lnTo>
                  <a:pt x="87319" y="32664"/>
                </a:lnTo>
                <a:close/>
                <a:moveTo>
                  <a:pt x="106353" y="28416"/>
                </a:moveTo>
                <a:lnTo>
                  <a:pt x="106353" y="28416"/>
                </a:lnTo>
                <a:cubicBezTo>
                  <a:pt x="106783" y="29008"/>
                  <a:pt x="107267" y="29545"/>
                  <a:pt x="107832" y="30002"/>
                </a:cubicBezTo>
                <a:cubicBezTo>
                  <a:pt x="108880" y="31105"/>
                  <a:pt x="109875" y="32261"/>
                  <a:pt x="110870" y="33417"/>
                </a:cubicBezTo>
                <a:cubicBezTo>
                  <a:pt x="110682" y="33229"/>
                  <a:pt x="110520" y="33067"/>
                  <a:pt x="110359" y="32879"/>
                </a:cubicBezTo>
                <a:lnTo>
                  <a:pt x="110359" y="32933"/>
                </a:lnTo>
                <a:cubicBezTo>
                  <a:pt x="109929" y="32368"/>
                  <a:pt x="109445" y="31857"/>
                  <a:pt x="108934" y="31400"/>
                </a:cubicBezTo>
                <a:cubicBezTo>
                  <a:pt x="108638" y="31051"/>
                  <a:pt x="108316" y="30701"/>
                  <a:pt x="108020" y="30352"/>
                </a:cubicBezTo>
                <a:cubicBezTo>
                  <a:pt x="107617" y="29868"/>
                  <a:pt x="106756" y="29088"/>
                  <a:pt x="106353" y="28416"/>
                </a:cubicBezTo>
                <a:close/>
                <a:moveTo>
                  <a:pt x="63742" y="32368"/>
                </a:moveTo>
                <a:cubicBezTo>
                  <a:pt x="63178" y="32691"/>
                  <a:pt x="62613" y="33067"/>
                  <a:pt x="62075" y="33444"/>
                </a:cubicBezTo>
                <a:cubicBezTo>
                  <a:pt x="62263" y="33282"/>
                  <a:pt x="62479" y="33094"/>
                  <a:pt x="62694" y="32879"/>
                </a:cubicBezTo>
                <a:lnTo>
                  <a:pt x="62720" y="32852"/>
                </a:lnTo>
                <a:lnTo>
                  <a:pt x="63070" y="32664"/>
                </a:lnTo>
                <a:cubicBezTo>
                  <a:pt x="63204" y="32610"/>
                  <a:pt x="63446" y="32503"/>
                  <a:pt x="63742" y="32368"/>
                </a:cubicBezTo>
                <a:close/>
                <a:moveTo>
                  <a:pt x="50838" y="28067"/>
                </a:moveTo>
                <a:lnTo>
                  <a:pt x="50838" y="28067"/>
                </a:lnTo>
                <a:cubicBezTo>
                  <a:pt x="49332" y="29519"/>
                  <a:pt x="47773" y="30917"/>
                  <a:pt x="46133" y="32261"/>
                </a:cubicBezTo>
                <a:lnTo>
                  <a:pt x="46106" y="32261"/>
                </a:lnTo>
                <a:cubicBezTo>
                  <a:pt x="45622" y="32745"/>
                  <a:pt x="45138" y="33175"/>
                  <a:pt x="44601" y="33578"/>
                </a:cubicBezTo>
                <a:cubicBezTo>
                  <a:pt x="44628" y="33551"/>
                  <a:pt x="44628" y="33524"/>
                  <a:pt x="44654" y="33497"/>
                </a:cubicBezTo>
                <a:cubicBezTo>
                  <a:pt x="44977" y="33094"/>
                  <a:pt x="45327" y="32718"/>
                  <a:pt x="45676" y="32341"/>
                </a:cubicBezTo>
                <a:cubicBezTo>
                  <a:pt x="46536" y="31427"/>
                  <a:pt x="47450" y="30594"/>
                  <a:pt x="48418" y="29814"/>
                </a:cubicBezTo>
                <a:cubicBezTo>
                  <a:pt x="49198" y="29196"/>
                  <a:pt x="50004" y="28605"/>
                  <a:pt x="50838" y="28067"/>
                </a:cubicBezTo>
                <a:close/>
                <a:moveTo>
                  <a:pt x="74388" y="28470"/>
                </a:moveTo>
                <a:cubicBezTo>
                  <a:pt x="75598" y="30137"/>
                  <a:pt x="76888" y="31723"/>
                  <a:pt x="78286" y="33282"/>
                </a:cubicBezTo>
                <a:lnTo>
                  <a:pt x="78286" y="33578"/>
                </a:lnTo>
                <a:cubicBezTo>
                  <a:pt x="77050" y="31938"/>
                  <a:pt x="75705" y="30406"/>
                  <a:pt x="74281" y="28954"/>
                </a:cubicBezTo>
                <a:lnTo>
                  <a:pt x="74388" y="28470"/>
                </a:lnTo>
                <a:close/>
                <a:moveTo>
                  <a:pt x="33605" y="30513"/>
                </a:moveTo>
                <a:lnTo>
                  <a:pt x="33605" y="30513"/>
                </a:lnTo>
                <a:cubicBezTo>
                  <a:pt x="32906" y="31535"/>
                  <a:pt x="32207" y="32556"/>
                  <a:pt x="31508" y="33605"/>
                </a:cubicBezTo>
                <a:cubicBezTo>
                  <a:pt x="31804" y="32825"/>
                  <a:pt x="32073" y="32046"/>
                  <a:pt x="32261" y="31239"/>
                </a:cubicBezTo>
                <a:lnTo>
                  <a:pt x="32745" y="30943"/>
                </a:lnTo>
                <a:cubicBezTo>
                  <a:pt x="33041" y="30863"/>
                  <a:pt x="33363" y="30701"/>
                  <a:pt x="33605" y="30513"/>
                </a:cubicBezTo>
                <a:close/>
                <a:moveTo>
                  <a:pt x="107106" y="30218"/>
                </a:moveTo>
                <a:lnTo>
                  <a:pt x="107106" y="30218"/>
                </a:lnTo>
                <a:cubicBezTo>
                  <a:pt x="107482" y="30513"/>
                  <a:pt x="107832" y="30782"/>
                  <a:pt x="108208" y="31078"/>
                </a:cubicBezTo>
                <a:cubicBezTo>
                  <a:pt x="108423" y="31266"/>
                  <a:pt x="108638" y="31454"/>
                  <a:pt x="108827" y="31642"/>
                </a:cubicBezTo>
                <a:cubicBezTo>
                  <a:pt x="109284" y="32153"/>
                  <a:pt x="109741" y="32637"/>
                  <a:pt x="110225" y="33121"/>
                </a:cubicBezTo>
                <a:cubicBezTo>
                  <a:pt x="110534" y="33489"/>
                  <a:pt x="110738" y="33704"/>
                  <a:pt x="110714" y="33704"/>
                </a:cubicBezTo>
                <a:cubicBezTo>
                  <a:pt x="110694" y="33704"/>
                  <a:pt x="110518" y="33557"/>
                  <a:pt x="110117" y="33229"/>
                </a:cubicBezTo>
                <a:lnTo>
                  <a:pt x="110117" y="33255"/>
                </a:lnTo>
                <a:lnTo>
                  <a:pt x="110063" y="33229"/>
                </a:lnTo>
                <a:cubicBezTo>
                  <a:pt x="109687" y="32449"/>
                  <a:pt x="108961" y="31965"/>
                  <a:pt x="108181" y="31535"/>
                </a:cubicBezTo>
                <a:cubicBezTo>
                  <a:pt x="108101" y="31454"/>
                  <a:pt x="107993" y="31374"/>
                  <a:pt x="107912" y="31293"/>
                </a:cubicBezTo>
                <a:cubicBezTo>
                  <a:pt x="108020" y="31266"/>
                  <a:pt x="108101" y="31132"/>
                  <a:pt x="108020" y="31051"/>
                </a:cubicBezTo>
                <a:lnTo>
                  <a:pt x="107160" y="30298"/>
                </a:lnTo>
                <a:lnTo>
                  <a:pt x="107106" y="30218"/>
                </a:lnTo>
                <a:close/>
                <a:moveTo>
                  <a:pt x="70167" y="33605"/>
                </a:moveTo>
                <a:lnTo>
                  <a:pt x="70356" y="33632"/>
                </a:lnTo>
                <a:cubicBezTo>
                  <a:pt x="70329" y="33659"/>
                  <a:pt x="70275" y="33686"/>
                  <a:pt x="70248" y="33739"/>
                </a:cubicBezTo>
                <a:cubicBezTo>
                  <a:pt x="70194" y="33753"/>
                  <a:pt x="70140" y="33760"/>
                  <a:pt x="70090" y="33760"/>
                </a:cubicBezTo>
                <a:cubicBezTo>
                  <a:pt x="70040" y="33760"/>
                  <a:pt x="69993" y="33753"/>
                  <a:pt x="69952" y="33739"/>
                </a:cubicBezTo>
                <a:cubicBezTo>
                  <a:pt x="70006" y="33686"/>
                  <a:pt x="70087" y="33659"/>
                  <a:pt x="70167" y="33605"/>
                </a:cubicBezTo>
                <a:close/>
                <a:moveTo>
                  <a:pt x="74200" y="29250"/>
                </a:moveTo>
                <a:cubicBezTo>
                  <a:pt x="75087" y="30110"/>
                  <a:pt x="75921" y="31024"/>
                  <a:pt x="76700" y="31965"/>
                </a:cubicBezTo>
                <a:cubicBezTo>
                  <a:pt x="76859" y="32150"/>
                  <a:pt x="78110" y="33740"/>
                  <a:pt x="78176" y="33766"/>
                </a:cubicBezTo>
                <a:lnTo>
                  <a:pt x="78125" y="33766"/>
                </a:lnTo>
                <a:cubicBezTo>
                  <a:pt x="77668" y="33336"/>
                  <a:pt x="77184" y="32906"/>
                  <a:pt x="76754" y="32476"/>
                </a:cubicBezTo>
                <a:cubicBezTo>
                  <a:pt x="76109" y="31750"/>
                  <a:pt x="75463" y="31078"/>
                  <a:pt x="74765" y="30460"/>
                </a:cubicBezTo>
                <a:cubicBezTo>
                  <a:pt x="74684" y="30325"/>
                  <a:pt x="74576" y="30218"/>
                  <a:pt x="74496" y="30110"/>
                </a:cubicBezTo>
                <a:cubicBezTo>
                  <a:pt x="74388" y="29868"/>
                  <a:pt x="74281" y="29626"/>
                  <a:pt x="74173" y="29411"/>
                </a:cubicBezTo>
                <a:lnTo>
                  <a:pt x="74200" y="29250"/>
                </a:lnTo>
                <a:close/>
                <a:moveTo>
                  <a:pt x="108531" y="28739"/>
                </a:moveTo>
                <a:lnTo>
                  <a:pt x="108531" y="28739"/>
                </a:lnTo>
                <a:cubicBezTo>
                  <a:pt x="108746" y="29035"/>
                  <a:pt x="108988" y="29304"/>
                  <a:pt x="109257" y="29572"/>
                </a:cubicBezTo>
                <a:cubicBezTo>
                  <a:pt x="109687" y="30056"/>
                  <a:pt x="110090" y="30567"/>
                  <a:pt x="110493" y="31105"/>
                </a:cubicBezTo>
                <a:cubicBezTo>
                  <a:pt x="110870" y="32019"/>
                  <a:pt x="111273" y="32906"/>
                  <a:pt x="111757" y="33766"/>
                </a:cubicBezTo>
                <a:cubicBezTo>
                  <a:pt x="111354" y="33255"/>
                  <a:pt x="110923" y="32798"/>
                  <a:pt x="110520" y="32341"/>
                </a:cubicBezTo>
                <a:lnTo>
                  <a:pt x="110520" y="32368"/>
                </a:lnTo>
                <a:cubicBezTo>
                  <a:pt x="110359" y="32126"/>
                  <a:pt x="110198" y="31884"/>
                  <a:pt x="110036" y="31642"/>
                </a:cubicBezTo>
                <a:cubicBezTo>
                  <a:pt x="109660" y="30997"/>
                  <a:pt x="109284" y="30352"/>
                  <a:pt x="108988" y="29680"/>
                </a:cubicBezTo>
                <a:cubicBezTo>
                  <a:pt x="108988" y="29682"/>
                  <a:pt x="108987" y="29683"/>
                  <a:pt x="108987" y="29683"/>
                </a:cubicBezTo>
                <a:cubicBezTo>
                  <a:pt x="108962" y="29683"/>
                  <a:pt x="108609" y="28973"/>
                  <a:pt x="108531" y="28739"/>
                </a:cubicBezTo>
                <a:close/>
                <a:moveTo>
                  <a:pt x="86809" y="33148"/>
                </a:moveTo>
                <a:cubicBezTo>
                  <a:pt x="87158" y="33363"/>
                  <a:pt x="87534" y="33578"/>
                  <a:pt x="87911" y="33793"/>
                </a:cubicBezTo>
                <a:cubicBezTo>
                  <a:pt x="87615" y="33686"/>
                  <a:pt x="87346" y="33578"/>
                  <a:pt x="87051" y="33497"/>
                </a:cubicBezTo>
                <a:lnTo>
                  <a:pt x="86620" y="33309"/>
                </a:lnTo>
                <a:lnTo>
                  <a:pt x="86809" y="33148"/>
                </a:lnTo>
                <a:close/>
                <a:moveTo>
                  <a:pt x="66457" y="31159"/>
                </a:moveTo>
                <a:lnTo>
                  <a:pt x="66861" y="31212"/>
                </a:lnTo>
                <a:cubicBezTo>
                  <a:pt x="65581" y="32116"/>
                  <a:pt x="64300" y="33019"/>
                  <a:pt x="63020" y="33923"/>
                </a:cubicBezTo>
                <a:lnTo>
                  <a:pt x="63020" y="33923"/>
                </a:lnTo>
                <a:lnTo>
                  <a:pt x="66457" y="31159"/>
                </a:lnTo>
                <a:close/>
                <a:moveTo>
                  <a:pt x="110284" y="29709"/>
                </a:moveTo>
                <a:cubicBezTo>
                  <a:pt x="110361" y="29709"/>
                  <a:pt x="110862" y="30744"/>
                  <a:pt x="111031" y="30997"/>
                </a:cubicBezTo>
                <a:lnTo>
                  <a:pt x="111031" y="31024"/>
                </a:lnTo>
                <a:cubicBezTo>
                  <a:pt x="111327" y="31454"/>
                  <a:pt x="111596" y="31884"/>
                  <a:pt x="111864" y="32315"/>
                </a:cubicBezTo>
                <a:cubicBezTo>
                  <a:pt x="112080" y="32691"/>
                  <a:pt x="112295" y="33040"/>
                  <a:pt x="112510" y="33417"/>
                </a:cubicBezTo>
                <a:cubicBezTo>
                  <a:pt x="112617" y="33632"/>
                  <a:pt x="112752" y="33874"/>
                  <a:pt x="112859" y="34089"/>
                </a:cubicBezTo>
                <a:cubicBezTo>
                  <a:pt x="112187" y="32960"/>
                  <a:pt x="111434" y="31884"/>
                  <a:pt x="110628" y="30836"/>
                </a:cubicBezTo>
                <a:cubicBezTo>
                  <a:pt x="110520" y="30540"/>
                  <a:pt x="110413" y="30271"/>
                  <a:pt x="110332" y="29976"/>
                </a:cubicBezTo>
                <a:cubicBezTo>
                  <a:pt x="110275" y="29786"/>
                  <a:pt x="110264" y="29709"/>
                  <a:pt x="110284" y="29709"/>
                </a:cubicBezTo>
                <a:close/>
                <a:moveTo>
                  <a:pt x="78259" y="34223"/>
                </a:moveTo>
                <a:lnTo>
                  <a:pt x="78340" y="34277"/>
                </a:lnTo>
                <a:lnTo>
                  <a:pt x="78340" y="34331"/>
                </a:lnTo>
                <a:lnTo>
                  <a:pt x="78259" y="34223"/>
                </a:lnTo>
                <a:close/>
                <a:moveTo>
                  <a:pt x="88744" y="31750"/>
                </a:moveTo>
                <a:cubicBezTo>
                  <a:pt x="90277" y="32207"/>
                  <a:pt x="91836" y="32583"/>
                  <a:pt x="93422" y="32879"/>
                </a:cubicBezTo>
                <a:lnTo>
                  <a:pt x="93718" y="32933"/>
                </a:lnTo>
                <a:cubicBezTo>
                  <a:pt x="95008" y="33524"/>
                  <a:pt x="96325" y="34035"/>
                  <a:pt x="97670" y="34465"/>
                </a:cubicBezTo>
                <a:cubicBezTo>
                  <a:pt x="97240" y="34438"/>
                  <a:pt x="96836" y="34385"/>
                  <a:pt x="96406" y="34304"/>
                </a:cubicBezTo>
                <a:lnTo>
                  <a:pt x="96433" y="34304"/>
                </a:lnTo>
                <a:cubicBezTo>
                  <a:pt x="95411" y="34116"/>
                  <a:pt x="94444" y="33847"/>
                  <a:pt x="93476" y="33551"/>
                </a:cubicBezTo>
                <a:cubicBezTo>
                  <a:pt x="92212" y="33202"/>
                  <a:pt x="90976" y="32798"/>
                  <a:pt x="89766" y="32368"/>
                </a:cubicBezTo>
                <a:cubicBezTo>
                  <a:pt x="89416" y="32153"/>
                  <a:pt x="89094" y="31965"/>
                  <a:pt x="88744" y="31750"/>
                </a:cubicBezTo>
                <a:close/>
                <a:moveTo>
                  <a:pt x="94659" y="33094"/>
                </a:moveTo>
                <a:cubicBezTo>
                  <a:pt x="95600" y="33229"/>
                  <a:pt x="96863" y="33444"/>
                  <a:pt x="97858" y="33605"/>
                </a:cubicBezTo>
                <a:lnTo>
                  <a:pt x="97858" y="33632"/>
                </a:lnTo>
                <a:cubicBezTo>
                  <a:pt x="98127" y="33739"/>
                  <a:pt x="98369" y="33874"/>
                  <a:pt x="98611" y="34035"/>
                </a:cubicBezTo>
                <a:lnTo>
                  <a:pt x="99175" y="34358"/>
                </a:lnTo>
                <a:cubicBezTo>
                  <a:pt x="98960" y="34411"/>
                  <a:pt x="98772" y="34438"/>
                  <a:pt x="98557" y="34465"/>
                </a:cubicBezTo>
                <a:cubicBezTo>
                  <a:pt x="97455" y="34116"/>
                  <a:pt x="96325" y="33739"/>
                  <a:pt x="95250" y="33309"/>
                </a:cubicBezTo>
                <a:cubicBezTo>
                  <a:pt x="95035" y="33229"/>
                  <a:pt x="94847" y="33148"/>
                  <a:pt x="94659" y="33094"/>
                </a:cubicBezTo>
                <a:close/>
                <a:moveTo>
                  <a:pt x="44520" y="27045"/>
                </a:moveTo>
                <a:cubicBezTo>
                  <a:pt x="45004" y="27045"/>
                  <a:pt x="45488" y="27045"/>
                  <a:pt x="45972" y="27072"/>
                </a:cubicBezTo>
                <a:cubicBezTo>
                  <a:pt x="44090" y="29438"/>
                  <a:pt x="42342" y="31911"/>
                  <a:pt x="40729" y="34492"/>
                </a:cubicBezTo>
                <a:cubicBezTo>
                  <a:pt x="40837" y="34304"/>
                  <a:pt x="40918" y="34089"/>
                  <a:pt x="41025" y="33901"/>
                </a:cubicBezTo>
                <a:cubicBezTo>
                  <a:pt x="42181" y="31616"/>
                  <a:pt x="43337" y="29330"/>
                  <a:pt x="44520" y="27045"/>
                </a:cubicBezTo>
                <a:close/>
                <a:moveTo>
                  <a:pt x="104014" y="34062"/>
                </a:moveTo>
                <a:cubicBezTo>
                  <a:pt x="104149" y="34223"/>
                  <a:pt x="104283" y="34411"/>
                  <a:pt x="104391" y="34627"/>
                </a:cubicBezTo>
                <a:lnTo>
                  <a:pt x="104391" y="34653"/>
                </a:lnTo>
                <a:lnTo>
                  <a:pt x="103423" y="34062"/>
                </a:lnTo>
                <a:lnTo>
                  <a:pt x="103423" y="34062"/>
                </a:lnTo>
                <a:lnTo>
                  <a:pt x="103745" y="34116"/>
                </a:lnTo>
                <a:cubicBezTo>
                  <a:pt x="103774" y="34123"/>
                  <a:pt x="103801" y="34126"/>
                  <a:pt x="103827" y="34126"/>
                </a:cubicBezTo>
                <a:cubicBezTo>
                  <a:pt x="103896" y="34126"/>
                  <a:pt x="103955" y="34101"/>
                  <a:pt x="104014" y="34062"/>
                </a:cubicBezTo>
                <a:close/>
                <a:moveTo>
                  <a:pt x="69200" y="33712"/>
                </a:moveTo>
                <a:lnTo>
                  <a:pt x="69361" y="33847"/>
                </a:lnTo>
                <a:cubicBezTo>
                  <a:pt x="69065" y="34089"/>
                  <a:pt x="68769" y="34331"/>
                  <a:pt x="68608" y="34492"/>
                </a:cubicBezTo>
                <a:lnTo>
                  <a:pt x="68608" y="34465"/>
                </a:lnTo>
                <a:cubicBezTo>
                  <a:pt x="68527" y="34546"/>
                  <a:pt x="68420" y="34627"/>
                  <a:pt x="68339" y="34707"/>
                </a:cubicBezTo>
                <a:cubicBezTo>
                  <a:pt x="68635" y="34358"/>
                  <a:pt x="68931" y="34035"/>
                  <a:pt x="69200" y="33712"/>
                </a:cubicBezTo>
                <a:close/>
                <a:moveTo>
                  <a:pt x="71727" y="34062"/>
                </a:moveTo>
                <a:lnTo>
                  <a:pt x="71780" y="34089"/>
                </a:lnTo>
                <a:lnTo>
                  <a:pt x="71323" y="34788"/>
                </a:lnTo>
                <a:cubicBezTo>
                  <a:pt x="71285" y="34769"/>
                  <a:pt x="71234" y="34750"/>
                  <a:pt x="71178" y="34750"/>
                </a:cubicBezTo>
                <a:cubicBezTo>
                  <a:pt x="71156" y="34750"/>
                  <a:pt x="71132" y="34753"/>
                  <a:pt x="71108" y="34761"/>
                </a:cubicBezTo>
                <a:cubicBezTo>
                  <a:pt x="71270" y="34600"/>
                  <a:pt x="71404" y="34438"/>
                  <a:pt x="71538" y="34277"/>
                </a:cubicBezTo>
                <a:cubicBezTo>
                  <a:pt x="71565" y="34277"/>
                  <a:pt x="71565" y="34250"/>
                  <a:pt x="71565" y="34250"/>
                </a:cubicBezTo>
                <a:cubicBezTo>
                  <a:pt x="71619" y="34196"/>
                  <a:pt x="71673" y="34143"/>
                  <a:pt x="71727" y="34062"/>
                </a:cubicBezTo>
                <a:close/>
                <a:moveTo>
                  <a:pt x="72533" y="34573"/>
                </a:moveTo>
                <a:cubicBezTo>
                  <a:pt x="72641" y="34653"/>
                  <a:pt x="72721" y="34734"/>
                  <a:pt x="72829" y="34815"/>
                </a:cubicBezTo>
                <a:cubicBezTo>
                  <a:pt x="72744" y="34764"/>
                  <a:pt x="72658" y="34745"/>
                  <a:pt x="72573" y="34745"/>
                </a:cubicBezTo>
                <a:cubicBezTo>
                  <a:pt x="72537" y="34745"/>
                  <a:pt x="72501" y="34748"/>
                  <a:pt x="72465" y="34754"/>
                </a:cubicBezTo>
                <a:lnTo>
                  <a:pt x="72465" y="34754"/>
                </a:lnTo>
                <a:lnTo>
                  <a:pt x="72533" y="34573"/>
                </a:lnTo>
                <a:close/>
                <a:moveTo>
                  <a:pt x="64468" y="30513"/>
                </a:moveTo>
                <a:cubicBezTo>
                  <a:pt x="64549" y="30567"/>
                  <a:pt x="64656" y="30621"/>
                  <a:pt x="64764" y="30648"/>
                </a:cubicBezTo>
                <a:cubicBezTo>
                  <a:pt x="64038" y="31347"/>
                  <a:pt x="63312" y="32046"/>
                  <a:pt x="62559" y="32691"/>
                </a:cubicBezTo>
                <a:cubicBezTo>
                  <a:pt x="61323" y="33336"/>
                  <a:pt x="60167" y="34062"/>
                  <a:pt x="59037" y="34868"/>
                </a:cubicBezTo>
                <a:cubicBezTo>
                  <a:pt x="59629" y="34277"/>
                  <a:pt x="60220" y="33659"/>
                  <a:pt x="60812" y="33040"/>
                </a:cubicBezTo>
                <a:lnTo>
                  <a:pt x="60812" y="33013"/>
                </a:lnTo>
                <a:cubicBezTo>
                  <a:pt x="61188" y="32718"/>
                  <a:pt x="61564" y="32422"/>
                  <a:pt x="61941" y="32153"/>
                </a:cubicBezTo>
                <a:cubicBezTo>
                  <a:pt x="62747" y="31562"/>
                  <a:pt x="63608" y="31024"/>
                  <a:pt x="64468" y="30513"/>
                </a:cubicBezTo>
                <a:close/>
                <a:moveTo>
                  <a:pt x="99417" y="34546"/>
                </a:moveTo>
                <a:lnTo>
                  <a:pt x="99955" y="34895"/>
                </a:lnTo>
                <a:cubicBezTo>
                  <a:pt x="99794" y="34815"/>
                  <a:pt x="99390" y="34707"/>
                  <a:pt x="99121" y="34627"/>
                </a:cubicBezTo>
                <a:cubicBezTo>
                  <a:pt x="99229" y="34600"/>
                  <a:pt x="99310" y="34573"/>
                  <a:pt x="99417" y="34546"/>
                </a:cubicBezTo>
                <a:close/>
                <a:moveTo>
                  <a:pt x="68151" y="31589"/>
                </a:moveTo>
                <a:lnTo>
                  <a:pt x="68205" y="31616"/>
                </a:lnTo>
                <a:cubicBezTo>
                  <a:pt x="68366" y="31723"/>
                  <a:pt x="68527" y="31857"/>
                  <a:pt x="68689" y="31938"/>
                </a:cubicBezTo>
                <a:cubicBezTo>
                  <a:pt x="67371" y="32933"/>
                  <a:pt x="66108" y="33954"/>
                  <a:pt x="64871" y="35057"/>
                </a:cubicBezTo>
                <a:lnTo>
                  <a:pt x="68124" y="31616"/>
                </a:lnTo>
                <a:cubicBezTo>
                  <a:pt x="68151" y="31616"/>
                  <a:pt x="68151" y="31616"/>
                  <a:pt x="68151" y="31589"/>
                </a:cubicBezTo>
                <a:close/>
                <a:moveTo>
                  <a:pt x="70356" y="34465"/>
                </a:moveTo>
                <a:cubicBezTo>
                  <a:pt x="70434" y="34491"/>
                  <a:pt x="70537" y="34517"/>
                  <a:pt x="70616" y="34543"/>
                </a:cubicBezTo>
                <a:lnTo>
                  <a:pt x="70616" y="34543"/>
                </a:lnTo>
                <a:cubicBezTo>
                  <a:pt x="70359" y="34721"/>
                  <a:pt x="70102" y="34877"/>
                  <a:pt x="69845" y="35057"/>
                </a:cubicBezTo>
                <a:lnTo>
                  <a:pt x="70356" y="34465"/>
                </a:lnTo>
                <a:close/>
                <a:moveTo>
                  <a:pt x="81996" y="32503"/>
                </a:moveTo>
                <a:cubicBezTo>
                  <a:pt x="81351" y="33336"/>
                  <a:pt x="80733" y="34196"/>
                  <a:pt x="80141" y="35084"/>
                </a:cubicBezTo>
                <a:cubicBezTo>
                  <a:pt x="80141" y="34949"/>
                  <a:pt x="80141" y="34815"/>
                  <a:pt x="80114" y="34680"/>
                </a:cubicBezTo>
                <a:cubicBezTo>
                  <a:pt x="80168" y="34546"/>
                  <a:pt x="80249" y="34438"/>
                  <a:pt x="80303" y="34331"/>
                </a:cubicBezTo>
                <a:lnTo>
                  <a:pt x="80303" y="34358"/>
                </a:lnTo>
                <a:lnTo>
                  <a:pt x="81996" y="32503"/>
                </a:lnTo>
                <a:close/>
                <a:moveTo>
                  <a:pt x="112994" y="32234"/>
                </a:moveTo>
                <a:cubicBezTo>
                  <a:pt x="113354" y="32724"/>
                  <a:pt x="114036" y="33880"/>
                  <a:pt x="114045" y="33880"/>
                </a:cubicBezTo>
                <a:cubicBezTo>
                  <a:pt x="114045" y="33880"/>
                  <a:pt x="114044" y="33878"/>
                  <a:pt x="114042" y="33874"/>
                </a:cubicBezTo>
                <a:lnTo>
                  <a:pt x="114042" y="33874"/>
                </a:lnTo>
                <a:cubicBezTo>
                  <a:pt x="114311" y="34277"/>
                  <a:pt x="114553" y="34680"/>
                  <a:pt x="114768" y="35084"/>
                </a:cubicBezTo>
                <a:lnTo>
                  <a:pt x="113639" y="33659"/>
                </a:lnTo>
                <a:cubicBezTo>
                  <a:pt x="113451" y="33175"/>
                  <a:pt x="113236" y="32691"/>
                  <a:pt x="112967" y="32234"/>
                </a:cubicBezTo>
                <a:close/>
                <a:moveTo>
                  <a:pt x="75732" y="32126"/>
                </a:moveTo>
                <a:lnTo>
                  <a:pt x="75732" y="32126"/>
                </a:lnTo>
                <a:cubicBezTo>
                  <a:pt x="76593" y="33013"/>
                  <a:pt x="77399" y="33981"/>
                  <a:pt x="78125" y="35003"/>
                </a:cubicBezTo>
                <a:cubicBezTo>
                  <a:pt x="78152" y="35057"/>
                  <a:pt x="78206" y="35110"/>
                  <a:pt x="78233" y="35164"/>
                </a:cubicBezTo>
                <a:cubicBezTo>
                  <a:pt x="77937" y="34842"/>
                  <a:pt x="77722" y="34600"/>
                  <a:pt x="77614" y="34492"/>
                </a:cubicBezTo>
                <a:cubicBezTo>
                  <a:pt x="76969" y="33712"/>
                  <a:pt x="76351" y="32933"/>
                  <a:pt x="75732" y="32126"/>
                </a:cubicBezTo>
                <a:close/>
                <a:moveTo>
                  <a:pt x="73017" y="34976"/>
                </a:moveTo>
                <a:cubicBezTo>
                  <a:pt x="73071" y="35057"/>
                  <a:pt x="73151" y="35110"/>
                  <a:pt x="73205" y="35191"/>
                </a:cubicBezTo>
                <a:lnTo>
                  <a:pt x="73071" y="35272"/>
                </a:lnTo>
                <a:cubicBezTo>
                  <a:pt x="73098" y="35164"/>
                  <a:pt x="73071" y="35057"/>
                  <a:pt x="72990" y="34976"/>
                </a:cubicBezTo>
                <a:close/>
                <a:moveTo>
                  <a:pt x="61968" y="28927"/>
                </a:moveTo>
                <a:lnTo>
                  <a:pt x="62022" y="28954"/>
                </a:lnTo>
                <a:lnTo>
                  <a:pt x="59468" y="32153"/>
                </a:lnTo>
                <a:lnTo>
                  <a:pt x="59387" y="32234"/>
                </a:lnTo>
                <a:cubicBezTo>
                  <a:pt x="58553" y="33094"/>
                  <a:pt x="57639" y="33874"/>
                  <a:pt x="56672" y="34600"/>
                </a:cubicBezTo>
                <a:cubicBezTo>
                  <a:pt x="56411" y="34786"/>
                  <a:pt x="55827" y="35399"/>
                  <a:pt x="55726" y="35399"/>
                </a:cubicBezTo>
                <a:cubicBezTo>
                  <a:pt x="55681" y="35399"/>
                  <a:pt x="55731" y="35279"/>
                  <a:pt x="55946" y="34949"/>
                </a:cubicBezTo>
                <a:cubicBezTo>
                  <a:pt x="56403" y="34331"/>
                  <a:pt x="56887" y="33739"/>
                  <a:pt x="57424" y="33229"/>
                </a:cubicBezTo>
                <a:cubicBezTo>
                  <a:pt x="58876" y="31696"/>
                  <a:pt x="60382" y="30271"/>
                  <a:pt x="61968" y="28927"/>
                </a:cubicBezTo>
                <a:close/>
                <a:moveTo>
                  <a:pt x="70705" y="35191"/>
                </a:moveTo>
                <a:lnTo>
                  <a:pt x="70597" y="35406"/>
                </a:lnTo>
                <a:lnTo>
                  <a:pt x="70544" y="35379"/>
                </a:lnTo>
                <a:lnTo>
                  <a:pt x="70705" y="35191"/>
                </a:lnTo>
                <a:close/>
                <a:moveTo>
                  <a:pt x="62210" y="29949"/>
                </a:moveTo>
                <a:lnTo>
                  <a:pt x="62263" y="29976"/>
                </a:lnTo>
                <a:cubicBezTo>
                  <a:pt x="61269" y="31293"/>
                  <a:pt x="60408" y="32691"/>
                  <a:pt x="59360" y="33954"/>
                </a:cubicBezTo>
                <a:cubicBezTo>
                  <a:pt x="58795" y="34465"/>
                  <a:pt x="58231" y="34949"/>
                  <a:pt x="57693" y="35460"/>
                </a:cubicBezTo>
                <a:cubicBezTo>
                  <a:pt x="57881" y="35191"/>
                  <a:pt x="58016" y="34895"/>
                  <a:pt x="58096" y="34761"/>
                </a:cubicBezTo>
                <a:cubicBezTo>
                  <a:pt x="58661" y="33954"/>
                  <a:pt x="59226" y="33175"/>
                  <a:pt x="59844" y="32422"/>
                </a:cubicBezTo>
                <a:lnTo>
                  <a:pt x="59844" y="32449"/>
                </a:lnTo>
                <a:lnTo>
                  <a:pt x="60193" y="31992"/>
                </a:lnTo>
                <a:cubicBezTo>
                  <a:pt x="60570" y="31616"/>
                  <a:pt x="60919" y="31239"/>
                  <a:pt x="61269" y="30863"/>
                </a:cubicBezTo>
                <a:cubicBezTo>
                  <a:pt x="61564" y="30540"/>
                  <a:pt x="61887" y="30244"/>
                  <a:pt x="62210" y="29949"/>
                </a:cubicBezTo>
                <a:close/>
                <a:moveTo>
                  <a:pt x="86352" y="33605"/>
                </a:moveTo>
                <a:lnTo>
                  <a:pt x="89927" y="34976"/>
                </a:lnTo>
                <a:lnTo>
                  <a:pt x="90760" y="35460"/>
                </a:lnTo>
                <a:cubicBezTo>
                  <a:pt x="89121" y="35110"/>
                  <a:pt x="87508" y="34627"/>
                  <a:pt x="85948" y="34062"/>
                </a:cubicBezTo>
                <a:lnTo>
                  <a:pt x="85948" y="34035"/>
                </a:lnTo>
                <a:cubicBezTo>
                  <a:pt x="86083" y="33901"/>
                  <a:pt x="86217" y="33739"/>
                  <a:pt x="86352" y="33605"/>
                </a:cubicBezTo>
                <a:close/>
                <a:moveTo>
                  <a:pt x="114338" y="33121"/>
                </a:moveTo>
                <a:lnTo>
                  <a:pt x="114338" y="33121"/>
                </a:lnTo>
                <a:cubicBezTo>
                  <a:pt x="114875" y="33874"/>
                  <a:pt x="115359" y="34653"/>
                  <a:pt x="115816" y="35460"/>
                </a:cubicBezTo>
                <a:lnTo>
                  <a:pt x="115816" y="35487"/>
                </a:lnTo>
                <a:cubicBezTo>
                  <a:pt x="115332" y="34707"/>
                  <a:pt x="114822" y="33901"/>
                  <a:pt x="114338" y="33121"/>
                </a:cubicBezTo>
                <a:close/>
                <a:moveTo>
                  <a:pt x="51832" y="34062"/>
                </a:moveTo>
                <a:cubicBezTo>
                  <a:pt x="51402" y="34546"/>
                  <a:pt x="50999" y="35057"/>
                  <a:pt x="50596" y="35541"/>
                </a:cubicBezTo>
                <a:lnTo>
                  <a:pt x="50596" y="35514"/>
                </a:lnTo>
                <a:cubicBezTo>
                  <a:pt x="50488" y="35003"/>
                  <a:pt x="50784" y="34842"/>
                  <a:pt x="51133" y="34519"/>
                </a:cubicBezTo>
                <a:lnTo>
                  <a:pt x="51187" y="34465"/>
                </a:lnTo>
                <a:lnTo>
                  <a:pt x="51832" y="34062"/>
                </a:lnTo>
                <a:close/>
                <a:moveTo>
                  <a:pt x="73313" y="35299"/>
                </a:moveTo>
                <a:lnTo>
                  <a:pt x="73367" y="35352"/>
                </a:lnTo>
                <a:cubicBezTo>
                  <a:pt x="73261" y="35405"/>
                  <a:pt x="73155" y="35510"/>
                  <a:pt x="72946" y="35668"/>
                </a:cubicBezTo>
                <a:lnTo>
                  <a:pt x="72946" y="35668"/>
                </a:lnTo>
                <a:lnTo>
                  <a:pt x="72990" y="35514"/>
                </a:lnTo>
                <a:cubicBezTo>
                  <a:pt x="73098" y="35433"/>
                  <a:pt x="73205" y="35352"/>
                  <a:pt x="73313" y="35299"/>
                </a:cubicBezTo>
                <a:close/>
                <a:moveTo>
                  <a:pt x="44224" y="27072"/>
                </a:moveTo>
                <a:cubicBezTo>
                  <a:pt x="43015" y="28739"/>
                  <a:pt x="41859" y="30486"/>
                  <a:pt x="40810" y="32261"/>
                </a:cubicBezTo>
                <a:cubicBezTo>
                  <a:pt x="40272" y="33121"/>
                  <a:pt x="39762" y="34008"/>
                  <a:pt x="39278" y="34922"/>
                </a:cubicBezTo>
                <a:cubicBezTo>
                  <a:pt x="39116" y="35177"/>
                  <a:pt x="38914" y="35491"/>
                  <a:pt x="38723" y="35814"/>
                </a:cubicBezTo>
                <a:lnTo>
                  <a:pt x="38723" y="35814"/>
                </a:lnTo>
                <a:cubicBezTo>
                  <a:pt x="38844" y="35599"/>
                  <a:pt x="38944" y="35391"/>
                  <a:pt x="39009" y="35218"/>
                </a:cubicBezTo>
                <a:cubicBezTo>
                  <a:pt x="39546" y="34062"/>
                  <a:pt x="40111" y="32906"/>
                  <a:pt x="40729" y="31750"/>
                </a:cubicBezTo>
                <a:cubicBezTo>
                  <a:pt x="41590" y="30164"/>
                  <a:pt x="42557" y="28605"/>
                  <a:pt x="43579" y="27099"/>
                </a:cubicBezTo>
                <a:cubicBezTo>
                  <a:pt x="43794" y="27099"/>
                  <a:pt x="44009" y="27072"/>
                  <a:pt x="44224" y="27072"/>
                </a:cubicBezTo>
                <a:close/>
                <a:moveTo>
                  <a:pt x="68931" y="32046"/>
                </a:moveTo>
                <a:lnTo>
                  <a:pt x="68984" y="32073"/>
                </a:lnTo>
                <a:cubicBezTo>
                  <a:pt x="68823" y="32234"/>
                  <a:pt x="68689" y="32395"/>
                  <a:pt x="68608" y="32476"/>
                </a:cubicBezTo>
                <a:lnTo>
                  <a:pt x="67694" y="33444"/>
                </a:lnTo>
                <a:cubicBezTo>
                  <a:pt x="66726" y="34196"/>
                  <a:pt x="65785" y="34976"/>
                  <a:pt x="64925" y="35836"/>
                </a:cubicBezTo>
                <a:cubicBezTo>
                  <a:pt x="65059" y="35675"/>
                  <a:pt x="65140" y="35541"/>
                  <a:pt x="65194" y="35487"/>
                </a:cubicBezTo>
                <a:cubicBezTo>
                  <a:pt x="65973" y="34573"/>
                  <a:pt x="66834" y="33712"/>
                  <a:pt x="67748" y="32933"/>
                </a:cubicBezTo>
                <a:cubicBezTo>
                  <a:pt x="68151" y="32637"/>
                  <a:pt x="68554" y="32341"/>
                  <a:pt x="68931" y="32046"/>
                </a:cubicBezTo>
                <a:close/>
                <a:moveTo>
                  <a:pt x="56322" y="31212"/>
                </a:moveTo>
                <a:cubicBezTo>
                  <a:pt x="56080" y="31508"/>
                  <a:pt x="55838" y="31777"/>
                  <a:pt x="55596" y="32019"/>
                </a:cubicBezTo>
                <a:cubicBezTo>
                  <a:pt x="54628" y="32745"/>
                  <a:pt x="53687" y="33497"/>
                  <a:pt x="52800" y="34277"/>
                </a:cubicBezTo>
                <a:cubicBezTo>
                  <a:pt x="52706" y="34372"/>
                  <a:pt x="52777" y="34528"/>
                  <a:pt x="52869" y="34528"/>
                </a:cubicBezTo>
                <a:cubicBezTo>
                  <a:pt x="52882" y="34528"/>
                  <a:pt x="52895" y="34525"/>
                  <a:pt x="52908" y="34519"/>
                </a:cubicBezTo>
                <a:lnTo>
                  <a:pt x="52988" y="34465"/>
                </a:lnTo>
                <a:lnTo>
                  <a:pt x="52988" y="34465"/>
                </a:lnTo>
                <a:cubicBezTo>
                  <a:pt x="52451" y="34976"/>
                  <a:pt x="51806" y="35352"/>
                  <a:pt x="51107" y="35621"/>
                </a:cubicBezTo>
                <a:cubicBezTo>
                  <a:pt x="50843" y="35693"/>
                  <a:pt x="50772" y="35872"/>
                  <a:pt x="50721" y="35872"/>
                </a:cubicBezTo>
                <a:cubicBezTo>
                  <a:pt x="50715" y="35872"/>
                  <a:pt x="50709" y="35869"/>
                  <a:pt x="50703" y="35863"/>
                </a:cubicBezTo>
                <a:lnTo>
                  <a:pt x="53230" y="33175"/>
                </a:lnTo>
                <a:lnTo>
                  <a:pt x="56322" y="31212"/>
                </a:lnTo>
                <a:close/>
                <a:moveTo>
                  <a:pt x="67264" y="31293"/>
                </a:moveTo>
                <a:lnTo>
                  <a:pt x="67694" y="31347"/>
                </a:lnTo>
                <a:lnTo>
                  <a:pt x="67936" y="31481"/>
                </a:lnTo>
                <a:cubicBezTo>
                  <a:pt x="66511" y="32610"/>
                  <a:pt x="65086" y="33766"/>
                  <a:pt x="63688" y="34976"/>
                </a:cubicBezTo>
                <a:cubicBezTo>
                  <a:pt x="63285" y="35326"/>
                  <a:pt x="62882" y="35702"/>
                  <a:pt x="62479" y="36051"/>
                </a:cubicBezTo>
                <a:lnTo>
                  <a:pt x="62828" y="35702"/>
                </a:lnTo>
                <a:lnTo>
                  <a:pt x="67237" y="31293"/>
                </a:lnTo>
                <a:close/>
                <a:moveTo>
                  <a:pt x="58527" y="35003"/>
                </a:moveTo>
                <a:lnTo>
                  <a:pt x="58392" y="35191"/>
                </a:lnTo>
                <a:cubicBezTo>
                  <a:pt x="58258" y="35326"/>
                  <a:pt x="58096" y="35487"/>
                  <a:pt x="57935" y="35621"/>
                </a:cubicBezTo>
                <a:cubicBezTo>
                  <a:pt x="57801" y="35783"/>
                  <a:pt x="57666" y="35890"/>
                  <a:pt x="57532" y="35998"/>
                </a:cubicBezTo>
                <a:lnTo>
                  <a:pt x="57371" y="36132"/>
                </a:lnTo>
                <a:cubicBezTo>
                  <a:pt x="57747" y="35729"/>
                  <a:pt x="58150" y="35352"/>
                  <a:pt x="58527" y="35003"/>
                </a:cubicBezTo>
                <a:close/>
                <a:moveTo>
                  <a:pt x="33740" y="30809"/>
                </a:moveTo>
                <a:lnTo>
                  <a:pt x="33740" y="30809"/>
                </a:lnTo>
                <a:cubicBezTo>
                  <a:pt x="33417" y="31374"/>
                  <a:pt x="33121" y="31911"/>
                  <a:pt x="33041" y="32046"/>
                </a:cubicBezTo>
                <a:cubicBezTo>
                  <a:pt x="32557" y="32960"/>
                  <a:pt x="32019" y="33847"/>
                  <a:pt x="31454" y="34680"/>
                </a:cubicBezTo>
                <a:lnTo>
                  <a:pt x="31428" y="34680"/>
                </a:lnTo>
                <a:cubicBezTo>
                  <a:pt x="31051" y="35218"/>
                  <a:pt x="30702" y="35729"/>
                  <a:pt x="30325" y="36240"/>
                </a:cubicBezTo>
                <a:cubicBezTo>
                  <a:pt x="30567" y="35783"/>
                  <a:pt x="30809" y="35326"/>
                  <a:pt x="30997" y="34842"/>
                </a:cubicBezTo>
                <a:cubicBezTo>
                  <a:pt x="31616" y="33901"/>
                  <a:pt x="32207" y="32987"/>
                  <a:pt x="32825" y="32073"/>
                </a:cubicBezTo>
                <a:cubicBezTo>
                  <a:pt x="32906" y="31938"/>
                  <a:pt x="33336" y="31400"/>
                  <a:pt x="33740" y="30809"/>
                </a:cubicBezTo>
                <a:close/>
                <a:moveTo>
                  <a:pt x="70947" y="34546"/>
                </a:moveTo>
                <a:lnTo>
                  <a:pt x="70947" y="34546"/>
                </a:lnTo>
                <a:cubicBezTo>
                  <a:pt x="70813" y="34842"/>
                  <a:pt x="70356" y="35191"/>
                  <a:pt x="70114" y="35433"/>
                </a:cubicBezTo>
                <a:cubicBezTo>
                  <a:pt x="69791" y="35783"/>
                  <a:pt x="69468" y="36078"/>
                  <a:pt x="69173" y="36401"/>
                </a:cubicBezTo>
                <a:lnTo>
                  <a:pt x="69630" y="35541"/>
                </a:lnTo>
                <a:cubicBezTo>
                  <a:pt x="69952" y="35299"/>
                  <a:pt x="70275" y="35057"/>
                  <a:pt x="70624" y="34842"/>
                </a:cubicBezTo>
                <a:cubicBezTo>
                  <a:pt x="70732" y="34761"/>
                  <a:pt x="70839" y="34653"/>
                  <a:pt x="70947" y="34546"/>
                </a:cubicBezTo>
                <a:close/>
                <a:moveTo>
                  <a:pt x="74738" y="36213"/>
                </a:moveTo>
                <a:lnTo>
                  <a:pt x="74791" y="36266"/>
                </a:lnTo>
                <a:cubicBezTo>
                  <a:pt x="74576" y="36266"/>
                  <a:pt x="74361" y="36293"/>
                  <a:pt x="74173" y="36401"/>
                </a:cubicBezTo>
                <a:lnTo>
                  <a:pt x="74173" y="36347"/>
                </a:lnTo>
                <a:cubicBezTo>
                  <a:pt x="74361" y="36293"/>
                  <a:pt x="74549" y="36240"/>
                  <a:pt x="74738" y="36213"/>
                </a:cubicBezTo>
                <a:close/>
                <a:moveTo>
                  <a:pt x="69630" y="34089"/>
                </a:moveTo>
                <a:cubicBezTo>
                  <a:pt x="69791" y="34196"/>
                  <a:pt x="69979" y="34304"/>
                  <a:pt x="70167" y="34385"/>
                </a:cubicBezTo>
                <a:cubicBezTo>
                  <a:pt x="70033" y="34546"/>
                  <a:pt x="69872" y="34707"/>
                  <a:pt x="69710" y="34842"/>
                </a:cubicBezTo>
                <a:cubicBezTo>
                  <a:pt x="69670" y="34811"/>
                  <a:pt x="69622" y="34796"/>
                  <a:pt x="69574" y="34796"/>
                </a:cubicBezTo>
                <a:cubicBezTo>
                  <a:pt x="69493" y="34796"/>
                  <a:pt x="69411" y="34838"/>
                  <a:pt x="69361" y="34922"/>
                </a:cubicBezTo>
                <a:lnTo>
                  <a:pt x="68447" y="36132"/>
                </a:lnTo>
                <a:cubicBezTo>
                  <a:pt x="68312" y="36240"/>
                  <a:pt x="68178" y="36347"/>
                  <a:pt x="68044" y="36455"/>
                </a:cubicBezTo>
                <a:lnTo>
                  <a:pt x="69630" y="34089"/>
                </a:lnTo>
                <a:close/>
                <a:moveTo>
                  <a:pt x="73689" y="35326"/>
                </a:moveTo>
                <a:lnTo>
                  <a:pt x="74496" y="35998"/>
                </a:lnTo>
                <a:cubicBezTo>
                  <a:pt x="74388" y="35998"/>
                  <a:pt x="74281" y="36051"/>
                  <a:pt x="74146" y="36078"/>
                </a:cubicBezTo>
                <a:cubicBezTo>
                  <a:pt x="74077" y="35870"/>
                  <a:pt x="73884" y="35751"/>
                  <a:pt x="73691" y="35751"/>
                </a:cubicBezTo>
                <a:cubicBezTo>
                  <a:pt x="73585" y="35751"/>
                  <a:pt x="73479" y="35787"/>
                  <a:pt x="73393" y="35863"/>
                </a:cubicBezTo>
                <a:lnTo>
                  <a:pt x="72694" y="36589"/>
                </a:lnTo>
                <a:lnTo>
                  <a:pt x="72587" y="36643"/>
                </a:lnTo>
                <a:lnTo>
                  <a:pt x="72748" y="36159"/>
                </a:lnTo>
                <a:lnTo>
                  <a:pt x="73689" y="35326"/>
                </a:lnTo>
                <a:close/>
                <a:moveTo>
                  <a:pt x="114580" y="35352"/>
                </a:moveTo>
                <a:lnTo>
                  <a:pt x="114580" y="35352"/>
                </a:lnTo>
                <a:cubicBezTo>
                  <a:pt x="114849" y="35702"/>
                  <a:pt x="115117" y="36024"/>
                  <a:pt x="115413" y="36374"/>
                </a:cubicBezTo>
                <a:cubicBezTo>
                  <a:pt x="115494" y="36535"/>
                  <a:pt x="115574" y="36723"/>
                  <a:pt x="115655" y="36912"/>
                </a:cubicBezTo>
                <a:lnTo>
                  <a:pt x="114580" y="35352"/>
                </a:lnTo>
                <a:close/>
                <a:moveTo>
                  <a:pt x="88475" y="35218"/>
                </a:moveTo>
                <a:lnTo>
                  <a:pt x="88583" y="35245"/>
                </a:lnTo>
                <a:cubicBezTo>
                  <a:pt x="89578" y="35514"/>
                  <a:pt x="90545" y="35756"/>
                  <a:pt x="91540" y="35944"/>
                </a:cubicBezTo>
                <a:lnTo>
                  <a:pt x="91594" y="35944"/>
                </a:lnTo>
                <a:lnTo>
                  <a:pt x="93341" y="36939"/>
                </a:lnTo>
                <a:cubicBezTo>
                  <a:pt x="92427" y="36670"/>
                  <a:pt x="91486" y="36347"/>
                  <a:pt x="90572" y="36024"/>
                </a:cubicBezTo>
                <a:lnTo>
                  <a:pt x="90599" y="36024"/>
                </a:lnTo>
                <a:cubicBezTo>
                  <a:pt x="89873" y="35756"/>
                  <a:pt x="89174" y="35487"/>
                  <a:pt x="88475" y="35218"/>
                </a:cubicBezTo>
                <a:close/>
                <a:moveTo>
                  <a:pt x="110090" y="29142"/>
                </a:moveTo>
                <a:lnTo>
                  <a:pt x="110090" y="29142"/>
                </a:lnTo>
                <a:cubicBezTo>
                  <a:pt x="110413" y="29330"/>
                  <a:pt x="110708" y="29545"/>
                  <a:pt x="111004" y="29734"/>
                </a:cubicBezTo>
                <a:cubicBezTo>
                  <a:pt x="111273" y="29949"/>
                  <a:pt x="111488" y="30137"/>
                  <a:pt x="111730" y="30325"/>
                </a:cubicBezTo>
                <a:cubicBezTo>
                  <a:pt x="112483" y="30943"/>
                  <a:pt x="113182" y="31669"/>
                  <a:pt x="113800" y="32449"/>
                </a:cubicBezTo>
                <a:cubicBezTo>
                  <a:pt x="113746" y="32476"/>
                  <a:pt x="113719" y="32530"/>
                  <a:pt x="113746" y="32583"/>
                </a:cubicBezTo>
                <a:cubicBezTo>
                  <a:pt x="114338" y="33605"/>
                  <a:pt x="114929" y="34653"/>
                  <a:pt x="115548" y="35675"/>
                </a:cubicBezTo>
                <a:cubicBezTo>
                  <a:pt x="115655" y="35836"/>
                  <a:pt x="115951" y="36401"/>
                  <a:pt x="116273" y="36939"/>
                </a:cubicBezTo>
                <a:cubicBezTo>
                  <a:pt x="116058" y="36697"/>
                  <a:pt x="115843" y="36428"/>
                  <a:pt x="115601" y="36132"/>
                </a:cubicBezTo>
                <a:cubicBezTo>
                  <a:pt x="114741" y="34465"/>
                  <a:pt x="113773" y="32879"/>
                  <a:pt x="112644" y="31374"/>
                </a:cubicBezTo>
                <a:cubicBezTo>
                  <a:pt x="112618" y="31339"/>
                  <a:pt x="112581" y="31324"/>
                  <a:pt x="112543" y="31324"/>
                </a:cubicBezTo>
                <a:cubicBezTo>
                  <a:pt x="112464" y="31324"/>
                  <a:pt x="112384" y="31390"/>
                  <a:pt x="112402" y="31481"/>
                </a:cubicBezTo>
                <a:cubicBezTo>
                  <a:pt x="112537" y="31884"/>
                  <a:pt x="112671" y="32261"/>
                  <a:pt x="112805" y="32637"/>
                </a:cubicBezTo>
                <a:lnTo>
                  <a:pt x="112778" y="32610"/>
                </a:lnTo>
                <a:cubicBezTo>
                  <a:pt x="112756" y="32576"/>
                  <a:pt x="112724" y="32562"/>
                  <a:pt x="112691" y="32562"/>
                </a:cubicBezTo>
                <a:cubicBezTo>
                  <a:pt x="112644" y="32562"/>
                  <a:pt x="112595" y="32590"/>
                  <a:pt x="112563" y="32637"/>
                </a:cubicBezTo>
                <a:cubicBezTo>
                  <a:pt x="112295" y="32234"/>
                  <a:pt x="112026" y="31831"/>
                  <a:pt x="111784" y="31427"/>
                </a:cubicBezTo>
                <a:cubicBezTo>
                  <a:pt x="111751" y="31394"/>
                  <a:pt x="111707" y="31371"/>
                  <a:pt x="111660" y="31371"/>
                </a:cubicBezTo>
                <a:cubicBezTo>
                  <a:pt x="111630" y="31371"/>
                  <a:pt x="111600" y="31380"/>
                  <a:pt x="111569" y="31400"/>
                </a:cubicBezTo>
                <a:cubicBezTo>
                  <a:pt x="111112" y="30621"/>
                  <a:pt x="110601" y="29868"/>
                  <a:pt x="110090" y="29142"/>
                </a:cubicBezTo>
                <a:close/>
                <a:moveTo>
                  <a:pt x="111112" y="31911"/>
                </a:moveTo>
                <a:lnTo>
                  <a:pt x="111112" y="31911"/>
                </a:lnTo>
                <a:cubicBezTo>
                  <a:pt x="111515" y="32476"/>
                  <a:pt x="111891" y="33040"/>
                  <a:pt x="112268" y="33632"/>
                </a:cubicBezTo>
                <a:cubicBezTo>
                  <a:pt x="112671" y="34250"/>
                  <a:pt x="113047" y="34895"/>
                  <a:pt x="113424" y="35567"/>
                </a:cubicBezTo>
                <a:cubicBezTo>
                  <a:pt x="113567" y="35833"/>
                  <a:pt x="114236" y="37012"/>
                  <a:pt x="114209" y="37012"/>
                </a:cubicBezTo>
                <a:cubicBezTo>
                  <a:pt x="114201" y="37012"/>
                  <a:pt x="114122" y="36893"/>
                  <a:pt x="113934" y="36589"/>
                </a:cubicBezTo>
                <a:cubicBezTo>
                  <a:pt x="113047" y="35137"/>
                  <a:pt x="112026" y="33847"/>
                  <a:pt x="111300" y="32288"/>
                </a:cubicBezTo>
                <a:cubicBezTo>
                  <a:pt x="111219" y="32153"/>
                  <a:pt x="111165" y="32046"/>
                  <a:pt x="111112" y="31911"/>
                </a:cubicBezTo>
                <a:close/>
                <a:moveTo>
                  <a:pt x="61753" y="33417"/>
                </a:moveTo>
                <a:lnTo>
                  <a:pt x="61753" y="33417"/>
                </a:lnTo>
                <a:cubicBezTo>
                  <a:pt x="61269" y="33820"/>
                  <a:pt x="60812" y="34196"/>
                  <a:pt x="60355" y="34573"/>
                </a:cubicBezTo>
                <a:cubicBezTo>
                  <a:pt x="59226" y="35487"/>
                  <a:pt x="57962" y="36266"/>
                  <a:pt x="56779" y="37100"/>
                </a:cubicBezTo>
                <a:lnTo>
                  <a:pt x="56860" y="37019"/>
                </a:lnTo>
                <a:cubicBezTo>
                  <a:pt x="57155" y="36723"/>
                  <a:pt x="57478" y="36428"/>
                  <a:pt x="57774" y="36132"/>
                </a:cubicBezTo>
                <a:cubicBezTo>
                  <a:pt x="57989" y="35971"/>
                  <a:pt x="58204" y="35783"/>
                  <a:pt x="58419" y="35621"/>
                </a:cubicBezTo>
                <a:cubicBezTo>
                  <a:pt x="59468" y="34815"/>
                  <a:pt x="60597" y="34089"/>
                  <a:pt x="61753" y="33417"/>
                </a:cubicBezTo>
                <a:close/>
                <a:moveTo>
                  <a:pt x="76808" y="34170"/>
                </a:moveTo>
                <a:lnTo>
                  <a:pt x="77184" y="34465"/>
                </a:lnTo>
                <a:lnTo>
                  <a:pt x="78421" y="35998"/>
                </a:lnTo>
                <a:cubicBezTo>
                  <a:pt x="78421" y="36051"/>
                  <a:pt x="78448" y="36105"/>
                  <a:pt x="78475" y="36132"/>
                </a:cubicBezTo>
                <a:cubicBezTo>
                  <a:pt x="78501" y="36401"/>
                  <a:pt x="78528" y="36697"/>
                  <a:pt x="78555" y="36965"/>
                </a:cubicBezTo>
                <a:lnTo>
                  <a:pt x="78501" y="37100"/>
                </a:lnTo>
                <a:cubicBezTo>
                  <a:pt x="78206" y="36347"/>
                  <a:pt x="77802" y="35648"/>
                  <a:pt x="77292" y="35003"/>
                </a:cubicBezTo>
                <a:lnTo>
                  <a:pt x="76808" y="34170"/>
                </a:lnTo>
                <a:close/>
                <a:moveTo>
                  <a:pt x="68796" y="37127"/>
                </a:moveTo>
                <a:lnTo>
                  <a:pt x="68716" y="37234"/>
                </a:lnTo>
                <a:lnTo>
                  <a:pt x="68716" y="37234"/>
                </a:lnTo>
                <a:lnTo>
                  <a:pt x="68742" y="37181"/>
                </a:lnTo>
                <a:lnTo>
                  <a:pt x="68796" y="37127"/>
                </a:lnTo>
                <a:close/>
                <a:moveTo>
                  <a:pt x="82695" y="32987"/>
                </a:moveTo>
                <a:lnTo>
                  <a:pt x="82695" y="33013"/>
                </a:lnTo>
                <a:cubicBezTo>
                  <a:pt x="81996" y="34223"/>
                  <a:pt x="81055" y="35917"/>
                  <a:pt x="80303" y="37288"/>
                </a:cubicBezTo>
                <a:cubicBezTo>
                  <a:pt x="80276" y="36885"/>
                  <a:pt x="80249" y="36482"/>
                  <a:pt x="80222" y="36078"/>
                </a:cubicBezTo>
                <a:cubicBezTo>
                  <a:pt x="81028" y="35084"/>
                  <a:pt x="81996" y="33928"/>
                  <a:pt x="82695" y="32987"/>
                </a:cubicBezTo>
                <a:close/>
                <a:moveTo>
                  <a:pt x="85975" y="35137"/>
                </a:moveTo>
                <a:cubicBezTo>
                  <a:pt x="87158" y="35917"/>
                  <a:pt x="88395" y="36723"/>
                  <a:pt x="89658" y="37422"/>
                </a:cubicBezTo>
                <a:cubicBezTo>
                  <a:pt x="88395" y="36831"/>
                  <a:pt x="87158" y="36186"/>
                  <a:pt x="85975" y="35460"/>
                </a:cubicBezTo>
                <a:lnTo>
                  <a:pt x="85975" y="35137"/>
                </a:lnTo>
                <a:close/>
                <a:moveTo>
                  <a:pt x="63850" y="32583"/>
                </a:moveTo>
                <a:cubicBezTo>
                  <a:pt x="63043" y="33202"/>
                  <a:pt x="62048" y="34008"/>
                  <a:pt x="61860" y="34170"/>
                </a:cubicBezTo>
                <a:cubicBezTo>
                  <a:pt x="60839" y="34922"/>
                  <a:pt x="59790" y="35675"/>
                  <a:pt x="58715" y="36401"/>
                </a:cubicBezTo>
                <a:cubicBezTo>
                  <a:pt x="58204" y="36777"/>
                  <a:pt x="57666" y="37154"/>
                  <a:pt x="57129" y="37476"/>
                </a:cubicBezTo>
                <a:cubicBezTo>
                  <a:pt x="57115" y="37485"/>
                  <a:pt x="57108" y="37490"/>
                  <a:pt x="57108" y="37490"/>
                </a:cubicBezTo>
                <a:cubicBezTo>
                  <a:pt x="57106" y="37490"/>
                  <a:pt x="57819" y="37003"/>
                  <a:pt x="58016" y="36831"/>
                </a:cubicBezTo>
                <a:cubicBezTo>
                  <a:pt x="59844" y="35245"/>
                  <a:pt x="61780" y="33820"/>
                  <a:pt x="63850" y="32583"/>
                </a:cubicBezTo>
                <a:close/>
                <a:moveTo>
                  <a:pt x="92750" y="36159"/>
                </a:moveTo>
                <a:lnTo>
                  <a:pt x="93180" y="36213"/>
                </a:lnTo>
                <a:lnTo>
                  <a:pt x="95492" y="37638"/>
                </a:lnTo>
                <a:lnTo>
                  <a:pt x="95492" y="37638"/>
                </a:lnTo>
                <a:lnTo>
                  <a:pt x="94659" y="37396"/>
                </a:lnTo>
                <a:cubicBezTo>
                  <a:pt x="94148" y="37073"/>
                  <a:pt x="93637" y="36697"/>
                  <a:pt x="93207" y="36428"/>
                </a:cubicBezTo>
                <a:lnTo>
                  <a:pt x="92750" y="36159"/>
                </a:lnTo>
                <a:close/>
                <a:moveTo>
                  <a:pt x="67721" y="37073"/>
                </a:moveTo>
                <a:lnTo>
                  <a:pt x="67452" y="37422"/>
                </a:lnTo>
                <a:lnTo>
                  <a:pt x="67264" y="37638"/>
                </a:lnTo>
                <a:lnTo>
                  <a:pt x="67506" y="37261"/>
                </a:lnTo>
                <a:lnTo>
                  <a:pt x="67721" y="37073"/>
                </a:lnTo>
                <a:close/>
                <a:moveTo>
                  <a:pt x="58096" y="34358"/>
                </a:moveTo>
                <a:lnTo>
                  <a:pt x="58096" y="34358"/>
                </a:lnTo>
                <a:cubicBezTo>
                  <a:pt x="57666" y="35003"/>
                  <a:pt x="57236" y="35675"/>
                  <a:pt x="56833" y="36374"/>
                </a:cubicBezTo>
                <a:cubicBezTo>
                  <a:pt x="56564" y="36670"/>
                  <a:pt x="56268" y="36965"/>
                  <a:pt x="55999" y="37261"/>
                </a:cubicBezTo>
                <a:cubicBezTo>
                  <a:pt x="55750" y="37461"/>
                  <a:pt x="55500" y="37684"/>
                  <a:pt x="55250" y="37909"/>
                </a:cubicBezTo>
                <a:lnTo>
                  <a:pt x="55250" y="37909"/>
                </a:lnTo>
                <a:lnTo>
                  <a:pt x="55408" y="37691"/>
                </a:lnTo>
                <a:cubicBezTo>
                  <a:pt x="55919" y="37154"/>
                  <a:pt x="56349" y="36589"/>
                  <a:pt x="56752" y="35971"/>
                </a:cubicBezTo>
                <a:lnTo>
                  <a:pt x="57129" y="35514"/>
                </a:lnTo>
                <a:cubicBezTo>
                  <a:pt x="57451" y="35137"/>
                  <a:pt x="57774" y="34734"/>
                  <a:pt x="58096" y="34358"/>
                </a:cubicBezTo>
                <a:close/>
                <a:moveTo>
                  <a:pt x="30003" y="36428"/>
                </a:moveTo>
                <a:lnTo>
                  <a:pt x="30003" y="36428"/>
                </a:lnTo>
                <a:cubicBezTo>
                  <a:pt x="29680" y="37019"/>
                  <a:pt x="29331" y="37584"/>
                  <a:pt x="28954" y="38148"/>
                </a:cubicBezTo>
                <a:lnTo>
                  <a:pt x="28927" y="38148"/>
                </a:lnTo>
                <a:cubicBezTo>
                  <a:pt x="29277" y="37584"/>
                  <a:pt x="29653" y="36992"/>
                  <a:pt x="30003" y="36428"/>
                </a:cubicBezTo>
                <a:close/>
                <a:moveTo>
                  <a:pt x="66807" y="34411"/>
                </a:moveTo>
                <a:lnTo>
                  <a:pt x="63339" y="38175"/>
                </a:lnTo>
                <a:cubicBezTo>
                  <a:pt x="63769" y="37557"/>
                  <a:pt x="64199" y="36885"/>
                  <a:pt x="64522" y="36401"/>
                </a:cubicBezTo>
                <a:cubicBezTo>
                  <a:pt x="65274" y="35702"/>
                  <a:pt x="66027" y="35057"/>
                  <a:pt x="66807" y="34411"/>
                </a:cubicBezTo>
                <a:close/>
                <a:moveTo>
                  <a:pt x="88099" y="38014"/>
                </a:moveTo>
                <a:lnTo>
                  <a:pt x="88099" y="38014"/>
                </a:lnTo>
                <a:cubicBezTo>
                  <a:pt x="88395" y="38229"/>
                  <a:pt x="88717" y="38444"/>
                  <a:pt x="89013" y="38659"/>
                </a:cubicBezTo>
                <a:cubicBezTo>
                  <a:pt x="88825" y="38552"/>
                  <a:pt x="88637" y="38444"/>
                  <a:pt x="88448" y="38310"/>
                </a:cubicBezTo>
                <a:lnTo>
                  <a:pt x="88180" y="38121"/>
                </a:lnTo>
                <a:lnTo>
                  <a:pt x="88099" y="38014"/>
                </a:lnTo>
                <a:close/>
                <a:moveTo>
                  <a:pt x="84927" y="36024"/>
                </a:moveTo>
                <a:lnTo>
                  <a:pt x="84927" y="36024"/>
                </a:lnTo>
                <a:cubicBezTo>
                  <a:pt x="85061" y="36240"/>
                  <a:pt x="85169" y="36428"/>
                  <a:pt x="85303" y="36616"/>
                </a:cubicBezTo>
                <a:cubicBezTo>
                  <a:pt x="85384" y="36912"/>
                  <a:pt x="85464" y="37234"/>
                  <a:pt x="85545" y="37557"/>
                </a:cubicBezTo>
                <a:lnTo>
                  <a:pt x="85518" y="37557"/>
                </a:lnTo>
                <a:cubicBezTo>
                  <a:pt x="85491" y="38041"/>
                  <a:pt x="85491" y="38471"/>
                  <a:pt x="85464" y="38874"/>
                </a:cubicBezTo>
                <a:lnTo>
                  <a:pt x="85061" y="36562"/>
                </a:lnTo>
                <a:cubicBezTo>
                  <a:pt x="85061" y="36482"/>
                  <a:pt x="85007" y="36266"/>
                  <a:pt x="84927" y="36024"/>
                </a:cubicBezTo>
                <a:close/>
                <a:moveTo>
                  <a:pt x="81781" y="36186"/>
                </a:moveTo>
                <a:cubicBezTo>
                  <a:pt x="81674" y="36428"/>
                  <a:pt x="81566" y="36643"/>
                  <a:pt x="81432" y="36885"/>
                </a:cubicBezTo>
                <a:lnTo>
                  <a:pt x="80464" y="38901"/>
                </a:lnTo>
                <a:cubicBezTo>
                  <a:pt x="80437" y="38686"/>
                  <a:pt x="80410" y="38444"/>
                  <a:pt x="80383" y="38229"/>
                </a:cubicBezTo>
                <a:cubicBezTo>
                  <a:pt x="80706" y="37799"/>
                  <a:pt x="81002" y="37369"/>
                  <a:pt x="81297" y="36939"/>
                </a:cubicBezTo>
                <a:lnTo>
                  <a:pt x="81297" y="36965"/>
                </a:lnTo>
                <a:cubicBezTo>
                  <a:pt x="81459" y="36697"/>
                  <a:pt x="81620" y="36455"/>
                  <a:pt x="81781" y="36186"/>
                </a:cubicBezTo>
                <a:close/>
                <a:moveTo>
                  <a:pt x="71055" y="38121"/>
                </a:moveTo>
                <a:lnTo>
                  <a:pt x="71001" y="38283"/>
                </a:lnTo>
                <a:cubicBezTo>
                  <a:pt x="70571" y="38471"/>
                  <a:pt x="70140" y="38713"/>
                  <a:pt x="69737" y="38928"/>
                </a:cubicBezTo>
                <a:cubicBezTo>
                  <a:pt x="69764" y="38847"/>
                  <a:pt x="69818" y="38767"/>
                  <a:pt x="69845" y="38686"/>
                </a:cubicBezTo>
                <a:lnTo>
                  <a:pt x="69872" y="38713"/>
                </a:lnTo>
                <a:lnTo>
                  <a:pt x="70006" y="38578"/>
                </a:lnTo>
                <a:lnTo>
                  <a:pt x="70033" y="38578"/>
                </a:lnTo>
                <a:lnTo>
                  <a:pt x="70114" y="38552"/>
                </a:lnTo>
                <a:cubicBezTo>
                  <a:pt x="70165" y="38569"/>
                  <a:pt x="70216" y="38578"/>
                  <a:pt x="70265" y="38578"/>
                </a:cubicBezTo>
                <a:cubicBezTo>
                  <a:pt x="70372" y="38578"/>
                  <a:pt x="70470" y="38536"/>
                  <a:pt x="70544" y="38444"/>
                </a:cubicBezTo>
                <a:cubicBezTo>
                  <a:pt x="70624" y="38390"/>
                  <a:pt x="70678" y="38310"/>
                  <a:pt x="70759" y="38256"/>
                </a:cubicBezTo>
                <a:lnTo>
                  <a:pt x="71055" y="38121"/>
                </a:lnTo>
                <a:close/>
                <a:moveTo>
                  <a:pt x="65893" y="38928"/>
                </a:moveTo>
                <a:lnTo>
                  <a:pt x="65839" y="39009"/>
                </a:lnTo>
                <a:lnTo>
                  <a:pt x="65812" y="39035"/>
                </a:lnTo>
                <a:cubicBezTo>
                  <a:pt x="65839" y="38982"/>
                  <a:pt x="65866" y="38955"/>
                  <a:pt x="65893" y="38928"/>
                </a:cubicBezTo>
                <a:close/>
                <a:moveTo>
                  <a:pt x="31105" y="32099"/>
                </a:moveTo>
                <a:lnTo>
                  <a:pt x="31105" y="32099"/>
                </a:lnTo>
                <a:cubicBezTo>
                  <a:pt x="29653" y="33820"/>
                  <a:pt x="28470" y="35783"/>
                  <a:pt x="27610" y="37906"/>
                </a:cubicBezTo>
                <a:cubicBezTo>
                  <a:pt x="27825" y="36939"/>
                  <a:pt x="27986" y="35971"/>
                  <a:pt x="28094" y="34976"/>
                </a:cubicBezTo>
                <a:cubicBezTo>
                  <a:pt x="28094" y="34923"/>
                  <a:pt x="28048" y="34882"/>
                  <a:pt x="28002" y="34882"/>
                </a:cubicBezTo>
                <a:cubicBezTo>
                  <a:pt x="27977" y="34882"/>
                  <a:pt x="27951" y="34894"/>
                  <a:pt x="27933" y="34922"/>
                </a:cubicBezTo>
                <a:cubicBezTo>
                  <a:pt x="27287" y="36240"/>
                  <a:pt x="26481" y="37664"/>
                  <a:pt x="25863" y="39089"/>
                </a:cubicBezTo>
                <a:cubicBezTo>
                  <a:pt x="26024" y="38283"/>
                  <a:pt x="26131" y="37476"/>
                  <a:pt x="26212" y="36670"/>
                </a:cubicBezTo>
                <a:cubicBezTo>
                  <a:pt x="27664" y="34976"/>
                  <a:pt x="29304" y="33444"/>
                  <a:pt x="31105" y="32099"/>
                </a:cubicBezTo>
                <a:close/>
                <a:moveTo>
                  <a:pt x="73770" y="38901"/>
                </a:moveTo>
                <a:lnTo>
                  <a:pt x="73850" y="39089"/>
                </a:lnTo>
                <a:cubicBezTo>
                  <a:pt x="73824" y="39076"/>
                  <a:pt x="73790" y="39069"/>
                  <a:pt x="73756" y="39069"/>
                </a:cubicBezTo>
                <a:cubicBezTo>
                  <a:pt x="73723" y="39069"/>
                  <a:pt x="73689" y="39076"/>
                  <a:pt x="73662" y="39089"/>
                </a:cubicBezTo>
                <a:lnTo>
                  <a:pt x="73743" y="38901"/>
                </a:lnTo>
                <a:close/>
                <a:moveTo>
                  <a:pt x="72506" y="39170"/>
                </a:moveTo>
                <a:lnTo>
                  <a:pt x="72479" y="39251"/>
                </a:lnTo>
                <a:cubicBezTo>
                  <a:pt x="72466" y="39237"/>
                  <a:pt x="72446" y="39230"/>
                  <a:pt x="72422" y="39230"/>
                </a:cubicBezTo>
                <a:cubicBezTo>
                  <a:pt x="72406" y="39230"/>
                  <a:pt x="72388" y="39234"/>
                  <a:pt x="72370" y="39240"/>
                </a:cubicBezTo>
                <a:lnTo>
                  <a:pt x="72370" y="39240"/>
                </a:lnTo>
                <a:cubicBezTo>
                  <a:pt x="72415" y="39216"/>
                  <a:pt x="72461" y="39193"/>
                  <a:pt x="72506" y="39170"/>
                </a:cubicBezTo>
                <a:close/>
                <a:moveTo>
                  <a:pt x="82910" y="38471"/>
                </a:moveTo>
                <a:cubicBezTo>
                  <a:pt x="82910" y="38901"/>
                  <a:pt x="82964" y="39304"/>
                  <a:pt x="82964" y="39734"/>
                </a:cubicBezTo>
                <a:cubicBezTo>
                  <a:pt x="82910" y="39385"/>
                  <a:pt x="82803" y="39089"/>
                  <a:pt x="82722" y="38767"/>
                </a:cubicBezTo>
                <a:lnTo>
                  <a:pt x="82910" y="38471"/>
                </a:lnTo>
                <a:close/>
                <a:moveTo>
                  <a:pt x="73420" y="39681"/>
                </a:moveTo>
                <a:cubicBezTo>
                  <a:pt x="73420" y="39708"/>
                  <a:pt x="73447" y="39761"/>
                  <a:pt x="73447" y="39788"/>
                </a:cubicBezTo>
                <a:lnTo>
                  <a:pt x="73393" y="39788"/>
                </a:lnTo>
                <a:cubicBezTo>
                  <a:pt x="73393" y="39734"/>
                  <a:pt x="73420" y="39708"/>
                  <a:pt x="73420" y="39681"/>
                </a:cubicBezTo>
                <a:close/>
                <a:moveTo>
                  <a:pt x="62936" y="39976"/>
                </a:moveTo>
                <a:lnTo>
                  <a:pt x="62936" y="39976"/>
                </a:lnTo>
                <a:cubicBezTo>
                  <a:pt x="62905" y="40005"/>
                  <a:pt x="62874" y="40033"/>
                  <a:pt x="62843" y="40061"/>
                </a:cubicBezTo>
                <a:lnTo>
                  <a:pt x="62843" y="40061"/>
                </a:lnTo>
                <a:cubicBezTo>
                  <a:pt x="62875" y="40034"/>
                  <a:pt x="62906" y="40006"/>
                  <a:pt x="62936" y="39976"/>
                </a:cubicBezTo>
                <a:close/>
                <a:moveTo>
                  <a:pt x="67452" y="38417"/>
                </a:moveTo>
                <a:lnTo>
                  <a:pt x="67452" y="38444"/>
                </a:lnTo>
                <a:lnTo>
                  <a:pt x="66941" y="39385"/>
                </a:lnTo>
                <a:lnTo>
                  <a:pt x="66780" y="39519"/>
                </a:lnTo>
                <a:cubicBezTo>
                  <a:pt x="66672" y="39627"/>
                  <a:pt x="66430" y="39842"/>
                  <a:pt x="66162" y="40084"/>
                </a:cubicBezTo>
                <a:cubicBezTo>
                  <a:pt x="66135" y="40057"/>
                  <a:pt x="66135" y="40003"/>
                  <a:pt x="66135" y="39976"/>
                </a:cubicBezTo>
                <a:lnTo>
                  <a:pt x="66968" y="38901"/>
                </a:lnTo>
                <a:cubicBezTo>
                  <a:pt x="67129" y="38713"/>
                  <a:pt x="67291" y="38552"/>
                  <a:pt x="67452" y="38417"/>
                </a:cubicBezTo>
                <a:close/>
                <a:moveTo>
                  <a:pt x="69925" y="32664"/>
                </a:moveTo>
                <a:lnTo>
                  <a:pt x="70248" y="32852"/>
                </a:lnTo>
                <a:lnTo>
                  <a:pt x="70221" y="32879"/>
                </a:lnTo>
                <a:cubicBezTo>
                  <a:pt x="70194" y="32987"/>
                  <a:pt x="70140" y="33094"/>
                  <a:pt x="70060" y="33175"/>
                </a:cubicBezTo>
                <a:cubicBezTo>
                  <a:pt x="69952" y="33175"/>
                  <a:pt x="69818" y="33175"/>
                  <a:pt x="69710" y="33148"/>
                </a:cubicBezTo>
                <a:lnTo>
                  <a:pt x="69818" y="33013"/>
                </a:lnTo>
                <a:cubicBezTo>
                  <a:pt x="69859" y="32972"/>
                  <a:pt x="69821" y="32915"/>
                  <a:pt x="69777" y="32915"/>
                </a:cubicBezTo>
                <a:cubicBezTo>
                  <a:pt x="69764" y="32915"/>
                  <a:pt x="69750" y="32920"/>
                  <a:pt x="69737" y="32933"/>
                </a:cubicBezTo>
                <a:cubicBezTo>
                  <a:pt x="69683" y="32987"/>
                  <a:pt x="69576" y="33067"/>
                  <a:pt x="69522" y="33148"/>
                </a:cubicBezTo>
                <a:lnTo>
                  <a:pt x="69119" y="33148"/>
                </a:lnTo>
                <a:cubicBezTo>
                  <a:pt x="68958" y="33175"/>
                  <a:pt x="68877" y="33390"/>
                  <a:pt x="68984" y="33524"/>
                </a:cubicBezTo>
                <a:lnTo>
                  <a:pt x="69065" y="33605"/>
                </a:lnTo>
                <a:cubicBezTo>
                  <a:pt x="68447" y="34277"/>
                  <a:pt x="67802" y="34949"/>
                  <a:pt x="67183" y="35621"/>
                </a:cubicBezTo>
                <a:cubicBezTo>
                  <a:pt x="65409" y="37073"/>
                  <a:pt x="63715" y="38605"/>
                  <a:pt x="62075" y="40218"/>
                </a:cubicBezTo>
                <a:cubicBezTo>
                  <a:pt x="62183" y="40030"/>
                  <a:pt x="62425" y="39654"/>
                  <a:pt x="62694" y="39197"/>
                </a:cubicBezTo>
                <a:lnTo>
                  <a:pt x="67775" y="33686"/>
                </a:lnTo>
                <a:lnTo>
                  <a:pt x="68097" y="33444"/>
                </a:lnTo>
                <a:cubicBezTo>
                  <a:pt x="68527" y="33094"/>
                  <a:pt x="68984" y="32825"/>
                  <a:pt x="69495" y="32664"/>
                </a:cubicBezTo>
                <a:close/>
                <a:moveTo>
                  <a:pt x="67775" y="39815"/>
                </a:moveTo>
                <a:cubicBezTo>
                  <a:pt x="67694" y="39976"/>
                  <a:pt x="67613" y="40138"/>
                  <a:pt x="67533" y="40272"/>
                </a:cubicBezTo>
                <a:cubicBezTo>
                  <a:pt x="67506" y="40245"/>
                  <a:pt x="67452" y="40218"/>
                  <a:pt x="67425" y="40165"/>
                </a:cubicBezTo>
                <a:cubicBezTo>
                  <a:pt x="67533" y="40057"/>
                  <a:pt x="67640" y="39923"/>
                  <a:pt x="67775" y="39815"/>
                </a:cubicBezTo>
                <a:close/>
                <a:moveTo>
                  <a:pt x="65328" y="39734"/>
                </a:moveTo>
                <a:lnTo>
                  <a:pt x="64952" y="40299"/>
                </a:lnTo>
                <a:lnTo>
                  <a:pt x="64468" y="40729"/>
                </a:lnTo>
                <a:cubicBezTo>
                  <a:pt x="64602" y="40541"/>
                  <a:pt x="64737" y="40353"/>
                  <a:pt x="64871" y="40192"/>
                </a:cubicBezTo>
                <a:lnTo>
                  <a:pt x="65194" y="39842"/>
                </a:lnTo>
                <a:cubicBezTo>
                  <a:pt x="65248" y="39815"/>
                  <a:pt x="65274" y="39761"/>
                  <a:pt x="65328" y="39734"/>
                </a:cubicBezTo>
                <a:close/>
                <a:moveTo>
                  <a:pt x="72668" y="38632"/>
                </a:moveTo>
                <a:lnTo>
                  <a:pt x="72641" y="38740"/>
                </a:lnTo>
                <a:cubicBezTo>
                  <a:pt x="71458" y="39143"/>
                  <a:pt x="70356" y="39734"/>
                  <a:pt x="69361" y="40460"/>
                </a:cubicBezTo>
                <a:cubicBezTo>
                  <a:pt x="69361" y="40421"/>
                  <a:pt x="69332" y="40396"/>
                  <a:pt x="69306" y="40396"/>
                </a:cubicBezTo>
                <a:cubicBezTo>
                  <a:pt x="69297" y="40396"/>
                  <a:pt x="69287" y="40399"/>
                  <a:pt x="69280" y="40407"/>
                </a:cubicBezTo>
                <a:cubicBezTo>
                  <a:pt x="68904" y="40541"/>
                  <a:pt x="68554" y="40649"/>
                  <a:pt x="68178" y="40783"/>
                </a:cubicBezTo>
                <a:lnTo>
                  <a:pt x="68232" y="40702"/>
                </a:lnTo>
                <a:cubicBezTo>
                  <a:pt x="69280" y="40245"/>
                  <a:pt x="70275" y="39734"/>
                  <a:pt x="71296" y="39251"/>
                </a:cubicBezTo>
                <a:cubicBezTo>
                  <a:pt x="71754" y="39035"/>
                  <a:pt x="72237" y="38874"/>
                  <a:pt x="72668" y="38632"/>
                </a:cubicBezTo>
                <a:close/>
                <a:moveTo>
                  <a:pt x="84255" y="39815"/>
                </a:moveTo>
                <a:lnTo>
                  <a:pt x="84335" y="40057"/>
                </a:lnTo>
                <a:cubicBezTo>
                  <a:pt x="84416" y="40353"/>
                  <a:pt x="84470" y="40649"/>
                  <a:pt x="84550" y="40944"/>
                </a:cubicBezTo>
                <a:lnTo>
                  <a:pt x="84497" y="40944"/>
                </a:lnTo>
                <a:cubicBezTo>
                  <a:pt x="84470" y="40810"/>
                  <a:pt x="84443" y="40702"/>
                  <a:pt x="84416" y="40595"/>
                </a:cubicBezTo>
                <a:lnTo>
                  <a:pt x="84389" y="40595"/>
                </a:lnTo>
                <a:cubicBezTo>
                  <a:pt x="84362" y="40433"/>
                  <a:pt x="84308" y="40272"/>
                  <a:pt x="84281" y="40138"/>
                </a:cubicBezTo>
                <a:cubicBezTo>
                  <a:pt x="84281" y="40030"/>
                  <a:pt x="84281" y="39923"/>
                  <a:pt x="84255" y="39815"/>
                </a:cubicBezTo>
                <a:close/>
                <a:moveTo>
                  <a:pt x="84712" y="35702"/>
                </a:moveTo>
                <a:lnTo>
                  <a:pt x="85276" y="39089"/>
                </a:lnTo>
                <a:cubicBezTo>
                  <a:pt x="85303" y="39385"/>
                  <a:pt x="85357" y="39681"/>
                  <a:pt x="85411" y="39976"/>
                </a:cubicBezTo>
                <a:cubicBezTo>
                  <a:pt x="85411" y="40192"/>
                  <a:pt x="85411" y="40353"/>
                  <a:pt x="85384" y="40433"/>
                </a:cubicBezTo>
                <a:cubicBezTo>
                  <a:pt x="85384" y="40514"/>
                  <a:pt x="85437" y="40568"/>
                  <a:pt x="85518" y="40568"/>
                </a:cubicBezTo>
                <a:lnTo>
                  <a:pt x="85599" y="41052"/>
                </a:lnTo>
                <a:lnTo>
                  <a:pt x="85330" y="41025"/>
                </a:lnTo>
                <a:cubicBezTo>
                  <a:pt x="84980" y="39842"/>
                  <a:pt x="84577" y="38686"/>
                  <a:pt x="84120" y="37557"/>
                </a:cubicBezTo>
                <a:cubicBezTo>
                  <a:pt x="84039" y="37369"/>
                  <a:pt x="83959" y="37154"/>
                  <a:pt x="83878" y="36965"/>
                </a:cubicBezTo>
                <a:cubicBezTo>
                  <a:pt x="84147" y="36535"/>
                  <a:pt x="84416" y="36105"/>
                  <a:pt x="84712" y="35702"/>
                </a:cubicBezTo>
                <a:close/>
                <a:moveTo>
                  <a:pt x="86163" y="36777"/>
                </a:moveTo>
                <a:lnTo>
                  <a:pt x="86163" y="36777"/>
                </a:lnTo>
                <a:cubicBezTo>
                  <a:pt x="86728" y="37342"/>
                  <a:pt x="87319" y="37853"/>
                  <a:pt x="87965" y="38310"/>
                </a:cubicBezTo>
                <a:cubicBezTo>
                  <a:pt x="88395" y="38820"/>
                  <a:pt x="88771" y="39358"/>
                  <a:pt x="89174" y="39896"/>
                </a:cubicBezTo>
                <a:lnTo>
                  <a:pt x="89981" y="41106"/>
                </a:lnTo>
                <a:lnTo>
                  <a:pt x="89927" y="41079"/>
                </a:lnTo>
                <a:cubicBezTo>
                  <a:pt x="89255" y="40729"/>
                  <a:pt x="88637" y="40030"/>
                  <a:pt x="88099" y="39519"/>
                </a:cubicBezTo>
                <a:cubicBezTo>
                  <a:pt x="87776" y="39224"/>
                  <a:pt x="87481" y="38928"/>
                  <a:pt x="87212" y="38605"/>
                </a:cubicBezTo>
                <a:cubicBezTo>
                  <a:pt x="86889" y="38095"/>
                  <a:pt x="86567" y="37584"/>
                  <a:pt x="86244" y="37100"/>
                </a:cubicBezTo>
                <a:cubicBezTo>
                  <a:pt x="86217" y="36992"/>
                  <a:pt x="86190" y="36885"/>
                  <a:pt x="86163" y="36777"/>
                </a:cubicBezTo>
                <a:close/>
                <a:moveTo>
                  <a:pt x="85814" y="39143"/>
                </a:moveTo>
                <a:cubicBezTo>
                  <a:pt x="85894" y="39788"/>
                  <a:pt x="85975" y="40460"/>
                  <a:pt x="86029" y="41106"/>
                </a:cubicBezTo>
                <a:lnTo>
                  <a:pt x="86029" y="41132"/>
                </a:lnTo>
                <a:lnTo>
                  <a:pt x="85841" y="41106"/>
                </a:lnTo>
                <a:lnTo>
                  <a:pt x="85787" y="40729"/>
                </a:lnTo>
                <a:cubicBezTo>
                  <a:pt x="85787" y="40729"/>
                  <a:pt x="85787" y="40702"/>
                  <a:pt x="85787" y="40675"/>
                </a:cubicBezTo>
                <a:cubicBezTo>
                  <a:pt x="85841" y="40192"/>
                  <a:pt x="85841" y="39681"/>
                  <a:pt x="85814" y="39170"/>
                </a:cubicBezTo>
                <a:lnTo>
                  <a:pt x="85814" y="39143"/>
                </a:lnTo>
                <a:close/>
                <a:moveTo>
                  <a:pt x="77964" y="40890"/>
                </a:moveTo>
                <a:cubicBezTo>
                  <a:pt x="77991" y="40917"/>
                  <a:pt x="78017" y="40917"/>
                  <a:pt x="78071" y="40917"/>
                </a:cubicBezTo>
                <a:cubicBezTo>
                  <a:pt x="78098" y="40971"/>
                  <a:pt x="78125" y="40998"/>
                  <a:pt x="78179" y="41025"/>
                </a:cubicBezTo>
                <a:lnTo>
                  <a:pt x="78044" y="41159"/>
                </a:lnTo>
                <a:cubicBezTo>
                  <a:pt x="78017" y="41079"/>
                  <a:pt x="77991" y="40971"/>
                  <a:pt x="77964" y="40890"/>
                </a:cubicBezTo>
                <a:close/>
                <a:moveTo>
                  <a:pt x="86029" y="37987"/>
                </a:moveTo>
                <a:cubicBezTo>
                  <a:pt x="86083" y="38175"/>
                  <a:pt x="86163" y="38363"/>
                  <a:pt x="86244" y="38552"/>
                </a:cubicBezTo>
                <a:cubicBezTo>
                  <a:pt x="86352" y="39412"/>
                  <a:pt x="86405" y="40299"/>
                  <a:pt x="86405" y="41159"/>
                </a:cubicBezTo>
                <a:lnTo>
                  <a:pt x="86325" y="41159"/>
                </a:lnTo>
                <a:cubicBezTo>
                  <a:pt x="86271" y="40783"/>
                  <a:pt x="86217" y="40380"/>
                  <a:pt x="86163" y="40003"/>
                </a:cubicBezTo>
                <a:cubicBezTo>
                  <a:pt x="86083" y="39331"/>
                  <a:pt x="86056" y="38659"/>
                  <a:pt x="86029" y="37987"/>
                </a:cubicBezTo>
                <a:close/>
                <a:moveTo>
                  <a:pt x="68716" y="34895"/>
                </a:moveTo>
                <a:cubicBezTo>
                  <a:pt x="68205" y="35567"/>
                  <a:pt x="67506" y="36589"/>
                  <a:pt x="66753" y="37664"/>
                </a:cubicBezTo>
                <a:lnTo>
                  <a:pt x="66780" y="37664"/>
                </a:lnTo>
                <a:cubicBezTo>
                  <a:pt x="66000" y="38417"/>
                  <a:pt x="65301" y="39224"/>
                  <a:pt x="64629" y="40111"/>
                </a:cubicBezTo>
                <a:cubicBezTo>
                  <a:pt x="64253" y="40460"/>
                  <a:pt x="63903" y="40837"/>
                  <a:pt x="63527" y="41213"/>
                </a:cubicBezTo>
                <a:cubicBezTo>
                  <a:pt x="65140" y="39277"/>
                  <a:pt x="67506" y="36374"/>
                  <a:pt x="68716" y="34895"/>
                </a:cubicBezTo>
                <a:close/>
                <a:moveTo>
                  <a:pt x="86459" y="38148"/>
                </a:moveTo>
                <a:lnTo>
                  <a:pt x="86459" y="38148"/>
                </a:lnTo>
                <a:cubicBezTo>
                  <a:pt x="86593" y="38337"/>
                  <a:pt x="86755" y="38525"/>
                  <a:pt x="86916" y="38713"/>
                </a:cubicBezTo>
                <a:cubicBezTo>
                  <a:pt x="87292" y="39304"/>
                  <a:pt x="87642" y="39896"/>
                  <a:pt x="87991" y="40487"/>
                </a:cubicBezTo>
                <a:cubicBezTo>
                  <a:pt x="88153" y="40783"/>
                  <a:pt x="88287" y="41052"/>
                  <a:pt x="88448" y="41321"/>
                </a:cubicBezTo>
                <a:cubicBezTo>
                  <a:pt x="88368" y="41294"/>
                  <a:pt x="88287" y="41294"/>
                  <a:pt x="88180" y="41294"/>
                </a:cubicBezTo>
                <a:cubicBezTo>
                  <a:pt x="87991" y="41052"/>
                  <a:pt x="87830" y="40810"/>
                  <a:pt x="87696" y="40622"/>
                </a:cubicBezTo>
                <a:cubicBezTo>
                  <a:pt x="87212" y="39950"/>
                  <a:pt x="86809" y="39197"/>
                  <a:pt x="86486" y="38444"/>
                </a:cubicBezTo>
                <a:cubicBezTo>
                  <a:pt x="86486" y="38363"/>
                  <a:pt x="86459" y="38256"/>
                  <a:pt x="86459" y="38148"/>
                </a:cubicBezTo>
                <a:close/>
                <a:moveTo>
                  <a:pt x="86620" y="39304"/>
                </a:moveTo>
                <a:lnTo>
                  <a:pt x="86620" y="39304"/>
                </a:lnTo>
                <a:cubicBezTo>
                  <a:pt x="86970" y="40003"/>
                  <a:pt x="87400" y="40675"/>
                  <a:pt x="87884" y="41294"/>
                </a:cubicBezTo>
                <a:lnTo>
                  <a:pt x="87696" y="41294"/>
                </a:lnTo>
                <a:cubicBezTo>
                  <a:pt x="87688" y="41290"/>
                  <a:pt x="87681" y="41288"/>
                  <a:pt x="87674" y="41288"/>
                </a:cubicBezTo>
                <a:cubicBezTo>
                  <a:pt x="87628" y="41288"/>
                  <a:pt x="87588" y="41355"/>
                  <a:pt x="87588" y="41401"/>
                </a:cubicBezTo>
                <a:cubicBezTo>
                  <a:pt x="87292" y="41348"/>
                  <a:pt x="87024" y="41294"/>
                  <a:pt x="86728" y="41240"/>
                </a:cubicBezTo>
                <a:cubicBezTo>
                  <a:pt x="86728" y="40595"/>
                  <a:pt x="86701" y="39950"/>
                  <a:pt x="86620" y="39304"/>
                </a:cubicBezTo>
                <a:close/>
                <a:moveTo>
                  <a:pt x="87830" y="39654"/>
                </a:moveTo>
                <a:lnTo>
                  <a:pt x="87830" y="39654"/>
                </a:lnTo>
                <a:cubicBezTo>
                  <a:pt x="88502" y="40299"/>
                  <a:pt x="89228" y="40917"/>
                  <a:pt x="89981" y="41482"/>
                </a:cubicBezTo>
                <a:cubicBezTo>
                  <a:pt x="89604" y="41428"/>
                  <a:pt x="89201" y="41348"/>
                  <a:pt x="88798" y="41321"/>
                </a:cubicBezTo>
                <a:cubicBezTo>
                  <a:pt x="88475" y="40756"/>
                  <a:pt x="88180" y="40192"/>
                  <a:pt x="87830" y="39654"/>
                </a:cubicBezTo>
                <a:close/>
                <a:moveTo>
                  <a:pt x="68097" y="41321"/>
                </a:moveTo>
                <a:lnTo>
                  <a:pt x="68097" y="41321"/>
                </a:lnTo>
                <a:cubicBezTo>
                  <a:pt x="67963" y="41428"/>
                  <a:pt x="67802" y="41509"/>
                  <a:pt x="67667" y="41616"/>
                </a:cubicBezTo>
                <a:cubicBezTo>
                  <a:pt x="67667" y="41589"/>
                  <a:pt x="67694" y="41589"/>
                  <a:pt x="67694" y="41563"/>
                </a:cubicBezTo>
                <a:lnTo>
                  <a:pt x="67721" y="41536"/>
                </a:lnTo>
                <a:cubicBezTo>
                  <a:pt x="67855" y="41455"/>
                  <a:pt x="67963" y="41401"/>
                  <a:pt x="68097" y="41321"/>
                </a:cubicBezTo>
                <a:close/>
                <a:moveTo>
                  <a:pt x="86432" y="42127"/>
                </a:moveTo>
                <a:lnTo>
                  <a:pt x="86459" y="42154"/>
                </a:lnTo>
                <a:lnTo>
                  <a:pt x="86432" y="42181"/>
                </a:lnTo>
                <a:lnTo>
                  <a:pt x="86432" y="42127"/>
                </a:lnTo>
                <a:close/>
                <a:moveTo>
                  <a:pt x="67479" y="41751"/>
                </a:moveTo>
                <a:cubicBezTo>
                  <a:pt x="67237" y="41912"/>
                  <a:pt x="66995" y="42073"/>
                  <a:pt x="66726" y="42208"/>
                </a:cubicBezTo>
                <a:cubicBezTo>
                  <a:pt x="66780" y="42127"/>
                  <a:pt x="66807" y="42073"/>
                  <a:pt x="66834" y="42020"/>
                </a:cubicBezTo>
                <a:cubicBezTo>
                  <a:pt x="67022" y="41939"/>
                  <a:pt x="67183" y="41831"/>
                  <a:pt x="67371" y="41751"/>
                </a:cubicBezTo>
                <a:close/>
                <a:moveTo>
                  <a:pt x="78286" y="42100"/>
                </a:moveTo>
                <a:lnTo>
                  <a:pt x="78206" y="42208"/>
                </a:lnTo>
                <a:lnTo>
                  <a:pt x="78152" y="42208"/>
                </a:lnTo>
                <a:lnTo>
                  <a:pt x="78286" y="42100"/>
                </a:lnTo>
                <a:close/>
                <a:moveTo>
                  <a:pt x="63285" y="42073"/>
                </a:moveTo>
                <a:lnTo>
                  <a:pt x="63285" y="42073"/>
                </a:lnTo>
                <a:cubicBezTo>
                  <a:pt x="63204" y="42181"/>
                  <a:pt x="63178" y="42262"/>
                  <a:pt x="63124" y="42342"/>
                </a:cubicBezTo>
                <a:lnTo>
                  <a:pt x="63124" y="42315"/>
                </a:lnTo>
                <a:lnTo>
                  <a:pt x="62882" y="42396"/>
                </a:lnTo>
                <a:lnTo>
                  <a:pt x="62882" y="42396"/>
                </a:lnTo>
                <a:lnTo>
                  <a:pt x="63285" y="42073"/>
                </a:lnTo>
                <a:close/>
                <a:moveTo>
                  <a:pt x="86916" y="42127"/>
                </a:moveTo>
                <a:lnTo>
                  <a:pt x="87373" y="42235"/>
                </a:lnTo>
                <a:lnTo>
                  <a:pt x="87588" y="42504"/>
                </a:lnTo>
                <a:lnTo>
                  <a:pt x="87588" y="42504"/>
                </a:lnTo>
                <a:lnTo>
                  <a:pt x="86970" y="42235"/>
                </a:lnTo>
                <a:cubicBezTo>
                  <a:pt x="86970" y="42208"/>
                  <a:pt x="86943" y="42181"/>
                  <a:pt x="86916" y="42127"/>
                </a:cubicBezTo>
                <a:close/>
                <a:moveTo>
                  <a:pt x="68474" y="34922"/>
                </a:moveTo>
                <a:lnTo>
                  <a:pt x="68474" y="34922"/>
                </a:lnTo>
                <a:cubicBezTo>
                  <a:pt x="67640" y="35917"/>
                  <a:pt x="66780" y="36912"/>
                  <a:pt x="65947" y="37906"/>
                </a:cubicBezTo>
                <a:lnTo>
                  <a:pt x="63823" y="40433"/>
                </a:lnTo>
                <a:cubicBezTo>
                  <a:pt x="63312" y="41025"/>
                  <a:pt x="62694" y="42127"/>
                  <a:pt x="62102" y="42557"/>
                </a:cubicBezTo>
                <a:cubicBezTo>
                  <a:pt x="62344" y="42369"/>
                  <a:pt x="62936" y="41052"/>
                  <a:pt x="63339" y="40541"/>
                </a:cubicBezTo>
                <a:cubicBezTo>
                  <a:pt x="63903" y="39788"/>
                  <a:pt x="64495" y="39062"/>
                  <a:pt x="65086" y="38337"/>
                </a:cubicBezTo>
                <a:cubicBezTo>
                  <a:pt x="65301" y="38095"/>
                  <a:pt x="65490" y="37879"/>
                  <a:pt x="65705" y="37638"/>
                </a:cubicBezTo>
                <a:lnTo>
                  <a:pt x="68474" y="34922"/>
                </a:lnTo>
                <a:close/>
                <a:moveTo>
                  <a:pt x="63715" y="37154"/>
                </a:moveTo>
                <a:lnTo>
                  <a:pt x="63715" y="37154"/>
                </a:lnTo>
                <a:cubicBezTo>
                  <a:pt x="63312" y="37745"/>
                  <a:pt x="62936" y="38363"/>
                  <a:pt x="62586" y="39009"/>
                </a:cubicBezTo>
                <a:lnTo>
                  <a:pt x="62210" y="39412"/>
                </a:lnTo>
                <a:cubicBezTo>
                  <a:pt x="61915" y="39733"/>
                  <a:pt x="59436" y="42665"/>
                  <a:pt x="59308" y="42665"/>
                </a:cubicBezTo>
                <a:cubicBezTo>
                  <a:pt x="59307" y="42665"/>
                  <a:pt x="59307" y="42665"/>
                  <a:pt x="59306" y="42665"/>
                </a:cubicBezTo>
                <a:cubicBezTo>
                  <a:pt x="59145" y="42611"/>
                  <a:pt x="61968" y="39035"/>
                  <a:pt x="62102" y="38874"/>
                </a:cubicBezTo>
                <a:cubicBezTo>
                  <a:pt x="62613" y="38310"/>
                  <a:pt x="63151" y="37718"/>
                  <a:pt x="63715" y="37154"/>
                </a:cubicBezTo>
                <a:close/>
                <a:moveTo>
                  <a:pt x="78770" y="42073"/>
                </a:moveTo>
                <a:cubicBezTo>
                  <a:pt x="78851" y="42208"/>
                  <a:pt x="78932" y="42369"/>
                  <a:pt x="79012" y="42530"/>
                </a:cubicBezTo>
                <a:lnTo>
                  <a:pt x="78824" y="42745"/>
                </a:lnTo>
                <a:cubicBezTo>
                  <a:pt x="78784" y="42651"/>
                  <a:pt x="78696" y="42604"/>
                  <a:pt x="78612" y="42604"/>
                </a:cubicBezTo>
                <a:cubicBezTo>
                  <a:pt x="78552" y="42604"/>
                  <a:pt x="78493" y="42629"/>
                  <a:pt x="78455" y="42678"/>
                </a:cubicBezTo>
                <a:lnTo>
                  <a:pt x="78455" y="42678"/>
                </a:lnTo>
                <a:cubicBezTo>
                  <a:pt x="78551" y="42485"/>
                  <a:pt x="78650" y="42293"/>
                  <a:pt x="78770" y="42100"/>
                </a:cubicBezTo>
                <a:lnTo>
                  <a:pt x="78770" y="42073"/>
                </a:lnTo>
                <a:close/>
                <a:moveTo>
                  <a:pt x="72883" y="41025"/>
                </a:moveTo>
                <a:cubicBezTo>
                  <a:pt x="72936" y="41106"/>
                  <a:pt x="72963" y="41159"/>
                  <a:pt x="72990" y="41213"/>
                </a:cubicBezTo>
                <a:cubicBezTo>
                  <a:pt x="73125" y="41778"/>
                  <a:pt x="73232" y="42342"/>
                  <a:pt x="73313" y="42907"/>
                </a:cubicBezTo>
                <a:lnTo>
                  <a:pt x="73178" y="42665"/>
                </a:lnTo>
                <a:cubicBezTo>
                  <a:pt x="73071" y="42396"/>
                  <a:pt x="72990" y="42100"/>
                  <a:pt x="72910" y="41831"/>
                </a:cubicBezTo>
                <a:cubicBezTo>
                  <a:pt x="72856" y="41724"/>
                  <a:pt x="72802" y="41616"/>
                  <a:pt x="72694" y="41536"/>
                </a:cubicBezTo>
                <a:cubicBezTo>
                  <a:pt x="72775" y="41348"/>
                  <a:pt x="72829" y="41186"/>
                  <a:pt x="72883" y="41025"/>
                </a:cubicBezTo>
                <a:close/>
                <a:moveTo>
                  <a:pt x="85572" y="41858"/>
                </a:moveTo>
                <a:lnTo>
                  <a:pt x="85733" y="41912"/>
                </a:lnTo>
                <a:cubicBezTo>
                  <a:pt x="85814" y="42208"/>
                  <a:pt x="85921" y="42638"/>
                  <a:pt x="86002" y="42961"/>
                </a:cubicBezTo>
                <a:lnTo>
                  <a:pt x="85948" y="42961"/>
                </a:lnTo>
                <a:cubicBezTo>
                  <a:pt x="85894" y="42826"/>
                  <a:pt x="85841" y="42692"/>
                  <a:pt x="85760" y="42557"/>
                </a:cubicBezTo>
                <a:cubicBezTo>
                  <a:pt x="85706" y="42342"/>
                  <a:pt x="85653" y="42100"/>
                  <a:pt x="85572" y="41858"/>
                </a:cubicBezTo>
                <a:close/>
                <a:moveTo>
                  <a:pt x="90277" y="42907"/>
                </a:moveTo>
                <a:lnTo>
                  <a:pt x="90626" y="42987"/>
                </a:lnTo>
                <a:lnTo>
                  <a:pt x="90653" y="43014"/>
                </a:lnTo>
                <a:lnTo>
                  <a:pt x="90653" y="43014"/>
                </a:lnTo>
                <a:lnTo>
                  <a:pt x="90277" y="42907"/>
                </a:lnTo>
                <a:close/>
                <a:moveTo>
                  <a:pt x="63500" y="39815"/>
                </a:moveTo>
                <a:lnTo>
                  <a:pt x="63500" y="39815"/>
                </a:lnTo>
                <a:cubicBezTo>
                  <a:pt x="62747" y="40675"/>
                  <a:pt x="62156" y="41643"/>
                  <a:pt x="61753" y="42692"/>
                </a:cubicBezTo>
                <a:lnTo>
                  <a:pt x="61780" y="42692"/>
                </a:lnTo>
                <a:cubicBezTo>
                  <a:pt x="61242" y="42826"/>
                  <a:pt x="60731" y="42934"/>
                  <a:pt x="60220" y="43068"/>
                </a:cubicBezTo>
                <a:lnTo>
                  <a:pt x="63500" y="39815"/>
                </a:lnTo>
                <a:close/>
                <a:moveTo>
                  <a:pt x="62183" y="39761"/>
                </a:moveTo>
                <a:lnTo>
                  <a:pt x="62183" y="39761"/>
                </a:lnTo>
                <a:cubicBezTo>
                  <a:pt x="62075" y="40003"/>
                  <a:pt x="61941" y="40245"/>
                  <a:pt x="61833" y="40487"/>
                </a:cubicBezTo>
                <a:cubicBezTo>
                  <a:pt x="60973" y="41348"/>
                  <a:pt x="60140" y="42208"/>
                  <a:pt x="59333" y="43122"/>
                </a:cubicBezTo>
                <a:lnTo>
                  <a:pt x="59091" y="43122"/>
                </a:lnTo>
                <a:cubicBezTo>
                  <a:pt x="60113" y="41993"/>
                  <a:pt x="61161" y="40890"/>
                  <a:pt x="62183" y="39761"/>
                </a:cubicBezTo>
                <a:close/>
                <a:moveTo>
                  <a:pt x="64952" y="43122"/>
                </a:moveTo>
                <a:lnTo>
                  <a:pt x="64952" y="43149"/>
                </a:lnTo>
                <a:lnTo>
                  <a:pt x="64925" y="43176"/>
                </a:lnTo>
                <a:lnTo>
                  <a:pt x="64952" y="43122"/>
                </a:lnTo>
                <a:close/>
                <a:moveTo>
                  <a:pt x="66404" y="42987"/>
                </a:moveTo>
                <a:lnTo>
                  <a:pt x="66215" y="43203"/>
                </a:lnTo>
                <a:lnTo>
                  <a:pt x="66296" y="43041"/>
                </a:lnTo>
                <a:lnTo>
                  <a:pt x="66404" y="42987"/>
                </a:lnTo>
                <a:close/>
                <a:moveTo>
                  <a:pt x="66027" y="36939"/>
                </a:moveTo>
                <a:lnTo>
                  <a:pt x="65570" y="37449"/>
                </a:lnTo>
                <a:lnTo>
                  <a:pt x="65006" y="38014"/>
                </a:lnTo>
                <a:lnTo>
                  <a:pt x="64791" y="38229"/>
                </a:lnTo>
                <a:lnTo>
                  <a:pt x="63635" y="39358"/>
                </a:lnTo>
                <a:lnTo>
                  <a:pt x="62936" y="39976"/>
                </a:lnTo>
                <a:cubicBezTo>
                  <a:pt x="63083" y="39878"/>
                  <a:pt x="63230" y="39758"/>
                  <a:pt x="63377" y="39615"/>
                </a:cubicBezTo>
                <a:lnTo>
                  <a:pt x="63377" y="39615"/>
                </a:lnTo>
                <a:lnTo>
                  <a:pt x="59763" y="43176"/>
                </a:lnTo>
                <a:lnTo>
                  <a:pt x="59548" y="43229"/>
                </a:lnTo>
                <a:cubicBezTo>
                  <a:pt x="60247" y="42477"/>
                  <a:pt x="60973" y="41724"/>
                  <a:pt x="61699" y="40971"/>
                </a:cubicBezTo>
                <a:lnTo>
                  <a:pt x="61780" y="40971"/>
                </a:lnTo>
                <a:cubicBezTo>
                  <a:pt x="62150" y="40650"/>
                  <a:pt x="62497" y="40375"/>
                  <a:pt x="62843" y="40061"/>
                </a:cubicBezTo>
                <a:lnTo>
                  <a:pt x="62843" y="40061"/>
                </a:lnTo>
                <a:cubicBezTo>
                  <a:pt x="62671" y="40206"/>
                  <a:pt x="62467" y="40316"/>
                  <a:pt x="62263" y="40407"/>
                </a:cubicBezTo>
                <a:cubicBezTo>
                  <a:pt x="62290" y="40380"/>
                  <a:pt x="62344" y="40326"/>
                  <a:pt x="62398" y="40272"/>
                </a:cubicBezTo>
                <a:cubicBezTo>
                  <a:pt x="63554" y="39116"/>
                  <a:pt x="64764" y="38014"/>
                  <a:pt x="66027" y="36939"/>
                </a:cubicBezTo>
                <a:close/>
                <a:moveTo>
                  <a:pt x="85975" y="41966"/>
                </a:moveTo>
                <a:lnTo>
                  <a:pt x="86136" y="41993"/>
                </a:lnTo>
                <a:cubicBezTo>
                  <a:pt x="86190" y="42423"/>
                  <a:pt x="86271" y="42853"/>
                  <a:pt x="86325" y="43283"/>
                </a:cubicBezTo>
                <a:lnTo>
                  <a:pt x="86190" y="43068"/>
                </a:lnTo>
                <a:cubicBezTo>
                  <a:pt x="86190" y="43041"/>
                  <a:pt x="86163" y="43041"/>
                  <a:pt x="86163" y="43014"/>
                </a:cubicBezTo>
                <a:cubicBezTo>
                  <a:pt x="86083" y="42692"/>
                  <a:pt x="86029" y="42315"/>
                  <a:pt x="85975" y="41966"/>
                </a:cubicBezTo>
                <a:close/>
                <a:moveTo>
                  <a:pt x="92669" y="42665"/>
                </a:moveTo>
                <a:lnTo>
                  <a:pt x="93422" y="42772"/>
                </a:lnTo>
                <a:lnTo>
                  <a:pt x="94282" y="42934"/>
                </a:lnTo>
                <a:cubicBezTo>
                  <a:pt x="94874" y="43122"/>
                  <a:pt x="95519" y="43283"/>
                  <a:pt x="96137" y="43418"/>
                </a:cubicBezTo>
                <a:cubicBezTo>
                  <a:pt x="95653" y="43418"/>
                  <a:pt x="95169" y="43391"/>
                  <a:pt x="94686" y="43337"/>
                </a:cubicBezTo>
                <a:cubicBezTo>
                  <a:pt x="94309" y="43203"/>
                  <a:pt x="93906" y="43068"/>
                  <a:pt x="93530" y="42934"/>
                </a:cubicBezTo>
                <a:cubicBezTo>
                  <a:pt x="93234" y="42853"/>
                  <a:pt x="92965" y="42745"/>
                  <a:pt x="92669" y="42665"/>
                </a:cubicBezTo>
                <a:close/>
                <a:moveTo>
                  <a:pt x="62828" y="43498"/>
                </a:moveTo>
                <a:lnTo>
                  <a:pt x="62828" y="43498"/>
                </a:lnTo>
                <a:cubicBezTo>
                  <a:pt x="62801" y="43525"/>
                  <a:pt x="62801" y="43579"/>
                  <a:pt x="62801" y="43606"/>
                </a:cubicBezTo>
                <a:cubicBezTo>
                  <a:pt x="62694" y="43660"/>
                  <a:pt x="62586" y="43713"/>
                  <a:pt x="62505" y="43767"/>
                </a:cubicBezTo>
                <a:cubicBezTo>
                  <a:pt x="62532" y="43713"/>
                  <a:pt x="62532" y="43633"/>
                  <a:pt x="62505" y="43579"/>
                </a:cubicBezTo>
                <a:lnTo>
                  <a:pt x="62828" y="43498"/>
                </a:lnTo>
                <a:close/>
                <a:moveTo>
                  <a:pt x="77749" y="42880"/>
                </a:moveTo>
                <a:cubicBezTo>
                  <a:pt x="77534" y="43283"/>
                  <a:pt x="77292" y="43660"/>
                  <a:pt x="77103" y="44063"/>
                </a:cubicBezTo>
                <a:lnTo>
                  <a:pt x="77077" y="44036"/>
                </a:lnTo>
                <a:lnTo>
                  <a:pt x="76969" y="43660"/>
                </a:lnTo>
                <a:cubicBezTo>
                  <a:pt x="77130" y="43418"/>
                  <a:pt x="77318" y="43176"/>
                  <a:pt x="77507" y="42934"/>
                </a:cubicBezTo>
                <a:cubicBezTo>
                  <a:pt x="77587" y="42934"/>
                  <a:pt x="77668" y="42907"/>
                  <a:pt x="77749" y="42880"/>
                </a:cubicBezTo>
                <a:close/>
                <a:moveTo>
                  <a:pt x="93288" y="43740"/>
                </a:moveTo>
                <a:cubicBezTo>
                  <a:pt x="93556" y="43821"/>
                  <a:pt x="93825" y="43928"/>
                  <a:pt x="94094" y="44009"/>
                </a:cubicBezTo>
                <a:lnTo>
                  <a:pt x="94121" y="44036"/>
                </a:lnTo>
                <a:lnTo>
                  <a:pt x="94175" y="44224"/>
                </a:lnTo>
                <a:lnTo>
                  <a:pt x="93288" y="43740"/>
                </a:lnTo>
                <a:close/>
                <a:moveTo>
                  <a:pt x="78448" y="42772"/>
                </a:moveTo>
                <a:lnTo>
                  <a:pt x="78448" y="42772"/>
                </a:lnTo>
                <a:cubicBezTo>
                  <a:pt x="78286" y="43149"/>
                  <a:pt x="78125" y="43498"/>
                  <a:pt x="77964" y="43875"/>
                </a:cubicBezTo>
                <a:lnTo>
                  <a:pt x="77856" y="44036"/>
                </a:lnTo>
                <a:cubicBezTo>
                  <a:pt x="77802" y="44117"/>
                  <a:pt x="77749" y="44197"/>
                  <a:pt x="77668" y="44278"/>
                </a:cubicBezTo>
                <a:cubicBezTo>
                  <a:pt x="77776" y="44063"/>
                  <a:pt x="77883" y="43875"/>
                  <a:pt x="77964" y="43660"/>
                </a:cubicBezTo>
                <a:cubicBezTo>
                  <a:pt x="78125" y="43364"/>
                  <a:pt x="78286" y="43068"/>
                  <a:pt x="78448" y="42772"/>
                </a:cubicBezTo>
                <a:close/>
                <a:moveTo>
                  <a:pt x="85411" y="42772"/>
                </a:moveTo>
                <a:lnTo>
                  <a:pt x="85411" y="42772"/>
                </a:lnTo>
                <a:cubicBezTo>
                  <a:pt x="85599" y="43337"/>
                  <a:pt x="85760" y="43901"/>
                  <a:pt x="85921" y="44466"/>
                </a:cubicBezTo>
                <a:cubicBezTo>
                  <a:pt x="85760" y="44197"/>
                  <a:pt x="85599" y="43928"/>
                  <a:pt x="85491" y="43686"/>
                </a:cubicBezTo>
                <a:lnTo>
                  <a:pt x="85491" y="43660"/>
                </a:lnTo>
                <a:cubicBezTo>
                  <a:pt x="85464" y="43364"/>
                  <a:pt x="85437" y="43068"/>
                  <a:pt x="85411" y="42772"/>
                </a:cubicBezTo>
                <a:close/>
                <a:moveTo>
                  <a:pt x="59360" y="44305"/>
                </a:moveTo>
                <a:lnTo>
                  <a:pt x="59360" y="44305"/>
                </a:lnTo>
                <a:cubicBezTo>
                  <a:pt x="59306" y="44359"/>
                  <a:pt x="59252" y="44439"/>
                  <a:pt x="59172" y="44520"/>
                </a:cubicBezTo>
                <a:lnTo>
                  <a:pt x="59252" y="44332"/>
                </a:lnTo>
                <a:lnTo>
                  <a:pt x="59360" y="44305"/>
                </a:lnTo>
                <a:close/>
                <a:moveTo>
                  <a:pt x="64656" y="43122"/>
                </a:moveTo>
                <a:lnTo>
                  <a:pt x="64307" y="43579"/>
                </a:lnTo>
                <a:lnTo>
                  <a:pt x="64145" y="43686"/>
                </a:lnTo>
                <a:cubicBezTo>
                  <a:pt x="64135" y="43666"/>
                  <a:pt x="64117" y="43657"/>
                  <a:pt x="64098" y="43657"/>
                </a:cubicBezTo>
                <a:cubicBezTo>
                  <a:pt x="64069" y="43657"/>
                  <a:pt x="64038" y="43680"/>
                  <a:pt x="64038" y="43713"/>
                </a:cubicBezTo>
                <a:lnTo>
                  <a:pt x="64038" y="43740"/>
                </a:lnTo>
                <a:cubicBezTo>
                  <a:pt x="63285" y="43928"/>
                  <a:pt x="62532" y="44197"/>
                  <a:pt x="61833" y="44520"/>
                </a:cubicBezTo>
                <a:cubicBezTo>
                  <a:pt x="61860" y="44466"/>
                  <a:pt x="61914" y="44439"/>
                  <a:pt x="61968" y="44385"/>
                </a:cubicBezTo>
                <a:cubicBezTo>
                  <a:pt x="62290" y="44170"/>
                  <a:pt x="62640" y="43982"/>
                  <a:pt x="63016" y="43821"/>
                </a:cubicBezTo>
                <a:cubicBezTo>
                  <a:pt x="63097" y="43821"/>
                  <a:pt x="63151" y="43794"/>
                  <a:pt x="63204" y="43740"/>
                </a:cubicBezTo>
                <a:cubicBezTo>
                  <a:pt x="63272" y="43794"/>
                  <a:pt x="63346" y="43821"/>
                  <a:pt x="63419" y="43821"/>
                </a:cubicBezTo>
                <a:cubicBezTo>
                  <a:pt x="63493" y="43821"/>
                  <a:pt x="63567" y="43794"/>
                  <a:pt x="63635" y="43740"/>
                </a:cubicBezTo>
                <a:lnTo>
                  <a:pt x="64011" y="43364"/>
                </a:lnTo>
                <a:cubicBezTo>
                  <a:pt x="64226" y="43283"/>
                  <a:pt x="64441" y="43203"/>
                  <a:pt x="64656" y="43122"/>
                </a:cubicBezTo>
                <a:close/>
                <a:moveTo>
                  <a:pt x="64844" y="43901"/>
                </a:moveTo>
                <a:cubicBezTo>
                  <a:pt x="64710" y="44143"/>
                  <a:pt x="64602" y="44385"/>
                  <a:pt x="64468" y="44654"/>
                </a:cubicBezTo>
                <a:cubicBezTo>
                  <a:pt x="64414" y="44574"/>
                  <a:pt x="64360" y="44520"/>
                  <a:pt x="64253" y="44493"/>
                </a:cubicBezTo>
                <a:lnTo>
                  <a:pt x="64253" y="44412"/>
                </a:lnTo>
                <a:lnTo>
                  <a:pt x="64791" y="43901"/>
                </a:lnTo>
                <a:close/>
                <a:moveTo>
                  <a:pt x="87938" y="42342"/>
                </a:moveTo>
                <a:lnTo>
                  <a:pt x="88717" y="42504"/>
                </a:lnTo>
                <a:cubicBezTo>
                  <a:pt x="88502" y="42557"/>
                  <a:pt x="88475" y="42853"/>
                  <a:pt x="88690" y="42934"/>
                </a:cubicBezTo>
                <a:cubicBezTo>
                  <a:pt x="89900" y="43337"/>
                  <a:pt x="91083" y="43848"/>
                  <a:pt x="92212" y="44439"/>
                </a:cubicBezTo>
                <a:lnTo>
                  <a:pt x="92320" y="44654"/>
                </a:lnTo>
                <a:lnTo>
                  <a:pt x="88771" y="43041"/>
                </a:lnTo>
                <a:cubicBezTo>
                  <a:pt x="88502" y="42799"/>
                  <a:pt x="88233" y="42584"/>
                  <a:pt x="87938" y="42342"/>
                </a:cubicBezTo>
                <a:close/>
                <a:moveTo>
                  <a:pt x="82158" y="44332"/>
                </a:moveTo>
                <a:lnTo>
                  <a:pt x="82158" y="44332"/>
                </a:lnTo>
                <a:cubicBezTo>
                  <a:pt x="82238" y="44385"/>
                  <a:pt x="82319" y="44439"/>
                  <a:pt x="82373" y="44493"/>
                </a:cubicBezTo>
                <a:cubicBezTo>
                  <a:pt x="82373" y="44493"/>
                  <a:pt x="82373" y="44520"/>
                  <a:pt x="82400" y="44547"/>
                </a:cubicBezTo>
                <a:lnTo>
                  <a:pt x="82453" y="44574"/>
                </a:lnTo>
                <a:lnTo>
                  <a:pt x="82507" y="44681"/>
                </a:lnTo>
                <a:cubicBezTo>
                  <a:pt x="82400" y="44574"/>
                  <a:pt x="82265" y="44466"/>
                  <a:pt x="82158" y="44332"/>
                </a:cubicBezTo>
                <a:close/>
                <a:moveTo>
                  <a:pt x="63688" y="44600"/>
                </a:moveTo>
                <a:cubicBezTo>
                  <a:pt x="63715" y="44654"/>
                  <a:pt x="63742" y="44681"/>
                  <a:pt x="63796" y="44681"/>
                </a:cubicBezTo>
                <a:lnTo>
                  <a:pt x="63715" y="44762"/>
                </a:lnTo>
                <a:cubicBezTo>
                  <a:pt x="63661" y="44735"/>
                  <a:pt x="63581" y="44735"/>
                  <a:pt x="63527" y="44735"/>
                </a:cubicBezTo>
                <a:lnTo>
                  <a:pt x="63688" y="44600"/>
                </a:lnTo>
                <a:close/>
                <a:moveTo>
                  <a:pt x="79147" y="42880"/>
                </a:moveTo>
                <a:cubicBezTo>
                  <a:pt x="79254" y="43256"/>
                  <a:pt x="79335" y="43633"/>
                  <a:pt x="79389" y="44036"/>
                </a:cubicBezTo>
                <a:cubicBezTo>
                  <a:pt x="79200" y="44278"/>
                  <a:pt x="79012" y="44547"/>
                  <a:pt x="78851" y="44816"/>
                </a:cubicBezTo>
                <a:cubicBezTo>
                  <a:pt x="78851" y="44688"/>
                  <a:pt x="78750" y="44611"/>
                  <a:pt x="78641" y="44611"/>
                </a:cubicBezTo>
                <a:cubicBezTo>
                  <a:pt x="78612" y="44611"/>
                  <a:pt x="78583" y="44616"/>
                  <a:pt x="78555" y="44627"/>
                </a:cubicBezTo>
                <a:cubicBezTo>
                  <a:pt x="78716" y="44197"/>
                  <a:pt x="78797" y="43740"/>
                  <a:pt x="78851" y="43283"/>
                </a:cubicBezTo>
                <a:lnTo>
                  <a:pt x="79147" y="42880"/>
                </a:lnTo>
                <a:close/>
                <a:moveTo>
                  <a:pt x="94470" y="44170"/>
                </a:moveTo>
                <a:lnTo>
                  <a:pt x="94470" y="44170"/>
                </a:lnTo>
                <a:cubicBezTo>
                  <a:pt x="94820" y="44305"/>
                  <a:pt x="95116" y="44412"/>
                  <a:pt x="95438" y="44547"/>
                </a:cubicBezTo>
                <a:cubicBezTo>
                  <a:pt x="95438" y="44681"/>
                  <a:pt x="95438" y="44789"/>
                  <a:pt x="95465" y="44923"/>
                </a:cubicBezTo>
                <a:lnTo>
                  <a:pt x="94659" y="44493"/>
                </a:lnTo>
                <a:lnTo>
                  <a:pt x="94470" y="44170"/>
                </a:lnTo>
                <a:close/>
                <a:moveTo>
                  <a:pt x="84308" y="41589"/>
                </a:moveTo>
                <a:lnTo>
                  <a:pt x="84443" y="42020"/>
                </a:lnTo>
                <a:cubicBezTo>
                  <a:pt x="84416" y="42047"/>
                  <a:pt x="84416" y="42100"/>
                  <a:pt x="84416" y="42154"/>
                </a:cubicBezTo>
                <a:cubicBezTo>
                  <a:pt x="84497" y="42934"/>
                  <a:pt x="84604" y="43740"/>
                  <a:pt x="84712" y="44520"/>
                </a:cubicBezTo>
                <a:lnTo>
                  <a:pt x="84765" y="44977"/>
                </a:lnTo>
                <a:cubicBezTo>
                  <a:pt x="84550" y="44170"/>
                  <a:pt x="84362" y="43337"/>
                  <a:pt x="84201" y="42504"/>
                </a:cubicBezTo>
                <a:cubicBezTo>
                  <a:pt x="84228" y="42208"/>
                  <a:pt x="84255" y="41885"/>
                  <a:pt x="84281" y="41589"/>
                </a:cubicBezTo>
                <a:close/>
                <a:moveTo>
                  <a:pt x="98906" y="43713"/>
                </a:moveTo>
                <a:lnTo>
                  <a:pt x="99041" y="43740"/>
                </a:lnTo>
                <a:cubicBezTo>
                  <a:pt x="100842" y="44063"/>
                  <a:pt x="102670" y="44466"/>
                  <a:pt x="104444" y="44977"/>
                </a:cubicBezTo>
                <a:cubicBezTo>
                  <a:pt x="104095" y="44896"/>
                  <a:pt x="103772" y="44816"/>
                  <a:pt x="103423" y="44735"/>
                </a:cubicBezTo>
                <a:cubicBezTo>
                  <a:pt x="102589" y="44520"/>
                  <a:pt x="101729" y="44332"/>
                  <a:pt x="100869" y="44197"/>
                </a:cubicBezTo>
                <a:cubicBezTo>
                  <a:pt x="99901" y="44009"/>
                  <a:pt x="98933" y="43848"/>
                  <a:pt x="97939" y="43713"/>
                </a:cubicBezTo>
                <a:close/>
                <a:moveTo>
                  <a:pt x="76781" y="43928"/>
                </a:moveTo>
                <a:lnTo>
                  <a:pt x="76915" y="44385"/>
                </a:lnTo>
                <a:lnTo>
                  <a:pt x="76700" y="44735"/>
                </a:lnTo>
                <a:cubicBezTo>
                  <a:pt x="76620" y="44869"/>
                  <a:pt x="76539" y="44977"/>
                  <a:pt x="76431" y="45111"/>
                </a:cubicBezTo>
                <a:lnTo>
                  <a:pt x="76431" y="45058"/>
                </a:lnTo>
                <a:cubicBezTo>
                  <a:pt x="76512" y="44977"/>
                  <a:pt x="76566" y="44842"/>
                  <a:pt x="76539" y="44708"/>
                </a:cubicBezTo>
                <a:cubicBezTo>
                  <a:pt x="76512" y="44600"/>
                  <a:pt x="76485" y="44520"/>
                  <a:pt x="76458" y="44412"/>
                </a:cubicBezTo>
                <a:cubicBezTo>
                  <a:pt x="76566" y="44251"/>
                  <a:pt x="76673" y="44090"/>
                  <a:pt x="76781" y="43928"/>
                </a:cubicBezTo>
                <a:close/>
                <a:moveTo>
                  <a:pt x="58070" y="44574"/>
                </a:moveTo>
                <a:cubicBezTo>
                  <a:pt x="57908" y="44762"/>
                  <a:pt x="57747" y="44950"/>
                  <a:pt x="57586" y="45165"/>
                </a:cubicBezTo>
                <a:cubicBezTo>
                  <a:pt x="57613" y="44977"/>
                  <a:pt x="57639" y="44816"/>
                  <a:pt x="57666" y="44654"/>
                </a:cubicBezTo>
                <a:lnTo>
                  <a:pt x="58070" y="44574"/>
                </a:lnTo>
                <a:close/>
                <a:moveTo>
                  <a:pt x="83986" y="43928"/>
                </a:moveTo>
                <a:cubicBezTo>
                  <a:pt x="84093" y="44385"/>
                  <a:pt x="84201" y="44842"/>
                  <a:pt x="84308" y="45299"/>
                </a:cubicBezTo>
                <a:lnTo>
                  <a:pt x="84066" y="45058"/>
                </a:lnTo>
                <a:cubicBezTo>
                  <a:pt x="84013" y="44789"/>
                  <a:pt x="83986" y="44466"/>
                  <a:pt x="83932" y="44170"/>
                </a:cubicBezTo>
                <a:cubicBezTo>
                  <a:pt x="83959" y="44090"/>
                  <a:pt x="83959" y="44009"/>
                  <a:pt x="83986" y="43928"/>
                </a:cubicBezTo>
                <a:close/>
                <a:moveTo>
                  <a:pt x="93987" y="44789"/>
                </a:moveTo>
                <a:lnTo>
                  <a:pt x="94444" y="45004"/>
                </a:lnTo>
                <a:lnTo>
                  <a:pt x="94551" y="45299"/>
                </a:lnTo>
                <a:lnTo>
                  <a:pt x="94202" y="45084"/>
                </a:lnTo>
                <a:lnTo>
                  <a:pt x="93987" y="44789"/>
                </a:lnTo>
                <a:close/>
                <a:moveTo>
                  <a:pt x="61645" y="43794"/>
                </a:moveTo>
                <a:lnTo>
                  <a:pt x="61538" y="43875"/>
                </a:lnTo>
                <a:cubicBezTo>
                  <a:pt x="60785" y="44332"/>
                  <a:pt x="60032" y="44816"/>
                  <a:pt x="59333" y="45326"/>
                </a:cubicBezTo>
                <a:cubicBezTo>
                  <a:pt x="59521" y="45058"/>
                  <a:pt x="59683" y="44816"/>
                  <a:pt x="59844" y="44520"/>
                </a:cubicBezTo>
                <a:cubicBezTo>
                  <a:pt x="59898" y="44412"/>
                  <a:pt x="59898" y="44305"/>
                  <a:pt x="59790" y="44197"/>
                </a:cubicBezTo>
                <a:cubicBezTo>
                  <a:pt x="60408" y="44063"/>
                  <a:pt x="61027" y="43928"/>
                  <a:pt x="61645" y="43794"/>
                </a:cubicBezTo>
                <a:close/>
                <a:moveTo>
                  <a:pt x="72130" y="43444"/>
                </a:moveTo>
                <a:cubicBezTo>
                  <a:pt x="72184" y="43660"/>
                  <a:pt x="72237" y="43875"/>
                  <a:pt x="72318" y="44117"/>
                </a:cubicBezTo>
                <a:lnTo>
                  <a:pt x="72399" y="44385"/>
                </a:lnTo>
                <a:lnTo>
                  <a:pt x="72399" y="44385"/>
                </a:lnTo>
                <a:lnTo>
                  <a:pt x="72049" y="44090"/>
                </a:lnTo>
                <a:cubicBezTo>
                  <a:pt x="72049" y="44090"/>
                  <a:pt x="72022" y="44117"/>
                  <a:pt x="72022" y="44117"/>
                </a:cubicBezTo>
                <a:cubicBezTo>
                  <a:pt x="72157" y="44224"/>
                  <a:pt x="72291" y="44305"/>
                  <a:pt x="72399" y="44412"/>
                </a:cubicBezTo>
                <a:cubicBezTo>
                  <a:pt x="72399" y="44439"/>
                  <a:pt x="72399" y="44466"/>
                  <a:pt x="72399" y="44466"/>
                </a:cubicBezTo>
                <a:cubicBezTo>
                  <a:pt x="72211" y="44600"/>
                  <a:pt x="72130" y="44842"/>
                  <a:pt x="72211" y="45084"/>
                </a:cubicBezTo>
                <a:cubicBezTo>
                  <a:pt x="72237" y="45138"/>
                  <a:pt x="72264" y="45219"/>
                  <a:pt x="72291" y="45299"/>
                </a:cubicBezTo>
                <a:cubicBezTo>
                  <a:pt x="72232" y="45252"/>
                  <a:pt x="72168" y="45231"/>
                  <a:pt x="72106" y="45231"/>
                </a:cubicBezTo>
                <a:cubicBezTo>
                  <a:pt x="72026" y="45231"/>
                  <a:pt x="71948" y="45266"/>
                  <a:pt x="71888" y="45326"/>
                </a:cubicBezTo>
                <a:lnTo>
                  <a:pt x="71834" y="45165"/>
                </a:lnTo>
                <a:cubicBezTo>
                  <a:pt x="71807" y="45138"/>
                  <a:pt x="71780" y="45084"/>
                  <a:pt x="71754" y="45031"/>
                </a:cubicBezTo>
                <a:cubicBezTo>
                  <a:pt x="71727" y="44977"/>
                  <a:pt x="71754" y="44923"/>
                  <a:pt x="71754" y="44869"/>
                </a:cubicBezTo>
                <a:cubicBezTo>
                  <a:pt x="71861" y="44385"/>
                  <a:pt x="71995" y="43928"/>
                  <a:pt x="72130" y="43444"/>
                </a:cubicBezTo>
                <a:close/>
                <a:moveTo>
                  <a:pt x="97670" y="44681"/>
                </a:moveTo>
                <a:lnTo>
                  <a:pt x="98369" y="44923"/>
                </a:lnTo>
                <a:cubicBezTo>
                  <a:pt x="98664" y="45058"/>
                  <a:pt x="98933" y="45219"/>
                  <a:pt x="99202" y="45380"/>
                </a:cubicBezTo>
                <a:cubicBezTo>
                  <a:pt x="98906" y="45246"/>
                  <a:pt x="98584" y="45111"/>
                  <a:pt x="98288" y="44977"/>
                </a:cubicBezTo>
                <a:lnTo>
                  <a:pt x="98234" y="44977"/>
                </a:lnTo>
                <a:cubicBezTo>
                  <a:pt x="98046" y="44869"/>
                  <a:pt x="97858" y="44789"/>
                  <a:pt x="97670" y="44681"/>
                </a:cubicBezTo>
                <a:close/>
                <a:moveTo>
                  <a:pt x="50031" y="45326"/>
                </a:moveTo>
                <a:lnTo>
                  <a:pt x="49762" y="45407"/>
                </a:lnTo>
                <a:lnTo>
                  <a:pt x="49090" y="45407"/>
                </a:lnTo>
                <a:lnTo>
                  <a:pt x="50031" y="45326"/>
                </a:lnTo>
                <a:close/>
                <a:moveTo>
                  <a:pt x="63211" y="45044"/>
                </a:moveTo>
                <a:cubicBezTo>
                  <a:pt x="63210" y="45054"/>
                  <a:pt x="63216" y="45069"/>
                  <a:pt x="63231" y="45084"/>
                </a:cubicBezTo>
                <a:lnTo>
                  <a:pt x="63178" y="45326"/>
                </a:lnTo>
                <a:lnTo>
                  <a:pt x="63043" y="45434"/>
                </a:lnTo>
                <a:cubicBezTo>
                  <a:pt x="63022" y="45349"/>
                  <a:pt x="63001" y="45280"/>
                  <a:pt x="62993" y="45216"/>
                </a:cubicBezTo>
                <a:lnTo>
                  <a:pt x="62993" y="45216"/>
                </a:lnTo>
                <a:cubicBezTo>
                  <a:pt x="63066" y="45143"/>
                  <a:pt x="63138" y="45093"/>
                  <a:pt x="63211" y="45044"/>
                </a:cubicBezTo>
                <a:close/>
                <a:moveTo>
                  <a:pt x="75248" y="45434"/>
                </a:moveTo>
                <a:lnTo>
                  <a:pt x="75262" y="45474"/>
                </a:lnTo>
                <a:lnTo>
                  <a:pt x="75262" y="45474"/>
                </a:lnTo>
                <a:cubicBezTo>
                  <a:pt x="75255" y="45461"/>
                  <a:pt x="75248" y="45447"/>
                  <a:pt x="75248" y="45434"/>
                </a:cubicBezTo>
                <a:close/>
                <a:moveTo>
                  <a:pt x="56833" y="44789"/>
                </a:moveTo>
                <a:lnTo>
                  <a:pt x="56457" y="45515"/>
                </a:lnTo>
                <a:cubicBezTo>
                  <a:pt x="56510" y="45299"/>
                  <a:pt x="56537" y="45058"/>
                  <a:pt x="56564" y="44842"/>
                </a:cubicBezTo>
                <a:lnTo>
                  <a:pt x="56833" y="44789"/>
                </a:lnTo>
                <a:close/>
                <a:moveTo>
                  <a:pt x="72334" y="39259"/>
                </a:moveTo>
                <a:lnTo>
                  <a:pt x="71807" y="39654"/>
                </a:lnTo>
                <a:cubicBezTo>
                  <a:pt x="71270" y="40003"/>
                  <a:pt x="70732" y="40407"/>
                  <a:pt x="70248" y="40810"/>
                </a:cubicBezTo>
                <a:cubicBezTo>
                  <a:pt x="69495" y="41428"/>
                  <a:pt x="68796" y="42073"/>
                  <a:pt x="68124" y="42772"/>
                </a:cubicBezTo>
                <a:cubicBezTo>
                  <a:pt x="67586" y="43310"/>
                  <a:pt x="67076" y="43848"/>
                  <a:pt x="66565" y="44439"/>
                </a:cubicBezTo>
                <a:cubicBezTo>
                  <a:pt x="66377" y="44654"/>
                  <a:pt x="66081" y="45138"/>
                  <a:pt x="65812" y="45515"/>
                </a:cubicBezTo>
                <a:cubicBezTo>
                  <a:pt x="65973" y="45111"/>
                  <a:pt x="66081" y="44681"/>
                  <a:pt x="66189" y="44251"/>
                </a:cubicBezTo>
                <a:lnTo>
                  <a:pt x="66189" y="44278"/>
                </a:lnTo>
                <a:cubicBezTo>
                  <a:pt x="66242" y="44090"/>
                  <a:pt x="66162" y="43901"/>
                  <a:pt x="65973" y="43821"/>
                </a:cubicBezTo>
                <a:cubicBezTo>
                  <a:pt x="66242" y="43444"/>
                  <a:pt x="66511" y="43095"/>
                  <a:pt x="66834" y="42799"/>
                </a:cubicBezTo>
                <a:cubicBezTo>
                  <a:pt x="68714" y="41728"/>
                  <a:pt x="70392" y="40277"/>
                  <a:pt x="72334" y="39259"/>
                </a:cubicBezTo>
                <a:close/>
                <a:moveTo>
                  <a:pt x="76162" y="45165"/>
                </a:moveTo>
                <a:cubicBezTo>
                  <a:pt x="76162" y="45246"/>
                  <a:pt x="76189" y="45353"/>
                  <a:pt x="76216" y="45434"/>
                </a:cubicBezTo>
                <a:cubicBezTo>
                  <a:pt x="76189" y="45461"/>
                  <a:pt x="76162" y="45515"/>
                  <a:pt x="76109" y="45568"/>
                </a:cubicBezTo>
                <a:cubicBezTo>
                  <a:pt x="76082" y="45434"/>
                  <a:pt x="76055" y="45299"/>
                  <a:pt x="76001" y="45192"/>
                </a:cubicBezTo>
                <a:lnTo>
                  <a:pt x="76028" y="45192"/>
                </a:lnTo>
                <a:lnTo>
                  <a:pt x="76028" y="45165"/>
                </a:lnTo>
                <a:close/>
                <a:moveTo>
                  <a:pt x="91029" y="44493"/>
                </a:moveTo>
                <a:lnTo>
                  <a:pt x="92562" y="45192"/>
                </a:lnTo>
                <a:lnTo>
                  <a:pt x="92831" y="45730"/>
                </a:lnTo>
                <a:cubicBezTo>
                  <a:pt x="92239" y="45299"/>
                  <a:pt x="91648" y="44896"/>
                  <a:pt x="91029" y="44493"/>
                </a:cubicBezTo>
                <a:close/>
                <a:moveTo>
                  <a:pt x="74872" y="45488"/>
                </a:moveTo>
                <a:cubicBezTo>
                  <a:pt x="74899" y="45595"/>
                  <a:pt x="74953" y="45676"/>
                  <a:pt x="74980" y="45756"/>
                </a:cubicBezTo>
                <a:lnTo>
                  <a:pt x="74872" y="45595"/>
                </a:lnTo>
                <a:lnTo>
                  <a:pt x="74872" y="45488"/>
                </a:lnTo>
                <a:close/>
                <a:moveTo>
                  <a:pt x="95275" y="45390"/>
                </a:moveTo>
                <a:lnTo>
                  <a:pt x="95385" y="45434"/>
                </a:lnTo>
                <a:cubicBezTo>
                  <a:pt x="95411" y="45461"/>
                  <a:pt x="95465" y="45461"/>
                  <a:pt x="95519" y="45461"/>
                </a:cubicBezTo>
                <a:cubicBezTo>
                  <a:pt x="95519" y="45595"/>
                  <a:pt x="95546" y="45730"/>
                  <a:pt x="95546" y="45864"/>
                </a:cubicBezTo>
                <a:cubicBezTo>
                  <a:pt x="95471" y="45690"/>
                  <a:pt x="95374" y="45539"/>
                  <a:pt x="95275" y="45390"/>
                </a:cubicBezTo>
                <a:close/>
                <a:moveTo>
                  <a:pt x="59387" y="45864"/>
                </a:moveTo>
                <a:lnTo>
                  <a:pt x="59306" y="45945"/>
                </a:lnTo>
                <a:lnTo>
                  <a:pt x="59226" y="45998"/>
                </a:lnTo>
                <a:lnTo>
                  <a:pt x="59387" y="45864"/>
                </a:lnTo>
                <a:close/>
                <a:moveTo>
                  <a:pt x="61860" y="44923"/>
                </a:moveTo>
                <a:lnTo>
                  <a:pt x="61860" y="44923"/>
                </a:lnTo>
                <a:cubicBezTo>
                  <a:pt x="61376" y="45273"/>
                  <a:pt x="60919" y="45676"/>
                  <a:pt x="60570" y="45918"/>
                </a:cubicBezTo>
                <a:lnTo>
                  <a:pt x="60435" y="46025"/>
                </a:lnTo>
                <a:cubicBezTo>
                  <a:pt x="60650" y="45783"/>
                  <a:pt x="60865" y="45595"/>
                  <a:pt x="61054" y="45353"/>
                </a:cubicBezTo>
                <a:lnTo>
                  <a:pt x="61081" y="45353"/>
                </a:lnTo>
                <a:cubicBezTo>
                  <a:pt x="61323" y="45219"/>
                  <a:pt x="61591" y="45058"/>
                  <a:pt x="61860" y="44923"/>
                </a:cubicBezTo>
                <a:close/>
                <a:moveTo>
                  <a:pt x="78206" y="44305"/>
                </a:moveTo>
                <a:lnTo>
                  <a:pt x="78206" y="44305"/>
                </a:lnTo>
                <a:cubicBezTo>
                  <a:pt x="78017" y="44896"/>
                  <a:pt x="77802" y="45488"/>
                  <a:pt x="77534" y="46052"/>
                </a:cubicBezTo>
                <a:lnTo>
                  <a:pt x="77534" y="46025"/>
                </a:lnTo>
                <a:lnTo>
                  <a:pt x="77480" y="45783"/>
                </a:lnTo>
                <a:cubicBezTo>
                  <a:pt x="77749" y="45299"/>
                  <a:pt x="77991" y="44816"/>
                  <a:pt x="78206" y="44305"/>
                </a:cubicBezTo>
                <a:close/>
                <a:moveTo>
                  <a:pt x="90841" y="44708"/>
                </a:moveTo>
                <a:lnTo>
                  <a:pt x="90841" y="44708"/>
                </a:lnTo>
                <a:cubicBezTo>
                  <a:pt x="91567" y="45192"/>
                  <a:pt x="92293" y="45676"/>
                  <a:pt x="92992" y="46214"/>
                </a:cubicBezTo>
                <a:lnTo>
                  <a:pt x="93073" y="46267"/>
                </a:lnTo>
                <a:lnTo>
                  <a:pt x="93073" y="46294"/>
                </a:lnTo>
                <a:cubicBezTo>
                  <a:pt x="92535" y="45945"/>
                  <a:pt x="91970" y="45568"/>
                  <a:pt x="91459" y="45192"/>
                </a:cubicBezTo>
                <a:lnTo>
                  <a:pt x="91459" y="45219"/>
                </a:lnTo>
                <a:cubicBezTo>
                  <a:pt x="91244" y="45058"/>
                  <a:pt x="91029" y="44869"/>
                  <a:pt x="90841" y="44708"/>
                </a:cubicBezTo>
                <a:close/>
                <a:moveTo>
                  <a:pt x="75571" y="46133"/>
                </a:moveTo>
                <a:lnTo>
                  <a:pt x="75625" y="46240"/>
                </a:lnTo>
                <a:cubicBezTo>
                  <a:pt x="75583" y="46303"/>
                  <a:pt x="75541" y="46366"/>
                  <a:pt x="75537" y="46390"/>
                </a:cubicBezTo>
                <a:lnTo>
                  <a:pt x="75537" y="46390"/>
                </a:lnTo>
                <a:cubicBezTo>
                  <a:pt x="75523" y="46352"/>
                  <a:pt x="75547" y="46253"/>
                  <a:pt x="75571" y="46133"/>
                </a:cubicBezTo>
                <a:close/>
                <a:moveTo>
                  <a:pt x="92965" y="45380"/>
                </a:moveTo>
                <a:lnTo>
                  <a:pt x="93207" y="45488"/>
                </a:lnTo>
                <a:cubicBezTo>
                  <a:pt x="93368" y="45783"/>
                  <a:pt x="93530" y="46106"/>
                  <a:pt x="93691" y="46402"/>
                </a:cubicBezTo>
                <a:cubicBezTo>
                  <a:pt x="93556" y="46294"/>
                  <a:pt x="93422" y="46214"/>
                  <a:pt x="93314" y="46106"/>
                </a:cubicBezTo>
                <a:cubicBezTo>
                  <a:pt x="93207" y="45864"/>
                  <a:pt x="93073" y="45622"/>
                  <a:pt x="92965" y="45380"/>
                </a:cubicBezTo>
                <a:close/>
                <a:moveTo>
                  <a:pt x="62801" y="45353"/>
                </a:moveTo>
                <a:lnTo>
                  <a:pt x="62801" y="45515"/>
                </a:lnTo>
                <a:cubicBezTo>
                  <a:pt x="62667" y="45541"/>
                  <a:pt x="62586" y="45622"/>
                  <a:pt x="62559" y="45756"/>
                </a:cubicBezTo>
                <a:cubicBezTo>
                  <a:pt x="62263" y="45972"/>
                  <a:pt x="61995" y="46214"/>
                  <a:pt x="61699" y="46429"/>
                </a:cubicBezTo>
                <a:lnTo>
                  <a:pt x="61672" y="46321"/>
                </a:lnTo>
                <a:cubicBezTo>
                  <a:pt x="62048" y="45998"/>
                  <a:pt x="62398" y="45676"/>
                  <a:pt x="62801" y="45353"/>
                </a:cubicBezTo>
                <a:close/>
                <a:moveTo>
                  <a:pt x="71028" y="45541"/>
                </a:moveTo>
                <a:cubicBezTo>
                  <a:pt x="71028" y="45783"/>
                  <a:pt x="71001" y="45998"/>
                  <a:pt x="71001" y="46240"/>
                </a:cubicBezTo>
                <a:cubicBezTo>
                  <a:pt x="70947" y="46294"/>
                  <a:pt x="70893" y="46375"/>
                  <a:pt x="70839" y="46455"/>
                </a:cubicBezTo>
                <a:lnTo>
                  <a:pt x="70651" y="46214"/>
                </a:lnTo>
                <a:cubicBezTo>
                  <a:pt x="70732" y="45998"/>
                  <a:pt x="70866" y="45756"/>
                  <a:pt x="70974" y="45541"/>
                </a:cubicBezTo>
                <a:close/>
                <a:moveTo>
                  <a:pt x="100062" y="46106"/>
                </a:moveTo>
                <a:lnTo>
                  <a:pt x="100062" y="46106"/>
                </a:lnTo>
                <a:cubicBezTo>
                  <a:pt x="100277" y="46214"/>
                  <a:pt x="100492" y="46294"/>
                  <a:pt x="100708" y="46375"/>
                </a:cubicBezTo>
                <a:cubicBezTo>
                  <a:pt x="100654" y="46375"/>
                  <a:pt x="100600" y="46402"/>
                  <a:pt x="100573" y="46455"/>
                </a:cubicBezTo>
                <a:cubicBezTo>
                  <a:pt x="100385" y="46348"/>
                  <a:pt x="100224" y="46214"/>
                  <a:pt x="100062" y="46106"/>
                </a:cubicBezTo>
                <a:close/>
                <a:moveTo>
                  <a:pt x="80760" y="45945"/>
                </a:moveTo>
                <a:lnTo>
                  <a:pt x="80760" y="45945"/>
                </a:lnTo>
                <a:cubicBezTo>
                  <a:pt x="80894" y="46133"/>
                  <a:pt x="81028" y="46294"/>
                  <a:pt x="81190" y="46482"/>
                </a:cubicBezTo>
                <a:lnTo>
                  <a:pt x="81082" y="46375"/>
                </a:lnTo>
                <a:cubicBezTo>
                  <a:pt x="81048" y="46341"/>
                  <a:pt x="81005" y="46326"/>
                  <a:pt x="80962" y="46326"/>
                </a:cubicBezTo>
                <a:cubicBezTo>
                  <a:pt x="80903" y="46326"/>
                  <a:pt x="80845" y="46355"/>
                  <a:pt x="80813" y="46402"/>
                </a:cubicBezTo>
                <a:cubicBezTo>
                  <a:pt x="80787" y="46240"/>
                  <a:pt x="80787" y="46106"/>
                  <a:pt x="80760" y="45945"/>
                </a:cubicBezTo>
                <a:close/>
                <a:moveTo>
                  <a:pt x="71001" y="46348"/>
                </a:moveTo>
                <a:lnTo>
                  <a:pt x="71001" y="46644"/>
                </a:lnTo>
                <a:lnTo>
                  <a:pt x="70893" y="46509"/>
                </a:lnTo>
                <a:lnTo>
                  <a:pt x="71001" y="46348"/>
                </a:lnTo>
                <a:close/>
                <a:moveTo>
                  <a:pt x="52800" y="45515"/>
                </a:moveTo>
                <a:cubicBezTo>
                  <a:pt x="52693" y="45728"/>
                  <a:pt x="52587" y="45968"/>
                  <a:pt x="52480" y="46183"/>
                </a:cubicBezTo>
                <a:lnTo>
                  <a:pt x="52480" y="46183"/>
                </a:lnTo>
                <a:cubicBezTo>
                  <a:pt x="52465" y="46181"/>
                  <a:pt x="52452" y="46180"/>
                  <a:pt x="52438" y="46180"/>
                </a:cubicBezTo>
                <a:cubicBezTo>
                  <a:pt x="52336" y="46180"/>
                  <a:pt x="52258" y="46232"/>
                  <a:pt x="52236" y="46321"/>
                </a:cubicBezTo>
                <a:lnTo>
                  <a:pt x="52128" y="46671"/>
                </a:lnTo>
                <a:cubicBezTo>
                  <a:pt x="52128" y="46348"/>
                  <a:pt x="52101" y="46052"/>
                  <a:pt x="52048" y="45756"/>
                </a:cubicBezTo>
                <a:cubicBezTo>
                  <a:pt x="52021" y="45703"/>
                  <a:pt x="52021" y="45676"/>
                  <a:pt x="51994" y="45649"/>
                </a:cubicBezTo>
                <a:lnTo>
                  <a:pt x="52800" y="45515"/>
                </a:lnTo>
                <a:close/>
                <a:moveTo>
                  <a:pt x="54521" y="45192"/>
                </a:moveTo>
                <a:lnTo>
                  <a:pt x="54521" y="45192"/>
                </a:lnTo>
                <a:cubicBezTo>
                  <a:pt x="54333" y="45488"/>
                  <a:pt x="54171" y="45756"/>
                  <a:pt x="54037" y="46025"/>
                </a:cubicBezTo>
                <a:cubicBezTo>
                  <a:pt x="54010" y="45998"/>
                  <a:pt x="53980" y="45986"/>
                  <a:pt x="53951" y="45986"/>
                </a:cubicBezTo>
                <a:cubicBezTo>
                  <a:pt x="53894" y="45986"/>
                  <a:pt x="53840" y="46034"/>
                  <a:pt x="53822" y="46106"/>
                </a:cubicBezTo>
                <a:cubicBezTo>
                  <a:pt x="53768" y="46294"/>
                  <a:pt x="53714" y="46482"/>
                  <a:pt x="53687" y="46671"/>
                </a:cubicBezTo>
                <a:lnTo>
                  <a:pt x="53687" y="46240"/>
                </a:lnTo>
                <a:cubicBezTo>
                  <a:pt x="53663" y="46093"/>
                  <a:pt x="53526" y="45968"/>
                  <a:pt x="53380" y="45968"/>
                </a:cubicBezTo>
                <a:cubicBezTo>
                  <a:pt x="53366" y="45968"/>
                  <a:pt x="53352" y="45969"/>
                  <a:pt x="53338" y="45972"/>
                </a:cubicBezTo>
                <a:cubicBezTo>
                  <a:pt x="53338" y="45918"/>
                  <a:pt x="53338" y="45891"/>
                  <a:pt x="53311" y="45864"/>
                </a:cubicBezTo>
                <a:cubicBezTo>
                  <a:pt x="53338" y="45756"/>
                  <a:pt x="53365" y="45649"/>
                  <a:pt x="53392" y="45541"/>
                </a:cubicBezTo>
                <a:cubicBezTo>
                  <a:pt x="53419" y="45488"/>
                  <a:pt x="53419" y="45434"/>
                  <a:pt x="53392" y="45407"/>
                </a:cubicBezTo>
                <a:lnTo>
                  <a:pt x="54521" y="45192"/>
                </a:lnTo>
                <a:close/>
                <a:moveTo>
                  <a:pt x="77292" y="46160"/>
                </a:moveTo>
                <a:cubicBezTo>
                  <a:pt x="77317" y="46261"/>
                  <a:pt x="77318" y="46339"/>
                  <a:pt x="77341" y="46437"/>
                </a:cubicBezTo>
                <a:lnTo>
                  <a:pt x="77341" y="46437"/>
                </a:lnTo>
                <a:lnTo>
                  <a:pt x="77211" y="46697"/>
                </a:lnTo>
                <a:lnTo>
                  <a:pt x="77103" y="46482"/>
                </a:lnTo>
                <a:lnTo>
                  <a:pt x="77292" y="46160"/>
                </a:lnTo>
                <a:close/>
                <a:moveTo>
                  <a:pt x="80840" y="46590"/>
                </a:moveTo>
                <a:lnTo>
                  <a:pt x="80921" y="46697"/>
                </a:lnTo>
                <a:cubicBezTo>
                  <a:pt x="80894" y="46671"/>
                  <a:pt x="80867" y="46671"/>
                  <a:pt x="80840" y="46644"/>
                </a:cubicBezTo>
                <a:lnTo>
                  <a:pt x="80840" y="46590"/>
                </a:lnTo>
                <a:close/>
                <a:moveTo>
                  <a:pt x="75759" y="46482"/>
                </a:moveTo>
                <a:lnTo>
                  <a:pt x="75786" y="46536"/>
                </a:lnTo>
                <a:lnTo>
                  <a:pt x="75652" y="46778"/>
                </a:lnTo>
                <a:cubicBezTo>
                  <a:pt x="75652" y="46724"/>
                  <a:pt x="75625" y="46697"/>
                  <a:pt x="75625" y="46644"/>
                </a:cubicBezTo>
                <a:cubicBezTo>
                  <a:pt x="75679" y="46617"/>
                  <a:pt x="75732" y="46563"/>
                  <a:pt x="75759" y="46482"/>
                </a:cubicBezTo>
                <a:close/>
                <a:moveTo>
                  <a:pt x="80491" y="44251"/>
                </a:moveTo>
                <a:cubicBezTo>
                  <a:pt x="80975" y="44654"/>
                  <a:pt x="81808" y="45353"/>
                  <a:pt x="81943" y="45541"/>
                </a:cubicBezTo>
                <a:cubicBezTo>
                  <a:pt x="82292" y="45918"/>
                  <a:pt x="82615" y="46348"/>
                  <a:pt x="82910" y="46778"/>
                </a:cubicBezTo>
                <a:lnTo>
                  <a:pt x="82104" y="46025"/>
                </a:lnTo>
                <a:cubicBezTo>
                  <a:pt x="81916" y="45837"/>
                  <a:pt x="81082" y="45192"/>
                  <a:pt x="80545" y="44654"/>
                </a:cubicBezTo>
                <a:cubicBezTo>
                  <a:pt x="80545" y="44493"/>
                  <a:pt x="80518" y="44359"/>
                  <a:pt x="80491" y="44251"/>
                </a:cubicBezTo>
                <a:close/>
                <a:moveTo>
                  <a:pt x="79442" y="44547"/>
                </a:moveTo>
                <a:cubicBezTo>
                  <a:pt x="79469" y="44574"/>
                  <a:pt x="79469" y="44600"/>
                  <a:pt x="79469" y="44627"/>
                </a:cubicBezTo>
                <a:cubicBezTo>
                  <a:pt x="79012" y="45326"/>
                  <a:pt x="78582" y="46052"/>
                  <a:pt x="78179" y="46805"/>
                </a:cubicBezTo>
                <a:cubicBezTo>
                  <a:pt x="78286" y="46482"/>
                  <a:pt x="78394" y="46160"/>
                  <a:pt x="78501" y="45837"/>
                </a:cubicBezTo>
                <a:cubicBezTo>
                  <a:pt x="78555" y="45730"/>
                  <a:pt x="78636" y="45622"/>
                  <a:pt x="78716" y="45515"/>
                </a:cubicBezTo>
                <a:cubicBezTo>
                  <a:pt x="78878" y="45246"/>
                  <a:pt x="79066" y="45004"/>
                  <a:pt x="79254" y="44762"/>
                </a:cubicBezTo>
                <a:cubicBezTo>
                  <a:pt x="79308" y="44708"/>
                  <a:pt x="79362" y="44627"/>
                  <a:pt x="79442" y="44547"/>
                </a:cubicBezTo>
                <a:close/>
                <a:moveTo>
                  <a:pt x="85545" y="45299"/>
                </a:moveTo>
                <a:lnTo>
                  <a:pt x="86163" y="46859"/>
                </a:lnTo>
                <a:cubicBezTo>
                  <a:pt x="85948" y="46724"/>
                  <a:pt x="85733" y="46563"/>
                  <a:pt x="85518" y="46429"/>
                </a:cubicBezTo>
                <a:cubicBezTo>
                  <a:pt x="85518" y="46052"/>
                  <a:pt x="85545" y="45676"/>
                  <a:pt x="85545" y="45299"/>
                </a:cubicBezTo>
                <a:close/>
                <a:moveTo>
                  <a:pt x="61457" y="46536"/>
                </a:moveTo>
                <a:cubicBezTo>
                  <a:pt x="61457" y="46563"/>
                  <a:pt x="61484" y="46590"/>
                  <a:pt x="61484" y="46617"/>
                </a:cubicBezTo>
                <a:cubicBezTo>
                  <a:pt x="61313" y="46725"/>
                  <a:pt x="61152" y="46843"/>
                  <a:pt x="60994" y="46974"/>
                </a:cubicBezTo>
                <a:lnTo>
                  <a:pt x="60994" y="46974"/>
                </a:lnTo>
                <a:cubicBezTo>
                  <a:pt x="61148" y="46823"/>
                  <a:pt x="61303" y="46675"/>
                  <a:pt x="61457" y="46536"/>
                </a:cubicBezTo>
                <a:close/>
                <a:moveTo>
                  <a:pt x="79523" y="45058"/>
                </a:moveTo>
                <a:cubicBezTo>
                  <a:pt x="79550" y="45273"/>
                  <a:pt x="79550" y="45461"/>
                  <a:pt x="79577" y="45622"/>
                </a:cubicBezTo>
                <a:cubicBezTo>
                  <a:pt x="79227" y="46106"/>
                  <a:pt x="78878" y="46617"/>
                  <a:pt x="78555" y="47154"/>
                </a:cubicBezTo>
                <a:cubicBezTo>
                  <a:pt x="78528" y="47141"/>
                  <a:pt x="78501" y="47134"/>
                  <a:pt x="78475" y="47134"/>
                </a:cubicBezTo>
                <a:cubicBezTo>
                  <a:pt x="78448" y="47134"/>
                  <a:pt x="78421" y="47141"/>
                  <a:pt x="78394" y="47154"/>
                </a:cubicBezTo>
                <a:cubicBezTo>
                  <a:pt x="78555" y="46805"/>
                  <a:pt x="78716" y="46482"/>
                  <a:pt x="78932" y="46133"/>
                </a:cubicBezTo>
                <a:cubicBezTo>
                  <a:pt x="79010" y="46028"/>
                  <a:pt x="79622" y="45136"/>
                  <a:pt x="79508" y="45136"/>
                </a:cubicBezTo>
                <a:cubicBezTo>
                  <a:pt x="79504" y="45136"/>
                  <a:pt x="79501" y="45137"/>
                  <a:pt x="79496" y="45138"/>
                </a:cubicBezTo>
                <a:lnTo>
                  <a:pt x="79496" y="45111"/>
                </a:lnTo>
                <a:lnTo>
                  <a:pt x="79523" y="45058"/>
                </a:lnTo>
                <a:close/>
                <a:moveTo>
                  <a:pt x="76996" y="46671"/>
                </a:moveTo>
                <a:cubicBezTo>
                  <a:pt x="77023" y="46751"/>
                  <a:pt x="77077" y="46859"/>
                  <a:pt x="77103" y="46939"/>
                </a:cubicBezTo>
                <a:cubicBezTo>
                  <a:pt x="77077" y="46993"/>
                  <a:pt x="77050" y="47047"/>
                  <a:pt x="77050" y="47101"/>
                </a:cubicBezTo>
                <a:lnTo>
                  <a:pt x="76996" y="47181"/>
                </a:lnTo>
                <a:cubicBezTo>
                  <a:pt x="76969" y="47074"/>
                  <a:pt x="76942" y="46939"/>
                  <a:pt x="76915" y="46805"/>
                </a:cubicBezTo>
                <a:lnTo>
                  <a:pt x="76996" y="46671"/>
                </a:lnTo>
                <a:close/>
                <a:moveTo>
                  <a:pt x="85841" y="46778"/>
                </a:moveTo>
                <a:cubicBezTo>
                  <a:pt x="85975" y="46886"/>
                  <a:pt x="86110" y="46993"/>
                  <a:pt x="86244" y="47101"/>
                </a:cubicBezTo>
                <a:lnTo>
                  <a:pt x="86352" y="47370"/>
                </a:lnTo>
                <a:cubicBezTo>
                  <a:pt x="86163" y="47181"/>
                  <a:pt x="86002" y="46993"/>
                  <a:pt x="85814" y="46778"/>
                </a:cubicBezTo>
                <a:close/>
                <a:moveTo>
                  <a:pt x="76001" y="46966"/>
                </a:moveTo>
                <a:cubicBezTo>
                  <a:pt x="76028" y="46966"/>
                  <a:pt x="76028" y="46966"/>
                  <a:pt x="76055" y="46993"/>
                </a:cubicBezTo>
                <a:cubicBezTo>
                  <a:pt x="75974" y="47128"/>
                  <a:pt x="75921" y="47262"/>
                  <a:pt x="75840" y="47396"/>
                </a:cubicBezTo>
                <a:cubicBezTo>
                  <a:pt x="75813" y="47316"/>
                  <a:pt x="75786" y="47262"/>
                  <a:pt x="75759" y="47181"/>
                </a:cubicBezTo>
                <a:cubicBezTo>
                  <a:pt x="75840" y="47181"/>
                  <a:pt x="75894" y="47154"/>
                  <a:pt x="75947" y="47101"/>
                </a:cubicBezTo>
                <a:lnTo>
                  <a:pt x="75921" y="47074"/>
                </a:lnTo>
                <a:cubicBezTo>
                  <a:pt x="75947" y="47047"/>
                  <a:pt x="75974" y="46993"/>
                  <a:pt x="76001" y="46966"/>
                </a:cubicBezTo>
                <a:close/>
                <a:moveTo>
                  <a:pt x="84228" y="46133"/>
                </a:moveTo>
                <a:lnTo>
                  <a:pt x="84738" y="46697"/>
                </a:lnTo>
                <a:cubicBezTo>
                  <a:pt x="84819" y="46939"/>
                  <a:pt x="84900" y="47181"/>
                  <a:pt x="84980" y="47423"/>
                </a:cubicBezTo>
                <a:cubicBezTo>
                  <a:pt x="84738" y="47128"/>
                  <a:pt x="84497" y="46832"/>
                  <a:pt x="84255" y="46509"/>
                </a:cubicBezTo>
                <a:cubicBezTo>
                  <a:pt x="84281" y="46455"/>
                  <a:pt x="84281" y="46429"/>
                  <a:pt x="84255" y="46375"/>
                </a:cubicBezTo>
                <a:cubicBezTo>
                  <a:pt x="84255" y="46267"/>
                  <a:pt x="84255" y="46214"/>
                  <a:pt x="84228" y="46133"/>
                </a:cubicBezTo>
                <a:close/>
                <a:moveTo>
                  <a:pt x="47047" y="45945"/>
                </a:moveTo>
                <a:cubicBezTo>
                  <a:pt x="47289" y="45972"/>
                  <a:pt x="47531" y="46025"/>
                  <a:pt x="47800" y="46052"/>
                </a:cubicBezTo>
                <a:cubicBezTo>
                  <a:pt x="47235" y="46240"/>
                  <a:pt x="46698" y="46429"/>
                  <a:pt x="46160" y="46644"/>
                </a:cubicBezTo>
                <a:lnTo>
                  <a:pt x="46160" y="46536"/>
                </a:lnTo>
                <a:cubicBezTo>
                  <a:pt x="46160" y="46447"/>
                  <a:pt x="46087" y="46407"/>
                  <a:pt x="46007" y="46407"/>
                </a:cubicBezTo>
                <a:cubicBezTo>
                  <a:pt x="45942" y="46407"/>
                  <a:pt x="45874" y="46434"/>
                  <a:pt x="45837" y="46482"/>
                </a:cubicBezTo>
                <a:cubicBezTo>
                  <a:pt x="45757" y="46590"/>
                  <a:pt x="45676" y="46724"/>
                  <a:pt x="45595" y="46859"/>
                </a:cubicBezTo>
                <a:cubicBezTo>
                  <a:pt x="44762" y="47047"/>
                  <a:pt x="43929" y="47235"/>
                  <a:pt x="43068" y="47450"/>
                </a:cubicBezTo>
                <a:cubicBezTo>
                  <a:pt x="42665" y="47450"/>
                  <a:pt x="42262" y="47423"/>
                  <a:pt x="41859" y="47370"/>
                </a:cubicBezTo>
                <a:lnTo>
                  <a:pt x="41859" y="47343"/>
                </a:lnTo>
                <a:cubicBezTo>
                  <a:pt x="43498" y="46617"/>
                  <a:pt x="45273" y="46133"/>
                  <a:pt x="47047" y="45945"/>
                </a:cubicBezTo>
                <a:close/>
                <a:moveTo>
                  <a:pt x="58123" y="45622"/>
                </a:moveTo>
                <a:lnTo>
                  <a:pt x="58123" y="45622"/>
                </a:lnTo>
                <a:cubicBezTo>
                  <a:pt x="58043" y="45783"/>
                  <a:pt x="57962" y="45918"/>
                  <a:pt x="57881" y="46079"/>
                </a:cubicBezTo>
                <a:cubicBezTo>
                  <a:pt x="57613" y="46429"/>
                  <a:pt x="57317" y="46805"/>
                  <a:pt x="57075" y="47181"/>
                </a:cubicBezTo>
                <a:lnTo>
                  <a:pt x="56752" y="47477"/>
                </a:lnTo>
                <a:lnTo>
                  <a:pt x="56779" y="47423"/>
                </a:lnTo>
                <a:cubicBezTo>
                  <a:pt x="57182" y="46805"/>
                  <a:pt x="57639" y="46214"/>
                  <a:pt x="58123" y="45622"/>
                </a:cubicBezTo>
                <a:close/>
                <a:moveTo>
                  <a:pt x="62290" y="44950"/>
                </a:moveTo>
                <a:cubicBezTo>
                  <a:pt x="61672" y="45407"/>
                  <a:pt x="61081" y="45918"/>
                  <a:pt x="60489" y="46429"/>
                </a:cubicBezTo>
                <a:lnTo>
                  <a:pt x="60247" y="46590"/>
                </a:lnTo>
                <a:lnTo>
                  <a:pt x="60247" y="46563"/>
                </a:lnTo>
                <a:cubicBezTo>
                  <a:pt x="60247" y="46516"/>
                  <a:pt x="60216" y="46495"/>
                  <a:pt x="60181" y="46495"/>
                </a:cubicBezTo>
                <a:cubicBezTo>
                  <a:pt x="60137" y="46495"/>
                  <a:pt x="60086" y="46530"/>
                  <a:pt x="60086" y="46590"/>
                </a:cubicBezTo>
                <a:lnTo>
                  <a:pt x="60113" y="46697"/>
                </a:lnTo>
                <a:lnTo>
                  <a:pt x="59521" y="47101"/>
                </a:lnTo>
                <a:cubicBezTo>
                  <a:pt x="59508" y="47087"/>
                  <a:pt x="59494" y="47081"/>
                  <a:pt x="59481" y="47081"/>
                </a:cubicBezTo>
                <a:cubicBezTo>
                  <a:pt x="59468" y="47081"/>
                  <a:pt x="59454" y="47087"/>
                  <a:pt x="59441" y="47101"/>
                </a:cubicBezTo>
                <a:cubicBezTo>
                  <a:pt x="59226" y="47262"/>
                  <a:pt x="59010" y="47396"/>
                  <a:pt x="58769" y="47558"/>
                </a:cubicBezTo>
                <a:cubicBezTo>
                  <a:pt x="59145" y="47208"/>
                  <a:pt x="59521" y="46886"/>
                  <a:pt x="59871" y="46563"/>
                </a:cubicBezTo>
                <a:cubicBezTo>
                  <a:pt x="60032" y="46429"/>
                  <a:pt x="60193" y="46321"/>
                  <a:pt x="60382" y="46187"/>
                </a:cubicBezTo>
                <a:cubicBezTo>
                  <a:pt x="60946" y="45810"/>
                  <a:pt x="61511" y="45434"/>
                  <a:pt x="62075" y="45058"/>
                </a:cubicBezTo>
                <a:lnTo>
                  <a:pt x="62290" y="44950"/>
                </a:lnTo>
                <a:close/>
                <a:moveTo>
                  <a:pt x="72426" y="39466"/>
                </a:moveTo>
                <a:cubicBezTo>
                  <a:pt x="72264" y="39788"/>
                  <a:pt x="72157" y="40111"/>
                  <a:pt x="72049" y="40460"/>
                </a:cubicBezTo>
                <a:cubicBezTo>
                  <a:pt x="72020" y="40417"/>
                  <a:pt x="71961" y="40389"/>
                  <a:pt x="71899" y="40389"/>
                </a:cubicBezTo>
                <a:cubicBezTo>
                  <a:pt x="71846" y="40389"/>
                  <a:pt x="71791" y="40410"/>
                  <a:pt x="71754" y="40460"/>
                </a:cubicBezTo>
                <a:cubicBezTo>
                  <a:pt x="69495" y="42611"/>
                  <a:pt x="67237" y="44896"/>
                  <a:pt x="65678" y="47585"/>
                </a:cubicBezTo>
                <a:cubicBezTo>
                  <a:pt x="65920" y="46859"/>
                  <a:pt x="66215" y="45998"/>
                  <a:pt x="66269" y="45864"/>
                </a:cubicBezTo>
                <a:cubicBezTo>
                  <a:pt x="66672" y="45058"/>
                  <a:pt x="67156" y="44278"/>
                  <a:pt x="67721" y="43579"/>
                </a:cubicBezTo>
                <a:cubicBezTo>
                  <a:pt x="68393" y="42745"/>
                  <a:pt x="69146" y="41993"/>
                  <a:pt x="69952" y="41321"/>
                </a:cubicBezTo>
                <a:lnTo>
                  <a:pt x="69952" y="41348"/>
                </a:lnTo>
                <a:cubicBezTo>
                  <a:pt x="70490" y="40998"/>
                  <a:pt x="71001" y="40568"/>
                  <a:pt x="71485" y="40138"/>
                </a:cubicBezTo>
                <a:cubicBezTo>
                  <a:pt x="71807" y="39896"/>
                  <a:pt x="72103" y="39681"/>
                  <a:pt x="72426" y="39466"/>
                </a:cubicBezTo>
                <a:close/>
                <a:moveTo>
                  <a:pt x="59790" y="46133"/>
                </a:moveTo>
                <a:lnTo>
                  <a:pt x="59790" y="46133"/>
                </a:lnTo>
                <a:cubicBezTo>
                  <a:pt x="59252" y="46644"/>
                  <a:pt x="58715" y="47128"/>
                  <a:pt x="58150" y="47611"/>
                </a:cubicBezTo>
                <a:lnTo>
                  <a:pt x="58096" y="47638"/>
                </a:lnTo>
                <a:cubicBezTo>
                  <a:pt x="58392" y="47316"/>
                  <a:pt x="58715" y="46966"/>
                  <a:pt x="59010" y="46644"/>
                </a:cubicBezTo>
                <a:cubicBezTo>
                  <a:pt x="59279" y="46455"/>
                  <a:pt x="59521" y="46294"/>
                  <a:pt x="59790" y="46133"/>
                </a:cubicBezTo>
                <a:close/>
                <a:moveTo>
                  <a:pt x="86862" y="46805"/>
                </a:moveTo>
                <a:lnTo>
                  <a:pt x="87158" y="47638"/>
                </a:lnTo>
                <a:cubicBezTo>
                  <a:pt x="87077" y="47585"/>
                  <a:pt x="87024" y="47531"/>
                  <a:pt x="86943" y="47477"/>
                </a:cubicBezTo>
                <a:cubicBezTo>
                  <a:pt x="86943" y="47262"/>
                  <a:pt x="86916" y="47020"/>
                  <a:pt x="86862" y="46805"/>
                </a:cubicBezTo>
                <a:close/>
                <a:moveTo>
                  <a:pt x="85071" y="47551"/>
                </a:moveTo>
                <a:cubicBezTo>
                  <a:pt x="85082" y="47558"/>
                  <a:pt x="85098" y="47558"/>
                  <a:pt x="85115" y="47558"/>
                </a:cubicBezTo>
                <a:lnTo>
                  <a:pt x="85115" y="47585"/>
                </a:lnTo>
                <a:lnTo>
                  <a:pt x="85142" y="47692"/>
                </a:lnTo>
                <a:lnTo>
                  <a:pt x="85071" y="47551"/>
                </a:lnTo>
                <a:close/>
                <a:moveTo>
                  <a:pt x="94229" y="46267"/>
                </a:moveTo>
                <a:lnTo>
                  <a:pt x="94229" y="46267"/>
                </a:lnTo>
                <a:cubicBezTo>
                  <a:pt x="94497" y="46509"/>
                  <a:pt x="94739" y="46724"/>
                  <a:pt x="95035" y="46939"/>
                </a:cubicBezTo>
                <a:lnTo>
                  <a:pt x="95008" y="46966"/>
                </a:lnTo>
                <a:cubicBezTo>
                  <a:pt x="95089" y="47235"/>
                  <a:pt x="95169" y="47504"/>
                  <a:pt x="95250" y="47773"/>
                </a:cubicBezTo>
                <a:cubicBezTo>
                  <a:pt x="95035" y="47585"/>
                  <a:pt x="94820" y="47370"/>
                  <a:pt x="94578" y="47154"/>
                </a:cubicBezTo>
                <a:lnTo>
                  <a:pt x="94551" y="47101"/>
                </a:lnTo>
                <a:cubicBezTo>
                  <a:pt x="94444" y="46832"/>
                  <a:pt x="94336" y="46536"/>
                  <a:pt x="94229" y="46267"/>
                </a:cubicBezTo>
                <a:close/>
                <a:moveTo>
                  <a:pt x="95600" y="47396"/>
                </a:moveTo>
                <a:lnTo>
                  <a:pt x="95815" y="47558"/>
                </a:lnTo>
                <a:cubicBezTo>
                  <a:pt x="95868" y="47719"/>
                  <a:pt x="95895" y="47853"/>
                  <a:pt x="95949" y="48015"/>
                </a:cubicBezTo>
                <a:lnTo>
                  <a:pt x="95922" y="48015"/>
                </a:lnTo>
                <a:cubicBezTo>
                  <a:pt x="95815" y="47800"/>
                  <a:pt x="95707" y="47611"/>
                  <a:pt x="95600" y="47396"/>
                </a:cubicBezTo>
                <a:close/>
                <a:moveTo>
                  <a:pt x="76646" y="47289"/>
                </a:moveTo>
                <a:cubicBezTo>
                  <a:pt x="76673" y="47450"/>
                  <a:pt x="76727" y="47638"/>
                  <a:pt x="76754" y="47773"/>
                </a:cubicBezTo>
                <a:lnTo>
                  <a:pt x="76646" y="48069"/>
                </a:lnTo>
                <a:lnTo>
                  <a:pt x="76458" y="47585"/>
                </a:lnTo>
                <a:cubicBezTo>
                  <a:pt x="76512" y="47477"/>
                  <a:pt x="76593" y="47396"/>
                  <a:pt x="76620" y="47289"/>
                </a:cubicBezTo>
                <a:close/>
                <a:moveTo>
                  <a:pt x="71586" y="47888"/>
                </a:moveTo>
                <a:lnTo>
                  <a:pt x="71727" y="48122"/>
                </a:lnTo>
                <a:cubicBezTo>
                  <a:pt x="71700" y="48095"/>
                  <a:pt x="71673" y="48095"/>
                  <a:pt x="71646" y="48095"/>
                </a:cubicBezTo>
                <a:lnTo>
                  <a:pt x="71565" y="47961"/>
                </a:lnTo>
                <a:cubicBezTo>
                  <a:pt x="71576" y="47930"/>
                  <a:pt x="71582" y="47906"/>
                  <a:pt x="71586" y="47888"/>
                </a:cubicBezTo>
                <a:close/>
                <a:moveTo>
                  <a:pt x="71619" y="47101"/>
                </a:moveTo>
                <a:cubicBezTo>
                  <a:pt x="71754" y="47450"/>
                  <a:pt x="71888" y="47800"/>
                  <a:pt x="72022" y="48176"/>
                </a:cubicBezTo>
                <a:cubicBezTo>
                  <a:pt x="71888" y="47961"/>
                  <a:pt x="71727" y="47773"/>
                  <a:pt x="71592" y="47558"/>
                </a:cubicBezTo>
                <a:lnTo>
                  <a:pt x="71619" y="47101"/>
                </a:lnTo>
                <a:close/>
                <a:moveTo>
                  <a:pt x="77345" y="47827"/>
                </a:moveTo>
                <a:lnTo>
                  <a:pt x="77345" y="47827"/>
                </a:lnTo>
                <a:cubicBezTo>
                  <a:pt x="77292" y="47961"/>
                  <a:pt x="77238" y="48122"/>
                  <a:pt x="77211" y="48257"/>
                </a:cubicBezTo>
                <a:lnTo>
                  <a:pt x="77184" y="48149"/>
                </a:lnTo>
                <a:lnTo>
                  <a:pt x="77345" y="47827"/>
                </a:lnTo>
                <a:close/>
                <a:moveTo>
                  <a:pt x="79442" y="45998"/>
                </a:moveTo>
                <a:cubicBezTo>
                  <a:pt x="79442" y="46025"/>
                  <a:pt x="79415" y="46079"/>
                  <a:pt x="79389" y="46160"/>
                </a:cubicBezTo>
                <a:cubicBezTo>
                  <a:pt x="79254" y="46751"/>
                  <a:pt x="78851" y="47370"/>
                  <a:pt x="78582" y="47880"/>
                </a:cubicBezTo>
                <a:lnTo>
                  <a:pt x="78394" y="48257"/>
                </a:lnTo>
                <a:cubicBezTo>
                  <a:pt x="78421" y="48149"/>
                  <a:pt x="78448" y="48069"/>
                  <a:pt x="78448" y="47988"/>
                </a:cubicBezTo>
                <a:lnTo>
                  <a:pt x="78421" y="47961"/>
                </a:lnTo>
                <a:cubicBezTo>
                  <a:pt x="78501" y="47746"/>
                  <a:pt x="78555" y="47558"/>
                  <a:pt x="78636" y="47343"/>
                </a:cubicBezTo>
                <a:cubicBezTo>
                  <a:pt x="78636" y="47262"/>
                  <a:pt x="78609" y="47208"/>
                  <a:pt x="78582" y="47154"/>
                </a:cubicBezTo>
                <a:cubicBezTo>
                  <a:pt x="78770" y="46805"/>
                  <a:pt x="79012" y="46455"/>
                  <a:pt x="79308" y="46160"/>
                </a:cubicBezTo>
                <a:cubicBezTo>
                  <a:pt x="79362" y="46106"/>
                  <a:pt x="79415" y="46052"/>
                  <a:pt x="79442" y="45998"/>
                </a:cubicBezTo>
                <a:close/>
                <a:moveTo>
                  <a:pt x="56618" y="47719"/>
                </a:moveTo>
                <a:cubicBezTo>
                  <a:pt x="56618" y="47746"/>
                  <a:pt x="56645" y="47773"/>
                  <a:pt x="56645" y="47800"/>
                </a:cubicBezTo>
                <a:lnTo>
                  <a:pt x="56403" y="48203"/>
                </a:lnTo>
                <a:lnTo>
                  <a:pt x="56322" y="48284"/>
                </a:lnTo>
                <a:cubicBezTo>
                  <a:pt x="56430" y="48095"/>
                  <a:pt x="56537" y="47907"/>
                  <a:pt x="56618" y="47719"/>
                </a:cubicBezTo>
                <a:close/>
                <a:moveTo>
                  <a:pt x="70463" y="46455"/>
                </a:moveTo>
                <a:lnTo>
                  <a:pt x="70597" y="46671"/>
                </a:lnTo>
                <a:cubicBezTo>
                  <a:pt x="70167" y="47208"/>
                  <a:pt x="69791" y="47746"/>
                  <a:pt x="69415" y="48310"/>
                </a:cubicBezTo>
                <a:lnTo>
                  <a:pt x="70463" y="46455"/>
                </a:lnTo>
                <a:close/>
                <a:moveTo>
                  <a:pt x="86997" y="47692"/>
                </a:moveTo>
                <a:lnTo>
                  <a:pt x="87266" y="47880"/>
                </a:lnTo>
                <a:lnTo>
                  <a:pt x="87427" y="48337"/>
                </a:lnTo>
                <a:cubicBezTo>
                  <a:pt x="87292" y="48230"/>
                  <a:pt x="87185" y="48149"/>
                  <a:pt x="87051" y="48042"/>
                </a:cubicBezTo>
                <a:lnTo>
                  <a:pt x="87051" y="47988"/>
                </a:lnTo>
                <a:cubicBezTo>
                  <a:pt x="87051" y="47880"/>
                  <a:pt x="87024" y="47773"/>
                  <a:pt x="86997" y="47692"/>
                </a:cubicBezTo>
                <a:close/>
                <a:moveTo>
                  <a:pt x="42480" y="48029"/>
                </a:moveTo>
                <a:lnTo>
                  <a:pt x="41536" y="48310"/>
                </a:lnTo>
                <a:cubicBezTo>
                  <a:pt x="41428" y="48310"/>
                  <a:pt x="41294" y="48337"/>
                  <a:pt x="41160" y="48364"/>
                </a:cubicBezTo>
                <a:cubicBezTo>
                  <a:pt x="41607" y="48252"/>
                  <a:pt x="42041" y="48141"/>
                  <a:pt x="42480" y="48029"/>
                </a:cubicBezTo>
                <a:close/>
                <a:moveTo>
                  <a:pt x="88690" y="43471"/>
                </a:moveTo>
                <a:lnTo>
                  <a:pt x="88690" y="43471"/>
                </a:lnTo>
                <a:cubicBezTo>
                  <a:pt x="88879" y="43552"/>
                  <a:pt x="89067" y="43660"/>
                  <a:pt x="89255" y="43767"/>
                </a:cubicBezTo>
                <a:cubicBezTo>
                  <a:pt x="89309" y="43821"/>
                  <a:pt x="89389" y="43901"/>
                  <a:pt x="89470" y="43955"/>
                </a:cubicBezTo>
                <a:cubicBezTo>
                  <a:pt x="89896" y="44355"/>
                  <a:pt x="93540" y="48500"/>
                  <a:pt x="93766" y="48500"/>
                </a:cubicBezTo>
                <a:cubicBezTo>
                  <a:pt x="93768" y="48500"/>
                  <a:pt x="93770" y="48499"/>
                  <a:pt x="93772" y="48499"/>
                </a:cubicBezTo>
                <a:lnTo>
                  <a:pt x="93772" y="48499"/>
                </a:lnTo>
                <a:lnTo>
                  <a:pt x="93745" y="48526"/>
                </a:lnTo>
                <a:cubicBezTo>
                  <a:pt x="93731" y="48531"/>
                  <a:pt x="93716" y="48534"/>
                  <a:pt x="93699" y="48534"/>
                </a:cubicBezTo>
                <a:cubicBezTo>
                  <a:pt x="93225" y="48534"/>
                  <a:pt x="91287" y="46471"/>
                  <a:pt x="90976" y="46160"/>
                </a:cubicBezTo>
                <a:cubicBezTo>
                  <a:pt x="90734" y="45945"/>
                  <a:pt x="90519" y="45703"/>
                  <a:pt x="90277" y="45461"/>
                </a:cubicBezTo>
                <a:cubicBezTo>
                  <a:pt x="89766" y="44789"/>
                  <a:pt x="89228" y="44117"/>
                  <a:pt x="88690" y="43471"/>
                </a:cubicBezTo>
                <a:close/>
                <a:moveTo>
                  <a:pt x="76404" y="47665"/>
                </a:moveTo>
                <a:lnTo>
                  <a:pt x="76593" y="48122"/>
                </a:lnTo>
                <a:cubicBezTo>
                  <a:pt x="76539" y="48284"/>
                  <a:pt x="76458" y="48445"/>
                  <a:pt x="76378" y="48606"/>
                </a:cubicBezTo>
                <a:cubicBezTo>
                  <a:pt x="76324" y="48472"/>
                  <a:pt x="76243" y="48310"/>
                  <a:pt x="76162" y="48176"/>
                </a:cubicBezTo>
                <a:cubicBezTo>
                  <a:pt x="76162" y="48149"/>
                  <a:pt x="76136" y="48149"/>
                  <a:pt x="76109" y="48149"/>
                </a:cubicBezTo>
                <a:lnTo>
                  <a:pt x="76109" y="48122"/>
                </a:lnTo>
                <a:cubicBezTo>
                  <a:pt x="76216" y="47961"/>
                  <a:pt x="76297" y="47800"/>
                  <a:pt x="76404" y="47665"/>
                </a:cubicBezTo>
                <a:close/>
                <a:moveTo>
                  <a:pt x="57559" y="47773"/>
                </a:moveTo>
                <a:cubicBezTo>
                  <a:pt x="57397" y="47988"/>
                  <a:pt x="57236" y="48203"/>
                  <a:pt x="57048" y="48445"/>
                </a:cubicBezTo>
                <a:lnTo>
                  <a:pt x="56779" y="48660"/>
                </a:lnTo>
                <a:cubicBezTo>
                  <a:pt x="56940" y="48445"/>
                  <a:pt x="57129" y="48230"/>
                  <a:pt x="57290" y="47988"/>
                </a:cubicBezTo>
                <a:lnTo>
                  <a:pt x="57559" y="47773"/>
                </a:lnTo>
                <a:close/>
                <a:moveTo>
                  <a:pt x="45273" y="47611"/>
                </a:moveTo>
                <a:lnTo>
                  <a:pt x="45273" y="47611"/>
                </a:lnTo>
                <a:cubicBezTo>
                  <a:pt x="45192" y="47961"/>
                  <a:pt x="45138" y="48337"/>
                  <a:pt x="45111" y="48687"/>
                </a:cubicBezTo>
                <a:cubicBezTo>
                  <a:pt x="45085" y="48337"/>
                  <a:pt x="45031" y="48015"/>
                  <a:pt x="44977" y="47692"/>
                </a:cubicBezTo>
                <a:lnTo>
                  <a:pt x="45111" y="47638"/>
                </a:lnTo>
                <a:lnTo>
                  <a:pt x="45273" y="47611"/>
                </a:lnTo>
                <a:close/>
                <a:moveTo>
                  <a:pt x="96460" y="45004"/>
                </a:moveTo>
                <a:lnTo>
                  <a:pt x="96460" y="45004"/>
                </a:lnTo>
                <a:cubicBezTo>
                  <a:pt x="96836" y="45192"/>
                  <a:pt x="97213" y="45380"/>
                  <a:pt x="97589" y="45568"/>
                </a:cubicBezTo>
                <a:cubicBezTo>
                  <a:pt x="97723" y="46644"/>
                  <a:pt x="97858" y="47719"/>
                  <a:pt x="98019" y="48794"/>
                </a:cubicBezTo>
                <a:cubicBezTo>
                  <a:pt x="97535" y="47531"/>
                  <a:pt x="97024" y="46240"/>
                  <a:pt x="96460" y="45004"/>
                </a:cubicBezTo>
                <a:close/>
                <a:moveTo>
                  <a:pt x="87803" y="47101"/>
                </a:moveTo>
                <a:cubicBezTo>
                  <a:pt x="88099" y="47692"/>
                  <a:pt x="88422" y="48284"/>
                  <a:pt x="88717" y="48875"/>
                </a:cubicBezTo>
                <a:cubicBezTo>
                  <a:pt x="88556" y="48741"/>
                  <a:pt x="88341" y="48579"/>
                  <a:pt x="88153" y="48418"/>
                </a:cubicBezTo>
                <a:cubicBezTo>
                  <a:pt x="88045" y="47988"/>
                  <a:pt x="87938" y="47531"/>
                  <a:pt x="87803" y="47101"/>
                </a:cubicBezTo>
                <a:close/>
                <a:moveTo>
                  <a:pt x="101353" y="48122"/>
                </a:moveTo>
                <a:lnTo>
                  <a:pt x="101353" y="48122"/>
                </a:lnTo>
                <a:cubicBezTo>
                  <a:pt x="101487" y="48230"/>
                  <a:pt x="101595" y="48337"/>
                  <a:pt x="101702" y="48445"/>
                </a:cubicBezTo>
                <a:cubicBezTo>
                  <a:pt x="101649" y="48472"/>
                  <a:pt x="101622" y="48552"/>
                  <a:pt x="101622" y="48633"/>
                </a:cubicBezTo>
                <a:cubicBezTo>
                  <a:pt x="101600" y="48720"/>
                  <a:pt x="101596" y="48807"/>
                  <a:pt x="101595" y="48893"/>
                </a:cubicBezTo>
                <a:lnTo>
                  <a:pt x="101595" y="48893"/>
                </a:lnTo>
                <a:lnTo>
                  <a:pt x="101541" y="48767"/>
                </a:lnTo>
                <a:cubicBezTo>
                  <a:pt x="101514" y="48741"/>
                  <a:pt x="101487" y="48714"/>
                  <a:pt x="101433" y="48714"/>
                </a:cubicBezTo>
                <a:lnTo>
                  <a:pt x="101353" y="48122"/>
                </a:lnTo>
                <a:close/>
                <a:moveTo>
                  <a:pt x="76969" y="48579"/>
                </a:moveTo>
                <a:cubicBezTo>
                  <a:pt x="76996" y="48687"/>
                  <a:pt x="77023" y="48767"/>
                  <a:pt x="77050" y="48821"/>
                </a:cubicBezTo>
                <a:cubicBezTo>
                  <a:pt x="77050" y="48875"/>
                  <a:pt x="77050" y="48875"/>
                  <a:pt x="77023" y="48902"/>
                </a:cubicBezTo>
                <a:cubicBezTo>
                  <a:pt x="76969" y="48821"/>
                  <a:pt x="76942" y="48767"/>
                  <a:pt x="76915" y="48714"/>
                </a:cubicBezTo>
                <a:lnTo>
                  <a:pt x="76969" y="48579"/>
                </a:lnTo>
                <a:close/>
                <a:moveTo>
                  <a:pt x="86701" y="43149"/>
                </a:moveTo>
                <a:cubicBezTo>
                  <a:pt x="87024" y="43713"/>
                  <a:pt x="87373" y="44278"/>
                  <a:pt x="87723" y="44842"/>
                </a:cubicBezTo>
                <a:cubicBezTo>
                  <a:pt x="88287" y="46187"/>
                  <a:pt x="88798" y="47558"/>
                  <a:pt x="89255" y="48983"/>
                </a:cubicBezTo>
                <a:cubicBezTo>
                  <a:pt x="88395" y="47262"/>
                  <a:pt x="87508" y="45541"/>
                  <a:pt x="86620" y="43848"/>
                </a:cubicBezTo>
                <a:cubicBezTo>
                  <a:pt x="86647" y="43821"/>
                  <a:pt x="86674" y="43767"/>
                  <a:pt x="86674" y="43740"/>
                </a:cubicBezTo>
                <a:cubicBezTo>
                  <a:pt x="86674" y="43552"/>
                  <a:pt x="86701" y="43364"/>
                  <a:pt x="86701" y="43149"/>
                </a:cubicBezTo>
                <a:close/>
                <a:moveTo>
                  <a:pt x="80061" y="48633"/>
                </a:moveTo>
                <a:lnTo>
                  <a:pt x="80061" y="48687"/>
                </a:lnTo>
                <a:cubicBezTo>
                  <a:pt x="79960" y="48787"/>
                  <a:pt x="79860" y="48902"/>
                  <a:pt x="79771" y="49021"/>
                </a:cubicBezTo>
                <a:lnTo>
                  <a:pt x="79771" y="49021"/>
                </a:lnTo>
                <a:cubicBezTo>
                  <a:pt x="79868" y="48883"/>
                  <a:pt x="79956" y="48758"/>
                  <a:pt x="80061" y="48633"/>
                </a:cubicBezTo>
                <a:close/>
                <a:moveTo>
                  <a:pt x="41549" y="48788"/>
                </a:moveTo>
                <a:cubicBezTo>
                  <a:pt x="41419" y="48864"/>
                  <a:pt x="41289" y="48944"/>
                  <a:pt x="41160" y="49036"/>
                </a:cubicBezTo>
                <a:cubicBezTo>
                  <a:pt x="41133" y="48983"/>
                  <a:pt x="41106" y="48956"/>
                  <a:pt x="41079" y="48956"/>
                </a:cubicBezTo>
                <a:cubicBezTo>
                  <a:pt x="41232" y="48917"/>
                  <a:pt x="41386" y="48852"/>
                  <a:pt x="41549" y="48788"/>
                </a:cubicBezTo>
                <a:close/>
                <a:moveTo>
                  <a:pt x="43955" y="48069"/>
                </a:moveTo>
                <a:lnTo>
                  <a:pt x="43955" y="48069"/>
                </a:lnTo>
                <a:cubicBezTo>
                  <a:pt x="43875" y="48257"/>
                  <a:pt x="43767" y="48418"/>
                  <a:pt x="43687" y="48606"/>
                </a:cubicBezTo>
                <a:lnTo>
                  <a:pt x="43687" y="48579"/>
                </a:lnTo>
                <a:cubicBezTo>
                  <a:pt x="43633" y="48606"/>
                  <a:pt x="43579" y="48660"/>
                  <a:pt x="43579" y="48741"/>
                </a:cubicBezTo>
                <a:lnTo>
                  <a:pt x="43579" y="48794"/>
                </a:lnTo>
                <a:cubicBezTo>
                  <a:pt x="43552" y="48902"/>
                  <a:pt x="43498" y="48983"/>
                  <a:pt x="43445" y="49090"/>
                </a:cubicBezTo>
                <a:cubicBezTo>
                  <a:pt x="43445" y="48821"/>
                  <a:pt x="43418" y="48526"/>
                  <a:pt x="43418" y="48257"/>
                </a:cubicBezTo>
                <a:lnTo>
                  <a:pt x="43955" y="48069"/>
                </a:lnTo>
                <a:close/>
                <a:moveTo>
                  <a:pt x="78286" y="47289"/>
                </a:moveTo>
                <a:lnTo>
                  <a:pt x="78152" y="47773"/>
                </a:lnTo>
                <a:lnTo>
                  <a:pt x="78152" y="47800"/>
                </a:lnTo>
                <a:cubicBezTo>
                  <a:pt x="78098" y="47827"/>
                  <a:pt x="78071" y="47880"/>
                  <a:pt x="78071" y="47934"/>
                </a:cubicBezTo>
                <a:cubicBezTo>
                  <a:pt x="77829" y="48310"/>
                  <a:pt x="77614" y="48714"/>
                  <a:pt x="77426" y="49117"/>
                </a:cubicBezTo>
                <a:lnTo>
                  <a:pt x="77426" y="49063"/>
                </a:lnTo>
                <a:cubicBezTo>
                  <a:pt x="77534" y="48821"/>
                  <a:pt x="77641" y="48606"/>
                  <a:pt x="77749" y="48364"/>
                </a:cubicBezTo>
                <a:cubicBezTo>
                  <a:pt x="77937" y="48015"/>
                  <a:pt x="78098" y="47638"/>
                  <a:pt x="78286" y="47289"/>
                </a:cubicBezTo>
                <a:close/>
                <a:moveTo>
                  <a:pt x="44224" y="48015"/>
                </a:moveTo>
                <a:lnTo>
                  <a:pt x="44224" y="48015"/>
                </a:lnTo>
                <a:cubicBezTo>
                  <a:pt x="44197" y="48418"/>
                  <a:pt x="44117" y="48848"/>
                  <a:pt x="43955" y="49225"/>
                </a:cubicBezTo>
                <a:cubicBezTo>
                  <a:pt x="43955" y="49117"/>
                  <a:pt x="43955" y="49009"/>
                  <a:pt x="43955" y="48875"/>
                </a:cubicBezTo>
                <a:cubicBezTo>
                  <a:pt x="44090" y="48606"/>
                  <a:pt x="44171" y="48310"/>
                  <a:pt x="44224" y="48015"/>
                </a:cubicBezTo>
                <a:close/>
                <a:moveTo>
                  <a:pt x="66941" y="44278"/>
                </a:moveTo>
                <a:cubicBezTo>
                  <a:pt x="65920" y="45676"/>
                  <a:pt x="65248" y="47316"/>
                  <a:pt x="64952" y="49036"/>
                </a:cubicBezTo>
                <a:cubicBezTo>
                  <a:pt x="64898" y="49144"/>
                  <a:pt x="64871" y="49225"/>
                  <a:pt x="64817" y="49332"/>
                </a:cubicBezTo>
                <a:cubicBezTo>
                  <a:pt x="64764" y="49144"/>
                  <a:pt x="64764" y="48956"/>
                  <a:pt x="64737" y="48767"/>
                </a:cubicBezTo>
                <a:lnTo>
                  <a:pt x="64791" y="48767"/>
                </a:lnTo>
                <a:cubicBezTo>
                  <a:pt x="64817" y="48391"/>
                  <a:pt x="64844" y="48015"/>
                  <a:pt x="64871" y="47638"/>
                </a:cubicBezTo>
                <a:cubicBezTo>
                  <a:pt x="65006" y="47343"/>
                  <a:pt x="65113" y="47047"/>
                  <a:pt x="65194" y="46724"/>
                </a:cubicBezTo>
                <a:cubicBezTo>
                  <a:pt x="65409" y="46375"/>
                  <a:pt x="65597" y="46025"/>
                  <a:pt x="65785" y="45649"/>
                </a:cubicBezTo>
                <a:cubicBezTo>
                  <a:pt x="66162" y="45192"/>
                  <a:pt x="66538" y="44708"/>
                  <a:pt x="66941" y="44278"/>
                </a:cubicBezTo>
                <a:close/>
                <a:moveTo>
                  <a:pt x="84308" y="48418"/>
                </a:moveTo>
                <a:cubicBezTo>
                  <a:pt x="84577" y="48714"/>
                  <a:pt x="84846" y="49009"/>
                  <a:pt x="85088" y="49332"/>
                </a:cubicBezTo>
                <a:cubicBezTo>
                  <a:pt x="84846" y="49090"/>
                  <a:pt x="84658" y="48848"/>
                  <a:pt x="84550" y="48741"/>
                </a:cubicBezTo>
                <a:lnTo>
                  <a:pt x="84308" y="48418"/>
                </a:lnTo>
                <a:close/>
                <a:moveTo>
                  <a:pt x="76861" y="48794"/>
                </a:moveTo>
                <a:cubicBezTo>
                  <a:pt x="76888" y="48902"/>
                  <a:pt x="76942" y="49009"/>
                  <a:pt x="76969" y="49117"/>
                </a:cubicBezTo>
                <a:cubicBezTo>
                  <a:pt x="76969" y="49144"/>
                  <a:pt x="76942" y="49198"/>
                  <a:pt x="76942" y="49251"/>
                </a:cubicBezTo>
                <a:cubicBezTo>
                  <a:pt x="76888" y="49359"/>
                  <a:pt x="76835" y="49466"/>
                  <a:pt x="76781" y="49574"/>
                </a:cubicBezTo>
                <a:cubicBezTo>
                  <a:pt x="76754" y="49466"/>
                  <a:pt x="76700" y="49359"/>
                  <a:pt x="76673" y="49251"/>
                </a:cubicBezTo>
                <a:cubicBezTo>
                  <a:pt x="76727" y="49117"/>
                  <a:pt x="76781" y="48983"/>
                  <a:pt x="76835" y="48848"/>
                </a:cubicBezTo>
                <a:lnTo>
                  <a:pt x="76835" y="48875"/>
                </a:lnTo>
                <a:lnTo>
                  <a:pt x="76861" y="48794"/>
                </a:lnTo>
                <a:close/>
                <a:moveTo>
                  <a:pt x="99390" y="46644"/>
                </a:moveTo>
                <a:lnTo>
                  <a:pt x="99874" y="46993"/>
                </a:lnTo>
                <a:cubicBezTo>
                  <a:pt x="99874" y="47880"/>
                  <a:pt x="99901" y="48767"/>
                  <a:pt x="99928" y="49628"/>
                </a:cubicBezTo>
                <a:cubicBezTo>
                  <a:pt x="99767" y="48633"/>
                  <a:pt x="99578" y="47638"/>
                  <a:pt x="99390" y="46644"/>
                </a:cubicBezTo>
                <a:close/>
                <a:moveTo>
                  <a:pt x="61672" y="48552"/>
                </a:moveTo>
                <a:lnTo>
                  <a:pt x="61672" y="48848"/>
                </a:lnTo>
                <a:lnTo>
                  <a:pt x="61269" y="49682"/>
                </a:lnTo>
                <a:cubicBezTo>
                  <a:pt x="61242" y="49520"/>
                  <a:pt x="61215" y="49386"/>
                  <a:pt x="61188" y="49251"/>
                </a:cubicBezTo>
                <a:cubicBezTo>
                  <a:pt x="61215" y="49225"/>
                  <a:pt x="61215" y="49225"/>
                  <a:pt x="61215" y="49225"/>
                </a:cubicBezTo>
                <a:cubicBezTo>
                  <a:pt x="61376" y="48983"/>
                  <a:pt x="61538" y="48767"/>
                  <a:pt x="61672" y="48552"/>
                </a:cubicBezTo>
                <a:close/>
                <a:moveTo>
                  <a:pt x="80760" y="43794"/>
                </a:moveTo>
                <a:lnTo>
                  <a:pt x="80760" y="43794"/>
                </a:lnTo>
                <a:cubicBezTo>
                  <a:pt x="80813" y="43848"/>
                  <a:pt x="80867" y="43901"/>
                  <a:pt x="80948" y="43928"/>
                </a:cubicBezTo>
                <a:lnTo>
                  <a:pt x="81136" y="43982"/>
                </a:lnTo>
                <a:cubicBezTo>
                  <a:pt x="81889" y="44681"/>
                  <a:pt x="82588" y="45353"/>
                  <a:pt x="83287" y="46079"/>
                </a:cubicBezTo>
                <a:cubicBezTo>
                  <a:pt x="83367" y="46267"/>
                  <a:pt x="83448" y="46429"/>
                  <a:pt x="83529" y="46617"/>
                </a:cubicBezTo>
                <a:cubicBezTo>
                  <a:pt x="83593" y="46744"/>
                  <a:pt x="83724" y="46822"/>
                  <a:pt x="83856" y="46822"/>
                </a:cubicBezTo>
                <a:cubicBezTo>
                  <a:pt x="83890" y="46822"/>
                  <a:pt x="83925" y="46816"/>
                  <a:pt x="83959" y="46805"/>
                </a:cubicBezTo>
                <a:cubicBezTo>
                  <a:pt x="84416" y="47289"/>
                  <a:pt x="84873" y="47800"/>
                  <a:pt x="85303" y="48310"/>
                </a:cubicBezTo>
                <a:cubicBezTo>
                  <a:pt x="85411" y="48767"/>
                  <a:pt x="85437" y="49225"/>
                  <a:pt x="85437" y="49708"/>
                </a:cubicBezTo>
                <a:lnTo>
                  <a:pt x="85384" y="49655"/>
                </a:lnTo>
                <a:cubicBezTo>
                  <a:pt x="85007" y="49009"/>
                  <a:pt x="84550" y="48391"/>
                  <a:pt x="84039" y="47853"/>
                </a:cubicBezTo>
                <a:cubicBezTo>
                  <a:pt x="83824" y="47638"/>
                  <a:pt x="83636" y="47423"/>
                  <a:pt x="83394" y="47235"/>
                </a:cubicBezTo>
                <a:cubicBezTo>
                  <a:pt x="83287" y="47047"/>
                  <a:pt x="83152" y="46859"/>
                  <a:pt x="83018" y="46697"/>
                </a:cubicBezTo>
                <a:cubicBezTo>
                  <a:pt x="82346" y="45703"/>
                  <a:pt x="81512" y="44816"/>
                  <a:pt x="80571" y="44063"/>
                </a:cubicBezTo>
                <a:cubicBezTo>
                  <a:pt x="80706" y="44036"/>
                  <a:pt x="80787" y="43901"/>
                  <a:pt x="80760" y="43794"/>
                </a:cubicBezTo>
                <a:close/>
                <a:moveTo>
                  <a:pt x="88207" y="48660"/>
                </a:moveTo>
                <a:lnTo>
                  <a:pt x="88207" y="48660"/>
                </a:lnTo>
                <a:cubicBezTo>
                  <a:pt x="88448" y="48848"/>
                  <a:pt x="88690" y="49036"/>
                  <a:pt x="88905" y="49251"/>
                </a:cubicBezTo>
                <a:cubicBezTo>
                  <a:pt x="89013" y="49440"/>
                  <a:pt x="89094" y="49628"/>
                  <a:pt x="89201" y="49816"/>
                </a:cubicBezTo>
                <a:cubicBezTo>
                  <a:pt x="88905" y="49574"/>
                  <a:pt x="88610" y="49305"/>
                  <a:pt x="88314" y="49063"/>
                </a:cubicBezTo>
                <a:lnTo>
                  <a:pt x="88314" y="49036"/>
                </a:lnTo>
                <a:cubicBezTo>
                  <a:pt x="88287" y="48929"/>
                  <a:pt x="88260" y="48794"/>
                  <a:pt x="88207" y="48660"/>
                </a:cubicBezTo>
                <a:close/>
                <a:moveTo>
                  <a:pt x="95089" y="48015"/>
                </a:moveTo>
                <a:lnTo>
                  <a:pt x="95411" y="48230"/>
                </a:lnTo>
                <a:cubicBezTo>
                  <a:pt x="95600" y="48767"/>
                  <a:pt x="95788" y="49305"/>
                  <a:pt x="95976" y="49816"/>
                </a:cubicBezTo>
                <a:cubicBezTo>
                  <a:pt x="95707" y="49198"/>
                  <a:pt x="95411" y="48606"/>
                  <a:pt x="95089" y="48015"/>
                </a:cubicBezTo>
                <a:close/>
                <a:moveTo>
                  <a:pt x="40138" y="49386"/>
                </a:moveTo>
                <a:lnTo>
                  <a:pt x="40138" y="49386"/>
                </a:lnTo>
                <a:cubicBezTo>
                  <a:pt x="39842" y="49520"/>
                  <a:pt x="39546" y="49682"/>
                  <a:pt x="39251" y="49843"/>
                </a:cubicBezTo>
                <a:lnTo>
                  <a:pt x="39251" y="49789"/>
                </a:lnTo>
                <a:lnTo>
                  <a:pt x="40138" y="49386"/>
                </a:lnTo>
                <a:close/>
                <a:moveTo>
                  <a:pt x="77883" y="48418"/>
                </a:moveTo>
                <a:lnTo>
                  <a:pt x="77883" y="48418"/>
                </a:lnTo>
                <a:cubicBezTo>
                  <a:pt x="77776" y="48741"/>
                  <a:pt x="77668" y="49090"/>
                  <a:pt x="77641" y="49144"/>
                </a:cubicBezTo>
                <a:cubicBezTo>
                  <a:pt x="77582" y="49342"/>
                  <a:pt x="77435" y="49919"/>
                  <a:pt x="77372" y="49919"/>
                </a:cubicBezTo>
                <a:cubicBezTo>
                  <a:pt x="77350" y="49919"/>
                  <a:pt x="77338" y="49846"/>
                  <a:pt x="77345" y="49655"/>
                </a:cubicBezTo>
                <a:cubicBezTo>
                  <a:pt x="77345" y="49628"/>
                  <a:pt x="77372" y="49601"/>
                  <a:pt x="77372" y="49574"/>
                </a:cubicBezTo>
                <a:lnTo>
                  <a:pt x="77372" y="49466"/>
                </a:lnTo>
                <a:lnTo>
                  <a:pt x="77372" y="49413"/>
                </a:lnTo>
                <a:cubicBezTo>
                  <a:pt x="77534" y="49090"/>
                  <a:pt x="77695" y="48741"/>
                  <a:pt x="77883" y="48418"/>
                </a:cubicBezTo>
                <a:close/>
                <a:moveTo>
                  <a:pt x="85653" y="47746"/>
                </a:moveTo>
                <a:lnTo>
                  <a:pt x="86378" y="48633"/>
                </a:lnTo>
                <a:cubicBezTo>
                  <a:pt x="86244" y="48983"/>
                  <a:pt x="86136" y="49332"/>
                  <a:pt x="86029" y="49682"/>
                </a:cubicBezTo>
                <a:lnTo>
                  <a:pt x="85921" y="49359"/>
                </a:lnTo>
                <a:cubicBezTo>
                  <a:pt x="85921" y="49350"/>
                  <a:pt x="85915" y="49347"/>
                  <a:pt x="85908" y="49347"/>
                </a:cubicBezTo>
                <a:cubicBezTo>
                  <a:pt x="85894" y="49347"/>
                  <a:pt x="85877" y="49359"/>
                  <a:pt x="85894" y="49359"/>
                </a:cubicBezTo>
                <a:cubicBezTo>
                  <a:pt x="86022" y="49789"/>
                  <a:pt x="85998" y="49946"/>
                  <a:pt x="85885" y="49946"/>
                </a:cubicBezTo>
                <a:cubicBezTo>
                  <a:pt x="85807" y="49946"/>
                  <a:pt x="85687" y="49872"/>
                  <a:pt x="85545" y="49762"/>
                </a:cubicBezTo>
                <a:cubicBezTo>
                  <a:pt x="85545" y="49332"/>
                  <a:pt x="85518" y="48875"/>
                  <a:pt x="85437" y="48418"/>
                </a:cubicBezTo>
                <a:lnTo>
                  <a:pt x="85437" y="48418"/>
                </a:lnTo>
                <a:lnTo>
                  <a:pt x="85464" y="48472"/>
                </a:lnTo>
                <a:cubicBezTo>
                  <a:pt x="85486" y="48486"/>
                  <a:pt x="85511" y="48493"/>
                  <a:pt x="85536" y="48493"/>
                </a:cubicBezTo>
                <a:cubicBezTo>
                  <a:pt x="85604" y="48493"/>
                  <a:pt x="85665" y="48443"/>
                  <a:pt x="85626" y="48364"/>
                </a:cubicBezTo>
                <a:lnTo>
                  <a:pt x="85518" y="48203"/>
                </a:lnTo>
                <a:cubicBezTo>
                  <a:pt x="85626" y="48203"/>
                  <a:pt x="85733" y="48095"/>
                  <a:pt x="85706" y="47988"/>
                </a:cubicBezTo>
                <a:cubicBezTo>
                  <a:pt x="85679" y="47907"/>
                  <a:pt x="85653" y="47827"/>
                  <a:pt x="85653" y="47746"/>
                </a:cubicBezTo>
                <a:close/>
                <a:moveTo>
                  <a:pt x="79792" y="46939"/>
                </a:moveTo>
                <a:cubicBezTo>
                  <a:pt x="79846" y="47208"/>
                  <a:pt x="79872" y="47504"/>
                  <a:pt x="79926" y="47773"/>
                </a:cubicBezTo>
                <a:cubicBezTo>
                  <a:pt x="79389" y="48472"/>
                  <a:pt x="78851" y="49198"/>
                  <a:pt x="78367" y="49950"/>
                </a:cubicBezTo>
                <a:cubicBezTo>
                  <a:pt x="78824" y="48956"/>
                  <a:pt x="79308" y="47934"/>
                  <a:pt x="79792" y="46939"/>
                </a:cubicBezTo>
                <a:close/>
                <a:moveTo>
                  <a:pt x="56241" y="48902"/>
                </a:moveTo>
                <a:cubicBezTo>
                  <a:pt x="56295" y="48929"/>
                  <a:pt x="56322" y="48956"/>
                  <a:pt x="56376" y="48956"/>
                </a:cubicBezTo>
                <a:cubicBezTo>
                  <a:pt x="56107" y="49171"/>
                  <a:pt x="55838" y="49386"/>
                  <a:pt x="55569" y="49601"/>
                </a:cubicBezTo>
                <a:lnTo>
                  <a:pt x="55112" y="49977"/>
                </a:lnTo>
                <a:lnTo>
                  <a:pt x="55112" y="49977"/>
                </a:lnTo>
                <a:cubicBezTo>
                  <a:pt x="55489" y="49601"/>
                  <a:pt x="55865" y="49251"/>
                  <a:pt x="56241" y="48902"/>
                </a:cubicBezTo>
                <a:close/>
                <a:moveTo>
                  <a:pt x="86427" y="48843"/>
                </a:moveTo>
                <a:cubicBezTo>
                  <a:pt x="86460" y="48843"/>
                  <a:pt x="86239" y="49702"/>
                  <a:pt x="86163" y="50004"/>
                </a:cubicBezTo>
                <a:lnTo>
                  <a:pt x="86163" y="50031"/>
                </a:lnTo>
                <a:lnTo>
                  <a:pt x="86083" y="49816"/>
                </a:lnTo>
                <a:cubicBezTo>
                  <a:pt x="86110" y="49682"/>
                  <a:pt x="86163" y="49547"/>
                  <a:pt x="86217" y="49413"/>
                </a:cubicBezTo>
                <a:cubicBezTo>
                  <a:pt x="86353" y="48997"/>
                  <a:pt x="86413" y="48843"/>
                  <a:pt x="86427" y="48843"/>
                </a:cubicBezTo>
                <a:close/>
                <a:moveTo>
                  <a:pt x="46859" y="47128"/>
                </a:moveTo>
                <a:lnTo>
                  <a:pt x="46859" y="47128"/>
                </a:lnTo>
                <a:cubicBezTo>
                  <a:pt x="46483" y="47988"/>
                  <a:pt x="46429" y="49063"/>
                  <a:pt x="46375" y="50058"/>
                </a:cubicBezTo>
                <a:cubicBezTo>
                  <a:pt x="46321" y="49144"/>
                  <a:pt x="46267" y="48257"/>
                  <a:pt x="46187" y="47370"/>
                </a:cubicBezTo>
                <a:cubicBezTo>
                  <a:pt x="46429" y="47289"/>
                  <a:pt x="46644" y="47208"/>
                  <a:pt x="46859" y="47128"/>
                </a:cubicBezTo>
                <a:close/>
                <a:moveTo>
                  <a:pt x="51160" y="45810"/>
                </a:moveTo>
                <a:cubicBezTo>
                  <a:pt x="50703" y="46267"/>
                  <a:pt x="50569" y="47289"/>
                  <a:pt x="50408" y="47800"/>
                </a:cubicBezTo>
                <a:cubicBezTo>
                  <a:pt x="50166" y="48552"/>
                  <a:pt x="49924" y="49305"/>
                  <a:pt x="49682" y="50085"/>
                </a:cubicBezTo>
                <a:cubicBezTo>
                  <a:pt x="49924" y="48741"/>
                  <a:pt x="50112" y="47370"/>
                  <a:pt x="50246" y="45998"/>
                </a:cubicBezTo>
                <a:lnTo>
                  <a:pt x="51160" y="45810"/>
                </a:lnTo>
                <a:close/>
                <a:moveTo>
                  <a:pt x="87212" y="42745"/>
                </a:moveTo>
                <a:lnTo>
                  <a:pt x="87319" y="42799"/>
                </a:lnTo>
                <a:cubicBezTo>
                  <a:pt x="88771" y="45111"/>
                  <a:pt x="90223" y="47423"/>
                  <a:pt x="91675" y="49735"/>
                </a:cubicBezTo>
                <a:cubicBezTo>
                  <a:pt x="91728" y="49789"/>
                  <a:pt x="91809" y="49950"/>
                  <a:pt x="91890" y="50112"/>
                </a:cubicBezTo>
                <a:cubicBezTo>
                  <a:pt x="91271" y="49359"/>
                  <a:pt x="90680" y="48606"/>
                  <a:pt x="90115" y="47827"/>
                </a:cubicBezTo>
                <a:cubicBezTo>
                  <a:pt x="89416" y="46455"/>
                  <a:pt x="88610" y="45138"/>
                  <a:pt x="87749" y="43875"/>
                </a:cubicBezTo>
                <a:cubicBezTo>
                  <a:pt x="87561" y="43498"/>
                  <a:pt x="87400" y="43122"/>
                  <a:pt x="87212" y="42745"/>
                </a:cubicBezTo>
                <a:close/>
                <a:moveTo>
                  <a:pt x="76458" y="49735"/>
                </a:moveTo>
                <a:cubicBezTo>
                  <a:pt x="76485" y="49870"/>
                  <a:pt x="76512" y="49977"/>
                  <a:pt x="76539" y="50112"/>
                </a:cubicBezTo>
                <a:lnTo>
                  <a:pt x="76512" y="50165"/>
                </a:lnTo>
                <a:cubicBezTo>
                  <a:pt x="76485" y="50058"/>
                  <a:pt x="76458" y="49923"/>
                  <a:pt x="76431" y="49816"/>
                </a:cubicBezTo>
                <a:lnTo>
                  <a:pt x="76431" y="49789"/>
                </a:lnTo>
                <a:cubicBezTo>
                  <a:pt x="76431" y="49789"/>
                  <a:pt x="76431" y="49762"/>
                  <a:pt x="76458" y="49735"/>
                </a:cubicBezTo>
                <a:close/>
                <a:moveTo>
                  <a:pt x="40057" y="49735"/>
                </a:moveTo>
                <a:lnTo>
                  <a:pt x="39923" y="49843"/>
                </a:lnTo>
                <a:cubicBezTo>
                  <a:pt x="39708" y="49977"/>
                  <a:pt x="39466" y="50112"/>
                  <a:pt x="39251" y="50246"/>
                </a:cubicBezTo>
                <a:lnTo>
                  <a:pt x="39251" y="50192"/>
                </a:lnTo>
                <a:cubicBezTo>
                  <a:pt x="39520" y="50058"/>
                  <a:pt x="39815" y="49897"/>
                  <a:pt x="40057" y="49735"/>
                </a:cubicBezTo>
                <a:close/>
                <a:moveTo>
                  <a:pt x="56725" y="50192"/>
                </a:moveTo>
                <a:cubicBezTo>
                  <a:pt x="56703" y="50215"/>
                  <a:pt x="56681" y="50237"/>
                  <a:pt x="56658" y="50260"/>
                </a:cubicBezTo>
                <a:lnTo>
                  <a:pt x="56658" y="50260"/>
                </a:lnTo>
                <a:lnTo>
                  <a:pt x="56752" y="50192"/>
                </a:lnTo>
                <a:close/>
                <a:moveTo>
                  <a:pt x="38982" y="49950"/>
                </a:moveTo>
                <a:cubicBezTo>
                  <a:pt x="38982" y="49950"/>
                  <a:pt x="38982" y="49977"/>
                  <a:pt x="38982" y="50004"/>
                </a:cubicBezTo>
                <a:cubicBezTo>
                  <a:pt x="38821" y="50085"/>
                  <a:pt x="38659" y="50192"/>
                  <a:pt x="38471" y="50273"/>
                </a:cubicBezTo>
                <a:cubicBezTo>
                  <a:pt x="38444" y="50273"/>
                  <a:pt x="38444" y="50273"/>
                  <a:pt x="38444" y="50246"/>
                </a:cubicBezTo>
                <a:cubicBezTo>
                  <a:pt x="38471" y="50219"/>
                  <a:pt x="38471" y="50219"/>
                  <a:pt x="38444" y="50192"/>
                </a:cubicBezTo>
                <a:cubicBezTo>
                  <a:pt x="38632" y="50112"/>
                  <a:pt x="38794" y="50031"/>
                  <a:pt x="38982" y="49950"/>
                </a:cubicBezTo>
                <a:close/>
                <a:moveTo>
                  <a:pt x="87803" y="43014"/>
                </a:moveTo>
                <a:lnTo>
                  <a:pt x="88072" y="43149"/>
                </a:lnTo>
                <a:cubicBezTo>
                  <a:pt x="88744" y="44036"/>
                  <a:pt x="89497" y="44896"/>
                  <a:pt x="90277" y="45703"/>
                </a:cubicBezTo>
                <a:cubicBezTo>
                  <a:pt x="90465" y="45945"/>
                  <a:pt x="90626" y="46160"/>
                  <a:pt x="90814" y="46375"/>
                </a:cubicBezTo>
                <a:cubicBezTo>
                  <a:pt x="91567" y="47423"/>
                  <a:pt x="92293" y="48472"/>
                  <a:pt x="92965" y="49574"/>
                </a:cubicBezTo>
                <a:cubicBezTo>
                  <a:pt x="93284" y="50087"/>
                  <a:pt x="93398" y="50279"/>
                  <a:pt x="93389" y="50279"/>
                </a:cubicBezTo>
                <a:cubicBezTo>
                  <a:pt x="93366" y="50279"/>
                  <a:pt x="92599" y="49123"/>
                  <a:pt x="92293" y="48741"/>
                </a:cubicBezTo>
                <a:lnTo>
                  <a:pt x="87803" y="43014"/>
                </a:lnTo>
                <a:close/>
                <a:moveTo>
                  <a:pt x="71807" y="48203"/>
                </a:moveTo>
                <a:cubicBezTo>
                  <a:pt x="71915" y="48391"/>
                  <a:pt x="71995" y="48526"/>
                  <a:pt x="72049" y="48606"/>
                </a:cubicBezTo>
                <a:cubicBezTo>
                  <a:pt x="72211" y="48848"/>
                  <a:pt x="72399" y="49090"/>
                  <a:pt x="72533" y="49332"/>
                </a:cubicBezTo>
                <a:cubicBezTo>
                  <a:pt x="72694" y="49574"/>
                  <a:pt x="72775" y="49870"/>
                  <a:pt x="72910" y="50139"/>
                </a:cubicBezTo>
                <a:cubicBezTo>
                  <a:pt x="72910" y="50192"/>
                  <a:pt x="72936" y="50246"/>
                  <a:pt x="72963" y="50300"/>
                </a:cubicBezTo>
                <a:lnTo>
                  <a:pt x="71807" y="48284"/>
                </a:lnTo>
                <a:lnTo>
                  <a:pt x="71807" y="48257"/>
                </a:lnTo>
                <a:cubicBezTo>
                  <a:pt x="71807" y="48230"/>
                  <a:pt x="71807" y="48230"/>
                  <a:pt x="71807" y="48203"/>
                </a:cubicBezTo>
                <a:close/>
                <a:moveTo>
                  <a:pt x="58715" y="49413"/>
                </a:moveTo>
                <a:cubicBezTo>
                  <a:pt x="58715" y="49520"/>
                  <a:pt x="58769" y="49628"/>
                  <a:pt x="58849" y="49708"/>
                </a:cubicBezTo>
                <a:cubicBezTo>
                  <a:pt x="58876" y="49923"/>
                  <a:pt x="58903" y="50139"/>
                  <a:pt x="58957" y="50354"/>
                </a:cubicBezTo>
                <a:cubicBezTo>
                  <a:pt x="58903" y="50139"/>
                  <a:pt x="58849" y="49977"/>
                  <a:pt x="58795" y="49816"/>
                </a:cubicBezTo>
                <a:lnTo>
                  <a:pt x="58795" y="49870"/>
                </a:lnTo>
                <a:cubicBezTo>
                  <a:pt x="58795" y="49843"/>
                  <a:pt x="58769" y="49816"/>
                  <a:pt x="58742" y="49789"/>
                </a:cubicBezTo>
                <a:lnTo>
                  <a:pt x="58688" y="49466"/>
                </a:lnTo>
                <a:lnTo>
                  <a:pt x="58715" y="49413"/>
                </a:lnTo>
                <a:close/>
                <a:moveTo>
                  <a:pt x="43579" y="49708"/>
                </a:moveTo>
                <a:cubicBezTo>
                  <a:pt x="43579" y="49843"/>
                  <a:pt x="43579" y="50004"/>
                  <a:pt x="43606" y="50165"/>
                </a:cubicBezTo>
                <a:cubicBezTo>
                  <a:pt x="43579" y="50273"/>
                  <a:pt x="43525" y="50354"/>
                  <a:pt x="43498" y="50461"/>
                </a:cubicBezTo>
                <a:cubicBezTo>
                  <a:pt x="43498" y="50273"/>
                  <a:pt x="43498" y="50112"/>
                  <a:pt x="43498" y="49923"/>
                </a:cubicBezTo>
                <a:lnTo>
                  <a:pt x="43472" y="49923"/>
                </a:lnTo>
                <a:cubicBezTo>
                  <a:pt x="43525" y="49843"/>
                  <a:pt x="43552" y="49789"/>
                  <a:pt x="43579" y="49708"/>
                </a:cubicBezTo>
                <a:close/>
                <a:moveTo>
                  <a:pt x="85572" y="50004"/>
                </a:moveTo>
                <a:lnTo>
                  <a:pt x="85868" y="50246"/>
                </a:lnTo>
                <a:cubicBezTo>
                  <a:pt x="85841" y="50327"/>
                  <a:pt x="85841" y="50407"/>
                  <a:pt x="85814" y="50488"/>
                </a:cubicBezTo>
                <a:lnTo>
                  <a:pt x="85787" y="50488"/>
                </a:lnTo>
                <a:cubicBezTo>
                  <a:pt x="85733" y="50327"/>
                  <a:pt x="85653" y="50139"/>
                  <a:pt x="85572" y="50004"/>
                </a:cubicBezTo>
                <a:close/>
                <a:moveTo>
                  <a:pt x="74872" y="48069"/>
                </a:moveTo>
                <a:cubicBezTo>
                  <a:pt x="75006" y="48445"/>
                  <a:pt x="75114" y="48794"/>
                  <a:pt x="75248" y="49144"/>
                </a:cubicBezTo>
                <a:cubicBezTo>
                  <a:pt x="75114" y="49601"/>
                  <a:pt x="75033" y="50058"/>
                  <a:pt x="74953" y="50542"/>
                </a:cubicBezTo>
                <a:lnTo>
                  <a:pt x="74899" y="50434"/>
                </a:lnTo>
                <a:cubicBezTo>
                  <a:pt x="74820" y="50146"/>
                  <a:pt x="74716" y="49858"/>
                  <a:pt x="74636" y="49545"/>
                </a:cubicBezTo>
                <a:lnTo>
                  <a:pt x="74636" y="49545"/>
                </a:lnTo>
                <a:cubicBezTo>
                  <a:pt x="74901" y="49462"/>
                  <a:pt x="75060" y="49169"/>
                  <a:pt x="75006" y="48902"/>
                </a:cubicBezTo>
                <a:cubicBezTo>
                  <a:pt x="75033" y="48821"/>
                  <a:pt x="75033" y="48741"/>
                  <a:pt x="75006" y="48660"/>
                </a:cubicBezTo>
                <a:cubicBezTo>
                  <a:pt x="74953" y="48499"/>
                  <a:pt x="74899" y="48310"/>
                  <a:pt x="74845" y="48149"/>
                </a:cubicBezTo>
                <a:cubicBezTo>
                  <a:pt x="74872" y="48122"/>
                  <a:pt x="74872" y="48095"/>
                  <a:pt x="74872" y="48069"/>
                </a:cubicBezTo>
                <a:close/>
                <a:moveTo>
                  <a:pt x="93798" y="47181"/>
                </a:moveTo>
                <a:lnTo>
                  <a:pt x="94148" y="47423"/>
                </a:lnTo>
                <a:cubicBezTo>
                  <a:pt x="94632" y="48445"/>
                  <a:pt x="95035" y="49493"/>
                  <a:pt x="95411" y="50542"/>
                </a:cubicBezTo>
                <a:cubicBezTo>
                  <a:pt x="95277" y="50300"/>
                  <a:pt x="95169" y="50085"/>
                  <a:pt x="95143" y="50004"/>
                </a:cubicBezTo>
                <a:cubicBezTo>
                  <a:pt x="94686" y="49063"/>
                  <a:pt x="94255" y="48122"/>
                  <a:pt x="93798" y="47181"/>
                </a:cubicBezTo>
                <a:close/>
                <a:moveTo>
                  <a:pt x="102267" y="49466"/>
                </a:moveTo>
                <a:cubicBezTo>
                  <a:pt x="102401" y="49843"/>
                  <a:pt x="102563" y="50192"/>
                  <a:pt x="102751" y="50542"/>
                </a:cubicBezTo>
                <a:cubicBezTo>
                  <a:pt x="102616" y="50327"/>
                  <a:pt x="102455" y="50139"/>
                  <a:pt x="102321" y="49977"/>
                </a:cubicBezTo>
                <a:lnTo>
                  <a:pt x="102347" y="49977"/>
                </a:lnTo>
                <a:lnTo>
                  <a:pt x="102267" y="49466"/>
                </a:lnTo>
                <a:close/>
                <a:moveTo>
                  <a:pt x="56914" y="48714"/>
                </a:moveTo>
                <a:cubicBezTo>
                  <a:pt x="56940" y="48767"/>
                  <a:pt x="56967" y="48794"/>
                  <a:pt x="56994" y="48821"/>
                </a:cubicBezTo>
                <a:cubicBezTo>
                  <a:pt x="56215" y="49386"/>
                  <a:pt x="55462" y="49977"/>
                  <a:pt x="54709" y="50596"/>
                </a:cubicBezTo>
                <a:cubicBezTo>
                  <a:pt x="54709" y="50569"/>
                  <a:pt x="54736" y="50569"/>
                  <a:pt x="54736" y="50542"/>
                </a:cubicBezTo>
                <a:lnTo>
                  <a:pt x="54817" y="50381"/>
                </a:lnTo>
                <a:cubicBezTo>
                  <a:pt x="55516" y="49816"/>
                  <a:pt x="56215" y="49251"/>
                  <a:pt x="56914" y="48714"/>
                </a:cubicBezTo>
                <a:close/>
                <a:moveTo>
                  <a:pt x="38901" y="50381"/>
                </a:moveTo>
                <a:lnTo>
                  <a:pt x="38901" y="50434"/>
                </a:lnTo>
                <a:lnTo>
                  <a:pt x="38471" y="50649"/>
                </a:lnTo>
                <a:lnTo>
                  <a:pt x="38471" y="50596"/>
                </a:lnTo>
                <a:lnTo>
                  <a:pt x="38901" y="50381"/>
                </a:lnTo>
                <a:close/>
                <a:moveTo>
                  <a:pt x="71485" y="41401"/>
                </a:moveTo>
                <a:cubicBezTo>
                  <a:pt x="71565" y="41509"/>
                  <a:pt x="71646" y="41643"/>
                  <a:pt x="71727" y="41778"/>
                </a:cubicBezTo>
                <a:cubicBezTo>
                  <a:pt x="71646" y="41993"/>
                  <a:pt x="71592" y="42235"/>
                  <a:pt x="71538" y="42504"/>
                </a:cubicBezTo>
                <a:cubicBezTo>
                  <a:pt x="70624" y="42772"/>
                  <a:pt x="69872" y="43794"/>
                  <a:pt x="69253" y="44762"/>
                </a:cubicBezTo>
                <a:cubicBezTo>
                  <a:pt x="69253" y="44789"/>
                  <a:pt x="69200" y="44816"/>
                  <a:pt x="69200" y="44842"/>
                </a:cubicBezTo>
                <a:cubicBezTo>
                  <a:pt x="68232" y="45918"/>
                  <a:pt x="67371" y="47128"/>
                  <a:pt x="66619" y="48391"/>
                </a:cubicBezTo>
                <a:cubicBezTo>
                  <a:pt x="66054" y="49144"/>
                  <a:pt x="65463" y="49950"/>
                  <a:pt x="64871" y="50730"/>
                </a:cubicBezTo>
                <a:cubicBezTo>
                  <a:pt x="64871" y="50622"/>
                  <a:pt x="64871" y="50542"/>
                  <a:pt x="64844" y="50434"/>
                </a:cubicBezTo>
                <a:cubicBezTo>
                  <a:pt x="65006" y="50004"/>
                  <a:pt x="65167" y="49574"/>
                  <a:pt x="65355" y="49171"/>
                </a:cubicBezTo>
                <a:cubicBezTo>
                  <a:pt x="67291" y="46482"/>
                  <a:pt x="69334" y="43875"/>
                  <a:pt x="71485" y="41401"/>
                </a:cubicBezTo>
                <a:close/>
                <a:moveTo>
                  <a:pt x="71727" y="45434"/>
                </a:moveTo>
                <a:lnTo>
                  <a:pt x="71942" y="45837"/>
                </a:lnTo>
                <a:cubicBezTo>
                  <a:pt x="72264" y="46805"/>
                  <a:pt x="72641" y="47746"/>
                  <a:pt x="73071" y="48660"/>
                </a:cubicBezTo>
                <a:cubicBezTo>
                  <a:pt x="73340" y="49359"/>
                  <a:pt x="73582" y="50058"/>
                  <a:pt x="73824" y="50757"/>
                </a:cubicBezTo>
                <a:cubicBezTo>
                  <a:pt x="73555" y="50354"/>
                  <a:pt x="73286" y="49950"/>
                  <a:pt x="73017" y="49547"/>
                </a:cubicBezTo>
                <a:lnTo>
                  <a:pt x="72883" y="49278"/>
                </a:lnTo>
                <a:cubicBezTo>
                  <a:pt x="72560" y="48391"/>
                  <a:pt x="72184" y="47531"/>
                  <a:pt x="71807" y="46671"/>
                </a:cubicBezTo>
                <a:cubicBezTo>
                  <a:pt x="71780" y="46590"/>
                  <a:pt x="71700" y="46563"/>
                  <a:pt x="71619" y="46563"/>
                </a:cubicBezTo>
                <a:cubicBezTo>
                  <a:pt x="71646" y="46187"/>
                  <a:pt x="71700" y="45810"/>
                  <a:pt x="71727" y="45434"/>
                </a:cubicBezTo>
                <a:close/>
                <a:moveTo>
                  <a:pt x="80598" y="44816"/>
                </a:moveTo>
                <a:lnTo>
                  <a:pt x="80598" y="44816"/>
                </a:lnTo>
                <a:cubicBezTo>
                  <a:pt x="81270" y="45568"/>
                  <a:pt x="81996" y="46240"/>
                  <a:pt x="82749" y="46939"/>
                </a:cubicBezTo>
                <a:cubicBezTo>
                  <a:pt x="82991" y="47154"/>
                  <a:pt x="83314" y="47450"/>
                  <a:pt x="83690" y="47800"/>
                </a:cubicBezTo>
                <a:cubicBezTo>
                  <a:pt x="84174" y="48499"/>
                  <a:pt x="84738" y="49171"/>
                  <a:pt x="85357" y="49789"/>
                </a:cubicBezTo>
                <a:cubicBezTo>
                  <a:pt x="85384" y="49843"/>
                  <a:pt x="85411" y="49923"/>
                  <a:pt x="85464" y="49977"/>
                </a:cubicBezTo>
                <a:cubicBezTo>
                  <a:pt x="85464" y="50273"/>
                  <a:pt x="85437" y="50542"/>
                  <a:pt x="85437" y="50811"/>
                </a:cubicBezTo>
                <a:lnTo>
                  <a:pt x="85411" y="50811"/>
                </a:lnTo>
                <a:cubicBezTo>
                  <a:pt x="85303" y="50703"/>
                  <a:pt x="85142" y="50434"/>
                  <a:pt x="85034" y="50300"/>
                </a:cubicBezTo>
                <a:lnTo>
                  <a:pt x="84550" y="49843"/>
                </a:lnTo>
                <a:cubicBezTo>
                  <a:pt x="83341" y="48230"/>
                  <a:pt x="82050" y="46724"/>
                  <a:pt x="80652" y="45299"/>
                </a:cubicBezTo>
                <a:cubicBezTo>
                  <a:pt x="80625" y="45138"/>
                  <a:pt x="80625" y="44977"/>
                  <a:pt x="80598" y="44816"/>
                </a:cubicBezTo>
                <a:close/>
                <a:moveTo>
                  <a:pt x="60193" y="48821"/>
                </a:moveTo>
                <a:cubicBezTo>
                  <a:pt x="60301" y="49090"/>
                  <a:pt x="60408" y="49332"/>
                  <a:pt x="60516" y="49574"/>
                </a:cubicBezTo>
                <a:cubicBezTo>
                  <a:pt x="60624" y="49843"/>
                  <a:pt x="60677" y="50112"/>
                  <a:pt x="60758" y="50354"/>
                </a:cubicBezTo>
                <a:cubicBezTo>
                  <a:pt x="60758" y="50434"/>
                  <a:pt x="60758" y="50515"/>
                  <a:pt x="60785" y="50596"/>
                </a:cubicBezTo>
                <a:cubicBezTo>
                  <a:pt x="60731" y="50676"/>
                  <a:pt x="60677" y="50784"/>
                  <a:pt x="60650" y="50891"/>
                </a:cubicBezTo>
                <a:cubicBezTo>
                  <a:pt x="60489" y="50219"/>
                  <a:pt x="60328" y="49547"/>
                  <a:pt x="60167" y="48875"/>
                </a:cubicBezTo>
                <a:lnTo>
                  <a:pt x="60193" y="48821"/>
                </a:lnTo>
                <a:close/>
                <a:moveTo>
                  <a:pt x="85545" y="50246"/>
                </a:moveTo>
                <a:cubicBezTo>
                  <a:pt x="85572" y="50381"/>
                  <a:pt x="85599" y="50542"/>
                  <a:pt x="85599" y="50676"/>
                </a:cubicBezTo>
                <a:lnTo>
                  <a:pt x="85599" y="50703"/>
                </a:lnTo>
                <a:cubicBezTo>
                  <a:pt x="85599" y="50838"/>
                  <a:pt x="85545" y="50891"/>
                  <a:pt x="85518" y="50891"/>
                </a:cubicBezTo>
                <a:cubicBezTo>
                  <a:pt x="85518" y="50676"/>
                  <a:pt x="85545" y="50461"/>
                  <a:pt x="85545" y="50246"/>
                </a:cubicBezTo>
                <a:close/>
                <a:moveTo>
                  <a:pt x="58554" y="49601"/>
                </a:moveTo>
                <a:cubicBezTo>
                  <a:pt x="58554" y="49673"/>
                  <a:pt x="58556" y="49744"/>
                  <a:pt x="58580" y="49816"/>
                </a:cubicBezTo>
                <a:cubicBezTo>
                  <a:pt x="58580" y="49843"/>
                  <a:pt x="58580" y="49843"/>
                  <a:pt x="58580" y="49870"/>
                </a:cubicBezTo>
                <a:lnTo>
                  <a:pt x="58580" y="49977"/>
                </a:lnTo>
                <a:cubicBezTo>
                  <a:pt x="58607" y="50300"/>
                  <a:pt x="58634" y="50622"/>
                  <a:pt x="58661" y="50945"/>
                </a:cubicBezTo>
                <a:cubicBezTo>
                  <a:pt x="58473" y="50676"/>
                  <a:pt x="58285" y="50434"/>
                  <a:pt x="58070" y="50192"/>
                </a:cubicBezTo>
                <a:cubicBezTo>
                  <a:pt x="58223" y="49988"/>
                  <a:pt x="58377" y="49783"/>
                  <a:pt x="58554" y="49601"/>
                </a:cubicBezTo>
                <a:close/>
                <a:moveTo>
                  <a:pt x="85921" y="50300"/>
                </a:moveTo>
                <a:lnTo>
                  <a:pt x="86083" y="50407"/>
                </a:lnTo>
                <a:lnTo>
                  <a:pt x="85975" y="50945"/>
                </a:lnTo>
                <a:cubicBezTo>
                  <a:pt x="85948" y="50838"/>
                  <a:pt x="85894" y="50703"/>
                  <a:pt x="85841" y="50569"/>
                </a:cubicBezTo>
                <a:lnTo>
                  <a:pt x="85921" y="50300"/>
                </a:lnTo>
                <a:close/>
                <a:moveTo>
                  <a:pt x="55220" y="47396"/>
                </a:moveTo>
                <a:lnTo>
                  <a:pt x="55220" y="47396"/>
                </a:lnTo>
                <a:cubicBezTo>
                  <a:pt x="54924" y="48337"/>
                  <a:pt x="54575" y="49251"/>
                  <a:pt x="54118" y="50139"/>
                </a:cubicBezTo>
                <a:cubicBezTo>
                  <a:pt x="54064" y="50246"/>
                  <a:pt x="54064" y="50381"/>
                  <a:pt x="54118" y="50488"/>
                </a:cubicBezTo>
                <a:cubicBezTo>
                  <a:pt x="53983" y="50649"/>
                  <a:pt x="53822" y="50811"/>
                  <a:pt x="53687" y="50972"/>
                </a:cubicBezTo>
                <a:cubicBezTo>
                  <a:pt x="53714" y="50838"/>
                  <a:pt x="53741" y="50703"/>
                  <a:pt x="53768" y="50596"/>
                </a:cubicBezTo>
                <a:cubicBezTo>
                  <a:pt x="53849" y="50542"/>
                  <a:pt x="53903" y="50488"/>
                  <a:pt x="53929" y="50407"/>
                </a:cubicBezTo>
                <a:cubicBezTo>
                  <a:pt x="54225" y="49816"/>
                  <a:pt x="54467" y="49198"/>
                  <a:pt x="54682" y="48579"/>
                </a:cubicBezTo>
                <a:cubicBezTo>
                  <a:pt x="54897" y="48203"/>
                  <a:pt x="55059" y="47800"/>
                  <a:pt x="55220" y="47396"/>
                </a:cubicBezTo>
                <a:close/>
                <a:moveTo>
                  <a:pt x="61833" y="50569"/>
                </a:moveTo>
                <a:cubicBezTo>
                  <a:pt x="61833" y="50703"/>
                  <a:pt x="61860" y="50838"/>
                  <a:pt x="61887" y="50972"/>
                </a:cubicBezTo>
                <a:lnTo>
                  <a:pt x="61753" y="50703"/>
                </a:lnTo>
                <a:lnTo>
                  <a:pt x="61833" y="50569"/>
                </a:lnTo>
                <a:close/>
                <a:moveTo>
                  <a:pt x="38068" y="50784"/>
                </a:moveTo>
                <a:lnTo>
                  <a:pt x="38068" y="50838"/>
                </a:lnTo>
                <a:lnTo>
                  <a:pt x="37691" y="50999"/>
                </a:lnTo>
                <a:lnTo>
                  <a:pt x="37691" y="50999"/>
                </a:lnTo>
                <a:lnTo>
                  <a:pt x="37880" y="50891"/>
                </a:lnTo>
                <a:lnTo>
                  <a:pt x="38068" y="50784"/>
                </a:lnTo>
                <a:close/>
                <a:moveTo>
                  <a:pt x="64764" y="50676"/>
                </a:moveTo>
                <a:lnTo>
                  <a:pt x="64764" y="50703"/>
                </a:lnTo>
                <a:lnTo>
                  <a:pt x="64764" y="50891"/>
                </a:lnTo>
                <a:lnTo>
                  <a:pt x="64656" y="51026"/>
                </a:lnTo>
                <a:lnTo>
                  <a:pt x="64656" y="50972"/>
                </a:lnTo>
                <a:cubicBezTo>
                  <a:pt x="64683" y="50864"/>
                  <a:pt x="64737" y="50784"/>
                  <a:pt x="64764" y="50676"/>
                </a:cubicBezTo>
                <a:close/>
                <a:moveTo>
                  <a:pt x="38229" y="51053"/>
                </a:moveTo>
                <a:lnTo>
                  <a:pt x="38229" y="51080"/>
                </a:lnTo>
                <a:lnTo>
                  <a:pt x="38202" y="51106"/>
                </a:lnTo>
                <a:lnTo>
                  <a:pt x="38202" y="51080"/>
                </a:lnTo>
                <a:lnTo>
                  <a:pt x="38229" y="51053"/>
                </a:lnTo>
                <a:close/>
                <a:moveTo>
                  <a:pt x="95331" y="48956"/>
                </a:moveTo>
                <a:lnTo>
                  <a:pt x="95331" y="48956"/>
                </a:lnTo>
                <a:cubicBezTo>
                  <a:pt x="95707" y="49682"/>
                  <a:pt x="96030" y="50407"/>
                  <a:pt x="96352" y="51160"/>
                </a:cubicBezTo>
                <a:cubicBezTo>
                  <a:pt x="96299" y="51053"/>
                  <a:pt x="96245" y="50972"/>
                  <a:pt x="96218" y="50891"/>
                </a:cubicBezTo>
                <a:cubicBezTo>
                  <a:pt x="95895" y="50246"/>
                  <a:pt x="95600" y="49601"/>
                  <a:pt x="95331" y="48956"/>
                </a:cubicBezTo>
                <a:close/>
                <a:moveTo>
                  <a:pt x="54413" y="50703"/>
                </a:moveTo>
                <a:cubicBezTo>
                  <a:pt x="54440" y="50717"/>
                  <a:pt x="54467" y="50723"/>
                  <a:pt x="54494" y="50723"/>
                </a:cubicBezTo>
                <a:cubicBezTo>
                  <a:pt x="54521" y="50723"/>
                  <a:pt x="54548" y="50717"/>
                  <a:pt x="54575" y="50703"/>
                </a:cubicBezTo>
                <a:lnTo>
                  <a:pt x="54575" y="50703"/>
                </a:lnTo>
                <a:cubicBezTo>
                  <a:pt x="54360" y="50864"/>
                  <a:pt x="54171" y="51026"/>
                  <a:pt x="53983" y="51187"/>
                </a:cubicBezTo>
                <a:cubicBezTo>
                  <a:pt x="54091" y="51026"/>
                  <a:pt x="54225" y="50891"/>
                  <a:pt x="54360" y="50757"/>
                </a:cubicBezTo>
                <a:lnTo>
                  <a:pt x="54413" y="50703"/>
                </a:lnTo>
                <a:close/>
                <a:moveTo>
                  <a:pt x="75383" y="49574"/>
                </a:moveTo>
                <a:cubicBezTo>
                  <a:pt x="75463" y="49870"/>
                  <a:pt x="75544" y="50139"/>
                  <a:pt x="75625" y="50407"/>
                </a:cubicBezTo>
                <a:cubicBezTo>
                  <a:pt x="75571" y="50515"/>
                  <a:pt x="75517" y="50622"/>
                  <a:pt x="75463" y="50730"/>
                </a:cubicBezTo>
                <a:cubicBezTo>
                  <a:pt x="75437" y="50784"/>
                  <a:pt x="75437" y="50838"/>
                  <a:pt x="75490" y="50891"/>
                </a:cubicBezTo>
                <a:cubicBezTo>
                  <a:pt x="75437" y="50999"/>
                  <a:pt x="75410" y="51106"/>
                  <a:pt x="75383" y="51241"/>
                </a:cubicBezTo>
                <a:lnTo>
                  <a:pt x="75141" y="50811"/>
                </a:lnTo>
                <a:cubicBezTo>
                  <a:pt x="75195" y="50407"/>
                  <a:pt x="75275" y="50004"/>
                  <a:pt x="75383" y="49574"/>
                </a:cubicBezTo>
                <a:close/>
                <a:moveTo>
                  <a:pt x="64602" y="48176"/>
                </a:moveTo>
                <a:lnTo>
                  <a:pt x="64602" y="48391"/>
                </a:lnTo>
                <a:cubicBezTo>
                  <a:pt x="64549" y="48902"/>
                  <a:pt x="64549" y="49413"/>
                  <a:pt x="64522" y="49923"/>
                </a:cubicBezTo>
                <a:cubicBezTo>
                  <a:pt x="64360" y="50354"/>
                  <a:pt x="64226" y="50811"/>
                  <a:pt x="64092" y="51268"/>
                </a:cubicBezTo>
                <a:cubicBezTo>
                  <a:pt x="64092" y="50945"/>
                  <a:pt x="64092" y="50649"/>
                  <a:pt x="64092" y="50327"/>
                </a:cubicBezTo>
                <a:cubicBezTo>
                  <a:pt x="64280" y="49601"/>
                  <a:pt x="64441" y="48902"/>
                  <a:pt x="64602" y="48176"/>
                </a:cubicBezTo>
                <a:close/>
                <a:moveTo>
                  <a:pt x="89282" y="47692"/>
                </a:moveTo>
                <a:lnTo>
                  <a:pt x="89282" y="47692"/>
                </a:lnTo>
                <a:cubicBezTo>
                  <a:pt x="89927" y="48875"/>
                  <a:pt x="90599" y="50085"/>
                  <a:pt x="91271" y="51268"/>
                </a:cubicBezTo>
                <a:cubicBezTo>
                  <a:pt x="90868" y="50864"/>
                  <a:pt x="90465" y="50461"/>
                  <a:pt x="90062" y="50085"/>
                </a:cubicBezTo>
                <a:cubicBezTo>
                  <a:pt x="89793" y="49278"/>
                  <a:pt x="89551" y="48472"/>
                  <a:pt x="89282" y="47692"/>
                </a:cubicBezTo>
                <a:close/>
                <a:moveTo>
                  <a:pt x="85491" y="51106"/>
                </a:moveTo>
                <a:lnTo>
                  <a:pt x="85599" y="51214"/>
                </a:lnTo>
                <a:lnTo>
                  <a:pt x="85599" y="51295"/>
                </a:lnTo>
                <a:lnTo>
                  <a:pt x="85491" y="51133"/>
                </a:lnTo>
                <a:lnTo>
                  <a:pt x="85491" y="51106"/>
                </a:lnTo>
                <a:close/>
                <a:moveTo>
                  <a:pt x="97939" y="45756"/>
                </a:moveTo>
                <a:lnTo>
                  <a:pt x="97939" y="45756"/>
                </a:lnTo>
                <a:cubicBezTo>
                  <a:pt x="98288" y="45972"/>
                  <a:pt x="98638" y="46160"/>
                  <a:pt x="98987" y="46375"/>
                </a:cubicBezTo>
                <a:cubicBezTo>
                  <a:pt x="98987" y="48042"/>
                  <a:pt x="99121" y="49708"/>
                  <a:pt x="99363" y="51375"/>
                </a:cubicBezTo>
                <a:cubicBezTo>
                  <a:pt x="98879" y="49520"/>
                  <a:pt x="98396" y="47638"/>
                  <a:pt x="97939" y="45756"/>
                </a:cubicBezTo>
                <a:close/>
                <a:moveTo>
                  <a:pt x="41966" y="49009"/>
                </a:moveTo>
                <a:lnTo>
                  <a:pt x="41966" y="49009"/>
                </a:lnTo>
                <a:cubicBezTo>
                  <a:pt x="41724" y="49816"/>
                  <a:pt x="41482" y="50622"/>
                  <a:pt x="41267" y="51402"/>
                </a:cubicBezTo>
                <a:cubicBezTo>
                  <a:pt x="41348" y="50757"/>
                  <a:pt x="41455" y="50112"/>
                  <a:pt x="41536" y="49440"/>
                </a:cubicBezTo>
                <a:cubicBezTo>
                  <a:pt x="41536" y="49386"/>
                  <a:pt x="41509" y="49359"/>
                  <a:pt x="41482" y="49332"/>
                </a:cubicBezTo>
                <a:cubicBezTo>
                  <a:pt x="41482" y="49305"/>
                  <a:pt x="41482" y="49305"/>
                  <a:pt x="41482" y="49278"/>
                </a:cubicBezTo>
                <a:lnTo>
                  <a:pt x="41966" y="49009"/>
                </a:lnTo>
                <a:close/>
                <a:moveTo>
                  <a:pt x="79684" y="46025"/>
                </a:moveTo>
                <a:cubicBezTo>
                  <a:pt x="79711" y="46187"/>
                  <a:pt x="79738" y="46375"/>
                  <a:pt x="79765" y="46563"/>
                </a:cubicBezTo>
                <a:cubicBezTo>
                  <a:pt x="78892" y="48177"/>
                  <a:pt x="78123" y="49792"/>
                  <a:pt x="77406" y="51457"/>
                </a:cubicBezTo>
                <a:lnTo>
                  <a:pt x="77406" y="51457"/>
                </a:lnTo>
                <a:cubicBezTo>
                  <a:pt x="77593" y="50794"/>
                  <a:pt x="77805" y="50157"/>
                  <a:pt x="77991" y="49493"/>
                </a:cubicBezTo>
                <a:cubicBezTo>
                  <a:pt x="78636" y="48364"/>
                  <a:pt x="79200" y="47208"/>
                  <a:pt x="79684" y="46025"/>
                </a:cubicBezTo>
                <a:close/>
                <a:moveTo>
                  <a:pt x="38014" y="51160"/>
                </a:moveTo>
                <a:lnTo>
                  <a:pt x="37987" y="51268"/>
                </a:lnTo>
                <a:lnTo>
                  <a:pt x="37826" y="51375"/>
                </a:lnTo>
                <a:lnTo>
                  <a:pt x="37665" y="51483"/>
                </a:lnTo>
                <a:lnTo>
                  <a:pt x="37665" y="51348"/>
                </a:lnTo>
                <a:cubicBezTo>
                  <a:pt x="37745" y="51321"/>
                  <a:pt x="37880" y="51241"/>
                  <a:pt x="37987" y="51187"/>
                </a:cubicBezTo>
                <a:lnTo>
                  <a:pt x="38014" y="51160"/>
                </a:lnTo>
                <a:close/>
                <a:moveTo>
                  <a:pt x="75867" y="51321"/>
                </a:moveTo>
                <a:lnTo>
                  <a:pt x="75867" y="51375"/>
                </a:lnTo>
                <a:cubicBezTo>
                  <a:pt x="75840" y="51429"/>
                  <a:pt x="75813" y="51483"/>
                  <a:pt x="75786" y="51537"/>
                </a:cubicBezTo>
                <a:cubicBezTo>
                  <a:pt x="75813" y="51456"/>
                  <a:pt x="75840" y="51402"/>
                  <a:pt x="75867" y="51321"/>
                </a:cubicBezTo>
                <a:close/>
                <a:moveTo>
                  <a:pt x="85653" y="51241"/>
                </a:moveTo>
                <a:lnTo>
                  <a:pt x="85868" y="51456"/>
                </a:lnTo>
                <a:lnTo>
                  <a:pt x="85841" y="51671"/>
                </a:lnTo>
                <a:cubicBezTo>
                  <a:pt x="85788" y="51566"/>
                  <a:pt x="85709" y="51460"/>
                  <a:pt x="85630" y="51329"/>
                </a:cubicBezTo>
                <a:lnTo>
                  <a:pt x="85630" y="51329"/>
                </a:lnTo>
                <a:lnTo>
                  <a:pt x="85653" y="51241"/>
                </a:lnTo>
                <a:close/>
                <a:moveTo>
                  <a:pt x="58930" y="50999"/>
                </a:moveTo>
                <a:lnTo>
                  <a:pt x="58930" y="50999"/>
                </a:lnTo>
                <a:cubicBezTo>
                  <a:pt x="58984" y="51214"/>
                  <a:pt x="59064" y="51483"/>
                  <a:pt x="59145" y="51725"/>
                </a:cubicBezTo>
                <a:lnTo>
                  <a:pt x="59037" y="51537"/>
                </a:lnTo>
                <a:cubicBezTo>
                  <a:pt x="59010" y="51348"/>
                  <a:pt x="58957" y="51160"/>
                  <a:pt x="58930" y="50999"/>
                </a:cubicBezTo>
                <a:close/>
                <a:moveTo>
                  <a:pt x="57747" y="50649"/>
                </a:moveTo>
                <a:cubicBezTo>
                  <a:pt x="57801" y="51053"/>
                  <a:pt x="57854" y="51429"/>
                  <a:pt x="57935" y="51832"/>
                </a:cubicBezTo>
                <a:cubicBezTo>
                  <a:pt x="57747" y="51590"/>
                  <a:pt x="57586" y="51348"/>
                  <a:pt x="57397" y="51133"/>
                </a:cubicBezTo>
                <a:lnTo>
                  <a:pt x="57747" y="50649"/>
                </a:lnTo>
                <a:close/>
                <a:moveTo>
                  <a:pt x="65328" y="50891"/>
                </a:moveTo>
                <a:lnTo>
                  <a:pt x="65328" y="50918"/>
                </a:lnTo>
                <a:cubicBezTo>
                  <a:pt x="65194" y="51214"/>
                  <a:pt x="65059" y="51537"/>
                  <a:pt x="64925" y="51832"/>
                </a:cubicBezTo>
                <a:lnTo>
                  <a:pt x="64925" y="51456"/>
                </a:lnTo>
                <a:cubicBezTo>
                  <a:pt x="65059" y="51268"/>
                  <a:pt x="65194" y="51080"/>
                  <a:pt x="65328" y="50891"/>
                </a:cubicBezTo>
                <a:close/>
                <a:moveTo>
                  <a:pt x="41186" y="51537"/>
                </a:moveTo>
                <a:lnTo>
                  <a:pt x="41186" y="51778"/>
                </a:lnTo>
                <a:lnTo>
                  <a:pt x="41160" y="51859"/>
                </a:lnTo>
                <a:cubicBezTo>
                  <a:pt x="41133" y="51778"/>
                  <a:pt x="41160" y="51644"/>
                  <a:pt x="41160" y="51563"/>
                </a:cubicBezTo>
                <a:lnTo>
                  <a:pt x="41186" y="51537"/>
                </a:lnTo>
                <a:close/>
                <a:moveTo>
                  <a:pt x="57854" y="50515"/>
                </a:moveTo>
                <a:cubicBezTo>
                  <a:pt x="57908" y="51026"/>
                  <a:pt x="57962" y="51510"/>
                  <a:pt x="58043" y="51994"/>
                </a:cubicBezTo>
                <a:lnTo>
                  <a:pt x="57962" y="51886"/>
                </a:lnTo>
                <a:lnTo>
                  <a:pt x="57747" y="50622"/>
                </a:lnTo>
                <a:lnTo>
                  <a:pt x="57854" y="50515"/>
                </a:lnTo>
                <a:close/>
                <a:moveTo>
                  <a:pt x="71619" y="51644"/>
                </a:moveTo>
                <a:cubicBezTo>
                  <a:pt x="71646" y="51752"/>
                  <a:pt x="71700" y="51886"/>
                  <a:pt x="71754" y="51994"/>
                </a:cubicBezTo>
                <a:cubicBezTo>
                  <a:pt x="71700" y="51940"/>
                  <a:pt x="71673" y="51913"/>
                  <a:pt x="71619" y="51886"/>
                </a:cubicBezTo>
                <a:cubicBezTo>
                  <a:pt x="71619" y="51805"/>
                  <a:pt x="71619" y="51725"/>
                  <a:pt x="71619" y="51644"/>
                </a:cubicBezTo>
                <a:close/>
                <a:moveTo>
                  <a:pt x="58419" y="47880"/>
                </a:moveTo>
                <a:lnTo>
                  <a:pt x="58258" y="48015"/>
                </a:lnTo>
                <a:cubicBezTo>
                  <a:pt x="56591" y="49251"/>
                  <a:pt x="54951" y="50622"/>
                  <a:pt x="53392" y="52020"/>
                </a:cubicBezTo>
                <a:lnTo>
                  <a:pt x="53419" y="51859"/>
                </a:lnTo>
                <a:lnTo>
                  <a:pt x="53499" y="51805"/>
                </a:lnTo>
                <a:cubicBezTo>
                  <a:pt x="54521" y="50864"/>
                  <a:pt x="55623" y="50004"/>
                  <a:pt x="56725" y="49144"/>
                </a:cubicBezTo>
                <a:cubicBezTo>
                  <a:pt x="56860" y="49063"/>
                  <a:pt x="56994" y="48956"/>
                  <a:pt x="57102" y="48848"/>
                </a:cubicBezTo>
                <a:cubicBezTo>
                  <a:pt x="57155" y="48848"/>
                  <a:pt x="57182" y="48848"/>
                  <a:pt x="57182" y="48821"/>
                </a:cubicBezTo>
                <a:cubicBezTo>
                  <a:pt x="57532" y="48552"/>
                  <a:pt x="57854" y="48284"/>
                  <a:pt x="58204" y="48015"/>
                </a:cubicBezTo>
                <a:cubicBezTo>
                  <a:pt x="58285" y="47961"/>
                  <a:pt x="58365" y="47907"/>
                  <a:pt x="58419" y="47880"/>
                </a:cubicBezTo>
                <a:close/>
                <a:moveTo>
                  <a:pt x="38149" y="50354"/>
                </a:moveTo>
                <a:lnTo>
                  <a:pt x="38149" y="50434"/>
                </a:lnTo>
                <a:cubicBezTo>
                  <a:pt x="37530" y="50757"/>
                  <a:pt x="36912" y="51106"/>
                  <a:pt x="36294" y="51456"/>
                </a:cubicBezTo>
                <a:cubicBezTo>
                  <a:pt x="35729" y="51644"/>
                  <a:pt x="35218" y="51859"/>
                  <a:pt x="35164" y="52047"/>
                </a:cubicBezTo>
                <a:cubicBezTo>
                  <a:pt x="35299" y="51563"/>
                  <a:pt x="37423" y="50703"/>
                  <a:pt x="38149" y="50354"/>
                </a:cubicBezTo>
                <a:close/>
                <a:moveTo>
                  <a:pt x="43122" y="48391"/>
                </a:moveTo>
                <a:lnTo>
                  <a:pt x="43095" y="48687"/>
                </a:lnTo>
                <a:cubicBezTo>
                  <a:pt x="43095" y="48687"/>
                  <a:pt x="43068" y="48714"/>
                  <a:pt x="43068" y="48741"/>
                </a:cubicBezTo>
                <a:lnTo>
                  <a:pt x="43068" y="48714"/>
                </a:lnTo>
                <a:cubicBezTo>
                  <a:pt x="42557" y="49816"/>
                  <a:pt x="42100" y="50945"/>
                  <a:pt x="41724" y="52101"/>
                </a:cubicBezTo>
                <a:cubicBezTo>
                  <a:pt x="41912" y="50999"/>
                  <a:pt x="42127" y="49923"/>
                  <a:pt x="42316" y="48821"/>
                </a:cubicBezTo>
                <a:cubicBezTo>
                  <a:pt x="42584" y="48660"/>
                  <a:pt x="42853" y="48526"/>
                  <a:pt x="43122" y="48391"/>
                </a:cubicBezTo>
                <a:close/>
                <a:moveTo>
                  <a:pt x="79980" y="48095"/>
                </a:moveTo>
                <a:cubicBezTo>
                  <a:pt x="79980" y="48176"/>
                  <a:pt x="80007" y="48284"/>
                  <a:pt x="80034" y="48391"/>
                </a:cubicBezTo>
                <a:cubicBezTo>
                  <a:pt x="79066" y="49547"/>
                  <a:pt x="78233" y="50784"/>
                  <a:pt x="77507" y="52101"/>
                </a:cubicBezTo>
                <a:lnTo>
                  <a:pt x="77480" y="52047"/>
                </a:lnTo>
                <a:cubicBezTo>
                  <a:pt x="77507" y="51994"/>
                  <a:pt x="77534" y="51913"/>
                  <a:pt x="77560" y="51859"/>
                </a:cubicBezTo>
                <a:cubicBezTo>
                  <a:pt x="78286" y="50569"/>
                  <a:pt x="79093" y="49305"/>
                  <a:pt x="79980" y="48095"/>
                </a:cubicBezTo>
                <a:close/>
                <a:moveTo>
                  <a:pt x="86486" y="48767"/>
                </a:moveTo>
                <a:cubicBezTo>
                  <a:pt x="86782" y="49117"/>
                  <a:pt x="87051" y="49466"/>
                  <a:pt x="87319" y="49816"/>
                </a:cubicBezTo>
                <a:cubicBezTo>
                  <a:pt x="87239" y="50192"/>
                  <a:pt x="87131" y="50542"/>
                  <a:pt x="87051" y="50891"/>
                </a:cubicBezTo>
                <a:cubicBezTo>
                  <a:pt x="87104" y="50488"/>
                  <a:pt x="87158" y="50112"/>
                  <a:pt x="87185" y="49708"/>
                </a:cubicBezTo>
                <a:cubicBezTo>
                  <a:pt x="87200" y="49664"/>
                  <a:pt x="87174" y="49644"/>
                  <a:pt x="87143" y="49644"/>
                </a:cubicBezTo>
                <a:cubicBezTo>
                  <a:pt x="87118" y="49644"/>
                  <a:pt x="87089" y="49657"/>
                  <a:pt x="87077" y="49682"/>
                </a:cubicBezTo>
                <a:cubicBezTo>
                  <a:pt x="86728" y="50488"/>
                  <a:pt x="86405" y="51295"/>
                  <a:pt x="86136" y="52128"/>
                </a:cubicBezTo>
                <a:cubicBezTo>
                  <a:pt x="86083" y="52020"/>
                  <a:pt x="86029" y="51940"/>
                  <a:pt x="85948" y="51859"/>
                </a:cubicBezTo>
                <a:cubicBezTo>
                  <a:pt x="85975" y="51725"/>
                  <a:pt x="86002" y="51590"/>
                  <a:pt x="86029" y="51483"/>
                </a:cubicBezTo>
                <a:cubicBezTo>
                  <a:pt x="86083" y="51456"/>
                  <a:pt x="86136" y="51402"/>
                  <a:pt x="86110" y="51348"/>
                </a:cubicBezTo>
                <a:cubicBezTo>
                  <a:pt x="86110" y="51295"/>
                  <a:pt x="86083" y="51268"/>
                  <a:pt x="86083" y="51214"/>
                </a:cubicBezTo>
                <a:cubicBezTo>
                  <a:pt x="86110" y="50972"/>
                  <a:pt x="86163" y="50730"/>
                  <a:pt x="86190" y="50488"/>
                </a:cubicBezTo>
                <a:cubicBezTo>
                  <a:pt x="86217" y="50515"/>
                  <a:pt x="86244" y="50542"/>
                  <a:pt x="86271" y="50542"/>
                </a:cubicBezTo>
                <a:cubicBezTo>
                  <a:pt x="86279" y="50550"/>
                  <a:pt x="86287" y="50553"/>
                  <a:pt x="86294" y="50553"/>
                </a:cubicBezTo>
                <a:cubicBezTo>
                  <a:pt x="86311" y="50553"/>
                  <a:pt x="86325" y="50534"/>
                  <a:pt x="86325" y="50515"/>
                </a:cubicBezTo>
                <a:lnTo>
                  <a:pt x="86244" y="50246"/>
                </a:lnTo>
                <a:cubicBezTo>
                  <a:pt x="86325" y="49762"/>
                  <a:pt x="86405" y="49278"/>
                  <a:pt x="86486" y="48767"/>
                </a:cubicBezTo>
                <a:close/>
                <a:moveTo>
                  <a:pt x="38659" y="51537"/>
                </a:moveTo>
                <a:cubicBezTo>
                  <a:pt x="38606" y="51832"/>
                  <a:pt x="38552" y="52101"/>
                  <a:pt x="38498" y="52370"/>
                </a:cubicBezTo>
                <a:lnTo>
                  <a:pt x="38498" y="51671"/>
                </a:lnTo>
                <a:lnTo>
                  <a:pt x="38659" y="51537"/>
                </a:lnTo>
                <a:close/>
                <a:moveTo>
                  <a:pt x="43041" y="50945"/>
                </a:moveTo>
                <a:cubicBezTo>
                  <a:pt x="43041" y="51151"/>
                  <a:pt x="43066" y="51333"/>
                  <a:pt x="43068" y="51537"/>
                </a:cubicBezTo>
                <a:lnTo>
                  <a:pt x="43068" y="51537"/>
                </a:lnTo>
                <a:cubicBezTo>
                  <a:pt x="42988" y="51833"/>
                  <a:pt x="42880" y="52101"/>
                  <a:pt x="42799" y="52370"/>
                </a:cubicBezTo>
                <a:cubicBezTo>
                  <a:pt x="42880" y="51752"/>
                  <a:pt x="42934" y="51295"/>
                  <a:pt x="42988" y="51133"/>
                </a:cubicBezTo>
                <a:cubicBezTo>
                  <a:pt x="42988" y="51080"/>
                  <a:pt x="43015" y="51026"/>
                  <a:pt x="43041" y="50945"/>
                </a:cubicBezTo>
                <a:close/>
                <a:moveTo>
                  <a:pt x="76028" y="52101"/>
                </a:moveTo>
                <a:lnTo>
                  <a:pt x="76028" y="52128"/>
                </a:lnTo>
                <a:cubicBezTo>
                  <a:pt x="76028" y="52155"/>
                  <a:pt x="76055" y="52182"/>
                  <a:pt x="76055" y="52236"/>
                </a:cubicBezTo>
                <a:lnTo>
                  <a:pt x="76001" y="52370"/>
                </a:lnTo>
                <a:lnTo>
                  <a:pt x="75947" y="52262"/>
                </a:lnTo>
                <a:cubicBezTo>
                  <a:pt x="75974" y="52209"/>
                  <a:pt x="76001" y="52155"/>
                  <a:pt x="76028" y="52101"/>
                </a:cubicBezTo>
                <a:close/>
                <a:moveTo>
                  <a:pt x="58196" y="48794"/>
                </a:moveTo>
                <a:lnTo>
                  <a:pt x="58196" y="48794"/>
                </a:lnTo>
                <a:cubicBezTo>
                  <a:pt x="57799" y="49257"/>
                  <a:pt x="57416" y="49733"/>
                  <a:pt x="57048" y="50219"/>
                </a:cubicBezTo>
                <a:lnTo>
                  <a:pt x="56645" y="50569"/>
                </a:lnTo>
                <a:cubicBezTo>
                  <a:pt x="56618" y="50569"/>
                  <a:pt x="56591" y="50569"/>
                  <a:pt x="56564" y="50596"/>
                </a:cubicBezTo>
                <a:lnTo>
                  <a:pt x="56457" y="50703"/>
                </a:lnTo>
                <a:cubicBezTo>
                  <a:pt x="55784" y="51268"/>
                  <a:pt x="55112" y="51832"/>
                  <a:pt x="54467" y="52424"/>
                </a:cubicBezTo>
                <a:cubicBezTo>
                  <a:pt x="55197" y="51719"/>
                  <a:pt x="55928" y="50990"/>
                  <a:pt x="56658" y="50260"/>
                </a:cubicBezTo>
                <a:lnTo>
                  <a:pt x="56658" y="50260"/>
                </a:lnTo>
                <a:lnTo>
                  <a:pt x="56564" y="50327"/>
                </a:lnTo>
                <a:cubicBezTo>
                  <a:pt x="56779" y="50139"/>
                  <a:pt x="56967" y="49977"/>
                  <a:pt x="57155" y="49789"/>
                </a:cubicBezTo>
                <a:lnTo>
                  <a:pt x="57774" y="49144"/>
                </a:lnTo>
                <a:lnTo>
                  <a:pt x="57774" y="49144"/>
                </a:lnTo>
                <a:cubicBezTo>
                  <a:pt x="57774" y="49171"/>
                  <a:pt x="57747" y="49198"/>
                  <a:pt x="57720" y="49251"/>
                </a:cubicBezTo>
                <a:lnTo>
                  <a:pt x="58196" y="48794"/>
                </a:lnTo>
                <a:close/>
                <a:moveTo>
                  <a:pt x="59763" y="47101"/>
                </a:moveTo>
                <a:cubicBezTo>
                  <a:pt x="59307" y="47557"/>
                  <a:pt x="58863" y="48030"/>
                  <a:pt x="58434" y="48519"/>
                </a:cubicBezTo>
                <a:lnTo>
                  <a:pt x="58434" y="48519"/>
                </a:lnTo>
                <a:cubicBezTo>
                  <a:pt x="58431" y="48512"/>
                  <a:pt x="58426" y="48505"/>
                  <a:pt x="58419" y="48499"/>
                </a:cubicBezTo>
                <a:cubicBezTo>
                  <a:pt x="58553" y="48364"/>
                  <a:pt x="58688" y="48230"/>
                  <a:pt x="58822" y="48069"/>
                </a:cubicBezTo>
                <a:lnTo>
                  <a:pt x="58822" y="48069"/>
                </a:lnTo>
                <a:cubicBezTo>
                  <a:pt x="58688" y="48203"/>
                  <a:pt x="58500" y="48364"/>
                  <a:pt x="58365" y="48472"/>
                </a:cubicBezTo>
                <a:cubicBezTo>
                  <a:pt x="58349" y="48439"/>
                  <a:pt x="58312" y="48416"/>
                  <a:pt x="58273" y="48416"/>
                </a:cubicBezTo>
                <a:cubicBezTo>
                  <a:pt x="58249" y="48416"/>
                  <a:pt x="58225" y="48424"/>
                  <a:pt x="58204" y="48445"/>
                </a:cubicBezTo>
                <a:cubicBezTo>
                  <a:pt x="57236" y="49251"/>
                  <a:pt x="56268" y="50085"/>
                  <a:pt x="55354" y="50945"/>
                </a:cubicBezTo>
                <a:cubicBezTo>
                  <a:pt x="54682" y="51456"/>
                  <a:pt x="53983" y="51967"/>
                  <a:pt x="53311" y="52504"/>
                </a:cubicBezTo>
                <a:lnTo>
                  <a:pt x="53338" y="52397"/>
                </a:lnTo>
                <a:cubicBezTo>
                  <a:pt x="55139" y="50676"/>
                  <a:pt x="57048" y="49090"/>
                  <a:pt x="59064" y="47611"/>
                </a:cubicBezTo>
                <a:cubicBezTo>
                  <a:pt x="59118" y="47611"/>
                  <a:pt x="59145" y="47611"/>
                  <a:pt x="59145" y="47638"/>
                </a:cubicBezTo>
                <a:lnTo>
                  <a:pt x="59306" y="47450"/>
                </a:lnTo>
                <a:lnTo>
                  <a:pt x="59763" y="47101"/>
                </a:lnTo>
                <a:close/>
                <a:moveTo>
                  <a:pt x="64871" y="51590"/>
                </a:moveTo>
                <a:cubicBezTo>
                  <a:pt x="64871" y="51752"/>
                  <a:pt x="64871" y="51913"/>
                  <a:pt x="64898" y="52074"/>
                </a:cubicBezTo>
                <a:cubicBezTo>
                  <a:pt x="64844" y="52236"/>
                  <a:pt x="64791" y="52370"/>
                  <a:pt x="64737" y="52504"/>
                </a:cubicBezTo>
                <a:cubicBezTo>
                  <a:pt x="64737" y="52262"/>
                  <a:pt x="64737" y="52020"/>
                  <a:pt x="64710" y="51778"/>
                </a:cubicBezTo>
                <a:lnTo>
                  <a:pt x="64871" y="51590"/>
                </a:lnTo>
                <a:close/>
                <a:moveTo>
                  <a:pt x="76109" y="52397"/>
                </a:moveTo>
                <a:lnTo>
                  <a:pt x="76109" y="52451"/>
                </a:lnTo>
                <a:cubicBezTo>
                  <a:pt x="76109" y="52477"/>
                  <a:pt x="76109" y="52477"/>
                  <a:pt x="76109" y="52504"/>
                </a:cubicBezTo>
                <a:lnTo>
                  <a:pt x="76082" y="52451"/>
                </a:lnTo>
                <a:cubicBezTo>
                  <a:pt x="76082" y="52451"/>
                  <a:pt x="76109" y="52424"/>
                  <a:pt x="76109" y="52397"/>
                </a:cubicBezTo>
                <a:close/>
                <a:moveTo>
                  <a:pt x="74334" y="50811"/>
                </a:moveTo>
                <a:lnTo>
                  <a:pt x="74334" y="50811"/>
                </a:lnTo>
                <a:cubicBezTo>
                  <a:pt x="74442" y="50864"/>
                  <a:pt x="74549" y="50864"/>
                  <a:pt x="74657" y="50864"/>
                </a:cubicBezTo>
                <a:cubicBezTo>
                  <a:pt x="74711" y="50999"/>
                  <a:pt x="74791" y="51160"/>
                  <a:pt x="74872" y="51295"/>
                </a:cubicBezTo>
                <a:cubicBezTo>
                  <a:pt x="74872" y="51752"/>
                  <a:pt x="74872" y="52182"/>
                  <a:pt x="74926" y="52612"/>
                </a:cubicBezTo>
                <a:lnTo>
                  <a:pt x="74791" y="52424"/>
                </a:lnTo>
                <a:cubicBezTo>
                  <a:pt x="74657" y="51886"/>
                  <a:pt x="74496" y="51348"/>
                  <a:pt x="74334" y="50811"/>
                </a:cubicBezTo>
                <a:close/>
                <a:moveTo>
                  <a:pt x="76754" y="52236"/>
                </a:moveTo>
                <a:lnTo>
                  <a:pt x="76754" y="52639"/>
                </a:lnTo>
                <a:cubicBezTo>
                  <a:pt x="76754" y="52504"/>
                  <a:pt x="76727" y="52370"/>
                  <a:pt x="76700" y="52236"/>
                </a:cubicBezTo>
                <a:close/>
                <a:moveTo>
                  <a:pt x="37826" y="52236"/>
                </a:moveTo>
                <a:lnTo>
                  <a:pt x="37826" y="52236"/>
                </a:lnTo>
                <a:cubicBezTo>
                  <a:pt x="37799" y="52370"/>
                  <a:pt x="37772" y="52558"/>
                  <a:pt x="37745" y="52719"/>
                </a:cubicBezTo>
                <a:cubicBezTo>
                  <a:pt x="37745" y="52585"/>
                  <a:pt x="37718" y="52451"/>
                  <a:pt x="37718" y="52316"/>
                </a:cubicBezTo>
                <a:lnTo>
                  <a:pt x="37826" y="52236"/>
                </a:lnTo>
                <a:close/>
                <a:moveTo>
                  <a:pt x="81943" y="47800"/>
                </a:moveTo>
                <a:lnTo>
                  <a:pt x="82050" y="47880"/>
                </a:lnTo>
                <a:cubicBezTo>
                  <a:pt x="83072" y="49009"/>
                  <a:pt x="84066" y="50192"/>
                  <a:pt x="84980" y="51429"/>
                </a:cubicBezTo>
                <a:cubicBezTo>
                  <a:pt x="85115" y="51590"/>
                  <a:pt x="85222" y="51752"/>
                  <a:pt x="85330" y="51913"/>
                </a:cubicBezTo>
                <a:cubicBezTo>
                  <a:pt x="85303" y="52128"/>
                  <a:pt x="85276" y="52370"/>
                  <a:pt x="85249" y="52585"/>
                </a:cubicBezTo>
                <a:cubicBezTo>
                  <a:pt x="85249" y="52639"/>
                  <a:pt x="85222" y="52693"/>
                  <a:pt x="85222" y="52746"/>
                </a:cubicBezTo>
                <a:cubicBezTo>
                  <a:pt x="84550" y="51859"/>
                  <a:pt x="83932" y="50811"/>
                  <a:pt x="83367" y="49950"/>
                </a:cubicBezTo>
                <a:cubicBezTo>
                  <a:pt x="82883" y="49251"/>
                  <a:pt x="82400" y="48526"/>
                  <a:pt x="81943" y="47800"/>
                </a:cubicBezTo>
                <a:close/>
                <a:moveTo>
                  <a:pt x="57290" y="51295"/>
                </a:moveTo>
                <a:cubicBezTo>
                  <a:pt x="57424" y="51778"/>
                  <a:pt x="57532" y="52289"/>
                  <a:pt x="57693" y="52773"/>
                </a:cubicBezTo>
                <a:cubicBezTo>
                  <a:pt x="57451" y="52424"/>
                  <a:pt x="57182" y="52128"/>
                  <a:pt x="56914" y="51832"/>
                </a:cubicBezTo>
                <a:cubicBezTo>
                  <a:pt x="56994" y="51644"/>
                  <a:pt x="57129" y="51483"/>
                  <a:pt x="57263" y="51321"/>
                </a:cubicBezTo>
                <a:lnTo>
                  <a:pt x="57290" y="51295"/>
                </a:lnTo>
                <a:close/>
                <a:moveTo>
                  <a:pt x="75033" y="51590"/>
                </a:moveTo>
                <a:cubicBezTo>
                  <a:pt x="75033" y="51617"/>
                  <a:pt x="75060" y="51671"/>
                  <a:pt x="75087" y="51698"/>
                </a:cubicBezTo>
                <a:cubicBezTo>
                  <a:pt x="75114" y="51752"/>
                  <a:pt x="75141" y="51859"/>
                  <a:pt x="75195" y="51940"/>
                </a:cubicBezTo>
                <a:cubicBezTo>
                  <a:pt x="75114" y="52236"/>
                  <a:pt x="75060" y="52531"/>
                  <a:pt x="75006" y="52827"/>
                </a:cubicBezTo>
                <a:cubicBezTo>
                  <a:pt x="75006" y="52800"/>
                  <a:pt x="74980" y="52773"/>
                  <a:pt x="74980" y="52719"/>
                </a:cubicBezTo>
                <a:cubicBezTo>
                  <a:pt x="74953" y="52343"/>
                  <a:pt x="74980" y="51967"/>
                  <a:pt x="75033" y="51590"/>
                </a:cubicBezTo>
                <a:close/>
                <a:moveTo>
                  <a:pt x="71001" y="51725"/>
                </a:moveTo>
                <a:lnTo>
                  <a:pt x="71001" y="51940"/>
                </a:lnTo>
                <a:cubicBezTo>
                  <a:pt x="71001" y="51922"/>
                  <a:pt x="70995" y="51916"/>
                  <a:pt x="70987" y="51916"/>
                </a:cubicBezTo>
                <a:cubicBezTo>
                  <a:pt x="70971" y="51916"/>
                  <a:pt x="70947" y="51940"/>
                  <a:pt x="70947" y="51940"/>
                </a:cubicBezTo>
                <a:lnTo>
                  <a:pt x="71001" y="52612"/>
                </a:lnTo>
                <a:cubicBezTo>
                  <a:pt x="71001" y="52612"/>
                  <a:pt x="71028" y="52585"/>
                  <a:pt x="71028" y="52585"/>
                </a:cubicBezTo>
                <a:lnTo>
                  <a:pt x="71028" y="52585"/>
                </a:lnTo>
                <a:cubicBezTo>
                  <a:pt x="71001" y="52693"/>
                  <a:pt x="71001" y="52773"/>
                  <a:pt x="71028" y="52881"/>
                </a:cubicBezTo>
                <a:cubicBezTo>
                  <a:pt x="70920" y="52773"/>
                  <a:pt x="70813" y="52639"/>
                  <a:pt x="70705" y="52531"/>
                </a:cubicBezTo>
                <a:cubicBezTo>
                  <a:pt x="70813" y="52262"/>
                  <a:pt x="70893" y="51994"/>
                  <a:pt x="71001" y="51725"/>
                </a:cubicBezTo>
                <a:close/>
                <a:moveTo>
                  <a:pt x="54386" y="51805"/>
                </a:moveTo>
                <a:cubicBezTo>
                  <a:pt x="53983" y="52182"/>
                  <a:pt x="53580" y="52558"/>
                  <a:pt x="53204" y="52934"/>
                </a:cubicBezTo>
                <a:cubicBezTo>
                  <a:pt x="53204" y="52854"/>
                  <a:pt x="53230" y="52773"/>
                  <a:pt x="53230" y="52719"/>
                </a:cubicBezTo>
                <a:lnTo>
                  <a:pt x="53714" y="52316"/>
                </a:lnTo>
                <a:cubicBezTo>
                  <a:pt x="53929" y="52155"/>
                  <a:pt x="54144" y="51994"/>
                  <a:pt x="54386" y="51805"/>
                </a:cubicBezTo>
                <a:close/>
                <a:moveTo>
                  <a:pt x="102401" y="49090"/>
                </a:moveTo>
                <a:lnTo>
                  <a:pt x="102401" y="49090"/>
                </a:lnTo>
                <a:cubicBezTo>
                  <a:pt x="103181" y="49897"/>
                  <a:pt x="103934" y="50730"/>
                  <a:pt x="104606" y="51644"/>
                </a:cubicBezTo>
                <a:cubicBezTo>
                  <a:pt x="104579" y="51671"/>
                  <a:pt x="104579" y="51698"/>
                  <a:pt x="104579" y="51725"/>
                </a:cubicBezTo>
                <a:cubicBezTo>
                  <a:pt x="104579" y="52128"/>
                  <a:pt x="104579" y="52531"/>
                  <a:pt x="104579" y="52934"/>
                </a:cubicBezTo>
                <a:cubicBezTo>
                  <a:pt x="104310" y="52531"/>
                  <a:pt x="104068" y="52128"/>
                  <a:pt x="103799" y="51698"/>
                </a:cubicBezTo>
                <a:cubicBezTo>
                  <a:pt x="103369" y="50811"/>
                  <a:pt x="102885" y="49950"/>
                  <a:pt x="102401" y="49090"/>
                </a:cubicBezTo>
                <a:close/>
                <a:moveTo>
                  <a:pt x="71485" y="42907"/>
                </a:moveTo>
                <a:lnTo>
                  <a:pt x="71485" y="42907"/>
                </a:lnTo>
                <a:cubicBezTo>
                  <a:pt x="71431" y="43068"/>
                  <a:pt x="71404" y="43203"/>
                  <a:pt x="71377" y="43364"/>
                </a:cubicBezTo>
                <a:lnTo>
                  <a:pt x="71055" y="43767"/>
                </a:lnTo>
                <a:cubicBezTo>
                  <a:pt x="71028" y="43767"/>
                  <a:pt x="71001" y="43794"/>
                  <a:pt x="70974" y="43821"/>
                </a:cubicBezTo>
                <a:cubicBezTo>
                  <a:pt x="70651" y="44251"/>
                  <a:pt x="70302" y="44708"/>
                  <a:pt x="70006" y="45165"/>
                </a:cubicBezTo>
                <a:cubicBezTo>
                  <a:pt x="69011" y="46509"/>
                  <a:pt x="68070" y="47880"/>
                  <a:pt x="67183" y="49305"/>
                </a:cubicBezTo>
                <a:cubicBezTo>
                  <a:pt x="66511" y="50407"/>
                  <a:pt x="65839" y="51537"/>
                  <a:pt x="65221" y="52693"/>
                </a:cubicBezTo>
                <a:cubicBezTo>
                  <a:pt x="65167" y="52800"/>
                  <a:pt x="65113" y="52908"/>
                  <a:pt x="65033" y="53015"/>
                </a:cubicBezTo>
                <a:cubicBezTo>
                  <a:pt x="65006" y="52881"/>
                  <a:pt x="64979" y="52746"/>
                  <a:pt x="64979" y="52639"/>
                </a:cubicBezTo>
                <a:lnTo>
                  <a:pt x="65033" y="52639"/>
                </a:lnTo>
                <a:cubicBezTo>
                  <a:pt x="65086" y="52370"/>
                  <a:pt x="65167" y="52128"/>
                  <a:pt x="65248" y="51886"/>
                </a:cubicBezTo>
                <a:cubicBezTo>
                  <a:pt x="65570" y="51133"/>
                  <a:pt x="65893" y="50407"/>
                  <a:pt x="66269" y="49682"/>
                </a:cubicBezTo>
                <a:cubicBezTo>
                  <a:pt x="67183" y="48445"/>
                  <a:pt x="68097" y="47208"/>
                  <a:pt x="68984" y="45972"/>
                </a:cubicBezTo>
                <a:cubicBezTo>
                  <a:pt x="69495" y="45273"/>
                  <a:pt x="70463" y="44305"/>
                  <a:pt x="70893" y="43444"/>
                </a:cubicBezTo>
                <a:cubicBezTo>
                  <a:pt x="71081" y="43256"/>
                  <a:pt x="71270" y="43068"/>
                  <a:pt x="71485" y="42907"/>
                </a:cubicBezTo>
                <a:close/>
                <a:moveTo>
                  <a:pt x="79227" y="49735"/>
                </a:moveTo>
                <a:lnTo>
                  <a:pt x="79227" y="49735"/>
                </a:lnTo>
                <a:cubicBezTo>
                  <a:pt x="78636" y="50730"/>
                  <a:pt x="78125" y="51778"/>
                  <a:pt x="77695" y="52854"/>
                </a:cubicBezTo>
                <a:lnTo>
                  <a:pt x="77614" y="53069"/>
                </a:lnTo>
                <a:cubicBezTo>
                  <a:pt x="77614" y="52881"/>
                  <a:pt x="77587" y="52693"/>
                  <a:pt x="77560" y="52504"/>
                </a:cubicBezTo>
                <a:lnTo>
                  <a:pt x="77560" y="52477"/>
                </a:lnTo>
                <a:cubicBezTo>
                  <a:pt x="78044" y="51537"/>
                  <a:pt x="78609" y="50622"/>
                  <a:pt x="79227" y="49735"/>
                </a:cubicBezTo>
                <a:close/>
                <a:moveTo>
                  <a:pt x="86915" y="50314"/>
                </a:moveTo>
                <a:cubicBezTo>
                  <a:pt x="86952" y="50314"/>
                  <a:pt x="86960" y="50495"/>
                  <a:pt x="86916" y="50999"/>
                </a:cubicBezTo>
                <a:cubicBezTo>
                  <a:pt x="86889" y="51268"/>
                  <a:pt x="86862" y="51563"/>
                  <a:pt x="86835" y="51859"/>
                </a:cubicBezTo>
                <a:cubicBezTo>
                  <a:pt x="86755" y="52262"/>
                  <a:pt x="86674" y="52666"/>
                  <a:pt x="86593" y="53069"/>
                </a:cubicBezTo>
                <a:cubicBezTo>
                  <a:pt x="86486" y="52773"/>
                  <a:pt x="86352" y="52504"/>
                  <a:pt x="86190" y="52262"/>
                </a:cubicBezTo>
                <a:cubicBezTo>
                  <a:pt x="86298" y="51967"/>
                  <a:pt x="86405" y="51671"/>
                  <a:pt x="86513" y="51375"/>
                </a:cubicBezTo>
                <a:cubicBezTo>
                  <a:pt x="86639" y="51068"/>
                  <a:pt x="86838" y="50314"/>
                  <a:pt x="86915" y="50314"/>
                </a:cubicBezTo>
                <a:close/>
                <a:moveTo>
                  <a:pt x="75867" y="53150"/>
                </a:moveTo>
                <a:cubicBezTo>
                  <a:pt x="75867" y="53176"/>
                  <a:pt x="75840" y="53176"/>
                  <a:pt x="75840" y="53203"/>
                </a:cubicBezTo>
                <a:cubicBezTo>
                  <a:pt x="75840" y="53176"/>
                  <a:pt x="75840" y="53150"/>
                  <a:pt x="75867" y="53150"/>
                </a:cubicBezTo>
                <a:close/>
                <a:moveTo>
                  <a:pt x="85437" y="52047"/>
                </a:moveTo>
                <a:lnTo>
                  <a:pt x="85706" y="52477"/>
                </a:lnTo>
                <a:cubicBezTo>
                  <a:pt x="85653" y="52719"/>
                  <a:pt x="85626" y="52934"/>
                  <a:pt x="85572" y="53176"/>
                </a:cubicBezTo>
                <a:lnTo>
                  <a:pt x="85572" y="53203"/>
                </a:lnTo>
                <a:cubicBezTo>
                  <a:pt x="85491" y="53096"/>
                  <a:pt x="85411" y="52988"/>
                  <a:pt x="85330" y="52881"/>
                </a:cubicBezTo>
                <a:cubicBezTo>
                  <a:pt x="85330" y="52746"/>
                  <a:pt x="85357" y="52612"/>
                  <a:pt x="85357" y="52477"/>
                </a:cubicBezTo>
                <a:cubicBezTo>
                  <a:pt x="85357" y="52343"/>
                  <a:pt x="85384" y="52289"/>
                  <a:pt x="85384" y="52209"/>
                </a:cubicBezTo>
                <a:lnTo>
                  <a:pt x="85437" y="52047"/>
                </a:lnTo>
                <a:close/>
                <a:moveTo>
                  <a:pt x="82803" y="49977"/>
                </a:moveTo>
                <a:lnTo>
                  <a:pt x="83421" y="50864"/>
                </a:lnTo>
                <a:cubicBezTo>
                  <a:pt x="83932" y="51617"/>
                  <a:pt x="84550" y="52370"/>
                  <a:pt x="85115" y="53150"/>
                </a:cubicBezTo>
                <a:cubicBezTo>
                  <a:pt x="85115" y="53203"/>
                  <a:pt x="85088" y="53257"/>
                  <a:pt x="85088" y="53284"/>
                </a:cubicBezTo>
                <a:cubicBezTo>
                  <a:pt x="84819" y="52934"/>
                  <a:pt x="84523" y="52558"/>
                  <a:pt x="84281" y="52182"/>
                </a:cubicBezTo>
                <a:cubicBezTo>
                  <a:pt x="83744" y="51456"/>
                  <a:pt x="83260" y="50703"/>
                  <a:pt x="82803" y="49977"/>
                </a:cubicBezTo>
                <a:close/>
                <a:moveTo>
                  <a:pt x="64925" y="53042"/>
                </a:moveTo>
                <a:lnTo>
                  <a:pt x="64925" y="53230"/>
                </a:lnTo>
                <a:cubicBezTo>
                  <a:pt x="64925" y="53284"/>
                  <a:pt x="64871" y="53311"/>
                  <a:pt x="64844" y="53365"/>
                </a:cubicBezTo>
                <a:cubicBezTo>
                  <a:pt x="64817" y="53257"/>
                  <a:pt x="64871" y="53150"/>
                  <a:pt x="64871" y="53042"/>
                </a:cubicBezTo>
                <a:close/>
                <a:moveTo>
                  <a:pt x="85814" y="52693"/>
                </a:moveTo>
                <a:lnTo>
                  <a:pt x="85894" y="52827"/>
                </a:lnTo>
                <a:cubicBezTo>
                  <a:pt x="85841" y="52988"/>
                  <a:pt x="85787" y="53176"/>
                  <a:pt x="85733" y="53365"/>
                </a:cubicBezTo>
                <a:lnTo>
                  <a:pt x="85706" y="53365"/>
                </a:lnTo>
                <a:cubicBezTo>
                  <a:pt x="85733" y="53123"/>
                  <a:pt x="85787" y="52908"/>
                  <a:pt x="85814" y="52693"/>
                </a:cubicBezTo>
                <a:close/>
                <a:moveTo>
                  <a:pt x="85142" y="53176"/>
                </a:moveTo>
                <a:lnTo>
                  <a:pt x="85196" y="53230"/>
                </a:lnTo>
                <a:cubicBezTo>
                  <a:pt x="85196" y="53284"/>
                  <a:pt x="85196" y="53338"/>
                  <a:pt x="85169" y="53392"/>
                </a:cubicBezTo>
                <a:lnTo>
                  <a:pt x="85115" y="53338"/>
                </a:lnTo>
                <a:cubicBezTo>
                  <a:pt x="85115" y="53284"/>
                  <a:pt x="85142" y="53230"/>
                  <a:pt x="85142" y="53176"/>
                </a:cubicBezTo>
                <a:close/>
                <a:moveTo>
                  <a:pt x="96836" y="49171"/>
                </a:moveTo>
                <a:lnTo>
                  <a:pt x="96836" y="49171"/>
                </a:lnTo>
                <a:cubicBezTo>
                  <a:pt x="97455" y="50542"/>
                  <a:pt x="97939" y="51967"/>
                  <a:pt x="98315" y="53418"/>
                </a:cubicBezTo>
                <a:cubicBezTo>
                  <a:pt x="98288" y="53392"/>
                  <a:pt x="98261" y="53365"/>
                  <a:pt x="98261" y="53311"/>
                </a:cubicBezTo>
                <a:cubicBezTo>
                  <a:pt x="97858" y="51913"/>
                  <a:pt x="97374" y="50515"/>
                  <a:pt x="96836" y="49171"/>
                </a:cubicBezTo>
                <a:close/>
                <a:moveTo>
                  <a:pt x="105009" y="49171"/>
                </a:moveTo>
                <a:lnTo>
                  <a:pt x="105009" y="49171"/>
                </a:lnTo>
                <a:cubicBezTo>
                  <a:pt x="106138" y="49628"/>
                  <a:pt x="107213" y="50165"/>
                  <a:pt x="108262" y="50784"/>
                </a:cubicBezTo>
                <a:lnTo>
                  <a:pt x="108235" y="50784"/>
                </a:lnTo>
                <a:cubicBezTo>
                  <a:pt x="108585" y="50999"/>
                  <a:pt x="111273" y="52988"/>
                  <a:pt x="110923" y="53472"/>
                </a:cubicBezTo>
                <a:cubicBezTo>
                  <a:pt x="110574" y="53338"/>
                  <a:pt x="110225" y="53176"/>
                  <a:pt x="109902" y="52961"/>
                </a:cubicBezTo>
                <a:cubicBezTo>
                  <a:pt x="108907" y="52236"/>
                  <a:pt x="107886" y="51510"/>
                  <a:pt x="106837" y="50811"/>
                </a:cubicBezTo>
                <a:cubicBezTo>
                  <a:pt x="106246" y="50246"/>
                  <a:pt x="105627" y="49708"/>
                  <a:pt x="105009" y="49171"/>
                </a:cubicBezTo>
                <a:close/>
                <a:moveTo>
                  <a:pt x="55354" y="51241"/>
                </a:moveTo>
                <a:lnTo>
                  <a:pt x="55354" y="51241"/>
                </a:lnTo>
                <a:cubicBezTo>
                  <a:pt x="55005" y="51590"/>
                  <a:pt x="54682" y="51967"/>
                  <a:pt x="54333" y="52316"/>
                </a:cubicBezTo>
                <a:lnTo>
                  <a:pt x="53580" y="53042"/>
                </a:lnTo>
                <a:lnTo>
                  <a:pt x="53096" y="53526"/>
                </a:lnTo>
                <a:lnTo>
                  <a:pt x="53123" y="53338"/>
                </a:lnTo>
                <a:cubicBezTo>
                  <a:pt x="53526" y="52961"/>
                  <a:pt x="53929" y="52558"/>
                  <a:pt x="54333" y="52182"/>
                </a:cubicBezTo>
                <a:cubicBezTo>
                  <a:pt x="54682" y="51859"/>
                  <a:pt x="55005" y="51537"/>
                  <a:pt x="55354" y="51241"/>
                </a:cubicBezTo>
                <a:close/>
                <a:moveTo>
                  <a:pt x="52182" y="50999"/>
                </a:moveTo>
                <a:lnTo>
                  <a:pt x="52182" y="50999"/>
                </a:lnTo>
                <a:cubicBezTo>
                  <a:pt x="52128" y="51187"/>
                  <a:pt x="52101" y="51348"/>
                  <a:pt x="52048" y="51510"/>
                </a:cubicBezTo>
                <a:cubicBezTo>
                  <a:pt x="51996" y="51819"/>
                  <a:pt x="52240" y="52103"/>
                  <a:pt x="52568" y="52103"/>
                </a:cubicBezTo>
                <a:cubicBezTo>
                  <a:pt x="52583" y="52103"/>
                  <a:pt x="52597" y="52102"/>
                  <a:pt x="52612" y="52101"/>
                </a:cubicBezTo>
                <a:lnTo>
                  <a:pt x="52612" y="52101"/>
                </a:lnTo>
                <a:cubicBezTo>
                  <a:pt x="52074" y="52585"/>
                  <a:pt x="51537" y="53069"/>
                  <a:pt x="51026" y="53580"/>
                </a:cubicBezTo>
                <a:cubicBezTo>
                  <a:pt x="51187" y="53096"/>
                  <a:pt x="51349" y="52585"/>
                  <a:pt x="51537" y="52101"/>
                </a:cubicBezTo>
                <a:cubicBezTo>
                  <a:pt x="51565" y="52113"/>
                  <a:pt x="51595" y="52118"/>
                  <a:pt x="51625" y="52118"/>
                </a:cubicBezTo>
                <a:cubicBezTo>
                  <a:pt x="51735" y="52118"/>
                  <a:pt x="51844" y="52045"/>
                  <a:pt x="51886" y="51940"/>
                </a:cubicBezTo>
                <a:lnTo>
                  <a:pt x="52182" y="50999"/>
                </a:lnTo>
                <a:close/>
                <a:moveTo>
                  <a:pt x="59548" y="49547"/>
                </a:moveTo>
                <a:lnTo>
                  <a:pt x="59656" y="49816"/>
                </a:lnTo>
                <a:cubicBezTo>
                  <a:pt x="59683" y="51080"/>
                  <a:pt x="59790" y="52370"/>
                  <a:pt x="60005" y="53607"/>
                </a:cubicBezTo>
                <a:cubicBezTo>
                  <a:pt x="59898" y="53418"/>
                  <a:pt x="59817" y="53257"/>
                  <a:pt x="59763" y="53096"/>
                </a:cubicBezTo>
                <a:lnTo>
                  <a:pt x="59790" y="53096"/>
                </a:lnTo>
                <a:cubicBezTo>
                  <a:pt x="59683" y="52666"/>
                  <a:pt x="59575" y="52236"/>
                  <a:pt x="59441" y="51832"/>
                </a:cubicBezTo>
                <a:cubicBezTo>
                  <a:pt x="59414" y="51698"/>
                  <a:pt x="59387" y="51590"/>
                  <a:pt x="59360" y="51456"/>
                </a:cubicBezTo>
                <a:cubicBezTo>
                  <a:pt x="59279" y="51026"/>
                  <a:pt x="58984" y="50273"/>
                  <a:pt x="59010" y="49789"/>
                </a:cubicBezTo>
                <a:lnTo>
                  <a:pt x="59010" y="49789"/>
                </a:lnTo>
                <a:cubicBezTo>
                  <a:pt x="59061" y="49819"/>
                  <a:pt x="59115" y="49834"/>
                  <a:pt x="59169" y="49834"/>
                </a:cubicBezTo>
                <a:cubicBezTo>
                  <a:pt x="59258" y="49834"/>
                  <a:pt x="59347" y="49792"/>
                  <a:pt x="59414" y="49708"/>
                </a:cubicBezTo>
                <a:lnTo>
                  <a:pt x="59548" y="49547"/>
                </a:lnTo>
                <a:close/>
                <a:moveTo>
                  <a:pt x="56376" y="52585"/>
                </a:moveTo>
                <a:cubicBezTo>
                  <a:pt x="56457" y="52934"/>
                  <a:pt x="56537" y="53284"/>
                  <a:pt x="56645" y="53633"/>
                </a:cubicBezTo>
                <a:cubicBezTo>
                  <a:pt x="56537" y="53418"/>
                  <a:pt x="56430" y="53203"/>
                  <a:pt x="56295" y="52988"/>
                </a:cubicBezTo>
                <a:lnTo>
                  <a:pt x="56295" y="52988"/>
                </a:lnTo>
                <a:cubicBezTo>
                  <a:pt x="56302" y="52990"/>
                  <a:pt x="56309" y="52991"/>
                  <a:pt x="56316" y="52991"/>
                </a:cubicBezTo>
                <a:cubicBezTo>
                  <a:pt x="56409" y="52991"/>
                  <a:pt x="56449" y="52825"/>
                  <a:pt x="56349" y="52800"/>
                </a:cubicBezTo>
                <a:lnTo>
                  <a:pt x="56268" y="52773"/>
                </a:lnTo>
                <a:lnTo>
                  <a:pt x="56376" y="52585"/>
                </a:lnTo>
                <a:close/>
                <a:moveTo>
                  <a:pt x="40756" y="49708"/>
                </a:moveTo>
                <a:cubicBezTo>
                  <a:pt x="40756" y="49950"/>
                  <a:pt x="40729" y="50192"/>
                  <a:pt x="40729" y="50407"/>
                </a:cubicBezTo>
                <a:cubicBezTo>
                  <a:pt x="40541" y="51026"/>
                  <a:pt x="40353" y="51617"/>
                  <a:pt x="40219" y="52236"/>
                </a:cubicBezTo>
                <a:cubicBezTo>
                  <a:pt x="40057" y="52719"/>
                  <a:pt x="39896" y="53176"/>
                  <a:pt x="39762" y="53660"/>
                </a:cubicBezTo>
                <a:lnTo>
                  <a:pt x="39762" y="53633"/>
                </a:lnTo>
                <a:cubicBezTo>
                  <a:pt x="39950" y="52424"/>
                  <a:pt x="40165" y="51187"/>
                  <a:pt x="40380" y="49977"/>
                </a:cubicBezTo>
                <a:lnTo>
                  <a:pt x="40756" y="49708"/>
                </a:lnTo>
                <a:close/>
                <a:moveTo>
                  <a:pt x="58159" y="50634"/>
                </a:moveTo>
                <a:cubicBezTo>
                  <a:pt x="58242" y="50634"/>
                  <a:pt x="58384" y="50801"/>
                  <a:pt x="58607" y="51214"/>
                </a:cubicBezTo>
                <a:lnTo>
                  <a:pt x="58715" y="51456"/>
                </a:lnTo>
                <a:cubicBezTo>
                  <a:pt x="58822" y="52182"/>
                  <a:pt x="58930" y="52908"/>
                  <a:pt x="59037" y="53660"/>
                </a:cubicBezTo>
                <a:lnTo>
                  <a:pt x="59037" y="53687"/>
                </a:lnTo>
                <a:cubicBezTo>
                  <a:pt x="58795" y="53203"/>
                  <a:pt x="58527" y="52719"/>
                  <a:pt x="58231" y="52262"/>
                </a:cubicBezTo>
                <a:cubicBezTo>
                  <a:pt x="58082" y="51480"/>
                  <a:pt x="57972" y="50634"/>
                  <a:pt x="58159" y="50634"/>
                </a:cubicBezTo>
                <a:close/>
                <a:moveTo>
                  <a:pt x="37261" y="51483"/>
                </a:moveTo>
                <a:lnTo>
                  <a:pt x="37261" y="51698"/>
                </a:lnTo>
                <a:cubicBezTo>
                  <a:pt x="35971" y="52424"/>
                  <a:pt x="34680" y="53123"/>
                  <a:pt x="33336" y="53741"/>
                </a:cubicBezTo>
                <a:cubicBezTo>
                  <a:pt x="34250" y="53123"/>
                  <a:pt x="35164" y="52531"/>
                  <a:pt x="36105" y="51967"/>
                </a:cubicBezTo>
                <a:lnTo>
                  <a:pt x="36105" y="51940"/>
                </a:lnTo>
                <a:cubicBezTo>
                  <a:pt x="36482" y="51805"/>
                  <a:pt x="36885" y="51644"/>
                  <a:pt x="37261" y="51483"/>
                </a:cubicBezTo>
                <a:close/>
                <a:moveTo>
                  <a:pt x="85276" y="53338"/>
                </a:moveTo>
                <a:lnTo>
                  <a:pt x="85464" y="53633"/>
                </a:lnTo>
                <a:cubicBezTo>
                  <a:pt x="85464" y="53687"/>
                  <a:pt x="85464" y="53741"/>
                  <a:pt x="85464" y="53768"/>
                </a:cubicBezTo>
                <a:cubicBezTo>
                  <a:pt x="85384" y="53687"/>
                  <a:pt x="85330" y="53580"/>
                  <a:pt x="85249" y="53499"/>
                </a:cubicBezTo>
                <a:lnTo>
                  <a:pt x="85276" y="53338"/>
                </a:lnTo>
                <a:close/>
                <a:moveTo>
                  <a:pt x="61806" y="52451"/>
                </a:moveTo>
                <a:lnTo>
                  <a:pt x="61806" y="52451"/>
                </a:lnTo>
                <a:cubicBezTo>
                  <a:pt x="61941" y="52719"/>
                  <a:pt x="62048" y="52961"/>
                  <a:pt x="62156" y="53203"/>
                </a:cubicBezTo>
                <a:cubicBezTo>
                  <a:pt x="62183" y="53392"/>
                  <a:pt x="62210" y="53580"/>
                  <a:pt x="62263" y="53795"/>
                </a:cubicBezTo>
                <a:cubicBezTo>
                  <a:pt x="62210" y="53687"/>
                  <a:pt x="62156" y="53580"/>
                  <a:pt x="62102" y="53472"/>
                </a:cubicBezTo>
                <a:cubicBezTo>
                  <a:pt x="62022" y="53284"/>
                  <a:pt x="61941" y="53069"/>
                  <a:pt x="61887" y="52881"/>
                </a:cubicBezTo>
                <a:lnTo>
                  <a:pt x="61806" y="52451"/>
                </a:lnTo>
                <a:close/>
                <a:moveTo>
                  <a:pt x="74953" y="53633"/>
                </a:moveTo>
                <a:lnTo>
                  <a:pt x="74953" y="53795"/>
                </a:lnTo>
                <a:lnTo>
                  <a:pt x="74872" y="53660"/>
                </a:lnTo>
                <a:cubicBezTo>
                  <a:pt x="74899" y="53660"/>
                  <a:pt x="74926" y="53633"/>
                  <a:pt x="74953" y="53633"/>
                </a:cubicBezTo>
                <a:close/>
                <a:moveTo>
                  <a:pt x="71700" y="48633"/>
                </a:moveTo>
                <a:lnTo>
                  <a:pt x="71700" y="48660"/>
                </a:lnTo>
                <a:cubicBezTo>
                  <a:pt x="72264" y="49574"/>
                  <a:pt x="72802" y="50515"/>
                  <a:pt x="73340" y="51456"/>
                </a:cubicBezTo>
                <a:cubicBezTo>
                  <a:pt x="73582" y="52236"/>
                  <a:pt x="73824" y="53015"/>
                  <a:pt x="74012" y="53822"/>
                </a:cubicBezTo>
                <a:cubicBezTo>
                  <a:pt x="73232" y="52477"/>
                  <a:pt x="72399" y="51214"/>
                  <a:pt x="71538" y="49923"/>
                </a:cubicBezTo>
                <a:lnTo>
                  <a:pt x="71538" y="49843"/>
                </a:lnTo>
                <a:lnTo>
                  <a:pt x="71538" y="49144"/>
                </a:lnTo>
                <a:cubicBezTo>
                  <a:pt x="71619" y="48929"/>
                  <a:pt x="71673" y="48767"/>
                  <a:pt x="71700" y="48633"/>
                </a:cubicBezTo>
                <a:close/>
                <a:moveTo>
                  <a:pt x="42344" y="51035"/>
                </a:moveTo>
                <a:lnTo>
                  <a:pt x="42344" y="51035"/>
                </a:lnTo>
                <a:cubicBezTo>
                  <a:pt x="42039" y="52024"/>
                  <a:pt x="41733" y="52990"/>
                  <a:pt x="41428" y="53956"/>
                </a:cubicBezTo>
                <a:cubicBezTo>
                  <a:pt x="41685" y="52982"/>
                  <a:pt x="41990" y="52008"/>
                  <a:pt x="42344" y="51035"/>
                </a:cubicBezTo>
                <a:close/>
                <a:moveTo>
                  <a:pt x="43633" y="50596"/>
                </a:moveTo>
                <a:cubicBezTo>
                  <a:pt x="43660" y="51725"/>
                  <a:pt x="43660" y="52854"/>
                  <a:pt x="43633" y="53956"/>
                </a:cubicBezTo>
                <a:cubicBezTo>
                  <a:pt x="43552" y="53472"/>
                  <a:pt x="43472" y="52961"/>
                  <a:pt x="43418" y="52477"/>
                </a:cubicBezTo>
                <a:cubicBezTo>
                  <a:pt x="43445" y="51994"/>
                  <a:pt x="43472" y="51537"/>
                  <a:pt x="43472" y="51053"/>
                </a:cubicBezTo>
                <a:cubicBezTo>
                  <a:pt x="43525" y="50918"/>
                  <a:pt x="43579" y="50757"/>
                  <a:pt x="43633" y="50596"/>
                </a:cubicBezTo>
                <a:close/>
                <a:moveTo>
                  <a:pt x="61000" y="51913"/>
                </a:moveTo>
                <a:cubicBezTo>
                  <a:pt x="61107" y="52585"/>
                  <a:pt x="61242" y="53257"/>
                  <a:pt x="61376" y="53956"/>
                </a:cubicBezTo>
                <a:cubicBezTo>
                  <a:pt x="61296" y="53741"/>
                  <a:pt x="61215" y="53526"/>
                  <a:pt x="61107" y="53284"/>
                </a:cubicBezTo>
                <a:cubicBezTo>
                  <a:pt x="61030" y="52817"/>
                  <a:pt x="60952" y="52401"/>
                  <a:pt x="60874" y="51986"/>
                </a:cubicBezTo>
                <a:lnTo>
                  <a:pt x="60874" y="51986"/>
                </a:lnTo>
                <a:cubicBezTo>
                  <a:pt x="60903" y="51961"/>
                  <a:pt x="60951" y="51937"/>
                  <a:pt x="61000" y="51913"/>
                </a:cubicBezTo>
                <a:close/>
                <a:moveTo>
                  <a:pt x="75625" y="53123"/>
                </a:moveTo>
                <a:lnTo>
                  <a:pt x="75652" y="53284"/>
                </a:lnTo>
                <a:lnTo>
                  <a:pt x="75679" y="53365"/>
                </a:lnTo>
                <a:cubicBezTo>
                  <a:pt x="75625" y="53472"/>
                  <a:pt x="75598" y="53607"/>
                  <a:pt x="75544" y="53714"/>
                </a:cubicBezTo>
                <a:cubicBezTo>
                  <a:pt x="75527" y="53766"/>
                  <a:pt x="75577" y="53796"/>
                  <a:pt x="75621" y="53796"/>
                </a:cubicBezTo>
                <a:cubicBezTo>
                  <a:pt x="75646" y="53796"/>
                  <a:pt x="75669" y="53787"/>
                  <a:pt x="75679" y="53768"/>
                </a:cubicBezTo>
                <a:lnTo>
                  <a:pt x="75732" y="53580"/>
                </a:lnTo>
                <a:lnTo>
                  <a:pt x="75732" y="53607"/>
                </a:lnTo>
                <a:cubicBezTo>
                  <a:pt x="75705" y="53741"/>
                  <a:pt x="75652" y="53849"/>
                  <a:pt x="75625" y="53983"/>
                </a:cubicBezTo>
                <a:cubicBezTo>
                  <a:pt x="75571" y="53875"/>
                  <a:pt x="75544" y="53795"/>
                  <a:pt x="75490" y="53687"/>
                </a:cubicBezTo>
                <a:cubicBezTo>
                  <a:pt x="75517" y="53499"/>
                  <a:pt x="75544" y="53311"/>
                  <a:pt x="75625" y="53123"/>
                </a:cubicBezTo>
                <a:close/>
                <a:moveTo>
                  <a:pt x="81593" y="53203"/>
                </a:moveTo>
                <a:lnTo>
                  <a:pt x="81727" y="53338"/>
                </a:lnTo>
                <a:cubicBezTo>
                  <a:pt x="81754" y="53392"/>
                  <a:pt x="81808" y="53445"/>
                  <a:pt x="81862" y="53472"/>
                </a:cubicBezTo>
                <a:cubicBezTo>
                  <a:pt x="81808" y="53526"/>
                  <a:pt x="81781" y="53580"/>
                  <a:pt x="81808" y="53633"/>
                </a:cubicBezTo>
                <a:cubicBezTo>
                  <a:pt x="81889" y="53768"/>
                  <a:pt x="81969" y="53875"/>
                  <a:pt x="82050" y="54010"/>
                </a:cubicBezTo>
                <a:lnTo>
                  <a:pt x="81808" y="53795"/>
                </a:lnTo>
                <a:cubicBezTo>
                  <a:pt x="81754" y="53687"/>
                  <a:pt x="81701" y="53607"/>
                  <a:pt x="81620" y="53553"/>
                </a:cubicBezTo>
                <a:cubicBezTo>
                  <a:pt x="81620" y="53445"/>
                  <a:pt x="81620" y="53311"/>
                  <a:pt x="81593" y="53203"/>
                </a:cubicBezTo>
                <a:close/>
                <a:moveTo>
                  <a:pt x="88422" y="51321"/>
                </a:moveTo>
                <a:lnTo>
                  <a:pt x="88529" y="51456"/>
                </a:lnTo>
                <a:cubicBezTo>
                  <a:pt x="88771" y="51778"/>
                  <a:pt x="88986" y="52101"/>
                  <a:pt x="89201" y="52424"/>
                </a:cubicBezTo>
                <a:cubicBezTo>
                  <a:pt x="89147" y="52424"/>
                  <a:pt x="89094" y="52504"/>
                  <a:pt x="89094" y="52585"/>
                </a:cubicBezTo>
                <a:cubicBezTo>
                  <a:pt x="89121" y="53069"/>
                  <a:pt x="89147" y="53553"/>
                  <a:pt x="89174" y="54037"/>
                </a:cubicBezTo>
                <a:cubicBezTo>
                  <a:pt x="89067" y="53365"/>
                  <a:pt x="88959" y="52693"/>
                  <a:pt x="88852" y="52020"/>
                </a:cubicBezTo>
                <a:cubicBezTo>
                  <a:pt x="88840" y="51919"/>
                  <a:pt x="88773" y="51874"/>
                  <a:pt x="88700" y="51874"/>
                </a:cubicBezTo>
                <a:cubicBezTo>
                  <a:pt x="88598" y="51874"/>
                  <a:pt x="88487" y="51960"/>
                  <a:pt x="88502" y="52101"/>
                </a:cubicBezTo>
                <a:lnTo>
                  <a:pt x="88502" y="52209"/>
                </a:lnTo>
                <a:lnTo>
                  <a:pt x="88422" y="52209"/>
                </a:lnTo>
                <a:lnTo>
                  <a:pt x="88422" y="51321"/>
                </a:lnTo>
                <a:close/>
                <a:moveTo>
                  <a:pt x="104901" y="52719"/>
                </a:moveTo>
                <a:cubicBezTo>
                  <a:pt x="105009" y="53015"/>
                  <a:pt x="105170" y="53445"/>
                  <a:pt x="105197" y="53553"/>
                </a:cubicBezTo>
                <a:cubicBezTo>
                  <a:pt x="105224" y="53633"/>
                  <a:pt x="105278" y="53768"/>
                  <a:pt x="105332" y="53875"/>
                </a:cubicBezTo>
                <a:lnTo>
                  <a:pt x="105332" y="54037"/>
                </a:lnTo>
                <a:lnTo>
                  <a:pt x="105063" y="53660"/>
                </a:lnTo>
                <a:lnTo>
                  <a:pt x="104901" y="53445"/>
                </a:lnTo>
                <a:cubicBezTo>
                  <a:pt x="104901" y="53188"/>
                  <a:pt x="104901" y="52930"/>
                  <a:pt x="104901" y="52719"/>
                </a:cubicBezTo>
                <a:close/>
                <a:moveTo>
                  <a:pt x="89578" y="51483"/>
                </a:moveTo>
                <a:lnTo>
                  <a:pt x="89578" y="51483"/>
                </a:lnTo>
                <a:cubicBezTo>
                  <a:pt x="89954" y="51913"/>
                  <a:pt x="90330" y="52343"/>
                  <a:pt x="90734" y="52746"/>
                </a:cubicBezTo>
                <a:cubicBezTo>
                  <a:pt x="91029" y="53176"/>
                  <a:pt x="91325" y="53633"/>
                  <a:pt x="91648" y="54064"/>
                </a:cubicBezTo>
                <a:cubicBezTo>
                  <a:pt x="91621" y="54037"/>
                  <a:pt x="91594" y="54010"/>
                  <a:pt x="91567" y="54010"/>
                </a:cubicBezTo>
                <a:lnTo>
                  <a:pt x="90949" y="53150"/>
                </a:lnTo>
                <a:cubicBezTo>
                  <a:pt x="90913" y="53102"/>
                  <a:pt x="90868" y="53081"/>
                  <a:pt x="90823" y="53081"/>
                </a:cubicBezTo>
                <a:cubicBezTo>
                  <a:pt x="90766" y="53081"/>
                  <a:pt x="90710" y="53116"/>
                  <a:pt x="90680" y="53176"/>
                </a:cubicBezTo>
                <a:cubicBezTo>
                  <a:pt x="90330" y="52585"/>
                  <a:pt x="89954" y="52047"/>
                  <a:pt x="89578" y="51483"/>
                </a:cubicBezTo>
                <a:close/>
                <a:moveTo>
                  <a:pt x="90142" y="50381"/>
                </a:moveTo>
                <a:cubicBezTo>
                  <a:pt x="90707" y="50918"/>
                  <a:pt x="91271" y="51483"/>
                  <a:pt x="91809" y="52047"/>
                </a:cubicBezTo>
                <a:cubicBezTo>
                  <a:pt x="92185" y="52477"/>
                  <a:pt x="92589" y="52908"/>
                  <a:pt x="92965" y="53338"/>
                </a:cubicBezTo>
                <a:cubicBezTo>
                  <a:pt x="93216" y="53643"/>
                  <a:pt x="93660" y="54116"/>
                  <a:pt x="93654" y="54116"/>
                </a:cubicBezTo>
                <a:cubicBezTo>
                  <a:pt x="93651" y="54116"/>
                  <a:pt x="93537" y="54000"/>
                  <a:pt x="93234" y="53687"/>
                </a:cubicBezTo>
                <a:lnTo>
                  <a:pt x="93073" y="53526"/>
                </a:lnTo>
                <a:cubicBezTo>
                  <a:pt x="92158" y="52558"/>
                  <a:pt x="91218" y="51644"/>
                  <a:pt x="90250" y="50757"/>
                </a:cubicBezTo>
                <a:cubicBezTo>
                  <a:pt x="90223" y="50622"/>
                  <a:pt x="90169" y="50515"/>
                  <a:pt x="90142" y="50381"/>
                </a:cubicBezTo>
                <a:close/>
                <a:moveTo>
                  <a:pt x="57669" y="51626"/>
                </a:moveTo>
                <a:cubicBezTo>
                  <a:pt x="57726" y="51626"/>
                  <a:pt x="57835" y="51763"/>
                  <a:pt x="57962" y="51967"/>
                </a:cubicBezTo>
                <a:lnTo>
                  <a:pt x="57989" y="51967"/>
                </a:lnTo>
                <a:cubicBezTo>
                  <a:pt x="58056" y="52435"/>
                  <a:pt x="58141" y="52921"/>
                  <a:pt x="58230" y="53395"/>
                </a:cubicBezTo>
                <a:lnTo>
                  <a:pt x="58230" y="53395"/>
                </a:lnTo>
                <a:cubicBezTo>
                  <a:pt x="58151" y="52955"/>
                  <a:pt x="58076" y="52515"/>
                  <a:pt x="58016" y="52074"/>
                </a:cubicBezTo>
                <a:cubicBezTo>
                  <a:pt x="58043" y="52074"/>
                  <a:pt x="58070" y="52128"/>
                  <a:pt x="58096" y="52182"/>
                </a:cubicBezTo>
                <a:lnTo>
                  <a:pt x="58096" y="52236"/>
                </a:lnTo>
                <a:cubicBezTo>
                  <a:pt x="58204" y="52881"/>
                  <a:pt x="58338" y="53526"/>
                  <a:pt x="58527" y="54171"/>
                </a:cubicBezTo>
                <a:lnTo>
                  <a:pt x="58312" y="53849"/>
                </a:lnTo>
                <a:cubicBezTo>
                  <a:pt x="58301" y="53793"/>
                  <a:pt x="58291" y="53738"/>
                  <a:pt x="58281" y="53683"/>
                </a:cubicBezTo>
                <a:lnTo>
                  <a:pt x="58281" y="53683"/>
                </a:lnTo>
                <a:cubicBezTo>
                  <a:pt x="58282" y="53684"/>
                  <a:pt x="58284" y="53686"/>
                  <a:pt x="58285" y="53687"/>
                </a:cubicBezTo>
                <a:cubicBezTo>
                  <a:pt x="58266" y="53591"/>
                  <a:pt x="58248" y="53493"/>
                  <a:pt x="58230" y="53395"/>
                </a:cubicBezTo>
                <a:lnTo>
                  <a:pt x="58230" y="53395"/>
                </a:lnTo>
                <a:cubicBezTo>
                  <a:pt x="58247" y="53491"/>
                  <a:pt x="58264" y="53587"/>
                  <a:pt x="58281" y="53683"/>
                </a:cubicBezTo>
                <a:lnTo>
                  <a:pt x="58281" y="53683"/>
                </a:lnTo>
                <a:cubicBezTo>
                  <a:pt x="58148" y="53496"/>
                  <a:pt x="58042" y="53309"/>
                  <a:pt x="57908" y="53123"/>
                </a:cubicBezTo>
                <a:cubicBezTo>
                  <a:pt x="57828" y="52827"/>
                  <a:pt x="57774" y="52531"/>
                  <a:pt x="57720" y="52236"/>
                </a:cubicBezTo>
                <a:cubicBezTo>
                  <a:pt x="57607" y="51796"/>
                  <a:pt x="57605" y="51626"/>
                  <a:pt x="57669" y="51626"/>
                </a:cubicBezTo>
                <a:close/>
                <a:moveTo>
                  <a:pt x="58822" y="51671"/>
                </a:moveTo>
                <a:lnTo>
                  <a:pt x="58903" y="51805"/>
                </a:lnTo>
                <a:cubicBezTo>
                  <a:pt x="58984" y="52128"/>
                  <a:pt x="59037" y="52451"/>
                  <a:pt x="59118" y="52800"/>
                </a:cubicBezTo>
                <a:lnTo>
                  <a:pt x="59091" y="52800"/>
                </a:lnTo>
                <a:lnTo>
                  <a:pt x="59118" y="52961"/>
                </a:lnTo>
                <a:cubicBezTo>
                  <a:pt x="59172" y="53365"/>
                  <a:pt x="59226" y="53768"/>
                  <a:pt x="59279" y="54171"/>
                </a:cubicBezTo>
                <a:cubicBezTo>
                  <a:pt x="59252" y="54091"/>
                  <a:pt x="59199" y="54010"/>
                  <a:pt x="59172" y="53929"/>
                </a:cubicBezTo>
                <a:cubicBezTo>
                  <a:pt x="59037" y="53176"/>
                  <a:pt x="58930" y="52424"/>
                  <a:pt x="58822" y="51671"/>
                </a:cubicBezTo>
                <a:close/>
                <a:moveTo>
                  <a:pt x="85948" y="52908"/>
                </a:moveTo>
                <a:cubicBezTo>
                  <a:pt x="86136" y="53203"/>
                  <a:pt x="86298" y="53499"/>
                  <a:pt x="86432" y="53795"/>
                </a:cubicBezTo>
                <a:lnTo>
                  <a:pt x="86432" y="53822"/>
                </a:lnTo>
                <a:lnTo>
                  <a:pt x="86405" y="54171"/>
                </a:lnTo>
                <a:cubicBezTo>
                  <a:pt x="86352" y="54091"/>
                  <a:pt x="86271" y="54010"/>
                  <a:pt x="86217" y="53875"/>
                </a:cubicBezTo>
                <a:cubicBezTo>
                  <a:pt x="86056" y="53741"/>
                  <a:pt x="85921" y="53607"/>
                  <a:pt x="85787" y="53472"/>
                </a:cubicBezTo>
                <a:cubicBezTo>
                  <a:pt x="85841" y="53338"/>
                  <a:pt x="85868" y="53203"/>
                  <a:pt x="85921" y="53069"/>
                </a:cubicBezTo>
                <a:lnTo>
                  <a:pt x="85948" y="52908"/>
                </a:lnTo>
                <a:close/>
                <a:moveTo>
                  <a:pt x="44574" y="47853"/>
                </a:moveTo>
                <a:cubicBezTo>
                  <a:pt x="44601" y="49977"/>
                  <a:pt x="44654" y="52101"/>
                  <a:pt x="44708" y="54225"/>
                </a:cubicBezTo>
                <a:cubicBezTo>
                  <a:pt x="44386" y="52934"/>
                  <a:pt x="44144" y="51617"/>
                  <a:pt x="43982" y="50300"/>
                </a:cubicBezTo>
                <a:lnTo>
                  <a:pt x="43955" y="49520"/>
                </a:lnTo>
                <a:cubicBezTo>
                  <a:pt x="44144" y="48983"/>
                  <a:pt x="44305" y="48445"/>
                  <a:pt x="44439" y="47907"/>
                </a:cubicBezTo>
                <a:lnTo>
                  <a:pt x="44574" y="47853"/>
                </a:lnTo>
                <a:close/>
                <a:moveTo>
                  <a:pt x="50408" y="54064"/>
                </a:moveTo>
                <a:cubicBezTo>
                  <a:pt x="50434" y="54091"/>
                  <a:pt x="50461" y="54091"/>
                  <a:pt x="50488" y="54117"/>
                </a:cubicBezTo>
                <a:lnTo>
                  <a:pt x="50354" y="54252"/>
                </a:lnTo>
                <a:cubicBezTo>
                  <a:pt x="50381" y="54198"/>
                  <a:pt x="50381" y="54117"/>
                  <a:pt x="50408" y="54064"/>
                </a:cubicBezTo>
                <a:close/>
                <a:moveTo>
                  <a:pt x="80114" y="48983"/>
                </a:moveTo>
                <a:cubicBezTo>
                  <a:pt x="80168" y="49359"/>
                  <a:pt x="80222" y="49735"/>
                  <a:pt x="80303" y="50112"/>
                </a:cubicBezTo>
                <a:cubicBezTo>
                  <a:pt x="80276" y="50085"/>
                  <a:pt x="80276" y="50085"/>
                  <a:pt x="80276" y="50058"/>
                </a:cubicBezTo>
                <a:cubicBezTo>
                  <a:pt x="80276" y="49977"/>
                  <a:pt x="80195" y="49897"/>
                  <a:pt x="80114" y="49897"/>
                </a:cubicBezTo>
                <a:lnTo>
                  <a:pt x="80195" y="49708"/>
                </a:lnTo>
                <a:cubicBezTo>
                  <a:pt x="80251" y="49559"/>
                  <a:pt x="80126" y="49449"/>
                  <a:pt x="80008" y="49449"/>
                </a:cubicBezTo>
                <a:cubicBezTo>
                  <a:pt x="79956" y="49449"/>
                  <a:pt x="79905" y="49471"/>
                  <a:pt x="79872" y="49520"/>
                </a:cubicBezTo>
                <a:lnTo>
                  <a:pt x="79872" y="49547"/>
                </a:lnTo>
                <a:cubicBezTo>
                  <a:pt x="78824" y="50918"/>
                  <a:pt x="78286" y="52612"/>
                  <a:pt x="77722" y="54252"/>
                </a:cubicBezTo>
                <a:cubicBezTo>
                  <a:pt x="77722" y="53983"/>
                  <a:pt x="77695" y="53741"/>
                  <a:pt x="77668" y="53499"/>
                </a:cubicBezTo>
                <a:cubicBezTo>
                  <a:pt x="78259" y="51886"/>
                  <a:pt x="79093" y="50381"/>
                  <a:pt x="80114" y="48983"/>
                </a:cubicBezTo>
                <a:close/>
                <a:moveTo>
                  <a:pt x="64522" y="51994"/>
                </a:moveTo>
                <a:cubicBezTo>
                  <a:pt x="64522" y="52289"/>
                  <a:pt x="64522" y="52585"/>
                  <a:pt x="64549" y="52881"/>
                </a:cubicBezTo>
                <a:cubicBezTo>
                  <a:pt x="64387" y="53392"/>
                  <a:pt x="64199" y="53902"/>
                  <a:pt x="64065" y="54440"/>
                </a:cubicBezTo>
                <a:cubicBezTo>
                  <a:pt x="64065" y="54252"/>
                  <a:pt x="64038" y="54064"/>
                  <a:pt x="64011" y="53875"/>
                </a:cubicBezTo>
                <a:cubicBezTo>
                  <a:pt x="64065" y="53822"/>
                  <a:pt x="64092" y="53741"/>
                  <a:pt x="64092" y="53660"/>
                </a:cubicBezTo>
                <a:lnTo>
                  <a:pt x="64092" y="52370"/>
                </a:lnTo>
                <a:cubicBezTo>
                  <a:pt x="64172" y="52370"/>
                  <a:pt x="64253" y="52316"/>
                  <a:pt x="64307" y="52262"/>
                </a:cubicBezTo>
                <a:lnTo>
                  <a:pt x="64522" y="51994"/>
                </a:lnTo>
                <a:close/>
                <a:moveTo>
                  <a:pt x="81701" y="49651"/>
                </a:moveTo>
                <a:cubicBezTo>
                  <a:pt x="81747" y="49651"/>
                  <a:pt x="82397" y="50474"/>
                  <a:pt x="82588" y="50703"/>
                </a:cubicBezTo>
                <a:cubicBezTo>
                  <a:pt x="83125" y="51348"/>
                  <a:pt x="83636" y="51994"/>
                  <a:pt x="84147" y="52693"/>
                </a:cubicBezTo>
                <a:cubicBezTo>
                  <a:pt x="84201" y="52746"/>
                  <a:pt x="84523" y="53284"/>
                  <a:pt x="84927" y="53956"/>
                </a:cubicBezTo>
                <a:lnTo>
                  <a:pt x="84927" y="53983"/>
                </a:lnTo>
                <a:cubicBezTo>
                  <a:pt x="84900" y="54171"/>
                  <a:pt x="84846" y="54359"/>
                  <a:pt x="84819" y="54521"/>
                </a:cubicBezTo>
                <a:cubicBezTo>
                  <a:pt x="83798" y="53123"/>
                  <a:pt x="82991" y="51590"/>
                  <a:pt x="82023" y="50165"/>
                </a:cubicBezTo>
                <a:cubicBezTo>
                  <a:pt x="81765" y="49790"/>
                  <a:pt x="81682" y="49651"/>
                  <a:pt x="81701" y="49651"/>
                </a:cubicBezTo>
                <a:close/>
                <a:moveTo>
                  <a:pt x="53146" y="54221"/>
                </a:moveTo>
                <a:lnTo>
                  <a:pt x="52854" y="54548"/>
                </a:lnTo>
                <a:lnTo>
                  <a:pt x="52854" y="54548"/>
                </a:lnTo>
                <a:lnTo>
                  <a:pt x="52881" y="54467"/>
                </a:lnTo>
                <a:cubicBezTo>
                  <a:pt x="52977" y="54387"/>
                  <a:pt x="53063" y="54307"/>
                  <a:pt x="53146" y="54221"/>
                </a:cubicBezTo>
                <a:close/>
                <a:moveTo>
                  <a:pt x="50031" y="46052"/>
                </a:moveTo>
                <a:lnTo>
                  <a:pt x="50031" y="46052"/>
                </a:lnTo>
                <a:cubicBezTo>
                  <a:pt x="49951" y="46966"/>
                  <a:pt x="49816" y="47880"/>
                  <a:pt x="49682" y="48794"/>
                </a:cubicBezTo>
                <a:cubicBezTo>
                  <a:pt x="49520" y="49843"/>
                  <a:pt x="49332" y="50864"/>
                  <a:pt x="49117" y="51913"/>
                </a:cubicBezTo>
                <a:lnTo>
                  <a:pt x="48284" y="54574"/>
                </a:lnTo>
                <a:cubicBezTo>
                  <a:pt x="48633" y="52343"/>
                  <a:pt x="49090" y="50112"/>
                  <a:pt x="49628" y="47934"/>
                </a:cubicBezTo>
                <a:cubicBezTo>
                  <a:pt x="49762" y="47343"/>
                  <a:pt x="49924" y="46617"/>
                  <a:pt x="50031" y="46052"/>
                </a:cubicBezTo>
                <a:close/>
                <a:moveTo>
                  <a:pt x="80948" y="47423"/>
                </a:moveTo>
                <a:lnTo>
                  <a:pt x="80948" y="47423"/>
                </a:lnTo>
                <a:cubicBezTo>
                  <a:pt x="81539" y="48499"/>
                  <a:pt x="82158" y="49547"/>
                  <a:pt x="82803" y="50569"/>
                </a:cubicBezTo>
                <a:cubicBezTo>
                  <a:pt x="82373" y="50058"/>
                  <a:pt x="81916" y="49574"/>
                  <a:pt x="81459" y="49090"/>
                </a:cubicBezTo>
                <a:cubicBezTo>
                  <a:pt x="81428" y="49059"/>
                  <a:pt x="81388" y="49046"/>
                  <a:pt x="81350" y="49046"/>
                </a:cubicBezTo>
                <a:cubicBezTo>
                  <a:pt x="81252" y="49046"/>
                  <a:pt x="81159" y="49129"/>
                  <a:pt x="81217" y="49225"/>
                </a:cubicBezTo>
                <a:cubicBezTo>
                  <a:pt x="82184" y="51106"/>
                  <a:pt x="83287" y="52908"/>
                  <a:pt x="84550" y="54601"/>
                </a:cubicBezTo>
                <a:lnTo>
                  <a:pt x="84093" y="54144"/>
                </a:lnTo>
                <a:cubicBezTo>
                  <a:pt x="83690" y="53633"/>
                  <a:pt x="83394" y="53257"/>
                  <a:pt x="83287" y="53123"/>
                </a:cubicBezTo>
                <a:cubicBezTo>
                  <a:pt x="82857" y="52612"/>
                  <a:pt x="82184" y="51321"/>
                  <a:pt x="81378" y="51160"/>
                </a:cubicBezTo>
                <a:cubicBezTo>
                  <a:pt x="81297" y="50327"/>
                  <a:pt x="81190" y="49466"/>
                  <a:pt x="81082" y="48606"/>
                </a:cubicBezTo>
                <a:cubicBezTo>
                  <a:pt x="81055" y="48230"/>
                  <a:pt x="81002" y="47827"/>
                  <a:pt x="80948" y="47423"/>
                </a:cubicBezTo>
                <a:close/>
                <a:moveTo>
                  <a:pt x="103880" y="53096"/>
                </a:moveTo>
                <a:lnTo>
                  <a:pt x="104606" y="54306"/>
                </a:lnTo>
                <a:lnTo>
                  <a:pt x="104606" y="54601"/>
                </a:lnTo>
                <a:cubicBezTo>
                  <a:pt x="104498" y="54386"/>
                  <a:pt x="104364" y="54171"/>
                  <a:pt x="104256" y="53956"/>
                </a:cubicBezTo>
                <a:cubicBezTo>
                  <a:pt x="104122" y="53660"/>
                  <a:pt x="103987" y="53392"/>
                  <a:pt x="103880" y="53096"/>
                </a:cubicBezTo>
                <a:close/>
                <a:moveTo>
                  <a:pt x="75517" y="54359"/>
                </a:moveTo>
                <a:lnTo>
                  <a:pt x="75571" y="54440"/>
                </a:lnTo>
                <a:lnTo>
                  <a:pt x="75571" y="54628"/>
                </a:lnTo>
                <a:cubicBezTo>
                  <a:pt x="75490" y="54574"/>
                  <a:pt x="75437" y="54521"/>
                  <a:pt x="75383" y="54440"/>
                </a:cubicBezTo>
                <a:cubicBezTo>
                  <a:pt x="75437" y="54440"/>
                  <a:pt x="75490" y="54386"/>
                  <a:pt x="75517" y="54359"/>
                </a:cubicBezTo>
                <a:close/>
                <a:moveTo>
                  <a:pt x="76189" y="53768"/>
                </a:moveTo>
                <a:cubicBezTo>
                  <a:pt x="76216" y="53822"/>
                  <a:pt x="76243" y="53902"/>
                  <a:pt x="76297" y="53956"/>
                </a:cubicBezTo>
                <a:cubicBezTo>
                  <a:pt x="76189" y="54171"/>
                  <a:pt x="76109" y="54413"/>
                  <a:pt x="76001" y="54628"/>
                </a:cubicBezTo>
                <a:cubicBezTo>
                  <a:pt x="76055" y="54386"/>
                  <a:pt x="76136" y="54064"/>
                  <a:pt x="76189" y="53768"/>
                </a:cubicBezTo>
                <a:close/>
                <a:moveTo>
                  <a:pt x="86067" y="54196"/>
                </a:moveTo>
                <a:lnTo>
                  <a:pt x="86352" y="54548"/>
                </a:lnTo>
                <a:lnTo>
                  <a:pt x="86352" y="54655"/>
                </a:lnTo>
                <a:cubicBezTo>
                  <a:pt x="86248" y="54500"/>
                  <a:pt x="86155" y="54344"/>
                  <a:pt x="86067" y="54196"/>
                </a:cubicBezTo>
                <a:close/>
                <a:moveTo>
                  <a:pt x="87508" y="50031"/>
                </a:moveTo>
                <a:cubicBezTo>
                  <a:pt x="87481" y="50300"/>
                  <a:pt x="87454" y="50542"/>
                  <a:pt x="87427" y="50784"/>
                </a:cubicBezTo>
                <a:cubicBezTo>
                  <a:pt x="87373" y="51160"/>
                  <a:pt x="87346" y="51537"/>
                  <a:pt x="87346" y="51886"/>
                </a:cubicBezTo>
                <a:cubicBezTo>
                  <a:pt x="87239" y="52827"/>
                  <a:pt x="87185" y="53741"/>
                  <a:pt x="87131" y="54655"/>
                </a:cubicBezTo>
                <a:lnTo>
                  <a:pt x="87131" y="54628"/>
                </a:lnTo>
                <a:cubicBezTo>
                  <a:pt x="87077" y="54440"/>
                  <a:pt x="86997" y="54252"/>
                  <a:pt x="86916" y="54064"/>
                </a:cubicBezTo>
                <a:cubicBezTo>
                  <a:pt x="86889" y="53929"/>
                  <a:pt x="86862" y="53795"/>
                  <a:pt x="86809" y="53660"/>
                </a:cubicBezTo>
                <a:cubicBezTo>
                  <a:pt x="87077" y="52451"/>
                  <a:pt x="87292" y="51241"/>
                  <a:pt x="87508" y="50031"/>
                </a:cubicBezTo>
                <a:close/>
                <a:moveTo>
                  <a:pt x="52558" y="52316"/>
                </a:moveTo>
                <a:lnTo>
                  <a:pt x="52558" y="52316"/>
                </a:lnTo>
                <a:cubicBezTo>
                  <a:pt x="52451" y="52451"/>
                  <a:pt x="52343" y="52585"/>
                  <a:pt x="52263" y="52693"/>
                </a:cubicBezTo>
                <a:cubicBezTo>
                  <a:pt x="51565" y="53339"/>
                  <a:pt x="50916" y="53985"/>
                  <a:pt x="50246" y="54656"/>
                </a:cubicBezTo>
                <a:lnTo>
                  <a:pt x="50246" y="54656"/>
                </a:lnTo>
                <a:cubicBezTo>
                  <a:pt x="50246" y="54655"/>
                  <a:pt x="50246" y="54655"/>
                  <a:pt x="50246" y="54655"/>
                </a:cubicBezTo>
                <a:lnTo>
                  <a:pt x="50246" y="54628"/>
                </a:lnTo>
                <a:lnTo>
                  <a:pt x="50676" y="54144"/>
                </a:lnTo>
                <a:cubicBezTo>
                  <a:pt x="50757" y="54144"/>
                  <a:pt x="50838" y="54064"/>
                  <a:pt x="50865" y="53983"/>
                </a:cubicBezTo>
                <a:cubicBezTo>
                  <a:pt x="50865" y="53956"/>
                  <a:pt x="50865" y="53956"/>
                  <a:pt x="50865" y="53929"/>
                </a:cubicBezTo>
                <a:cubicBezTo>
                  <a:pt x="51402" y="53365"/>
                  <a:pt x="51967" y="52827"/>
                  <a:pt x="52558" y="52316"/>
                </a:cubicBezTo>
                <a:close/>
                <a:moveTo>
                  <a:pt x="91728" y="54144"/>
                </a:moveTo>
                <a:lnTo>
                  <a:pt x="92078" y="54682"/>
                </a:lnTo>
                <a:lnTo>
                  <a:pt x="92051" y="54682"/>
                </a:lnTo>
                <a:lnTo>
                  <a:pt x="91728" y="54144"/>
                </a:lnTo>
                <a:close/>
                <a:moveTo>
                  <a:pt x="67909" y="48579"/>
                </a:moveTo>
                <a:cubicBezTo>
                  <a:pt x="67828" y="48767"/>
                  <a:pt x="67721" y="48929"/>
                  <a:pt x="67640" y="49117"/>
                </a:cubicBezTo>
                <a:cubicBezTo>
                  <a:pt x="67371" y="49628"/>
                  <a:pt x="67076" y="50139"/>
                  <a:pt x="66807" y="50622"/>
                </a:cubicBezTo>
                <a:cubicBezTo>
                  <a:pt x="66054" y="51994"/>
                  <a:pt x="65355" y="53284"/>
                  <a:pt x="65059" y="54736"/>
                </a:cubicBezTo>
                <a:cubicBezTo>
                  <a:pt x="65059" y="54359"/>
                  <a:pt x="65033" y="53983"/>
                  <a:pt x="65033" y="53607"/>
                </a:cubicBezTo>
                <a:cubicBezTo>
                  <a:pt x="65893" y="51913"/>
                  <a:pt x="66834" y="50273"/>
                  <a:pt x="67855" y="48687"/>
                </a:cubicBezTo>
                <a:lnTo>
                  <a:pt x="67909" y="48579"/>
                </a:lnTo>
                <a:close/>
                <a:moveTo>
                  <a:pt x="92212" y="53714"/>
                </a:moveTo>
                <a:lnTo>
                  <a:pt x="92212" y="53714"/>
                </a:lnTo>
                <a:cubicBezTo>
                  <a:pt x="92535" y="54037"/>
                  <a:pt x="92831" y="54386"/>
                  <a:pt x="93153" y="54736"/>
                </a:cubicBezTo>
                <a:lnTo>
                  <a:pt x="92750" y="54386"/>
                </a:lnTo>
                <a:lnTo>
                  <a:pt x="92212" y="53714"/>
                </a:lnTo>
                <a:close/>
                <a:moveTo>
                  <a:pt x="59333" y="53902"/>
                </a:moveTo>
                <a:lnTo>
                  <a:pt x="59333" y="53902"/>
                </a:lnTo>
                <a:cubicBezTo>
                  <a:pt x="59414" y="54171"/>
                  <a:pt x="59494" y="54467"/>
                  <a:pt x="59548" y="54763"/>
                </a:cubicBezTo>
                <a:cubicBezTo>
                  <a:pt x="59521" y="54655"/>
                  <a:pt x="59468" y="54548"/>
                  <a:pt x="59414" y="54440"/>
                </a:cubicBezTo>
                <a:lnTo>
                  <a:pt x="59333" y="53902"/>
                </a:lnTo>
                <a:close/>
                <a:moveTo>
                  <a:pt x="106301" y="54711"/>
                </a:moveTo>
                <a:lnTo>
                  <a:pt x="106326" y="54763"/>
                </a:lnTo>
                <a:cubicBezTo>
                  <a:pt x="106309" y="54746"/>
                  <a:pt x="106303" y="54729"/>
                  <a:pt x="106301" y="54711"/>
                </a:cubicBezTo>
                <a:close/>
                <a:moveTo>
                  <a:pt x="63473" y="53687"/>
                </a:moveTo>
                <a:cubicBezTo>
                  <a:pt x="63473" y="53768"/>
                  <a:pt x="63500" y="53822"/>
                  <a:pt x="63554" y="53849"/>
                </a:cubicBezTo>
                <a:lnTo>
                  <a:pt x="63581" y="53983"/>
                </a:lnTo>
                <a:cubicBezTo>
                  <a:pt x="63608" y="54252"/>
                  <a:pt x="63635" y="54521"/>
                  <a:pt x="63661" y="54789"/>
                </a:cubicBezTo>
                <a:cubicBezTo>
                  <a:pt x="63581" y="54548"/>
                  <a:pt x="63500" y="54252"/>
                  <a:pt x="63419" y="53983"/>
                </a:cubicBezTo>
                <a:lnTo>
                  <a:pt x="63446" y="53956"/>
                </a:lnTo>
                <a:cubicBezTo>
                  <a:pt x="63446" y="53875"/>
                  <a:pt x="63446" y="53795"/>
                  <a:pt x="63473" y="53687"/>
                </a:cubicBezTo>
                <a:close/>
                <a:moveTo>
                  <a:pt x="63876" y="53956"/>
                </a:moveTo>
                <a:cubicBezTo>
                  <a:pt x="63903" y="54252"/>
                  <a:pt x="63903" y="54521"/>
                  <a:pt x="63930" y="54789"/>
                </a:cubicBezTo>
                <a:lnTo>
                  <a:pt x="63796" y="54198"/>
                </a:lnTo>
                <a:lnTo>
                  <a:pt x="63769" y="53956"/>
                </a:lnTo>
                <a:lnTo>
                  <a:pt x="63769" y="53956"/>
                </a:lnTo>
                <a:cubicBezTo>
                  <a:pt x="63782" y="53970"/>
                  <a:pt x="63803" y="53976"/>
                  <a:pt x="63823" y="53976"/>
                </a:cubicBezTo>
                <a:cubicBezTo>
                  <a:pt x="63843" y="53976"/>
                  <a:pt x="63863" y="53970"/>
                  <a:pt x="63876" y="53956"/>
                </a:cubicBezTo>
                <a:close/>
                <a:moveTo>
                  <a:pt x="84954" y="54010"/>
                </a:moveTo>
                <a:lnTo>
                  <a:pt x="85088" y="54225"/>
                </a:lnTo>
                <a:cubicBezTo>
                  <a:pt x="85034" y="54386"/>
                  <a:pt x="85034" y="54574"/>
                  <a:pt x="84980" y="54763"/>
                </a:cubicBezTo>
                <a:lnTo>
                  <a:pt x="84980" y="54789"/>
                </a:lnTo>
                <a:lnTo>
                  <a:pt x="84846" y="54548"/>
                </a:lnTo>
                <a:cubicBezTo>
                  <a:pt x="84873" y="54386"/>
                  <a:pt x="84927" y="54198"/>
                  <a:pt x="84954" y="54010"/>
                </a:cubicBezTo>
                <a:close/>
                <a:moveTo>
                  <a:pt x="85690" y="53944"/>
                </a:moveTo>
                <a:cubicBezTo>
                  <a:pt x="85901" y="54262"/>
                  <a:pt x="86113" y="54580"/>
                  <a:pt x="86298" y="54897"/>
                </a:cubicBezTo>
                <a:lnTo>
                  <a:pt x="86298" y="54924"/>
                </a:lnTo>
                <a:cubicBezTo>
                  <a:pt x="86056" y="54601"/>
                  <a:pt x="85841" y="54279"/>
                  <a:pt x="85653" y="54037"/>
                </a:cubicBezTo>
                <a:cubicBezTo>
                  <a:pt x="85672" y="54017"/>
                  <a:pt x="85678" y="53983"/>
                  <a:pt x="85690" y="53944"/>
                </a:cubicBezTo>
                <a:close/>
                <a:moveTo>
                  <a:pt x="104901" y="53929"/>
                </a:moveTo>
                <a:lnTo>
                  <a:pt x="105009" y="54064"/>
                </a:lnTo>
                <a:cubicBezTo>
                  <a:pt x="105143" y="54225"/>
                  <a:pt x="105251" y="54413"/>
                  <a:pt x="105359" y="54574"/>
                </a:cubicBezTo>
                <a:cubicBezTo>
                  <a:pt x="105359" y="54682"/>
                  <a:pt x="105359" y="54816"/>
                  <a:pt x="105385" y="54951"/>
                </a:cubicBezTo>
                <a:cubicBezTo>
                  <a:pt x="105332" y="54897"/>
                  <a:pt x="105305" y="54843"/>
                  <a:pt x="105278" y="54816"/>
                </a:cubicBezTo>
                <a:cubicBezTo>
                  <a:pt x="105143" y="54521"/>
                  <a:pt x="105036" y="54252"/>
                  <a:pt x="104901" y="53983"/>
                </a:cubicBezTo>
                <a:lnTo>
                  <a:pt x="104901" y="53929"/>
                </a:lnTo>
                <a:close/>
                <a:moveTo>
                  <a:pt x="70281" y="48589"/>
                </a:moveTo>
                <a:lnTo>
                  <a:pt x="70281" y="48589"/>
                </a:lnTo>
                <a:cubicBezTo>
                  <a:pt x="70284" y="48589"/>
                  <a:pt x="70204" y="48736"/>
                  <a:pt x="69979" y="49144"/>
                </a:cubicBezTo>
                <a:lnTo>
                  <a:pt x="69952" y="49144"/>
                </a:lnTo>
                <a:cubicBezTo>
                  <a:pt x="68912" y="51038"/>
                  <a:pt x="68083" y="53039"/>
                  <a:pt x="67071" y="54962"/>
                </a:cubicBezTo>
                <a:lnTo>
                  <a:pt x="67071" y="54962"/>
                </a:lnTo>
                <a:cubicBezTo>
                  <a:pt x="67080" y="54935"/>
                  <a:pt x="67086" y="54903"/>
                  <a:pt x="67103" y="54870"/>
                </a:cubicBezTo>
                <a:cubicBezTo>
                  <a:pt x="67586" y="53553"/>
                  <a:pt x="68178" y="52262"/>
                  <a:pt x="68823" y="51026"/>
                </a:cubicBezTo>
                <a:cubicBezTo>
                  <a:pt x="69119" y="50542"/>
                  <a:pt x="69388" y="50031"/>
                  <a:pt x="69683" y="49547"/>
                </a:cubicBezTo>
                <a:cubicBezTo>
                  <a:pt x="69851" y="49324"/>
                  <a:pt x="70274" y="48589"/>
                  <a:pt x="70281" y="48589"/>
                </a:cubicBezTo>
                <a:close/>
                <a:moveTo>
                  <a:pt x="58123" y="53902"/>
                </a:moveTo>
                <a:lnTo>
                  <a:pt x="58123" y="53902"/>
                </a:lnTo>
                <a:cubicBezTo>
                  <a:pt x="58204" y="54037"/>
                  <a:pt x="58285" y="54198"/>
                  <a:pt x="58365" y="54359"/>
                </a:cubicBezTo>
                <a:lnTo>
                  <a:pt x="58392" y="54386"/>
                </a:lnTo>
                <a:cubicBezTo>
                  <a:pt x="58446" y="54601"/>
                  <a:pt x="58473" y="54843"/>
                  <a:pt x="58527" y="55085"/>
                </a:cubicBezTo>
                <a:cubicBezTo>
                  <a:pt x="58392" y="54682"/>
                  <a:pt x="58258" y="54306"/>
                  <a:pt x="58123" y="53902"/>
                </a:cubicBezTo>
                <a:close/>
                <a:moveTo>
                  <a:pt x="85142" y="54359"/>
                </a:moveTo>
                <a:cubicBezTo>
                  <a:pt x="85196" y="54440"/>
                  <a:pt x="85249" y="54521"/>
                  <a:pt x="85303" y="54628"/>
                </a:cubicBezTo>
                <a:lnTo>
                  <a:pt x="85222" y="55085"/>
                </a:lnTo>
                <a:lnTo>
                  <a:pt x="85061" y="54897"/>
                </a:lnTo>
                <a:lnTo>
                  <a:pt x="85142" y="54359"/>
                </a:lnTo>
                <a:close/>
                <a:moveTo>
                  <a:pt x="56161" y="51483"/>
                </a:moveTo>
                <a:cubicBezTo>
                  <a:pt x="56026" y="51671"/>
                  <a:pt x="55892" y="51886"/>
                  <a:pt x="55758" y="52074"/>
                </a:cubicBezTo>
                <a:cubicBezTo>
                  <a:pt x="55744" y="52061"/>
                  <a:pt x="55731" y="52054"/>
                  <a:pt x="55717" y="52054"/>
                </a:cubicBezTo>
                <a:cubicBezTo>
                  <a:pt x="55704" y="52054"/>
                  <a:pt x="55690" y="52061"/>
                  <a:pt x="55677" y="52074"/>
                </a:cubicBezTo>
                <a:cubicBezTo>
                  <a:pt x="54628" y="53096"/>
                  <a:pt x="53634" y="54171"/>
                  <a:pt x="52666" y="55273"/>
                </a:cubicBezTo>
                <a:lnTo>
                  <a:pt x="52693" y="55139"/>
                </a:lnTo>
                <a:lnTo>
                  <a:pt x="55435" y="52262"/>
                </a:lnTo>
                <a:cubicBezTo>
                  <a:pt x="55704" y="52020"/>
                  <a:pt x="55946" y="51778"/>
                  <a:pt x="56134" y="51483"/>
                </a:cubicBezTo>
                <a:close/>
                <a:moveTo>
                  <a:pt x="81459" y="51832"/>
                </a:moveTo>
                <a:lnTo>
                  <a:pt x="81459" y="51832"/>
                </a:lnTo>
                <a:cubicBezTo>
                  <a:pt x="82426" y="52934"/>
                  <a:pt x="83421" y="54171"/>
                  <a:pt x="84470" y="55273"/>
                </a:cubicBezTo>
                <a:lnTo>
                  <a:pt x="83798" y="54709"/>
                </a:lnTo>
                <a:cubicBezTo>
                  <a:pt x="83072" y="54064"/>
                  <a:pt x="82319" y="53418"/>
                  <a:pt x="81566" y="52773"/>
                </a:cubicBezTo>
                <a:cubicBezTo>
                  <a:pt x="81512" y="52451"/>
                  <a:pt x="81486" y="52128"/>
                  <a:pt x="81459" y="51832"/>
                </a:cubicBezTo>
                <a:close/>
                <a:moveTo>
                  <a:pt x="59306" y="54628"/>
                </a:moveTo>
                <a:lnTo>
                  <a:pt x="59360" y="54789"/>
                </a:lnTo>
                <a:cubicBezTo>
                  <a:pt x="59387" y="54951"/>
                  <a:pt x="59414" y="55166"/>
                  <a:pt x="59441" y="55354"/>
                </a:cubicBezTo>
                <a:cubicBezTo>
                  <a:pt x="59387" y="55112"/>
                  <a:pt x="59333" y="54870"/>
                  <a:pt x="59306" y="54628"/>
                </a:cubicBezTo>
                <a:close/>
                <a:moveTo>
                  <a:pt x="66592" y="51510"/>
                </a:moveTo>
                <a:cubicBezTo>
                  <a:pt x="66430" y="51994"/>
                  <a:pt x="66269" y="52477"/>
                  <a:pt x="66081" y="52961"/>
                </a:cubicBezTo>
                <a:cubicBezTo>
                  <a:pt x="66054" y="53042"/>
                  <a:pt x="66081" y="53150"/>
                  <a:pt x="66162" y="53230"/>
                </a:cubicBezTo>
                <a:cubicBezTo>
                  <a:pt x="66054" y="53526"/>
                  <a:pt x="65947" y="53849"/>
                  <a:pt x="65866" y="54144"/>
                </a:cubicBezTo>
                <a:cubicBezTo>
                  <a:pt x="65705" y="54574"/>
                  <a:pt x="65490" y="54978"/>
                  <a:pt x="65194" y="55354"/>
                </a:cubicBezTo>
                <a:lnTo>
                  <a:pt x="65194" y="55327"/>
                </a:lnTo>
                <a:cubicBezTo>
                  <a:pt x="65194" y="55327"/>
                  <a:pt x="65194" y="55327"/>
                  <a:pt x="65194" y="55327"/>
                </a:cubicBezTo>
                <a:cubicBezTo>
                  <a:pt x="65200" y="55327"/>
                  <a:pt x="65598" y="53631"/>
                  <a:pt x="65731" y="53284"/>
                </a:cubicBezTo>
                <a:cubicBezTo>
                  <a:pt x="65973" y="52693"/>
                  <a:pt x="66269" y="52101"/>
                  <a:pt x="66592" y="51510"/>
                </a:cubicBezTo>
                <a:close/>
                <a:moveTo>
                  <a:pt x="79738" y="53956"/>
                </a:moveTo>
                <a:cubicBezTo>
                  <a:pt x="79711" y="54413"/>
                  <a:pt x="79711" y="54870"/>
                  <a:pt x="79684" y="55354"/>
                </a:cubicBezTo>
                <a:cubicBezTo>
                  <a:pt x="79631" y="55085"/>
                  <a:pt x="79577" y="54843"/>
                  <a:pt x="79523" y="54601"/>
                </a:cubicBezTo>
                <a:cubicBezTo>
                  <a:pt x="79550" y="54467"/>
                  <a:pt x="79604" y="54359"/>
                  <a:pt x="79631" y="54225"/>
                </a:cubicBezTo>
                <a:lnTo>
                  <a:pt x="79738" y="53956"/>
                </a:lnTo>
                <a:close/>
                <a:moveTo>
                  <a:pt x="50166" y="54763"/>
                </a:moveTo>
                <a:cubicBezTo>
                  <a:pt x="49977" y="54978"/>
                  <a:pt x="49762" y="55166"/>
                  <a:pt x="49574" y="55381"/>
                </a:cubicBezTo>
                <a:cubicBezTo>
                  <a:pt x="49736" y="55193"/>
                  <a:pt x="49897" y="55005"/>
                  <a:pt x="50058" y="54816"/>
                </a:cubicBezTo>
                <a:cubicBezTo>
                  <a:pt x="50085" y="54816"/>
                  <a:pt x="50139" y="54789"/>
                  <a:pt x="50166" y="54763"/>
                </a:cubicBezTo>
                <a:close/>
                <a:moveTo>
                  <a:pt x="39842" y="50569"/>
                </a:moveTo>
                <a:lnTo>
                  <a:pt x="39842" y="50569"/>
                </a:lnTo>
                <a:cubicBezTo>
                  <a:pt x="39573" y="51725"/>
                  <a:pt x="39331" y="52881"/>
                  <a:pt x="39089" y="54037"/>
                </a:cubicBezTo>
                <a:lnTo>
                  <a:pt x="39089" y="54010"/>
                </a:lnTo>
                <a:cubicBezTo>
                  <a:pt x="39009" y="54467"/>
                  <a:pt x="38901" y="54951"/>
                  <a:pt x="38767" y="55408"/>
                </a:cubicBezTo>
                <a:lnTo>
                  <a:pt x="38794" y="55085"/>
                </a:lnTo>
                <a:cubicBezTo>
                  <a:pt x="38901" y="53768"/>
                  <a:pt x="39009" y="52451"/>
                  <a:pt x="39116" y="51133"/>
                </a:cubicBezTo>
                <a:lnTo>
                  <a:pt x="39842" y="50569"/>
                </a:lnTo>
                <a:close/>
                <a:moveTo>
                  <a:pt x="52316" y="54144"/>
                </a:moveTo>
                <a:lnTo>
                  <a:pt x="52316" y="54252"/>
                </a:lnTo>
                <a:lnTo>
                  <a:pt x="50999" y="55488"/>
                </a:lnTo>
                <a:cubicBezTo>
                  <a:pt x="51429" y="55031"/>
                  <a:pt x="51886" y="54574"/>
                  <a:pt x="52316" y="54144"/>
                </a:cubicBezTo>
                <a:close/>
                <a:moveTo>
                  <a:pt x="80518" y="51644"/>
                </a:moveTo>
                <a:cubicBezTo>
                  <a:pt x="80652" y="52558"/>
                  <a:pt x="80787" y="53499"/>
                  <a:pt x="80921" y="54413"/>
                </a:cubicBezTo>
                <a:cubicBezTo>
                  <a:pt x="80679" y="54763"/>
                  <a:pt x="80437" y="55139"/>
                  <a:pt x="80222" y="55488"/>
                </a:cubicBezTo>
                <a:cubicBezTo>
                  <a:pt x="80330" y="54198"/>
                  <a:pt x="80437" y="52908"/>
                  <a:pt x="80518" y="51644"/>
                </a:cubicBezTo>
                <a:close/>
                <a:moveTo>
                  <a:pt x="85599" y="54440"/>
                </a:moveTo>
                <a:lnTo>
                  <a:pt x="85599" y="54440"/>
                </a:lnTo>
                <a:cubicBezTo>
                  <a:pt x="85814" y="54709"/>
                  <a:pt x="86029" y="54978"/>
                  <a:pt x="86271" y="55247"/>
                </a:cubicBezTo>
                <a:lnTo>
                  <a:pt x="86244" y="55408"/>
                </a:lnTo>
                <a:lnTo>
                  <a:pt x="86217" y="55569"/>
                </a:lnTo>
                <a:cubicBezTo>
                  <a:pt x="86002" y="55166"/>
                  <a:pt x="85814" y="54789"/>
                  <a:pt x="85599" y="54440"/>
                </a:cubicBezTo>
                <a:close/>
                <a:moveTo>
                  <a:pt x="63204" y="55462"/>
                </a:moveTo>
                <a:lnTo>
                  <a:pt x="63258" y="55623"/>
                </a:lnTo>
                <a:lnTo>
                  <a:pt x="63204" y="55515"/>
                </a:lnTo>
                <a:lnTo>
                  <a:pt x="63204" y="55462"/>
                </a:lnTo>
                <a:close/>
                <a:moveTo>
                  <a:pt x="103611" y="53257"/>
                </a:moveTo>
                <a:lnTo>
                  <a:pt x="103611" y="53257"/>
                </a:lnTo>
                <a:cubicBezTo>
                  <a:pt x="103772" y="53553"/>
                  <a:pt x="103907" y="53849"/>
                  <a:pt x="104068" y="54117"/>
                </a:cubicBezTo>
                <a:cubicBezTo>
                  <a:pt x="104176" y="54386"/>
                  <a:pt x="104310" y="54655"/>
                  <a:pt x="104418" y="54951"/>
                </a:cubicBezTo>
                <a:cubicBezTo>
                  <a:pt x="104498" y="55166"/>
                  <a:pt x="104579" y="55408"/>
                  <a:pt x="104660" y="55623"/>
                </a:cubicBezTo>
                <a:cubicBezTo>
                  <a:pt x="104337" y="54843"/>
                  <a:pt x="103987" y="54037"/>
                  <a:pt x="103611" y="53257"/>
                </a:cubicBezTo>
                <a:close/>
                <a:moveTo>
                  <a:pt x="78609" y="53150"/>
                </a:moveTo>
                <a:cubicBezTo>
                  <a:pt x="78609" y="53203"/>
                  <a:pt x="78582" y="53230"/>
                  <a:pt x="78582" y="53257"/>
                </a:cubicBezTo>
                <a:cubicBezTo>
                  <a:pt x="78286" y="54064"/>
                  <a:pt x="78017" y="54870"/>
                  <a:pt x="77722" y="55650"/>
                </a:cubicBezTo>
                <a:lnTo>
                  <a:pt x="77722" y="55542"/>
                </a:lnTo>
                <a:cubicBezTo>
                  <a:pt x="77883" y="55031"/>
                  <a:pt x="78071" y="54521"/>
                  <a:pt x="78206" y="54037"/>
                </a:cubicBezTo>
                <a:lnTo>
                  <a:pt x="78609" y="53150"/>
                </a:lnTo>
                <a:close/>
                <a:moveTo>
                  <a:pt x="86567" y="54789"/>
                </a:moveTo>
                <a:cubicBezTo>
                  <a:pt x="86620" y="54897"/>
                  <a:pt x="86674" y="54951"/>
                  <a:pt x="86755" y="55031"/>
                </a:cubicBezTo>
                <a:lnTo>
                  <a:pt x="86728" y="55031"/>
                </a:lnTo>
                <a:cubicBezTo>
                  <a:pt x="86768" y="55058"/>
                  <a:pt x="86809" y="55072"/>
                  <a:pt x="86849" y="55072"/>
                </a:cubicBezTo>
                <a:cubicBezTo>
                  <a:pt x="86889" y="55072"/>
                  <a:pt x="86930" y="55058"/>
                  <a:pt x="86970" y="55031"/>
                </a:cubicBezTo>
                <a:cubicBezTo>
                  <a:pt x="86997" y="55112"/>
                  <a:pt x="87024" y="55193"/>
                  <a:pt x="87024" y="55300"/>
                </a:cubicBezTo>
                <a:cubicBezTo>
                  <a:pt x="87051" y="55354"/>
                  <a:pt x="87051" y="55435"/>
                  <a:pt x="87077" y="55488"/>
                </a:cubicBezTo>
                <a:lnTo>
                  <a:pt x="87077" y="55650"/>
                </a:lnTo>
                <a:lnTo>
                  <a:pt x="86970" y="55596"/>
                </a:lnTo>
                <a:cubicBezTo>
                  <a:pt x="86916" y="55542"/>
                  <a:pt x="86862" y="55515"/>
                  <a:pt x="86809" y="55488"/>
                </a:cubicBezTo>
                <a:cubicBezTo>
                  <a:pt x="86728" y="55300"/>
                  <a:pt x="86647" y="55139"/>
                  <a:pt x="86540" y="54951"/>
                </a:cubicBezTo>
                <a:cubicBezTo>
                  <a:pt x="86540" y="54897"/>
                  <a:pt x="86567" y="54843"/>
                  <a:pt x="86567" y="54789"/>
                </a:cubicBezTo>
                <a:close/>
                <a:moveTo>
                  <a:pt x="64898" y="53849"/>
                </a:moveTo>
                <a:cubicBezTo>
                  <a:pt x="64898" y="54252"/>
                  <a:pt x="64925" y="54655"/>
                  <a:pt x="64952" y="55058"/>
                </a:cubicBezTo>
                <a:cubicBezTo>
                  <a:pt x="64952" y="55112"/>
                  <a:pt x="64952" y="55247"/>
                  <a:pt x="64979" y="55435"/>
                </a:cubicBezTo>
                <a:cubicBezTo>
                  <a:pt x="64979" y="55542"/>
                  <a:pt x="64952" y="55677"/>
                  <a:pt x="64952" y="55784"/>
                </a:cubicBezTo>
                <a:cubicBezTo>
                  <a:pt x="64871" y="55220"/>
                  <a:pt x="64817" y="54682"/>
                  <a:pt x="64764" y="54144"/>
                </a:cubicBezTo>
                <a:lnTo>
                  <a:pt x="64764" y="54117"/>
                </a:lnTo>
                <a:lnTo>
                  <a:pt x="64898" y="53849"/>
                </a:lnTo>
                <a:close/>
                <a:moveTo>
                  <a:pt x="76620" y="54440"/>
                </a:moveTo>
                <a:cubicBezTo>
                  <a:pt x="76646" y="54467"/>
                  <a:pt x="76673" y="54467"/>
                  <a:pt x="76727" y="54467"/>
                </a:cubicBezTo>
                <a:cubicBezTo>
                  <a:pt x="76700" y="54789"/>
                  <a:pt x="76673" y="55166"/>
                  <a:pt x="76620" y="55515"/>
                </a:cubicBezTo>
                <a:cubicBezTo>
                  <a:pt x="76593" y="55650"/>
                  <a:pt x="76539" y="55757"/>
                  <a:pt x="76485" y="55865"/>
                </a:cubicBezTo>
                <a:cubicBezTo>
                  <a:pt x="76404" y="55677"/>
                  <a:pt x="76351" y="55515"/>
                  <a:pt x="76270" y="55327"/>
                </a:cubicBezTo>
                <a:cubicBezTo>
                  <a:pt x="76378" y="55031"/>
                  <a:pt x="76512" y="54736"/>
                  <a:pt x="76620" y="54440"/>
                </a:cubicBezTo>
                <a:close/>
                <a:moveTo>
                  <a:pt x="71619" y="51321"/>
                </a:moveTo>
                <a:lnTo>
                  <a:pt x="74361" y="56026"/>
                </a:lnTo>
                <a:cubicBezTo>
                  <a:pt x="73877" y="55300"/>
                  <a:pt x="73420" y="54574"/>
                  <a:pt x="72936" y="53875"/>
                </a:cubicBezTo>
                <a:cubicBezTo>
                  <a:pt x="72775" y="53607"/>
                  <a:pt x="72399" y="52881"/>
                  <a:pt x="72049" y="52370"/>
                </a:cubicBezTo>
                <a:cubicBezTo>
                  <a:pt x="71915" y="52020"/>
                  <a:pt x="71780" y="51671"/>
                  <a:pt x="71619" y="51321"/>
                </a:cubicBezTo>
                <a:close/>
                <a:moveTo>
                  <a:pt x="104955" y="54843"/>
                </a:moveTo>
                <a:lnTo>
                  <a:pt x="105332" y="55462"/>
                </a:lnTo>
                <a:cubicBezTo>
                  <a:pt x="105385" y="55569"/>
                  <a:pt x="105412" y="55677"/>
                  <a:pt x="105466" y="55784"/>
                </a:cubicBezTo>
                <a:lnTo>
                  <a:pt x="105493" y="56080"/>
                </a:lnTo>
                <a:cubicBezTo>
                  <a:pt x="105332" y="55838"/>
                  <a:pt x="105197" y="55623"/>
                  <a:pt x="105063" y="55381"/>
                </a:cubicBezTo>
                <a:lnTo>
                  <a:pt x="104955" y="55220"/>
                </a:lnTo>
                <a:lnTo>
                  <a:pt x="104955" y="54843"/>
                </a:lnTo>
                <a:close/>
                <a:moveTo>
                  <a:pt x="34062" y="55435"/>
                </a:moveTo>
                <a:lnTo>
                  <a:pt x="34062" y="55435"/>
                </a:lnTo>
                <a:cubicBezTo>
                  <a:pt x="33847" y="55677"/>
                  <a:pt x="33659" y="55892"/>
                  <a:pt x="33471" y="56107"/>
                </a:cubicBezTo>
                <a:cubicBezTo>
                  <a:pt x="33444" y="56053"/>
                  <a:pt x="33471" y="55972"/>
                  <a:pt x="33471" y="55892"/>
                </a:cubicBezTo>
                <a:cubicBezTo>
                  <a:pt x="33659" y="55730"/>
                  <a:pt x="33874" y="55596"/>
                  <a:pt x="34062" y="55435"/>
                </a:cubicBezTo>
                <a:close/>
                <a:moveTo>
                  <a:pt x="99336" y="47907"/>
                </a:moveTo>
                <a:lnTo>
                  <a:pt x="99336" y="47907"/>
                </a:lnTo>
                <a:cubicBezTo>
                  <a:pt x="99605" y="49466"/>
                  <a:pt x="99874" y="51026"/>
                  <a:pt x="100116" y="52558"/>
                </a:cubicBezTo>
                <a:cubicBezTo>
                  <a:pt x="100222" y="53749"/>
                  <a:pt x="100380" y="54940"/>
                  <a:pt x="100564" y="56131"/>
                </a:cubicBezTo>
                <a:lnTo>
                  <a:pt x="100564" y="56131"/>
                </a:lnTo>
                <a:cubicBezTo>
                  <a:pt x="100489" y="55870"/>
                  <a:pt x="100436" y="55586"/>
                  <a:pt x="100358" y="55327"/>
                </a:cubicBezTo>
                <a:cubicBezTo>
                  <a:pt x="100304" y="54843"/>
                  <a:pt x="100062" y="54037"/>
                  <a:pt x="100035" y="53849"/>
                </a:cubicBezTo>
                <a:cubicBezTo>
                  <a:pt x="99740" y="52397"/>
                  <a:pt x="99525" y="50945"/>
                  <a:pt x="99390" y="49493"/>
                </a:cubicBezTo>
                <a:cubicBezTo>
                  <a:pt x="99336" y="48983"/>
                  <a:pt x="99363" y="48445"/>
                  <a:pt x="99336" y="47907"/>
                </a:cubicBezTo>
                <a:close/>
                <a:moveTo>
                  <a:pt x="58312" y="52612"/>
                </a:moveTo>
                <a:lnTo>
                  <a:pt x="58312" y="52612"/>
                </a:lnTo>
                <a:cubicBezTo>
                  <a:pt x="58473" y="52934"/>
                  <a:pt x="58634" y="53284"/>
                  <a:pt x="58715" y="53418"/>
                </a:cubicBezTo>
                <a:cubicBezTo>
                  <a:pt x="58849" y="53714"/>
                  <a:pt x="59010" y="54010"/>
                  <a:pt x="59145" y="54306"/>
                </a:cubicBezTo>
                <a:cubicBezTo>
                  <a:pt x="59252" y="54924"/>
                  <a:pt x="59387" y="55542"/>
                  <a:pt x="59521" y="56161"/>
                </a:cubicBezTo>
                <a:cubicBezTo>
                  <a:pt x="59279" y="55677"/>
                  <a:pt x="59037" y="55166"/>
                  <a:pt x="58795" y="54682"/>
                </a:cubicBezTo>
                <a:cubicBezTo>
                  <a:pt x="58688" y="54252"/>
                  <a:pt x="58580" y="53849"/>
                  <a:pt x="58473" y="53445"/>
                </a:cubicBezTo>
                <a:lnTo>
                  <a:pt x="58473" y="53472"/>
                </a:lnTo>
                <a:cubicBezTo>
                  <a:pt x="58446" y="53338"/>
                  <a:pt x="58365" y="52988"/>
                  <a:pt x="58312" y="52612"/>
                </a:cubicBezTo>
                <a:close/>
                <a:moveTo>
                  <a:pt x="85491" y="54870"/>
                </a:moveTo>
                <a:cubicBezTo>
                  <a:pt x="85706" y="55247"/>
                  <a:pt x="85948" y="55650"/>
                  <a:pt x="86136" y="55999"/>
                </a:cubicBezTo>
                <a:cubicBezTo>
                  <a:pt x="86136" y="56053"/>
                  <a:pt x="86110" y="56107"/>
                  <a:pt x="86110" y="56161"/>
                </a:cubicBezTo>
                <a:lnTo>
                  <a:pt x="86083" y="56134"/>
                </a:lnTo>
                <a:cubicBezTo>
                  <a:pt x="85841" y="55865"/>
                  <a:pt x="85626" y="55569"/>
                  <a:pt x="85411" y="55300"/>
                </a:cubicBezTo>
                <a:lnTo>
                  <a:pt x="85491" y="54870"/>
                </a:lnTo>
                <a:close/>
                <a:moveTo>
                  <a:pt x="100277" y="47289"/>
                </a:moveTo>
                <a:lnTo>
                  <a:pt x="100277" y="47289"/>
                </a:lnTo>
                <a:cubicBezTo>
                  <a:pt x="100519" y="47450"/>
                  <a:pt x="100734" y="47638"/>
                  <a:pt x="100976" y="47827"/>
                </a:cubicBezTo>
                <a:cubicBezTo>
                  <a:pt x="100950" y="47827"/>
                  <a:pt x="100923" y="47853"/>
                  <a:pt x="100923" y="47880"/>
                </a:cubicBezTo>
                <a:cubicBezTo>
                  <a:pt x="100886" y="47862"/>
                  <a:pt x="100849" y="47853"/>
                  <a:pt x="100814" y="47853"/>
                </a:cubicBezTo>
                <a:cubicBezTo>
                  <a:pt x="100697" y="47853"/>
                  <a:pt x="100606" y="47950"/>
                  <a:pt x="100627" y="48095"/>
                </a:cubicBezTo>
                <a:cubicBezTo>
                  <a:pt x="100896" y="50784"/>
                  <a:pt x="101165" y="53472"/>
                  <a:pt x="101433" y="56187"/>
                </a:cubicBezTo>
                <a:cubicBezTo>
                  <a:pt x="100896" y="53230"/>
                  <a:pt x="100492" y="50273"/>
                  <a:pt x="100277" y="47289"/>
                </a:cubicBezTo>
                <a:close/>
                <a:moveTo>
                  <a:pt x="47422" y="47074"/>
                </a:moveTo>
                <a:cubicBezTo>
                  <a:pt x="47343" y="47094"/>
                  <a:pt x="47316" y="49521"/>
                  <a:pt x="47316" y="49762"/>
                </a:cubicBezTo>
                <a:lnTo>
                  <a:pt x="47316" y="49977"/>
                </a:lnTo>
                <a:cubicBezTo>
                  <a:pt x="47208" y="50784"/>
                  <a:pt x="47155" y="51617"/>
                  <a:pt x="47074" y="52343"/>
                </a:cubicBezTo>
                <a:cubicBezTo>
                  <a:pt x="46886" y="53607"/>
                  <a:pt x="46725" y="54924"/>
                  <a:pt x="46644" y="56214"/>
                </a:cubicBezTo>
                <a:lnTo>
                  <a:pt x="46617" y="55193"/>
                </a:lnTo>
                <a:lnTo>
                  <a:pt x="46617" y="53580"/>
                </a:lnTo>
                <a:cubicBezTo>
                  <a:pt x="46617" y="52128"/>
                  <a:pt x="46644" y="50649"/>
                  <a:pt x="46778" y="49225"/>
                </a:cubicBezTo>
                <a:cubicBezTo>
                  <a:pt x="46832" y="48821"/>
                  <a:pt x="46778" y="47156"/>
                  <a:pt x="47422" y="47074"/>
                </a:cubicBezTo>
                <a:close/>
                <a:moveTo>
                  <a:pt x="48176" y="55166"/>
                </a:moveTo>
                <a:cubicBezTo>
                  <a:pt x="48203" y="55193"/>
                  <a:pt x="48230" y="55193"/>
                  <a:pt x="48257" y="55220"/>
                </a:cubicBezTo>
                <a:cubicBezTo>
                  <a:pt x="48176" y="55542"/>
                  <a:pt x="48096" y="55865"/>
                  <a:pt x="48042" y="56187"/>
                </a:cubicBezTo>
                <a:lnTo>
                  <a:pt x="48015" y="56214"/>
                </a:lnTo>
                <a:cubicBezTo>
                  <a:pt x="48069" y="55865"/>
                  <a:pt x="48122" y="55515"/>
                  <a:pt x="48176" y="55166"/>
                </a:cubicBezTo>
                <a:close/>
                <a:moveTo>
                  <a:pt x="71673" y="52612"/>
                </a:moveTo>
                <a:lnTo>
                  <a:pt x="71673" y="52612"/>
                </a:lnTo>
                <a:cubicBezTo>
                  <a:pt x="71915" y="52961"/>
                  <a:pt x="72157" y="53338"/>
                  <a:pt x="72372" y="53714"/>
                </a:cubicBezTo>
                <a:cubicBezTo>
                  <a:pt x="72641" y="54440"/>
                  <a:pt x="72883" y="55193"/>
                  <a:pt x="73098" y="55946"/>
                </a:cubicBezTo>
                <a:cubicBezTo>
                  <a:pt x="73125" y="56026"/>
                  <a:pt x="73178" y="56134"/>
                  <a:pt x="73232" y="56268"/>
                </a:cubicBezTo>
                <a:cubicBezTo>
                  <a:pt x="72802" y="55435"/>
                  <a:pt x="72318" y="54628"/>
                  <a:pt x="71807" y="53849"/>
                </a:cubicBezTo>
                <a:cubicBezTo>
                  <a:pt x="71754" y="53445"/>
                  <a:pt x="71700" y="53015"/>
                  <a:pt x="71673" y="52612"/>
                </a:cubicBezTo>
                <a:close/>
                <a:moveTo>
                  <a:pt x="56026" y="53150"/>
                </a:moveTo>
                <a:cubicBezTo>
                  <a:pt x="56241" y="54225"/>
                  <a:pt x="56483" y="55300"/>
                  <a:pt x="56779" y="56322"/>
                </a:cubicBezTo>
                <a:cubicBezTo>
                  <a:pt x="56430" y="55730"/>
                  <a:pt x="56107" y="55139"/>
                  <a:pt x="55758" y="54574"/>
                </a:cubicBezTo>
                <a:cubicBezTo>
                  <a:pt x="55717" y="54494"/>
                  <a:pt x="55637" y="54453"/>
                  <a:pt x="55556" y="54453"/>
                </a:cubicBezTo>
                <a:cubicBezTo>
                  <a:pt x="55475" y="54453"/>
                  <a:pt x="55395" y="54494"/>
                  <a:pt x="55354" y="54574"/>
                </a:cubicBezTo>
                <a:cubicBezTo>
                  <a:pt x="55354" y="54521"/>
                  <a:pt x="55327" y="54440"/>
                  <a:pt x="55300" y="54386"/>
                </a:cubicBezTo>
                <a:cubicBezTo>
                  <a:pt x="55542" y="53983"/>
                  <a:pt x="55784" y="53553"/>
                  <a:pt x="56026" y="53150"/>
                </a:cubicBezTo>
                <a:close/>
                <a:moveTo>
                  <a:pt x="82400" y="53956"/>
                </a:moveTo>
                <a:cubicBezTo>
                  <a:pt x="82588" y="54117"/>
                  <a:pt x="82776" y="54252"/>
                  <a:pt x="82937" y="54386"/>
                </a:cubicBezTo>
                <a:cubicBezTo>
                  <a:pt x="83179" y="54601"/>
                  <a:pt x="83394" y="54789"/>
                  <a:pt x="83609" y="54978"/>
                </a:cubicBezTo>
                <a:cubicBezTo>
                  <a:pt x="83932" y="55247"/>
                  <a:pt x="84228" y="55542"/>
                  <a:pt x="84523" y="55838"/>
                </a:cubicBezTo>
                <a:lnTo>
                  <a:pt x="84738" y="56053"/>
                </a:lnTo>
                <a:cubicBezTo>
                  <a:pt x="84738" y="56161"/>
                  <a:pt x="84712" y="56295"/>
                  <a:pt x="84685" y="56429"/>
                </a:cubicBezTo>
                <a:lnTo>
                  <a:pt x="83663" y="55488"/>
                </a:lnTo>
                <a:cubicBezTo>
                  <a:pt x="83233" y="54978"/>
                  <a:pt x="82830" y="54467"/>
                  <a:pt x="82400" y="53956"/>
                </a:cubicBezTo>
                <a:close/>
                <a:moveTo>
                  <a:pt x="73931" y="52397"/>
                </a:moveTo>
                <a:lnTo>
                  <a:pt x="73931" y="52397"/>
                </a:lnTo>
                <a:cubicBezTo>
                  <a:pt x="74254" y="52961"/>
                  <a:pt x="74603" y="53553"/>
                  <a:pt x="74926" y="54117"/>
                </a:cubicBezTo>
                <a:cubicBezTo>
                  <a:pt x="74926" y="54440"/>
                  <a:pt x="74926" y="54789"/>
                  <a:pt x="74953" y="55112"/>
                </a:cubicBezTo>
                <a:cubicBezTo>
                  <a:pt x="74953" y="55149"/>
                  <a:pt x="74980" y="55163"/>
                  <a:pt x="75010" y="55163"/>
                </a:cubicBezTo>
                <a:cubicBezTo>
                  <a:pt x="75047" y="55163"/>
                  <a:pt x="75087" y="55142"/>
                  <a:pt x="75087" y="55112"/>
                </a:cubicBezTo>
                <a:cubicBezTo>
                  <a:pt x="75087" y="54897"/>
                  <a:pt x="75114" y="54682"/>
                  <a:pt x="75141" y="54494"/>
                </a:cubicBezTo>
                <a:lnTo>
                  <a:pt x="75544" y="55220"/>
                </a:lnTo>
                <a:lnTo>
                  <a:pt x="75544" y="55354"/>
                </a:lnTo>
                <a:cubicBezTo>
                  <a:pt x="75571" y="55408"/>
                  <a:pt x="75598" y="55435"/>
                  <a:pt x="75625" y="55462"/>
                </a:cubicBezTo>
                <a:lnTo>
                  <a:pt x="75679" y="55462"/>
                </a:lnTo>
                <a:lnTo>
                  <a:pt x="75679" y="55488"/>
                </a:lnTo>
                <a:cubicBezTo>
                  <a:pt x="75625" y="55704"/>
                  <a:pt x="75571" y="55919"/>
                  <a:pt x="75517" y="56161"/>
                </a:cubicBezTo>
                <a:cubicBezTo>
                  <a:pt x="75490" y="56241"/>
                  <a:pt x="75463" y="56349"/>
                  <a:pt x="75437" y="56456"/>
                </a:cubicBezTo>
                <a:cubicBezTo>
                  <a:pt x="75141" y="55811"/>
                  <a:pt x="74791" y="55166"/>
                  <a:pt x="74442" y="54521"/>
                </a:cubicBezTo>
                <a:cubicBezTo>
                  <a:pt x="74307" y="53822"/>
                  <a:pt x="74119" y="53096"/>
                  <a:pt x="73931" y="52397"/>
                </a:cubicBezTo>
                <a:close/>
                <a:moveTo>
                  <a:pt x="71350" y="55972"/>
                </a:moveTo>
                <a:cubicBezTo>
                  <a:pt x="71377" y="56161"/>
                  <a:pt x="71404" y="56349"/>
                  <a:pt x="71431" y="56537"/>
                </a:cubicBezTo>
                <a:cubicBezTo>
                  <a:pt x="71377" y="56537"/>
                  <a:pt x="71350" y="56537"/>
                  <a:pt x="71296" y="56564"/>
                </a:cubicBezTo>
                <a:cubicBezTo>
                  <a:pt x="71323" y="56349"/>
                  <a:pt x="71350" y="56161"/>
                  <a:pt x="71350" y="55972"/>
                </a:cubicBezTo>
                <a:close/>
                <a:moveTo>
                  <a:pt x="61995" y="53687"/>
                </a:moveTo>
                <a:cubicBezTo>
                  <a:pt x="62129" y="53983"/>
                  <a:pt x="62263" y="54306"/>
                  <a:pt x="62398" y="54601"/>
                </a:cubicBezTo>
                <a:cubicBezTo>
                  <a:pt x="62425" y="54924"/>
                  <a:pt x="62479" y="55273"/>
                  <a:pt x="62559" y="55596"/>
                </a:cubicBezTo>
                <a:lnTo>
                  <a:pt x="62559" y="56591"/>
                </a:lnTo>
                <a:cubicBezTo>
                  <a:pt x="62425" y="56053"/>
                  <a:pt x="62290" y="55515"/>
                  <a:pt x="62156" y="54978"/>
                </a:cubicBezTo>
                <a:cubicBezTo>
                  <a:pt x="62102" y="54548"/>
                  <a:pt x="62048" y="54117"/>
                  <a:pt x="61995" y="53687"/>
                </a:cubicBezTo>
                <a:close/>
                <a:moveTo>
                  <a:pt x="84846" y="56107"/>
                </a:moveTo>
                <a:lnTo>
                  <a:pt x="84980" y="56241"/>
                </a:lnTo>
                <a:cubicBezTo>
                  <a:pt x="84980" y="56349"/>
                  <a:pt x="84954" y="56483"/>
                  <a:pt x="84927" y="56618"/>
                </a:cubicBezTo>
                <a:lnTo>
                  <a:pt x="84765" y="56483"/>
                </a:lnTo>
                <a:cubicBezTo>
                  <a:pt x="84792" y="56376"/>
                  <a:pt x="84819" y="56241"/>
                  <a:pt x="84846" y="56107"/>
                </a:cubicBezTo>
                <a:close/>
                <a:moveTo>
                  <a:pt x="64979" y="55999"/>
                </a:moveTo>
                <a:cubicBezTo>
                  <a:pt x="64979" y="55999"/>
                  <a:pt x="64979" y="55999"/>
                  <a:pt x="65006" y="56026"/>
                </a:cubicBezTo>
                <a:cubicBezTo>
                  <a:pt x="65041" y="56366"/>
                  <a:pt x="65065" y="56669"/>
                  <a:pt x="65054" y="56669"/>
                </a:cubicBezTo>
                <a:cubicBezTo>
                  <a:pt x="65048" y="56669"/>
                  <a:pt x="65033" y="56592"/>
                  <a:pt x="65006" y="56403"/>
                </a:cubicBezTo>
                <a:lnTo>
                  <a:pt x="65006" y="56376"/>
                </a:lnTo>
                <a:cubicBezTo>
                  <a:pt x="65006" y="56241"/>
                  <a:pt x="64979" y="56107"/>
                  <a:pt x="64979" y="55999"/>
                </a:cubicBezTo>
                <a:close/>
                <a:moveTo>
                  <a:pt x="52128" y="55784"/>
                </a:moveTo>
                <a:lnTo>
                  <a:pt x="52128" y="55865"/>
                </a:lnTo>
                <a:cubicBezTo>
                  <a:pt x="52128" y="55865"/>
                  <a:pt x="52101" y="55919"/>
                  <a:pt x="52101" y="55919"/>
                </a:cubicBezTo>
                <a:lnTo>
                  <a:pt x="52128" y="55919"/>
                </a:lnTo>
                <a:cubicBezTo>
                  <a:pt x="51832" y="56214"/>
                  <a:pt x="51537" y="56510"/>
                  <a:pt x="51241" y="56779"/>
                </a:cubicBezTo>
                <a:cubicBezTo>
                  <a:pt x="51537" y="56456"/>
                  <a:pt x="51832" y="56107"/>
                  <a:pt x="52128" y="55784"/>
                </a:cubicBezTo>
                <a:close/>
                <a:moveTo>
                  <a:pt x="38794" y="52236"/>
                </a:moveTo>
                <a:cubicBezTo>
                  <a:pt x="38740" y="52612"/>
                  <a:pt x="38713" y="52934"/>
                  <a:pt x="38713" y="53069"/>
                </a:cubicBezTo>
                <a:lnTo>
                  <a:pt x="38390" y="56806"/>
                </a:lnTo>
                <a:cubicBezTo>
                  <a:pt x="38444" y="55838"/>
                  <a:pt x="38471" y="54897"/>
                  <a:pt x="38498" y="53929"/>
                </a:cubicBezTo>
                <a:lnTo>
                  <a:pt x="38498" y="53902"/>
                </a:lnTo>
                <a:cubicBezTo>
                  <a:pt x="38525" y="53714"/>
                  <a:pt x="38659" y="52988"/>
                  <a:pt x="38794" y="52236"/>
                </a:cubicBezTo>
                <a:close/>
                <a:moveTo>
                  <a:pt x="51479" y="46872"/>
                </a:moveTo>
                <a:cubicBezTo>
                  <a:pt x="51985" y="46872"/>
                  <a:pt x="51477" y="48071"/>
                  <a:pt x="51375" y="48552"/>
                </a:cubicBezTo>
                <a:cubicBezTo>
                  <a:pt x="51026" y="49735"/>
                  <a:pt x="50650" y="50918"/>
                  <a:pt x="50193" y="52074"/>
                </a:cubicBezTo>
                <a:cubicBezTo>
                  <a:pt x="50139" y="52155"/>
                  <a:pt x="50193" y="52262"/>
                  <a:pt x="50273" y="52316"/>
                </a:cubicBezTo>
                <a:cubicBezTo>
                  <a:pt x="50085" y="53042"/>
                  <a:pt x="49897" y="53741"/>
                  <a:pt x="49709" y="54494"/>
                </a:cubicBezTo>
                <a:cubicBezTo>
                  <a:pt x="49682" y="54601"/>
                  <a:pt x="49736" y="54736"/>
                  <a:pt x="49843" y="54789"/>
                </a:cubicBezTo>
                <a:cubicBezTo>
                  <a:pt x="49278" y="55435"/>
                  <a:pt x="48741" y="56107"/>
                  <a:pt x="48230" y="56806"/>
                </a:cubicBezTo>
                <a:cubicBezTo>
                  <a:pt x="48526" y="55596"/>
                  <a:pt x="48821" y="54386"/>
                  <a:pt x="49063" y="53176"/>
                </a:cubicBezTo>
                <a:cubicBezTo>
                  <a:pt x="49709" y="51133"/>
                  <a:pt x="50381" y="49117"/>
                  <a:pt x="51026" y="47074"/>
                </a:cubicBezTo>
                <a:cubicBezTo>
                  <a:pt x="51107" y="46966"/>
                  <a:pt x="51241" y="46912"/>
                  <a:pt x="51375" y="46886"/>
                </a:cubicBezTo>
                <a:cubicBezTo>
                  <a:pt x="51414" y="46876"/>
                  <a:pt x="51448" y="46872"/>
                  <a:pt x="51479" y="46872"/>
                </a:cubicBezTo>
                <a:close/>
                <a:moveTo>
                  <a:pt x="90357" y="51429"/>
                </a:moveTo>
                <a:lnTo>
                  <a:pt x="91970" y="52827"/>
                </a:lnTo>
                <a:cubicBezTo>
                  <a:pt x="93180" y="54144"/>
                  <a:pt x="94309" y="55542"/>
                  <a:pt x="95600" y="56806"/>
                </a:cubicBezTo>
                <a:cubicBezTo>
                  <a:pt x="95277" y="56510"/>
                  <a:pt x="94954" y="56214"/>
                  <a:pt x="94578" y="55972"/>
                </a:cubicBezTo>
                <a:cubicBezTo>
                  <a:pt x="93234" y="54386"/>
                  <a:pt x="91836" y="52881"/>
                  <a:pt x="90357" y="51429"/>
                </a:cubicBezTo>
                <a:close/>
                <a:moveTo>
                  <a:pt x="38229" y="51886"/>
                </a:moveTo>
                <a:lnTo>
                  <a:pt x="38229" y="52854"/>
                </a:lnTo>
                <a:cubicBezTo>
                  <a:pt x="38256" y="53257"/>
                  <a:pt x="38229" y="53660"/>
                  <a:pt x="38229" y="54064"/>
                </a:cubicBezTo>
                <a:cubicBezTo>
                  <a:pt x="38095" y="54978"/>
                  <a:pt x="37987" y="55919"/>
                  <a:pt x="37907" y="56833"/>
                </a:cubicBezTo>
                <a:cubicBezTo>
                  <a:pt x="37907" y="56053"/>
                  <a:pt x="37880" y="55273"/>
                  <a:pt x="37853" y="54494"/>
                </a:cubicBezTo>
                <a:cubicBezTo>
                  <a:pt x="37933" y="53660"/>
                  <a:pt x="38041" y="52827"/>
                  <a:pt x="38122" y="51967"/>
                </a:cubicBezTo>
                <a:lnTo>
                  <a:pt x="38229" y="51886"/>
                </a:lnTo>
                <a:close/>
                <a:moveTo>
                  <a:pt x="72318" y="55327"/>
                </a:moveTo>
                <a:lnTo>
                  <a:pt x="72318" y="55327"/>
                </a:lnTo>
                <a:cubicBezTo>
                  <a:pt x="72452" y="55515"/>
                  <a:pt x="72587" y="55704"/>
                  <a:pt x="72694" y="55892"/>
                </a:cubicBezTo>
                <a:cubicBezTo>
                  <a:pt x="72883" y="56214"/>
                  <a:pt x="73044" y="56510"/>
                  <a:pt x="73178" y="56779"/>
                </a:cubicBezTo>
                <a:cubicBezTo>
                  <a:pt x="73098" y="56860"/>
                  <a:pt x="73017" y="56886"/>
                  <a:pt x="72910" y="56886"/>
                </a:cubicBezTo>
                <a:cubicBezTo>
                  <a:pt x="72829" y="56886"/>
                  <a:pt x="72372" y="55435"/>
                  <a:pt x="72318" y="55327"/>
                </a:cubicBezTo>
                <a:close/>
                <a:moveTo>
                  <a:pt x="59252" y="52558"/>
                </a:moveTo>
                <a:lnTo>
                  <a:pt x="59252" y="52558"/>
                </a:lnTo>
                <a:cubicBezTo>
                  <a:pt x="59387" y="52827"/>
                  <a:pt x="59494" y="53096"/>
                  <a:pt x="59602" y="53338"/>
                </a:cubicBezTo>
                <a:cubicBezTo>
                  <a:pt x="59763" y="53956"/>
                  <a:pt x="59925" y="54574"/>
                  <a:pt x="60113" y="55193"/>
                </a:cubicBezTo>
                <a:cubicBezTo>
                  <a:pt x="60274" y="55811"/>
                  <a:pt x="60382" y="56349"/>
                  <a:pt x="60516" y="56940"/>
                </a:cubicBezTo>
                <a:lnTo>
                  <a:pt x="60516" y="56994"/>
                </a:lnTo>
                <a:lnTo>
                  <a:pt x="60408" y="56752"/>
                </a:lnTo>
                <a:cubicBezTo>
                  <a:pt x="60355" y="56618"/>
                  <a:pt x="60301" y="56483"/>
                  <a:pt x="60247" y="56349"/>
                </a:cubicBezTo>
                <a:cubicBezTo>
                  <a:pt x="59898" y="55220"/>
                  <a:pt x="59602" y="54064"/>
                  <a:pt x="59333" y="52908"/>
                </a:cubicBezTo>
                <a:cubicBezTo>
                  <a:pt x="59333" y="52854"/>
                  <a:pt x="59306" y="52719"/>
                  <a:pt x="59252" y="52558"/>
                </a:cubicBezTo>
                <a:close/>
                <a:moveTo>
                  <a:pt x="83609" y="55946"/>
                </a:moveTo>
                <a:lnTo>
                  <a:pt x="83905" y="56241"/>
                </a:lnTo>
                <a:cubicBezTo>
                  <a:pt x="84120" y="56510"/>
                  <a:pt x="84362" y="56779"/>
                  <a:pt x="84577" y="57048"/>
                </a:cubicBezTo>
                <a:cubicBezTo>
                  <a:pt x="84416" y="56886"/>
                  <a:pt x="84255" y="56725"/>
                  <a:pt x="84066" y="56564"/>
                </a:cubicBezTo>
                <a:lnTo>
                  <a:pt x="83959" y="56429"/>
                </a:lnTo>
                <a:cubicBezTo>
                  <a:pt x="83905" y="56349"/>
                  <a:pt x="83771" y="56161"/>
                  <a:pt x="83609" y="55946"/>
                </a:cubicBezTo>
                <a:close/>
                <a:moveTo>
                  <a:pt x="86459" y="55488"/>
                </a:moveTo>
                <a:cubicBezTo>
                  <a:pt x="86593" y="55623"/>
                  <a:pt x="86701" y="55757"/>
                  <a:pt x="86809" y="55919"/>
                </a:cubicBezTo>
                <a:cubicBezTo>
                  <a:pt x="86889" y="56053"/>
                  <a:pt x="86970" y="56214"/>
                  <a:pt x="87051" y="56403"/>
                </a:cubicBezTo>
                <a:cubicBezTo>
                  <a:pt x="87051" y="56644"/>
                  <a:pt x="87051" y="56860"/>
                  <a:pt x="87024" y="57075"/>
                </a:cubicBezTo>
                <a:lnTo>
                  <a:pt x="86916" y="56967"/>
                </a:lnTo>
                <a:cubicBezTo>
                  <a:pt x="86755" y="56618"/>
                  <a:pt x="86567" y="56295"/>
                  <a:pt x="86432" y="55946"/>
                </a:cubicBezTo>
                <a:cubicBezTo>
                  <a:pt x="86432" y="55811"/>
                  <a:pt x="86459" y="55650"/>
                  <a:pt x="86459" y="55488"/>
                </a:cubicBezTo>
                <a:close/>
                <a:moveTo>
                  <a:pt x="40514" y="52666"/>
                </a:moveTo>
                <a:lnTo>
                  <a:pt x="40514" y="52666"/>
                </a:lnTo>
                <a:cubicBezTo>
                  <a:pt x="40353" y="54171"/>
                  <a:pt x="40084" y="55677"/>
                  <a:pt x="39762" y="57155"/>
                </a:cubicBezTo>
                <a:cubicBezTo>
                  <a:pt x="39923" y="55623"/>
                  <a:pt x="40165" y="54117"/>
                  <a:pt x="40514" y="52666"/>
                </a:cubicBezTo>
                <a:close/>
                <a:moveTo>
                  <a:pt x="55085" y="54763"/>
                </a:moveTo>
                <a:cubicBezTo>
                  <a:pt x="55220" y="55220"/>
                  <a:pt x="55354" y="55704"/>
                  <a:pt x="55489" y="56161"/>
                </a:cubicBezTo>
                <a:cubicBezTo>
                  <a:pt x="55516" y="56483"/>
                  <a:pt x="55569" y="56833"/>
                  <a:pt x="55650" y="57182"/>
                </a:cubicBezTo>
                <a:lnTo>
                  <a:pt x="54790" y="55623"/>
                </a:lnTo>
                <a:cubicBezTo>
                  <a:pt x="54763" y="55569"/>
                  <a:pt x="54736" y="55542"/>
                  <a:pt x="54682" y="55542"/>
                </a:cubicBezTo>
                <a:cubicBezTo>
                  <a:pt x="54817" y="55273"/>
                  <a:pt x="54951" y="55005"/>
                  <a:pt x="55085" y="54763"/>
                </a:cubicBezTo>
                <a:close/>
                <a:moveTo>
                  <a:pt x="71001" y="50354"/>
                </a:moveTo>
                <a:lnTo>
                  <a:pt x="71001" y="50542"/>
                </a:lnTo>
                <a:cubicBezTo>
                  <a:pt x="70974" y="50542"/>
                  <a:pt x="70947" y="50569"/>
                  <a:pt x="70920" y="50622"/>
                </a:cubicBezTo>
                <a:cubicBezTo>
                  <a:pt x="69845" y="52827"/>
                  <a:pt x="68769" y="55031"/>
                  <a:pt x="67694" y="57236"/>
                </a:cubicBezTo>
                <a:cubicBezTo>
                  <a:pt x="68232" y="55865"/>
                  <a:pt x="68796" y="54494"/>
                  <a:pt x="69415" y="53150"/>
                </a:cubicBezTo>
                <a:cubicBezTo>
                  <a:pt x="69522" y="52908"/>
                  <a:pt x="69657" y="52639"/>
                  <a:pt x="69791" y="52370"/>
                </a:cubicBezTo>
                <a:cubicBezTo>
                  <a:pt x="70221" y="51698"/>
                  <a:pt x="70624" y="51053"/>
                  <a:pt x="71001" y="50354"/>
                </a:cubicBezTo>
                <a:close/>
                <a:moveTo>
                  <a:pt x="80948" y="54709"/>
                </a:moveTo>
                <a:cubicBezTo>
                  <a:pt x="80948" y="54816"/>
                  <a:pt x="80975" y="54897"/>
                  <a:pt x="80975" y="55005"/>
                </a:cubicBezTo>
                <a:cubicBezTo>
                  <a:pt x="80965" y="55003"/>
                  <a:pt x="80955" y="55002"/>
                  <a:pt x="80945" y="55002"/>
                </a:cubicBezTo>
                <a:cubicBezTo>
                  <a:pt x="80825" y="55002"/>
                  <a:pt x="80739" y="55149"/>
                  <a:pt x="80813" y="55273"/>
                </a:cubicBezTo>
                <a:cubicBezTo>
                  <a:pt x="80867" y="55327"/>
                  <a:pt x="80894" y="55354"/>
                  <a:pt x="80921" y="55408"/>
                </a:cubicBezTo>
                <a:cubicBezTo>
                  <a:pt x="80598" y="55999"/>
                  <a:pt x="80249" y="56618"/>
                  <a:pt x="79926" y="57236"/>
                </a:cubicBezTo>
                <a:cubicBezTo>
                  <a:pt x="79926" y="56967"/>
                  <a:pt x="79899" y="56725"/>
                  <a:pt x="79872" y="56483"/>
                </a:cubicBezTo>
                <a:cubicBezTo>
                  <a:pt x="79899" y="56429"/>
                  <a:pt x="79926" y="56376"/>
                  <a:pt x="79953" y="56322"/>
                </a:cubicBezTo>
                <a:cubicBezTo>
                  <a:pt x="80088" y="56322"/>
                  <a:pt x="80168" y="56214"/>
                  <a:pt x="80168" y="56107"/>
                </a:cubicBezTo>
                <a:lnTo>
                  <a:pt x="80168" y="55972"/>
                </a:lnTo>
                <a:cubicBezTo>
                  <a:pt x="80410" y="55542"/>
                  <a:pt x="80679" y="55112"/>
                  <a:pt x="80948" y="54709"/>
                </a:cubicBezTo>
                <a:close/>
                <a:moveTo>
                  <a:pt x="45004" y="51026"/>
                </a:moveTo>
                <a:cubicBezTo>
                  <a:pt x="45058" y="51644"/>
                  <a:pt x="45111" y="52289"/>
                  <a:pt x="45165" y="52908"/>
                </a:cubicBezTo>
                <a:cubicBezTo>
                  <a:pt x="45165" y="54386"/>
                  <a:pt x="45165" y="55838"/>
                  <a:pt x="45219" y="57317"/>
                </a:cubicBezTo>
                <a:cubicBezTo>
                  <a:pt x="45192" y="57021"/>
                  <a:pt x="45165" y="56725"/>
                  <a:pt x="45111" y="56429"/>
                </a:cubicBezTo>
                <a:lnTo>
                  <a:pt x="45111" y="56403"/>
                </a:lnTo>
                <a:lnTo>
                  <a:pt x="45004" y="51026"/>
                </a:lnTo>
                <a:close/>
                <a:moveTo>
                  <a:pt x="54494" y="55919"/>
                </a:moveTo>
                <a:cubicBezTo>
                  <a:pt x="54575" y="56376"/>
                  <a:pt x="54682" y="56833"/>
                  <a:pt x="54790" y="57317"/>
                </a:cubicBezTo>
                <a:cubicBezTo>
                  <a:pt x="54628" y="57128"/>
                  <a:pt x="54467" y="56994"/>
                  <a:pt x="54279" y="56833"/>
                </a:cubicBezTo>
                <a:cubicBezTo>
                  <a:pt x="54306" y="56833"/>
                  <a:pt x="54306" y="56806"/>
                  <a:pt x="54333" y="56806"/>
                </a:cubicBezTo>
                <a:cubicBezTo>
                  <a:pt x="54354" y="56784"/>
                  <a:pt x="54341" y="56745"/>
                  <a:pt x="54307" y="56745"/>
                </a:cubicBezTo>
                <a:cubicBezTo>
                  <a:pt x="54298" y="56745"/>
                  <a:pt x="54289" y="56747"/>
                  <a:pt x="54279" y="56752"/>
                </a:cubicBezTo>
                <a:lnTo>
                  <a:pt x="54252" y="56806"/>
                </a:lnTo>
                <a:lnTo>
                  <a:pt x="54225" y="56806"/>
                </a:lnTo>
                <a:cubicBezTo>
                  <a:pt x="54198" y="56725"/>
                  <a:pt x="54171" y="56671"/>
                  <a:pt x="54144" y="56618"/>
                </a:cubicBezTo>
                <a:cubicBezTo>
                  <a:pt x="54279" y="56376"/>
                  <a:pt x="54386" y="56134"/>
                  <a:pt x="54494" y="55919"/>
                </a:cubicBezTo>
                <a:close/>
                <a:moveTo>
                  <a:pt x="59199" y="55999"/>
                </a:moveTo>
                <a:lnTo>
                  <a:pt x="59199" y="55999"/>
                </a:lnTo>
                <a:cubicBezTo>
                  <a:pt x="59333" y="56241"/>
                  <a:pt x="59494" y="56537"/>
                  <a:pt x="59629" y="56833"/>
                </a:cubicBezTo>
                <a:lnTo>
                  <a:pt x="59629" y="56860"/>
                </a:lnTo>
                <a:cubicBezTo>
                  <a:pt x="59656" y="57021"/>
                  <a:pt x="59656" y="57182"/>
                  <a:pt x="59683" y="57343"/>
                </a:cubicBezTo>
                <a:lnTo>
                  <a:pt x="59629" y="57236"/>
                </a:lnTo>
                <a:cubicBezTo>
                  <a:pt x="59468" y="56833"/>
                  <a:pt x="59333" y="56403"/>
                  <a:pt x="59199" y="55999"/>
                </a:cubicBezTo>
                <a:close/>
                <a:moveTo>
                  <a:pt x="41643" y="51241"/>
                </a:moveTo>
                <a:cubicBezTo>
                  <a:pt x="41617" y="51375"/>
                  <a:pt x="41590" y="51510"/>
                  <a:pt x="41563" y="51644"/>
                </a:cubicBezTo>
                <a:cubicBezTo>
                  <a:pt x="41401" y="52585"/>
                  <a:pt x="41240" y="53526"/>
                  <a:pt x="41079" y="54467"/>
                </a:cubicBezTo>
                <a:cubicBezTo>
                  <a:pt x="40918" y="55112"/>
                  <a:pt x="40783" y="55730"/>
                  <a:pt x="40676" y="56376"/>
                </a:cubicBezTo>
                <a:lnTo>
                  <a:pt x="40353" y="57370"/>
                </a:lnTo>
                <a:cubicBezTo>
                  <a:pt x="40514" y="56268"/>
                  <a:pt x="40676" y="55139"/>
                  <a:pt x="40837" y="54010"/>
                </a:cubicBezTo>
                <a:cubicBezTo>
                  <a:pt x="40918" y="53633"/>
                  <a:pt x="41025" y="53230"/>
                  <a:pt x="41133" y="52827"/>
                </a:cubicBezTo>
                <a:cubicBezTo>
                  <a:pt x="41267" y="52316"/>
                  <a:pt x="41455" y="51778"/>
                  <a:pt x="41643" y="51241"/>
                </a:cubicBezTo>
                <a:close/>
                <a:moveTo>
                  <a:pt x="76136" y="55677"/>
                </a:moveTo>
                <a:cubicBezTo>
                  <a:pt x="76189" y="55838"/>
                  <a:pt x="76270" y="55999"/>
                  <a:pt x="76351" y="56187"/>
                </a:cubicBezTo>
                <a:cubicBezTo>
                  <a:pt x="76189" y="56591"/>
                  <a:pt x="76028" y="56994"/>
                  <a:pt x="75894" y="57397"/>
                </a:cubicBezTo>
                <a:cubicBezTo>
                  <a:pt x="75867" y="57370"/>
                  <a:pt x="75840" y="57290"/>
                  <a:pt x="75813" y="57236"/>
                </a:cubicBezTo>
                <a:cubicBezTo>
                  <a:pt x="75786" y="57048"/>
                  <a:pt x="75786" y="56860"/>
                  <a:pt x="75786" y="56671"/>
                </a:cubicBezTo>
                <a:cubicBezTo>
                  <a:pt x="75894" y="56349"/>
                  <a:pt x="76001" y="56053"/>
                  <a:pt x="76109" y="55730"/>
                </a:cubicBezTo>
                <a:cubicBezTo>
                  <a:pt x="76109" y="55704"/>
                  <a:pt x="76109" y="55704"/>
                  <a:pt x="76136" y="55677"/>
                </a:cubicBezTo>
                <a:close/>
                <a:moveTo>
                  <a:pt x="85169" y="56403"/>
                </a:moveTo>
                <a:cubicBezTo>
                  <a:pt x="85384" y="56618"/>
                  <a:pt x="85626" y="56806"/>
                  <a:pt x="85868" y="57021"/>
                </a:cubicBezTo>
                <a:cubicBezTo>
                  <a:pt x="85841" y="57155"/>
                  <a:pt x="85814" y="57290"/>
                  <a:pt x="85787" y="57424"/>
                </a:cubicBezTo>
                <a:lnTo>
                  <a:pt x="85599" y="57236"/>
                </a:lnTo>
                <a:lnTo>
                  <a:pt x="85088" y="56779"/>
                </a:lnTo>
                <a:cubicBezTo>
                  <a:pt x="85115" y="56671"/>
                  <a:pt x="85142" y="56537"/>
                  <a:pt x="85169" y="56403"/>
                </a:cubicBezTo>
                <a:close/>
                <a:moveTo>
                  <a:pt x="104982" y="55757"/>
                </a:moveTo>
                <a:cubicBezTo>
                  <a:pt x="105143" y="56053"/>
                  <a:pt x="105305" y="56322"/>
                  <a:pt x="105520" y="56618"/>
                </a:cubicBezTo>
                <a:lnTo>
                  <a:pt x="105574" y="57505"/>
                </a:lnTo>
                <a:cubicBezTo>
                  <a:pt x="105385" y="56940"/>
                  <a:pt x="105197" y="56376"/>
                  <a:pt x="104982" y="55838"/>
                </a:cubicBezTo>
                <a:cubicBezTo>
                  <a:pt x="104982" y="55802"/>
                  <a:pt x="104982" y="55777"/>
                  <a:pt x="104982" y="55757"/>
                </a:cubicBezTo>
                <a:close/>
                <a:moveTo>
                  <a:pt x="61269" y="54064"/>
                </a:moveTo>
                <a:lnTo>
                  <a:pt x="61564" y="54843"/>
                </a:lnTo>
                <a:cubicBezTo>
                  <a:pt x="61618" y="55031"/>
                  <a:pt x="61672" y="55247"/>
                  <a:pt x="61699" y="55435"/>
                </a:cubicBezTo>
                <a:cubicBezTo>
                  <a:pt x="61780" y="56134"/>
                  <a:pt x="61860" y="56833"/>
                  <a:pt x="61941" y="57532"/>
                </a:cubicBezTo>
                <a:cubicBezTo>
                  <a:pt x="61806" y="56967"/>
                  <a:pt x="61699" y="56376"/>
                  <a:pt x="61591" y="55811"/>
                </a:cubicBezTo>
                <a:cubicBezTo>
                  <a:pt x="61484" y="55247"/>
                  <a:pt x="61376" y="54655"/>
                  <a:pt x="61269" y="54064"/>
                </a:cubicBezTo>
                <a:close/>
                <a:moveTo>
                  <a:pt x="102939" y="52558"/>
                </a:moveTo>
                <a:lnTo>
                  <a:pt x="102939" y="52558"/>
                </a:lnTo>
                <a:cubicBezTo>
                  <a:pt x="103073" y="52908"/>
                  <a:pt x="103235" y="53284"/>
                  <a:pt x="103396" y="53633"/>
                </a:cubicBezTo>
                <a:lnTo>
                  <a:pt x="104740" y="56644"/>
                </a:lnTo>
                <a:cubicBezTo>
                  <a:pt x="104767" y="56967"/>
                  <a:pt x="104794" y="57317"/>
                  <a:pt x="104821" y="57639"/>
                </a:cubicBezTo>
                <a:cubicBezTo>
                  <a:pt x="104525" y="56860"/>
                  <a:pt x="104229" y="56080"/>
                  <a:pt x="103961" y="55327"/>
                </a:cubicBezTo>
                <a:lnTo>
                  <a:pt x="103961" y="55354"/>
                </a:lnTo>
                <a:cubicBezTo>
                  <a:pt x="103611" y="54413"/>
                  <a:pt x="103262" y="53499"/>
                  <a:pt x="102939" y="52558"/>
                </a:cubicBezTo>
                <a:close/>
                <a:moveTo>
                  <a:pt x="51779" y="53365"/>
                </a:moveTo>
                <a:lnTo>
                  <a:pt x="51779" y="53365"/>
                </a:lnTo>
                <a:cubicBezTo>
                  <a:pt x="51671" y="53526"/>
                  <a:pt x="51537" y="53687"/>
                  <a:pt x="51456" y="53849"/>
                </a:cubicBezTo>
                <a:cubicBezTo>
                  <a:pt x="51402" y="53929"/>
                  <a:pt x="51429" y="54010"/>
                  <a:pt x="51510" y="54064"/>
                </a:cubicBezTo>
                <a:lnTo>
                  <a:pt x="51537" y="54064"/>
                </a:lnTo>
                <a:cubicBezTo>
                  <a:pt x="50650" y="54870"/>
                  <a:pt x="49789" y="55730"/>
                  <a:pt x="48956" y="56591"/>
                </a:cubicBezTo>
                <a:cubicBezTo>
                  <a:pt x="48606" y="56940"/>
                  <a:pt x="48338" y="57317"/>
                  <a:pt x="48015" y="57666"/>
                </a:cubicBezTo>
                <a:cubicBezTo>
                  <a:pt x="48042" y="57532"/>
                  <a:pt x="48096" y="57397"/>
                  <a:pt x="48122" y="57263"/>
                </a:cubicBezTo>
                <a:cubicBezTo>
                  <a:pt x="48176" y="57182"/>
                  <a:pt x="48203" y="57128"/>
                  <a:pt x="48257" y="57048"/>
                </a:cubicBezTo>
                <a:cubicBezTo>
                  <a:pt x="48445" y="56860"/>
                  <a:pt x="48606" y="56644"/>
                  <a:pt x="48795" y="56429"/>
                </a:cubicBezTo>
                <a:cubicBezTo>
                  <a:pt x="49736" y="55381"/>
                  <a:pt x="50730" y="54359"/>
                  <a:pt x="51779" y="53365"/>
                </a:cubicBezTo>
                <a:close/>
                <a:moveTo>
                  <a:pt x="86029" y="57128"/>
                </a:moveTo>
                <a:lnTo>
                  <a:pt x="86110" y="57182"/>
                </a:lnTo>
                <a:cubicBezTo>
                  <a:pt x="86110" y="57370"/>
                  <a:pt x="86083" y="57505"/>
                  <a:pt x="86083" y="57666"/>
                </a:cubicBezTo>
                <a:lnTo>
                  <a:pt x="85948" y="57532"/>
                </a:lnTo>
                <a:lnTo>
                  <a:pt x="86029" y="57128"/>
                </a:lnTo>
                <a:close/>
                <a:moveTo>
                  <a:pt x="43041" y="49628"/>
                </a:moveTo>
                <a:lnTo>
                  <a:pt x="43041" y="50246"/>
                </a:lnTo>
                <a:cubicBezTo>
                  <a:pt x="42665" y="51375"/>
                  <a:pt x="42423" y="52558"/>
                  <a:pt x="42316" y="53741"/>
                </a:cubicBezTo>
                <a:cubicBezTo>
                  <a:pt x="41832" y="55085"/>
                  <a:pt x="41294" y="56403"/>
                  <a:pt x="40756" y="57693"/>
                </a:cubicBezTo>
                <a:cubicBezTo>
                  <a:pt x="40864" y="57102"/>
                  <a:pt x="40971" y="56537"/>
                  <a:pt x="41052" y="55946"/>
                </a:cubicBezTo>
                <a:cubicBezTo>
                  <a:pt x="41724" y="53849"/>
                  <a:pt x="42396" y="51752"/>
                  <a:pt x="43041" y="49628"/>
                </a:cubicBezTo>
                <a:close/>
                <a:moveTo>
                  <a:pt x="46993" y="54870"/>
                </a:moveTo>
                <a:cubicBezTo>
                  <a:pt x="46940" y="55811"/>
                  <a:pt x="46859" y="56752"/>
                  <a:pt x="46805" y="57693"/>
                </a:cubicBezTo>
                <a:lnTo>
                  <a:pt x="46805" y="57505"/>
                </a:lnTo>
                <a:cubicBezTo>
                  <a:pt x="46832" y="56644"/>
                  <a:pt x="46913" y="55757"/>
                  <a:pt x="46993" y="54870"/>
                </a:cubicBezTo>
                <a:close/>
                <a:moveTo>
                  <a:pt x="49843" y="46106"/>
                </a:moveTo>
                <a:cubicBezTo>
                  <a:pt x="48848" y="49897"/>
                  <a:pt x="48096" y="53741"/>
                  <a:pt x="47585" y="57612"/>
                </a:cubicBezTo>
                <a:lnTo>
                  <a:pt x="47504" y="57720"/>
                </a:lnTo>
                <a:cubicBezTo>
                  <a:pt x="47558" y="56618"/>
                  <a:pt x="47665" y="55542"/>
                  <a:pt x="47773" y="54467"/>
                </a:cubicBezTo>
                <a:cubicBezTo>
                  <a:pt x="48069" y="51886"/>
                  <a:pt x="48391" y="49332"/>
                  <a:pt x="48714" y="46778"/>
                </a:cubicBezTo>
                <a:cubicBezTo>
                  <a:pt x="48750" y="46687"/>
                  <a:pt x="48688" y="46621"/>
                  <a:pt x="48619" y="46621"/>
                </a:cubicBezTo>
                <a:cubicBezTo>
                  <a:pt x="48586" y="46621"/>
                  <a:pt x="48552" y="46636"/>
                  <a:pt x="48526" y="46671"/>
                </a:cubicBezTo>
                <a:cubicBezTo>
                  <a:pt x="48096" y="47154"/>
                  <a:pt x="47800" y="47719"/>
                  <a:pt x="47612" y="48364"/>
                </a:cubicBezTo>
                <a:cubicBezTo>
                  <a:pt x="47639" y="47827"/>
                  <a:pt x="47665" y="47289"/>
                  <a:pt x="47692" y="46778"/>
                </a:cubicBezTo>
                <a:cubicBezTo>
                  <a:pt x="47719" y="46751"/>
                  <a:pt x="47746" y="46697"/>
                  <a:pt x="47746" y="46644"/>
                </a:cubicBezTo>
                <a:cubicBezTo>
                  <a:pt x="48445" y="46455"/>
                  <a:pt x="49144" y="46267"/>
                  <a:pt x="49843" y="46106"/>
                </a:cubicBezTo>
                <a:close/>
                <a:moveTo>
                  <a:pt x="59978" y="51429"/>
                </a:moveTo>
                <a:lnTo>
                  <a:pt x="59978" y="51429"/>
                </a:lnTo>
                <a:cubicBezTo>
                  <a:pt x="60328" y="53553"/>
                  <a:pt x="60839" y="55650"/>
                  <a:pt x="61511" y="57720"/>
                </a:cubicBezTo>
                <a:cubicBezTo>
                  <a:pt x="61296" y="57236"/>
                  <a:pt x="61107" y="56725"/>
                  <a:pt x="60919" y="56241"/>
                </a:cubicBezTo>
                <a:cubicBezTo>
                  <a:pt x="60865" y="56107"/>
                  <a:pt x="60812" y="55972"/>
                  <a:pt x="60758" y="55838"/>
                </a:cubicBezTo>
                <a:cubicBezTo>
                  <a:pt x="60650" y="55462"/>
                  <a:pt x="60570" y="55058"/>
                  <a:pt x="60462" y="54682"/>
                </a:cubicBezTo>
                <a:cubicBezTo>
                  <a:pt x="60301" y="53902"/>
                  <a:pt x="60167" y="53150"/>
                  <a:pt x="60086" y="52370"/>
                </a:cubicBezTo>
                <a:cubicBezTo>
                  <a:pt x="60059" y="52047"/>
                  <a:pt x="60005" y="51725"/>
                  <a:pt x="59978" y="51429"/>
                </a:cubicBezTo>
                <a:close/>
                <a:moveTo>
                  <a:pt x="85559" y="57529"/>
                </a:moveTo>
                <a:lnTo>
                  <a:pt x="85706" y="57666"/>
                </a:lnTo>
                <a:lnTo>
                  <a:pt x="85706" y="57720"/>
                </a:lnTo>
                <a:cubicBezTo>
                  <a:pt x="85661" y="57652"/>
                  <a:pt x="85611" y="57589"/>
                  <a:pt x="85559" y="57529"/>
                </a:cubicBezTo>
                <a:close/>
                <a:moveTo>
                  <a:pt x="43122" y="52155"/>
                </a:moveTo>
                <a:cubicBezTo>
                  <a:pt x="43149" y="52343"/>
                  <a:pt x="43149" y="52558"/>
                  <a:pt x="43176" y="52746"/>
                </a:cubicBezTo>
                <a:cubicBezTo>
                  <a:pt x="43176" y="53069"/>
                  <a:pt x="43149" y="53365"/>
                  <a:pt x="43122" y="53660"/>
                </a:cubicBezTo>
                <a:lnTo>
                  <a:pt x="43095" y="53660"/>
                </a:lnTo>
                <a:cubicBezTo>
                  <a:pt x="43041" y="54225"/>
                  <a:pt x="42638" y="57774"/>
                  <a:pt x="42342" y="57774"/>
                </a:cubicBezTo>
                <a:cubicBezTo>
                  <a:pt x="42208" y="57774"/>
                  <a:pt x="42423" y="55381"/>
                  <a:pt x="42665" y="53472"/>
                </a:cubicBezTo>
                <a:cubicBezTo>
                  <a:pt x="42799" y="53015"/>
                  <a:pt x="42961" y="52585"/>
                  <a:pt x="43122" y="52155"/>
                </a:cubicBezTo>
                <a:close/>
                <a:moveTo>
                  <a:pt x="76485" y="56725"/>
                </a:moveTo>
                <a:cubicBezTo>
                  <a:pt x="76485" y="56860"/>
                  <a:pt x="76458" y="57021"/>
                  <a:pt x="76431" y="57182"/>
                </a:cubicBezTo>
                <a:cubicBezTo>
                  <a:pt x="76324" y="57424"/>
                  <a:pt x="76216" y="57666"/>
                  <a:pt x="76109" y="57908"/>
                </a:cubicBezTo>
                <a:lnTo>
                  <a:pt x="76082" y="57881"/>
                </a:lnTo>
                <a:cubicBezTo>
                  <a:pt x="76216" y="57505"/>
                  <a:pt x="76351" y="57102"/>
                  <a:pt x="76485" y="56725"/>
                </a:cubicBezTo>
                <a:close/>
                <a:moveTo>
                  <a:pt x="56725" y="52074"/>
                </a:moveTo>
                <a:lnTo>
                  <a:pt x="56940" y="52155"/>
                </a:lnTo>
                <a:cubicBezTo>
                  <a:pt x="57290" y="52316"/>
                  <a:pt x="57586" y="52854"/>
                  <a:pt x="57801" y="53311"/>
                </a:cubicBezTo>
                <a:cubicBezTo>
                  <a:pt x="58043" y="54091"/>
                  <a:pt x="58312" y="54870"/>
                  <a:pt x="58607" y="55623"/>
                </a:cubicBezTo>
                <a:cubicBezTo>
                  <a:pt x="58742" y="56403"/>
                  <a:pt x="58903" y="57182"/>
                  <a:pt x="59064" y="57935"/>
                </a:cubicBezTo>
                <a:lnTo>
                  <a:pt x="58123" y="56349"/>
                </a:lnTo>
                <a:lnTo>
                  <a:pt x="57263" y="54924"/>
                </a:lnTo>
                <a:cubicBezTo>
                  <a:pt x="57236" y="54870"/>
                  <a:pt x="57182" y="54763"/>
                  <a:pt x="57129" y="54628"/>
                </a:cubicBezTo>
                <a:cubicBezTo>
                  <a:pt x="56940" y="53983"/>
                  <a:pt x="56752" y="53338"/>
                  <a:pt x="56618" y="52693"/>
                </a:cubicBezTo>
                <a:cubicBezTo>
                  <a:pt x="56591" y="52585"/>
                  <a:pt x="56564" y="52477"/>
                  <a:pt x="56510" y="52370"/>
                </a:cubicBezTo>
                <a:lnTo>
                  <a:pt x="56725" y="52074"/>
                </a:lnTo>
                <a:close/>
                <a:moveTo>
                  <a:pt x="32503" y="56886"/>
                </a:moveTo>
                <a:lnTo>
                  <a:pt x="32261" y="57478"/>
                </a:lnTo>
                <a:cubicBezTo>
                  <a:pt x="32100" y="57666"/>
                  <a:pt x="31965" y="57854"/>
                  <a:pt x="31804" y="58042"/>
                </a:cubicBezTo>
                <a:cubicBezTo>
                  <a:pt x="31777" y="57962"/>
                  <a:pt x="31723" y="57881"/>
                  <a:pt x="31643" y="57854"/>
                </a:cubicBezTo>
                <a:cubicBezTo>
                  <a:pt x="31938" y="57532"/>
                  <a:pt x="32207" y="57182"/>
                  <a:pt x="32503" y="56886"/>
                </a:cubicBezTo>
                <a:close/>
                <a:moveTo>
                  <a:pt x="88285" y="51266"/>
                </a:moveTo>
                <a:cubicBezTo>
                  <a:pt x="88275" y="51592"/>
                  <a:pt x="88233" y="51901"/>
                  <a:pt x="88233" y="52209"/>
                </a:cubicBezTo>
                <a:cubicBezTo>
                  <a:pt x="88260" y="53526"/>
                  <a:pt x="88233" y="54816"/>
                  <a:pt x="88207" y="56107"/>
                </a:cubicBezTo>
                <a:lnTo>
                  <a:pt x="88180" y="56107"/>
                </a:lnTo>
                <a:cubicBezTo>
                  <a:pt x="88153" y="56752"/>
                  <a:pt x="88126" y="57397"/>
                  <a:pt x="88099" y="58069"/>
                </a:cubicBezTo>
                <a:lnTo>
                  <a:pt x="88099" y="58042"/>
                </a:lnTo>
                <a:cubicBezTo>
                  <a:pt x="88045" y="55766"/>
                  <a:pt x="88099" y="53516"/>
                  <a:pt x="88285" y="51266"/>
                </a:cubicBezTo>
                <a:close/>
                <a:moveTo>
                  <a:pt x="85868" y="57800"/>
                </a:moveTo>
                <a:lnTo>
                  <a:pt x="86056" y="57989"/>
                </a:lnTo>
                <a:lnTo>
                  <a:pt x="86056" y="58096"/>
                </a:lnTo>
                <a:lnTo>
                  <a:pt x="85868" y="57854"/>
                </a:lnTo>
                <a:cubicBezTo>
                  <a:pt x="85868" y="57827"/>
                  <a:pt x="85868" y="57827"/>
                  <a:pt x="85868" y="57800"/>
                </a:cubicBezTo>
                <a:close/>
                <a:moveTo>
                  <a:pt x="70624" y="46778"/>
                </a:moveTo>
                <a:cubicBezTo>
                  <a:pt x="70759" y="47020"/>
                  <a:pt x="70893" y="47262"/>
                  <a:pt x="71028" y="47504"/>
                </a:cubicBezTo>
                <a:cubicBezTo>
                  <a:pt x="71001" y="48042"/>
                  <a:pt x="71001" y="48579"/>
                  <a:pt x="70974" y="49117"/>
                </a:cubicBezTo>
                <a:lnTo>
                  <a:pt x="70651" y="48606"/>
                </a:lnTo>
                <a:cubicBezTo>
                  <a:pt x="70597" y="48552"/>
                  <a:pt x="70544" y="48526"/>
                  <a:pt x="70490" y="48526"/>
                </a:cubicBezTo>
                <a:lnTo>
                  <a:pt x="70651" y="48122"/>
                </a:lnTo>
                <a:cubicBezTo>
                  <a:pt x="70688" y="48012"/>
                  <a:pt x="70612" y="47927"/>
                  <a:pt x="70526" y="47927"/>
                </a:cubicBezTo>
                <a:cubicBezTo>
                  <a:pt x="70486" y="47927"/>
                  <a:pt x="70443" y="47945"/>
                  <a:pt x="70409" y="47988"/>
                </a:cubicBezTo>
                <a:cubicBezTo>
                  <a:pt x="68662" y="50515"/>
                  <a:pt x="67291" y="53311"/>
                  <a:pt x="66377" y="56241"/>
                </a:cubicBezTo>
                <a:cubicBezTo>
                  <a:pt x="66296" y="56349"/>
                  <a:pt x="66242" y="56456"/>
                  <a:pt x="66189" y="56591"/>
                </a:cubicBezTo>
                <a:cubicBezTo>
                  <a:pt x="66109" y="56697"/>
                  <a:pt x="65369" y="58097"/>
                  <a:pt x="65198" y="58097"/>
                </a:cubicBezTo>
                <a:cubicBezTo>
                  <a:pt x="65197" y="58097"/>
                  <a:pt x="65195" y="58096"/>
                  <a:pt x="65194" y="58096"/>
                </a:cubicBezTo>
                <a:cubicBezTo>
                  <a:pt x="65409" y="57559"/>
                  <a:pt x="65570" y="57021"/>
                  <a:pt x="65705" y="56483"/>
                </a:cubicBezTo>
                <a:cubicBezTo>
                  <a:pt x="65866" y="55999"/>
                  <a:pt x="66054" y="55488"/>
                  <a:pt x="66242" y="55005"/>
                </a:cubicBezTo>
                <a:cubicBezTo>
                  <a:pt x="66296" y="54951"/>
                  <a:pt x="66350" y="54870"/>
                  <a:pt x="66377" y="54789"/>
                </a:cubicBezTo>
                <a:cubicBezTo>
                  <a:pt x="66484" y="54467"/>
                  <a:pt x="66592" y="54117"/>
                  <a:pt x="66726" y="53768"/>
                </a:cubicBezTo>
                <a:cubicBezTo>
                  <a:pt x="66780" y="53607"/>
                  <a:pt x="66834" y="53418"/>
                  <a:pt x="66914" y="53284"/>
                </a:cubicBezTo>
                <a:cubicBezTo>
                  <a:pt x="67936" y="50999"/>
                  <a:pt x="69173" y="48821"/>
                  <a:pt x="70624" y="46778"/>
                </a:cubicBezTo>
                <a:close/>
                <a:moveTo>
                  <a:pt x="90435" y="55980"/>
                </a:moveTo>
                <a:cubicBezTo>
                  <a:pt x="90562" y="56677"/>
                  <a:pt x="90616" y="57386"/>
                  <a:pt x="90629" y="58103"/>
                </a:cubicBezTo>
                <a:lnTo>
                  <a:pt x="90629" y="58103"/>
                </a:lnTo>
                <a:cubicBezTo>
                  <a:pt x="90631" y="57369"/>
                  <a:pt x="90582" y="56650"/>
                  <a:pt x="90435" y="55980"/>
                </a:cubicBezTo>
                <a:close/>
                <a:moveTo>
                  <a:pt x="58446" y="54521"/>
                </a:moveTo>
                <a:lnTo>
                  <a:pt x="58446" y="54521"/>
                </a:lnTo>
                <a:cubicBezTo>
                  <a:pt x="58580" y="54736"/>
                  <a:pt x="58688" y="54978"/>
                  <a:pt x="58822" y="55220"/>
                </a:cubicBezTo>
                <a:cubicBezTo>
                  <a:pt x="59091" y="56107"/>
                  <a:pt x="59387" y="56967"/>
                  <a:pt x="59736" y="57800"/>
                </a:cubicBezTo>
                <a:cubicBezTo>
                  <a:pt x="59736" y="57908"/>
                  <a:pt x="59790" y="58016"/>
                  <a:pt x="59790" y="58123"/>
                </a:cubicBezTo>
                <a:cubicBezTo>
                  <a:pt x="59360" y="57236"/>
                  <a:pt x="58957" y="56322"/>
                  <a:pt x="58607" y="55408"/>
                </a:cubicBezTo>
                <a:lnTo>
                  <a:pt x="58634" y="55408"/>
                </a:lnTo>
                <a:cubicBezTo>
                  <a:pt x="58553" y="55112"/>
                  <a:pt x="58500" y="54816"/>
                  <a:pt x="58446" y="54521"/>
                </a:cubicBezTo>
                <a:close/>
                <a:moveTo>
                  <a:pt x="59744" y="57129"/>
                </a:moveTo>
                <a:cubicBezTo>
                  <a:pt x="59849" y="57496"/>
                  <a:pt x="59954" y="57863"/>
                  <a:pt x="60059" y="58231"/>
                </a:cubicBezTo>
                <a:cubicBezTo>
                  <a:pt x="59978" y="58042"/>
                  <a:pt x="59898" y="57854"/>
                  <a:pt x="59817" y="57666"/>
                </a:cubicBezTo>
                <a:cubicBezTo>
                  <a:pt x="59793" y="57448"/>
                  <a:pt x="59768" y="57295"/>
                  <a:pt x="59744" y="57129"/>
                </a:cubicBezTo>
                <a:close/>
                <a:moveTo>
                  <a:pt x="59494" y="55085"/>
                </a:moveTo>
                <a:lnTo>
                  <a:pt x="59898" y="56026"/>
                </a:lnTo>
                <a:cubicBezTo>
                  <a:pt x="60032" y="56483"/>
                  <a:pt x="60167" y="56967"/>
                  <a:pt x="60328" y="57424"/>
                </a:cubicBezTo>
                <a:cubicBezTo>
                  <a:pt x="60408" y="57666"/>
                  <a:pt x="60489" y="57962"/>
                  <a:pt x="60570" y="58231"/>
                </a:cubicBezTo>
                <a:lnTo>
                  <a:pt x="60113" y="57343"/>
                </a:lnTo>
                <a:cubicBezTo>
                  <a:pt x="59978" y="57075"/>
                  <a:pt x="59844" y="56806"/>
                  <a:pt x="59709" y="56537"/>
                </a:cubicBezTo>
                <a:cubicBezTo>
                  <a:pt x="59683" y="56429"/>
                  <a:pt x="59656" y="56349"/>
                  <a:pt x="59656" y="56295"/>
                </a:cubicBezTo>
                <a:lnTo>
                  <a:pt x="59656" y="56322"/>
                </a:lnTo>
                <a:cubicBezTo>
                  <a:pt x="59602" y="55919"/>
                  <a:pt x="59548" y="55488"/>
                  <a:pt x="59494" y="55085"/>
                </a:cubicBezTo>
                <a:close/>
                <a:moveTo>
                  <a:pt x="85330" y="58042"/>
                </a:moveTo>
                <a:lnTo>
                  <a:pt x="85572" y="58231"/>
                </a:lnTo>
                <a:cubicBezTo>
                  <a:pt x="85572" y="58258"/>
                  <a:pt x="85572" y="58284"/>
                  <a:pt x="85572" y="58284"/>
                </a:cubicBezTo>
                <a:lnTo>
                  <a:pt x="85330" y="58042"/>
                </a:lnTo>
                <a:close/>
                <a:moveTo>
                  <a:pt x="48333" y="47395"/>
                </a:moveTo>
                <a:cubicBezTo>
                  <a:pt x="48484" y="47395"/>
                  <a:pt x="48216" y="48642"/>
                  <a:pt x="48176" y="48956"/>
                </a:cubicBezTo>
                <a:cubicBezTo>
                  <a:pt x="48096" y="49682"/>
                  <a:pt x="48015" y="50407"/>
                  <a:pt x="47907" y="51160"/>
                </a:cubicBezTo>
                <a:cubicBezTo>
                  <a:pt x="47639" y="53418"/>
                  <a:pt x="47370" y="55704"/>
                  <a:pt x="47235" y="57989"/>
                </a:cubicBezTo>
                <a:lnTo>
                  <a:pt x="46966" y="58311"/>
                </a:lnTo>
                <a:cubicBezTo>
                  <a:pt x="47235" y="55354"/>
                  <a:pt x="47423" y="52397"/>
                  <a:pt x="47558" y="49440"/>
                </a:cubicBezTo>
                <a:cubicBezTo>
                  <a:pt x="47612" y="48929"/>
                  <a:pt x="47746" y="48472"/>
                  <a:pt x="47961" y="48015"/>
                </a:cubicBezTo>
                <a:cubicBezTo>
                  <a:pt x="48164" y="47565"/>
                  <a:pt x="48277" y="47395"/>
                  <a:pt x="48333" y="47395"/>
                </a:cubicBezTo>
                <a:close/>
                <a:moveTo>
                  <a:pt x="92427" y="54440"/>
                </a:moveTo>
                <a:lnTo>
                  <a:pt x="92535" y="54548"/>
                </a:lnTo>
                <a:cubicBezTo>
                  <a:pt x="93637" y="55865"/>
                  <a:pt x="94739" y="57182"/>
                  <a:pt x="95815" y="58499"/>
                </a:cubicBezTo>
                <a:cubicBezTo>
                  <a:pt x="95680" y="58392"/>
                  <a:pt x="95573" y="58258"/>
                  <a:pt x="95465" y="58177"/>
                </a:cubicBezTo>
                <a:cubicBezTo>
                  <a:pt x="94605" y="57263"/>
                  <a:pt x="93772" y="56295"/>
                  <a:pt x="93046" y="55273"/>
                </a:cubicBezTo>
                <a:lnTo>
                  <a:pt x="92427" y="54440"/>
                </a:lnTo>
                <a:close/>
                <a:moveTo>
                  <a:pt x="70920" y="55354"/>
                </a:moveTo>
                <a:lnTo>
                  <a:pt x="70920" y="55354"/>
                </a:lnTo>
                <a:cubicBezTo>
                  <a:pt x="70998" y="56421"/>
                  <a:pt x="70900" y="57487"/>
                  <a:pt x="70601" y="58505"/>
                </a:cubicBezTo>
                <a:lnTo>
                  <a:pt x="70601" y="58505"/>
                </a:lnTo>
                <a:cubicBezTo>
                  <a:pt x="70656" y="57455"/>
                  <a:pt x="70763" y="56404"/>
                  <a:pt x="70920" y="55354"/>
                </a:cubicBezTo>
                <a:close/>
                <a:moveTo>
                  <a:pt x="52397" y="53445"/>
                </a:moveTo>
                <a:cubicBezTo>
                  <a:pt x="52397" y="53526"/>
                  <a:pt x="52370" y="53633"/>
                  <a:pt x="52370" y="53741"/>
                </a:cubicBezTo>
                <a:cubicBezTo>
                  <a:pt x="50972" y="55112"/>
                  <a:pt x="49655" y="56537"/>
                  <a:pt x="48338" y="57989"/>
                </a:cubicBezTo>
                <a:lnTo>
                  <a:pt x="47773" y="58553"/>
                </a:lnTo>
                <a:cubicBezTo>
                  <a:pt x="47827" y="58365"/>
                  <a:pt x="47881" y="58177"/>
                  <a:pt x="47934" y="57989"/>
                </a:cubicBezTo>
                <a:cubicBezTo>
                  <a:pt x="49305" y="56376"/>
                  <a:pt x="50811" y="54843"/>
                  <a:pt x="52397" y="53445"/>
                </a:cubicBezTo>
                <a:close/>
                <a:moveTo>
                  <a:pt x="79120" y="56107"/>
                </a:moveTo>
                <a:lnTo>
                  <a:pt x="79120" y="56134"/>
                </a:lnTo>
                <a:cubicBezTo>
                  <a:pt x="79147" y="56537"/>
                  <a:pt x="79147" y="56940"/>
                  <a:pt x="79147" y="57343"/>
                </a:cubicBezTo>
                <a:cubicBezTo>
                  <a:pt x="78932" y="57747"/>
                  <a:pt x="78716" y="58150"/>
                  <a:pt x="78501" y="58580"/>
                </a:cubicBezTo>
                <a:cubicBezTo>
                  <a:pt x="78716" y="57747"/>
                  <a:pt x="78905" y="56940"/>
                  <a:pt x="79120" y="56107"/>
                </a:cubicBezTo>
                <a:close/>
                <a:moveTo>
                  <a:pt x="86325" y="57370"/>
                </a:moveTo>
                <a:cubicBezTo>
                  <a:pt x="86567" y="57585"/>
                  <a:pt x="86782" y="57800"/>
                  <a:pt x="86997" y="58042"/>
                </a:cubicBezTo>
                <a:cubicBezTo>
                  <a:pt x="86997" y="58247"/>
                  <a:pt x="86997" y="58428"/>
                  <a:pt x="86997" y="58607"/>
                </a:cubicBezTo>
                <a:cubicBezTo>
                  <a:pt x="86782" y="58365"/>
                  <a:pt x="86567" y="58096"/>
                  <a:pt x="86325" y="57881"/>
                </a:cubicBezTo>
                <a:lnTo>
                  <a:pt x="86325" y="57370"/>
                </a:lnTo>
                <a:close/>
                <a:moveTo>
                  <a:pt x="81701" y="54091"/>
                </a:moveTo>
                <a:cubicBezTo>
                  <a:pt x="82588" y="55354"/>
                  <a:pt x="83502" y="56618"/>
                  <a:pt x="84389" y="57881"/>
                </a:cubicBezTo>
                <a:cubicBezTo>
                  <a:pt x="84335" y="58150"/>
                  <a:pt x="84255" y="58392"/>
                  <a:pt x="84201" y="58661"/>
                </a:cubicBezTo>
                <a:cubicBezTo>
                  <a:pt x="83986" y="58419"/>
                  <a:pt x="83798" y="58150"/>
                  <a:pt x="83582" y="57908"/>
                </a:cubicBezTo>
                <a:cubicBezTo>
                  <a:pt x="83099" y="57343"/>
                  <a:pt x="82480" y="56322"/>
                  <a:pt x="81862" y="55865"/>
                </a:cubicBezTo>
                <a:cubicBezTo>
                  <a:pt x="81808" y="55273"/>
                  <a:pt x="81754" y="54682"/>
                  <a:pt x="81674" y="54091"/>
                </a:cubicBezTo>
                <a:close/>
                <a:moveTo>
                  <a:pt x="84873" y="57962"/>
                </a:moveTo>
                <a:cubicBezTo>
                  <a:pt x="85034" y="58150"/>
                  <a:pt x="85222" y="58392"/>
                  <a:pt x="85437" y="58634"/>
                </a:cubicBezTo>
                <a:lnTo>
                  <a:pt x="85411" y="58715"/>
                </a:lnTo>
                <a:cubicBezTo>
                  <a:pt x="85222" y="58473"/>
                  <a:pt x="85061" y="58231"/>
                  <a:pt x="84873" y="57989"/>
                </a:cubicBezTo>
                <a:lnTo>
                  <a:pt x="84873" y="57962"/>
                </a:lnTo>
                <a:close/>
                <a:moveTo>
                  <a:pt x="60704" y="57021"/>
                </a:moveTo>
                <a:cubicBezTo>
                  <a:pt x="60892" y="57585"/>
                  <a:pt x="61081" y="58177"/>
                  <a:pt x="61296" y="58741"/>
                </a:cubicBezTo>
                <a:lnTo>
                  <a:pt x="61296" y="58795"/>
                </a:lnTo>
                <a:lnTo>
                  <a:pt x="60839" y="57639"/>
                </a:lnTo>
                <a:cubicBezTo>
                  <a:pt x="60785" y="57451"/>
                  <a:pt x="60758" y="57236"/>
                  <a:pt x="60704" y="57021"/>
                </a:cubicBezTo>
                <a:close/>
                <a:moveTo>
                  <a:pt x="110332" y="57182"/>
                </a:moveTo>
                <a:lnTo>
                  <a:pt x="110332" y="57182"/>
                </a:lnTo>
                <a:cubicBezTo>
                  <a:pt x="110735" y="57559"/>
                  <a:pt x="111112" y="57962"/>
                  <a:pt x="111515" y="58338"/>
                </a:cubicBezTo>
                <a:lnTo>
                  <a:pt x="111811" y="58795"/>
                </a:lnTo>
                <a:cubicBezTo>
                  <a:pt x="111300" y="58284"/>
                  <a:pt x="110816" y="57747"/>
                  <a:pt x="110332" y="57182"/>
                </a:cubicBezTo>
                <a:close/>
                <a:moveTo>
                  <a:pt x="47504" y="58473"/>
                </a:moveTo>
                <a:lnTo>
                  <a:pt x="47477" y="58822"/>
                </a:lnTo>
                <a:lnTo>
                  <a:pt x="47450" y="58849"/>
                </a:lnTo>
                <a:cubicBezTo>
                  <a:pt x="47423" y="58741"/>
                  <a:pt x="47450" y="58607"/>
                  <a:pt x="47450" y="58526"/>
                </a:cubicBezTo>
                <a:lnTo>
                  <a:pt x="47477" y="58499"/>
                </a:lnTo>
                <a:lnTo>
                  <a:pt x="47504" y="58473"/>
                </a:lnTo>
                <a:close/>
                <a:moveTo>
                  <a:pt x="85733" y="58365"/>
                </a:moveTo>
                <a:lnTo>
                  <a:pt x="85948" y="58526"/>
                </a:lnTo>
                <a:lnTo>
                  <a:pt x="86083" y="58661"/>
                </a:lnTo>
                <a:lnTo>
                  <a:pt x="86083" y="58849"/>
                </a:lnTo>
                <a:cubicBezTo>
                  <a:pt x="86002" y="58795"/>
                  <a:pt x="85975" y="58741"/>
                  <a:pt x="85948" y="58715"/>
                </a:cubicBezTo>
                <a:cubicBezTo>
                  <a:pt x="85868" y="58634"/>
                  <a:pt x="85787" y="58553"/>
                  <a:pt x="85706" y="58473"/>
                </a:cubicBezTo>
                <a:cubicBezTo>
                  <a:pt x="85733" y="58446"/>
                  <a:pt x="85733" y="58392"/>
                  <a:pt x="85733" y="58365"/>
                </a:cubicBezTo>
                <a:close/>
                <a:moveTo>
                  <a:pt x="87696" y="50300"/>
                </a:moveTo>
                <a:cubicBezTo>
                  <a:pt x="87830" y="50515"/>
                  <a:pt x="87991" y="50703"/>
                  <a:pt x="88153" y="50918"/>
                </a:cubicBezTo>
                <a:cubicBezTo>
                  <a:pt x="87938" y="53553"/>
                  <a:pt x="87857" y="56214"/>
                  <a:pt x="87938" y="58849"/>
                </a:cubicBezTo>
                <a:cubicBezTo>
                  <a:pt x="87776" y="58526"/>
                  <a:pt x="87561" y="58231"/>
                  <a:pt x="87319" y="57962"/>
                </a:cubicBezTo>
                <a:cubicBezTo>
                  <a:pt x="87319" y="57935"/>
                  <a:pt x="87319" y="57935"/>
                  <a:pt x="87319" y="57908"/>
                </a:cubicBezTo>
                <a:cubicBezTo>
                  <a:pt x="87334" y="57913"/>
                  <a:pt x="87348" y="57915"/>
                  <a:pt x="87362" y="57915"/>
                </a:cubicBezTo>
                <a:cubicBezTo>
                  <a:pt x="87426" y="57915"/>
                  <a:pt x="87481" y="57867"/>
                  <a:pt x="87481" y="57800"/>
                </a:cubicBezTo>
                <a:cubicBezTo>
                  <a:pt x="87454" y="57505"/>
                  <a:pt x="87400" y="57236"/>
                  <a:pt x="87346" y="56940"/>
                </a:cubicBezTo>
                <a:lnTo>
                  <a:pt x="87373" y="56510"/>
                </a:lnTo>
                <a:cubicBezTo>
                  <a:pt x="87393" y="56520"/>
                  <a:pt x="87413" y="56524"/>
                  <a:pt x="87432" y="56524"/>
                </a:cubicBezTo>
                <a:cubicBezTo>
                  <a:pt x="87516" y="56524"/>
                  <a:pt x="87588" y="56437"/>
                  <a:pt x="87588" y="56349"/>
                </a:cubicBezTo>
                <a:cubicBezTo>
                  <a:pt x="87534" y="56080"/>
                  <a:pt x="87481" y="55811"/>
                  <a:pt x="87400" y="55569"/>
                </a:cubicBezTo>
                <a:lnTo>
                  <a:pt x="87696" y="50300"/>
                </a:lnTo>
                <a:close/>
                <a:moveTo>
                  <a:pt x="92965" y="58741"/>
                </a:moveTo>
                <a:lnTo>
                  <a:pt x="93046" y="58903"/>
                </a:lnTo>
                <a:cubicBezTo>
                  <a:pt x="93019" y="58876"/>
                  <a:pt x="92992" y="58876"/>
                  <a:pt x="92965" y="58876"/>
                </a:cubicBezTo>
                <a:cubicBezTo>
                  <a:pt x="92965" y="58822"/>
                  <a:pt x="92965" y="58795"/>
                  <a:pt x="92965" y="58741"/>
                </a:cubicBezTo>
                <a:close/>
                <a:moveTo>
                  <a:pt x="70302" y="49009"/>
                </a:moveTo>
                <a:lnTo>
                  <a:pt x="70705" y="49682"/>
                </a:lnTo>
                <a:cubicBezTo>
                  <a:pt x="70167" y="50703"/>
                  <a:pt x="69657" y="51752"/>
                  <a:pt x="69173" y="52773"/>
                </a:cubicBezTo>
                <a:cubicBezTo>
                  <a:pt x="68178" y="54359"/>
                  <a:pt x="67291" y="55999"/>
                  <a:pt x="66511" y="57693"/>
                </a:cubicBezTo>
                <a:cubicBezTo>
                  <a:pt x="66323" y="58096"/>
                  <a:pt x="66135" y="58526"/>
                  <a:pt x="65973" y="58930"/>
                </a:cubicBezTo>
                <a:cubicBezTo>
                  <a:pt x="66000" y="58768"/>
                  <a:pt x="66027" y="58607"/>
                  <a:pt x="66081" y="58419"/>
                </a:cubicBezTo>
                <a:cubicBezTo>
                  <a:pt x="66242" y="57693"/>
                  <a:pt x="66430" y="56967"/>
                  <a:pt x="66646" y="56268"/>
                </a:cubicBezTo>
                <a:cubicBezTo>
                  <a:pt x="68044" y="53956"/>
                  <a:pt x="69280" y="51510"/>
                  <a:pt x="70302" y="49009"/>
                </a:cubicBezTo>
                <a:close/>
                <a:moveTo>
                  <a:pt x="52289" y="54386"/>
                </a:moveTo>
                <a:lnTo>
                  <a:pt x="52289" y="54440"/>
                </a:lnTo>
                <a:cubicBezTo>
                  <a:pt x="51107" y="55650"/>
                  <a:pt x="49924" y="56833"/>
                  <a:pt x="48741" y="58042"/>
                </a:cubicBezTo>
                <a:lnTo>
                  <a:pt x="47827" y="58957"/>
                </a:lnTo>
                <a:cubicBezTo>
                  <a:pt x="48364" y="58311"/>
                  <a:pt x="48929" y="57693"/>
                  <a:pt x="49467" y="57075"/>
                </a:cubicBezTo>
                <a:lnTo>
                  <a:pt x="52289" y="54386"/>
                </a:lnTo>
                <a:close/>
                <a:moveTo>
                  <a:pt x="86325" y="58231"/>
                </a:moveTo>
                <a:cubicBezTo>
                  <a:pt x="86486" y="58392"/>
                  <a:pt x="86782" y="58688"/>
                  <a:pt x="86997" y="58930"/>
                </a:cubicBezTo>
                <a:lnTo>
                  <a:pt x="86997" y="58957"/>
                </a:lnTo>
                <a:lnTo>
                  <a:pt x="86782" y="58795"/>
                </a:lnTo>
                <a:cubicBezTo>
                  <a:pt x="86701" y="58768"/>
                  <a:pt x="86647" y="58715"/>
                  <a:pt x="86593" y="58661"/>
                </a:cubicBezTo>
                <a:cubicBezTo>
                  <a:pt x="86486" y="58553"/>
                  <a:pt x="86405" y="58446"/>
                  <a:pt x="86298" y="58338"/>
                </a:cubicBezTo>
                <a:lnTo>
                  <a:pt x="86325" y="58338"/>
                </a:lnTo>
                <a:lnTo>
                  <a:pt x="86325" y="58231"/>
                </a:lnTo>
                <a:close/>
                <a:moveTo>
                  <a:pt x="34385" y="55757"/>
                </a:moveTo>
                <a:lnTo>
                  <a:pt x="34385" y="55757"/>
                </a:lnTo>
                <a:cubicBezTo>
                  <a:pt x="33955" y="56860"/>
                  <a:pt x="33551" y="57962"/>
                  <a:pt x="33175" y="59064"/>
                </a:cubicBezTo>
                <a:cubicBezTo>
                  <a:pt x="33229" y="58607"/>
                  <a:pt x="33283" y="58177"/>
                  <a:pt x="33336" y="57720"/>
                </a:cubicBezTo>
                <a:cubicBezTo>
                  <a:pt x="33498" y="57478"/>
                  <a:pt x="33686" y="57236"/>
                  <a:pt x="33820" y="56967"/>
                </a:cubicBezTo>
                <a:cubicBezTo>
                  <a:pt x="33921" y="56816"/>
                  <a:pt x="33810" y="56642"/>
                  <a:pt x="33641" y="56642"/>
                </a:cubicBezTo>
                <a:cubicBezTo>
                  <a:pt x="33629" y="56642"/>
                  <a:pt x="33617" y="56643"/>
                  <a:pt x="33605" y="56644"/>
                </a:cubicBezTo>
                <a:cubicBezTo>
                  <a:pt x="33847" y="56349"/>
                  <a:pt x="34116" y="56053"/>
                  <a:pt x="34385" y="55757"/>
                </a:cubicBezTo>
                <a:close/>
                <a:moveTo>
                  <a:pt x="58742" y="55972"/>
                </a:moveTo>
                <a:lnTo>
                  <a:pt x="58742" y="55972"/>
                </a:lnTo>
                <a:cubicBezTo>
                  <a:pt x="59064" y="56860"/>
                  <a:pt x="59441" y="57720"/>
                  <a:pt x="59844" y="58580"/>
                </a:cubicBezTo>
                <a:cubicBezTo>
                  <a:pt x="59871" y="58822"/>
                  <a:pt x="59898" y="59091"/>
                  <a:pt x="59925" y="59333"/>
                </a:cubicBezTo>
                <a:lnTo>
                  <a:pt x="59844" y="59198"/>
                </a:lnTo>
                <a:lnTo>
                  <a:pt x="59199" y="58123"/>
                </a:lnTo>
                <a:cubicBezTo>
                  <a:pt x="59037" y="57397"/>
                  <a:pt x="58876" y="56698"/>
                  <a:pt x="58742" y="55972"/>
                </a:cubicBezTo>
                <a:close/>
                <a:moveTo>
                  <a:pt x="47262" y="58231"/>
                </a:moveTo>
                <a:lnTo>
                  <a:pt x="47262" y="58365"/>
                </a:lnTo>
                <a:cubicBezTo>
                  <a:pt x="47182" y="58499"/>
                  <a:pt x="47101" y="58661"/>
                  <a:pt x="47020" y="58795"/>
                </a:cubicBezTo>
                <a:cubicBezTo>
                  <a:pt x="46981" y="58874"/>
                  <a:pt x="47042" y="58924"/>
                  <a:pt x="47099" y="58924"/>
                </a:cubicBezTo>
                <a:cubicBezTo>
                  <a:pt x="47120" y="58924"/>
                  <a:pt x="47140" y="58917"/>
                  <a:pt x="47155" y="58903"/>
                </a:cubicBezTo>
                <a:lnTo>
                  <a:pt x="47235" y="58795"/>
                </a:lnTo>
                <a:lnTo>
                  <a:pt x="47235" y="59064"/>
                </a:lnTo>
                <a:lnTo>
                  <a:pt x="46940" y="59360"/>
                </a:lnTo>
                <a:cubicBezTo>
                  <a:pt x="46913" y="59091"/>
                  <a:pt x="46940" y="58849"/>
                  <a:pt x="46966" y="58580"/>
                </a:cubicBezTo>
                <a:lnTo>
                  <a:pt x="47262" y="58231"/>
                </a:lnTo>
                <a:close/>
                <a:moveTo>
                  <a:pt x="87266" y="58392"/>
                </a:moveTo>
                <a:cubicBezTo>
                  <a:pt x="87319" y="58473"/>
                  <a:pt x="87373" y="58553"/>
                  <a:pt x="87427" y="58634"/>
                </a:cubicBezTo>
                <a:cubicBezTo>
                  <a:pt x="87769" y="59204"/>
                  <a:pt x="87802" y="59384"/>
                  <a:pt x="87688" y="59384"/>
                </a:cubicBezTo>
                <a:cubicBezTo>
                  <a:pt x="87640" y="59384"/>
                  <a:pt x="87567" y="59353"/>
                  <a:pt x="87481" y="59306"/>
                </a:cubicBezTo>
                <a:cubicBezTo>
                  <a:pt x="87373" y="59172"/>
                  <a:pt x="87319" y="59064"/>
                  <a:pt x="87239" y="58957"/>
                </a:cubicBezTo>
                <a:cubicBezTo>
                  <a:pt x="87239" y="58768"/>
                  <a:pt x="87266" y="58580"/>
                  <a:pt x="87266" y="58392"/>
                </a:cubicBezTo>
                <a:close/>
                <a:moveTo>
                  <a:pt x="55059" y="56886"/>
                </a:moveTo>
                <a:lnTo>
                  <a:pt x="55865" y="58365"/>
                </a:lnTo>
                <a:cubicBezTo>
                  <a:pt x="55946" y="58715"/>
                  <a:pt x="56026" y="59037"/>
                  <a:pt x="56134" y="59387"/>
                </a:cubicBezTo>
                <a:cubicBezTo>
                  <a:pt x="55919" y="58849"/>
                  <a:pt x="55650" y="58365"/>
                  <a:pt x="55327" y="57908"/>
                </a:cubicBezTo>
                <a:cubicBezTo>
                  <a:pt x="55220" y="57585"/>
                  <a:pt x="55139" y="57236"/>
                  <a:pt x="55059" y="56886"/>
                </a:cubicBezTo>
                <a:close/>
                <a:moveTo>
                  <a:pt x="59898" y="58069"/>
                </a:moveTo>
                <a:lnTo>
                  <a:pt x="59898" y="58069"/>
                </a:lnTo>
                <a:cubicBezTo>
                  <a:pt x="60032" y="58419"/>
                  <a:pt x="60193" y="58768"/>
                  <a:pt x="60355" y="59118"/>
                </a:cubicBezTo>
                <a:cubicBezTo>
                  <a:pt x="60408" y="59225"/>
                  <a:pt x="60435" y="59333"/>
                  <a:pt x="60462" y="59440"/>
                </a:cubicBezTo>
                <a:cubicBezTo>
                  <a:pt x="60274" y="59091"/>
                  <a:pt x="60086" y="58715"/>
                  <a:pt x="59925" y="58365"/>
                </a:cubicBezTo>
                <a:lnTo>
                  <a:pt x="59898" y="58069"/>
                </a:lnTo>
                <a:close/>
                <a:moveTo>
                  <a:pt x="86325" y="58930"/>
                </a:moveTo>
                <a:cubicBezTo>
                  <a:pt x="86513" y="59118"/>
                  <a:pt x="86701" y="59333"/>
                  <a:pt x="86889" y="59521"/>
                </a:cubicBezTo>
                <a:cubicBezTo>
                  <a:pt x="86674" y="59440"/>
                  <a:pt x="86459" y="59306"/>
                  <a:pt x="86325" y="59118"/>
                </a:cubicBezTo>
                <a:lnTo>
                  <a:pt x="86325" y="58930"/>
                </a:lnTo>
                <a:close/>
                <a:moveTo>
                  <a:pt x="81163" y="56187"/>
                </a:moveTo>
                <a:cubicBezTo>
                  <a:pt x="81190" y="56403"/>
                  <a:pt x="81217" y="56591"/>
                  <a:pt x="81217" y="56806"/>
                </a:cubicBezTo>
                <a:cubicBezTo>
                  <a:pt x="80840" y="57720"/>
                  <a:pt x="80437" y="58634"/>
                  <a:pt x="80061" y="59548"/>
                </a:cubicBezTo>
                <a:lnTo>
                  <a:pt x="80061" y="58768"/>
                </a:lnTo>
                <a:cubicBezTo>
                  <a:pt x="80168" y="58446"/>
                  <a:pt x="80276" y="58123"/>
                  <a:pt x="80410" y="57800"/>
                </a:cubicBezTo>
                <a:lnTo>
                  <a:pt x="80437" y="57800"/>
                </a:lnTo>
                <a:cubicBezTo>
                  <a:pt x="80491" y="57639"/>
                  <a:pt x="80813" y="56967"/>
                  <a:pt x="81028" y="56403"/>
                </a:cubicBezTo>
                <a:cubicBezTo>
                  <a:pt x="81082" y="56322"/>
                  <a:pt x="81109" y="56268"/>
                  <a:pt x="81163" y="56187"/>
                </a:cubicBezTo>
                <a:close/>
                <a:moveTo>
                  <a:pt x="93960" y="55838"/>
                </a:moveTo>
                <a:lnTo>
                  <a:pt x="94470" y="56268"/>
                </a:lnTo>
                <a:cubicBezTo>
                  <a:pt x="95169" y="57075"/>
                  <a:pt x="95842" y="57881"/>
                  <a:pt x="96487" y="58715"/>
                </a:cubicBezTo>
                <a:lnTo>
                  <a:pt x="96487" y="58741"/>
                </a:lnTo>
                <a:cubicBezTo>
                  <a:pt x="96624" y="58902"/>
                  <a:pt x="97387" y="59589"/>
                  <a:pt x="97243" y="59589"/>
                </a:cubicBezTo>
                <a:cubicBezTo>
                  <a:pt x="97218" y="59589"/>
                  <a:pt x="97166" y="59569"/>
                  <a:pt x="97078" y="59521"/>
                </a:cubicBezTo>
                <a:cubicBezTo>
                  <a:pt x="96998" y="59494"/>
                  <a:pt x="96971" y="59467"/>
                  <a:pt x="96890" y="59414"/>
                </a:cubicBezTo>
                <a:cubicBezTo>
                  <a:pt x="95922" y="58204"/>
                  <a:pt x="94954" y="57021"/>
                  <a:pt x="93960" y="55838"/>
                </a:cubicBezTo>
                <a:close/>
                <a:moveTo>
                  <a:pt x="85626" y="58849"/>
                </a:moveTo>
                <a:cubicBezTo>
                  <a:pt x="85760" y="59010"/>
                  <a:pt x="85921" y="59172"/>
                  <a:pt x="86083" y="59333"/>
                </a:cubicBezTo>
                <a:lnTo>
                  <a:pt x="86083" y="59602"/>
                </a:lnTo>
                <a:lnTo>
                  <a:pt x="85599" y="58930"/>
                </a:lnTo>
                <a:cubicBezTo>
                  <a:pt x="85599" y="58903"/>
                  <a:pt x="85626" y="58876"/>
                  <a:pt x="85626" y="58849"/>
                </a:cubicBezTo>
                <a:close/>
                <a:moveTo>
                  <a:pt x="47208" y="59225"/>
                </a:moveTo>
                <a:lnTo>
                  <a:pt x="47208" y="59252"/>
                </a:lnTo>
                <a:lnTo>
                  <a:pt x="46886" y="59655"/>
                </a:lnTo>
                <a:lnTo>
                  <a:pt x="46886" y="59548"/>
                </a:lnTo>
                <a:lnTo>
                  <a:pt x="47208" y="59225"/>
                </a:lnTo>
                <a:close/>
                <a:moveTo>
                  <a:pt x="92615" y="58069"/>
                </a:moveTo>
                <a:lnTo>
                  <a:pt x="92777" y="58392"/>
                </a:lnTo>
                <a:lnTo>
                  <a:pt x="92777" y="58688"/>
                </a:lnTo>
                <a:cubicBezTo>
                  <a:pt x="92750" y="58688"/>
                  <a:pt x="92723" y="58715"/>
                  <a:pt x="92723" y="58741"/>
                </a:cubicBezTo>
                <a:lnTo>
                  <a:pt x="92696" y="58849"/>
                </a:lnTo>
                <a:lnTo>
                  <a:pt x="92642" y="58849"/>
                </a:lnTo>
                <a:cubicBezTo>
                  <a:pt x="92636" y="58846"/>
                  <a:pt x="92631" y="58845"/>
                  <a:pt x="92626" y="58845"/>
                </a:cubicBezTo>
                <a:cubicBezTo>
                  <a:pt x="92584" y="58845"/>
                  <a:pt x="92571" y="58930"/>
                  <a:pt x="92642" y="58930"/>
                </a:cubicBezTo>
                <a:lnTo>
                  <a:pt x="92669" y="58930"/>
                </a:lnTo>
                <a:cubicBezTo>
                  <a:pt x="92615" y="59225"/>
                  <a:pt x="92562" y="59494"/>
                  <a:pt x="92481" y="59763"/>
                </a:cubicBezTo>
                <a:lnTo>
                  <a:pt x="92481" y="59602"/>
                </a:lnTo>
                <a:cubicBezTo>
                  <a:pt x="92535" y="59145"/>
                  <a:pt x="92589" y="58499"/>
                  <a:pt x="92615" y="58069"/>
                </a:cubicBezTo>
                <a:close/>
                <a:moveTo>
                  <a:pt x="94255" y="59736"/>
                </a:moveTo>
                <a:lnTo>
                  <a:pt x="94282" y="59763"/>
                </a:lnTo>
                <a:lnTo>
                  <a:pt x="94282" y="59790"/>
                </a:lnTo>
                <a:lnTo>
                  <a:pt x="94255" y="59736"/>
                </a:lnTo>
                <a:close/>
                <a:moveTo>
                  <a:pt x="84443" y="57962"/>
                </a:moveTo>
                <a:lnTo>
                  <a:pt x="84658" y="58231"/>
                </a:lnTo>
                <a:cubicBezTo>
                  <a:pt x="84604" y="58446"/>
                  <a:pt x="84577" y="58634"/>
                  <a:pt x="84550" y="58849"/>
                </a:cubicBezTo>
                <a:cubicBezTo>
                  <a:pt x="84550" y="58903"/>
                  <a:pt x="84591" y="58930"/>
                  <a:pt x="84634" y="58930"/>
                </a:cubicBezTo>
                <a:cubicBezTo>
                  <a:pt x="84678" y="58930"/>
                  <a:pt x="84725" y="58903"/>
                  <a:pt x="84738" y="58849"/>
                </a:cubicBezTo>
                <a:cubicBezTo>
                  <a:pt x="84738" y="58741"/>
                  <a:pt x="84765" y="58580"/>
                  <a:pt x="84792" y="58446"/>
                </a:cubicBezTo>
                <a:cubicBezTo>
                  <a:pt x="84927" y="58607"/>
                  <a:pt x="85034" y="58741"/>
                  <a:pt x="85142" y="58903"/>
                </a:cubicBezTo>
                <a:cubicBezTo>
                  <a:pt x="85142" y="58930"/>
                  <a:pt x="85142" y="58930"/>
                  <a:pt x="85169" y="58930"/>
                </a:cubicBezTo>
                <a:cubicBezTo>
                  <a:pt x="85196" y="58983"/>
                  <a:pt x="85196" y="59010"/>
                  <a:pt x="85222" y="59037"/>
                </a:cubicBezTo>
                <a:lnTo>
                  <a:pt x="85303" y="59145"/>
                </a:lnTo>
                <a:cubicBezTo>
                  <a:pt x="85249" y="59360"/>
                  <a:pt x="85196" y="59575"/>
                  <a:pt x="85142" y="59817"/>
                </a:cubicBezTo>
                <a:cubicBezTo>
                  <a:pt x="84873" y="59440"/>
                  <a:pt x="84550" y="59091"/>
                  <a:pt x="84255" y="58741"/>
                </a:cubicBezTo>
                <a:cubicBezTo>
                  <a:pt x="84308" y="58473"/>
                  <a:pt x="84389" y="58231"/>
                  <a:pt x="84443" y="57962"/>
                </a:cubicBezTo>
                <a:close/>
                <a:moveTo>
                  <a:pt x="105735" y="52262"/>
                </a:moveTo>
                <a:lnTo>
                  <a:pt x="105735" y="52262"/>
                </a:lnTo>
                <a:cubicBezTo>
                  <a:pt x="106031" y="52531"/>
                  <a:pt x="106326" y="52800"/>
                  <a:pt x="106622" y="53069"/>
                </a:cubicBezTo>
                <a:lnTo>
                  <a:pt x="106756" y="53257"/>
                </a:lnTo>
                <a:cubicBezTo>
                  <a:pt x="106756" y="53284"/>
                  <a:pt x="106756" y="53338"/>
                  <a:pt x="106756" y="53365"/>
                </a:cubicBezTo>
                <a:cubicBezTo>
                  <a:pt x="107724" y="55273"/>
                  <a:pt x="108827" y="57102"/>
                  <a:pt x="110117" y="58822"/>
                </a:cubicBezTo>
                <a:cubicBezTo>
                  <a:pt x="110332" y="59172"/>
                  <a:pt x="110547" y="59548"/>
                  <a:pt x="110789" y="59897"/>
                </a:cubicBezTo>
                <a:cubicBezTo>
                  <a:pt x="110359" y="59333"/>
                  <a:pt x="109929" y="58768"/>
                  <a:pt x="109499" y="58204"/>
                </a:cubicBezTo>
                <a:lnTo>
                  <a:pt x="109472" y="58231"/>
                </a:lnTo>
                <a:cubicBezTo>
                  <a:pt x="109149" y="57800"/>
                  <a:pt x="108827" y="57370"/>
                  <a:pt x="108531" y="56940"/>
                </a:cubicBezTo>
                <a:cubicBezTo>
                  <a:pt x="108423" y="56725"/>
                  <a:pt x="108289" y="56510"/>
                  <a:pt x="108181" y="56268"/>
                </a:cubicBezTo>
                <a:cubicBezTo>
                  <a:pt x="108162" y="56210"/>
                  <a:pt x="108101" y="56166"/>
                  <a:pt x="108038" y="56166"/>
                </a:cubicBezTo>
                <a:cubicBezTo>
                  <a:pt x="108013" y="56166"/>
                  <a:pt x="107989" y="56172"/>
                  <a:pt x="107966" y="56187"/>
                </a:cubicBezTo>
                <a:cubicBezTo>
                  <a:pt x="107859" y="56026"/>
                  <a:pt x="107778" y="55892"/>
                  <a:pt x="107671" y="55730"/>
                </a:cubicBezTo>
                <a:cubicBezTo>
                  <a:pt x="107079" y="54548"/>
                  <a:pt x="106434" y="53392"/>
                  <a:pt x="105735" y="52262"/>
                </a:cubicBezTo>
                <a:close/>
                <a:moveTo>
                  <a:pt x="56134" y="57343"/>
                </a:moveTo>
                <a:lnTo>
                  <a:pt x="56134" y="57343"/>
                </a:lnTo>
                <a:cubicBezTo>
                  <a:pt x="56468" y="58243"/>
                  <a:pt x="56826" y="59142"/>
                  <a:pt x="57186" y="60041"/>
                </a:cubicBezTo>
                <a:lnTo>
                  <a:pt x="57186" y="60041"/>
                </a:lnTo>
                <a:cubicBezTo>
                  <a:pt x="57010" y="59701"/>
                  <a:pt x="56816" y="59380"/>
                  <a:pt x="56645" y="59037"/>
                </a:cubicBezTo>
                <a:cubicBezTo>
                  <a:pt x="56457" y="58473"/>
                  <a:pt x="56295" y="57908"/>
                  <a:pt x="56134" y="57343"/>
                </a:cubicBezTo>
                <a:close/>
                <a:moveTo>
                  <a:pt x="37208" y="52719"/>
                </a:moveTo>
                <a:lnTo>
                  <a:pt x="37208" y="52719"/>
                </a:lnTo>
                <a:cubicBezTo>
                  <a:pt x="37100" y="55193"/>
                  <a:pt x="36912" y="57639"/>
                  <a:pt x="36643" y="60113"/>
                </a:cubicBezTo>
                <a:cubicBezTo>
                  <a:pt x="36643" y="57854"/>
                  <a:pt x="36643" y="55596"/>
                  <a:pt x="36643" y="53338"/>
                </a:cubicBezTo>
                <a:cubicBezTo>
                  <a:pt x="36751" y="53257"/>
                  <a:pt x="36831" y="53150"/>
                  <a:pt x="36939" y="53042"/>
                </a:cubicBezTo>
                <a:cubicBezTo>
                  <a:pt x="36992" y="52988"/>
                  <a:pt x="36992" y="52934"/>
                  <a:pt x="36992" y="52881"/>
                </a:cubicBezTo>
                <a:lnTo>
                  <a:pt x="37208" y="52719"/>
                </a:lnTo>
                <a:close/>
                <a:moveTo>
                  <a:pt x="105117" y="57505"/>
                </a:moveTo>
                <a:lnTo>
                  <a:pt x="105117" y="57505"/>
                </a:lnTo>
                <a:cubicBezTo>
                  <a:pt x="105305" y="57935"/>
                  <a:pt x="105466" y="58338"/>
                  <a:pt x="105654" y="58741"/>
                </a:cubicBezTo>
                <a:cubicBezTo>
                  <a:pt x="105681" y="59198"/>
                  <a:pt x="105708" y="59682"/>
                  <a:pt x="105762" y="60166"/>
                </a:cubicBezTo>
                <a:lnTo>
                  <a:pt x="105681" y="60005"/>
                </a:lnTo>
                <a:cubicBezTo>
                  <a:pt x="105789" y="59763"/>
                  <a:pt x="105520" y="59118"/>
                  <a:pt x="105224" y="58499"/>
                </a:cubicBezTo>
                <a:cubicBezTo>
                  <a:pt x="105197" y="58150"/>
                  <a:pt x="105143" y="57827"/>
                  <a:pt x="105117" y="57505"/>
                </a:cubicBezTo>
                <a:close/>
                <a:moveTo>
                  <a:pt x="80141" y="59951"/>
                </a:moveTo>
                <a:lnTo>
                  <a:pt x="80141" y="59951"/>
                </a:lnTo>
                <a:cubicBezTo>
                  <a:pt x="80114" y="60032"/>
                  <a:pt x="80088" y="60139"/>
                  <a:pt x="80061" y="60220"/>
                </a:cubicBezTo>
                <a:cubicBezTo>
                  <a:pt x="80061" y="60193"/>
                  <a:pt x="80061" y="60193"/>
                  <a:pt x="80061" y="60166"/>
                </a:cubicBezTo>
                <a:lnTo>
                  <a:pt x="80141" y="59951"/>
                </a:lnTo>
                <a:close/>
                <a:moveTo>
                  <a:pt x="52209" y="55085"/>
                </a:moveTo>
                <a:lnTo>
                  <a:pt x="52182" y="55273"/>
                </a:lnTo>
                <a:lnTo>
                  <a:pt x="51591" y="55946"/>
                </a:lnTo>
                <a:lnTo>
                  <a:pt x="47558" y="60247"/>
                </a:lnTo>
                <a:lnTo>
                  <a:pt x="47558" y="60247"/>
                </a:lnTo>
                <a:lnTo>
                  <a:pt x="47585" y="59871"/>
                </a:lnTo>
                <a:cubicBezTo>
                  <a:pt x="47881" y="59494"/>
                  <a:pt x="48203" y="59145"/>
                  <a:pt x="48499" y="58795"/>
                </a:cubicBezTo>
                <a:cubicBezTo>
                  <a:pt x="49709" y="57532"/>
                  <a:pt x="50945" y="56295"/>
                  <a:pt x="52209" y="55085"/>
                </a:cubicBezTo>
                <a:close/>
                <a:moveTo>
                  <a:pt x="87669" y="59709"/>
                </a:moveTo>
                <a:cubicBezTo>
                  <a:pt x="87776" y="59790"/>
                  <a:pt x="87857" y="59871"/>
                  <a:pt x="87965" y="59924"/>
                </a:cubicBezTo>
                <a:cubicBezTo>
                  <a:pt x="87965" y="60032"/>
                  <a:pt x="87965" y="60166"/>
                  <a:pt x="87991" y="60274"/>
                </a:cubicBezTo>
                <a:lnTo>
                  <a:pt x="87776" y="60059"/>
                </a:lnTo>
                <a:cubicBezTo>
                  <a:pt x="87749" y="59951"/>
                  <a:pt x="87696" y="59844"/>
                  <a:pt x="87669" y="59709"/>
                </a:cubicBezTo>
                <a:close/>
                <a:moveTo>
                  <a:pt x="59978" y="57451"/>
                </a:moveTo>
                <a:lnTo>
                  <a:pt x="59978" y="57451"/>
                </a:lnTo>
                <a:cubicBezTo>
                  <a:pt x="60328" y="58150"/>
                  <a:pt x="60677" y="58876"/>
                  <a:pt x="61027" y="59575"/>
                </a:cubicBezTo>
                <a:lnTo>
                  <a:pt x="61161" y="60354"/>
                </a:lnTo>
                <a:lnTo>
                  <a:pt x="61107" y="60274"/>
                </a:lnTo>
                <a:cubicBezTo>
                  <a:pt x="60812" y="59736"/>
                  <a:pt x="60543" y="59198"/>
                  <a:pt x="60274" y="58634"/>
                </a:cubicBezTo>
                <a:cubicBezTo>
                  <a:pt x="60167" y="58231"/>
                  <a:pt x="60059" y="57800"/>
                  <a:pt x="59978" y="57451"/>
                </a:cubicBezTo>
                <a:close/>
                <a:moveTo>
                  <a:pt x="57424" y="55542"/>
                </a:moveTo>
                <a:cubicBezTo>
                  <a:pt x="57774" y="56134"/>
                  <a:pt x="58096" y="56698"/>
                  <a:pt x="58446" y="57290"/>
                </a:cubicBezTo>
                <a:cubicBezTo>
                  <a:pt x="58553" y="57424"/>
                  <a:pt x="58822" y="57881"/>
                  <a:pt x="59199" y="58499"/>
                </a:cubicBezTo>
                <a:cubicBezTo>
                  <a:pt x="59360" y="59118"/>
                  <a:pt x="59521" y="59763"/>
                  <a:pt x="59683" y="60381"/>
                </a:cubicBezTo>
                <a:cubicBezTo>
                  <a:pt x="59521" y="60113"/>
                  <a:pt x="59360" y="59817"/>
                  <a:pt x="59199" y="59521"/>
                </a:cubicBezTo>
                <a:cubicBezTo>
                  <a:pt x="58500" y="58258"/>
                  <a:pt x="57908" y="56913"/>
                  <a:pt x="57424" y="55542"/>
                </a:cubicBezTo>
                <a:close/>
                <a:moveTo>
                  <a:pt x="82131" y="59602"/>
                </a:moveTo>
                <a:lnTo>
                  <a:pt x="82211" y="59682"/>
                </a:lnTo>
                <a:lnTo>
                  <a:pt x="82588" y="60408"/>
                </a:lnTo>
                <a:lnTo>
                  <a:pt x="82588" y="60408"/>
                </a:lnTo>
                <a:lnTo>
                  <a:pt x="82158" y="59871"/>
                </a:lnTo>
                <a:lnTo>
                  <a:pt x="82131" y="59602"/>
                </a:lnTo>
                <a:close/>
                <a:moveTo>
                  <a:pt x="60973" y="58446"/>
                </a:moveTo>
                <a:cubicBezTo>
                  <a:pt x="61215" y="58983"/>
                  <a:pt x="61430" y="59494"/>
                  <a:pt x="61645" y="60005"/>
                </a:cubicBezTo>
                <a:lnTo>
                  <a:pt x="61833" y="60435"/>
                </a:lnTo>
                <a:cubicBezTo>
                  <a:pt x="61780" y="60408"/>
                  <a:pt x="61726" y="60354"/>
                  <a:pt x="61672" y="60328"/>
                </a:cubicBezTo>
                <a:cubicBezTo>
                  <a:pt x="61645" y="60301"/>
                  <a:pt x="61618" y="60274"/>
                  <a:pt x="61618" y="60247"/>
                </a:cubicBezTo>
                <a:lnTo>
                  <a:pt x="61269" y="59575"/>
                </a:lnTo>
                <a:cubicBezTo>
                  <a:pt x="61188" y="59333"/>
                  <a:pt x="61107" y="59091"/>
                  <a:pt x="61054" y="58849"/>
                </a:cubicBezTo>
                <a:cubicBezTo>
                  <a:pt x="61027" y="58715"/>
                  <a:pt x="61000" y="58580"/>
                  <a:pt x="60973" y="58446"/>
                </a:cubicBezTo>
                <a:close/>
                <a:moveTo>
                  <a:pt x="62156" y="59817"/>
                </a:moveTo>
                <a:cubicBezTo>
                  <a:pt x="62129" y="59844"/>
                  <a:pt x="62156" y="59871"/>
                  <a:pt x="62183" y="59924"/>
                </a:cubicBezTo>
                <a:cubicBezTo>
                  <a:pt x="62210" y="60086"/>
                  <a:pt x="62210" y="60274"/>
                  <a:pt x="62183" y="60462"/>
                </a:cubicBezTo>
                <a:cubicBezTo>
                  <a:pt x="62102" y="60274"/>
                  <a:pt x="62022" y="60059"/>
                  <a:pt x="61941" y="59871"/>
                </a:cubicBezTo>
                <a:lnTo>
                  <a:pt x="61941" y="59871"/>
                </a:lnTo>
                <a:cubicBezTo>
                  <a:pt x="61962" y="59878"/>
                  <a:pt x="61984" y="59881"/>
                  <a:pt x="62005" y="59881"/>
                </a:cubicBezTo>
                <a:cubicBezTo>
                  <a:pt x="62063" y="59881"/>
                  <a:pt x="62117" y="59856"/>
                  <a:pt x="62156" y="59817"/>
                </a:cubicBezTo>
                <a:close/>
                <a:moveTo>
                  <a:pt x="72802" y="54386"/>
                </a:moveTo>
                <a:lnTo>
                  <a:pt x="72802" y="54386"/>
                </a:lnTo>
                <a:cubicBezTo>
                  <a:pt x="73178" y="55005"/>
                  <a:pt x="73555" y="55596"/>
                  <a:pt x="73904" y="56214"/>
                </a:cubicBezTo>
                <a:cubicBezTo>
                  <a:pt x="74119" y="56618"/>
                  <a:pt x="74334" y="57021"/>
                  <a:pt x="74576" y="57424"/>
                </a:cubicBezTo>
                <a:cubicBezTo>
                  <a:pt x="74845" y="57935"/>
                  <a:pt x="75087" y="58446"/>
                  <a:pt x="75356" y="58957"/>
                </a:cubicBezTo>
                <a:cubicBezTo>
                  <a:pt x="75302" y="59118"/>
                  <a:pt x="75248" y="59279"/>
                  <a:pt x="75195" y="59414"/>
                </a:cubicBezTo>
                <a:cubicBezTo>
                  <a:pt x="75154" y="59535"/>
                  <a:pt x="75250" y="59640"/>
                  <a:pt x="75357" y="59640"/>
                </a:cubicBezTo>
                <a:cubicBezTo>
                  <a:pt x="75393" y="59640"/>
                  <a:pt x="75430" y="59629"/>
                  <a:pt x="75463" y="59602"/>
                </a:cubicBezTo>
                <a:cubicBezTo>
                  <a:pt x="75517" y="59548"/>
                  <a:pt x="75544" y="59521"/>
                  <a:pt x="75598" y="59467"/>
                </a:cubicBezTo>
                <a:cubicBezTo>
                  <a:pt x="75652" y="59575"/>
                  <a:pt x="75732" y="59709"/>
                  <a:pt x="75786" y="59844"/>
                </a:cubicBezTo>
                <a:lnTo>
                  <a:pt x="75598" y="60462"/>
                </a:lnTo>
                <a:cubicBezTo>
                  <a:pt x="75356" y="60139"/>
                  <a:pt x="75114" y="59817"/>
                  <a:pt x="74926" y="59494"/>
                </a:cubicBezTo>
                <a:cubicBezTo>
                  <a:pt x="74657" y="58903"/>
                  <a:pt x="74361" y="58338"/>
                  <a:pt x="74039" y="57774"/>
                </a:cubicBezTo>
                <a:cubicBezTo>
                  <a:pt x="74012" y="57666"/>
                  <a:pt x="73797" y="57343"/>
                  <a:pt x="73528" y="56886"/>
                </a:cubicBezTo>
                <a:cubicBezTo>
                  <a:pt x="73501" y="56806"/>
                  <a:pt x="73474" y="56725"/>
                  <a:pt x="73420" y="56671"/>
                </a:cubicBezTo>
                <a:cubicBezTo>
                  <a:pt x="73393" y="56510"/>
                  <a:pt x="73367" y="56349"/>
                  <a:pt x="73340" y="56187"/>
                </a:cubicBezTo>
                <a:cubicBezTo>
                  <a:pt x="73205" y="55596"/>
                  <a:pt x="73017" y="54978"/>
                  <a:pt x="72802" y="54386"/>
                </a:cubicBezTo>
                <a:close/>
                <a:moveTo>
                  <a:pt x="89846" y="57559"/>
                </a:moveTo>
                <a:lnTo>
                  <a:pt x="90035" y="58983"/>
                </a:lnTo>
                <a:cubicBezTo>
                  <a:pt x="90088" y="59521"/>
                  <a:pt x="90142" y="60032"/>
                  <a:pt x="90196" y="60570"/>
                </a:cubicBezTo>
                <a:cubicBezTo>
                  <a:pt x="90142" y="60247"/>
                  <a:pt x="90115" y="59924"/>
                  <a:pt x="90062" y="59629"/>
                </a:cubicBezTo>
                <a:cubicBezTo>
                  <a:pt x="89927" y="58930"/>
                  <a:pt x="89873" y="58258"/>
                  <a:pt x="89793" y="57559"/>
                </a:cubicBezTo>
                <a:close/>
                <a:moveTo>
                  <a:pt x="86325" y="59548"/>
                </a:moveTo>
                <a:cubicBezTo>
                  <a:pt x="86513" y="59736"/>
                  <a:pt x="86728" y="59897"/>
                  <a:pt x="86943" y="60032"/>
                </a:cubicBezTo>
                <a:cubicBezTo>
                  <a:pt x="86943" y="60247"/>
                  <a:pt x="86916" y="60462"/>
                  <a:pt x="86916" y="60677"/>
                </a:cubicBezTo>
                <a:cubicBezTo>
                  <a:pt x="86809" y="60570"/>
                  <a:pt x="86701" y="60462"/>
                  <a:pt x="86620" y="60354"/>
                </a:cubicBezTo>
                <a:cubicBezTo>
                  <a:pt x="86513" y="60220"/>
                  <a:pt x="86405" y="60086"/>
                  <a:pt x="86325" y="59924"/>
                </a:cubicBezTo>
                <a:lnTo>
                  <a:pt x="86325" y="59548"/>
                </a:lnTo>
                <a:close/>
                <a:moveTo>
                  <a:pt x="75275" y="60274"/>
                </a:moveTo>
                <a:lnTo>
                  <a:pt x="75544" y="60623"/>
                </a:lnTo>
                <a:lnTo>
                  <a:pt x="75490" y="60785"/>
                </a:lnTo>
                <a:lnTo>
                  <a:pt x="75275" y="60274"/>
                </a:lnTo>
                <a:close/>
                <a:moveTo>
                  <a:pt x="48149" y="59978"/>
                </a:moveTo>
                <a:cubicBezTo>
                  <a:pt x="47934" y="60274"/>
                  <a:pt x="47692" y="60543"/>
                  <a:pt x="47477" y="60838"/>
                </a:cubicBezTo>
                <a:lnTo>
                  <a:pt x="47477" y="60811"/>
                </a:lnTo>
                <a:cubicBezTo>
                  <a:pt x="47477" y="60785"/>
                  <a:pt x="47477" y="60731"/>
                  <a:pt x="47477" y="60677"/>
                </a:cubicBezTo>
                <a:lnTo>
                  <a:pt x="48149" y="59978"/>
                </a:lnTo>
                <a:close/>
                <a:moveTo>
                  <a:pt x="52612" y="60435"/>
                </a:moveTo>
                <a:cubicBezTo>
                  <a:pt x="52612" y="60569"/>
                  <a:pt x="52612" y="60722"/>
                  <a:pt x="52612" y="60862"/>
                </a:cubicBezTo>
                <a:lnTo>
                  <a:pt x="52612" y="60862"/>
                </a:lnTo>
                <a:cubicBezTo>
                  <a:pt x="52597" y="60809"/>
                  <a:pt x="52585" y="60757"/>
                  <a:pt x="52585" y="60704"/>
                </a:cubicBezTo>
                <a:cubicBezTo>
                  <a:pt x="52585" y="60677"/>
                  <a:pt x="52558" y="60677"/>
                  <a:pt x="52558" y="60650"/>
                </a:cubicBezTo>
                <a:lnTo>
                  <a:pt x="52558" y="60623"/>
                </a:lnTo>
                <a:lnTo>
                  <a:pt x="52612" y="60435"/>
                </a:lnTo>
                <a:close/>
                <a:moveTo>
                  <a:pt x="60462" y="59387"/>
                </a:moveTo>
                <a:cubicBezTo>
                  <a:pt x="60704" y="59844"/>
                  <a:pt x="60946" y="60301"/>
                  <a:pt x="61188" y="60758"/>
                </a:cubicBezTo>
                <a:lnTo>
                  <a:pt x="61215" y="60865"/>
                </a:lnTo>
                <a:cubicBezTo>
                  <a:pt x="61000" y="60516"/>
                  <a:pt x="60812" y="60166"/>
                  <a:pt x="60624" y="59790"/>
                </a:cubicBezTo>
                <a:cubicBezTo>
                  <a:pt x="60570" y="59736"/>
                  <a:pt x="60570" y="59682"/>
                  <a:pt x="60543" y="59629"/>
                </a:cubicBezTo>
                <a:cubicBezTo>
                  <a:pt x="60516" y="59548"/>
                  <a:pt x="60489" y="59467"/>
                  <a:pt x="60462" y="59387"/>
                </a:cubicBezTo>
                <a:close/>
                <a:moveTo>
                  <a:pt x="81918" y="56543"/>
                </a:moveTo>
                <a:lnTo>
                  <a:pt x="82400" y="57075"/>
                </a:lnTo>
                <a:cubicBezTo>
                  <a:pt x="82964" y="57747"/>
                  <a:pt x="83529" y="58392"/>
                  <a:pt x="84066" y="59037"/>
                </a:cubicBezTo>
                <a:cubicBezTo>
                  <a:pt x="84039" y="59172"/>
                  <a:pt x="84013" y="59279"/>
                  <a:pt x="83986" y="59387"/>
                </a:cubicBezTo>
                <a:cubicBezTo>
                  <a:pt x="83986" y="59420"/>
                  <a:pt x="84006" y="59443"/>
                  <a:pt x="84028" y="59443"/>
                </a:cubicBezTo>
                <a:cubicBezTo>
                  <a:pt x="84042" y="59443"/>
                  <a:pt x="84056" y="59434"/>
                  <a:pt x="84066" y="59414"/>
                </a:cubicBezTo>
                <a:cubicBezTo>
                  <a:pt x="84066" y="59360"/>
                  <a:pt x="84093" y="59225"/>
                  <a:pt x="84120" y="59118"/>
                </a:cubicBezTo>
                <a:cubicBezTo>
                  <a:pt x="84443" y="59494"/>
                  <a:pt x="84738" y="59871"/>
                  <a:pt x="85061" y="60247"/>
                </a:cubicBezTo>
                <a:cubicBezTo>
                  <a:pt x="84980" y="60462"/>
                  <a:pt x="84927" y="60677"/>
                  <a:pt x="84873" y="60919"/>
                </a:cubicBezTo>
                <a:cubicBezTo>
                  <a:pt x="83905" y="59817"/>
                  <a:pt x="82937" y="58715"/>
                  <a:pt x="81969" y="57612"/>
                </a:cubicBezTo>
                <a:cubicBezTo>
                  <a:pt x="81969" y="57248"/>
                  <a:pt x="81944" y="56883"/>
                  <a:pt x="81918" y="56543"/>
                </a:cubicBezTo>
                <a:close/>
                <a:moveTo>
                  <a:pt x="107832" y="54467"/>
                </a:moveTo>
                <a:lnTo>
                  <a:pt x="107832" y="54467"/>
                </a:lnTo>
                <a:cubicBezTo>
                  <a:pt x="108128" y="54816"/>
                  <a:pt x="108423" y="55139"/>
                  <a:pt x="108719" y="55488"/>
                </a:cubicBezTo>
                <a:cubicBezTo>
                  <a:pt x="108988" y="55892"/>
                  <a:pt x="109257" y="56295"/>
                  <a:pt x="109526" y="56698"/>
                </a:cubicBezTo>
                <a:cubicBezTo>
                  <a:pt x="109687" y="56940"/>
                  <a:pt x="111246" y="59414"/>
                  <a:pt x="112187" y="60892"/>
                </a:cubicBezTo>
                <a:lnTo>
                  <a:pt x="112187" y="60919"/>
                </a:lnTo>
                <a:cubicBezTo>
                  <a:pt x="111864" y="60570"/>
                  <a:pt x="111569" y="60247"/>
                  <a:pt x="111300" y="59897"/>
                </a:cubicBezTo>
                <a:lnTo>
                  <a:pt x="107832" y="54467"/>
                </a:lnTo>
                <a:close/>
                <a:moveTo>
                  <a:pt x="82023" y="58231"/>
                </a:moveTo>
                <a:lnTo>
                  <a:pt x="82023" y="58231"/>
                </a:lnTo>
                <a:cubicBezTo>
                  <a:pt x="82776" y="59145"/>
                  <a:pt x="83556" y="60086"/>
                  <a:pt x="84362" y="60946"/>
                </a:cubicBezTo>
                <a:cubicBezTo>
                  <a:pt x="83609" y="60247"/>
                  <a:pt x="82857" y="59548"/>
                  <a:pt x="82104" y="58849"/>
                </a:cubicBezTo>
                <a:lnTo>
                  <a:pt x="82077" y="58849"/>
                </a:lnTo>
                <a:cubicBezTo>
                  <a:pt x="82077" y="58634"/>
                  <a:pt x="82050" y="58446"/>
                  <a:pt x="82023" y="58231"/>
                </a:cubicBezTo>
                <a:close/>
                <a:moveTo>
                  <a:pt x="31051" y="58607"/>
                </a:moveTo>
                <a:lnTo>
                  <a:pt x="31051" y="58607"/>
                </a:lnTo>
                <a:cubicBezTo>
                  <a:pt x="30970" y="58822"/>
                  <a:pt x="30863" y="59037"/>
                  <a:pt x="30782" y="59279"/>
                </a:cubicBezTo>
                <a:lnTo>
                  <a:pt x="30648" y="59414"/>
                </a:lnTo>
                <a:cubicBezTo>
                  <a:pt x="30621" y="59494"/>
                  <a:pt x="30621" y="59575"/>
                  <a:pt x="30648" y="59629"/>
                </a:cubicBezTo>
                <a:cubicBezTo>
                  <a:pt x="30594" y="59817"/>
                  <a:pt x="30513" y="60005"/>
                  <a:pt x="30433" y="60193"/>
                </a:cubicBezTo>
                <a:cubicBezTo>
                  <a:pt x="30245" y="60435"/>
                  <a:pt x="30083" y="60704"/>
                  <a:pt x="29895" y="60973"/>
                </a:cubicBezTo>
                <a:lnTo>
                  <a:pt x="29895" y="60301"/>
                </a:lnTo>
                <a:cubicBezTo>
                  <a:pt x="29895" y="60247"/>
                  <a:pt x="29895" y="60193"/>
                  <a:pt x="29868" y="60166"/>
                </a:cubicBezTo>
                <a:cubicBezTo>
                  <a:pt x="30245" y="59629"/>
                  <a:pt x="30648" y="59118"/>
                  <a:pt x="31051" y="58607"/>
                </a:cubicBezTo>
                <a:close/>
                <a:moveTo>
                  <a:pt x="59333" y="58688"/>
                </a:moveTo>
                <a:cubicBezTo>
                  <a:pt x="59521" y="58983"/>
                  <a:pt x="59736" y="59333"/>
                  <a:pt x="59951" y="59682"/>
                </a:cubicBezTo>
                <a:cubicBezTo>
                  <a:pt x="60005" y="60032"/>
                  <a:pt x="60032" y="60354"/>
                  <a:pt x="60032" y="60704"/>
                </a:cubicBezTo>
                <a:lnTo>
                  <a:pt x="60059" y="60704"/>
                </a:lnTo>
                <a:lnTo>
                  <a:pt x="60059" y="60973"/>
                </a:lnTo>
                <a:cubicBezTo>
                  <a:pt x="59978" y="60838"/>
                  <a:pt x="59871" y="60704"/>
                  <a:pt x="59790" y="60570"/>
                </a:cubicBezTo>
                <a:cubicBezTo>
                  <a:pt x="59709" y="60435"/>
                  <a:pt x="59736" y="60247"/>
                  <a:pt x="59709" y="60139"/>
                </a:cubicBezTo>
                <a:cubicBezTo>
                  <a:pt x="59575" y="59655"/>
                  <a:pt x="59441" y="59172"/>
                  <a:pt x="59333" y="58688"/>
                </a:cubicBezTo>
                <a:close/>
                <a:moveTo>
                  <a:pt x="82211" y="60731"/>
                </a:moveTo>
                <a:lnTo>
                  <a:pt x="82373" y="60973"/>
                </a:lnTo>
                <a:cubicBezTo>
                  <a:pt x="82319" y="60919"/>
                  <a:pt x="82265" y="60865"/>
                  <a:pt x="82238" y="60811"/>
                </a:cubicBezTo>
                <a:lnTo>
                  <a:pt x="82211" y="60731"/>
                </a:lnTo>
                <a:close/>
                <a:moveTo>
                  <a:pt x="85464" y="59360"/>
                </a:moveTo>
                <a:cubicBezTo>
                  <a:pt x="85626" y="59602"/>
                  <a:pt x="85814" y="59844"/>
                  <a:pt x="85975" y="60086"/>
                </a:cubicBezTo>
                <a:lnTo>
                  <a:pt x="86083" y="60220"/>
                </a:lnTo>
                <a:cubicBezTo>
                  <a:pt x="86083" y="60462"/>
                  <a:pt x="86110" y="60731"/>
                  <a:pt x="86110" y="61000"/>
                </a:cubicBezTo>
                <a:cubicBezTo>
                  <a:pt x="85868" y="60677"/>
                  <a:pt x="85626" y="60381"/>
                  <a:pt x="85384" y="60086"/>
                </a:cubicBezTo>
                <a:cubicBezTo>
                  <a:pt x="85357" y="60059"/>
                  <a:pt x="85330" y="60005"/>
                  <a:pt x="85303" y="59978"/>
                </a:cubicBezTo>
                <a:lnTo>
                  <a:pt x="85384" y="59602"/>
                </a:lnTo>
                <a:cubicBezTo>
                  <a:pt x="85411" y="59521"/>
                  <a:pt x="85437" y="59440"/>
                  <a:pt x="85464" y="59360"/>
                </a:cubicBezTo>
                <a:close/>
                <a:moveTo>
                  <a:pt x="79147" y="57747"/>
                </a:moveTo>
                <a:cubicBezTo>
                  <a:pt x="79147" y="58123"/>
                  <a:pt x="79120" y="58499"/>
                  <a:pt x="79120" y="58876"/>
                </a:cubicBezTo>
                <a:cubicBezTo>
                  <a:pt x="78770" y="59602"/>
                  <a:pt x="78421" y="60328"/>
                  <a:pt x="78098" y="61053"/>
                </a:cubicBezTo>
                <a:lnTo>
                  <a:pt x="78071" y="61053"/>
                </a:lnTo>
                <a:cubicBezTo>
                  <a:pt x="78044" y="60919"/>
                  <a:pt x="78017" y="60758"/>
                  <a:pt x="77991" y="60623"/>
                </a:cubicBezTo>
                <a:cubicBezTo>
                  <a:pt x="78071" y="60220"/>
                  <a:pt x="78179" y="59790"/>
                  <a:pt x="78286" y="59387"/>
                </a:cubicBezTo>
                <a:cubicBezTo>
                  <a:pt x="78555" y="58822"/>
                  <a:pt x="78851" y="58284"/>
                  <a:pt x="79147" y="57747"/>
                </a:cubicBezTo>
                <a:close/>
                <a:moveTo>
                  <a:pt x="47208" y="60301"/>
                </a:moveTo>
                <a:lnTo>
                  <a:pt x="47208" y="60596"/>
                </a:lnTo>
                <a:lnTo>
                  <a:pt x="46751" y="61080"/>
                </a:lnTo>
                <a:cubicBezTo>
                  <a:pt x="46751" y="61000"/>
                  <a:pt x="46751" y="60892"/>
                  <a:pt x="46778" y="60811"/>
                </a:cubicBezTo>
                <a:lnTo>
                  <a:pt x="47208" y="60301"/>
                </a:lnTo>
                <a:close/>
                <a:moveTo>
                  <a:pt x="77722" y="60811"/>
                </a:moveTo>
                <a:cubicBezTo>
                  <a:pt x="77722" y="60919"/>
                  <a:pt x="77749" y="61027"/>
                  <a:pt x="77776" y="61134"/>
                </a:cubicBezTo>
                <a:cubicBezTo>
                  <a:pt x="77722" y="61053"/>
                  <a:pt x="77695" y="60973"/>
                  <a:pt x="77641" y="60919"/>
                </a:cubicBezTo>
                <a:cubicBezTo>
                  <a:pt x="77614" y="60838"/>
                  <a:pt x="77668" y="60838"/>
                  <a:pt x="77668" y="60811"/>
                </a:cubicBezTo>
                <a:close/>
                <a:moveTo>
                  <a:pt x="59925" y="58795"/>
                </a:moveTo>
                <a:lnTo>
                  <a:pt x="59925" y="58795"/>
                </a:lnTo>
                <a:cubicBezTo>
                  <a:pt x="60193" y="59333"/>
                  <a:pt x="60462" y="59844"/>
                  <a:pt x="60758" y="60381"/>
                </a:cubicBezTo>
                <a:cubicBezTo>
                  <a:pt x="60839" y="60677"/>
                  <a:pt x="60946" y="60946"/>
                  <a:pt x="61054" y="61215"/>
                </a:cubicBezTo>
                <a:lnTo>
                  <a:pt x="60005" y="59494"/>
                </a:lnTo>
                <a:cubicBezTo>
                  <a:pt x="59978" y="59252"/>
                  <a:pt x="59951" y="59010"/>
                  <a:pt x="59925" y="58795"/>
                </a:cubicBezTo>
                <a:close/>
                <a:moveTo>
                  <a:pt x="46483" y="59172"/>
                </a:moveTo>
                <a:lnTo>
                  <a:pt x="46483" y="59736"/>
                </a:lnTo>
                <a:lnTo>
                  <a:pt x="46375" y="59844"/>
                </a:lnTo>
                <a:cubicBezTo>
                  <a:pt x="45972" y="60247"/>
                  <a:pt x="45380" y="61107"/>
                  <a:pt x="44896" y="61322"/>
                </a:cubicBezTo>
                <a:lnTo>
                  <a:pt x="44896" y="61295"/>
                </a:lnTo>
                <a:cubicBezTo>
                  <a:pt x="45327" y="61107"/>
                  <a:pt x="46106" y="59736"/>
                  <a:pt x="46483" y="59172"/>
                </a:cubicBezTo>
                <a:close/>
                <a:moveTo>
                  <a:pt x="59925" y="61107"/>
                </a:moveTo>
                <a:lnTo>
                  <a:pt x="60059" y="61295"/>
                </a:lnTo>
                <a:cubicBezTo>
                  <a:pt x="60051" y="61345"/>
                  <a:pt x="60040" y="61367"/>
                  <a:pt x="60027" y="61367"/>
                </a:cubicBezTo>
                <a:cubicBezTo>
                  <a:pt x="59999" y="61367"/>
                  <a:pt x="59962" y="61256"/>
                  <a:pt x="59925" y="61107"/>
                </a:cubicBezTo>
                <a:close/>
                <a:moveTo>
                  <a:pt x="60785" y="60435"/>
                </a:moveTo>
                <a:cubicBezTo>
                  <a:pt x="60946" y="60758"/>
                  <a:pt x="61107" y="61053"/>
                  <a:pt x="61269" y="61349"/>
                </a:cubicBezTo>
                <a:cubicBezTo>
                  <a:pt x="61296" y="61430"/>
                  <a:pt x="61296" y="61457"/>
                  <a:pt x="61269" y="61457"/>
                </a:cubicBezTo>
                <a:cubicBezTo>
                  <a:pt x="61161" y="61457"/>
                  <a:pt x="60973" y="61053"/>
                  <a:pt x="60785" y="60435"/>
                </a:cubicBezTo>
                <a:close/>
                <a:moveTo>
                  <a:pt x="77184" y="60892"/>
                </a:moveTo>
                <a:lnTo>
                  <a:pt x="77292" y="61080"/>
                </a:lnTo>
                <a:cubicBezTo>
                  <a:pt x="77238" y="61215"/>
                  <a:pt x="77157" y="61349"/>
                  <a:pt x="77103" y="61510"/>
                </a:cubicBezTo>
                <a:cubicBezTo>
                  <a:pt x="77130" y="61349"/>
                  <a:pt x="77157" y="61188"/>
                  <a:pt x="77184" y="61027"/>
                </a:cubicBezTo>
                <a:lnTo>
                  <a:pt x="77184" y="60892"/>
                </a:lnTo>
                <a:close/>
                <a:moveTo>
                  <a:pt x="92185" y="54816"/>
                </a:moveTo>
                <a:cubicBezTo>
                  <a:pt x="93503" y="56591"/>
                  <a:pt x="94928" y="58284"/>
                  <a:pt x="96621" y="59521"/>
                </a:cubicBezTo>
                <a:cubicBezTo>
                  <a:pt x="97268" y="60323"/>
                  <a:pt x="98287" y="61597"/>
                  <a:pt x="98460" y="61597"/>
                </a:cubicBezTo>
                <a:cubicBezTo>
                  <a:pt x="98463" y="61597"/>
                  <a:pt x="98465" y="61597"/>
                  <a:pt x="98468" y="61596"/>
                </a:cubicBezTo>
                <a:lnTo>
                  <a:pt x="98468" y="61596"/>
                </a:lnTo>
                <a:cubicBezTo>
                  <a:pt x="98462" y="61598"/>
                  <a:pt x="98456" y="61599"/>
                  <a:pt x="98448" y="61599"/>
                </a:cubicBezTo>
                <a:cubicBezTo>
                  <a:pt x="98178" y="61599"/>
                  <a:pt x="96609" y="60157"/>
                  <a:pt x="95707" y="59333"/>
                </a:cubicBezTo>
                <a:cubicBezTo>
                  <a:pt x="94739" y="58069"/>
                  <a:pt x="93745" y="56833"/>
                  <a:pt x="92723" y="55596"/>
                </a:cubicBezTo>
                <a:cubicBezTo>
                  <a:pt x="92535" y="55354"/>
                  <a:pt x="92374" y="55112"/>
                  <a:pt x="92185" y="54870"/>
                </a:cubicBezTo>
                <a:cubicBezTo>
                  <a:pt x="92185" y="54870"/>
                  <a:pt x="92185" y="54843"/>
                  <a:pt x="92185" y="54816"/>
                </a:cubicBezTo>
                <a:close/>
                <a:moveTo>
                  <a:pt x="53230" y="58795"/>
                </a:moveTo>
                <a:cubicBezTo>
                  <a:pt x="53311" y="59763"/>
                  <a:pt x="53419" y="60704"/>
                  <a:pt x="53580" y="61645"/>
                </a:cubicBezTo>
                <a:cubicBezTo>
                  <a:pt x="53392" y="60865"/>
                  <a:pt x="53204" y="60059"/>
                  <a:pt x="53042" y="59252"/>
                </a:cubicBezTo>
                <a:cubicBezTo>
                  <a:pt x="53096" y="59118"/>
                  <a:pt x="53150" y="58957"/>
                  <a:pt x="53230" y="58795"/>
                </a:cubicBezTo>
                <a:close/>
                <a:moveTo>
                  <a:pt x="71942" y="54628"/>
                </a:moveTo>
                <a:lnTo>
                  <a:pt x="72049" y="54816"/>
                </a:lnTo>
                <a:cubicBezTo>
                  <a:pt x="72399" y="55730"/>
                  <a:pt x="72721" y="56644"/>
                  <a:pt x="73071" y="57585"/>
                </a:cubicBezTo>
                <a:cubicBezTo>
                  <a:pt x="73084" y="57599"/>
                  <a:pt x="73104" y="57606"/>
                  <a:pt x="73125" y="57606"/>
                </a:cubicBezTo>
                <a:cubicBezTo>
                  <a:pt x="73145" y="57606"/>
                  <a:pt x="73165" y="57599"/>
                  <a:pt x="73178" y="57585"/>
                </a:cubicBezTo>
                <a:cubicBezTo>
                  <a:pt x="73286" y="57478"/>
                  <a:pt x="73367" y="57317"/>
                  <a:pt x="73447" y="57182"/>
                </a:cubicBezTo>
                <a:lnTo>
                  <a:pt x="73770" y="57854"/>
                </a:lnTo>
                <a:cubicBezTo>
                  <a:pt x="74012" y="58311"/>
                  <a:pt x="74281" y="58768"/>
                  <a:pt x="74549" y="59198"/>
                </a:cubicBezTo>
                <a:cubicBezTo>
                  <a:pt x="74872" y="59790"/>
                  <a:pt x="75141" y="60408"/>
                  <a:pt x="75410" y="61053"/>
                </a:cubicBezTo>
                <a:cubicBezTo>
                  <a:pt x="75356" y="61242"/>
                  <a:pt x="75302" y="61457"/>
                  <a:pt x="75222" y="61645"/>
                </a:cubicBezTo>
                <a:cubicBezTo>
                  <a:pt x="74388" y="59817"/>
                  <a:pt x="73367" y="58069"/>
                  <a:pt x="72211" y="56456"/>
                </a:cubicBezTo>
                <a:cubicBezTo>
                  <a:pt x="72076" y="55838"/>
                  <a:pt x="71969" y="55247"/>
                  <a:pt x="71888" y="54628"/>
                </a:cubicBezTo>
                <a:close/>
                <a:moveTo>
                  <a:pt x="87158" y="60139"/>
                </a:moveTo>
                <a:cubicBezTo>
                  <a:pt x="87292" y="60193"/>
                  <a:pt x="87454" y="60220"/>
                  <a:pt x="87642" y="60220"/>
                </a:cubicBezTo>
                <a:lnTo>
                  <a:pt x="87911" y="60462"/>
                </a:lnTo>
                <a:cubicBezTo>
                  <a:pt x="87924" y="60475"/>
                  <a:pt x="87938" y="60482"/>
                  <a:pt x="87951" y="60482"/>
                </a:cubicBezTo>
                <a:cubicBezTo>
                  <a:pt x="87965" y="60482"/>
                  <a:pt x="87978" y="60475"/>
                  <a:pt x="87991" y="60462"/>
                </a:cubicBezTo>
                <a:lnTo>
                  <a:pt x="87991" y="60623"/>
                </a:lnTo>
                <a:lnTo>
                  <a:pt x="87938" y="61645"/>
                </a:lnTo>
                <a:cubicBezTo>
                  <a:pt x="87696" y="61457"/>
                  <a:pt x="87427" y="61215"/>
                  <a:pt x="87158" y="60946"/>
                </a:cubicBezTo>
                <a:lnTo>
                  <a:pt x="87131" y="60946"/>
                </a:lnTo>
                <a:lnTo>
                  <a:pt x="87131" y="60650"/>
                </a:lnTo>
                <a:lnTo>
                  <a:pt x="87131" y="60516"/>
                </a:lnTo>
                <a:lnTo>
                  <a:pt x="87158" y="60139"/>
                </a:lnTo>
                <a:close/>
                <a:moveTo>
                  <a:pt x="89470" y="52800"/>
                </a:moveTo>
                <a:cubicBezTo>
                  <a:pt x="90250" y="53983"/>
                  <a:pt x="90976" y="55193"/>
                  <a:pt x="91675" y="56403"/>
                </a:cubicBezTo>
                <a:cubicBezTo>
                  <a:pt x="91352" y="58150"/>
                  <a:pt x="91029" y="59897"/>
                  <a:pt x="90734" y="61672"/>
                </a:cubicBezTo>
                <a:lnTo>
                  <a:pt x="90572" y="60543"/>
                </a:lnTo>
                <a:lnTo>
                  <a:pt x="90572" y="60516"/>
                </a:lnTo>
                <a:cubicBezTo>
                  <a:pt x="90610" y="59706"/>
                  <a:pt x="90644" y="58900"/>
                  <a:pt x="90629" y="58103"/>
                </a:cubicBezTo>
                <a:lnTo>
                  <a:pt x="90629" y="58103"/>
                </a:lnTo>
                <a:cubicBezTo>
                  <a:pt x="90628" y="58706"/>
                  <a:pt x="90591" y="59320"/>
                  <a:pt x="90545" y="59924"/>
                </a:cubicBezTo>
                <a:cubicBezTo>
                  <a:pt x="90250" y="58123"/>
                  <a:pt x="89981" y="56349"/>
                  <a:pt x="89739" y="54574"/>
                </a:cubicBezTo>
                <a:lnTo>
                  <a:pt x="89766" y="54574"/>
                </a:lnTo>
                <a:cubicBezTo>
                  <a:pt x="89766" y="54488"/>
                  <a:pt x="89779" y="54437"/>
                  <a:pt x="89808" y="54437"/>
                </a:cubicBezTo>
                <a:cubicBezTo>
                  <a:pt x="89852" y="54437"/>
                  <a:pt x="89932" y="54553"/>
                  <a:pt x="90062" y="54843"/>
                </a:cubicBezTo>
                <a:cubicBezTo>
                  <a:pt x="90227" y="55200"/>
                  <a:pt x="90348" y="55582"/>
                  <a:pt x="90435" y="55980"/>
                </a:cubicBezTo>
                <a:lnTo>
                  <a:pt x="90435" y="55980"/>
                </a:lnTo>
                <a:cubicBezTo>
                  <a:pt x="90300" y="55237"/>
                  <a:pt x="90081" y="54507"/>
                  <a:pt x="89739" y="53795"/>
                </a:cubicBezTo>
                <a:cubicBezTo>
                  <a:pt x="89727" y="53771"/>
                  <a:pt x="89698" y="53757"/>
                  <a:pt x="89671" y="53757"/>
                </a:cubicBezTo>
                <a:cubicBezTo>
                  <a:pt x="89637" y="53757"/>
                  <a:pt x="89604" y="53777"/>
                  <a:pt x="89604" y="53822"/>
                </a:cubicBezTo>
                <a:cubicBezTo>
                  <a:pt x="89578" y="53472"/>
                  <a:pt x="89524" y="53150"/>
                  <a:pt x="89470" y="52800"/>
                </a:cubicBezTo>
                <a:close/>
                <a:moveTo>
                  <a:pt x="29870" y="61750"/>
                </a:moveTo>
                <a:cubicBezTo>
                  <a:pt x="29868" y="61760"/>
                  <a:pt x="29868" y="61769"/>
                  <a:pt x="29868" y="61779"/>
                </a:cubicBezTo>
                <a:lnTo>
                  <a:pt x="29868" y="61752"/>
                </a:lnTo>
                <a:lnTo>
                  <a:pt x="29870" y="61750"/>
                </a:lnTo>
                <a:close/>
                <a:moveTo>
                  <a:pt x="81701" y="61484"/>
                </a:moveTo>
                <a:lnTo>
                  <a:pt x="81701" y="61537"/>
                </a:lnTo>
                <a:lnTo>
                  <a:pt x="81620" y="61779"/>
                </a:lnTo>
                <a:cubicBezTo>
                  <a:pt x="81647" y="61699"/>
                  <a:pt x="81674" y="61591"/>
                  <a:pt x="81701" y="61484"/>
                </a:cubicBezTo>
                <a:close/>
                <a:moveTo>
                  <a:pt x="105554" y="60424"/>
                </a:moveTo>
                <a:cubicBezTo>
                  <a:pt x="105603" y="60526"/>
                  <a:pt x="105630" y="60628"/>
                  <a:pt x="105681" y="60731"/>
                </a:cubicBezTo>
                <a:cubicBezTo>
                  <a:pt x="105703" y="60775"/>
                  <a:pt x="105725" y="60819"/>
                  <a:pt x="105762" y="60819"/>
                </a:cubicBezTo>
                <a:cubicBezTo>
                  <a:pt x="105770" y="60819"/>
                  <a:pt x="105779" y="60816"/>
                  <a:pt x="105789" y="60811"/>
                </a:cubicBezTo>
                <a:cubicBezTo>
                  <a:pt x="105816" y="61161"/>
                  <a:pt x="105842" y="61457"/>
                  <a:pt x="105869" y="61779"/>
                </a:cubicBezTo>
                <a:cubicBezTo>
                  <a:pt x="105739" y="61336"/>
                  <a:pt x="105634" y="60868"/>
                  <a:pt x="105554" y="60424"/>
                </a:cubicBezTo>
                <a:close/>
                <a:moveTo>
                  <a:pt x="78824" y="60301"/>
                </a:moveTo>
                <a:lnTo>
                  <a:pt x="78824" y="60301"/>
                </a:lnTo>
                <a:cubicBezTo>
                  <a:pt x="78690" y="60623"/>
                  <a:pt x="78555" y="60919"/>
                  <a:pt x="78421" y="61242"/>
                </a:cubicBezTo>
                <a:cubicBezTo>
                  <a:pt x="78367" y="61430"/>
                  <a:pt x="78286" y="61618"/>
                  <a:pt x="78206" y="61806"/>
                </a:cubicBezTo>
                <a:cubicBezTo>
                  <a:pt x="78206" y="61779"/>
                  <a:pt x="78206" y="61752"/>
                  <a:pt x="78179" y="61699"/>
                </a:cubicBezTo>
                <a:cubicBezTo>
                  <a:pt x="78394" y="61242"/>
                  <a:pt x="78609" y="60758"/>
                  <a:pt x="78824" y="60301"/>
                </a:cubicBezTo>
                <a:close/>
                <a:moveTo>
                  <a:pt x="86352" y="60596"/>
                </a:moveTo>
                <a:lnTo>
                  <a:pt x="86352" y="60596"/>
                </a:lnTo>
                <a:cubicBezTo>
                  <a:pt x="86540" y="60838"/>
                  <a:pt x="86701" y="61107"/>
                  <a:pt x="86862" y="61376"/>
                </a:cubicBezTo>
                <a:lnTo>
                  <a:pt x="86835" y="61914"/>
                </a:lnTo>
                <a:cubicBezTo>
                  <a:pt x="86701" y="61726"/>
                  <a:pt x="86540" y="61537"/>
                  <a:pt x="86405" y="61349"/>
                </a:cubicBezTo>
                <a:cubicBezTo>
                  <a:pt x="86378" y="61080"/>
                  <a:pt x="86352" y="60838"/>
                  <a:pt x="86352" y="60596"/>
                </a:cubicBezTo>
                <a:close/>
                <a:moveTo>
                  <a:pt x="29331" y="61779"/>
                </a:moveTo>
                <a:cubicBezTo>
                  <a:pt x="29331" y="61806"/>
                  <a:pt x="29331" y="61833"/>
                  <a:pt x="29331" y="61860"/>
                </a:cubicBezTo>
                <a:lnTo>
                  <a:pt x="29250" y="61994"/>
                </a:lnTo>
                <a:lnTo>
                  <a:pt x="29250" y="61994"/>
                </a:lnTo>
                <a:lnTo>
                  <a:pt x="29331" y="61779"/>
                </a:lnTo>
                <a:close/>
                <a:moveTo>
                  <a:pt x="61269" y="60139"/>
                </a:moveTo>
                <a:cubicBezTo>
                  <a:pt x="61296" y="60166"/>
                  <a:pt x="61323" y="60193"/>
                  <a:pt x="61349" y="60247"/>
                </a:cubicBezTo>
                <a:cubicBezTo>
                  <a:pt x="61645" y="60865"/>
                  <a:pt x="61968" y="61484"/>
                  <a:pt x="62263" y="62102"/>
                </a:cubicBezTo>
                <a:lnTo>
                  <a:pt x="61968" y="61726"/>
                </a:lnTo>
                <a:cubicBezTo>
                  <a:pt x="61753" y="61376"/>
                  <a:pt x="61564" y="61053"/>
                  <a:pt x="61376" y="60704"/>
                </a:cubicBezTo>
                <a:cubicBezTo>
                  <a:pt x="61296" y="60516"/>
                  <a:pt x="61269" y="60328"/>
                  <a:pt x="61242" y="60139"/>
                </a:cubicBezTo>
                <a:close/>
                <a:moveTo>
                  <a:pt x="85169" y="60381"/>
                </a:moveTo>
                <a:cubicBezTo>
                  <a:pt x="85518" y="60785"/>
                  <a:pt x="85841" y="61215"/>
                  <a:pt x="86163" y="61618"/>
                </a:cubicBezTo>
                <a:cubicBezTo>
                  <a:pt x="86190" y="61860"/>
                  <a:pt x="86190" y="62129"/>
                  <a:pt x="86217" y="62371"/>
                </a:cubicBezTo>
                <a:cubicBezTo>
                  <a:pt x="86056" y="62209"/>
                  <a:pt x="85921" y="62075"/>
                  <a:pt x="85760" y="61914"/>
                </a:cubicBezTo>
                <a:lnTo>
                  <a:pt x="84980" y="61053"/>
                </a:lnTo>
                <a:cubicBezTo>
                  <a:pt x="85061" y="60811"/>
                  <a:pt x="85115" y="60596"/>
                  <a:pt x="85169" y="60381"/>
                </a:cubicBezTo>
                <a:close/>
                <a:moveTo>
                  <a:pt x="75786" y="61941"/>
                </a:moveTo>
                <a:lnTo>
                  <a:pt x="75786" y="61941"/>
                </a:lnTo>
                <a:cubicBezTo>
                  <a:pt x="75759" y="62102"/>
                  <a:pt x="75732" y="62236"/>
                  <a:pt x="75732" y="62398"/>
                </a:cubicBezTo>
                <a:lnTo>
                  <a:pt x="75490" y="62048"/>
                </a:lnTo>
                <a:cubicBezTo>
                  <a:pt x="75490" y="62048"/>
                  <a:pt x="75517" y="62021"/>
                  <a:pt x="75517" y="62021"/>
                </a:cubicBezTo>
                <a:lnTo>
                  <a:pt x="75571" y="62021"/>
                </a:lnTo>
                <a:cubicBezTo>
                  <a:pt x="75652" y="61994"/>
                  <a:pt x="75732" y="61968"/>
                  <a:pt x="75786" y="61941"/>
                </a:cubicBezTo>
                <a:close/>
                <a:moveTo>
                  <a:pt x="46509" y="61134"/>
                </a:moveTo>
                <a:cubicBezTo>
                  <a:pt x="46536" y="61161"/>
                  <a:pt x="46590" y="61188"/>
                  <a:pt x="46644" y="61188"/>
                </a:cubicBezTo>
                <a:lnTo>
                  <a:pt x="45461" y="62451"/>
                </a:lnTo>
                <a:cubicBezTo>
                  <a:pt x="45810" y="62021"/>
                  <a:pt x="46160" y="61564"/>
                  <a:pt x="46509" y="61134"/>
                </a:cubicBezTo>
                <a:close/>
                <a:moveTo>
                  <a:pt x="87131" y="61914"/>
                </a:moveTo>
                <a:cubicBezTo>
                  <a:pt x="87336" y="62297"/>
                  <a:pt x="87565" y="62778"/>
                  <a:pt x="87517" y="62778"/>
                </a:cubicBezTo>
                <a:cubicBezTo>
                  <a:pt x="87515" y="62778"/>
                  <a:pt x="87511" y="62777"/>
                  <a:pt x="87508" y="62774"/>
                </a:cubicBezTo>
                <a:cubicBezTo>
                  <a:pt x="87481" y="62774"/>
                  <a:pt x="87454" y="62747"/>
                  <a:pt x="87427" y="62720"/>
                </a:cubicBezTo>
                <a:cubicBezTo>
                  <a:pt x="87346" y="62586"/>
                  <a:pt x="87239" y="62451"/>
                  <a:pt x="87131" y="62290"/>
                </a:cubicBezTo>
                <a:lnTo>
                  <a:pt x="87131" y="61914"/>
                </a:lnTo>
                <a:close/>
                <a:moveTo>
                  <a:pt x="108343" y="59037"/>
                </a:moveTo>
                <a:lnTo>
                  <a:pt x="108343" y="59037"/>
                </a:lnTo>
                <a:cubicBezTo>
                  <a:pt x="108585" y="59629"/>
                  <a:pt x="108638" y="60704"/>
                  <a:pt x="108746" y="61161"/>
                </a:cubicBezTo>
                <a:cubicBezTo>
                  <a:pt x="108853" y="61699"/>
                  <a:pt x="108934" y="62236"/>
                  <a:pt x="108988" y="62801"/>
                </a:cubicBezTo>
                <a:cubicBezTo>
                  <a:pt x="108853" y="61968"/>
                  <a:pt x="108719" y="61134"/>
                  <a:pt x="108585" y="60328"/>
                </a:cubicBezTo>
                <a:lnTo>
                  <a:pt x="108585" y="60354"/>
                </a:lnTo>
                <a:cubicBezTo>
                  <a:pt x="108531" y="59897"/>
                  <a:pt x="108450" y="59467"/>
                  <a:pt x="108343" y="59037"/>
                </a:cubicBezTo>
                <a:close/>
                <a:moveTo>
                  <a:pt x="62962" y="58365"/>
                </a:moveTo>
                <a:cubicBezTo>
                  <a:pt x="62962" y="58392"/>
                  <a:pt x="62989" y="58419"/>
                  <a:pt x="62989" y="58473"/>
                </a:cubicBezTo>
                <a:cubicBezTo>
                  <a:pt x="63178" y="58930"/>
                  <a:pt x="64307" y="62828"/>
                  <a:pt x="64334" y="62855"/>
                </a:cubicBezTo>
                <a:cubicBezTo>
                  <a:pt x="63661" y="62828"/>
                  <a:pt x="63124" y="59521"/>
                  <a:pt x="62962" y="58957"/>
                </a:cubicBezTo>
                <a:lnTo>
                  <a:pt x="62962" y="58930"/>
                </a:lnTo>
                <a:cubicBezTo>
                  <a:pt x="62936" y="58768"/>
                  <a:pt x="62882" y="58607"/>
                  <a:pt x="62855" y="58446"/>
                </a:cubicBezTo>
                <a:cubicBezTo>
                  <a:pt x="62882" y="58419"/>
                  <a:pt x="62936" y="58392"/>
                  <a:pt x="62962" y="58365"/>
                </a:cubicBezTo>
                <a:close/>
                <a:moveTo>
                  <a:pt x="86432" y="61968"/>
                </a:moveTo>
                <a:lnTo>
                  <a:pt x="86432" y="61968"/>
                </a:lnTo>
                <a:cubicBezTo>
                  <a:pt x="86567" y="62129"/>
                  <a:pt x="86674" y="62317"/>
                  <a:pt x="86809" y="62478"/>
                </a:cubicBezTo>
                <a:lnTo>
                  <a:pt x="86809" y="62613"/>
                </a:lnTo>
                <a:cubicBezTo>
                  <a:pt x="86809" y="62693"/>
                  <a:pt x="86809" y="62774"/>
                  <a:pt x="86782" y="62882"/>
                </a:cubicBezTo>
                <a:lnTo>
                  <a:pt x="86486" y="62586"/>
                </a:lnTo>
                <a:cubicBezTo>
                  <a:pt x="86459" y="62371"/>
                  <a:pt x="86459" y="62156"/>
                  <a:pt x="86432" y="61968"/>
                </a:cubicBezTo>
                <a:close/>
                <a:moveTo>
                  <a:pt x="106998" y="55838"/>
                </a:moveTo>
                <a:lnTo>
                  <a:pt x="106998" y="55838"/>
                </a:lnTo>
                <a:cubicBezTo>
                  <a:pt x="107294" y="56322"/>
                  <a:pt x="107590" y="56806"/>
                  <a:pt x="107886" y="57263"/>
                </a:cubicBezTo>
                <a:cubicBezTo>
                  <a:pt x="107778" y="57263"/>
                  <a:pt x="107697" y="57370"/>
                  <a:pt x="107697" y="57478"/>
                </a:cubicBezTo>
                <a:cubicBezTo>
                  <a:pt x="107805" y="58338"/>
                  <a:pt x="107912" y="59198"/>
                  <a:pt x="108047" y="60059"/>
                </a:cubicBezTo>
                <a:cubicBezTo>
                  <a:pt x="108154" y="61000"/>
                  <a:pt x="108289" y="61941"/>
                  <a:pt x="108423" y="62882"/>
                </a:cubicBezTo>
                <a:cubicBezTo>
                  <a:pt x="108262" y="62290"/>
                  <a:pt x="108101" y="61699"/>
                  <a:pt x="107966" y="61134"/>
                </a:cubicBezTo>
                <a:lnTo>
                  <a:pt x="107966" y="61161"/>
                </a:lnTo>
                <a:cubicBezTo>
                  <a:pt x="107778" y="59817"/>
                  <a:pt x="107536" y="58473"/>
                  <a:pt x="107267" y="57128"/>
                </a:cubicBezTo>
                <a:lnTo>
                  <a:pt x="107267" y="57128"/>
                </a:lnTo>
                <a:cubicBezTo>
                  <a:pt x="107321" y="57182"/>
                  <a:pt x="107348" y="57236"/>
                  <a:pt x="107402" y="57290"/>
                </a:cubicBezTo>
                <a:cubicBezTo>
                  <a:pt x="107430" y="57325"/>
                  <a:pt x="107465" y="57340"/>
                  <a:pt x="107497" y="57340"/>
                </a:cubicBezTo>
                <a:cubicBezTo>
                  <a:pt x="107588" y="57340"/>
                  <a:pt x="107669" y="57227"/>
                  <a:pt x="107590" y="57128"/>
                </a:cubicBezTo>
                <a:lnTo>
                  <a:pt x="107133" y="56510"/>
                </a:lnTo>
                <a:cubicBezTo>
                  <a:pt x="107079" y="56295"/>
                  <a:pt x="107025" y="56053"/>
                  <a:pt x="106998" y="55838"/>
                </a:cubicBezTo>
                <a:close/>
                <a:moveTo>
                  <a:pt x="91110" y="60596"/>
                </a:moveTo>
                <a:cubicBezTo>
                  <a:pt x="91056" y="61403"/>
                  <a:pt x="91002" y="62209"/>
                  <a:pt x="90922" y="62962"/>
                </a:cubicBezTo>
                <a:lnTo>
                  <a:pt x="90841" y="62317"/>
                </a:lnTo>
                <a:cubicBezTo>
                  <a:pt x="90868" y="62129"/>
                  <a:pt x="90895" y="61994"/>
                  <a:pt x="90895" y="61914"/>
                </a:cubicBezTo>
                <a:cubicBezTo>
                  <a:pt x="90976" y="61484"/>
                  <a:pt x="91029" y="61027"/>
                  <a:pt x="91110" y="60596"/>
                </a:cubicBezTo>
                <a:close/>
                <a:moveTo>
                  <a:pt x="87051" y="62908"/>
                </a:moveTo>
                <a:lnTo>
                  <a:pt x="87051" y="63097"/>
                </a:lnTo>
                <a:lnTo>
                  <a:pt x="87024" y="63097"/>
                </a:lnTo>
                <a:lnTo>
                  <a:pt x="87051" y="62908"/>
                </a:lnTo>
                <a:close/>
                <a:moveTo>
                  <a:pt x="87131" y="61269"/>
                </a:moveTo>
                <a:lnTo>
                  <a:pt x="87131" y="61269"/>
                </a:lnTo>
                <a:cubicBezTo>
                  <a:pt x="87400" y="61510"/>
                  <a:pt x="87669" y="61726"/>
                  <a:pt x="87938" y="61941"/>
                </a:cubicBezTo>
                <a:lnTo>
                  <a:pt x="87857" y="63150"/>
                </a:lnTo>
                <a:cubicBezTo>
                  <a:pt x="87723" y="62478"/>
                  <a:pt x="87481" y="61860"/>
                  <a:pt x="87131" y="61269"/>
                </a:cubicBezTo>
                <a:close/>
                <a:moveTo>
                  <a:pt x="54440" y="57478"/>
                </a:moveTo>
                <a:cubicBezTo>
                  <a:pt x="54575" y="57478"/>
                  <a:pt x="54763" y="57612"/>
                  <a:pt x="54924" y="57854"/>
                </a:cubicBezTo>
                <a:cubicBezTo>
                  <a:pt x="55379" y="59674"/>
                  <a:pt x="55943" y="61464"/>
                  <a:pt x="56657" y="63187"/>
                </a:cubicBezTo>
                <a:lnTo>
                  <a:pt x="56657" y="63187"/>
                </a:lnTo>
                <a:cubicBezTo>
                  <a:pt x="55851" y="61314"/>
                  <a:pt x="55110" y="59411"/>
                  <a:pt x="54440" y="57478"/>
                </a:cubicBezTo>
                <a:close/>
                <a:moveTo>
                  <a:pt x="93153" y="57478"/>
                </a:moveTo>
                <a:lnTo>
                  <a:pt x="93207" y="57559"/>
                </a:lnTo>
                <a:cubicBezTo>
                  <a:pt x="94309" y="59333"/>
                  <a:pt x="95492" y="61027"/>
                  <a:pt x="96756" y="62666"/>
                </a:cubicBezTo>
                <a:cubicBezTo>
                  <a:pt x="96894" y="62851"/>
                  <a:pt x="97024" y="63045"/>
                  <a:pt x="97155" y="63237"/>
                </a:cubicBezTo>
                <a:lnTo>
                  <a:pt x="97155" y="63237"/>
                </a:lnTo>
                <a:cubicBezTo>
                  <a:pt x="96377" y="62153"/>
                  <a:pt x="95539" y="61109"/>
                  <a:pt x="94659" y="60086"/>
                </a:cubicBezTo>
                <a:cubicBezTo>
                  <a:pt x="94605" y="60032"/>
                  <a:pt x="94551" y="59978"/>
                  <a:pt x="94497" y="59924"/>
                </a:cubicBezTo>
                <a:cubicBezTo>
                  <a:pt x="94470" y="59871"/>
                  <a:pt x="94497" y="59817"/>
                  <a:pt x="94497" y="59763"/>
                </a:cubicBezTo>
                <a:cubicBezTo>
                  <a:pt x="94497" y="59710"/>
                  <a:pt x="94452" y="59669"/>
                  <a:pt x="94398" y="59669"/>
                </a:cubicBezTo>
                <a:cubicBezTo>
                  <a:pt x="94369" y="59669"/>
                  <a:pt x="94337" y="59681"/>
                  <a:pt x="94309" y="59709"/>
                </a:cubicBezTo>
                <a:lnTo>
                  <a:pt x="94202" y="59602"/>
                </a:lnTo>
                <a:cubicBezTo>
                  <a:pt x="93879" y="58903"/>
                  <a:pt x="93530" y="58204"/>
                  <a:pt x="93153" y="57478"/>
                </a:cubicBezTo>
                <a:close/>
                <a:moveTo>
                  <a:pt x="62075" y="61080"/>
                </a:moveTo>
                <a:lnTo>
                  <a:pt x="62183" y="61134"/>
                </a:lnTo>
                <a:lnTo>
                  <a:pt x="62452" y="61752"/>
                </a:lnTo>
                <a:cubicBezTo>
                  <a:pt x="62586" y="62102"/>
                  <a:pt x="63043" y="62801"/>
                  <a:pt x="63204" y="63258"/>
                </a:cubicBezTo>
                <a:lnTo>
                  <a:pt x="62075" y="61080"/>
                </a:lnTo>
                <a:close/>
                <a:moveTo>
                  <a:pt x="68742" y="59064"/>
                </a:moveTo>
                <a:cubicBezTo>
                  <a:pt x="68447" y="60005"/>
                  <a:pt x="68151" y="60919"/>
                  <a:pt x="67855" y="61860"/>
                </a:cubicBezTo>
                <a:cubicBezTo>
                  <a:pt x="67721" y="62290"/>
                  <a:pt x="67640" y="62962"/>
                  <a:pt x="67398" y="63339"/>
                </a:cubicBezTo>
                <a:cubicBezTo>
                  <a:pt x="67748" y="61887"/>
                  <a:pt x="68205" y="60462"/>
                  <a:pt x="68742" y="59064"/>
                </a:cubicBezTo>
                <a:close/>
                <a:moveTo>
                  <a:pt x="62505" y="60811"/>
                </a:moveTo>
                <a:lnTo>
                  <a:pt x="62505" y="60811"/>
                </a:lnTo>
                <a:cubicBezTo>
                  <a:pt x="62532" y="60919"/>
                  <a:pt x="62559" y="61000"/>
                  <a:pt x="62613" y="61107"/>
                </a:cubicBezTo>
                <a:cubicBezTo>
                  <a:pt x="62828" y="61699"/>
                  <a:pt x="62989" y="62317"/>
                  <a:pt x="63258" y="62908"/>
                </a:cubicBezTo>
                <a:cubicBezTo>
                  <a:pt x="63451" y="63359"/>
                  <a:pt x="63519" y="63523"/>
                  <a:pt x="63516" y="63523"/>
                </a:cubicBezTo>
                <a:cubicBezTo>
                  <a:pt x="63508" y="63523"/>
                  <a:pt x="63110" y="62624"/>
                  <a:pt x="63016" y="62398"/>
                </a:cubicBezTo>
                <a:cubicBezTo>
                  <a:pt x="62828" y="62021"/>
                  <a:pt x="62667" y="61618"/>
                  <a:pt x="62505" y="61242"/>
                </a:cubicBezTo>
                <a:cubicBezTo>
                  <a:pt x="62532" y="61215"/>
                  <a:pt x="62559" y="61161"/>
                  <a:pt x="62559" y="61107"/>
                </a:cubicBezTo>
                <a:lnTo>
                  <a:pt x="62505" y="60811"/>
                </a:lnTo>
                <a:close/>
                <a:moveTo>
                  <a:pt x="95116" y="61618"/>
                </a:moveTo>
                <a:lnTo>
                  <a:pt x="95116" y="61618"/>
                </a:lnTo>
                <a:cubicBezTo>
                  <a:pt x="95438" y="62156"/>
                  <a:pt x="95788" y="62693"/>
                  <a:pt x="96110" y="63231"/>
                </a:cubicBezTo>
                <a:lnTo>
                  <a:pt x="96030" y="63581"/>
                </a:lnTo>
                <a:lnTo>
                  <a:pt x="95842" y="63339"/>
                </a:lnTo>
                <a:cubicBezTo>
                  <a:pt x="95600" y="62747"/>
                  <a:pt x="95358" y="62183"/>
                  <a:pt x="95116" y="61618"/>
                </a:cubicBezTo>
                <a:close/>
                <a:moveTo>
                  <a:pt x="83341" y="60408"/>
                </a:moveTo>
                <a:lnTo>
                  <a:pt x="83341" y="60408"/>
                </a:lnTo>
                <a:cubicBezTo>
                  <a:pt x="84362" y="61349"/>
                  <a:pt x="85384" y="62290"/>
                  <a:pt x="86325" y="63312"/>
                </a:cubicBezTo>
                <a:lnTo>
                  <a:pt x="86378" y="63634"/>
                </a:lnTo>
                <a:cubicBezTo>
                  <a:pt x="85787" y="63150"/>
                  <a:pt x="85249" y="62666"/>
                  <a:pt x="84738" y="62129"/>
                </a:cubicBezTo>
                <a:cubicBezTo>
                  <a:pt x="84281" y="61537"/>
                  <a:pt x="83824" y="60973"/>
                  <a:pt x="83341" y="60408"/>
                </a:cubicBezTo>
                <a:close/>
                <a:moveTo>
                  <a:pt x="87104" y="62882"/>
                </a:moveTo>
                <a:cubicBezTo>
                  <a:pt x="87319" y="63150"/>
                  <a:pt x="87508" y="63392"/>
                  <a:pt x="87696" y="63661"/>
                </a:cubicBezTo>
                <a:cubicBezTo>
                  <a:pt x="87508" y="63500"/>
                  <a:pt x="87319" y="63339"/>
                  <a:pt x="87104" y="63150"/>
                </a:cubicBezTo>
                <a:lnTo>
                  <a:pt x="87104" y="62882"/>
                </a:lnTo>
                <a:close/>
                <a:moveTo>
                  <a:pt x="72372" y="57585"/>
                </a:moveTo>
                <a:lnTo>
                  <a:pt x="72372" y="57585"/>
                </a:lnTo>
                <a:cubicBezTo>
                  <a:pt x="73178" y="58930"/>
                  <a:pt x="73985" y="60247"/>
                  <a:pt x="74872" y="61537"/>
                </a:cubicBezTo>
                <a:cubicBezTo>
                  <a:pt x="75114" y="62075"/>
                  <a:pt x="75329" y="62640"/>
                  <a:pt x="75544" y="63177"/>
                </a:cubicBezTo>
                <a:cubicBezTo>
                  <a:pt x="75517" y="63392"/>
                  <a:pt x="75463" y="63607"/>
                  <a:pt x="75437" y="63796"/>
                </a:cubicBezTo>
                <a:cubicBezTo>
                  <a:pt x="74980" y="63097"/>
                  <a:pt x="74523" y="62371"/>
                  <a:pt x="74092" y="61645"/>
                </a:cubicBezTo>
                <a:cubicBezTo>
                  <a:pt x="73555" y="60731"/>
                  <a:pt x="73044" y="59790"/>
                  <a:pt x="72587" y="58849"/>
                </a:cubicBezTo>
                <a:lnTo>
                  <a:pt x="72587" y="58822"/>
                </a:lnTo>
                <a:cubicBezTo>
                  <a:pt x="72506" y="58419"/>
                  <a:pt x="72452" y="58016"/>
                  <a:pt x="72372" y="57585"/>
                </a:cubicBezTo>
                <a:close/>
                <a:moveTo>
                  <a:pt x="86513" y="63527"/>
                </a:moveTo>
                <a:cubicBezTo>
                  <a:pt x="86567" y="63581"/>
                  <a:pt x="86593" y="63607"/>
                  <a:pt x="86647" y="63661"/>
                </a:cubicBezTo>
                <a:lnTo>
                  <a:pt x="86620" y="63849"/>
                </a:lnTo>
                <a:lnTo>
                  <a:pt x="86540" y="63796"/>
                </a:lnTo>
                <a:cubicBezTo>
                  <a:pt x="86540" y="63715"/>
                  <a:pt x="86513" y="63607"/>
                  <a:pt x="86513" y="63527"/>
                </a:cubicBezTo>
                <a:close/>
                <a:moveTo>
                  <a:pt x="88099" y="62183"/>
                </a:moveTo>
                <a:cubicBezTo>
                  <a:pt x="88126" y="62747"/>
                  <a:pt x="88180" y="63312"/>
                  <a:pt x="88233" y="63876"/>
                </a:cubicBezTo>
                <a:lnTo>
                  <a:pt x="88018" y="63527"/>
                </a:lnTo>
                <a:lnTo>
                  <a:pt x="88099" y="62183"/>
                </a:lnTo>
                <a:close/>
                <a:moveTo>
                  <a:pt x="77480" y="61349"/>
                </a:moveTo>
                <a:lnTo>
                  <a:pt x="77749" y="61833"/>
                </a:lnTo>
                <a:cubicBezTo>
                  <a:pt x="77614" y="62156"/>
                  <a:pt x="77480" y="62451"/>
                  <a:pt x="77345" y="62774"/>
                </a:cubicBezTo>
                <a:cubicBezTo>
                  <a:pt x="77238" y="62989"/>
                  <a:pt x="76996" y="63392"/>
                  <a:pt x="76781" y="63903"/>
                </a:cubicBezTo>
                <a:cubicBezTo>
                  <a:pt x="76781" y="63849"/>
                  <a:pt x="76781" y="63796"/>
                  <a:pt x="76781" y="63742"/>
                </a:cubicBezTo>
                <a:cubicBezTo>
                  <a:pt x="76808" y="63581"/>
                  <a:pt x="76835" y="63419"/>
                  <a:pt x="76861" y="63258"/>
                </a:cubicBezTo>
                <a:cubicBezTo>
                  <a:pt x="76888" y="63204"/>
                  <a:pt x="76915" y="63124"/>
                  <a:pt x="76942" y="63070"/>
                </a:cubicBezTo>
                <a:cubicBezTo>
                  <a:pt x="77077" y="62478"/>
                  <a:pt x="77265" y="61914"/>
                  <a:pt x="77480" y="61349"/>
                </a:cubicBezTo>
                <a:close/>
                <a:moveTo>
                  <a:pt x="86970" y="64011"/>
                </a:moveTo>
                <a:lnTo>
                  <a:pt x="87104" y="64145"/>
                </a:lnTo>
                <a:lnTo>
                  <a:pt x="87104" y="64199"/>
                </a:lnTo>
                <a:cubicBezTo>
                  <a:pt x="87104" y="64199"/>
                  <a:pt x="87024" y="64118"/>
                  <a:pt x="86970" y="64091"/>
                </a:cubicBezTo>
                <a:lnTo>
                  <a:pt x="86970" y="64011"/>
                </a:lnTo>
                <a:close/>
                <a:moveTo>
                  <a:pt x="87588" y="64011"/>
                </a:moveTo>
                <a:lnTo>
                  <a:pt x="87857" y="64226"/>
                </a:lnTo>
                <a:lnTo>
                  <a:pt x="87857" y="64333"/>
                </a:lnTo>
                <a:lnTo>
                  <a:pt x="87588" y="64011"/>
                </a:lnTo>
                <a:close/>
                <a:moveTo>
                  <a:pt x="71081" y="57774"/>
                </a:moveTo>
                <a:lnTo>
                  <a:pt x="71081" y="57774"/>
                </a:lnTo>
                <a:cubicBezTo>
                  <a:pt x="70947" y="60005"/>
                  <a:pt x="70786" y="62209"/>
                  <a:pt x="70651" y="64414"/>
                </a:cubicBezTo>
                <a:lnTo>
                  <a:pt x="70651" y="64387"/>
                </a:lnTo>
                <a:cubicBezTo>
                  <a:pt x="70544" y="62962"/>
                  <a:pt x="70490" y="61537"/>
                  <a:pt x="70544" y="60113"/>
                </a:cubicBezTo>
                <a:lnTo>
                  <a:pt x="70678" y="59467"/>
                </a:lnTo>
                <a:cubicBezTo>
                  <a:pt x="70813" y="58903"/>
                  <a:pt x="70974" y="58365"/>
                  <a:pt x="71081" y="57774"/>
                </a:cubicBezTo>
                <a:close/>
                <a:moveTo>
                  <a:pt x="85948" y="63742"/>
                </a:moveTo>
                <a:lnTo>
                  <a:pt x="86432" y="64145"/>
                </a:lnTo>
                <a:cubicBezTo>
                  <a:pt x="86459" y="64253"/>
                  <a:pt x="86486" y="64387"/>
                  <a:pt x="86513" y="64521"/>
                </a:cubicBezTo>
                <a:cubicBezTo>
                  <a:pt x="86325" y="64253"/>
                  <a:pt x="86136" y="63984"/>
                  <a:pt x="85948" y="63742"/>
                </a:cubicBezTo>
                <a:close/>
                <a:moveTo>
                  <a:pt x="60032" y="59817"/>
                </a:moveTo>
                <a:cubicBezTo>
                  <a:pt x="60435" y="60462"/>
                  <a:pt x="60865" y="61161"/>
                  <a:pt x="61269" y="61806"/>
                </a:cubicBezTo>
                <a:cubicBezTo>
                  <a:pt x="61323" y="61914"/>
                  <a:pt x="61349" y="61994"/>
                  <a:pt x="61376" y="62075"/>
                </a:cubicBezTo>
                <a:cubicBezTo>
                  <a:pt x="61376" y="62094"/>
                  <a:pt x="61403" y="62113"/>
                  <a:pt x="61428" y="62113"/>
                </a:cubicBezTo>
                <a:cubicBezTo>
                  <a:pt x="61439" y="62113"/>
                  <a:pt x="61449" y="62110"/>
                  <a:pt x="61457" y="62102"/>
                </a:cubicBezTo>
                <a:cubicBezTo>
                  <a:pt x="62156" y="63285"/>
                  <a:pt x="62747" y="64280"/>
                  <a:pt x="62882" y="64575"/>
                </a:cubicBezTo>
                <a:cubicBezTo>
                  <a:pt x="62667" y="64387"/>
                  <a:pt x="62479" y="64172"/>
                  <a:pt x="62290" y="63957"/>
                </a:cubicBezTo>
                <a:cubicBezTo>
                  <a:pt x="61914" y="63554"/>
                  <a:pt x="61591" y="63124"/>
                  <a:pt x="61242" y="62693"/>
                </a:cubicBezTo>
                <a:cubicBezTo>
                  <a:pt x="60865" y="62183"/>
                  <a:pt x="60516" y="61672"/>
                  <a:pt x="60167" y="61161"/>
                </a:cubicBezTo>
                <a:cubicBezTo>
                  <a:pt x="60140" y="60731"/>
                  <a:pt x="60086" y="60274"/>
                  <a:pt x="60032" y="59817"/>
                </a:cubicBezTo>
                <a:close/>
                <a:moveTo>
                  <a:pt x="86593" y="64253"/>
                </a:moveTo>
                <a:lnTo>
                  <a:pt x="86620" y="64280"/>
                </a:lnTo>
                <a:cubicBezTo>
                  <a:pt x="86620" y="64360"/>
                  <a:pt x="86647" y="64468"/>
                  <a:pt x="86674" y="64548"/>
                </a:cubicBezTo>
                <a:lnTo>
                  <a:pt x="86674" y="64575"/>
                </a:lnTo>
                <a:cubicBezTo>
                  <a:pt x="86620" y="64468"/>
                  <a:pt x="86620" y="64360"/>
                  <a:pt x="86593" y="64253"/>
                </a:cubicBezTo>
                <a:close/>
                <a:moveTo>
                  <a:pt x="96084" y="60892"/>
                </a:moveTo>
                <a:lnTo>
                  <a:pt x="96084" y="60892"/>
                </a:lnTo>
                <a:cubicBezTo>
                  <a:pt x="96245" y="61080"/>
                  <a:pt x="96406" y="61295"/>
                  <a:pt x="96594" y="61484"/>
                </a:cubicBezTo>
                <a:lnTo>
                  <a:pt x="98826" y="64602"/>
                </a:lnTo>
                <a:cubicBezTo>
                  <a:pt x="98234" y="63903"/>
                  <a:pt x="97643" y="63204"/>
                  <a:pt x="97078" y="62478"/>
                </a:cubicBezTo>
                <a:cubicBezTo>
                  <a:pt x="96756" y="61941"/>
                  <a:pt x="96406" y="61430"/>
                  <a:pt x="96084" y="60892"/>
                </a:cubicBezTo>
                <a:close/>
                <a:moveTo>
                  <a:pt x="54360" y="57505"/>
                </a:moveTo>
                <a:cubicBezTo>
                  <a:pt x="54494" y="57935"/>
                  <a:pt x="54602" y="58473"/>
                  <a:pt x="54682" y="58715"/>
                </a:cubicBezTo>
                <a:cubicBezTo>
                  <a:pt x="54951" y="59387"/>
                  <a:pt x="55193" y="60059"/>
                  <a:pt x="55462" y="60731"/>
                </a:cubicBezTo>
                <a:cubicBezTo>
                  <a:pt x="55999" y="62075"/>
                  <a:pt x="56591" y="63392"/>
                  <a:pt x="57182" y="64710"/>
                </a:cubicBezTo>
                <a:cubicBezTo>
                  <a:pt x="56806" y="63930"/>
                  <a:pt x="56430" y="63150"/>
                  <a:pt x="56080" y="62371"/>
                </a:cubicBezTo>
                <a:cubicBezTo>
                  <a:pt x="55811" y="61779"/>
                  <a:pt x="54010" y="57908"/>
                  <a:pt x="54360" y="57505"/>
                </a:cubicBezTo>
                <a:close/>
                <a:moveTo>
                  <a:pt x="74415" y="62828"/>
                </a:moveTo>
                <a:cubicBezTo>
                  <a:pt x="74711" y="63312"/>
                  <a:pt x="75033" y="63796"/>
                  <a:pt x="75356" y="64280"/>
                </a:cubicBezTo>
                <a:cubicBezTo>
                  <a:pt x="75356" y="64414"/>
                  <a:pt x="75329" y="64575"/>
                  <a:pt x="75302" y="64710"/>
                </a:cubicBezTo>
                <a:lnTo>
                  <a:pt x="74415" y="62828"/>
                </a:lnTo>
                <a:close/>
                <a:moveTo>
                  <a:pt x="89658" y="59414"/>
                </a:moveTo>
                <a:cubicBezTo>
                  <a:pt x="89685" y="59602"/>
                  <a:pt x="89712" y="59790"/>
                  <a:pt x="89739" y="60005"/>
                </a:cubicBezTo>
                <a:cubicBezTo>
                  <a:pt x="89900" y="61242"/>
                  <a:pt x="90062" y="62505"/>
                  <a:pt x="90277" y="63769"/>
                </a:cubicBezTo>
                <a:lnTo>
                  <a:pt x="90223" y="64710"/>
                </a:lnTo>
                <a:cubicBezTo>
                  <a:pt x="90169" y="64360"/>
                  <a:pt x="90115" y="64011"/>
                  <a:pt x="90088" y="63661"/>
                </a:cubicBezTo>
                <a:cubicBezTo>
                  <a:pt x="89954" y="62236"/>
                  <a:pt x="89793" y="60811"/>
                  <a:pt x="89658" y="59414"/>
                </a:cubicBezTo>
                <a:close/>
                <a:moveTo>
                  <a:pt x="87965" y="64306"/>
                </a:moveTo>
                <a:lnTo>
                  <a:pt x="88314" y="64575"/>
                </a:lnTo>
                <a:lnTo>
                  <a:pt x="88341" y="64898"/>
                </a:lnTo>
                <a:lnTo>
                  <a:pt x="88341" y="64898"/>
                </a:lnTo>
                <a:lnTo>
                  <a:pt x="87965" y="64468"/>
                </a:lnTo>
                <a:cubicBezTo>
                  <a:pt x="87991" y="64414"/>
                  <a:pt x="87991" y="64360"/>
                  <a:pt x="87991" y="64333"/>
                </a:cubicBezTo>
                <a:lnTo>
                  <a:pt x="87965" y="64306"/>
                </a:lnTo>
                <a:close/>
                <a:moveTo>
                  <a:pt x="52585" y="62263"/>
                </a:moveTo>
                <a:lnTo>
                  <a:pt x="52585" y="62263"/>
                </a:lnTo>
                <a:cubicBezTo>
                  <a:pt x="52791" y="63240"/>
                  <a:pt x="52996" y="64216"/>
                  <a:pt x="53202" y="65193"/>
                </a:cubicBezTo>
                <a:lnTo>
                  <a:pt x="52773" y="64145"/>
                </a:lnTo>
                <a:cubicBezTo>
                  <a:pt x="52693" y="63527"/>
                  <a:pt x="52612" y="62882"/>
                  <a:pt x="52585" y="62263"/>
                </a:cubicBezTo>
                <a:close/>
                <a:moveTo>
                  <a:pt x="77991" y="62183"/>
                </a:moveTo>
                <a:cubicBezTo>
                  <a:pt x="78017" y="62183"/>
                  <a:pt x="78071" y="62209"/>
                  <a:pt x="78098" y="62209"/>
                </a:cubicBezTo>
                <a:cubicBezTo>
                  <a:pt x="77829" y="63231"/>
                  <a:pt x="77453" y="64226"/>
                  <a:pt x="76996" y="65194"/>
                </a:cubicBezTo>
                <a:cubicBezTo>
                  <a:pt x="76969" y="65032"/>
                  <a:pt x="76942" y="64871"/>
                  <a:pt x="76915" y="64710"/>
                </a:cubicBezTo>
                <a:cubicBezTo>
                  <a:pt x="76915" y="64683"/>
                  <a:pt x="76942" y="64629"/>
                  <a:pt x="76969" y="64575"/>
                </a:cubicBezTo>
                <a:cubicBezTo>
                  <a:pt x="77103" y="64199"/>
                  <a:pt x="77238" y="63849"/>
                  <a:pt x="77399" y="63500"/>
                </a:cubicBezTo>
                <a:cubicBezTo>
                  <a:pt x="77587" y="63070"/>
                  <a:pt x="77802" y="62613"/>
                  <a:pt x="77991" y="62183"/>
                </a:cubicBezTo>
                <a:close/>
                <a:moveTo>
                  <a:pt x="61376" y="61080"/>
                </a:moveTo>
                <a:lnTo>
                  <a:pt x="61376" y="61080"/>
                </a:lnTo>
                <a:cubicBezTo>
                  <a:pt x="61887" y="61941"/>
                  <a:pt x="62425" y="62747"/>
                  <a:pt x="63016" y="63554"/>
                </a:cubicBezTo>
                <a:cubicBezTo>
                  <a:pt x="63204" y="63903"/>
                  <a:pt x="63419" y="64253"/>
                  <a:pt x="63608" y="64575"/>
                </a:cubicBezTo>
                <a:cubicBezTo>
                  <a:pt x="63713" y="64751"/>
                  <a:pt x="63990" y="65213"/>
                  <a:pt x="63983" y="65213"/>
                </a:cubicBezTo>
                <a:cubicBezTo>
                  <a:pt x="63979" y="65213"/>
                  <a:pt x="63895" y="65083"/>
                  <a:pt x="63661" y="64710"/>
                </a:cubicBezTo>
                <a:cubicBezTo>
                  <a:pt x="63258" y="64064"/>
                  <a:pt x="62774" y="63446"/>
                  <a:pt x="62344" y="62801"/>
                </a:cubicBezTo>
                <a:cubicBezTo>
                  <a:pt x="62022" y="62290"/>
                  <a:pt x="61699" y="61779"/>
                  <a:pt x="61403" y="61242"/>
                </a:cubicBezTo>
                <a:lnTo>
                  <a:pt x="61376" y="61080"/>
                </a:lnTo>
                <a:close/>
                <a:moveTo>
                  <a:pt x="58634" y="60516"/>
                </a:moveTo>
                <a:cubicBezTo>
                  <a:pt x="59494" y="62075"/>
                  <a:pt x="60328" y="63661"/>
                  <a:pt x="61161" y="65247"/>
                </a:cubicBezTo>
                <a:cubicBezTo>
                  <a:pt x="60220" y="63742"/>
                  <a:pt x="59360" y="62156"/>
                  <a:pt x="58634" y="60516"/>
                </a:cubicBezTo>
                <a:close/>
                <a:moveTo>
                  <a:pt x="83394" y="61161"/>
                </a:moveTo>
                <a:lnTo>
                  <a:pt x="83394" y="61161"/>
                </a:lnTo>
                <a:cubicBezTo>
                  <a:pt x="83717" y="61510"/>
                  <a:pt x="84039" y="61833"/>
                  <a:pt x="84335" y="62156"/>
                </a:cubicBezTo>
                <a:lnTo>
                  <a:pt x="84308" y="62156"/>
                </a:lnTo>
                <a:cubicBezTo>
                  <a:pt x="85142" y="63204"/>
                  <a:pt x="85921" y="64253"/>
                  <a:pt x="86647" y="65355"/>
                </a:cubicBezTo>
                <a:cubicBezTo>
                  <a:pt x="86163" y="64952"/>
                  <a:pt x="85733" y="64495"/>
                  <a:pt x="85303" y="63984"/>
                </a:cubicBezTo>
                <a:cubicBezTo>
                  <a:pt x="85007" y="63554"/>
                  <a:pt x="84685" y="63150"/>
                  <a:pt x="84362" y="62720"/>
                </a:cubicBezTo>
                <a:cubicBezTo>
                  <a:pt x="84039" y="62209"/>
                  <a:pt x="83690" y="61699"/>
                  <a:pt x="83394" y="61161"/>
                </a:cubicBezTo>
                <a:close/>
                <a:moveTo>
                  <a:pt x="86943" y="64495"/>
                </a:moveTo>
                <a:lnTo>
                  <a:pt x="87104" y="64629"/>
                </a:lnTo>
                <a:cubicBezTo>
                  <a:pt x="87104" y="64898"/>
                  <a:pt x="87131" y="65194"/>
                  <a:pt x="87158" y="65489"/>
                </a:cubicBezTo>
                <a:lnTo>
                  <a:pt x="86916" y="65086"/>
                </a:lnTo>
                <a:lnTo>
                  <a:pt x="86943" y="64495"/>
                </a:lnTo>
                <a:close/>
                <a:moveTo>
                  <a:pt x="88422" y="65409"/>
                </a:moveTo>
                <a:cubicBezTo>
                  <a:pt x="88422" y="65436"/>
                  <a:pt x="88448" y="65436"/>
                  <a:pt x="88475" y="65436"/>
                </a:cubicBezTo>
                <a:cubicBezTo>
                  <a:pt x="88475" y="65516"/>
                  <a:pt x="88475" y="65570"/>
                  <a:pt x="88502" y="65651"/>
                </a:cubicBezTo>
                <a:cubicBezTo>
                  <a:pt x="88422" y="65597"/>
                  <a:pt x="88395" y="65489"/>
                  <a:pt x="88368" y="65436"/>
                </a:cubicBezTo>
                <a:lnTo>
                  <a:pt x="88395" y="65409"/>
                </a:lnTo>
                <a:close/>
                <a:moveTo>
                  <a:pt x="87239" y="64710"/>
                </a:moveTo>
                <a:lnTo>
                  <a:pt x="87239" y="64710"/>
                </a:lnTo>
                <a:cubicBezTo>
                  <a:pt x="87400" y="64844"/>
                  <a:pt x="87588" y="64952"/>
                  <a:pt x="87776" y="65086"/>
                </a:cubicBezTo>
                <a:cubicBezTo>
                  <a:pt x="87776" y="65113"/>
                  <a:pt x="87776" y="65167"/>
                  <a:pt x="87749" y="65194"/>
                </a:cubicBezTo>
                <a:cubicBezTo>
                  <a:pt x="87776" y="65436"/>
                  <a:pt x="87749" y="65651"/>
                  <a:pt x="87749" y="65866"/>
                </a:cubicBezTo>
                <a:lnTo>
                  <a:pt x="87723" y="65839"/>
                </a:lnTo>
                <a:cubicBezTo>
                  <a:pt x="87373" y="65731"/>
                  <a:pt x="87185" y="65355"/>
                  <a:pt x="87292" y="65032"/>
                </a:cubicBezTo>
                <a:cubicBezTo>
                  <a:pt x="87266" y="64925"/>
                  <a:pt x="87266" y="64817"/>
                  <a:pt x="87239" y="64710"/>
                </a:cubicBezTo>
                <a:close/>
                <a:moveTo>
                  <a:pt x="87991" y="65220"/>
                </a:moveTo>
                <a:cubicBezTo>
                  <a:pt x="88175" y="65588"/>
                  <a:pt x="88308" y="65981"/>
                  <a:pt x="87938" y="66100"/>
                </a:cubicBezTo>
                <a:lnTo>
                  <a:pt x="87938" y="66100"/>
                </a:lnTo>
                <a:lnTo>
                  <a:pt x="87991" y="65220"/>
                </a:lnTo>
                <a:close/>
                <a:moveTo>
                  <a:pt x="70275" y="56779"/>
                </a:moveTo>
                <a:cubicBezTo>
                  <a:pt x="70114" y="58150"/>
                  <a:pt x="70033" y="59521"/>
                  <a:pt x="70006" y="60892"/>
                </a:cubicBezTo>
                <a:lnTo>
                  <a:pt x="70006" y="60919"/>
                </a:lnTo>
                <a:cubicBezTo>
                  <a:pt x="69629" y="62604"/>
                  <a:pt x="68992" y="64525"/>
                  <a:pt x="68846" y="66175"/>
                </a:cubicBezTo>
                <a:lnTo>
                  <a:pt x="68846" y="66175"/>
                </a:lnTo>
                <a:cubicBezTo>
                  <a:pt x="69072" y="63009"/>
                  <a:pt x="69548" y="59869"/>
                  <a:pt x="70275" y="56779"/>
                </a:cubicBezTo>
                <a:close/>
                <a:moveTo>
                  <a:pt x="79012" y="60462"/>
                </a:moveTo>
                <a:lnTo>
                  <a:pt x="78958" y="60946"/>
                </a:lnTo>
                <a:cubicBezTo>
                  <a:pt x="78555" y="62183"/>
                  <a:pt x="78179" y="63446"/>
                  <a:pt x="77749" y="64683"/>
                </a:cubicBezTo>
                <a:cubicBezTo>
                  <a:pt x="77614" y="65086"/>
                  <a:pt x="77399" y="65597"/>
                  <a:pt x="77157" y="66188"/>
                </a:cubicBezTo>
                <a:cubicBezTo>
                  <a:pt x="77130" y="65973"/>
                  <a:pt x="77103" y="65758"/>
                  <a:pt x="77050" y="65570"/>
                </a:cubicBezTo>
                <a:lnTo>
                  <a:pt x="77077" y="65570"/>
                </a:lnTo>
                <a:cubicBezTo>
                  <a:pt x="77614" y="63822"/>
                  <a:pt x="78259" y="62129"/>
                  <a:pt x="79012" y="60462"/>
                </a:cubicBezTo>
                <a:close/>
                <a:moveTo>
                  <a:pt x="80975" y="63500"/>
                </a:moveTo>
                <a:cubicBezTo>
                  <a:pt x="80652" y="64414"/>
                  <a:pt x="80303" y="65301"/>
                  <a:pt x="80007" y="66188"/>
                </a:cubicBezTo>
                <a:cubicBezTo>
                  <a:pt x="80061" y="65946"/>
                  <a:pt x="80141" y="65704"/>
                  <a:pt x="80222" y="65462"/>
                </a:cubicBezTo>
                <a:cubicBezTo>
                  <a:pt x="80437" y="64790"/>
                  <a:pt x="80706" y="64145"/>
                  <a:pt x="80975" y="63500"/>
                </a:cubicBezTo>
                <a:close/>
                <a:moveTo>
                  <a:pt x="57317" y="61053"/>
                </a:moveTo>
                <a:lnTo>
                  <a:pt x="58553" y="63285"/>
                </a:lnTo>
                <a:cubicBezTo>
                  <a:pt x="58957" y="64306"/>
                  <a:pt x="59387" y="65301"/>
                  <a:pt x="59817" y="66323"/>
                </a:cubicBezTo>
                <a:cubicBezTo>
                  <a:pt x="59602" y="65973"/>
                  <a:pt x="59387" y="65651"/>
                  <a:pt x="59145" y="65274"/>
                </a:cubicBezTo>
                <a:cubicBezTo>
                  <a:pt x="58446" y="63903"/>
                  <a:pt x="57828" y="62505"/>
                  <a:pt x="57317" y="61053"/>
                </a:cubicBezTo>
                <a:close/>
                <a:moveTo>
                  <a:pt x="91917" y="56806"/>
                </a:moveTo>
                <a:cubicBezTo>
                  <a:pt x="92051" y="57021"/>
                  <a:pt x="92158" y="57236"/>
                  <a:pt x="92293" y="57451"/>
                </a:cubicBezTo>
                <a:cubicBezTo>
                  <a:pt x="92185" y="58903"/>
                  <a:pt x="92132" y="60328"/>
                  <a:pt x="92078" y="61779"/>
                </a:cubicBezTo>
                <a:cubicBezTo>
                  <a:pt x="91782" y="63285"/>
                  <a:pt x="91540" y="64790"/>
                  <a:pt x="91406" y="66323"/>
                </a:cubicBezTo>
                <a:cubicBezTo>
                  <a:pt x="91298" y="65516"/>
                  <a:pt x="91191" y="64710"/>
                  <a:pt x="91083" y="63876"/>
                </a:cubicBezTo>
                <a:cubicBezTo>
                  <a:pt x="91298" y="61537"/>
                  <a:pt x="91594" y="59172"/>
                  <a:pt x="91917" y="56806"/>
                </a:cubicBezTo>
                <a:close/>
                <a:moveTo>
                  <a:pt x="52397" y="58715"/>
                </a:moveTo>
                <a:lnTo>
                  <a:pt x="52343" y="58822"/>
                </a:lnTo>
                <a:lnTo>
                  <a:pt x="51832" y="59387"/>
                </a:lnTo>
                <a:cubicBezTo>
                  <a:pt x="49924" y="61591"/>
                  <a:pt x="48122" y="63930"/>
                  <a:pt x="46483" y="66350"/>
                </a:cubicBezTo>
                <a:cubicBezTo>
                  <a:pt x="47343" y="65032"/>
                  <a:pt x="48203" y="63742"/>
                  <a:pt x="49171" y="62505"/>
                </a:cubicBezTo>
                <a:lnTo>
                  <a:pt x="49144" y="62505"/>
                </a:lnTo>
                <a:cubicBezTo>
                  <a:pt x="50166" y="61188"/>
                  <a:pt x="51241" y="59924"/>
                  <a:pt x="52397" y="58715"/>
                </a:cubicBezTo>
                <a:close/>
                <a:moveTo>
                  <a:pt x="95895" y="64898"/>
                </a:moveTo>
                <a:cubicBezTo>
                  <a:pt x="96030" y="65167"/>
                  <a:pt x="96137" y="65462"/>
                  <a:pt x="96245" y="65758"/>
                </a:cubicBezTo>
                <a:cubicBezTo>
                  <a:pt x="96218" y="65973"/>
                  <a:pt x="96191" y="66188"/>
                  <a:pt x="96164" y="66403"/>
                </a:cubicBezTo>
                <a:cubicBezTo>
                  <a:pt x="96110" y="66054"/>
                  <a:pt x="96030" y="65704"/>
                  <a:pt x="95895" y="65355"/>
                </a:cubicBezTo>
                <a:cubicBezTo>
                  <a:pt x="95868" y="65328"/>
                  <a:pt x="95842" y="65301"/>
                  <a:pt x="95815" y="65274"/>
                </a:cubicBezTo>
                <a:cubicBezTo>
                  <a:pt x="95842" y="65140"/>
                  <a:pt x="95868" y="65032"/>
                  <a:pt x="95895" y="64898"/>
                </a:cubicBezTo>
                <a:close/>
                <a:moveTo>
                  <a:pt x="52343" y="61188"/>
                </a:moveTo>
                <a:lnTo>
                  <a:pt x="52343" y="61215"/>
                </a:lnTo>
                <a:cubicBezTo>
                  <a:pt x="52217" y="63030"/>
                  <a:pt x="52233" y="64846"/>
                  <a:pt x="52369" y="66662"/>
                </a:cubicBezTo>
                <a:lnTo>
                  <a:pt x="52369" y="66662"/>
                </a:lnTo>
                <a:cubicBezTo>
                  <a:pt x="52157" y="65249"/>
                  <a:pt x="52016" y="63835"/>
                  <a:pt x="51967" y="62398"/>
                </a:cubicBezTo>
                <a:cubicBezTo>
                  <a:pt x="52074" y="61994"/>
                  <a:pt x="52209" y="61591"/>
                  <a:pt x="52343" y="61188"/>
                </a:cubicBezTo>
                <a:close/>
                <a:moveTo>
                  <a:pt x="74576" y="65194"/>
                </a:moveTo>
                <a:cubicBezTo>
                  <a:pt x="74738" y="65409"/>
                  <a:pt x="74899" y="65651"/>
                  <a:pt x="75087" y="65893"/>
                </a:cubicBezTo>
                <a:cubicBezTo>
                  <a:pt x="75033" y="66161"/>
                  <a:pt x="74980" y="66430"/>
                  <a:pt x="74926" y="66699"/>
                </a:cubicBezTo>
                <a:cubicBezTo>
                  <a:pt x="74791" y="66188"/>
                  <a:pt x="74684" y="65704"/>
                  <a:pt x="74549" y="65194"/>
                </a:cubicBezTo>
                <a:close/>
                <a:moveTo>
                  <a:pt x="97186" y="65731"/>
                </a:moveTo>
                <a:lnTo>
                  <a:pt x="97481" y="66215"/>
                </a:lnTo>
                <a:cubicBezTo>
                  <a:pt x="97580" y="66377"/>
                  <a:pt x="97679" y="66539"/>
                  <a:pt x="97778" y="66701"/>
                </a:cubicBezTo>
                <a:lnTo>
                  <a:pt x="97778" y="66701"/>
                </a:lnTo>
                <a:cubicBezTo>
                  <a:pt x="97758" y="66685"/>
                  <a:pt x="97733" y="66672"/>
                  <a:pt x="97697" y="66672"/>
                </a:cubicBezTo>
                <a:lnTo>
                  <a:pt x="97186" y="65731"/>
                </a:lnTo>
                <a:close/>
                <a:moveTo>
                  <a:pt x="53822" y="57370"/>
                </a:moveTo>
                <a:lnTo>
                  <a:pt x="53822" y="57370"/>
                </a:lnTo>
                <a:cubicBezTo>
                  <a:pt x="53795" y="60113"/>
                  <a:pt x="54870" y="62828"/>
                  <a:pt x="55758" y="65409"/>
                </a:cubicBezTo>
                <a:cubicBezTo>
                  <a:pt x="55946" y="65893"/>
                  <a:pt x="56107" y="66376"/>
                  <a:pt x="56268" y="66887"/>
                </a:cubicBezTo>
                <a:cubicBezTo>
                  <a:pt x="54897" y="64199"/>
                  <a:pt x="53929" y="61376"/>
                  <a:pt x="53365" y="58419"/>
                </a:cubicBezTo>
                <a:cubicBezTo>
                  <a:pt x="53499" y="58069"/>
                  <a:pt x="53661" y="57720"/>
                  <a:pt x="53822" y="57370"/>
                </a:cubicBezTo>
                <a:close/>
                <a:moveTo>
                  <a:pt x="70597" y="52773"/>
                </a:moveTo>
                <a:cubicBezTo>
                  <a:pt x="70759" y="52988"/>
                  <a:pt x="70947" y="53230"/>
                  <a:pt x="71108" y="53472"/>
                </a:cubicBezTo>
                <a:cubicBezTo>
                  <a:pt x="71135" y="53875"/>
                  <a:pt x="71162" y="54252"/>
                  <a:pt x="71189" y="54655"/>
                </a:cubicBezTo>
                <a:cubicBezTo>
                  <a:pt x="71135" y="54467"/>
                  <a:pt x="71108" y="54306"/>
                  <a:pt x="71055" y="54144"/>
                </a:cubicBezTo>
                <a:cubicBezTo>
                  <a:pt x="71013" y="54060"/>
                  <a:pt x="70950" y="54025"/>
                  <a:pt x="70886" y="54025"/>
                </a:cubicBezTo>
                <a:cubicBezTo>
                  <a:pt x="70787" y="54025"/>
                  <a:pt x="70684" y="54110"/>
                  <a:pt x="70651" y="54225"/>
                </a:cubicBezTo>
                <a:cubicBezTo>
                  <a:pt x="70624" y="54225"/>
                  <a:pt x="70597" y="54252"/>
                  <a:pt x="70597" y="54279"/>
                </a:cubicBezTo>
                <a:cubicBezTo>
                  <a:pt x="69952" y="56591"/>
                  <a:pt x="69334" y="58930"/>
                  <a:pt x="68689" y="61242"/>
                </a:cubicBezTo>
                <a:lnTo>
                  <a:pt x="68689" y="61215"/>
                </a:lnTo>
                <a:cubicBezTo>
                  <a:pt x="68339" y="62478"/>
                  <a:pt x="67963" y="63742"/>
                  <a:pt x="67613" y="65005"/>
                </a:cubicBezTo>
                <a:cubicBezTo>
                  <a:pt x="67479" y="65489"/>
                  <a:pt x="67425" y="66188"/>
                  <a:pt x="67156" y="66592"/>
                </a:cubicBezTo>
                <a:cubicBezTo>
                  <a:pt x="67119" y="66805"/>
                  <a:pt x="67087" y="66912"/>
                  <a:pt x="67067" y="66912"/>
                </a:cubicBezTo>
                <a:cubicBezTo>
                  <a:pt x="67043" y="66912"/>
                  <a:pt x="67034" y="66771"/>
                  <a:pt x="67049" y="66484"/>
                </a:cubicBezTo>
                <a:cubicBezTo>
                  <a:pt x="67049" y="66215"/>
                  <a:pt x="67049" y="65919"/>
                  <a:pt x="67076" y="65651"/>
                </a:cubicBezTo>
                <a:cubicBezTo>
                  <a:pt x="67076" y="65274"/>
                  <a:pt x="67129" y="64898"/>
                  <a:pt x="67183" y="64521"/>
                </a:cubicBezTo>
                <a:cubicBezTo>
                  <a:pt x="67237" y="64521"/>
                  <a:pt x="67264" y="64468"/>
                  <a:pt x="67291" y="64441"/>
                </a:cubicBezTo>
                <a:cubicBezTo>
                  <a:pt x="68017" y="62021"/>
                  <a:pt x="68769" y="59629"/>
                  <a:pt x="69522" y="57209"/>
                </a:cubicBezTo>
                <a:cubicBezTo>
                  <a:pt x="69603" y="56967"/>
                  <a:pt x="70651" y="54279"/>
                  <a:pt x="70624" y="53822"/>
                </a:cubicBezTo>
                <a:cubicBezTo>
                  <a:pt x="70678" y="53607"/>
                  <a:pt x="70759" y="53392"/>
                  <a:pt x="70813" y="53150"/>
                </a:cubicBezTo>
                <a:cubicBezTo>
                  <a:pt x="70829" y="53083"/>
                  <a:pt x="70764" y="53037"/>
                  <a:pt x="70705" y="53037"/>
                </a:cubicBezTo>
                <a:cubicBezTo>
                  <a:pt x="70668" y="53037"/>
                  <a:pt x="70635" y="53055"/>
                  <a:pt x="70624" y="53096"/>
                </a:cubicBezTo>
                <a:cubicBezTo>
                  <a:pt x="70275" y="54171"/>
                  <a:pt x="69952" y="55247"/>
                  <a:pt x="69603" y="56322"/>
                </a:cubicBezTo>
                <a:cubicBezTo>
                  <a:pt x="68742" y="58741"/>
                  <a:pt x="67694" y="61080"/>
                  <a:pt x="67156" y="63527"/>
                </a:cubicBezTo>
                <a:cubicBezTo>
                  <a:pt x="67156" y="63473"/>
                  <a:pt x="67156" y="63419"/>
                  <a:pt x="67156" y="63365"/>
                </a:cubicBezTo>
                <a:cubicBezTo>
                  <a:pt x="66968" y="62908"/>
                  <a:pt x="66995" y="62425"/>
                  <a:pt x="67237" y="62021"/>
                </a:cubicBezTo>
                <a:cubicBezTo>
                  <a:pt x="68070" y="58903"/>
                  <a:pt x="69415" y="55811"/>
                  <a:pt x="70597" y="52773"/>
                </a:cubicBezTo>
                <a:close/>
                <a:moveTo>
                  <a:pt x="92884" y="60113"/>
                </a:moveTo>
                <a:lnTo>
                  <a:pt x="92884" y="60193"/>
                </a:lnTo>
                <a:cubicBezTo>
                  <a:pt x="92911" y="61080"/>
                  <a:pt x="92911" y="61968"/>
                  <a:pt x="92911" y="62828"/>
                </a:cubicBezTo>
                <a:cubicBezTo>
                  <a:pt x="92938" y="64280"/>
                  <a:pt x="92938" y="65704"/>
                  <a:pt x="92911" y="67156"/>
                </a:cubicBezTo>
                <a:cubicBezTo>
                  <a:pt x="92857" y="66081"/>
                  <a:pt x="92831" y="65032"/>
                  <a:pt x="92804" y="63957"/>
                </a:cubicBezTo>
                <a:cubicBezTo>
                  <a:pt x="92804" y="62666"/>
                  <a:pt x="92857" y="61376"/>
                  <a:pt x="92884" y="60113"/>
                </a:cubicBezTo>
                <a:close/>
                <a:moveTo>
                  <a:pt x="49521" y="64500"/>
                </a:moveTo>
                <a:cubicBezTo>
                  <a:pt x="49346" y="64861"/>
                  <a:pt x="49153" y="65202"/>
                  <a:pt x="48983" y="65543"/>
                </a:cubicBezTo>
                <a:cubicBezTo>
                  <a:pt x="48633" y="66081"/>
                  <a:pt x="48284" y="66645"/>
                  <a:pt x="47961" y="67183"/>
                </a:cubicBezTo>
                <a:cubicBezTo>
                  <a:pt x="48391" y="66350"/>
                  <a:pt x="48848" y="65543"/>
                  <a:pt x="49359" y="64763"/>
                </a:cubicBezTo>
                <a:cubicBezTo>
                  <a:pt x="49416" y="64668"/>
                  <a:pt x="49473" y="64587"/>
                  <a:pt x="49521" y="64500"/>
                </a:cubicBezTo>
                <a:close/>
                <a:moveTo>
                  <a:pt x="55704" y="59306"/>
                </a:moveTo>
                <a:lnTo>
                  <a:pt x="55704" y="59306"/>
                </a:lnTo>
                <a:cubicBezTo>
                  <a:pt x="56053" y="60139"/>
                  <a:pt x="56349" y="61000"/>
                  <a:pt x="56430" y="61188"/>
                </a:cubicBezTo>
                <a:cubicBezTo>
                  <a:pt x="57210" y="63243"/>
                  <a:pt x="58116" y="65247"/>
                  <a:pt x="59173" y="67202"/>
                </a:cubicBezTo>
                <a:lnTo>
                  <a:pt x="59173" y="67202"/>
                </a:lnTo>
                <a:cubicBezTo>
                  <a:pt x="57639" y="64748"/>
                  <a:pt x="56466" y="62091"/>
                  <a:pt x="55704" y="59306"/>
                </a:cubicBezTo>
                <a:close/>
                <a:moveTo>
                  <a:pt x="50031" y="67022"/>
                </a:moveTo>
                <a:cubicBezTo>
                  <a:pt x="50031" y="67129"/>
                  <a:pt x="50004" y="67264"/>
                  <a:pt x="49977" y="67371"/>
                </a:cubicBezTo>
                <a:cubicBezTo>
                  <a:pt x="49951" y="67317"/>
                  <a:pt x="49924" y="67291"/>
                  <a:pt x="49897" y="67291"/>
                </a:cubicBezTo>
                <a:lnTo>
                  <a:pt x="50031" y="67022"/>
                </a:lnTo>
                <a:close/>
                <a:moveTo>
                  <a:pt x="90492" y="65220"/>
                </a:moveTo>
                <a:cubicBezTo>
                  <a:pt x="90519" y="65516"/>
                  <a:pt x="90572" y="65812"/>
                  <a:pt x="90626" y="66108"/>
                </a:cubicBezTo>
                <a:cubicBezTo>
                  <a:pt x="90599" y="66538"/>
                  <a:pt x="90572" y="66968"/>
                  <a:pt x="90519" y="67398"/>
                </a:cubicBezTo>
                <a:cubicBezTo>
                  <a:pt x="90492" y="66968"/>
                  <a:pt x="90438" y="66511"/>
                  <a:pt x="90384" y="66108"/>
                </a:cubicBezTo>
                <a:cubicBezTo>
                  <a:pt x="90411" y="65812"/>
                  <a:pt x="90438" y="65516"/>
                  <a:pt x="90492" y="65220"/>
                </a:cubicBezTo>
                <a:close/>
                <a:moveTo>
                  <a:pt x="86889" y="66054"/>
                </a:moveTo>
                <a:lnTo>
                  <a:pt x="86889" y="66054"/>
                </a:lnTo>
                <a:cubicBezTo>
                  <a:pt x="87051" y="66161"/>
                  <a:pt x="87212" y="66269"/>
                  <a:pt x="87400" y="66350"/>
                </a:cubicBezTo>
                <a:cubicBezTo>
                  <a:pt x="87667" y="66689"/>
                  <a:pt x="87868" y="67051"/>
                  <a:pt x="88043" y="67434"/>
                </a:cubicBezTo>
                <a:lnTo>
                  <a:pt x="88043" y="67434"/>
                </a:lnTo>
                <a:cubicBezTo>
                  <a:pt x="87864" y="67228"/>
                  <a:pt x="87682" y="67012"/>
                  <a:pt x="87481" y="66834"/>
                </a:cubicBezTo>
                <a:lnTo>
                  <a:pt x="87292" y="66645"/>
                </a:lnTo>
                <a:lnTo>
                  <a:pt x="86889" y="66054"/>
                </a:lnTo>
                <a:close/>
                <a:moveTo>
                  <a:pt x="81727" y="61941"/>
                </a:moveTo>
                <a:cubicBezTo>
                  <a:pt x="81781" y="62102"/>
                  <a:pt x="81781" y="62263"/>
                  <a:pt x="81808" y="62425"/>
                </a:cubicBezTo>
                <a:lnTo>
                  <a:pt x="81781" y="62451"/>
                </a:lnTo>
                <a:cubicBezTo>
                  <a:pt x="81754" y="62451"/>
                  <a:pt x="81727" y="62478"/>
                  <a:pt x="81727" y="62478"/>
                </a:cubicBezTo>
                <a:cubicBezTo>
                  <a:pt x="81136" y="64064"/>
                  <a:pt x="80518" y="65624"/>
                  <a:pt x="79899" y="67183"/>
                </a:cubicBezTo>
                <a:cubicBezTo>
                  <a:pt x="79819" y="67371"/>
                  <a:pt x="79711" y="67559"/>
                  <a:pt x="79631" y="67748"/>
                </a:cubicBezTo>
                <a:cubicBezTo>
                  <a:pt x="79684" y="67586"/>
                  <a:pt x="79738" y="67425"/>
                  <a:pt x="79792" y="67291"/>
                </a:cubicBezTo>
                <a:cubicBezTo>
                  <a:pt x="80437" y="65489"/>
                  <a:pt x="81082" y="63715"/>
                  <a:pt x="81727" y="61941"/>
                </a:cubicBezTo>
                <a:close/>
                <a:moveTo>
                  <a:pt x="95546" y="65839"/>
                </a:moveTo>
                <a:cubicBezTo>
                  <a:pt x="95385" y="66484"/>
                  <a:pt x="95223" y="67129"/>
                  <a:pt x="95089" y="67748"/>
                </a:cubicBezTo>
                <a:cubicBezTo>
                  <a:pt x="95223" y="67129"/>
                  <a:pt x="95358" y="66484"/>
                  <a:pt x="95519" y="65866"/>
                </a:cubicBezTo>
                <a:lnTo>
                  <a:pt x="95546" y="65839"/>
                </a:lnTo>
                <a:close/>
                <a:moveTo>
                  <a:pt x="88422" y="55166"/>
                </a:moveTo>
                <a:cubicBezTo>
                  <a:pt x="88529" y="58177"/>
                  <a:pt x="88744" y="61161"/>
                  <a:pt x="89040" y="64145"/>
                </a:cubicBezTo>
                <a:cubicBezTo>
                  <a:pt x="89040" y="64414"/>
                  <a:pt x="89040" y="64683"/>
                  <a:pt x="89067" y="64952"/>
                </a:cubicBezTo>
                <a:cubicBezTo>
                  <a:pt x="89094" y="65919"/>
                  <a:pt x="89067" y="66860"/>
                  <a:pt x="89094" y="67828"/>
                </a:cubicBezTo>
                <a:cubicBezTo>
                  <a:pt x="88986" y="67344"/>
                  <a:pt x="88879" y="66860"/>
                  <a:pt x="88798" y="66403"/>
                </a:cubicBezTo>
                <a:lnTo>
                  <a:pt x="88825" y="66403"/>
                </a:lnTo>
                <a:cubicBezTo>
                  <a:pt x="88744" y="65812"/>
                  <a:pt x="88690" y="65220"/>
                  <a:pt x="88610" y="64629"/>
                </a:cubicBezTo>
                <a:cubicBezTo>
                  <a:pt x="88690" y="64575"/>
                  <a:pt x="88717" y="64468"/>
                  <a:pt x="88664" y="64360"/>
                </a:cubicBezTo>
                <a:lnTo>
                  <a:pt x="88556" y="64226"/>
                </a:lnTo>
                <a:cubicBezTo>
                  <a:pt x="88502" y="63554"/>
                  <a:pt x="88422" y="62908"/>
                  <a:pt x="88368" y="62236"/>
                </a:cubicBezTo>
                <a:lnTo>
                  <a:pt x="88368" y="62236"/>
                </a:lnTo>
                <a:cubicBezTo>
                  <a:pt x="88475" y="62317"/>
                  <a:pt x="88556" y="62371"/>
                  <a:pt x="88637" y="62451"/>
                </a:cubicBezTo>
                <a:cubicBezTo>
                  <a:pt x="88648" y="62459"/>
                  <a:pt x="88660" y="62462"/>
                  <a:pt x="88674" y="62462"/>
                </a:cubicBezTo>
                <a:cubicBezTo>
                  <a:pt x="88757" y="62462"/>
                  <a:pt x="88864" y="62333"/>
                  <a:pt x="88771" y="62263"/>
                </a:cubicBezTo>
                <a:cubicBezTo>
                  <a:pt x="88637" y="62183"/>
                  <a:pt x="88475" y="62048"/>
                  <a:pt x="88341" y="61941"/>
                </a:cubicBezTo>
                <a:cubicBezTo>
                  <a:pt x="88314" y="61403"/>
                  <a:pt x="88260" y="60838"/>
                  <a:pt x="88233" y="60274"/>
                </a:cubicBezTo>
                <a:cubicBezTo>
                  <a:pt x="88314" y="58580"/>
                  <a:pt x="88368" y="56860"/>
                  <a:pt x="88422" y="55166"/>
                </a:cubicBezTo>
                <a:close/>
                <a:moveTo>
                  <a:pt x="71458" y="60973"/>
                </a:moveTo>
                <a:lnTo>
                  <a:pt x="71458" y="60973"/>
                </a:lnTo>
                <a:cubicBezTo>
                  <a:pt x="71592" y="61564"/>
                  <a:pt x="71754" y="62129"/>
                  <a:pt x="71915" y="62666"/>
                </a:cubicBezTo>
                <a:cubicBezTo>
                  <a:pt x="72264" y="64387"/>
                  <a:pt x="72399" y="66108"/>
                  <a:pt x="72372" y="67855"/>
                </a:cubicBezTo>
                <a:cubicBezTo>
                  <a:pt x="71700" y="65624"/>
                  <a:pt x="71404" y="63312"/>
                  <a:pt x="71458" y="60973"/>
                </a:cubicBezTo>
                <a:close/>
                <a:moveTo>
                  <a:pt x="78069" y="66012"/>
                </a:moveTo>
                <a:cubicBezTo>
                  <a:pt x="77928" y="66700"/>
                  <a:pt x="77771" y="67376"/>
                  <a:pt x="77614" y="68070"/>
                </a:cubicBezTo>
                <a:cubicBezTo>
                  <a:pt x="77726" y="67379"/>
                  <a:pt x="77893" y="66688"/>
                  <a:pt x="78069" y="66012"/>
                </a:cubicBezTo>
                <a:close/>
                <a:moveTo>
                  <a:pt x="51779" y="63043"/>
                </a:moveTo>
                <a:cubicBezTo>
                  <a:pt x="51779" y="64898"/>
                  <a:pt x="51779" y="66780"/>
                  <a:pt x="51886" y="68635"/>
                </a:cubicBezTo>
                <a:cubicBezTo>
                  <a:pt x="51644" y="67479"/>
                  <a:pt x="51429" y="66296"/>
                  <a:pt x="51241" y="65140"/>
                </a:cubicBezTo>
                <a:cubicBezTo>
                  <a:pt x="51402" y="64441"/>
                  <a:pt x="51591" y="63742"/>
                  <a:pt x="51779" y="63043"/>
                </a:cubicBezTo>
                <a:close/>
                <a:moveTo>
                  <a:pt x="81835" y="62693"/>
                </a:moveTo>
                <a:cubicBezTo>
                  <a:pt x="81862" y="63043"/>
                  <a:pt x="81889" y="63419"/>
                  <a:pt x="81916" y="63769"/>
                </a:cubicBezTo>
                <a:cubicBezTo>
                  <a:pt x="81055" y="65382"/>
                  <a:pt x="80222" y="67049"/>
                  <a:pt x="79550" y="68742"/>
                </a:cubicBezTo>
                <a:lnTo>
                  <a:pt x="79523" y="68715"/>
                </a:lnTo>
                <a:cubicBezTo>
                  <a:pt x="79684" y="68339"/>
                  <a:pt x="79819" y="67990"/>
                  <a:pt x="79953" y="67613"/>
                </a:cubicBezTo>
                <a:cubicBezTo>
                  <a:pt x="80195" y="67022"/>
                  <a:pt x="80491" y="66403"/>
                  <a:pt x="80760" y="65785"/>
                </a:cubicBezTo>
                <a:cubicBezTo>
                  <a:pt x="80804" y="65741"/>
                  <a:pt x="80740" y="65697"/>
                  <a:pt x="80686" y="65697"/>
                </a:cubicBezTo>
                <a:cubicBezTo>
                  <a:pt x="80674" y="65697"/>
                  <a:pt x="80662" y="65699"/>
                  <a:pt x="80652" y="65704"/>
                </a:cubicBezTo>
                <a:cubicBezTo>
                  <a:pt x="80840" y="65220"/>
                  <a:pt x="81028" y="64710"/>
                  <a:pt x="81217" y="64226"/>
                </a:cubicBezTo>
                <a:cubicBezTo>
                  <a:pt x="81244" y="64226"/>
                  <a:pt x="81244" y="64199"/>
                  <a:pt x="81270" y="64199"/>
                </a:cubicBezTo>
                <a:cubicBezTo>
                  <a:pt x="81324" y="64011"/>
                  <a:pt x="81405" y="63822"/>
                  <a:pt x="81459" y="63634"/>
                </a:cubicBezTo>
                <a:lnTo>
                  <a:pt x="81459" y="63607"/>
                </a:lnTo>
                <a:cubicBezTo>
                  <a:pt x="81593" y="63312"/>
                  <a:pt x="81701" y="63016"/>
                  <a:pt x="81835" y="62693"/>
                </a:cubicBezTo>
                <a:close/>
                <a:moveTo>
                  <a:pt x="85169" y="65624"/>
                </a:moveTo>
                <a:cubicBezTo>
                  <a:pt x="85975" y="66645"/>
                  <a:pt x="86674" y="67721"/>
                  <a:pt x="87266" y="68904"/>
                </a:cubicBezTo>
                <a:cubicBezTo>
                  <a:pt x="86432" y="67882"/>
                  <a:pt x="85733" y="66780"/>
                  <a:pt x="85142" y="65624"/>
                </a:cubicBezTo>
                <a:close/>
                <a:moveTo>
                  <a:pt x="112832" y="67479"/>
                </a:moveTo>
                <a:cubicBezTo>
                  <a:pt x="112994" y="67936"/>
                  <a:pt x="113128" y="68420"/>
                  <a:pt x="113262" y="68904"/>
                </a:cubicBezTo>
                <a:cubicBezTo>
                  <a:pt x="113155" y="68635"/>
                  <a:pt x="113020" y="68366"/>
                  <a:pt x="112940" y="68097"/>
                </a:cubicBezTo>
                <a:lnTo>
                  <a:pt x="112698" y="67479"/>
                </a:lnTo>
                <a:close/>
                <a:moveTo>
                  <a:pt x="88932" y="55972"/>
                </a:moveTo>
                <a:cubicBezTo>
                  <a:pt x="89309" y="59629"/>
                  <a:pt x="89685" y="63285"/>
                  <a:pt x="90062" y="66968"/>
                </a:cubicBezTo>
                <a:cubicBezTo>
                  <a:pt x="90062" y="66968"/>
                  <a:pt x="90062" y="66995"/>
                  <a:pt x="90062" y="67022"/>
                </a:cubicBezTo>
                <a:cubicBezTo>
                  <a:pt x="89981" y="67586"/>
                  <a:pt x="89954" y="68151"/>
                  <a:pt x="89981" y="68715"/>
                </a:cubicBezTo>
                <a:lnTo>
                  <a:pt x="90008" y="68715"/>
                </a:lnTo>
                <a:lnTo>
                  <a:pt x="90008" y="69065"/>
                </a:lnTo>
                <a:cubicBezTo>
                  <a:pt x="89981" y="68823"/>
                  <a:pt x="89846" y="67963"/>
                  <a:pt x="89846" y="67828"/>
                </a:cubicBezTo>
                <a:cubicBezTo>
                  <a:pt x="89658" y="66538"/>
                  <a:pt x="89524" y="65247"/>
                  <a:pt x="89389" y="63957"/>
                </a:cubicBezTo>
                <a:cubicBezTo>
                  <a:pt x="89336" y="63607"/>
                  <a:pt x="89309" y="63231"/>
                  <a:pt x="89282" y="62855"/>
                </a:cubicBezTo>
                <a:cubicBezTo>
                  <a:pt x="89201" y="60570"/>
                  <a:pt x="89094" y="58258"/>
                  <a:pt x="88932" y="55972"/>
                </a:cubicBezTo>
                <a:close/>
                <a:moveTo>
                  <a:pt x="60919" y="67694"/>
                </a:moveTo>
                <a:lnTo>
                  <a:pt x="61753" y="69253"/>
                </a:lnTo>
                <a:cubicBezTo>
                  <a:pt x="61484" y="68930"/>
                  <a:pt x="61215" y="68581"/>
                  <a:pt x="60973" y="68231"/>
                </a:cubicBezTo>
                <a:cubicBezTo>
                  <a:pt x="61054" y="68178"/>
                  <a:pt x="61081" y="68043"/>
                  <a:pt x="61027" y="67963"/>
                </a:cubicBezTo>
                <a:cubicBezTo>
                  <a:pt x="61000" y="67882"/>
                  <a:pt x="60946" y="67774"/>
                  <a:pt x="60919" y="67694"/>
                </a:cubicBezTo>
                <a:close/>
                <a:moveTo>
                  <a:pt x="78743" y="62505"/>
                </a:moveTo>
                <a:lnTo>
                  <a:pt x="78743" y="62505"/>
                </a:lnTo>
                <a:cubicBezTo>
                  <a:pt x="78690" y="62855"/>
                  <a:pt x="78636" y="63177"/>
                  <a:pt x="78582" y="63500"/>
                </a:cubicBezTo>
                <a:cubicBezTo>
                  <a:pt x="78394" y="64064"/>
                  <a:pt x="78206" y="64656"/>
                  <a:pt x="78044" y="65247"/>
                </a:cubicBezTo>
                <a:cubicBezTo>
                  <a:pt x="77829" y="66027"/>
                  <a:pt x="77641" y="66807"/>
                  <a:pt x="77480" y="67586"/>
                </a:cubicBezTo>
                <a:cubicBezTo>
                  <a:pt x="77399" y="68070"/>
                  <a:pt x="77426" y="68877"/>
                  <a:pt x="77238" y="69361"/>
                </a:cubicBezTo>
                <a:cubicBezTo>
                  <a:pt x="77265" y="68608"/>
                  <a:pt x="77265" y="67855"/>
                  <a:pt x="77211" y="67102"/>
                </a:cubicBezTo>
                <a:cubicBezTo>
                  <a:pt x="77292" y="66914"/>
                  <a:pt x="77372" y="66726"/>
                  <a:pt x="77426" y="66538"/>
                </a:cubicBezTo>
                <a:cubicBezTo>
                  <a:pt x="77856" y="65194"/>
                  <a:pt x="78286" y="63849"/>
                  <a:pt x="78743" y="62505"/>
                </a:cubicBezTo>
                <a:close/>
                <a:moveTo>
                  <a:pt x="97844" y="66810"/>
                </a:moveTo>
                <a:cubicBezTo>
                  <a:pt x="98394" y="67715"/>
                  <a:pt x="98942" y="68627"/>
                  <a:pt x="99471" y="69576"/>
                </a:cubicBezTo>
                <a:cubicBezTo>
                  <a:pt x="99014" y="68904"/>
                  <a:pt x="98638" y="68366"/>
                  <a:pt x="98557" y="68205"/>
                </a:cubicBezTo>
                <a:lnTo>
                  <a:pt x="98530" y="68231"/>
                </a:lnTo>
                <a:lnTo>
                  <a:pt x="98503" y="68151"/>
                </a:lnTo>
                <a:cubicBezTo>
                  <a:pt x="98422" y="68016"/>
                  <a:pt x="98342" y="67828"/>
                  <a:pt x="98261" y="67694"/>
                </a:cubicBezTo>
                <a:lnTo>
                  <a:pt x="97844" y="66810"/>
                </a:lnTo>
                <a:close/>
                <a:moveTo>
                  <a:pt x="110466" y="62317"/>
                </a:moveTo>
                <a:lnTo>
                  <a:pt x="110466" y="62317"/>
                </a:lnTo>
                <a:cubicBezTo>
                  <a:pt x="110601" y="62693"/>
                  <a:pt x="110735" y="63070"/>
                  <a:pt x="110870" y="63419"/>
                </a:cubicBezTo>
                <a:cubicBezTo>
                  <a:pt x="110870" y="63446"/>
                  <a:pt x="110870" y="63473"/>
                  <a:pt x="110870" y="63473"/>
                </a:cubicBezTo>
                <a:lnTo>
                  <a:pt x="111784" y="66941"/>
                </a:lnTo>
                <a:cubicBezTo>
                  <a:pt x="111891" y="67452"/>
                  <a:pt x="111945" y="68016"/>
                  <a:pt x="111999" y="68554"/>
                </a:cubicBezTo>
                <a:lnTo>
                  <a:pt x="111999" y="68581"/>
                </a:lnTo>
                <a:cubicBezTo>
                  <a:pt x="111838" y="67828"/>
                  <a:pt x="111676" y="67075"/>
                  <a:pt x="111515" y="66350"/>
                </a:cubicBezTo>
                <a:cubicBezTo>
                  <a:pt x="111491" y="66278"/>
                  <a:pt x="111430" y="66244"/>
                  <a:pt x="111370" y="66244"/>
                </a:cubicBezTo>
                <a:cubicBezTo>
                  <a:pt x="111294" y="66244"/>
                  <a:pt x="111219" y="66298"/>
                  <a:pt x="111219" y="66403"/>
                </a:cubicBezTo>
                <a:lnTo>
                  <a:pt x="111649" y="69629"/>
                </a:lnTo>
                <a:cubicBezTo>
                  <a:pt x="111515" y="68930"/>
                  <a:pt x="111381" y="68231"/>
                  <a:pt x="111246" y="67532"/>
                </a:cubicBezTo>
                <a:cubicBezTo>
                  <a:pt x="111112" y="66834"/>
                  <a:pt x="111085" y="66027"/>
                  <a:pt x="110843" y="65382"/>
                </a:cubicBezTo>
                <a:cubicBezTo>
                  <a:pt x="110789" y="65059"/>
                  <a:pt x="110708" y="64710"/>
                  <a:pt x="110628" y="64387"/>
                </a:cubicBezTo>
                <a:cubicBezTo>
                  <a:pt x="110628" y="64333"/>
                  <a:pt x="110574" y="64280"/>
                  <a:pt x="110520" y="64280"/>
                </a:cubicBezTo>
                <a:cubicBezTo>
                  <a:pt x="110493" y="63634"/>
                  <a:pt x="110466" y="62962"/>
                  <a:pt x="110466" y="62317"/>
                </a:cubicBezTo>
                <a:close/>
                <a:moveTo>
                  <a:pt x="83878" y="63204"/>
                </a:moveTo>
                <a:lnTo>
                  <a:pt x="83878" y="63204"/>
                </a:lnTo>
                <a:cubicBezTo>
                  <a:pt x="84792" y="64521"/>
                  <a:pt x="85868" y="65785"/>
                  <a:pt x="87024" y="66914"/>
                </a:cubicBezTo>
                <a:cubicBezTo>
                  <a:pt x="87239" y="67237"/>
                  <a:pt x="87454" y="67559"/>
                  <a:pt x="87642" y="67909"/>
                </a:cubicBezTo>
                <a:cubicBezTo>
                  <a:pt x="87749" y="68124"/>
                  <a:pt x="88610" y="69791"/>
                  <a:pt x="88422" y="69898"/>
                </a:cubicBezTo>
                <a:lnTo>
                  <a:pt x="88448" y="69925"/>
                </a:lnTo>
                <a:cubicBezTo>
                  <a:pt x="88430" y="69932"/>
                  <a:pt x="88411" y="69936"/>
                  <a:pt x="88390" y="69936"/>
                </a:cubicBezTo>
                <a:cubicBezTo>
                  <a:pt x="88257" y="69936"/>
                  <a:pt x="88077" y="69796"/>
                  <a:pt x="87938" y="69656"/>
                </a:cubicBezTo>
                <a:cubicBezTo>
                  <a:pt x="87131" y="67479"/>
                  <a:pt x="85653" y="65677"/>
                  <a:pt x="84228" y="63849"/>
                </a:cubicBezTo>
                <a:lnTo>
                  <a:pt x="83878" y="63204"/>
                </a:lnTo>
                <a:close/>
                <a:moveTo>
                  <a:pt x="77184" y="69871"/>
                </a:moveTo>
                <a:lnTo>
                  <a:pt x="77130" y="70006"/>
                </a:lnTo>
                <a:cubicBezTo>
                  <a:pt x="77130" y="70006"/>
                  <a:pt x="77103" y="69979"/>
                  <a:pt x="77077" y="69979"/>
                </a:cubicBezTo>
                <a:cubicBezTo>
                  <a:pt x="77130" y="69952"/>
                  <a:pt x="77157" y="69898"/>
                  <a:pt x="77184" y="69871"/>
                </a:cubicBezTo>
                <a:close/>
                <a:moveTo>
                  <a:pt x="81297" y="57317"/>
                </a:moveTo>
                <a:cubicBezTo>
                  <a:pt x="81324" y="57720"/>
                  <a:pt x="81378" y="58123"/>
                  <a:pt x="81432" y="58499"/>
                </a:cubicBezTo>
                <a:cubicBezTo>
                  <a:pt x="81405" y="58553"/>
                  <a:pt x="81405" y="58607"/>
                  <a:pt x="81432" y="58661"/>
                </a:cubicBezTo>
                <a:cubicBezTo>
                  <a:pt x="81459" y="59064"/>
                  <a:pt x="81512" y="59440"/>
                  <a:pt x="81539" y="59844"/>
                </a:cubicBezTo>
                <a:cubicBezTo>
                  <a:pt x="81593" y="60139"/>
                  <a:pt x="81620" y="60462"/>
                  <a:pt x="81647" y="60785"/>
                </a:cubicBezTo>
                <a:cubicBezTo>
                  <a:pt x="81459" y="61349"/>
                  <a:pt x="81244" y="62156"/>
                  <a:pt x="81190" y="62344"/>
                </a:cubicBezTo>
                <a:cubicBezTo>
                  <a:pt x="80975" y="62882"/>
                  <a:pt x="80733" y="63446"/>
                  <a:pt x="80518" y="64011"/>
                </a:cubicBezTo>
                <a:cubicBezTo>
                  <a:pt x="80034" y="65194"/>
                  <a:pt x="79631" y="66403"/>
                  <a:pt x="79308" y="67640"/>
                </a:cubicBezTo>
                <a:cubicBezTo>
                  <a:pt x="79281" y="67748"/>
                  <a:pt x="79227" y="68097"/>
                  <a:pt x="79173" y="68500"/>
                </a:cubicBezTo>
                <a:cubicBezTo>
                  <a:pt x="79093" y="68662"/>
                  <a:pt x="79039" y="68823"/>
                  <a:pt x="78985" y="69011"/>
                </a:cubicBezTo>
                <a:cubicBezTo>
                  <a:pt x="78851" y="69361"/>
                  <a:pt x="78716" y="69737"/>
                  <a:pt x="78582" y="70113"/>
                </a:cubicBezTo>
                <a:cubicBezTo>
                  <a:pt x="79281" y="67210"/>
                  <a:pt x="79765" y="64280"/>
                  <a:pt x="80007" y="61295"/>
                </a:cubicBezTo>
                <a:cubicBezTo>
                  <a:pt x="80410" y="59951"/>
                  <a:pt x="80840" y="58634"/>
                  <a:pt x="81297" y="57317"/>
                </a:cubicBezTo>
                <a:close/>
                <a:moveTo>
                  <a:pt x="108074" y="57532"/>
                </a:moveTo>
                <a:lnTo>
                  <a:pt x="108074" y="57532"/>
                </a:lnTo>
                <a:cubicBezTo>
                  <a:pt x="108316" y="57935"/>
                  <a:pt x="108585" y="58338"/>
                  <a:pt x="108853" y="58715"/>
                </a:cubicBezTo>
                <a:cubicBezTo>
                  <a:pt x="109391" y="59736"/>
                  <a:pt x="109875" y="60758"/>
                  <a:pt x="110278" y="61806"/>
                </a:cubicBezTo>
                <a:cubicBezTo>
                  <a:pt x="110278" y="64559"/>
                  <a:pt x="110491" y="67709"/>
                  <a:pt x="110282" y="70229"/>
                </a:cubicBezTo>
                <a:lnTo>
                  <a:pt x="110282" y="70229"/>
                </a:lnTo>
                <a:cubicBezTo>
                  <a:pt x="110311" y="69459"/>
                  <a:pt x="109978" y="68476"/>
                  <a:pt x="109848" y="67721"/>
                </a:cubicBezTo>
                <a:lnTo>
                  <a:pt x="109687" y="66860"/>
                </a:lnTo>
                <a:cubicBezTo>
                  <a:pt x="109794" y="66834"/>
                  <a:pt x="109848" y="66753"/>
                  <a:pt x="109821" y="66672"/>
                </a:cubicBezTo>
                <a:cubicBezTo>
                  <a:pt x="109579" y="63742"/>
                  <a:pt x="109042" y="60865"/>
                  <a:pt x="108208" y="58069"/>
                </a:cubicBezTo>
                <a:cubicBezTo>
                  <a:pt x="108208" y="58042"/>
                  <a:pt x="108181" y="57989"/>
                  <a:pt x="108128" y="57989"/>
                </a:cubicBezTo>
                <a:cubicBezTo>
                  <a:pt x="108128" y="57827"/>
                  <a:pt x="108101" y="57693"/>
                  <a:pt x="108074" y="57532"/>
                </a:cubicBezTo>
                <a:close/>
                <a:moveTo>
                  <a:pt x="97273" y="69407"/>
                </a:moveTo>
                <a:cubicBezTo>
                  <a:pt x="97285" y="69705"/>
                  <a:pt x="97305" y="70007"/>
                  <a:pt x="97331" y="70311"/>
                </a:cubicBezTo>
                <a:lnTo>
                  <a:pt x="97331" y="70311"/>
                </a:lnTo>
                <a:cubicBezTo>
                  <a:pt x="97310" y="70010"/>
                  <a:pt x="97290" y="69709"/>
                  <a:pt x="97273" y="69407"/>
                </a:cubicBezTo>
                <a:close/>
                <a:moveTo>
                  <a:pt x="111891" y="69495"/>
                </a:moveTo>
                <a:lnTo>
                  <a:pt x="111891" y="69495"/>
                </a:lnTo>
                <a:cubicBezTo>
                  <a:pt x="111945" y="69737"/>
                  <a:pt x="111999" y="69979"/>
                  <a:pt x="112053" y="70221"/>
                </a:cubicBezTo>
                <a:cubicBezTo>
                  <a:pt x="112053" y="70328"/>
                  <a:pt x="112053" y="70463"/>
                  <a:pt x="112053" y="70570"/>
                </a:cubicBezTo>
                <a:lnTo>
                  <a:pt x="112053" y="70597"/>
                </a:lnTo>
                <a:cubicBezTo>
                  <a:pt x="111999" y="70221"/>
                  <a:pt x="111945" y="69845"/>
                  <a:pt x="111891" y="69495"/>
                </a:cubicBezTo>
                <a:close/>
                <a:moveTo>
                  <a:pt x="76915" y="70463"/>
                </a:moveTo>
                <a:cubicBezTo>
                  <a:pt x="76942" y="70490"/>
                  <a:pt x="76969" y="70517"/>
                  <a:pt x="76996" y="70570"/>
                </a:cubicBezTo>
                <a:lnTo>
                  <a:pt x="76969" y="70732"/>
                </a:lnTo>
                <a:lnTo>
                  <a:pt x="76915" y="70463"/>
                </a:lnTo>
                <a:close/>
                <a:moveTo>
                  <a:pt x="91002" y="66672"/>
                </a:moveTo>
                <a:cubicBezTo>
                  <a:pt x="91110" y="67237"/>
                  <a:pt x="91191" y="67801"/>
                  <a:pt x="91325" y="68393"/>
                </a:cubicBezTo>
                <a:lnTo>
                  <a:pt x="91325" y="69307"/>
                </a:lnTo>
                <a:cubicBezTo>
                  <a:pt x="91298" y="69414"/>
                  <a:pt x="91271" y="69549"/>
                  <a:pt x="91244" y="69656"/>
                </a:cubicBezTo>
                <a:cubicBezTo>
                  <a:pt x="91083" y="70140"/>
                  <a:pt x="90868" y="70597"/>
                  <a:pt x="90572" y="71001"/>
                </a:cubicBezTo>
                <a:cubicBezTo>
                  <a:pt x="90277" y="70651"/>
                  <a:pt x="90599" y="69307"/>
                  <a:pt x="90626" y="68904"/>
                </a:cubicBezTo>
                <a:cubicBezTo>
                  <a:pt x="90680" y="68151"/>
                  <a:pt x="90734" y="67425"/>
                  <a:pt x="90814" y="66699"/>
                </a:cubicBezTo>
                <a:cubicBezTo>
                  <a:pt x="90837" y="66710"/>
                  <a:pt x="90863" y="66717"/>
                  <a:pt x="90891" y="66717"/>
                </a:cubicBezTo>
                <a:cubicBezTo>
                  <a:pt x="90930" y="66717"/>
                  <a:pt x="90971" y="66704"/>
                  <a:pt x="91002" y="66672"/>
                </a:cubicBezTo>
                <a:close/>
                <a:moveTo>
                  <a:pt x="94524" y="59978"/>
                </a:moveTo>
                <a:cubicBezTo>
                  <a:pt x="95438" y="60865"/>
                  <a:pt x="96191" y="62156"/>
                  <a:pt x="96729" y="62882"/>
                </a:cubicBezTo>
                <a:cubicBezTo>
                  <a:pt x="97939" y="64521"/>
                  <a:pt x="99041" y="66242"/>
                  <a:pt x="100035" y="68016"/>
                </a:cubicBezTo>
                <a:cubicBezTo>
                  <a:pt x="100412" y="68688"/>
                  <a:pt x="100761" y="69361"/>
                  <a:pt x="101111" y="70060"/>
                </a:cubicBezTo>
                <a:lnTo>
                  <a:pt x="101111" y="70086"/>
                </a:lnTo>
                <a:cubicBezTo>
                  <a:pt x="101277" y="70419"/>
                  <a:pt x="101622" y="71032"/>
                  <a:pt x="101584" y="71032"/>
                </a:cubicBezTo>
                <a:cubicBezTo>
                  <a:pt x="101567" y="71032"/>
                  <a:pt x="101472" y="70906"/>
                  <a:pt x="101245" y="70570"/>
                </a:cubicBezTo>
                <a:cubicBezTo>
                  <a:pt x="100116" y="68877"/>
                  <a:pt x="98906" y="67264"/>
                  <a:pt x="97777" y="65543"/>
                </a:cubicBezTo>
                <a:lnTo>
                  <a:pt x="96325" y="63150"/>
                </a:lnTo>
                <a:cubicBezTo>
                  <a:pt x="96325" y="63043"/>
                  <a:pt x="96352" y="62935"/>
                  <a:pt x="96379" y="62801"/>
                </a:cubicBezTo>
                <a:cubicBezTo>
                  <a:pt x="96394" y="62743"/>
                  <a:pt x="96369" y="62717"/>
                  <a:pt x="96340" y="62717"/>
                </a:cubicBezTo>
                <a:cubicBezTo>
                  <a:pt x="96314" y="62717"/>
                  <a:pt x="96284" y="62737"/>
                  <a:pt x="96272" y="62774"/>
                </a:cubicBezTo>
                <a:cubicBezTo>
                  <a:pt x="96245" y="62855"/>
                  <a:pt x="96218" y="62882"/>
                  <a:pt x="96191" y="62962"/>
                </a:cubicBezTo>
                <a:lnTo>
                  <a:pt x="94524" y="60193"/>
                </a:lnTo>
                <a:lnTo>
                  <a:pt x="94524" y="59978"/>
                </a:lnTo>
                <a:close/>
                <a:moveTo>
                  <a:pt x="52289" y="58983"/>
                </a:moveTo>
                <a:lnTo>
                  <a:pt x="52289" y="58983"/>
                </a:lnTo>
                <a:cubicBezTo>
                  <a:pt x="52074" y="59521"/>
                  <a:pt x="51886" y="60059"/>
                  <a:pt x="51698" y="60596"/>
                </a:cubicBezTo>
                <a:cubicBezTo>
                  <a:pt x="51617" y="60838"/>
                  <a:pt x="51564" y="61053"/>
                  <a:pt x="51483" y="61269"/>
                </a:cubicBezTo>
                <a:cubicBezTo>
                  <a:pt x="50219" y="62828"/>
                  <a:pt x="49090" y="64495"/>
                  <a:pt x="48069" y="66242"/>
                </a:cubicBezTo>
                <a:cubicBezTo>
                  <a:pt x="49198" y="64253"/>
                  <a:pt x="50381" y="62290"/>
                  <a:pt x="51644" y="60408"/>
                </a:cubicBezTo>
                <a:lnTo>
                  <a:pt x="51644" y="60381"/>
                </a:lnTo>
                <a:cubicBezTo>
                  <a:pt x="51682" y="60325"/>
                  <a:pt x="51614" y="60255"/>
                  <a:pt x="51552" y="60255"/>
                </a:cubicBezTo>
                <a:cubicBezTo>
                  <a:pt x="51525" y="60255"/>
                  <a:pt x="51499" y="60268"/>
                  <a:pt x="51483" y="60301"/>
                </a:cubicBezTo>
                <a:lnTo>
                  <a:pt x="50945" y="61080"/>
                </a:lnTo>
                <a:cubicBezTo>
                  <a:pt x="50139" y="62021"/>
                  <a:pt x="49440" y="63070"/>
                  <a:pt x="48902" y="64172"/>
                </a:cubicBezTo>
                <a:cubicBezTo>
                  <a:pt x="47558" y="66188"/>
                  <a:pt x="46241" y="68205"/>
                  <a:pt x="44789" y="70113"/>
                </a:cubicBezTo>
                <a:cubicBezTo>
                  <a:pt x="44288" y="70789"/>
                  <a:pt x="44062" y="71040"/>
                  <a:pt x="44001" y="71040"/>
                </a:cubicBezTo>
                <a:cubicBezTo>
                  <a:pt x="43866" y="71040"/>
                  <a:pt x="44546" y="69801"/>
                  <a:pt x="44843" y="69226"/>
                </a:cubicBezTo>
                <a:cubicBezTo>
                  <a:pt x="45246" y="68473"/>
                  <a:pt x="45649" y="67721"/>
                  <a:pt x="46106" y="66995"/>
                </a:cubicBezTo>
                <a:lnTo>
                  <a:pt x="46160" y="66914"/>
                </a:lnTo>
                <a:cubicBezTo>
                  <a:pt x="48015" y="64118"/>
                  <a:pt x="50058" y="61484"/>
                  <a:pt x="52289" y="58983"/>
                </a:cubicBezTo>
                <a:close/>
                <a:moveTo>
                  <a:pt x="50632" y="70635"/>
                </a:moveTo>
                <a:lnTo>
                  <a:pt x="50632" y="70635"/>
                </a:lnTo>
                <a:cubicBezTo>
                  <a:pt x="50665" y="70787"/>
                  <a:pt x="50699" y="70938"/>
                  <a:pt x="50733" y="71088"/>
                </a:cubicBezTo>
                <a:lnTo>
                  <a:pt x="50733" y="71088"/>
                </a:lnTo>
                <a:cubicBezTo>
                  <a:pt x="50702" y="70934"/>
                  <a:pt x="50668" y="70782"/>
                  <a:pt x="50632" y="70635"/>
                </a:cubicBezTo>
                <a:close/>
                <a:moveTo>
                  <a:pt x="94578" y="61914"/>
                </a:moveTo>
                <a:cubicBezTo>
                  <a:pt x="94981" y="62774"/>
                  <a:pt x="95358" y="63634"/>
                  <a:pt x="95734" y="64495"/>
                </a:cubicBezTo>
                <a:cubicBezTo>
                  <a:pt x="95089" y="66645"/>
                  <a:pt x="94605" y="68823"/>
                  <a:pt x="94282" y="71054"/>
                </a:cubicBezTo>
                <a:cubicBezTo>
                  <a:pt x="94255" y="71216"/>
                  <a:pt x="94202" y="71377"/>
                  <a:pt x="94175" y="71511"/>
                </a:cubicBezTo>
                <a:cubicBezTo>
                  <a:pt x="94202" y="70759"/>
                  <a:pt x="94202" y="70033"/>
                  <a:pt x="94229" y="69280"/>
                </a:cubicBezTo>
                <a:cubicBezTo>
                  <a:pt x="94255" y="68984"/>
                  <a:pt x="94282" y="68688"/>
                  <a:pt x="94309" y="68393"/>
                </a:cubicBezTo>
                <a:cubicBezTo>
                  <a:pt x="94497" y="66242"/>
                  <a:pt x="94605" y="64091"/>
                  <a:pt x="94578" y="61914"/>
                </a:cubicBezTo>
                <a:close/>
                <a:moveTo>
                  <a:pt x="83018" y="66511"/>
                </a:moveTo>
                <a:lnTo>
                  <a:pt x="83018" y="66511"/>
                </a:lnTo>
                <a:cubicBezTo>
                  <a:pt x="83717" y="67613"/>
                  <a:pt x="84738" y="69334"/>
                  <a:pt x="84873" y="69549"/>
                </a:cubicBezTo>
                <a:cubicBezTo>
                  <a:pt x="85249" y="70221"/>
                  <a:pt x="85599" y="70920"/>
                  <a:pt x="85948" y="71619"/>
                </a:cubicBezTo>
                <a:cubicBezTo>
                  <a:pt x="85464" y="70893"/>
                  <a:pt x="84980" y="70167"/>
                  <a:pt x="84523" y="69441"/>
                </a:cubicBezTo>
                <a:cubicBezTo>
                  <a:pt x="84201" y="68688"/>
                  <a:pt x="83798" y="67990"/>
                  <a:pt x="83394" y="67291"/>
                </a:cubicBezTo>
                <a:cubicBezTo>
                  <a:pt x="83260" y="67075"/>
                  <a:pt x="83152" y="66834"/>
                  <a:pt x="83045" y="66618"/>
                </a:cubicBezTo>
                <a:lnTo>
                  <a:pt x="83018" y="66511"/>
                </a:lnTo>
                <a:close/>
                <a:moveTo>
                  <a:pt x="49736" y="68662"/>
                </a:moveTo>
                <a:lnTo>
                  <a:pt x="49736" y="68662"/>
                </a:lnTo>
                <a:cubicBezTo>
                  <a:pt x="49628" y="69280"/>
                  <a:pt x="49547" y="69925"/>
                  <a:pt x="49467" y="70570"/>
                </a:cubicBezTo>
                <a:lnTo>
                  <a:pt x="49440" y="70570"/>
                </a:lnTo>
                <a:cubicBezTo>
                  <a:pt x="49421" y="70551"/>
                  <a:pt x="49395" y="70542"/>
                  <a:pt x="49368" y="70542"/>
                </a:cubicBezTo>
                <a:cubicBezTo>
                  <a:pt x="49320" y="70542"/>
                  <a:pt x="49269" y="70572"/>
                  <a:pt x="49252" y="70624"/>
                </a:cubicBezTo>
                <a:cubicBezTo>
                  <a:pt x="49117" y="70974"/>
                  <a:pt x="48983" y="71350"/>
                  <a:pt x="48848" y="71726"/>
                </a:cubicBezTo>
                <a:cubicBezTo>
                  <a:pt x="49171" y="70785"/>
                  <a:pt x="49440" y="69871"/>
                  <a:pt x="49655" y="68930"/>
                </a:cubicBezTo>
                <a:cubicBezTo>
                  <a:pt x="49682" y="68823"/>
                  <a:pt x="49709" y="68742"/>
                  <a:pt x="49736" y="68662"/>
                </a:cubicBezTo>
                <a:close/>
                <a:moveTo>
                  <a:pt x="80545" y="69280"/>
                </a:moveTo>
                <a:lnTo>
                  <a:pt x="80571" y="69307"/>
                </a:lnTo>
                <a:lnTo>
                  <a:pt x="79684" y="71726"/>
                </a:lnTo>
                <a:cubicBezTo>
                  <a:pt x="79819" y="71296"/>
                  <a:pt x="79953" y="70893"/>
                  <a:pt x="80114" y="70490"/>
                </a:cubicBezTo>
                <a:cubicBezTo>
                  <a:pt x="80276" y="70060"/>
                  <a:pt x="80383" y="69683"/>
                  <a:pt x="80545" y="69280"/>
                </a:cubicBezTo>
                <a:close/>
                <a:moveTo>
                  <a:pt x="110628" y="65651"/>
                </a:moveTo>
                <a:lnTo>
                  <a:pt x="110628" y="65651"/>
                </a:lnTo>
                <a:cubicBezTo>
                  <a:pt x="110708" y="66135"/>
                  <a:pt x="110789" y="66618"/>
                  <a:pt x="110897" y="67102"/>
                </a:cubicBezTo>
                <a:cubicBezTo>
                  <a:pt x="111085" y="68258"/>
                  <a:pt x="111219" y="69441"/>
                  <a:pt x="111300" y="70624"/>
                </a:cubicBezTo>
                <a:cubicBezTo>
                  <a:pt x="111300" y="70613"/>
                  <a:pt x="111300" y="70607"/>
                  <a:pt x="111300" y="70607"/>
                </a:cubicBezTo>
                <a:cubicBezTo>
                  <a:pt x="111304" y="70607"/>
                  <a:pt x="111329" y="71245"/>
                  <a:pt x="111354" y="71861"/>
                </a:cubicBezTo>
                <a:cubicBezTo>
                  <a:pt x="111327" y="71511"/>
                  <a:pt x="111273" y="71216"/>
                  <a:pt x="111246" y="71135"/>
                </a:cubicBezTo>
                <a:cubicBezTo>
                  <a:pt x="110950" y="69307"/>
                  <a:pt x="110735" y="67479"/>
                  <a:pt x="110628" y="65651"/>
                </a:cubicBezTo>
                <a:close/>
                <a:moveTo>
                  <a:pt x="100062" y="71027"/>
                </a:moveTo>
                <a:lnTo>
                  <a:pt x="100062" y="71027"/>
                </a:lnTo>
                <a:cubicBezTo>
                  <a:pt x="100331" y="71431"/>
                  <a:pt x="100600" y="71834"/>
                  <a:pt x="100869" y="72237"/>
                </a:cubicBezTo>
                <a:cubicBezTo>
                  <a:pt x="100976" y="72452"/>
                  <a:pt x="101057" y="72694"/>
                  <a:pt x="101165" y="72909"/>
                </a:cubicBezTo>
                <a:cubicBezTo>
                  <a:pt x="100788" y="72291"/>
                  <a:pt x="100439" y="71646"/>
                  <a:pt x="100062" y="71027"/>
                </a:cubicBezTo>
                <a:close/>
                <a:moveTo>
                  <a:pt x="92051" y="63070"/>
                </a:moveTo>
                <a:lnTo>
                  <a:pt x="92051" y="63070"/>
                </a:lnTo>
                <a:cubicBezTo>
                  <a:pt x="91997" y="64495"/>
                  <a:pt x="91997" y="65919"/>
                  <a:pt x="91970" y="67317"/>
                </a:cubicBezTo>
                <a:cubicBezTo>
                  <a:pt x="91970" y="68393"/>
                  <a:pt x="91943" y="69468"/>
                  <a:pt x="91943" y="70543"/>
                </a:cubicBezTo>
                <a:cubicBezTo>
                  <a:pt x="91943" y="70974"/>
                  <a:pt x="91943" y="71431"/>
                  <a:pt x="91917" y="71834"/>
                </a:cubicBezTo>
                <a:cubicBezTo>
                  <a:pt x="91917" y="72103"/>
                  <a:pt x="91971" y="73142"/>
                  <a:pt x="91934" y="73142"/>
                </a:cubicBezTo>
                <a:cubicBezTo>
                  <a:pt x="91919" y="73142"/>
                  <a:pt x="91889" y="72977"/>
                  <a:pt x="91836" y="72533"/>
                </a:cubicBezTo>
                <a:cubicBezTo>
                  <a:pt x="91728" y="71538"/>
                  <a:pt x="91621" y="70517"/>
                  <a:pt x="91567" y="69549"/>
                </a:cubicBezTo>
                <a:lnTo>
                  <a:pt x="91567" y="69549"/>
                </a:lnTo>
                <a:cubicBezTo>
                  <a:pt x="91605" y="69579"/>
                  <a:pt x="91646" y="69592"/>
                  <a:pt x="91686" y="69592"/>
                </a:cubicBezTo>
                <a:cubicBezTo>
                  <a:pt x="91790" y="69592"/>
                  <a:pt x="91882" y="69504"/>
                  <a:pt x="91863" y="69387"/>
                </a:cubicBezTo>
                <a:cubicBezTo>
                  <a:pt x="91755" y="68688"/>
                  <a:pt x="91648" y="67990"/>
                  <a:pt x="91567" y="67291"/>
                </a:cubicBezTo>
                <a:cubicBezTo>
                  <a:pt x="91567" y="67183"/>
                  <a:pt x="91567" y="67049"/>
                  <a:pt x="91567" y="66941"/>
                </a:cubicBezTo>
                <a:cubicBezTo>
                  <a:pt x="91675" y="65651"/>
                  <a:pt x="91836" y="64360"/>
                  <a:pt x="92051" y="63070"/>
                </a:cubicBezTo>
                <a:close/>
                <a:moveTo>
                  <a:pt x="57397" y="69307"/>
                </a:moveTo>
                <a:lnTo>
                  <a:pt x="57397" y="69307"/>
                </a:lnTo>
                <a:cubicBezTo>
                  <a:pt x="58096" y="70490"/>
                  <a:pt x="58769" y="71673"/>
                  <a:pt x="59387" y="72909"/>
                </a:cubicBezTo>
                <a:lnTo>
                  <a:pt x="59360" y="72909"/>
                </a:lnTo>
                <a:cubicBezTo>
                  <a:pt x="59448" y="73081"/>
                  <a:pt x="59475" y="73150"/>
                  <a:pt x="59462" y="73150"/>
                </a:cubicBezTo>
                <a:cubicBezTo>
                  <a:pt x="59409" y="73150"/>
                  <a:pt x="58746" y="72118"/>
                  <a:pt x="58661" y="71968"/>
                </a:cubicBezTo>
                <a:cubicBezTo>
                  <a:pt x="58312" y="71431"/>
                  <a:pt x="58043" y="70893"/>
                  <a:pt x="57801" y="70302"/>
                </a:cubicBezTo>
                <a:cubicBezTo>
                  <a:pt x="57666" y="69979"/>
                  <a:pt x="57532" y="69629"/>
                  <a:pt x="57397" y="69307"/>
                </a:cubicBezTo>
                <a:close/>
                <a:moveTo>
                  <a:pt x="93960" y="71753"/>
                </a:moveTo>
                <a:cubicBezTo>
                  <a:pt x="93960" y="71968"/>
                  <a:pt x="93960" y="72210"/>
                  <a:pt x="93960" y="72425"/>
                </a:cubicBezTo>
                <a:cubicBezTo>
                  <a:pt x="93933" y="72560"/>
                  <a:pt x="93879" y="72856"/>
                  <a:pt x="93825" y="73178"/>
                </a:cubicBezTo>
                <a:cubicBezTo>
                  <a:pt x="93825" y="73017"/>
                  <a:pt x="93852" y="72856"/>
                  <a:pt x="93879" y="72694"/>
                </a:cubicBezTo>
                <a:cubicBezTo>
                  <a:pt x="93906" y="72372"/>
                  <a:pt x="93933" y="72076"/>
                  <a:pt x="93960" y="71753"/>
                </a:cubicBezTo>
                <a:close/>
                <a:moveTo>
                  <a:pt x="96245" y="63473"/>
                </a:moveTo>
                <a:cubicBezTo>
                  <a:pt x="96514" y="63903"/>
                  <a:pt x="96809" y="64360"/>
                  <a:pt x="97078" y="64817"/>
                </a:cubicBezTo>
                <a:cubicBezTo>
                  <a:pt x="97885" y="66108"/>
                  <a:pt x="98664" y="67425"/>
                  <a:pt x="99471" y="68715"/>
                </a:cubicBezTo>
                <a:cubicBezTo>
                  <a:pt x="99847" y="69361"/>
                  <a:pt x="100251" y="70006"/>
                  <a:pt x="100627" y="70678"/>
                </a:cubicBezTo>
                <a:lnTo>
                  <a:pt x="100627" y="70705"/>
                </a:lnTo>
                <a:cubicBezTo>
                  <a:pt x="100761" y="70947"/>
                  <a:pt x="101944" y="72936"/>
                  <a:pt x="101756" y="73232"/>
                </a:cubicBezTo>
                <a:cubicBezTo>
                  <a:pt x="101810" y="73124"/>
                  <a:pt x="101326" y="72345"/>
                  <a:pt x="100734" y="71431"/>
                </a:cubicBezTo>
                <a:cubicBezTo>
                  <a:pt x="99310" y="68823"/>
                  <a:pt x="97804" y="66296"/>
                  <a:pt x="96164" y="63796"/>
                </a:cubicBezTo>
                <a:lnTo>
                  <a:pt x="96245" y="63473"/>
                </a:lnTo>
                <a:close/>
                <a:moveTo>
                  <a:pt x="82346" y="62209"/>
                </a:moveTo>
                <a:lnTo>
                  <a:pt x="82346" y="62209"/>
                </a:lnTo>
                <a:cubicBezTo>
                  <a:pt x="83771" y="64011"/>
                  <a:pt x="85007" y="65973"/>
                  <a:pt x="86083" y="68016"/>
                </a:cubicBezTo>
                <a:cubicBezTo>
                  <a:pt x="86701" y="69199"/>
                  <a:pt x="87239" y="70409"/>
                  <a:pt x="87723" y="71646"/>
                </a:cubicBezTo>
                <a:cubicBezTo>
                  <a:pt x="87842" y="72003"/>
                  <a:pt x="88003" y="72763"/>
                  <a:pt x="88188" y="73286"/>
                </a:cubicBezTo>
                <a:lnTo>
                  <a:pt x="88188" y="73286"/>
                </a:lnTo>
                <a:cubicBezTo>
                  <a:pt x="87971" y="72870"/>
                  <a:pt x="87673" y="72284"/>
                  <a:pt x="87534" y="72076"/>
                </a:cubicBezTo>
                <a:cubicBezTo>
                  <a:pt x="86620" y="70678"/>
                  <a:pt x="85760" y="69280"/>
                  <a:pt x="84900" y="67828"/>
                </a:cubicBezTo>
                <a:cubicBezTo>
                  <a:pt x="84335" y="66807"/>
                  <a:pt x="83771" y="65785"/>
                  <a:pt x="83179" y="64763"/>
                </a:cubicBezTo>
                <a:cubicBezTo>
                  <a:pt x="83099" y="64495"/>
                  <a:pt x="82937" y="64253"/>
                  <a:pt x="82776" y="64038"/>
                </a:cubicBezTo>
                <a:lnTo>
                  <a:pt x="82453" y="63527"/>
                </a:lnTo>
                <a:lnTo>
                  <a:pt x="82346" y="62209"/>
                </a:lnTo>
                <a:close/>
                <a:moveTo>
                  <a:pt x="92618" y="60003"/>
                </a:moveTo>
                <a:cubicBezTo>
                  <a:pt x="92556" y="60753"/>
                  <a:pt x="92529" y="61519"/>
                  <a:pt x="92481" y="62263"/>
                </a:cubicBezTo>
                <a:cubicBezTo>
                  <a:pt x="92481" y="62277"/>
                  <a:pt x="92495" y="62283"/>
                  <a:pt x="92508" y="62283"/>
                </a:cubicBezTo>
                <a:cubicBezTo>
                  <a:pt x="92521" y="62283"/>
                  <a:pt x="92535" y="62277"/>
                  <a:pt x="92535" y="62263"/>
                </a:cubicBezTo>
                <a:cubicBezTo>
                  <a:pt x="92589" y="61860"/>
                  <a:pt x="92615" y="61484"/>
                  <a:pt x="92669" y="61080"/>
                </a:cubicBezTo>
                <a:lnTo>
                  <a:pt x="92669" y="61080"/>
                </a:lnTo>
                <a:cubicBezTo>
                  <a:pt x="92562" y="63903"/>
                  <a:pt x="92642" y="66699"/>
                  <a:pt x="92857" y="69522"/>
                </a:cubicBezTo>
                <a:cubicBezTo>
                  <a:pt x="92857" y="70463"/>
                  <a:pt x="92831" y="71404"/>
                  <a:pt x="92777" y="72345"/>
                </a:cubicBezTo>
                <a:cubicBezTo>
                  <a:pt x="92777" y="72561"/>
                  <a:pt x="92933" y="73300"/>
                  <a:pt x="92785" y="73300"/>
                </a:cubicBezTo>
                <a:cubicBezTo>
                  <a:pt x="92748" y="73300"/>
                  <a:pt x="92694" y="73256"/>
                  <a:pt x="92615" y="73151"/>
                </a:cubicBezTo>
                <a:cubicBezTo>
                  <a:pt x="92347" y="72802"/>
                  <a:pt x="92427" y="72318"/>
                  <a:pt x="92400" y="71888"/>
                </a:cubicBezTo>
                <a:cubicBezTo>
                  <a:pt x="92374" y="71135"/>
                  <a:pt x="92374" y="70382"/>
                  <a:pt x="92347" y="69629"/>
                </a:cubicBezTo>
                <a:cubicBezTo>
                  <a:pt x="92347" y="68231"/>
                  <a:pt x="92320" y="66807"/>
                  <a:pt x="92347" y="65409"/>
                </a:cubicBezTo>
                <a:cubicBezTo>
                  <a:pt x="92374" y="63903"/>
                  <a:pt x="92427" y="62398"/>
                  <a:pt x="92454" y="60892"/>
                </a:cubicBezTo>
                <a:cubicBezTo>
                  <a:pt x="92535" y="60596"/>
                  <a:pt x="92589" y="60301"/>
                  <a:pt x="92615" y="60032"/>
                </a:cubicBezTo>
                <a:cubicBezTo>
                  <a:pt x="92615" y="60026"/>
                  <a:pt x="92617" y="60017"/>
                  <a:pt x="92618" y="60003"/>
                </a:cubicBezTo>
                <a:close/>
                <a:moveTo>
                  <a:pt x="92992" y="58983"/>
                </a:moveTo>
                <a:lnTo>
                  <a:pt x="92992" y="58983"/>
                </a:lnTo>
                <a:cubicBezTo>
                  <a:pt x="93019" y="59010"/>
                  <a:pt x="93073" y="59010"/>
                  <a:pt x="93126" y="59037"/>
                </a:cubicBezTo>
                <a:cubicBezTo>
                  <a:pt x="93503" y="59763"/>
                  <a:pt x="93879" y="60516"/>
                  <a:pt x="94255" y="61269"/>
                </a:cubicBezTo>
                <a:cubicBezTo>
                  <a:pt x="94202" y="63500"/>
                  <a:pt x="94148" y="65704"/>
                  <a:pt x="94094" y="67936"/>
                </a:cubicBezTo>
                <a:cubicBezTo>
                  <a:pt x="93933" y="69737"/>
                  <a:pt x="93718" y="71565"/>
                  <a:pt x="93503" y="73366"/>
                </a:cubicBezTo>
                <a:cubicBezTo>
                  <a:pt x="93368" y="72291"/>
                  <a:pt x="93234" y="71216"/>
                  <a:pt x="93126" y="70140"/>
                </a:cubicBezTo>
                <a:cubicBezTo>
                  <a:pt x="93153" y="66430"/>
                  <a:pt x="93073" y="62720"/>
                  <a:pt x="92992" y="58983"/>
                </a:cubicBezTo>
                <a:close/>
                <a:moveTo>
                  <a:pt x="75894" y="72990"/>
                </a:moveTo>
                <a:lnTo>
                  <a:pt x="76109" y="73071"/>
                </a:lnTo>
                <a:lnTo>
                  <a:pt x="76162" y="73071"/>
                </a:lnTo>
                <a:lnTo>
                  <a:pt x="76109" y="73259"/>
                </a:lnTo>
                <a:lnTo>
                  <a:pt x="75974" y="73393"/>
                </a:lnTo>
                <a:cubicBezTo>
                  <a:pt x="75974" y="73259"/>
                  <a:pt x="75947" y="73124"/>
                  <a:pt x="75894" y="72990"/>
                </a:cubicBezTo>
                <a:close/>
                <a:moveTo>
                  <a:pt x="74953" y="72372"/>
                </a:moveTo>
                <a:lnTo>
                  <a:pt x="75329" y="72909"/>
                </a:lnTo>
                <a:cubicBezTo>
                  <a:pt x="75463" y="73124"/>
                  <a:pt x="75598" y="73366"/>
                  <a:pt x="75679" y="73608"/>
                </a:cubicBezTo>
                <a:cubicBezTo>
                  <a:pt x="75598" y="73662"/>
                  <a:pt x="75517" y="73716"/>
                  <a:pt x="75410" y="73770"/>
                </a:cubicBezTo>
                <a:lnTo>
                  <a:pt x="75275" y="73689"/>
                </a:lnTo>
                <a:cubicBezTo>
                  <a:pt x="75060" y="73554"/>
                  <a:pt x="74872" y="73420"/>
                  <a:pt x="74657" y="73286"/>
                </a:cubicBezTo>
                <a:cubicBezTo>
                  <a:pt x="74765" y="72990"/>
                  <a:pt x="74845" y="72694"/>
                  <a:pt x="74953" y="72372"/>
                </a:cubicBezTo>
                <a:close/>
                <a:moveTo>
                  <a:pt x="52881" y="64737"/>
                </a:moveTo>
                <a:lnTo>
                  <a:pt x="52881" y="64737"/>
                </a:lnTo>
                <a:cubicBezTo>
                  <a:pt x="52935" y="64952"/>
                  <a:pt x="53015" y="65328"/>
                  <a:pt x="53096" y="65489"/>
                </a:cubicBezTo>
                <a:cubicBezTo>
                  <a:pt x="53230" y="65973"/>
                  <a:pt x="53419" y="66430"/>
                  <a:pt x="53607" y="66914"/>
                </a:cubicBezTo>
                <a:cubicBezTo>
                  <a:pt x="54037" y="68715"/>
                  <a:pt x="54467" y="70517"/>
                  <a:pt x="54951" y="72318"/>
                </a:cubicBezTo>
                <a:cubicBezTo>
                  <a:pt x="55085" y="72802"/>
                  <a:pt x="55220" y="73313"/>
                  <a:pt x="55354" y="73850"/>
                </a:cubicBezTo>
                <a:cubicBezTo>
                  <a:pt x="54602" y="71807"/>
                  <a:pt x="53956" y="69737"/>
                  <a:pt x="53446" y="67640"/>
                </a:cubicBezTo>
                <a:cubicBezTo>
                  <a:pt x="53257" y="66860"/>
                  <a:pt x="53096" y="66081"/>
                  <a:pt x="52962" y="65274"/>
                </a:cubicBezTo>
                <a:cubicBezTo>
                  <a:pt x="52935" y="65086"/>
                  <a:pt x="52908" y="64898"/>
                  <a:pt x="52881" y="64737"/>
                </a:cubicBezTo>
                <a:close/>
                <a:moveTo>
                  <a:pt x="96663" y="69049"/>
                </a:moveTo>
                <a:cubicBezTo>
                  <a:pt x="96679" y="69049"/>
                  <a:pt x="96744" y="70475"/>
                  <a:pt x="96783" y="70974"/>
                </a:cubicBezTo>
                <a:cubicBezTo>
                  <a:pt x="96889" y="72043"/>
                  <a:pt x="96943" y="73112"/>
                  <a:pt x="96970" y="74154"/>
                </a:cubicBezTo>
                <a:lnTo>
                  <a:pt x="96970" y="74154"/>
                </a:lnTo>
                <a:cubicBezTo>
                  <a:pt x="96967" y="74083"/>
                  <a:pt x="96944" y="74032"/>
                  <a:pt x="96944" y="73958"/>
                </a:cubicBezTo>
                <a:cubicBezTo>
                  <a:pt x="96809" y="72614"/>
                  <a:pt x="96729" y="71269"/>
                  <a:pt x="96675" y="69898"/>
                </a:cubicBezTo>
                <a:cubicBezTo>
                  <a:pt x="96660" y="69280"/>
                  <a:pt x="96657" y="69049"/>
                  <a:pt x="96663" y="69049"/>
                </a:cubicBezTo>
                <a:close/>
                <a:moveTo>
                  <a:pt x="76109" y="74065"/>
                </a:moveTo>
                <a:lnTo>
                  <a:pt x="76028" y="74388"/>
                </a:lnTo>
                <a:lnTo>
                  <a:pt x="76028" y="74361"/>
                </a:lnTo>
                <a:cubicBezTo>
                  <a:pt x="76028" y="74334"/>
                  <a:pt x="76028" y="74307"/>
                  <a:pt x="76028" y="74307"/>
                </a:cubicBezTo>
                <a:lnTo>
                  <a:pt x="76028" y="74146"/>
                </a:lnTo>
                <a:cubicBezTo>
                  <a:pt x="76055" y="74119"/>
                  <a:pt x="76082" y="74092"/>
                  <a:pt x="76109" y="74065"/>
                </a:cubicBezTo>
                <a:close/>
                <a:moveTo>
                  <a:pt x="54198" y="64333"/>
                </a:moveTo>
                <a:lnTo>
                  <a:pt x="54198" y="64333"/>
                </a:lnTo>
                <a:cubicBezTo>
                  <a:pt x="54790" y="66215"/>
                  <a:pt x="55489" y="68043"/>
                  <a:pt x="56322" y="69818"/>
                </a:cubicBezTo>
                <a:cubicBezTo>
                  <a:pt x="56887" y="71054"/>
                  <a:pt x="57532" y="72264"/>
                  <a:pt x="58204" y="73447"/>
                </a:cubicBezTo>
                <a:cubicBezTo>
                  <a:pt x="58392" y="73931"/>
                  <a:pt x="58688" y="74334"/>
                  <a:pt x="59010" y="74710"/>
                </a:cubicBezTo>
                <a:cubicBezTo>
                  <a:pt x="58392" y="74200"/>
                  <a:pt x="57908" y="73232"/>
                  <a:pt x="57478" y="72560"/>
                </a:cubicBezTo>
                <a:cubicBezTo>
                  <a:pt x="56053" y="70167"/>
                  <a:pt x="54978" y="67586"/>
                  <a:pt x="54333" y="64898"/>
                </a:cubicBezTo>
                <a:cubicBezTo>
                  <a:pt x="54279" y="64710"/>
                  <a:pt x="54225" y="64521"/>
                  <a:pt x="54198" y="64333"/>
                </a:cubicBezTo>
                <a:close/>
                <a:moveTo>
                  <a:pt x="82507" y="64333"/>
                </a:moveTo>
                <a:lnTo>
                  <a:pt x="82507" y="64333"/>
                </a:lnTo>
                <a:cubicBezTo>
                  <a:pt x="82668" y="64602"/>
                  <a:pt x="82937" y="65059"/>
                  <a:pt x="83152" y="65409"/>
                </a:cubicBezTo>
                <a:cubicBezTo>
                  <a:pt x="83475" y="66000"/>
                  <a:pt x="83824" y="66592"/>
                  <a:pt x="84147" y="67183"/>
                </a:cubicBezTo>
                <a:cubicBezTo>
                  <a:pt x="84577" y="67963"/>
                  <a:pt x="85007" y="68715"/>
                  <a:pt x="85411" y="69495"/>
                </a:cubicBezTo>
                <a:cubicBezTo>
                  <a:pt x="85975" y="70597"/>
                  <a:pt x="86540" y="71699"/>
                  <a:pt x="87104" y="72829"/>
                </a:cubicBezTo>
                <a:lnTo>
                  <a:pt x="87131" y="72802"/>
                </a:lnTo>
                <a:cubicBezTo>
                  <a:pt x="87454" y="73447"/>
                  <a:pt x="87749" y="74119"/>
                  <a:pt x="88045" y="74764"/>
                </a:cubicBezTo>
                <a:cubicBezTo>
                  <a:pt x="88056" y="74808"/>
                  <a:pt x="88076" y="74855"/>
                  <a:pt x="88099" y="74904"/>
                </a:cubicBezTo>
                <a:lnTo>
                  <a:pt x="88099" y="74904"/>
                </a:lnTo>
                <a:cubicBezTo>
                  <a:pt x="87790" y="74379"/>
                  <a:pt x="87495" y="73875"/>
                  <a:pt x="87158" y="73393"/>
                </a:cubicBezTo>
                <a:cubicBezTo>
                  <a:pt x="85921" y="70543"/>
                  <a:pt x="84389" y="67855"/>
                  <a:pt x="82588" y="65355"/>
                </a:cubicBezTo>
                <a:lnTo>
                  <a:pt x="82507" y="64333"/>
                </a:lnTo>
                <a:close/>
                <a:moveTo>
                  <a:pt x="81932" y="64170"/>
                </a:moveTo>
                <a:cubicBezTo>
                  <a:pt x="81963" y="64170"/>
                  <a:pt x="81336" y="65424"/>
                  <a:pt x="81163" y="65866"/>
                </a:cubicBezTo>
                <a:cubicBezTo>
                  <a:pt x="80437" y="67882"/>
                  <a:pt x="79738" y="69898"/>
                  <a:pt x="79012" y="71915"/>
                </a:cubicBezTo>
                <a:cubicBezTo>
                  <a:pt x="78690" y="72829"/>
                  <a:pt x="78044" y="73958"/>
                  <a:pt x="77749" y="75060"/>
                </a:cubicBezTo>
                <a:cubicBezTo>
                  <a:pt x="77668" y="74791"/>
                  <a:pt x="77614" y="74522"/>
                  <a:pt x="77614" y="74227"/>
                </a:cubicBezTo>
                <a:cubicBezTo>
                  <a:pt x="77749" y="73796"/>
                  <a:pt x="77856" y="73339"/>
                  <a:pt x="77964" y="72882"/>
                </a:cubicBezTo>
                <a:cubicBezTo>
                  <a:pt x="78044" y="72560"/>
                  <a:pt x="78098" y="72264"/>
                  <a:pt x="78179" y="71941"/>
                </a:cubicBezTo>
                <a:lnTo>
                  <a:pt x="78286" y="71673"/>
                </a:lnTo>
                <a:lnTo>
                  <a:pt x="78340" y="71753"/>
                </a:lnTo>
                <a:cubicBezTo>
                  <a:pt x="78286" y="71995"/>
                  <a:pt x="78233" y="72210"/>
                  <a:pt x="78179" y="72452"/>
                </a:cubicBezTo>
                <a:cubicBezTo>
                  <a:pt x="77991" y="73071"/>
                  <a:pt x="77802" y="73689"/>
                  <a:pt x="77641" y="74307"/>
                </a:cubicBezTo>
                <a:cubicBezTo>
                  <a:pt x="77641" y="74321"/>
                  <a:pt x="77648" y="74327"/>
                  <a:pt x="77655" y="74327"/>
                </a:cubicBezTo>
                <a:cubicBezTo>
                  <a:pt x="77661" y="74327"/>
                  <a:pt x="77668" y="74321"/>
                  <a:pt x="77668" y="74307"/>
                </a:cubicBezTo>
                <a:cubicBezTo>
                  <a:pt x="77776" y="73904"/>
                  <a:pt x="77910" y="73501"/>
                  <a:pt x="78044" y="73097"/>
                </a:cubicBezTo>
                <a:lnTo>
                  <a:pt x="78044" y="73097"/>
                </a:lnTo>
                <a:cubicBezTo>
                  <a:pt x="77991" y="73393"/>
                  <a:pt x="77937" y="73689"/>
                  <a:pt x="77883" y="73985"/>
                </a:cubicBezTo>
                <a:cubicBezTo>
                  <a:pt x="77883" y="74028"/>
                  <a:pt x="77914" y="74056"/>
                  <a:pt x="77947" y="74056"/>
                </a:cubicBezTo>
                <a:cubicBezTo>
                  <a:pt x="77975" y="74056"/>
                  <a:pt x="78005" y="74035"/>
                  <a:pt x="78017" y="73985"/>
                </a:cubicBezTo>
                <a:cubicBezTo>
                  <a:pt x="78152" y="73178"/>
                  <a:pt x="78340" y="72372"/>
                  <a:pt x="78555" y="71592"/>
                </a:cubicBezTo>
                <a:cubicBezTo>
                  <a:pt x="78743" y="71189"/>
                  <a:pt x="78878" y="70785"/>
                  <a:pt x="79012" y="70355"/>
                </a:cubicBezTo>
                <a:cubicBezTo>
                  <a:pt x="79281" y="69629"/>
                  <a:pt x="79577" y="68930"/>
                  <a:pt x="79872" y="68205"/>
                </a:cubicBezTo>
                <a:cubicBezTo>
                  <a:pt x="80383" y="67102"/>
                  <a:pt x="80921" y="65973"/>
                  <a:pt x="81512" y="64898"/>
                </a:cubicBezTo>
                <a:cubicBezTo>
                  <a:pt x="81803" y="64369"/>
                  <a:pt x="81920" y="64170"/>
                  <a:pt x="81932" y="64170"/>
                </a:cubicBezTo>
                <a:close/>
                <a:moveTo>
                  <a:pt x="48176" y="69871"/>
                </a:moveTo>
                <a:lnTo>
                  <a:pt x="48176" y="69871"/>
                </a:lnTo>
                <a:cubicBezTo>
                  <a:pt x="47639" y="71001"/>
                  <a:pt x="47128" y="72157"/>
                  <a:pt x="46671" y="73313"/>
                </a:cubicBezTo>
                <a:lnTo>
                  <a:pt x="45810" y="75087"/>
                </a:lnTo>
                <a:cubicBezTo>
                  <a:pt x="46267" y="73796"/>
                  <a:pt x="46778" y="72506"/>
                  <a:pt x="47370" y="71242"/>
                </a:cubicBezTo>
                <a:cubicBezTo>
                  <a:pt x="47639" y="70812"/>
                  <a:pt x="47907" y="70355"/>
                  <a:pt x="48176" y="69871"/>
                </a:cubicBezTo>
                <a:close/>
                <a:moveTo>
                  <a:pt x="74926" y="74307"/>
                </a:moveTo>
                <a:cubicBezTo>
                  <a:pt x="75069" y="74379"/>
                  <a:pt x="75225" y="74427"/>
                  <a:pt x="75384" y="74427"/>
                </a:cubicBezTo>
                <a:cubicBezTo>
                  <a:pt x="75463" y="74427"/>
                  <a:pt x="75544" y="74415"/>
                  <a:pt x="75625" y="74388"/>
                </a:cubicBezTo>
                <a:lnTo>
                  <a:pt x="75732" y="74442"/>
                </a:lnTo>
                <a:cubicBezTo>
                  <a:pt x="75759" y="74469"/>
                  <a:pt x="75813" y="74469"/>
                  <a:pt x="75840" y="74469"/>
                </a:cubicBezTo>
                <a:cubicBezTo>
                  <a:pt x="75894" y="74495"/>
                  <a:pt x="75947" y="74549"/>
                  <a:pt x="75974" y="74603"/>
                </a:cubicBezTo>
                <a:lnTo>
                  <a:pt x="75894" y="74979"/>
                </a:lnTo>
                <a:cubicBezTo>
                  <a:pt x="75840" y="75006"/>
                  <a:pt x="75786" y="75033"/>
                  <a:pt x="75759" y="75060"/>
                </a:cubicBezTo>
                <a:cubicBezTo>
                  <a:pt x="75598" y="75114"/>
                  <a:pt x="75437" y="75141"/>
                  <a:pt x="75275" y="75141"/>
                </a:cubicBezTo>
                <a:cubicBezTo>
                  <a:pt x="75168" y="74872"/>
                  <a:pt x="75060" y="74576"/>
                  <a:pt x="74926" y="74307"/>
                </a:cubicBezTo>
                <a:close/>
                <a:moveTo>
                  <a:pt x="74496" y="73877"/>
                </a:moveTo>
                <a:lnTo>
                  <a:pt x="74549" y="73958"/>
                </a:lnTo>
                <a:cubicBezTo>
                  <a:pt x="74684" y="74334"/>
                  <a:pt x="74899" y="74791"/>
                  <a:pt x="75060" y="75168"/>
                </a:cubicBezTo>
                <a:cubicBezTo>
                  <a:pt x="74818" y="75141"/>
                  <a:pt x="74603" y="75087"/>
                  <a:pt x="74388" y="75006"/>
                </a:cubicBezTo>
                <a:cubicBezTo>
                  <a:pt x="74334" y="74899"/>
                  <a:pt x="74281" y="74791"/>
                  <a:pt x="74227" y="74657"/>
                </a:cubicBezTo>
                <a:cubicBezTo>
                  <a:pt x="74307" y="74415"/>
                  <a:pt x="74415" y="74146"/>
                  <a:pt x="74496" y="73877"/>
                </a:cubicBezTo>
                <a:close/>
                <a:moveTo>
                  <a:pt x="95953" y="66143"/>
                </a:moveTo>
                <a:cubicBezTo>
                  <a:pt x="96090" y="66143"/>
                  <a:pt x="96030" y="67466"/>
                  <a:pt x="96030" y="67667"/>
                </a:cubicBezTo>
                <a:lnTo>
                  <a:pt x="96057" y="67640"/>
                </a:lnTo>
                <a:lnTo>
                  <a:pt x="96057" y="67774"/>
                </a:lnTo>
                <a:cubicBezTo>
                  <a:pt x="95976" y="68742"/>
                  <a:pt x="95922" y="69737"/>
                  <a:pt x="95895" y="70705"/>
                </a:cubicBezTo>
                <a:cubicBezTo>
                  <a:pt x="95868" y="70974"/>
                  <a:pt x="95868" y="71242"/>
                  <a:pt x="95842" y="71511"/>
                </a:cubicBezTo>
                <a:cubicBezTo>
                  <a:pt x="95788" y="72802"/>
                  <a:pt x="95707" y="74119"/>
                  <a:pt x="95626" y="75409"/>
                </a:cubicBezTo>
                <a:lnTo>
                  <a:pt x="95626" y="75651"/>
                </a:lnTo>
                <a:cubicBezTo>
                  <a:pt x="95358" y="73097"/>
                  <a:pt x="95358" y="70517"/>
                  <a:pt x="95600" y="67963"/>
                </a:cubicBezTo>
                <a:cubicBezTo>
                  <a:pt x="95600" y="67532"/>
                  <a:pt x="95653" y="67102"/>
                  <a:pt x="95734" y="66699"/>
                </a:cubicBezTo>
                <a:cubicBezTo>
                  <a:pt x="95836" y="66296"/>
                  <a:pt x="95906" y="66143"/>
                  <a:pt x="95953" y="66143"/>
                </a:cubicBezTo>
                <a:close/>
                <a:moveTo>
                  <a:pt x="99838" y="72739"/>
                </a:moveTo>
                <a:lnTo>
                  <a:pt x="99838" y="72739"/>
                </a:lnTo>
                <a:cubicBezTo>
                  <a:pt x="99839" y="72739"/>
                  <a:pt x="100238" y="73671"/>
                  <a:pt x="100277" y="73770"/>
                </a:cubicBezTo>
                <a:cubicBezTo>
                  <a:pt x="100573" y="74388"/>
                  <a:pt x="100842" y="75006"/>
                  <a:pt x="101057" y="75651"/>
                </a:cubicBezTo>
                <a:cubicBezTo>
                  <a:pt x="100842" y="75194"/>
                  <a:pt x="100627" y="74710"/>
                  <a:pt x="100412" y="74227"/>
                </a:cubicBezTo>
                <a:cubicBezTo>
                  <a:pt x="100277" y="73904"/>
                  <a:pt x="100170" y="73528"/>
                  <a:pt x="100035" y="73205"/>
                </a:cubicBezTo>
                <a:cubicBezTo>
                  <a:pt x="99891" y="72865"/>
                  <a:pt x="99838" y="72739"/>
                  <a:pt x="99838" y="72739"/>
                </a:cubicBezTo>
                <a:close/>
                <a:moveTo>
                  <a:pt x="50757" y="63876"/>
                </a:moveTo>
                <a:cubicBezTo>
                  <a:pt x="50623" y="64360"/>
                  <a:pt x="50515" y="64871"/>
                  <a:pt x="50381" y="65355"/>
                </a:cubicBezTo>
                <a:cubicBezTo>
                  <a:pt x="49225" y="66995"/>
                  <a:pt x="48203" y="68715"/>
                  <a:pt x="47343" y="70490"/>
                </a:cubicBezTo>
                <a:lnTo>
                  <a:pt x="47289" y="70570"/>
                </a:lnTo>
                <a:cubicBezTo>
                  <a:pt x="46321" y="72157"/>
                  <a:pt x="45407" y="74200"/>
                  <a:pt x="44144" y="75678"/>
                </a:cubicBezTo>
                <a:cubicBezTo>
                  <a:pt x="44574" y="74603"/>
                  <a:pt x="45058" y="73501"/>
                  <a:pt x="45595" y="72452"/>
                </a:cubicBezTo>
                <a:lnTo>
                  <a:pt x="50757" y="63876"/>
                </a:lnTo>
                <a:close/>
                <a:moveTo>
                  <a:pt x="81969" y="64468"/>
                </a:moveTo>
                <a:cubicBezTo>
                  <a:pt x="81969" y="64656"/>
                  <a:pt x="81996" y="64844"/>
                  <a:pt x="82023" y="65032"/>
                </a:cubicBezTo>
                <a:cubicBezTo>
                  <a:pt x="81996" y="65059"/>
                  <a:pt x="81996" y="65113"/>
                  <a:pt x="82023" y="65140"/>
                </a:cubicBezTo>
                <a:lnTo>
                  <a:pt x="82050" y="65651"/>
                </a:lnTo>
                <a:cubicBezTo>
                  <a:pt x="82036" y="65643"/>
                  <a:pt x="82019" y="65640"/>
                  <a:pt x="82003" y="65640"/>
                </a:cubicBezTo>
                <a:cubicBezTo>
                  <a:pt x="81957" y="65640"/>
                  <a:pt x="81908" y="65665"/>
                  <a:pt x="81889" y="65704"/>
                </a:cubicBezTo>
                <a:cubicBezTo>
                  <a:pt x="81055" y="67532"/>
                  <a:pt x="80249" y="69334"/>
                  <a:pt x="79604" y="71242"/>
                </a:cubicBezTo>
                <a:cubicBezTo>
                  <a:pt x="79281" y="72076"/>
                  <a:pt x="79012" y="72936"/>
                  <a:pt x="78770" y="73796"/>
                </a:cubicBezTo>
                <a:cubicBezTo>
                  <a:pt x="78663" y="74280"/>
                  <a:pt x="78528" y="74737"/>
                  <a:pt x="78340" y="75194"/>
                </a:cubicBezTo>
                <a:cubicBezTo>
                  <a:pt x="78221" y="75432"/>
                  <a:pt x="78124" y="75723"/>
                  <a:pt x="78095" y="75723"/>
                </a:cubicBezTo>
                <a:cubicBezTo>
                  <a:pt x="78079" y="75723"/>
                  <a:pt x="78085" y="75624"/>
                  <a:pt x="78125" y="75356"/>
                </a:cubicBezTo>
                <a:cubicBezTo>
                  <a:pt x="78233" y="74469"/>
                  <a:pt x="78797" y="73474"/>
                  <a:pt x="79093" y="72640"/>
                </a:cubicBezTo>
                <a:cubicBezTo>
                  <a:pt x="79442" y="71619"/>
                  <a:pt x="79819" y="70624"/>
                  <a:pt x="80168" y="69603"/>
                </a:cubicBezTo>
                <a:cubicBezTo>
                  <a:pt x="80787" y="67909"/>
                  <a:pt x="81405" y="66188"/>
                  <a:pt x="81969" y="64468"/>
                </a:cubicBezTo>
                <a:close/>
                <a:moveTo>
                  <a:pt x="93933" y="73501"/>
                </a:moveTo>
                <a:lnTo>
                  <a:pt x="93933" y="73501"/>
                </a:lnTo>
                <a:cubicBezTo>
                  <a:pt x="93906" y="73662"/>
                  <a:pt x="93906" y="73823"/>
                  <a:pt x="93906" y="73985"/>
                </a:cubicBezTo>
                <a:cubicBezTo>
                  <a:pt x="93906" y="74173"/>
                  <a:pt x="93879" y="75302"/>
                  <a:pt x="93879" y="75732"/>
                </a:cubicBezTo>
                <a:cubicBezTo>
                  <a:pt x="93852" y="75463"/>
                  <a:pt x="93772" y="74952"/>
                  <a:pt x="93691" y="74495"/>
                </a:cubicBezTo>
                <a:cubicBezTo>
                  <a:pt x="93772" y="74173"/>
                  <a:pt x="93852" y="73823"/>
                  <a:pt x="93933" y="73501"/>
                </a:cubicBezTo>
                <a:close/>
                <a:moveTo>
                  <a:pt x="74630" y="75302"/>
                </a:moveTo>
                <a:lnTo>
                  <a:pt x="74630" y="75302"/>
                </a:lnTo>
                <a:cubicBezTo>
                  <a:pt x="74818" y="75383"/>
                  <a:pt x="75006" y="75436"/>
                  <a:pt x="75195" y="75490"/>
                </a:cubicBezTo>
                <a:cubicBezTo>
                  <a:pt x="75275" y="75625"/>
                  <a:pt x="75302" y="75759"/>
                  <a:pt x="75302" y="75893"/>
                </a:cubicBezTo>
                <a:cubicBezTo>
                  <a:pt x="75087" y="75732"/>
                  <a:pt x="74899" y="75571"/>
                  <a:pt x="74684" y="75383"/>
                </a:cubicBezTo>
                <a:cubicBezTo>
                  <a:pt x="74657" y="75356"/>
                  <a:pt x="74630" y="75329"/>
                  <a:pt x="74630" y="75302"/>
                </a:cubicBezTo>
                <a:close/>
                <a:moveTo>
                  <a:pt x="85706" y="71995"/>
                </a:moveTo>
                <a:cubicBezTo>
                  <a:pt x="86136" y="72667"/>
                  <a:pt x="86567" y="73339"/>
                  <a:pt x="87051" y="74012"/>
                </a:cubicBezTo>
                <a:cubicBezTo>
                  <a:pt x="87292" y="74630"/>
                  <a:pt x="87534" y="75248"/>
                  <a:pt x="87776" y="75893"/>
                </a:cubicBezTo>
                <a:cubicBezTo>
                  <a:pt x="86943" y="74657"/>
                  <a:pt x="86244" y="73339"/>
                  <a:pt x="85653" y="71995"/>
                </a:cubicBezTo>
                <a:close/>
                <a:moveTo>
                  <a:pt x="75417" y="75544"/>
                </a:moveTo>
                <a:lnTo>
                  <a:pt x="75417" y="75544"/>
                </a:lnTo>
                <a:cubicBezTo>
                  <a:pt x="75522" y="75545"/>
                  <a:pt x="75627" y="75571"/>
                  <a:pt x="75732" y="75571"/>
                </a:cubicBezTo>
                <a:cubicBezTo>
                  <a:pt x="75705" y="75759"/>
                  <a:pt x="75652" y="75920"/>
                  <a:pt x="75598" y="76108"/>
                </a:cubicBezTo>
                <a:cubicBezTo>
                  <a:pt x="75521" y="75904"/>
                  <a:pt x="75469" y="75723"/>
                  <a:pt x="75417" y="75544"/>
                </a:cubicBezTo>
                <a:close/>
                <a:moveTo>
                  <a:pt x="51080" y="65731"/>
                </a:moveTo>
                <a:cubicBezTo>
                  <a:pt x="51160" y="66108"/>
                  <a:pt x="51268" y="66457"/>
                  <a:pt x="51322" y="66753"/>
                </a:cubicBezTo>
                <a:cubicBezTo>
                  <a:pt x="51510" y="67801"/>
                  <a:pt x="51725" y="68850"/>
                  <a:pt x="51967" y="69898"/>
                </a:cubicBezTo>
                <a:cubicBezTo>
                  <a:pt x="52148" y="72008"/>
                  <a:pt x="52469" y="74096"/>
                  <a:pt x="53023" y="76118"/>
                </a:cubicBezTo>
                <a:lnTo>
                  <a:pt x="53023" y="76118"/>
                </a:lnTo>
                <a:cubicBezTo>
                  <a:pt x="52882" y="75624"/>
                  <a:pt x="52745" y="75128"/>
                  <a:pt x="52612" y="74630"/>
                </a:cubicBezTo>
                <a:cubicBezTo>
                  <a:pt x="52289" y="73097"/>
                  <a:pt x="51994" y="71565"/>
                  <a:pt x="51698" y="70033"/>
                </a:cubicBezTo>
                <a:cubicBezTo>
                  <a:pt x="51483" y="68984"/>
                  <a:pt x="51295" y="67936"/>
                  <a:pt x="51187" y="66887"/>
                </a:cubicBezTo>
                <a:cubicBezTo>
                  <a:pt x="51187" y="66887"/>
                  <a:pt x="51133" y="66323"/>
                  <a:pt x="51080" y="65785"/>
                </a:cubicBezTo>
                <a:lnTo>
                  <a:pt x="51080" y="65731"/>
                </a:lnTo>
                <a:close/>
                <a:moveTo>
                  <a:pt x="73770" y="75786"/>
                </a:moveTo>
                <a:cubicBezTo>
                  <a:pt x="73824" y="75840"/>
                  <a:pt x="73904" y="75893"/>
                  <a:pt x="74066" y="76028"/>
                </a:cubicBezTo>
                <a:cubicBezTo>
                  <a:pt x="74119" y="76082"/>
                  <a:pt x="74200" y="76162"/>
                  <a:pt x="74254" y="76216"/>
                </a:cubicBezTo>
                <a:lnTo>
                  <a:pt x="73877" y="76028"/>
                </a:lnTo>
                <a:cubicBezTo>
                  <a:pt x="73824" y="75974"/>
                  <a:pt x="73797" y="75893"/>
                  <a:pt x="73770" y="75867"/>
                </a:cubicBezTo>
                <a:lnTo>
                  <a:pt x="73770" y="75867"/>
                </a:lnTo>
                <a:lnTo>
                  <a:pt x="73850" y="76028"/>
                </a:lnTo>
                <a:lnTo>
                  <a:pt x="73716" y="75947"/>
                </a:lnTo>
                <a:cubicBezTo>
                  <a:pt x="73716" y="75893"/>
                  <a:pt x="73743" y="75867"/>
                  <a:pt x="73743" y="75840"/>
                </a:cubicBezTo>
                <a:lnTo>
                  <a:pt x="73770" y="75786"/>
                </a:lnTo>
                <a:close/>
                <a:moveTo>
                  <a:pt x="49704" y="68084"/>
                </a:moveTo>
                <a:cubicBezTo>
                  <a:pt x="49711" y="68084"/>
                  <a:pt x="49702" y="68141"/>
                  <a:pt x="49682" y="68231"/>
                </a:cubicBezTo>
                <a:cubicBezTo>
                  <a:pt x="49063" y="70033"/>
                  <a:pt x="48526" y="71807"/>
                  <a:pt x="48015" y="73635"/>
                </a:cubicBezTo>
                <a:lnTo>
                  <a:pt x="47988" y="73635"/>
                </a:lnTo>
                <a:cubicBezTo>
                  <a:pt x="47907" y="73823"/>
                  <a:pt x="47827" y="74038"/>
                  <a:pt x="47746" y="74227"/>
                </a:cubicBezTo>
                <a:cubicBezTo>
                  <a:pt x="47450" y="74926"/>
                  <a:pt x="47128" y="75625"/>
                  <a:pt x="46778" y="76297"/>
                </a:cubicBezTo>
                <a:cubicBezTo>
                  <a:pt x="47397" y="74576"/>
                  <a:pt x="48015" y="72856"/>
                  <a:pt x="48633" y="71162"/>
                </a:cubicBezTo>
                <a:cubicBezTo>
                  <a:pt x="48929" y="70328"/>
                  <a:pt x="49278" y="69495"/>
                  <a:pt x="49520" y="68662"/>
                </a:cubicBezTo>
                <a:cubicBezTo>
                  <a:pt x="49638" y="68242"/>
                  <a:pt x="49693" y="68084"/>
                  <a:pt x="49704" y="68084"/>
                </a:cubicBezTo>
                <a:close/>
                <a:moveTo>
                  <a:pt x="74845" y="75920"/>
                </a:moveTo>
                <a:lnTo>
                  <a:pt x="74845" y="75920"/>
                </a:lnTo>
                <a:cubicBezTo>
                  <a:pt x="74953" y="75974"/>
                  <a:pt x="75060" y="76055"/>
                  <a:pt x="75141" y="76135"/>
                </a:cubicBezTo>
                <a:lnTo>
                  <a:pt x="75141" y="76162"/>
                </a:lnTo>
                <a:cubicBezTo>
                  <a:pt x="75302" y="76377"/>
                  <a:pt x="75275" y="76485"/>
                  <a:pt x="75114" y="76485"/>
                </a:cubicBezTo>
                <a:cubicBezTo>
                  <a:pt x="75033" y="76297"/>
                  <a:pt x="74953" y="76108"/>
                  <a:pt x="74845" y="75920"/>
                </a:cubicBezTo>
                <a:close/>
                <a:moveTo>
                  <a:pt x="74012" y="75221"/>
                </a:moveTo>
                <a:cubicBezTo>
                  <a:pt x="74119" y="75248"/>
                  <a:pt x="74227" y="75302"/>
                  <a:pt x="74334" y="75383"/>
                </a:cubicBezTo>
                <a:lnTo>
                  <a:pt x="74334" y="75436"/>
                </a:lnTo>
                <a:cubicBezTo>
                  <a:pt x="74496" y="75759"/>
                  <a:pt x="74845" y="76270"/>
                  <a:pt x="74899" y="76404"/>
                </a:cubicBezTo>
                <a:lnTo>
                  <a:pt x="74953" y="76512"/>
                </a:lnTo>
                <a:cubicBezTo>
                  <a:pt x="74791" y="76458"/>
                  <a:pt x="74630" y="76404"/>
                  <a:pt x="74469" y="76350"/>
                </a:cubicBezTo>
                <a:cubicBezTo>
                  <a:pt x="74254" y="76108"/>
                  <a:pt x="74039" y="75867"/>
                  <a:pt x="73850" y="75625"/>
                </a:cubicBezTo>
                <a:lnTo>
                  <a:pt x="74012" y="75221"/>
                </a:lnTo>
                <a:close/>
                <a:moveTo>
                  <a:pt x="75006" y="76619"/>
                </a:moveTo>
                <a:cubicBezTo>
                  <a:pt x="75086" y="76778"/>
                  <a:pt x="75113" y="76837"/>
                  <a:pt x="75099" y="76837"/>
                </a:cubicBezTo>
                <a:cubicBezTo>
                  <a:pt x="75080" y="76837"/>
                  <a:pt x="74985" y="76728"/>
                  <a:pt x="74845" y="76619"/>
                </a:cubicBezTo>
                <a:close/>
                <a:moveTo>
                  <a:pt x="75195" y="76646"/>
                </a:moveTo>
                <a:lnTo>
                  <a:pt x="75437" y="76673"/>
                </a:lnTo>
                <a:cubicBezTo>
                  <a:pt x="75383" y="76754"/>
                  <a:pt x="75356" y="76861"/>
                  <a:pt x="75329" y="76942"/>
                </a:cubicBezTo>
                <a:cubicBezTo>
                  <a:pt x="75302" y="76861"/>
                  <a:pt x="75248" y="76754"/>
                  <a:pt x="75195" y="76646"/>
                </a:cubicBezTo>
                <a:close/>
                <a:moveTo>
                  <a:pt x="82077" y="65893"/>
                </a:moveTo>
                <a:cubicBezTo>
                  <a:pt x="82077" y="66161"/>
                  <a:pt x="82104" y="66430"/>
                  <a:pt x="82131" y="66726"/>
                </a:cubicBezTo>
                <a:cubicBezTo>
                  <a:pt x="82077" y="66726"/>
                  <a:pt x="82050" y="66753"/>
                  <a:pt x="82050" y="66807"/>
                </a:cubicBezTo>
                <a:cubicBezTo>
                  <a:pt x="81405" y="68608"/>
                  <a:pt x="80760" y="70409"/>
                  <a:pt x="80141" y="72237"/>
                </a:cubicBezTo>
                <a:cubicBezTo>
                  <a:pt x="79819" y="73151"/>
                  <a:pt x="79523" y="74065"/>
                  <a:pt x="79200" y="74952"/>
                </a:cubicBezTo>
                <a:cubicBezTo>
                  <a:pt x="79039" y="75356"/>
                  <a:pt x="78905" y="75759"/>
                  <a:pt x="78770" y="76162"/>
                </a:cubicBezTo>
                <a:cubicBezTo>
                  <a:pt x="78709" y="76305"/>
                  <a:pt x="78541" y="77062"/>
                  <a:pt x="78346" y="77062"/>
                </a:cubicBezTo>
                <a:cubicBezTo>
                  <a:pt x="78283" y="77062"/>
                  <a:pt x="78217" y="76984"/>
                  <a:pt x="78152" y="76781"/>
                </a:cubicBezTo>
                <a:cubicBezTo>
                  <a:pt x="78125" y="76673"/>
                  <a:pt x="78125" y="76565"/>
                  <a:pt x="78152" y="76458"/>
                </a:cubicBezTo>
                <a:cubicBezTo>
                  <a:pt x="78313" y="76055"/>
                  <a:pt x="78475" y="75625"/>
                  <a:pt x="78636" y="75168"/>
                </a:cubicBezTo>
                <a:cubicBezTo>
                  <a:pt x="78797" y="74818"/>
                  <a:pt x="78985" y="74495"/>
                  <a:pt x="79012" y="74334"/>
                </a:cubicBezTo>
                <a:lnTo>
                  <a:pt x="80034" y="71592"/>
                </a:lnTo>
                <a:cubicBezTo>
                  <a:pt x="80706" y="69683"/>
                  <a:pt x="81432" y="67801"/>
                  <a:pt x="82077" y="65893"/>
                </a:cubicBezTo>
                <a:close/>
                <a:moveTo>
                  <a:pt x="82668" y="66914"/>
                </a:moveTo>
                <a:lnTo>
                  <a:pt x="82668" y="66914"/>
                </a:lnTo>
                <a:cubicBezTo>
                  <a:pt x="84389" y="70275"/>
                  <a:pt x="86083" y="73635"/>
                  <a:pt x="87104" y="77264"/>
                </a:cubicBezTo>
                <a:cubicBezTo>
                  <a:pt x="86835" y="76673"/>
                  <a:pt x="86567" y="76082"/>
                  <a:pt x="86298" y="75490"/>
                </a:cubicBezTo>
                <a:cubicBezTo>
                  <a:pt x="85330" y="72990"/>
                  <a:pt x="84201" y="70570"/>
                  <a:pt x="82910" y="68231"/>
                </a:cubicBezTo>
                <a:cubicBezTo>
                  <a:pt x="82866" y="68188"/>
                  <a:pt x="82805" y="68144"/>
                  <a:pt x="82754" y="68144"/>
                </a:cubicBezTo>
                <a:cubicBezTo>
                  <a:pt x="82743" y="68144"/>
                  <a:pt x="82732" y="68146"/>
                  <a:pt x="82722" y="68151"/>
                </a:cubicBezTo>
                <a:cubicBezTo>
                  <a:pt x="82722" y="67748"/>
                  <a:pt x="82668" y="67344"/>
                  <a:pt x="82668" y="66914"/>
                </a:cubicBezTo>
                <a:close/>
                <a:moveTo>
                  <a:pt x="73877" y="76404"/>
                </a:moveTo>
                <a:lnTo>
                  <a:pt x="73877" y="76404"/>
                </a:lnTo>
                <a:cubicBezTo>
                  <a:pt x="74119" y="76485"/>
                  <a:pt x="74361" y="76565"/>
                  <a:pt x="74630" y="76592"/>
                </a:cubicBezTo>
                <a:cubicBezTo>
                  <a:pt x="74845" y="76807"/>
                  <a:pt x="75033" y="77023"/>
                  <a:pt x="75275" y="77211"/>
                </a:cubicBezTo>
                <a:cubicBezTo>
                  <a:pt x="75248" y="77291"/>
                  <a:pt x="75222" y="77372"/>
                  <a:pt x="75195" y="77453"/>
                </a:cubicBezTo>
                <a:cubicBezTo>
                  <a:pt x="74845" y="77157"/>
                  <a:pt x="74227" y="76673"/>
                  <a:pt x="73877" y="76404"/>
                </a:cubicBezTo>
                <a:close/>
                <a:moveTo>
                  <a:pt x="53983" y="66645"/>
                </a:moveTo>
                <a:cubicBezTo>
                  <a:pt x="54171" y="67344"/>
                  <a:pt x="54413" y="68016"/>
                  <a:pt x="54655" y="68688"/>
                </a:cubicBezTo>
                <a:lnTo>
                  <a:pt x="54682" y="68688"/>
                </a:lnTo>
                <a:cubicBezTo>
                  <a:pt x="55704" y="71458"/>
                  <a:pt x="56887" y="74146"/>
                  <a:pt x="58204" y="76781"/>
                </a:cubicBezTo>
                <a:cubicBezTo>
                  <a:pt x="58334" y="77041"/>
                  <a:pt x="58866" y="77755"/>
                  <a:pt x="58715" y="77755"/>
                </a:cubicBezTo>
                <a:cubicBezTo>
                  <a:pt x="58679" y="77755"/>
                  <a:pt x="58603" y="77713"/>
                  <a:pt x="58473" y="77614"/>
                </a:cubicBezTo>
                <a:cubicBezTo>
                  <a:pt x="58043" y="77184"/>
                  <a:pt x="57666" y="76700"/>
                  <a:pt x="57397" y="76135"/>
                </a:cubicBezTo>
                <a:cubicBezTo>
                  <a:pt x="56430" y="73339"/>
                  <a:pt x="55354" y="70570"/>
                  <a:pt x="54252" y="67801"/>
                </a:cubicBezTo>
                <a:cubicBezTo>
                  <a:pt x="54171" y="67425"/>
                  <a:pt x="54064" y="67049"/>
                  <a:pt x="53983" y="66645"/>
                </a:cubicBezTo>
                <a:close/>
                <a:moveTo>
                  <a:pt x="72856" y="78044"/>
                </a:moveTo>
                <a:cubicBezTo>
                  <a:pt x="72883" y="78098"/>
                  <a:pt x="72910" y="78179"/>
                  <a:pt x="72936" y="78232"/>
                </a:cubicBezTo>
                <a:lnTo>
                  <a:pt x="72802" y="78179"/>
                </a:lnTo>
                <a:lnTo>
                  <a:pt x="72856" y="78044"/>
                </a:lnTo>
                <a:close/>
                <a:moveTo>
                  <a:pt x="95411" y="66941"/>
                </a:moveTo>
                <a:lnTo>
                  <a:pt x="95411" y="66941"/>
                </a:lnTo>
                <a:cubicBezTo>
                  <a:pt x="95008" y="70355"/>
                  <a:pt x="95035" y="73796"/>
                  <a:pt x="95519" y="77184"/>
                </a:cubicBezTo>
                <a:cubicBezTo>
                  <a:pt x="95429" y="77814"/>
                  <a:pt x="95207" y="78350"/>
                  <a:pt x="94774" y="78350"/>
                </a:cubicBezTo>
                <a:cubicBezTo>
                  <a:pt x="94690" y="78350"/>
                  <a:pt x="94598" y="78330"/>
                  <a:pt x="94497" y="78286"/>
                </a:cubicBezTo>
                <a:cubicBezTo>
                  <a:pt x="93987" y="78071"/>
                  <a:pt x="94255" y="74576"/>
                  <a:pt x="94255" y="73931"/>
                </a:cubicBezTo>
                <a:cubicBezTo>
                  <a:pt x="94309" y="72882"/>
                  <a:pt x="94390" y="71861"/>
                  <a:pt x="94524" y="70812"/>
                </a:cubicBezTo>
                <a:cubicBezTo>
                  <a:pt x="94820" y="69522"/>
                  <a:pt x="95116" y="68231"/>
                  <a:pt x="95411" y="66941"/>
                </a:cubicBezTo>
                <a:close/>
                <a:moveTo>
                  <a:pt x="82561" y="78071"/>
                </a:moveTo>
                <a:lnTo>
                  <a:pt x="82561" y="78447"/>
                </a:lnTo>
                <a:cubicBezTo>
                  <a:pt x="82534" y="78447"/>
                  <a:pt x="82534" y="78447"/>
                  <a:pt x="82507" y="78474"/>
                </a:cubicBezTo>
                <a:cubicBezTo>
                  <a:pt x="82561" y="78340"/>
                  <a:pt x="82561" y="78205"/>
                  <a:pt x="82561" y="78071"/>
                </a:cubicBezTo>
                <a:close/>
                <a:moveTo>
                  <a:pt x="74085" y="78591"/>
                </a:moveTo>
                <a:cubicBezTo>
                  <a:pt x="74088" y="78597"/>
                  <a:pt x="74090" y="78603"/>
                  <a:pt x="74092" y="78609"/>
                </a:cubicBezTo>
                <a:cubicBezTo>
                  <a:pt x="74164" y="78619"/>
                  <a:pt x="74231" y="78625"/>
                  <a:pt x="74298" y="78626"/>
                </a:cubicBezTo>
                <a:lnTo>
                  <a:pt x="74298" y="78626"/>
                </a:lnTo>
                <a:cubicBezTo>
                  <a:pt x="74228" y="78616"/>
                  <a:pt x="74157" y="78605"/>
                  <a:pt x="74085" y="78591"/>
                </a:cubicBezTo>
                <a:close/>
                <a:moveTo>
                  <a:pt x="55489" y="72614"/>
                </a:moveTo>
                <a:lnTo>
                  <a:pt x="55489" y="72614"/>
                </a:lnTo>
                <a:cubicBezTo>
                  <a:pt x="55784" y="73447"/>
                  <a:pt x="56134" y="74227"/>
                  <a:pt x="56537" y="75033"/>
                </a:cubicBezTo>
                <a:cubicBezTo>
                  <a:pt x="56934" y="76250"/>
                  <a:pt x="57331" y="77494"/>
                  <a:pt x="57754" y="78737"/>
                </a:cubicBezTo>
                <a:lnTo>
                  <a:pt x="57754" y="78737"/>
                </a:lnTo>
                <a:cubicBezTo>
                  <a:pt x="57007" y="77779"/>
                  <a:pt x="56664" y="76568"/>
                  <a:pt x="56295" y="75383"/>
                </a:cubicBezTo>
                <a:cubicBezTo>
                  <a:pt x="56026" y="74469"/>
                  <a:pt x="55758" y="73554"/>
                  <a:pt x="55489" y="72614"/>
                </a:cubicBezTo>
                <a:close/>
                <a:moveTo>
                  <a:pt x="49494" y="77963"/>
                </a:moveTo>
                <a:lnTo>
                  <a:pt x="49736" y="79039"/>
                </a:lnTo>
                <a:cubicBezTo>
                  <a:pt x="49655" y="78931"/>
                  <a:pt x="49574" y="78824"/>
                  <a:pt x="49467" y="78716"/>
                </a:cubicBezTo>
                <a:cubicBezTo>
                  <a:pt x="49467" y="78447"/>
                  <a:pt x="49494" y="78205"/>
                  <a:pt x="49494" y="77963"/>
                </a:cubicBezTo>
                <a:close/>
                <a:moveTo>
                  <a:pt x="82749" y="68715"/>
                </a:moveTo>
                <a:lnTo>
                  <a:pt x="86136" y="76001"/>
                </a:lnTo>
                <a:cubicBezTo>
                  <a:pt x="86163" y="76108"/>
                  <a:pt x="86217" y="76216"/>
                  <a:pt x="86244" y="76297"/>
                </a:cubicBezTo>
                <a:cubicBezTo>
                  <a:pt x="86402" y="76743"/>
                  <a:pt x="87329" y="78807"/>
                  <a:pt x="87246" y="79152"/>
                </a:cubicBezTo>
                <a:lnTo>
                  <a:pt x="87246" y="79152"/>
                </a:lnTo>
                <a:cubicBezTo>
                  <a:pt x="86959" y="78834"/>
                  <a:pt x="86723" y="78465"/>
                  <a:pt x="86513" y="78071"/>
                </a:cubicBezTo>
                <a:cubicBezTo>
                  <a:pt x="86352" y="77802"/>
                  <a:pt x="86217" y="77533"/>
                  <a:pt x="86056" y="77238"/>
                </a:cubicBezTo>
                <a:cubicBezTo>
                  <a:pt x="85115" y="74684"/>
                  <a:pt x="84013" y="72157"/>
                  <a:pt x="82776" y="69737"/>
                </a:cubicBezTo>
                <a:cubicBezTo>
                  <a:pt x="82776" y="69387"/>
                  <a:pt x="82749" y="69065"/>
                  <a:pt x="82749" y="68715"/>
                </a:cubicBezTo>
                <a:close/>
                <a:moveTo>
                  <a:pt x="72560" y="78609"/>
                </a:moveTo>
                <a:lnTo>
                  <a:pt x="72587" y="78662"/>
                </a:lnTo>
                <a:cubicBezTo>
                  <a:pt x="72641" y="78851"/>
                  <a:pt x="72721" y="79012"/>
                  <a:pt x="72775" y="79200"/>
                </a:cubicBezTo>
                <a:cubicBezTo>
                  <a:pt x="72694" y="79039"/>
                  <a:pt x="72614" y="78904"/>
                  <a:pt x="72533" y="78743"/>
                </a:cubicBezTo>
                <a:cubicBezTo>
                  <a:pt x="72560" y="78716"/>
                  <a:pt x="72560" y="78662"/>
                  <a:pt x="72560" y="78609"/>
                </a:cubicBezTo>
                <a:close/>
                <a:moveTo>
                  <a:pt x="73609" y="76297"/>
                </a:moveTo>
                <a:cubicBezTo>
                  <a:pt x="73904" y="76539"/>
                  <a:pt x="74200" y="76781"/>
                  <a:pt x="74442" y="77076"/>
                </a:cubicBezTo>
                <a:lnTo>
                  <a:pt x="74872" y="77453"/>
                </a:lnTo>
                <a:cubicBezTo>
                  <a:pt x="74872" y="77614"/>
                  <a:pt x="74765" y="77748"/>
                  <a:pt x="74603" y="77775"/>
                </a:cubicBezTo>
                <a:cubicBezTo>
                  <a:pt x="74765" y="77802"/>
                  <a:pt x="74953" y="77829"/>
                  <a:pt x="75114" y="77829"/>
                </a:cubicBezTo>
                <a:cubicBezTo>
                  <a:pt x="75087" y="77910"/>
                  <a:pt x="75060" y="78017"/>
                  <a:pt x="75033" y="78098"/>
                </a:cubicBezTo>
                <a:cubicBezTo>
                  <a:pt x="74872" y="77990"/>
                  <a:pt x="74711" y="77883"/>
                  <a:pt x="74549" y="77802"/>
                </a:cubicBezTo>
                <a:cubicBezTo>
                  <a:pt x="74415" y="77802"/>
                  <a:pt x="74281" y="77802"/>
                  <a:pt x="74173" y="77775"/>
                </a:cubicBezTo>
                <a:lnTo>
                  <a:pt x="74173" y="77775"/>
                </a:lnTo>
                <a:cubicBezTo>
                  <a:pt x="74066" y="78071"/>
                  <a:pt x="74738" y="78098"/>
                  <a:pt x="75006" y="78205"/>
                </a:cubicBezTo>
                <a:cubicBezTo>
                  <a:pt x="74980" y="78286"/>
                  <a:pt x="74953" y="78367"/>
                  <a:pt x="74926" y="78447"/>
                </a:cubicBezTo>
                <a:cubicBezTo>
                  <a:pt x="74872" y="78474"/>
                  <a:pt x="74765" y="78528"/>
                  <a:pt x="74630" y="78582"/>
                </a:cubicBezTo>
                <a:cubicBezTo>
                  <a:pt x="74520" y="78613"/>
                  <a:pt x="74419" y="78626"/>
                  <a:pt x="74316" y="78626"/>
                </a:cubicBezTo>
                <a:cubicBezTo>
                  <a:pt x="74310" y="78626"/>
                  <a:pt x="74304" y="78626"/>
                  <a:pt x="74298" y="78626"/>
                </a:cubicBezTo>
                <a:lnTo>
                  <a:pt x="74298" y="78626"/>
                </a:lnTo>
                <a:cubicBezTo>
                  <a:pt x="74470" y="78650"/>
                  <a:pt x="74638" y="78662"/>
                  <a:pt x="74818" y="78662"/>
                </a:cubicBezTo>
                <a:cubicBezTo>
                  <a:pt x="74765" y="78878"/>
                  <a:pt x="74684" y="79119"/>
                  <a:pt x="74603" y="79335"/>
                </a:cubicBezTo>
                <a:lnTo>
                  <a:pt x="74603" y="79361"/>
                </a:lnTo>
                <a:cubicBezTo>
                  <a:pt x="74442" y="79254"/>
                  <a:pt x="74307" y="79146"/>
                  <a:pt x="74173" y="79012"/>
                </a:cubicBezTo>
                <a:cubicBezTo>
                  <a:pt x="74146" y="78878"/>
                  <a:pt x="74092" y="78743"/>
                  <a:pt x="74039" y="78582"/>
                </a:cubicBezTo>
                <a:lnTo>
                  <a:pt x="74039" y="78582"/>
                </a:lnTo>
                <a:cubicBezTo>
                  <a:pt x="74054" y="78585"/>
                  <a:pt x="74070" y="78588"/>
                  <a:pt x="74085" y="78591"/>
                </a:cubicBezTo>
                <a:lnTo>
                  <a:pt x="74085" y="78591"/>
                </a:lnTo>
                <a:cubicBezTo>
                  <a:pt x="73981" y="78328"/>
                  <a:pt x="73902" y="78066"/>
                  <a:pt x="73797" y="77856"/>
                </a:cubicBezTo>
                <a:cubicBezTo>
                  <a:pt x="73797" y="77847"/>
                  <a:pt x="73794" y="77844"/>
                  <a:pt x="73790" y="77844"/>
                </a:cubicBezTo>
                <a:cubicBezTo>
                  <a:pt x="73782" y="77844"/>
                  <a:pt x="73770" y="77856"/>
                  <a:pt x="73770" y="77856"/>
                </a:cubicBezTo>
                <a:cubicBezTo>
                  <a:pt x="73689" y="78071"/>
                  <a:pt x="73662" y="78286"/>
                  <a:pt x="73716" y="78501"/>
                </a:cubicBezTo>
                <a:cubicBezTo>
                  <a:pt x="73759" y="78258"/>
                  <a:pt x="73794" y="78137"/>
                  <a:pt x="73826" y="78137"/>
                </a:cubicBezTo>
                <a:cubicBezTo>
                  <a:pt x="73854" y="78137"/>
                  <a:pt x="73879" y="78231"/>
                  <a:pt x="73904" y="78420"/>
                </a:cubicBezTo>
                <a:cubicBezTo>
                  <a:pt x="73958" y="78582"/>
                  <a:pt x="73985" y="78716"/>
                  <a:pt x="74039" y="78878"/>
                </a:cubicBezTo>
                <a:cubicBezTo>
                  <a:pt x="73877" y="78743"/>
                  <a:pt x="73770" y="78636"/>
                  <a:pt x="73635" y="78501"/>
                </a:cubicBezTo>
                <a:lnTo>
                  <a:pt x="73635" y="78501"/>
                </a:lnTo>
                <a:lnTo>
                  <a:pt x="73743" y="78528"/>
                </a:lnTo>
                <a:lnTo>
                  <a:pt x="73743" y="78528"/>
                </a:lnTo>
                <a:lnTo>
                  <a:pt x="73635" y="78474"/>
                </a:lnTo>
                <a:cubicBezTo>
                  <a:pt x="73393" y="78232"/>
                  <a:pt x="73178" y="77937"/>
                  <a:pt x="73017" y="77614"/>
                </a:cubicBezTo>
                <a:lnTo>
                  <a:pt x="73178" y="77291"/>
                </a:lnTo>
                <a:cubicBezTo>
                  <a:pt x="73582" y="77506"/>
                  <a:pt x="74012" y="77668"/>
                  <a:pt x="74469" y="77775"/>
                </a:cubicBezTo>
                <a:cubicBezTo>
                  <a:pt x="74092" y="77533"/>
                  <a:pt x="73689" y="77318"/>
                  <a:pt x="73259" y="77103"/>
                </a:cubicBezTo>
                <a:cubicBezTo>
                  <a:pt x="73393" y="76834"/>
                  <a:pt x="73474" y="76565"/>
                  <a:pt x="73609" y="76297"/>
                </a:cubicBezTo>
                <a:close/>
                <a:moveTo>
                  <a:pt x="74227" y="79281"/>
                </a:moveTo>
                <a:cubicBezTo>
                  <a:pt x="74334" y="79335"/>
                  <a:pt x="74469" y="79388"/>
                  <a:pt x="74576" y="79442"/>
                </a:cubicBezTo>
                <a:lnTo>
                  <a:pt x="74549" y="79469"/>
                </a:lnTo>
                <a:cubicBezTo>
                  <a:pt x="74496" y="79657"/>
                  <a:pt x="74442" y="79818"/>
                  <a:pt x="74388" y="80007"/>
                </a:cubicBezTo>
                <a:cubicBezTo>
                  <a:pt x="74334" y="79765"/>
                  <a:pt x="74281" y="79523"/>
                  <a:pt x="74227" y="79281"/>
                </a:cubicBezTo>
                <a:close/>
                <a:moveTo>
                  <a:pt x="97589" y="69361"/>
                </a:moveTo>
                <a:cubicBezTo>
                  <a:pt x="97804" y="69952"/>
                  <a:pt x="97992" y="70543"/>
                  <a:pt x="98180" y="71135"/>
                </a:cubicBezTo>
                <a:cubicBezTo>
                  <a:pt x="98171" y="71130"/>
                  <a:pt x="98160" y="71128"/>
                  <a:pt x="98149" y="71128"/>
                </a:cubicBezTo>
                <a:cubicBezTo>
                  <a:pt x="98100" y="71128"/>
                  <a:pt x="98046" y="71172"/>
                  <a:pt x="98046" y="71216"/>
                </a:cubicBezTo>
                <a:cubicBezTo>
                  <a:pt x="98261" y="73528"/>
                  <a:pt x="98476" y="75840"/>
                  <a:pt x="98664" y="78125"/>
                </a:cubicBezTo>
                <a:cubicBezTo>
                  <a:pt x="98718" y="78767"/>
                  <a:pt x="98798" y="79383"/>
                  <a:pt x="98825" y="80025"/>
                </a:cubicBezTo>
                <a:lnTo>
                  <a:pt x="98825" y="80025"/>
                </a:lnTo>
                <a:cubicBezTo>
                  <a:pt x="98819" y="79916"/>
                  <a:pt x="98717" y="79004"/>
                  <a:pt x="98691" y="78770"/>
                </a:cubicBezTo>
                <a:cubicBezTo>
                  <a:pt x="98476" y="77722"/>
                  <a:pt x="98288" y="76673"/>
                  <a:pt x="98100" y="75625"/>
                </a:cubicBezTo>
                <a:cubicBezTo>
                  <a:pt x="97992" y="73528"/>
                  <a:pt x="97804" y="71458"/>
                  <a:pt x="97589" y="69361"/>
                </a:cubicBezTo>
                <a:close/>
                <a:moveTo>
                  <a:pt x="49912" y="78919"/>
                </a:moveTo>
                <a:lnTo>
                  <a:pt x="49912" y="78919"/>
                </a:lnTo>
                <a:cubicBezTo>
                  <a:pt x="49918" y="78934"/>
                  <a:pt x="49924" y="78946"/>
                  <a:pt x="49924" y="78958"/>
                </a:cubicBezTo>
                <a:lnTo>
                  <a:pt x="50327" y="80141"/>
                </a:lnTo>
                <a:cubicBezTo>
                  <a:pt x="50246" y="79926"/>
                  <a:pt x="50139" y="79738"/>
                  <a:pt x="50031" y="79550"/>
                </a:cubicBezTo>
                <a:cubicBezTo>
                  <a:pt x="50007" y="79331"/>
                  <a:pt x="49961" y="79134"/>
                  <a:pt x="49912" y="78919"/>
                </a:cubicBezTo>
                <a:close/>
                <a:moveTo>
                  <a:pt x="49547" y="68070"/>
                </a:moveTo>
                <a:lnTo>
                  <a:pt x="49547" y="68070"/>
                </a:lnTo>
                <a:cubicBezTo>
                  <a:pt x="48687" y="70409"/>
                  <a:pt x="47827" y="72775"/>
                  <a:pt x="46993" y="75114"/>
                </a:cubicBezTo>
                <a:cubicBezTo>
                  <a:pt x="46617" y="76135"/>
                  <a:pt x="46106" y="77211"/>
                  <a:pt x="45757" y="78313"/>
                </a:cubicBezTo>
                <a:lnTo>
                  <a:pt x="45353" y="79066"/>
                </a:lnTo>
                <a:cubicBezTo>
                  <a:pt x="45203" y="79328"/>
                  <a:pt x="44844" y="80154"/>
                  <a:pt x="44805" y="80154"/>
                </a:cubicBezTo>
                <a:cubicBezTo>
                  <a:pt x="44788" y="80154"/>
                  <a:pt x="44831" y="79999"/>
                  <a:pt x="44977" y="79576"/>
                </a:cubicBezTo>
                <a:cubicBezTo>
                  <a:pt x="45246" y="78743"/>
                  <a:pt x="45434" y="77829"/>
                  <a:pt x="45703" y="76969"/>
                </a:cubicBezTo>
                <a:cubicBezTo>
                  <a:pt x="45972" y="76055"/>
                  <a:pt x="46294" y="75114"/>
                  <a:pt x="46617" y="74200"/>
                </a:cubicBezTo>
                <a:cubicBezTo>
                  <a:pt x="47612" y="72157"/>
                  <a:pt x="48579" y="70113"/>
                  <a:pt x="49547" y="68070"/>
                </a:cubicBezTo>
                <a:close/>
                <a:moveTo>
                  <a:pt x="82158" y="67291"/>
                </a:moveTo>
                <a:cubicBezTo>
                  <a:pt x="82211" y="68016"/>
                  <a:pt x="82238" y="68769"/>
                  <a:pt x="82265" y="69522"/>
                </a:cubicBezTo>
                <a:cubicBezTo>
                  <a:pt x="81539" y="71646"/>
                  <a:pt x="80787" y="73743"/>
                  <a:pt x="80141" y="75920"/>
                </a:cubicBezTo>
                <a:cubicBezTo>
                  <a:pt x="80124" y="75954"/>
                  <a:pt x="80172" y="75988"/>
                  <a:pt x="80216" y="75988"/>
                </a:cubicBezTo>
                <a:cubicBezTo>
                  <a:pt x="80241" y="75988"/>
                  <a:pt x="80266" y="75977"/>
                  <a:pt x="80276" y="75947"/>
                </a:cubicBezTo>
                <a:cubicBezTo>
                  <a:pt x="81028" y="74012"/>
                  <a:pt x="81647" y="72022"/>
                  <a:pt x="82292" y="70060"/>
                </a:cubicBezTo>
                <a:cubicBezTo>
                  <a:pt x="82319" y="70409"/>
                  <a:pt x="82319" y="70759"/>
                  <a:pt x="82346" y="71108"/>
                </a:cubicBezTo>
                <a:cubicBezTo>
                  <a:pt x="81459" y="73420"/>
                  <a:pt x="80625" y="75732"/>
                  <a:pt x="79899" y="78071"/>
                </a:cubicBezTo>
                <a:cubicBezTo>
                  <a:pt x="79657" y="78824"/>
                  <a:pt x="79362" y="79603"/>
                  <a:pt x="79120" y="80383"/>
                </a:cubicBezTo>
                <a:cubicBezTo>
                  <a:pt x="78394" y="78313"/>
                  <a:pt x="79899" y="75248"/>
                  <a:pt x="80464" y="73259"/>
                </a:cubicBezTo>
                <a:lnTo>
                  <a:pt x="80491" y="73259"/>
                </a:lnTo>
                <a:cubicBezTo>
                  <a:pt x="81055" y="71269"/>
                  <a:pt x="81593" y="69280"/>
                  <a:pt x="82158" y="67291"/>
                </a:cubicBezTo>
                <a:close/>
                <a:moveTo>
                  <a:pt x="53311" y="72049"/>
                </a:moveTo>
                <a:lnTo>
                  <a:pt x="53311" y="72049"/>
                </a:lnTo>
                <a:cubicBezTo>
                  <a:pt x="53365" y="72237"/>
                  <a:pt x="53446" y="72452"/>
                  <a:pt x="53499" y="72667"/>
                </a:cubicBezTo>
                <a:lnTo>
                  <a:pt x="53472" y="72667"/>
                </a:lnTo>
                <a:cubicBezTo>
                  <a:pt x="54037" y="74603"/>
                  <a:pt x="54736" y="76512"/>
                  <a:pt x="55542" y="78367"/>
                </a:cubicBezTo>
                <a:cubicBezTo>
                  <a:pt x="55731" y="78743"/>
                  <a:pt x="56161" y="80141"/>
                  <a:pt x="56537" y="80491"/>
                </a:cubicBezTo>
                <a:cubicBezTo>
                  <a:pt x="56188" y="80168"/>
                  <a:pt x="55650" y="78985"/>
                  <a:pt x="55462" y="78609"/>
                </a:cubicBezTo>
                <a:cubicBezTo>
                  <a:pt x="55112" y="77937"/>
                  <a:pt x="54843" y="77238"/>
                  <a:pt x="54575" y="76512"/>
                </a:cubicBezTo>
                <a:cubicBezTo>
                  <a:pt x="54064" y="75060"/>
                  <a:pt x="53634" y="73554"/>
                  <a:pt x="53311" y="72049"/>
                </a:cubicBezTo>
                <a:close/>
                <a:moveTo>
                  <a:pt x="72775" y="78232"/>
                </a:moveTo>
                <a:lnTo>
                  <a:pt x="72963" y="78313"/>
                </a:lnTo>
                <a:cubicBezTo>
                  <a:pt x="73232" y="79039"/>
                  <a:pt x="73474" y="79792"/>
                  <a:pt x="73689" y="80544"/>
                </a:cubicBezTo>
                <a:cubicBezTo>
                  <a:pt x="73447" y="80195"/>
                  <a:pt x="73232" y="79899"/>
                  <a:pt x="73017" y="79550"/>
                </a:cubicBezTo>
                <a:cubicBezTo>
                  <a:pt x="72883" y="79227"/>
                  <a:pt x="72748" y="78904"/>
                  <a:pt x="72614" y="78582"/>
                </a:cubicBezTo>
                <a:lnTo>
                  <a:pt x="72775" y="78232"/>
                </a:lnTo>
                <a:close/>
                <a:moveTo>
                  <a:pt x="50219" y="70382"/>
                </a:moveTo>
                <a:cubicBezTo>
                  <a:pt x="50273" y="71296"/>
                  <a:pt x="50327" y="72210"/>
                  <a:pt x="50434" y="73097"/>
                </a:cubicBezTo>
                <a:cubicBezTo>
                  <a:pt x="50327" y="72721"/>
                  <a:pt x="50246" y="72345"/>
                  <a:pt x="50166" y="71968"/>
                </a:cubicBezTo>
                <a:cubicBezTo>
                  <a:pt x="50166" y="71941"/>
                  <a:pt x="50132" y="71928"/>
                  <a:pt x="50102" y="71928"/>
                </a:cubicBezTo>
                <a:cubicBezTo>
                  <a:pt x="50072" y="71928"/>
                  <a:pt x="50045" y="71941"/>
                  <a:pt x="50058" y="71968"/>
                </a:cubicBezTo>
                <a:cubicBezTo>
                  <a:pt x="50219" y="74899"/>
                  <a:pt x="50676" y="77775"/>
                  <a:pt x="51429" y="80598"/>
                </a:cubicBezTo>
                <a:cubicBezTo>
                  <a:pt x="50811" y="78501"/>
                  <a:pt x="50300" y="76377"/>
                  <a:pt x="49843" y="74253"/>
                </a:cubicBezTo>
                <a:lnTo>
                  <a:pt x="49843" y="74280"/>
                </a:lnTo>
                <a:cubicBezTo>
                  <a:pt x="49843" y="74241"/>
                  <a:pt x="49814" y="74216"/>
                  <a:pt x="49788" y="74216"/>
                </a:cubicBezTo>
                <a:cubicBezTo>
                  <a:pt x="49779" y="74216"/>
                  <a:pt x="49770" y="74219"/>
                  <a:pt x="49762" y="74227"/>
                </a:cubicBezTo>
                <a:lnTo>
                  <a:pt x="49762" y="74038"/>
                </a:lnTo>
                <a:cubicBezTo>
                  <a:pt x="49897" y="72802"/>
                  <a:pt x="50031" y="71592"/>
                  <a:pt x="50219" y="70382"/>
                </a:cubicBezTo>
                <a:close/>
                <a:moveTo>
                  <a:pt x="47773" y="74522"/>
                </a:moveTo>
                <a:lnTo>
                  <a:pt x="47773" y="74522"/>
                </a:lnTo>
                <a:cubicBezTo>
                  <a:pt x="47665" y="74926"/>
                  <a:pt x="47558" y="75302"/>
                  <a:pt x="47450" y="75705"/>
                </a:cubicBezTo>
                <a:cubicBezTo>
                  <a:pt x="46993" y="77157"/>
                  <a:pt x="46429" y="78555"/>
                  <a:pt x="45784" y="79926"/>
                </a:cubicBezTo>
                <a:cubicBezTo>
                  <a:pt x="45689" y="80132"/>
                  <a:pt x="45529" y="80625"/>
                  <a:pt x="45490" y="80625"/>
                </a:cubicBezTo>
                <a:cubicBezTo>
                  <a:pt x="45462" y="80625"/>
                  <a:pt x="45494" y="80383"/>
                  <a:pt x="45649" y="79630"/>
                </a:cubicBezTo>
                <a:cubicBezTo>
                  <a:pt x="45730" y="79281"/>
                  <a:pt x="45837" y="78931"/>
                  <a:pt x="45972" y="78609"/>
                </a:cubicBezTo>
                <a:cubicBezTo>
                  <a:pt x="46106" y="78286"/>
                  <a:pt x="46214" y="77910"/>
                  <a:pt x="46348" y="77560"/>
                </a:cubicBezTo>
                <a:cubicBezTo>
                  <a:pt x="46832" y="76565"/>
                  <a:pt x="47316" y="75544"/>
                  <a:pt x="47773" y="74522"/>
                </a:cubicBezTo>
                <a:close/>
                <a:moveTo>
                  <a:pt x="72963" y="77802"/>
                </a:moveTo>
                <a:cubicBezTo>
                  <a:pt x="73071" y="77990"/>
                  <a:pt x="73178" y="78179"/>
                  <a:pt x="73340" y="78367"/>
                </a:cubicBezTo>
                <a:lnTo>
                  <a:pt x="73340" y="78420"/>
                </a:lnTo>
                <a:cubicBezTo>
                  <a:pt x="73555" y="78689"/>
                  <a:pt x="73797" y="78958"/>
                  <a:pt x="74092" y="79173"/>
                </a:cubicBezTo>
                <a:cubicBezTo>
                  <a:pt x="74146" y="79388"/>
                  <a:pt x="74200" y="79630"/>
                  <a:pt x="74227" y="79872"/>
                </a:cubicBezTo>
                <a:cubicBezTo>
                  <a:pt x="74254" y="80007"/>
                  <a:pt x="74281" y="80168"/>
                  <a:pt x="74281" y="80302"/>
                </a:cubicBezTo>
                <a:lnTo>
                  <a:pt x="74066" y="81001"/>
                </a:lnTo>
                <a:cubicBezTo>
                  <a:pt x="74012" y="80733"/>
                  <a:pt x="73958" y="80464"/>
                  <a:pt x="73850" y="80195"/>
                </a:cubicBezTo>
                <a:cubicBezTo>
                  <a:pt x="73850" y="80181"/>
                  <a:pt x="73837" y="80175"/>
                  <a:pt x="73824" y="80175"/>
                </a:cubicBezTo>
                <a:cubicBezTo>
                  <a:pt x="73810" y="80175"/>
                  <a:pt x="73797" y="80181"/>
                  <a:pt x="73797" y="80195"/>
                </a:cubicBezTo>
                <a:cubicBezTo>
                  <a:pt x="73877" y="80410"/>
                  <a:pt x="73931" y="80625"/>
                  <a:pt x="73958" y="80867"/>
                </a:cubicBezTo>
                <a:cubicBezTo>
                  <a:pt x="73904" y="80786"/>
                  <a:pt x="73850" y="80733"/>
                  <a:pt x="73824" y="80652"/>
                </a:cubicBezTo>
                <a:cubicBezTo>
                  <a:pt x="73797" y="80491"/>
                  <a:pt x="73770" y="80329"/>
                  <a:pt x="73743" y="80249"/>
                </a:cubicBezTo>
                <a:lnTo>
                  <a:pt x="73716" y="80249"/>
                </a:lnTo>
                <a:cubicBezTo>
                  <a:pt x="73528" y="79603"/>
                  <a:pt x="73313" y="78931"/>
                  <a:pt x="73044" y="78313"/>
                </a:cubicBezTo>
                <a:lnTo>
                  <a:pt x="73044" y="78313"/>
                </a:lnTo>
                <a:cubicBezTo>
                  <a:pt x="73151" y="78340"/>
                  <a:pt x="73259" y="78394"/>
                  <a:pt x="73340" y="78420"/>
                </a:cubicBezTo>
                <a:cubicBezTo>
                  <a:pt x="73232" y="78367"/>
                  <a:pt x="73125" y="78340"/>
                  <a:pt x="73044" y="78286"/>
                </a:cubicBezTo>
                <a:cubicBezTo>
                  <a:pt x="72990" y="78179"/>
                  <a:pt x="72936" y="78071"/>
                  <a:pt x="72910" y="77937"/>
                </a:cubicBezTo>
                <a:lnTo>
                  <a:pt x="72963" y="77802"/>
                </a:lnTo>
                <a:close/>
                <a:moveTo>
                  <a:pt x="73824" y="80894"/>
                </a:moveTo>
                <a:lnTo>
                  <a:pt x="73958" y="81028"/>
                </a:lnTo>
                <a:lnTo>
                  <a:pt x="73958" y="81216"/>
                </a:lnTo>
                <a:lnTo>
                  <a:pt x="73931" y="81324"/>
                </a:lnTo>
                <a:cubicBezTo>
                  <a:pt x="73877" y="81190"/>
                  <a:pt x="73850" y="81055"/>
                  <a:pt x="73824" y="80894"/>
                </a:cubicBezTo>
                <a:close/>
                <a:moveTo>
                  <a:pt x="96514" y="66376"/>
                </a:moveTo>
                <a:cubicBezTo>
                  <a:pt x="96756" y="66995"/>
                  <a:pt x="96998" y="67586"/>
                  <a:pt x="97213" y="68205"/>
                </a:cubicBezTo>
                <a:cubicBezTo>
                  <a:pt x="97229" y="68606"/>
                  <a:pt x="97249" y="69007"/>
                  <a:pt x="97273" y="69407"/>
                </a:cubicBezTo>
                <a:lnTo>
                  <a:pt x="97273" y="69407"/>
                </a:lnTo>
                <a:cubicBezTo>
                  <a:pt x="97259" y="69073"/>
                  <a:pt x="97256" y="68743"/>
                  <a:pt x="97266" y="68420"/>
                </a:cubicBezTo>
                <a:lnTo>
                  <a:pt x="97266" y="68420"/>
                </a:lnTo>
                <a:lnTo>
                  <a:pt x="97266" y="68447"/>
                </a:lnTo>
                <a:cubicBezTo>
                  <a:pt x="97266" y="70167"/>
                  <a:pt x="97643" y="72130"/>
                  <a:pt x="97831" y="73877"/>
                </a:cubicBezTo>
                <a:cubicBezTo>
                  <a:pt x="97639" y="72724"/>
                  <a:pt x="97435" y="71504"/>
                  <a:pt x="97331" y="70311"/>
                </a:cubicBezTo>
                <a:lnTo>
                  <a:pt x="97331" y="70311"/>
                </a:lnTo>
                <a:cubicBezTo>
                  <a:pt x="97464" y="72179"/>
                  <a:pt x="97672" y="74036"/>
                  <a:pt x="97965" y="75893"/>
                </a:cubicBezTo>
                <a:cubicBezTo>
                  <a:pt x="98019" y="76834"/>
                  <a:pt x="98073" y="77775"/>
                  <a:pt x="98100" y="78716"/>
                </a:cubicBezTo>
                <a:cubicBezTo>
                  <a:pt x="98127" y="79469"/>
                  <a:pt x="98369" y="80786"/>
                  <a:pt x="98207" y="81431"/>
                </a:cubicBezTo>
                <a:lnTo>
                  <a:pt x="98207" y="81405"/>
                </a:lnTo>
                <a:cubicBezTo>
                  <a:pt x="98315" y="81001"/>
                  <a:pt x="97885" y="79980"/>
                  <a:pt x="97804" y="79576"/>
                </a:cubicBezTo>
                <a:cubicBezTo>
                  <a:pt x="97670" y="78958"/>
                  <a:pt x="97562" y="78340"/>
                  <a:pt x="97455" y="77695"/>
                </a:cubicBezTo>
                <a:cubicBezTo>
                  <a:pt x="97347" y="77076"/>
                  <a:pt x="97240" y="76485"/>
                  <a:pt x="97159" y="75893"/>
                </a:cubicBezTo>
                <a:cubicBezTo>
                  <a:pt x="97132" y="73339"/>
                  <a:pt x="96944" y="70812"/>
                  <a:pt x="96675" y="68312"/>
                </a:cubicBezTo>
                <a:cubicBezTo>
                  <a:pt x="96662" y="68258"/>
                  <a:pt x="96621" y="68231"/>
                  <a:pt x="96584" y="68231"/>
                </a:cubicBezTo>
                <a:cubicBezTo>
                  <a:pt x="96547" y="68231"/>
                  <a:pt x="96514" y="68258"/>
                  <a:pt x="96514" y="68312"/>
                </a:cubicBezTo>
                <a:cubicBezTo>
                  <a:pt x="96487" y="70866"/>
                  <a:pt x="96648" y="73420"/>
                  <a:pt x="96998" y="75947"/>
                </a:cubicBezTo>
                <a:lnTo>
                  <a:pt x="96998" y="76888"/>
                </a:lnTo>
                <a:cubicBezTo>
                  <a:pt x="96998" y="77399"/>
                  <a:pt x="96648" y="79173"/>
                  <a:pt x="96890" y="79550"/>
                </a:cubicBezTo>
                <a:cubicBezTo>
                  <a:pt x="96675" y="79227"/>
                  <a:pt x="96594" y="77614"/>
                  <a:pt x="96514" y="77049"/>
                </a:cubicBezTo>
                <a:cubicBezTo>
                  <a:pt x="96352" y="75947"/>
                  <a:pt x="96245" y="74845"/>
                  <a:pt x="96191" y="73716"/>
                </a:cubicBezTo>
                <a:lnTo>
                  <a:pt x="96514" y="66376"/>
                </a:lnTo>
                <a:close/>
                <a:moveTo>
                  <a:pt x="46751" y="79576"/>
                </a:moveTo>
                <a:cubicBezTo>
                  <a:pt x="46725" y="79738"/>
                  <a:pt x="46671" y="79899"/>
                  <a:pt x="46644" y="80087"/>
                </a:cubicBezTo>
                <a:lnTo>
                  <a:pt x="46509" y="80544"/>
                </a:lnTo>
                <a:cubicBezTo>
                  <a:pt x="46429" y="80867"/>
                  <a:pt x="46321" y="81216"/>
                  <a:pt x="46214" y="81566"/>
                </a:cubicBezTo>
                <a:cubicBezTo>
                  <a:pt x="46348" y="80921"/>
                  <a:pt x="46617" y="80060"/>
                  <a:pt x="46751" y="79576"/>
                </a:cubicBezTo>
                <a:close/>
                <a:moveTo>
                  <a:pt x="49736" y="74630"/>
                </a:moveTo>
                <a:cubicBezTo>
                  <a:pt x="50004" y="76969"/>
                  <a:pt x="50408" y="79308"/>
                  <a:pt x="50972" y="81593"/>
                </a:cubicBezTo>
                <a:cubicBezTo>
                  <a:pt x="50488" y="80141"/>
                  <a:pt x="50004" y="78662"/>
                  <a:pt x="49520" y="77211"/>
                </a:cubicBezTo>
                <a:cubicBezTo>
                  <a:pt x="49574" y="76350"/>
                  <a:pt x="49655" y="75490"/>
                  <a:pt x="49736" y="74630"/>
                </a:cubicBezTo>
                <a:close/>
                <a:moveTo>
                  <a:pt x="73286" y="80222"/>
                </a:moveTo>
                <a:lnTo>
                  <a:pt x="73286" y="80222"/>
                </a:lnTo>
                <a:cubicBezTo>
                  <a:pt x="73420" y="80437"/>
                  <a:pt x="73582" y="80625"/>
                  <a:pt x="73770" y="80813"/>
                </a:cubicBezTo>
                <a:cubicBezTo>
                  <a:pt x="73824" y="81001"/>
                  <a:pt x="73877" y="81190"/>
                  <a:pt x="73904" y="81405"/>
                </a:cubicBezTo>
                <a:lnTo>
                  <a:pt x="73824" y="81620"/>
                </a:lnTo>
                <a:cubicBezTo>
                  <a:pt x="73635" y="81163"/>
                  <a:pt x="73474" y="80679"/>
                  <a:pt x="73286" y="80222"/>
                </a:cubicBezTo>
                <a:close/>
                <a:moveTo>
                  <a:pt x="50569" y="71888"/>
                </a:moveTo>
                <a:cubicBezTo>
                  <a:pt x="50918" y="74119"/>
                  <a:pt x="51429" y="76324"/>
                  <a:pt x="52101" y="78501"/>
                </a:cubicBezTo>
                <a:cubicBezTo>
                  <a:pt x="52384" y="79440"/>
                  <a:pt x="52630" y="80601"/>
                  <a:pt x="52996" y="81706"/>
                </a:cubicBezTo>
                <a:lnTo>
                  <a:pt x="52996" y="81706"/>
                </a:lnTo>
                <a:cubicBezTo>
                  <a:pt x="52142" y="79271"/>
                  <a:pt x="51398" y="76797"/>
                  <a:pt x="50757" y="74280"/>
                </a:cubicBezTo>
                <a:lnTo>
                  <a:pt x="50757" y="74173"/>
                </a:lnTo>
                <a:cubicBezTo>
                  <a:pt x="50703" y="73554"/>
                  <a:pt x="50623" y="72936"/>
                  <a:pt x="50569" y="72318"/>
                </a:cubicBezTo>
                <a:lnTo>
                  <a:pt x="50569" y="71888"/>
                </a:lnTo>
                <a:close/>
                <a:moveTo>
                  <a:pt x="72318" y="79227"/>
                </a:moveTo>
                <a:cubicBezTo>
                  <a:pt x="72694" y="80087"/>
                  <a:pt x="72963" y="80974"/>
                  <a:pt x="73125" y="81889"/>
                </a:cubicBezTo>
                <a:lnTo>
                  <a:pt x="73125" y="81942"/>
                </a:lnTo>
                <a:cubicBezTo>
                  <a:pt x="72748" y="81297"/>
                  <a:pt x="72345" y="80679"/>
                  <a:pt x="71915" y="80060"/>
                </a:cubicBezTo>
                <a:cubicBezTo>
                  <a:pt x="72049" y="79792"/>
                  <a:pt x="72184" y="79523"/>
                  <a:pt x="72318" y="79227"/>
                </a:cubicBezTo>
                <a:close/>
                <a:moveTo>
                  <a:pt x="53580" y="79119"/>
                </a:moveTo>
                <a:cubicBezTo>
                  <a:pt x="53768" y="79738"/>
                  <a:pt x="53983" y="80383"/>
                  <a:pt x="54198" y="81001"/>
                </a:cubicBezTo>
                <a:cubicBezTo>
                  <a:pt x="54360" y="81431"/>
                  <a:pt x="54494" y="81889"/>
                  <a:pt x="54628" y="82346"/>
                </a:cubicBezTo>
                <a:cubicBezTo>
                  <a:pt x="54521" y="82023"/>
                  <a:pt x="54413" y="81700"/>
                  <a:pt x="54306" y="81405"/>
                </a:cubicBezTo>
                <a:cubicBezTo>
                  <a:pt x="54010" y="80652"/>
                  <a:pt x="53768" y="79899"/>
                  <a:pt x="53580" y="79119"/>
                </a:cubicBezTo>
                <a:close/>
                <a:moveTo>
                  <a:pt x="82373" y="71726"/>
                </a:moveTo>
                <a:cubicBezTo>
                  <a:pt x="82373" y="71888"/>
                  <a:pt x="82373" y="72049"/>
                  <a:pt x="82373" y="72237"/>
                </a:cubicBezTo>
                <a:cubicBezTo>
                  <a:pt x="82373" y="72264"/>
                  <a:pt x="82346" y="72264"/>
                  <a:pt x="82319" y="72291"/>
                </a:cubicBezTo>
                <a:lnTo>
                  <a:pt x="82346" y="72291"/>
                </a:lnTo>
                <a:cubicBezTo>
                  <a:pt x="81862" y="73635"/>
                  <a:pt x="81432" y="74979"/>
                  <a:pt x="81028" y="76324"/>
                </a:cubicBezTo>
                <a:cubicBezTo>
                  <a:pt x="80545" y="77748"/>
                  <a:pt x="80168" y="79200"/>
                  <a:pt x="79738" y="80625"/>
                </a:cubicBezTo>
                <a:cubicBezTo>
                  <a:pt x="79657" y="80867"/>
                  <a:pt x="79415" y="82211"/>
                  <a:pt x="79200" y="82372"/>
                </a:cubicBezTo>
                <a:cubicBezTo>
                  <a:pt x="79147" y="81781"/>
                  <a:pt x="79200" y="81163"/>
                  <a:pt x="79415" y="80598"/>
                </a:cubicBezTo>
                <a:cubicBezTo>
                  <a:pt x="79469" y="80437"/>
                  <a:pt x="79523" y="80275"/>
                  <a:pt x="79577" y="80087"/>
                </a:cubicBezTo>
                <a:cubicBezTo>
                  <a:pt x="79590" y="80128"/>
                  <a:pt x="79617" y="80148"/>
                  <a:pt x="79644" y="80148"/>
                </a:cubicBezTo>
                <a:cubicBezTo>
                  <a:pt x="79671" y="80148"/>
                  <a:pt x="79698" y="80128"/>
                  <a:pt x="79711" y="80087"/>
                </a:cubicBezTo>
                <a:cubicBezTo>
                  <a:pt x="80034" y="79093"/>
                  <a:pt x="80383" y="78071"/>
                  <a:pt x="80625" y="77076"/>
                </a:cubicBezTo>
                <a:cubicBezTo>
                  <a:pt x="80625" y="77032"/>
                  <a:pt x="80589" y="76988"/>
                  <a:pt x="80547" y="76988"/>
                </a:cubicBezTo>
                <a:cubicBezTo>
                  <a:pt x="80537" y="76988"/>
                  <a:pt x="80528" y="76991"/>
                  <a:pt x="80518" y="76996"/>
                </a:cubicBezTo>
                <a:cubicBezTo>
                  <a:pt x="81082" y="75221"/>
                  <a:pt x="81701" y="73474"/>
                  <a:pt x="82373" y="71726"/>
                </a:cubicBezTo>
                <a:close/>
                <a:moveTo>
                  <a:pt x="98234" y="71296"/>
                </a:moveTo>
                <a:lnTo>
                  <a:pt x="98234" y="71296"/>
                </a:lnTo>
                <a:cubicBezTo>
                  <a:pt x="99041" y="73823"/>
                  <a:pt x="99767" y="76350"/>
                  <a:pt x="100466" y="78904"/>
                </a:cubicBezTo>
                <a:cubicBezTo>
                  <a:pt x="100492" y="78985"/>
                  <a:pt x="100492" y="79066"/>
                  <a:pt x="100492" y="79119"/>
                </a:cubicBezTo>
                <a:cubicBezTo>
                  <a:pt x="100492" y="79254"/>
                  <a:pt x="100492" y="79388"/>
                  <a:pt x="100519" y="79523"/>
                </a:cubicBezTo>
                <a:cubicBezTo>
                  <a:pt x="100600" y="80759"/>
                  <a:pt x="100708" y="82453"/>
                  <a:pt x="100600" y="82480"/>
                </a:cubicBezTo>
                <a:cubicBezTo>
                  <a:pt x="100599" y="82480"/>
                  <a:pt x="100597" y="82481"/>
                  <a:pt x="100596" y="82481"/>
                </a:cubicBezTo>
                <a:cubicBezTo>
                  <a:pt x="100423" y="82481"/>
                  <a:pt x="99524" y="79465"/>
                  <a:pt x="99417" y="78958"/>
                </a:cubicBezTo>
                <a:cubicBezTo>
                  <a:pt x="99014" y="77291"/>
                  <a:pt x="98718" y="75598"/>
                  <a:pt x="98530" y="73877"/>
                </a:cubicBezTo>
                <a:cubicBezTo>
                  <a:pt x="98530" y="73313"/>
                  <a:pt x="98449" y="72748"/>
                  <a:pt x="98342" y="72210"/>
                </a:cubicBezTo>
                <a:cubicBezTo>
                  <a:pt x="98288" y="71915"/>
                  <a:pt x="98261" y="71619"/>
                  <a:pt x="98234" y="71296"/>
                </a:cubicBezTo>
                <a:close/>
                <a:moveTo>
                  <a:pt x="52209" y="70920"/>
                </a:moveTo>
                <a:lnTo>
                  <a:pt x="52209" y="70920"/>
                </a:lnTo>
                <a:cubicBezTo>
                  <a:pt x="52451" y="71888"/>
                  <a:pt x="52720" y="72909"/>
                  <a:pt x="52988" y="73904"/>
                </a:cubicBezTo>
                <a:cubicBezTo>
                  <a:pt x="53553" y="75867"/>
                  <a:pt x="54198" y="77802"/>
                  <a:pt x="54924" y="79738"/>
                </a:cubicBezTo>
                <a:cubicBezTo>
                  <a:pt x="55139" y="80302"/>
                  <a:pt x="55354" y="80894"/>
                  <a:pt x="55596" y="81458"/>
                </a:cubicBezTo>
                <a:cubicBezTo>
                  <a:pt x="55656" y="81618"/>
                  <a:pt x="56173" y="82544"/>
                  <a:pt x="56120" y="82544"/>
                </a:cubicBezTo>
                <a:cubicBezTo>
                  <a:pt x="56102" y="82544"/>
                  <a:pt x="56013" y="82430"/>
                  <a:pt x="55811" y="82130"/>
                </a:cubicBezTo>
                <a:cubicBezTo>
                  <a:pt x="55059" y="81001"/>
                  <a:pt x="54467" y="79765"/>
                  <a:pt x="53983" y="78501"/>
                </a:cubicBezTo>
                <a:cubicBezTo>
                  <a:pt x="53069" y="76055"/>
                  <a:pt x="52478" y="73501"/>
                  <a:pt x="52209" y="70920"/>
                </a:cubicBezTo>
                <a:close/>
                <a:moveTo>
                  <a:pt x="72479" y="78904"/>
                </a:moveTo>
                <a:cubicBezTo>
                  <a:pt x="72668" y="79254"/>
                  <a:pt x="72856" y="79603"/>
                  <a:pt x="73098" y="79953"/>
                </a:cubicBezTo>
                <a:lnTo>
                  <a:pt x="73098" y="80007"/>
                </a:lnTo>
                <a:cubicBezTo>
                  <a:pt x="73340" y="80571"/>
                  <a:pt x="73555" y="81136"/>
                  <a:pt x="73824" y="81727"/>
                </a:cubicBezTo>
                <a:cubicBezTo>
                  <a:pt x="73689" y="82104"/>
                  <a:pt x="73528" y="82480"/>
                  <a:pt x="73393" y="82856"/>
                </a:cubicBezTo>
                <a:cubicBezTo>
                  <a:pt x="73393" y="82722"/>
                  <a:pt x="73367" y="82614"/>
                  <a:pt x="73367" y="82480"/>
                </a:cubicBezTo>
                <a:lnTo>
                  <a:pt x="73367" y="82480"/>
                </a:lnTo>
                <a:cubicBezTo>
                  <a:pt x="73374" y="82488"/>
                  <a:pt x="73382" y="82491"/>
                  <a:pt x="73389" y="82491"/>
                </a:cubicBezTo>
                <a:cubicBezTo>
                  <a:pt x="73405" y="82491"/>
                  <a:pt x="73412" y="82472"/>
                  <a:pt x="73393" y="82453"/>
                </a:cubicBezTo>
                <a:cubicBezTo>
                  <a:pt x="73393" y="82426"/>
                  <a:pt x="73367" y="82372"/>
                  <a:pt x="73340" y="82346"/>
                </a:cubicBezTo>
                <a:cubicBezTo>
                  <a:pt x="73205" y="81216"/>
                  <a:pt x="72883" y="80141"/>
                  <a:pt x="72372" y="79146"/>
                </a:cubicBezTo>
                <a:cubicBezTo>
                  <a:pt x="72399" y="79066"/>
                  <a:pt x="72426" y="78985"/>
                  <a:pt x="72479" y="78904"/>
                </a:cubicBezTo>
                <a:close/>
                <a:moveTo>
                  <a:pt x="48203" y="75248"/>
                </a:moveTo>
                <a:lnTo>
                  <a:pt x="48203" y="75248"/>
                </a:lnTo>
                <a:cubicBezTo>
                  <a:pt x="48149" y="75786"/>
                  <a:pt x="48069" y="76324"/>
                  <a:pt x="48015" y="76861"/>
                </a:cubicBezTo>
                <a:cubicBezTo>
                  <a:pt x="47692" y="78904"/>
                  <a:pt x="47316" y="80948"/>
                  <a:pt x="46859" y="82991"/>
                </a:cubicBezTo>
                <a:cubicBezTo>
                  <a:pt x="46805" y="81593"/>
                  <a:pt x="47074" y="80195"/>
                  <a:pt x="47316" y="78851"/>
                </a:cubicBezTo>
                <a:cubicBezTo>
                  <a:pt x="47397" y="78474"/>
                  <a:pt x="47477" y="78098"/>
                  <a:pt x="47531" y="77722"/>
                </a:cubicBezTo>
                <a:cubicBezTo>
                  <a:pt x="47773" y="76888"/>
                  <a:pt x="47988" y="76082"/>
                  <a:pt x="48203" y="75248"/>
                </a:cubicBezTo>
                <a:close/>
                <a:moveTo>
                  <a:pt x="50252" y="72601"/>
                </a:moveTo>
                <a:cubicBezTo>
                  <a:pt x="50307" y="72601"/>
                  <a:pt x="50458" y="73615"/>
                  <a:pt x="50515" y="73823"/>
                </a:cubicBezTo>
                <a:lnTo>
                  <a:pt x="50542" y="73904"/>
                </a:lnTo>
                <a:cubicBezTo>
                  <a:pt x="50784" y="75974"/>
                  <a:pt x="51133" y="78044"/>
                  <a:pt x="51617" y="80060"/>
                </a:cubicBezTo>
                <a:cubicBezTo>
                  <a:pt x="51832" y="81028"/>
                  <a:pt x="52048" y="82238"/>
                  <a:pt x="52397" y="83421"/>
                </a:cubicBezTo>
                <a:cubicBezTo>
                  <a:pt x="52316" y="83206"/>
                  <a:pt x="52236" y="82991"/>
                  <a:pt x="52155" y="82776"/>
                </a:cubicBezTo>
                <a:cubicBezTo>
                  <a:pt x="52048" y="82319"/>
                  <a:pt x="51913" y="81862"/>
                  <a:pt x="51806" y="81431"/>
                </a:cubicBezTo>
                <a:cubicBezTo>
                  <a:pt x="51187" y="79173"/>
                  <a:pt x="50703" y="76861"/>
                  <a:pt x="50381" y="74522"/>
                </a:cubicBezTo>
                <a:cubicBezTo>
                  <a:pt x="50327" y="74119"/>
                  <a:pt x="50273" y="73689"/>
                  <a:pt x="50246" y="73259"/>
                </a:cubicBezTo>
                <a:cubicBezTo>
                  <a:pt x="50223" y="72777"/>
                  <a:pt x="50229" y="72601"/>
                  <a:pt x="50252" y="72601"/>
                </a:cubicBezTo>
                <a:close/>
                <a:moveTo>
                  <a:pt x="51125" y="70026"/>
                </a:moveTo>
                <a:lnTo>
                  <a:pt x="51125" y="70026"/>
                </a:lnTo>
                <a:cubicBezTo>
                  <a:pt x="51189" y="70359"/>
                  <a:pt x="51246" y="70650"/>
                  <a:pt x="51268" y="70759"/>
                </a:cubicBezTo>
                <a:lnTo>
                  <a:pt x="51295" y="70759"/>
                </a:lnTo>
                <a:cubicBezTo>
                  <a:pt x="51564" y="71915"/>
                  <a:pt x="51832" y="73071"/>
                  <a:pt x="52155" y="74200"/>
                </a:cubicBezTo>
                <a:cubicBezTo>
                  <a:pt x="52263" y="74603"/>
                  <a:pt x="52370" y="75006"/>
                  <a:pt x="52478" y="75409"/>
                </a:cubicBezTo>
                <a:cubicBezTo>
                  <a:pt x="52962" y="77963"/>
                  <a:pt x="53338" y="80679"/>
                  <a:pt x="54709" y="82883"/>
                </a:cubicBezTo>
                <a:cubicBezTo>
                  <a:pt x="54682" y="82937"/>
                  <a:pt x="54655" y="82991"/>
                  <a:pt x="54682" y="83045"/>
                </a:cubicBezTo>
                <a:cubicBezTo>
                  <a:pt x="54755" y="83262"/>
                  <a:pt x="54803" y="83386"/>
                  <a:pt x="54820" y="83427"/>
                </a:cubicBezTo>
                <a:lnTo>
                  <a:pt x="54820" y="83427"/>
                </a:lnTo>
                <a:cubicBezTo>
                  <a:pt x="54788" y="83354"/>
                  <a:pt x="54640" y="83032"/>
                  <a:pt x="54333" y="82534"/>
                </a:cubicBezTo>
                <a:cubicBezTo>
                  <a:pt x="54064" y="82050"/>
                  <a:pt x="53849" y="81593"/>
                  <a:pt x="53661" y="81082"/>
                </a:cubicBezTo>
                <a:cubicBezTo>
                  <a:pt x="53230" y="79792"/>
                  <a:pt x="52854" y="78474"/>
                  <a:pt x="52558" y="77130"/>
                </a:cubicBezTo>
                <a:cubicBezTo>
                  <a:pt x="52289" y="76055"/>
                  <a:pt x="52021" y="74979"/>
                  <a:pt x="51779" y="73904"/>
                </a:cubicBezTo>
                <a:cubicBezTo>
                  <a:pt x="51473" y="72616"/>
                  <a:pt x="51327" y="71328"/>
                  <a:pt x="51125" y="70026"/>
                </a:cubicBezTo>
                <a:close/>
                <a:moveTo>
                  <a:pt x="71861" y="80195"/>
                </a:moveTo>
                <a:cubicBezTo>
                  <a:pt x="72318" y="80813"/>
                  <a:pt x="72748" y="81485"/>
                  <a:pt x="73178" y="82157"/>
                </a:cubicBezTo>
                <a:lnTo>
                  <a:pt x="73178" y="82211"/>
                </a:lnTo>
                <a:cubicBezTo>
                  <a:pt x="73232" y="82507"/>
                  <a:pt x="73259" y="82803"/>
                  <a:pt x="73286" y="83098"/>
                </a:cubicBezTo>
                <a:cubicBezTo>
                  <a:pt x="73178" y="83421"/>
                  <a:pt x="73044" y="83744"/>
                  <a:pt x="72910" y="84039"/>
                </a:cubicBezTo>
                <a:cubicBezTo>
                  <a:pt x="72479" y="83045"/>
                  <a:pt x="71942" y="82023"/>
                  <a:pt x="71431" y="81055"/>
                </a:cubicBezTo>
                <a:cubicBezTo>
                  <a:pt x="71565" y="80786"/>
                  <a:pt x="71727" y="80491"/>
                  <a:pt x="71861" y="80195"/>
                </a:cubicBezTo>
                <a:close/>
                <a:moveTo>
                  <a:pt x="48338" y="77264"/>
                </a:moveTo>
                <a:lnTo>
                  <a:pt x="48338" y="77506"/>
                </a:lnTo>
                <a:cubicBezTo>
                  <a:pt x="47988" y="79711"/>
                  <a:pt x="48364" y="81942"/>
                  <a:pt x="47934" y="84147"/>
                </a:cubicBezTo>
                <a:cubicBezTo>
                  <a:pt x="47934" y="81996"/>
                  <a:pt x="48042" y="79872"/>
                  <a:pt x="48284" y="77748"/>
                </a:cubicBezTo>
                <a:cubicBezTo>
                  <a:pt x="48284" y="77587"/>
                  <a:pt x="48311" y="77426"/>
                  <a:pt x="48338" y="77264"/>
                </a:cubicBezTo>
                <a:close/>
                <a:moveTo>
                  <a:pt x="82776" y="70624"/>
                </a:moveTo>
                <a:lnTo>
                  <a:pt x="84954" y="75517"/>
                </a:lnTo>
                <a:cubicBezTo>
                  <a:pt x="85088" y="75813"/>
                  <a:pt x="85222" y="76135"/>
                  <a:pt x="85384" y="76458"/>
                </a:cubicBezTo>
                <a:cubicBezTo>
                  <a:pt x="85798" y="77596"/>
                  <a:pt x="86212" y="78760"/>
                  <a:pt x="86602" y="79900"/>
                </a:cubicBezTo>
                <a:lnTo>
                  <a:pt x="86602" y="79900"/>
                </a:lnTo>
                <a:cubicBezTo>
                  <a:pt x="86174" y="79106"/>
                  <a:pt x="85792" y="78267"/>
                  <a:pt x="85411" y="77453"/>
                </a:cubicBezTo>
                <a:cubicBezTo>
                  <a:pt x="84792" y="75517"/>
                  <a:pt x="84066" y="73608"/>
                  <a:pt x="83233" y="71726"/>
                </a:cubicBezTo>
                <a:cubicBezTo>
                  <a:pt x="83203" y="71666"/>
                  <a:pt x="83143" y="71640"/>
                  <a:pt x="83081" y="71640"/>
                </a:cubicBezTo>
                <a:cubicBezTo>
                  <a:pt x="82977" y="71640"/>
                  <a:pt x="82867" y="71716"/>
                  <a:pt x="82883" y="71834"/>
                </a:cubicBezTo>
                <a:cubicBezTo>
                  <a:pt x="83529" y="73823"/>
                  <a:pt x="84281" y="75759"/>
                  <a:pt x="85142" y="77668"/>
                </a:cubicBezTo>
                <a:cubicBezTo>
                  <a:pt x="85518" y="78824"/>
                  <a:pt x="85868" y="80007"/>
                  <a:pt x="86163" y="81190"/>
                </a:cubicBezTo>
                <a:cubicBezTo>
                  <a:pt x="86163" y="81190"/>
                  <a:pt x="86271" y="81485"/>
                  <a:pt x="86378" y="81781"/>
                </a:cubicBezTo>
                <a:cubicBezTo>
                  <a:pt x="86190" y="81458"/>
                  <a:pt x="85948" y="81109"/>
                  <a:pt x="85868" y="80921"/>
                </a:cubicBezTo>
                <a:cubicBezTo>
                  <a:pt x="85545" y="80249"/>
                  <a:pt x="85276" y="79550"/>
                  <a:pt x="85034" y="78851"/>
                </a:cubicBezTo>
                <a:cubicBezTo>
                  <a:pt x="84470" y="76942"/>
                  <a:pt x="83851" y="75060"/>
                  <a:pt x="83206" y="73178"/>
                </a:cubicBezTo>
                <a:cubicBezTo>
                  <a:pt x="83186" y="73109"/>
                  <a:pt x="83130" y="73080"/>
                  <a:pt x="83070" y="73080"/>
                </a:cubicBezTo>
                <a:cubicBezTo>
                  <a:pt x="82966" y="73080"/>
                  <a:pt x="82849" y="73167"/>
                  <a:pt x="82883" y="73286"/>
                </a:cubicBezTo>
                <a:cubicBezTo>
                  <a:pt x="83125" y="74012"/>
                  <a:pt x="85868" y="83528"/>
                  <a:pt x="85814" y="83528"/>
                </a:cubicBezTo>
                <a:lnTo>
                  <a:pt x="85760" y="83528"/>
                </a:lnTo>
                <a:cubicBezTo>
                  <a:pt x="85330" y="81862"/>
                  <a:pt x="84873" y="80222"/>
                  <a:pt x="84362" y="78582"/>
                </a:cubicBezTo>
                <a:cubicBezTo>
                  <a:pt x="84120" y="77453"/>
                  <a:pt x="83771" y="76377"/>
                  <a:pt x="83287" y="75329"/>
                </a:cubicBezTo>
                <a:cubicBezTo>
                  <a:pt x="83251" y="75257"/>
                  <a:pt x="83194" y="75227"/>
                  <a:pt x="83136" y="75227"/>
                </a:cubicBezTo>
                <a:cubicBezTo>
                  <a:pt x="83021" y="75227"/>
                  <a:pt x="82901" y="75347"/>
                  <a:pt x="82937" y="75490"/>
                </a:cubicBezTo>
                <a:cubicBezTo>
                  <a:pt x="83341" y="76673"/>
                  <a:pt x="83717" y="77856"/>
                  <a:pt x="84093" y="79039"/>
                </a:cubicBezTo>
                <a:cubicBezTo>
                  <a:pt x="84335" y="80356"/>
                  <a:pt x="84712" y="81647"/>
                  <a:pt x="85222" y="82910"/>
                </a:cubicBezTo>
                <a:cubicBezTo>
                  <a:pt x="85303" y="83152"/>
                  <a:pt x="85357" y="83421"/>
                  <a:pt x="85437" y="83663"/>
                </a:cubicBezTo>
                <a:cubicBezTo>
                  <a:pt x="84497" y="81727"/>
                  <a:pt x="83959" y="79630"/>
                  <a:pt x="83475" y="77533"/>
                </a:cubicBezTo>
                <a:cubicBezTo>
                  <a:pt x="83451" y="77439"/>
                  <a:pt x="83376" y="77396"/>
                  <a:pt x="83301" y="77396"/>
                </a:cubicBezTo>
                <a:cubicBezTo>
                  <a:pt x="83205" y="77396"/>
                  <a:pt x="83110" y="77466"/>
                  <a:pt x="83125" y="77587"/>
                </a:cubicBezTo>
                <a:cubicBezTo>
                  <a:pt x="83609" y="79792"/>
                  <a:pt x="84039" y="81969"/>
                  <a:pt x="84523" y="84174"/>
                </a:cubicBezTo>
                <a:cubicBezTo>
                  <a:pt x="84550" y="84254"/>
                  <a:pt x="84550" y="84335"/>
                  <a:pt x="84577" y="84416"/>
                </a:cubicBezTo>
                <a:cubicBezTo>
                  <a:pt x="84335" y="83770"/>
                  <a:pt x="84147" y="83125"/>
                  <a:pt x="84013" y="82453"/>
                </a:cubicBezTo>
                <a:cubicBezTo>
                  <a:pt x="83999" y="82372"/>
                  <a:pt x="83932" y="82332"/>
                  <a:pt x="83868" y="82332"/>
                </a:cubicBezTo>
                <a:cubicBezTo>
                  <a:pt x="83804" y="82332"/>
                  <a:pt x="83744" y="82372"/>
                  <a:pt x="83744" y="82453"/>
                </a:cubicBezTo>
                <a:cubicBezTo>
                  <a:pt x="83744" y="82614"/>
                  <a:pt x="83744" y="82749"/>
                  <a:pt x="83744" y="82883"/>
                </a:cubicBezTo>
                <a:cubicBezTo>
                  <a:pt x="83529" y="81727"/>
                  <a:pt x="83287" y="80544"/>
                  <a:pt x="83072" y="79388"/>
                </a:cubicBezTo>
                <a:lnTo>
                  <a:pt x="83072" y="77641"/>
                </a:lnTo>
                <a:cubicBezTo>
                  <a:pt x="83072" y="77553"/>
                  <a:pt x="82982" y="77465"/>
                  <a:pt x="82891" y="77465"/>
                </a:cubicBezTo>
                <a:cubicBezTo>
                  <a:pt x="82870" y="77465"/>
                  <a:pt x="82849" y="77470"/>
                  <a:pt x="82830" y="77480"/>
                </a:cubicBezTo>
                <a:cubicBezTo>
                  <a:pt x="82883" y="75194"/>
                  <a:pt x="82857" y="72909"/>
                  <a:pt x="82776" y="70624"/>
                </a:cubicBezTo>
                <a:close/>
                <a:moveTo>
                  <a:pt x="49578" y="79338"/>
                </a:moveTo>
                <a:cubicBezTo>
                  <a:pt x="49631" y="79338"/>
                  <a:pt x="49716" y="79384"/>
                  <a:pt x="49843" y="79496"/>
                </a:cubicBezTo>
                <a:cubicBezTo>
                  <a:pt x="50139" y="80867"/>
                  <a:pt x="50434" y="82211"/>
                  <a:pt x="50730" y="83582"/>
                </a:cubicBezTo>
                <a:cubicBezTo>
                  <a:pt x="50811" y="83878"/>
                  <a:pt x="50865" y="84174"/>
                  <a:pt x="50918" y="84496"/>
                </a:cubicBezTo>
                <a:cubicBezTo>
                  <a:pt x="50408" y="83179"/>
                  <a:pt x="50031" y="81808"/>
                  <a:pt x="49736" y="80437"/>
                </a:cubicBezTo>
                <a:cubicBezTo>
                  <a:pt x="49692" y="80197"/>
                  <a:pt x="49347" y="79338"/>
                  <a:pt x="49578" y="79338"/>
                </a:cubicBezTo>
                <a:close/>
                <a:moveTo>
                  <a:pt x="71323" y="81243"/>
                </a:moveTo>
                <a:cubicBezTo>
                  <a:pt x="71807" y="82184"/>
                  <a:pt x="72318" y="83179"/>
                  <a:pt x="72883" y="84120"/>
                </a:cubicBezTo>
                <a:lnTo>
                  <a:pt x="72883" y="84147"/>
                </a:lnTo>
                <a:cubicBezTo>
                  <a:pt x="72775" y="84389"/>
                  <a:pt x="72694" y="84604"/>
                  <a:pt x="72587" y="84819"/>
                </a:cubicBezTo>
                <a:cubicBezTo>
                  <a:pt x="72049" y="83824"/>
                  <a:pt x="71485" y="82803"/>
                  <a:pt x="71055" y="81754"/>
                </a:cubicBezTo>
                <a:cubicBezTo>
                  <a:pt x="71135" y="81593"/>
                  <a:pt x="71243" y="81405"/>
                  <a:pt x="71323" y="81243"/>
                </a:cubicBezTo>
                <a:close/>
                <a:moveTo>
                  <a:pt x="82507" y="78770"/>
                </a:moveTo>
                <a:cubicBezTo>
                  <a:pt x="82507" y="78904"/>
                  <a:pt x="82534" y="79039"/>
                  <a:pt x="82561" y="79200"/>
                </a:cubicBezTo>
                <a:cubicBezTo>
                  <a:pt x="82373" y="80706"/>
                  <a:pt x="82265" y="82238"/>
                  <a:pt x="82158" y="83770"/>
                </a:cubicBezTo>
                <a:lnTo>
                  <a:pt x="82184" y="83770"/>
                </a:lnTo>
                <a:cubicBezTo>
                  <a:pt x="82164" y="83978"/>
                  <a:pt x="82111" y="85298"/>
                  <a:pt x="81926" y="85298"/>
                </a:cubicBezTo>
                <a:cubicBezTo>
                  <a:pt x="81872" y="85298"/>
                  <a:pt x="81806" y="85185"/>
                  <a:pt x="81727" y="84900"/>
                </a:cubicBezTo>
                <a:cubicBezTo>
                  <a:pt x="81647" y="84550"/>
                  <a:pt x="81781" y="83985"/>
                  <a:pt x="81781" y="83636"/>
                </a:cubicBezTo>
                <a:cubicBezTo>
                  <a:pt x="81808" y="83286"/>
                  <a:pt x="81835" y="82856"/>
                  <a:pt x="81862" y="82453"/>
                </a:cubicBezTo>
                <a:cubicBezTo>
                  <a:pt x="82104" y="81243"/>
                  <a:pt x="82373" y="80007"/>
                  <a:pt x="82507" y="78770"/>
                </a:cubicBezTo>
                <a:close/>
                <a:moveTo>
                  <a:pt x="83260" y="82292"/>
                </a:moveTo>
                <a:cubicBezTo>
                  <a:pt x="83367" y="82883"/>
                  <a:pt x="83502" y="83448"/>
                  <a:pt x="83663" y="84012"/>
                </a:cubicBezTo>
                <a:cubicBezTo>
                  <a:pt x="83663" y="84066"/>
                  <a:pt x="83717" y="84120"/>
                  <a:pt x="83744" y="84120"/>
                </a:cubicBezTo>
                <a:cubicBezTo>
                  <a:pt x="83690" y="84711"/>
                  <a:pt x="83636" y="85276"/>
                  <a:pt x="83556" y="85840"/>
                </a:cubicBezTo>
                <a:lnTo>
                  <a:pt x="83260" y="82292"/>
                </a:lnTo>
                <a:close/>
                <a:moveTo>
                  <a:pt x="68474" y="86190"/>
                </a:moveTo>
                <a:cubicBezTo>
                  <a:pt x="68501" y="86271"/>
                  <a:pt x="68527" y="86297"/>
                  <a:pt x="68554" y="86351"/>
                </a:cubicBezTo>
                <a:lnTo>
                  <a:pt x="68420" y="86271"/>
                </a:lnTo>
                <a:lnTo>
                  <a:pt x="68474" y="86190"/>
                </a:lnTo>
                <a:close/>
                <a:moveTo>
                  <a:pt x="68904" y="85545"/>
                </a:moveTo>
                <a:cubicBezTo>
                  <a:pt x="69038" y="85625"/>
                  <a:pt x="69280" y="85787"/>
                  <a:pt x="69388" y="85840"/>
                </a:cubicBezTo>
                <a:cubicBezTo>
                  <a:pt x="69495" y="86029"/>
                  <a:pt x="69576" y="86217"/>
                  <a:pt x="69630" y="86405"/>
                </a:cubicBezTo>
                <a:cubicBezTo>
                  <a:pt x="69307" y="86244"/>
                  <a:pt x="69011" y="86002"/>
                  <a:pt x="68796" y="85706"/>
                </a:cubicBezTo>
                <a:lnTo>
                  <a:pt x="68904" y="85545"/>
                </a:lnTo>
                <a:close/>
                <a:moveTo>
                  <a:pt x="52263" y="83179"/>
                </a:moveTo>
                <a:lnTo>
                  <a:pt x="52263" y="83179"/>
                </a:lnTo>
                <a:cubicBezTo>
                  <a:pt x="52370" y="83475"/>
                  <a:pt x="52505" y="83770"/>
                  <a:pt x="52612" y="84066"/>
                </a:cubicBezTo>
                <a:cubicBezTo>
                  <a:pt x="52693" y="84308"/>
                  <a:pt x="52773" y="84523"/>
                  <a:pt x="52854" y="84738"/>
                </a:cubicBezTo>
                <a:lnTo>
                  <a:pt x="52935" y="84900"/>
                </a:lnTo>
                <a:cubicBezTo>
                  <a:pt x="52988" y="85034"/>
                  <a:pt x="53499" y="86566"/>
                  <a:pt x="53607" y="86593"/>
                </a:cubicBezTo>
                <a:cubicBezTo>
                  <a:pt x="53177" y="86539"/>
                  <a:pt x="53015" y="85491"/>
                  <a:pt x="52881" y="85115"/>
                </a:cubicBezTo>
                <a:cubicBezTo>
                  <a:pt x="52639" y="84496"/>
                  <a:pt x="52451" y="83851"/>
                  <a:pt x="52263" y="83179"/>
                </a:cubicBezTo>
                <a:close/>
                <a:moveTo>
                  <a:pt x="69146" y="85115"/>
                </a:moveTo>
                <a:cubicBezTo>
                  <a:pt x="69872" y="85464"/>
                  <a:pt x="70839" y="86002"/>
                  <a:pt x="70678" y="86405"/>
                </a:cubicBezTo>
                <a:lnTo>
                  <a:pt x="70678" y="86459"/>
                </a:lnTo>
                <a:cubicBezTo>
                  <a:pt x="70651" y="86459"/>
                  <a:pt x="70651" y="86486"/>
                  <a:pt x="70651" y="86486"/>
                </a:cubicBezTo>
                <a:lnTo>
                  <a:pt x="70651" y="86513"/>
                </a:lnTo>
                <a:cubicBezTo>
                  <a:pt x="70624" y="86539"/>
                  <a:pt x="70597" y="86566"/>
                  <a:pt x="70571" y="86593"/>
                </a:cubicBezTo>
                <a:cubicBezTo>
                  <a:pt x="70194" y="86297"/>
                  <a:pt x="69818" y="86029"/>
                  <a:pt x="69415" y="85787"/>
                </a:cubicBezTo>
                <a:cubicBezTo>
                  <a:pt x="69388" y="85760"/>
                  <a:pt x="69388" y="85733"/>
                  <a:pt x="69361" y="85706"/>
                </a:cubicBezTo>
                <a:cubicBezTo>
                  <a:pt x="69361" y="85693"/>
                  <a:pt x="69347" y="85686"/>
                  <a:pt x="69334" y="85686"/>
                </a:cubicBezTo>
                <a:cubicBezTo>
                  <a:pt x="69321" y="85686"/>
                  <a:pt x="69307" y="85693"/>
                  <a:pt x="69307" y="85706"/>
                </a:cubicBezTo>
                <a:lnTo>
                  <a:pt x="68931" y="85491"/>
                </a:lnTo>
                <a:lnTo>
                  <a:pt x="69146" y="85115"/>
                </a:lnTo>
                <a:close/>
                <a:moveTo>
                  <a:pt x="69522" y="85921"/>
                </a:moveTo>
                <a:cubicBezTo>
                  <a:pt x="69845" y="86136"/>
                  <a:pt x="70167" y="86351"/>
                  <a:pt x="70490" y="86593"/>
                </a:cubicBezTo>
                <a:cubicBezTo>
                  <a:pt x="70444" y="86598"/>
                  <a:pt x="70398" y="86600"/>
                  <a:pt x="70354" y="86600"/>
                </a:cubicBezTo>
                <a:cubicBezTo>
                  <a:pt x="70139" y="86600"/>
                  <a:pt x="69942" y="86548"/>
                  <a:pt x="69764" y="86459"/>
                </a:cubicBezTo>
                <a:cubicBezTo>
                  <a:pt x="69683" y="86271"/>
                  <a:pt x="69576" y="86109"/>
                  <a:pt x="69495" y="85921"/>
                </a:cubicBezTo>
                <a:close/>
                <a:moveTo>
                  <a:pt x="50112" y="79872"/>
                </a:moveTo>
                <a:lnTo>
                  <a:pt x="50112" y="79872"/>
                </a:lnTo>
                <a:cubicBezTo>
                  <a:pt x="50273" y="80222"/>
                  <a:pt x="50408" y="80625"/>
                  <a:pt x="50515" y="81028"/>
                </a:cubicBezTo>
                <a:cubicBezTo>
                  <a:pt x="50865" y="82104"/>
                  <a:pt x="51080" y="83260"/>
                  <a:pt x="51349" y="84389"/>
                </a:cubicBezTo>
                <a:cubicBezTo>
                  <a:pt x="51537" y="84953"/>
                  <a:pt x="51671" y="85572"/>
                  <a:pt x="51779" y="86163"/>
                </a:cubicBezTo>
                <a:cubicBezTo>
                  <a:pt x="51820" y="86564"/>
                  <a:pt x="51847" y="86745"/>
                  <a:pt x="51828" y="86745"/>
                </a:cubicBezTo>
                <a:cubicBezTo>
                  <a:pt x="51809" y="86745"/>
                  <a:pt x="51748" y="86584"/>
                  <a:pt x="51617" y="86297"/>
                </a:cubicBezTo>
                <a:cubicBezTo>
                  <a:pt x="51160" y="85249"/>
                  <a:pt x="51026" y="83985"/>
                  <a:pt x="50784" y="82883"/>
                </a:cubicBezTo>
                <a:cubicBezTo>
                  <a:pt x="50569" y="81889"/>
                  <a:pt x="50327" y="80867"/>
                  <a:pt x="50112" y="79872"/>
                </a:cubicBezTo>
                <a:close/>
                <a:moveTo>
                  <a:pt x="49386" y="71081"/>
                </a:moveTo>
                <a:lnTo>
                  <a:pt x="49386" y="71081"/>
                </a:lnTo>
                <a:cubicBezTo>
                  <a:pt x="49278" y="72049"/>
                  <a:pt x="49171" y="73017"/>
                  <a:pt x="49090" y="73985"/>
                </a:cubicBezTo>
                <a:cubicBezTo>
                  <a:pt x="48821" y="77049"/>
                  <a:pt x="48660" y="80141"/>
                  <a:pt x="49090" y="83152"/>
                </a:cubicBezTo>
                <a:cubicBezTo>
                  <a:pt x="49117" y="83475"/>
                  <a:pt x="49144" y="83851"/>
                  <a:pt x="49171" y="84201"/>
                </a:cubicBezTo>
                <a:lnTo>
                  <a:pt x="49144" y="84201"/>
                </a:lnTo>
                <a:cubicBezTo>
                  <a:pt x="49144" y="84684"/>
                  <a:pt x="49090" y="85195"/>
                  <a:pt x="49037" y="85679"/>
                </a:cubicBezTo>
                <a:cubicBezTo>
                  <a:pt x="48913" y="86570"/>
                  <a:pt x="48863" y="86869"/>
                  <a:pt x="48843" y="86869"/>
                </a:cubicBezTo>
                <a:cubicBezTo>
                  <a:pt x="48819" y="86869"/>
                  <a:pt x="48836" y="86458"/>
                  <a:pt x="48821" y="86109"/>
                </a:cubicBezTo>
                <a:cubicBezTo>
                  <a:pt x="48768" y="85222"/>
                  <a:pt x="48633" y="84362"/>
                  <a:pt x="48579" y="83502"/>
                </a:cubicBezTo>
                <a:cubicBezTo>
                  <a:pt x="48579" y="83233"/>
                  <a:pt x="48553" y="82937"/>
                  <a:pt x="48553" y="82668"/>
                </a:cubicBezTo>
                <a:cubicBezTo>
                  <a:pt x="48795" y="80356"/>
                  <a:pt x="48633" y="77910"/>
                  <a:pt x="48714" y="75705"/>
                </a:cubicBezTo>
                <a:cubicBezTo>
                  <a:pt x="48736" y="75616"/>
                  <a:pt x="48685" y="75564"/>
                  <a:pt x="48620" y="75564"/>
                </a:cubicBezTo>
                <a:cubicBezTo>
                  <a:pt x="48607" y="75564"/>
                  <a:pt x="48593" y="75566"/>
                  <a:pt x="48579" y="75571"/>
                </a:cubicBezTo>
                <a:cubicBezTo>
                  <a:pt x="48633" y="75033"/>
                  <a:pt x="48714" y="74495"/>
                  <a:pt x="48768" y="73958"/>
                </a:cubicBezTo>
                <a:cubicBezTo>
                  <a:pt x="48768" y="73850"/>
                  <a:pt x="48714" y="73770"/>
                  <a:pt x="48633" y="73770"/>
                </a:cubicBezTo>
                <a:cubicBezTo>
                  <a:pt x="48875" y="72856"/>
                  <a:pt x="49144" y="71968"/>
                  <a:pt x="49386" y="71081"/>
                </a:cubicBezTo>
                <a:close/>
                <a:moveTo>
                  <a:pt x="68716" y="85787"/>
                </a:moveTo>
                <a:cubicBezTo>
                  <a:pt x="68958" y="86136"/>
                  <a:pt x="69280" y="86405"/>
                  <a:pt x="69657" y="86539"/>
                </a:cubicBezTo>
                <a:cubicBezTo>
                  <a:pt x="69710" y="86647"/>
                  <a:pt x="69764" y="86781"/>
                  <a:pt x="69791" y="86889"/>
                </a:cubicBezTo>
                <a:cubicBezTo>
                  <a:pt x="69388" y="86755"/>
                  <a:pt x="68984" y="86566"/>
                  <a:pt x="68608" y="86378"/>
                </a:cubicBezTo>
                <a:lnTo>
                  <a:pt x="68501" y="86163"/>
                </a:lnTo>
                <a:cubicBezTo>
                  <a:pt x="68554" y="86029"/>
                  <a:pt x="68635" y="85894"/>
                  <a:pt x="68716" y="85787"/>
                </a:cubicBezTo>
                <a:close/>
                <a:moveTo>
                  <a:pt x="50865" y="75141"/>
                </a:moveTo>
                <a:lnTo>
                  <a:pt x="50865" y="75141"/>
                </a:lnTo>
                <a:cubicBezTo>
                  <a:pt x="51080" y="75893"/>
                  <a:pt x="51268" y="76619"/>
                  <a:pt x="51510" y="77372"/>
                </a:cubicBezTo>
                <a:cubicBezTo>
                  <a:pt x="52048" y="79146"/>
                  <a:pt x="52612" y="80921"/>
                  <a:pt x="53257" y="82668"/>
                </a:cubicBezTo>
                <a:cubicBezTo>
                  <a:pt x="53607" y="83636"/>
                  <a:pt x="53956" y="84604"/>
                  <a:pt x="54333" y="85572"/>
                </a:cubicBezTo>
                <a:cubicBezTo>
                  <a:pt x="54386" y="85706"/>
                  <a:pt x="55005" y="86862"/>
                  <a:pt x="54709" y="86996"/>
                </a:cubicBezTo>
                <a:cubicBezTo>
                  <a:pt x="54689" y="87004"/>
                  <a:pt x="54669" y="87008"/>
                  <a:pt x="54647" y="87008"/>
                </a:cubicBezTo>
                <a:cubicBezTo>
                  <a:pt x="54228" y="87008"/>
                  <a:pt x="53491" y="85583"/>
                  <a:pt x="53338" y="85276"/>
                </a:cubicBezTo>
                <a:cubicBezTo>
                  <a:pt x="52263" y="83071"/>
                  <a:pt x="51779" y="80302"/>
                  <a:pt x="51322" y="77910"/>
                </a:cubicBezTo>
                <a:cubicBezTo>
                  <a:pt x="51133" y="76996"/>
                  <a:pt x="50972" y="76055"/>
                  <a:pt x="50865" y="75141"/>
                </a:cubicBezTo>
                <a:close/>
                <a:moveTo>
                  <a:pt x="69818" y="86593"/>
                </a:moveTo>
                <a:cubicBezTo>
                  <a:pt x="69995" y="86633"/>
                  <a:pt x="70172" y="86658"/>
                  <a:pt x="70360" y="86658"/>
                </a:cubicBezTo>
                <a:cubicBezTo>
                  <a:pt x="70428" y="86658"/>
                  <a:pt x="70499" y="86654"/>
                  <a:pt x="70571" y="86647"/>
                </a:cubicBezTo>
                <a:lnTo>
                  <a:pt x="70624" y="86674"/>
                </a:lnTo>
                <a:cubicBezTo>
                  <a:pt x="70624" y="86835"/>
                  <a:pt x="70597" y="86970"/>
                  <a:pt x="70597" y="87104"/>
                </a:cubicBezTo>
                <a:cubicBezTo>
                  <a:pt x="70356" y="87050"/>
                  <a:pt x="70140" y="86996"/>
                  <a:pt x="69925" y="86916"/>
                </a:cubicBezTo>
                <a:cubicBezTo>
                  <a:pt x="69899" y="86808"/>
                  <a:pt x="69845" y="86701"/>
                  <a:pt x="69791" y="86593"/>
                </a:cubicBezTo>
                <a:close/>
                <a:moveTo>
                  <a:pt x="70947" y="81915"/>
                </a:moveTo>
                <a:cubicBezTo>
                  <a:pt x="71350" y="82991"/>
                  <a:pt x="71861" y="84012"/>
                  <a:pt x="72533" y="84926"/>
                </a:cubicBezTo>
                <a:cubicBezTo>
                  <a:pt x="72291" y="85464"/>
                  <a:pt x="72076" y="85975"/>
                  <a:pt x="71834" y="86513"/>
                </a:cubicBezTo>
                <a:cubicBezTo>
                  <a:pt x="71700" y="86728"/>
                  <a:pt x="71565" y="86970"/>
                  <a:pt x="71458" y="87212"/>
                </a:cubicBezTo>
                <a:cubicBezTo>
                  <a:pt x="71216" y="87023"/>
                  <a:pt x="70974" y="86835"/>
                  <a:pt x="70732" y="86647"/>
                </a:cubicBezTo>
                <a:lnTo>
                  <a:pt x="70732" y="86620"/>
                </a:lnTo>
                <a:cubicBezTo>
                  <a:pt x="70813" y="86593"/>
                  <a:pt x="70893" y="86566"/>
                  <a:pt x="70974" y="86539"/>
                </a:cubicBezTo>
                <a:cubicBezTo>
                  <a:pt x="71001" y="86539"/>
                  <a:pt x="71028" y="86486"/>
                  <a:pt x="71001" y="86459"/>
                </a:cubicBezTo>
                <a:cubicBezTo>
                  <a:pt x="70544" y="85814"/>
                  <a:pt x="69925" y="85303"/>
                  <a:pt x="69226" y="84953"/>
                </a:cubicBezTo>
                <a:cubicBezTo>
                  <a:pt x="69522" y="84469"/>
                  <a:pt x="69818" y="83985"/>
                  <a:pt x="70087" y="83502"/>
                </a:cubicBezTo>
                <a:cubicBezTo>
                  <a:pt x="70571" y="84550"/>
                  <a:pt x="70947" y="85598"/>
                  <a:pt x="71323" y="86701"/>
                </a:cubicBezTo>
                <a:cubicBezTo>
                  <a:pt x="71323" y="86709"/>
                  <a:pt x="71328" y="86712"/>
                  <a:pt x="71334" y="86712"/>
                </a:cubicBezTo>
                <a:cubicBezTo>
                  <a:pt x="71350" y="86712"/>
                  <a:pt x="71377" y="86693"/>
                  <a:pt x="71377" y="86674"/>
                </a:cubicBezTo>
                <a:cubicBezTo>
                  <a:pt x="71108" y="85545"/>
                  <a:pt x="70678" y="84442"/>
                  <a:pt x="70140" y="83421"/>
                </a:cubicBezTo>
                <a:lnTo>
                  <a:pt x="70114" y="83421"/>
                </a:lnTo>
                <a:lnTo>
                  <a:pt x="70463" y="82829"/>
                </a:lnTo>
                <a:cubicBezTo>
                  <a:pt x="70920" y="83663"/>
                  <a:pt x="71323" y="84523"/>
                  <a:pt x="71754" y="85357"/>
                </a:cubicBezTo>
                <a:cubicBezTo>
                  <a:pt x="71762" y="85373"/>
                  <a:pt x="71773" y="85380"/>
                  <a:pt x="71784" y="85380"/>
                </a:cubicBezTo>
                <a:cubicBezTo>
                  <a:pt x="71809" y="85380"/>
                  <a:pt x="71834" y="85348"/>
                  <a:pt x="71834" y="85330"/>
                </a:cubicBezTo>
                <a:cubicBezTo>
                  <a:pt x="71485" y="84416"/>
                  <a:pt x="71055" y="83528"/>
                  <a:pt x="70544" y="82695"/>
                </a:cubicBezTo>
                <a:cubicBezTo>
                  <a:pt x="70678" y="82426"/>
                  <a:pt x="70813" y="82157"/>
                  <a:pt x="70947" y="81915"/>
                </a:cubicBezTo>
                <a:close/>
                <a:moveTo>
                  <a:pt x="70732" y="86835"/>
                </a:moveTo>
                <a:cubicBezTo>
                  <a:pt x="70866" y="86916"/>
                  <a:pt x="71001" y="87023"/>
                  <a:pt x="71108" y="87131"/>
                </a:cubicBezTo>
                <a:cubicBezTo>
                  <a:pt x="71232" y="87267"/>
                  <a:pt x="71288" y="87306"/>
                  <a:pt x="71282" y="87306"/>
                </a:cubicBezTo>
                <a:cubicBezTo>
                  <a:pt x="71276" y="87306"/>
                  <a:pt x="71187" y="87253"/>
                  <a:pt x="71028" y="87238"/>
                </a:cubicBezTo>
                <a:lnTo>
                  <a:pt x="70732" y="87185"/>
                </a:lnTo>
                <a:cubicBezTo>
                  <a:pt x="70732" y="87049"/>
                  <a:pt x="70732" y="86933"/>
                  <a:pt x="70732" y="86835"/>
                </a:cubicBezTo>
                <a:close/>
                <a:moveTo>
                  <a:pt x="69117" y="87292"/>
                </a:moveTo>
                <a:cubicBezTo>
                  <a:pt x="69155" y="87365"/>
                  <a:pt x="69191" y="87437"/>
                  <a:pt x="69226" y="87507"/>
                </a:cubicBezTo>
                <a:cubicBezTo>
                  <a:pt x="69190" y="87434"/>
                  <a:pt x="69154" y="87363"/>
                  <a:pt x="69117" y="87292"/>
                </a:cubicBezTo>
                <a:close/>
                <a:moveTo>
                  <a:pt x="153861" y="87864"/>
                </a:moveTo>
                <a:cubicBezTo>
                  <a:pt x="153489" y="88004"/>
                  <a:pt x="153122" y="88154"/>
                  <a:pt x="152755" y="88314"/>
                </a:cubicBezTo>
                <a:cubicBezTo>
                  <a:pt x="153126" y="88155"/>
                  <a:pt x="153497" y="88007"/>
                  <a:pt x="153861" y="87864"/>
                </a:cubicBezTo>
                <a:close/>
                <a:moveTo>
                  <a:pt x="70732" y="87265"/>
                </a:moveTo>
                <a:cubicBezTo>
                  <a:pt x="70947" y="87346"/>
                  <a:pt x="71135" y="87373"/>
                  <a:pt x="71350" y="87427"/>
                </a:cubicBezTo>
                <a:cubicBezTo>
                  <a:pt x="71162" y="87722"/>
                  <a:pt x="71001" y="88045"/>
                  <a:pt x="70813" y="88368"/>
                </a:cubicBezTo>
                <a:lnTo>
                  <a:pt x="70813" y="88421"/>
                </a:lnTo>
                <a:cubicBezTo>
                  <a:pt x="70813" y="88126"/>
                  <a:pt x="70759" y="87803"/>
                  <a:pt x="70732" y="87507"/>
                </a:cubicBezTo>
                <a:lnTo>
                  <a:pt x="70732" y="87265"/>
                </a:lnTo>
                <a:close/>
                <a:moveTo>
                  <a:pt x="69952" y="86970"/>
                </a:moveTo>
                <a:lnTo>
                  <a:pt x="69952" y="86970"/>
                </a:lnTo>
                <a:cubicBezTo>
                  <a:pt x="70167" y="87050"/>
                  <a:pt x="70356" y="87131"/>
                  <a:pt x="70571" y="87185"/>
                </a:cubicBezTo>
                <a:lnTo>
                  <a:pt x="70597" y="87185"/>
                </a:lnTo>
                <a:cubicBezTo>
                  <a:pt x="70571" y="87615"/>
                  <a:pt x="70597" y="88072"/>
                  <a:pt x="70732" y="88502"/>
                </a:cubicBezTo>
                <a:cubicBezTo>
                  <a:pt x="70571" y="88744"/>
                  <a:pt x="70409" y="89013"/>
                  <a:pt x="70275" y="89282"/>
                </a:cubicBezTo>
                <a:cubicBezTo>
                  <a:pt x="70302" y="88502"/>
                  <a:pt x="70194" y="87722"/>
                  <a:pt x="69952" y="86970"/>
                </a:cubicBezTo>
                <a:close/>
                <a:moveTo>
                  <a:pt x="244433" y="89803"/>
                </a:moveTo>
                <a:cubicBezTo>
                  <a:pt x="244336" y="89990"/>
                  <a:pt x="244239" y="90177"/>
                  <a:pt x="244142" y="90365"/>
                </a:cubicBezTo>
                <a:lnTo>
                  <a:pt x="244142" y="90365"/>
                </a:lnTo>
                <a:cubicBezTo>
                  <a:pt x="244257" y="90169"/>
                  <a:pt x="244364" y="89972"/>
                  <a:pt x="244433" y="89803"/>
                </a:cubicBezTo>
                <a:close/>
                <a:moveTo>
                  <a:pt x="164017" y="90287"/>
                </a:moveTo>
                <a:lnTo>
                  <a:pt x="163724" y="90545"/>
                </a:lnTo>
                <a:cubicBezTo>
                  <a:pt x="163906" y="90410"/>
                  <a:pt x="163995" y="90329"/>
                  <a:pt x="164017" y="90287"/>
                </a:cubicBezTo>
                <a:close/>
                <a:moveTo>
                  <a:pt x="146491" y="90572"/>
                </a:moveTo>
                <a:lnTo>
                  <a:pt x="146491" y="90599"/>
                </a:lnTo>
                <a:cubicBezTo>
                  <a:pt x="146410" y="90626"/>
                  <a:pt x="146330" y="90680"/>
                  <a:pt x="146249" y="90733"/>
                </a:cubicBezTo>
                <a:cubicBezTo>
                  <a:pt x="146303" y="90653"/>
                  <a:pt x="146410" y="90626"/>
                  <a:pt x="146491" y="90572"/>
                </a:cubicBezTo>
                <a:close/>
                <a:moveTo>
                  <a:pt x="176251" y="90303"/>
                </a:moveTo>
                <a:cubicBezTo>
                  <a:pt x="175740" y="90545"/>
                  <a:pt x="175230" y="90787"/>
                  <a:pt x="174746" y="91029"/>
                </a:cubicBezTo>
                <a:cubicBezTo>
                  <a:pt x="174800" y="90841"/>
                  <a:pt x="174881" y="90626"/>
                  <a:pt x="174934" y="90411"/>
                </a:cubicBezTo>
                <a:lnTo>
                  <a:pt x="174934" y="90411"/>
                </a:lnTo>
                <a:lnTo>
                  <a:pt x="174719" y="91056"/>
                </a:lnTo>
                <a:cubicBezTo>
                  <a:pt x="175230" y="90814"/>
                  <a:pt x="175740" y="90545"/>
                  <a:pt x="176251" y="90303"/>
                </a:cubicBezTo>
                <a:close/>
                <a:moveTo>
                  <a:pt x="91459" y="89712"/>
                </a:moveTo>
                <a:lnTo>
                  <a:pt x="91594" y="89819"/>
                </a:lnTo>
                <a:cubicBezTo>
                  <a:pt x="91648" y="89927"/>
                  <a:pt x="91701" y="90034"/>
                  <a:pt x="91701" y="90034"/>
                </a:cubicBezTo>
                <a:cubicBezTo>
                  <a:pt x="91710" y="90043"/>
                  <a:pt x="91719" y="90046"/>
                  <a:pt x="91726" y="90046"/>
                </a:cubicBezTo>
                <a:cubicBezTo>
                  <a:pt x="91740" y="90046"/>
                  <a:pt x="91746" y="90034"/>
                  <a:pt x="91728" y="90034"/>
                </a:cubicBezTo>
                <a:lnTo>
                  <a:pt x="91701" y="89927"/>
                </a:lnTo>
                <a:lnTo>
                  <a:pt x="92051" y="90196"/>
                </a:lnTo>
                <a:cubicBezTo>
                  <a:pt x="91836" y="90518"/>
                  <a:pt x="91621" y="90868"/>
                  <a:pt x="91459" y="91217"/>
                </a:cubicBezTo>
                <a:cubicBezTo>
                  <a:pt x="91406" y="90787"/>
                  <a:pt x="91379" y="90384"/>
                  <a:pt x="91325" y="89954"/>
                </a:cubicBezTo>
                <a:cubicBezTo>
                  <a:pt x="91379" y="89873"/>
                  <a:pt x="91406" y="89792"/>
                  <a:pt x="91459" y="89712"/>
                </a:cubicBezTo>
                <a:close/>
                <a:moveTo>
                  <a:pt x="160551" y="86271"/>
                </a:moveTo>
                <a:cubicBezTo>
                  <a:pt x="157567" y="87158"/>
                  <a:pt x="154610" y="88179"/>
                  <a:pt x="151707" y="89335"/>
                </a:cubicBezTo>
                <a:cubicBezTo>
                  <a:pt x="150174" y="89954"/>
                  <a:pt x="148642" y="90626"/>
                  <a:pt x="147136" y="91325"/>
                </a:cubicBezTo>
                <a:lnTo>
                  <a:pt x="147105" y="91346"/>
                </a:lnTo>
                <a:lnTo>
                  <a:pt x="147105" y="91346"/>
                </a:lnTo>
                <a:cubicBezTo>
                  <a:pt x="147697" y="91092"/>
                  <a:pt x="148279" y="90889"/>
                  <a:pt x="148588" y="90760"/>
                </a:cubicBezTo>
                <a:cubicBezTo>
                  <a:pt x="149825" y="90223"/>
                  <a:pt x="151061" y="89685"/>
                  <a:pt x="152325" y="89201"/>
                </a:cubicBezTo>
                <a:cubicBezTo>
                  <a:pt x="155013" y="88126"/>
                  <a:pt x="157755" y="87185"/>
                  <a:pt x="160551" y="86324"/>
                </a:cubicBezTo>
                <a:cubicBezTo>
                  <a:pt x="160578" y="86324"/>
                  <a:pt x="160551" y="86271"/>
                  <a:pt x="160551" y="86271"/>
                </a:cubicBezTo>
                <a:close/>
                <a:moveTo>
                  <a:pt x="146464" y="91379"/>
                </a:moveTo>
                <a:cubicBezTo>
                  <a:pt x="146437" y="91459"/>
                  <a:pt x="146410" y="91540"/>
                  <a:pt x="146383" y="91594"/>
                </a:cubicBezTo>
                <a:lnTo>
                  <a:pt x="146276" y="91647"/>
                </a:lnTo>
                <a:cubicBezTo>
                  <a:pt x="146330" y="91540"/>
                  <a:pt x="146383" y="91459"/>
                  <a:pt x="146437" y="91379"/>
                </a:cubicBezTo>
                <a:close/>
                <a:moveTo>
                  <a:pt x="244835" y="88936"/>
                </a:moveTo>
                <a:cubicBezTo>
                  <a:pt x="244825" y="88936"/>
                  <a:pt x="244814" y="88942"/>
                  <a:pt x="244806" y="88959"/>
                </a:cubicBezTo>
                <a:cubicBezTo>
                  <a:pt x="244107" y="90007"/>
                  <a:pt x="243247" y="90975"/>
                  <a:pt x="242279" y="91782"/>
                </a:cubicBezTo>
                <a:cubicBezTo>
                  <a:pt x="242252" y="91809"/>
                  <a:pt x="242279" y="91836"/>
                  <a:pt x="242306" y="91836"/>
                </a:cubicBezTo>
                <a:cubicBezTo>
                  <a:pt x="242870" y="91352"/>
                  <a:pt x="244456" y="90034"/>
                  <a:pt x="244510" y="89524"/>
                </a:cubicBezTo>
                <a:lnTo>
                  <a:pt x="244510" y="89524"/>
                </a:lnTo>
                <a:cubicBezTo>
                  <a:pt x="244505" y="89600"/>
                  <a:pt x="244477" y="89696"/>
                  <a:pt x="244433" y="89803"/>
                </a:cubicBezTo>
                <a:lnTo>
                  <a:pt x="244433" y="89803"/>
                </a:lnTo>
                <a:cubicBezTo>
                  <a:pt x="244575" y="89530"/>
                  <a:pt x="244717" y="89258"/>
                  <a:pt x="244860" y="88986"/>
                </a:cubicBezTo>
                <a:cubicBezTo>
                  <a:pt x="244878" y="88967"/>
                  <a:pt x="244858" y="88936"/>
                  <a:pt x="244835" y="88936"/>
                </a:cubicBezTo>
                <a:close/>
                <a:moveTo>
                  <a:pt x="146841" y="90518"/>
                </a:moveTo>
                <a:cubicBezTo>
                  <a:pt x="146787" y="90572"/>
                  <a:pt x="146760" y="90626"/>
                  <a:pt x="146733" y="90706"/>
                </a:cubicBezTo>
                <a:cubicBezTo>
                  <a:pt x="146572" y="90868"/>
                  <a:pt x="146437" y="91056"/>
                  <a:pt x="146303" y="91244"/>
                </a:cubicBezTo>
                <a:lnTo>
                  <a:pt x="146249" y="91271"/>
                </a:lnTo>
                <a:cubicBezTo>
                  <a:pt x="146222" y="91298"/>
                  <a:pt x="146222" y="91325"/>
                  <a:pt x="146249" y="91325"/>
                </a:cubicBezTo>
                <a:cubicBezTo>
                  <a:pt x="146168" y="91459"/>
                  <a:pt x="146088" y="91594"/>
                  <a:pt x="146034" y="91755"/>
                </a:cubicBezTo>
                <a:cubicBezTo>
                  <a:pt x="145926" y="91782"/>
                  <a:pt x="145819" y="91836"/>
                  <a:pt x="145738" y="91889"/>
                </a:cubicBezTo>
                <a:cubicBezTo>
                  <a:pt x="145792" y="91540"/>
                  <a:pt x="145926" y="91190"/>
                  <a:pt x="146088" y="90868"/>
                </a:cubicBezTo>
                <a:lnTo>
                  <a:pt x="146115" y="90841"/>
                </a:lnTo>
                <a:cubicBezTo>
                  <a:pt x="146303" y="90733"/>
                  <a:pt x="146464" y="90653"/>
                  <a:pt x="146652" y="90545"/>
                </a:cubicBezTo>
                <a:lnTo>
                  <a:pt x="146841" y="90518"/>
                </a:lnTo>
                <a:close/>
                <a:moveTo>
                  <a:pt x="92105" y="90223"/>
                </a:moveTo>
                <a:lnTo>
                  <a:pt x="92454" y="90518"/>
                </a:lnTo>
                <a:cubicBezTo>
                  <a:pt x="92158" y="91029"/>
                  <a:pt x="91836" y="91513"/>
                  <a:pt x="91540" y="92024"/>
                </a:cubicBezTo>
                <a:cubicBezTo>
                  <a:pt x="91513" y="91836"/>
                  <a:pt x="91486" y="91647"/>
                  <a:pt x="91486" y="91459"/>
                </a:cubicBezTo>
                <a:cubicBezTo>
                  <a:pt x="91648" y="91029"/>
                  <a:pt x="91863" y="90626"/>
                  <a:pt x="92105" y="90223"/>
                </a:cubicBezTo>
                <a:close/>
                <a:moveTo>
                  <a:pt x="174665" y="91056"/>
                </a:moveTo>
                <a:cubicBezTo>
                  <a:pt x="174048" y="91365"/>
                  <a:pt x="173446" y="91689"/>
                  <a:pt x="172836" y="92042"/>
                </a:cubicBezTo>
                <a:lnTo>
                  <a:pt x="172836" y="92042"/>
                </a:lnTo>
                <a:cubicBezTo>
                  <a:pt x="173443" y="91708"/>
                  <a:pt x="174049" y="91382"/>
                  <a:pt x="174656" y="91087"/>
                </a:cubicBezTo>
                <a:lnTo>
                  <a:pt x="174656" y="91087"/>
                </a:lnTo>
                <a:cubicBezTo>
                  <a:pt x="174659" y="91076"/>
                  <a:pt x="174662" y="91066"/>
                  <a:pt x="174665" y="91056"/>
                </a:cubicBezTo>
                <a:close/>
                <a:moveTo>
                  <a:pt x="146357" y="91701"/>
                </a:moveTo>
                <a:cubicBezTo>
                  <a:pt x="146263" y="91841"/>
                  <a:pt x="146190" y="92002"/>
                  <a:pt x="146102" y="92165"/>
                </a:cubicBezTo>
                <a:lnTo>
                  <a:pt x="146102" y="92165"/>
                </a:lnTo>
                <a:cubicBezTo>
                  <a:pt x="146132" y="92028"/>
                  <a:pt x="146181" y="91892"/>
                  <a:pt x="146249" y="91755"/>
                </a:cubicBezTo>
                <a:lnTo>
                  <a:pt x="146357" y="91701"/>
                </a:lnTo>
                <a:close/>
                <a:moveTo>
                  <a:pt x="239859" y="91889"/>
                </a:moveTo>
                <a:cubicBezTo>
                  <a:pt x="239614" y="92048"/>
                  <a:pt x="239375" y="92213"/>
                  <a:pt x="239137" y="92378"/>
                </a:cubicBezTo>
                <a:lnTo>
                  <a:pt x="239137" y="92378"/>
                </a:lnTo>
                <a:cubicBezTo>
                  <a:pt x="239380" y="92213"/>
                  <a:pt x="239622" y="92051"/>
                  <a:pt x="239859" y="91889"/>
                </a:cubicBezTo>
                <a:close/>
                <a:moveTo>
                  <a:pt x="65355" y="90115"/>
                </a:moveTo>
                <a:lnTo>
                  <a:pt x="65355" y="90115"/>
                </a:lnTo>
                <a:cubicBezTo>
                  <a:pt x="64817" y="90895"/>
                  <a:pt x="64253" y="91674"/>
                  <a:pt x="63715" y="92454"/>
                </a:cubicBezTo>
                <a:cubicBezTo>
                  <a:pt x="63850" y="92185"/>
                  <a:pt x="64065" y="91916"/>
                  <a:pt x="64253" y="91674"/>
                </a:cubicBezTo>
                <a:lnTo>
                  <a:pt x="64253" y="91647"/>
                </a:lnTo>
                <a:cubicBezTo>
                  <a:pt x="64629" y="91137"/>
                  <a:pt x="64979" y="90653"/>
                  <a:pt x="65355" y="90115"/>
                </a:cubicBezTo>
                <a:close/>
                <a:moveTo>
                  <a:pt x="239137" y="92378"/>
                </a:moveTo>
                <a:cubicBezTo>
                  <a:pt x="238970" y="92491"/>
                  <a:pt x="238803" y="92605"/>
                  <a:pt x="238638" y="92722"/>
                </a:cubicBezTo>
                <a:lnTo>
                  <a:pt x="238638" y="92722"/>
                </a:lnTo>
                <a:cubicBezTo>
                  <a:pt x="238805" y="92608"/>
                  <a:pt x="238971" y="92493"/>
                  <a:pt x="239137" y="92378"/>
                </a:cubicBezTo>
                <a:close/>
                <a:moveTo>
                  <a:pt x="64334" y="92373"/>
                </a:moveTo>
                <a:cubicBezTo>
                  <a:pt x="64387" y="92535"/>
                  <a:pt x="64495" y="92696"/>
                  <a:pt x="64575" y="92830"/>
                </a:cubicBezTo>
                <a:lnTo>
                  <a:pt x="64145" y="92642"/>
                </a:lnTo>
                <a:lnTo>
                  <a:pt x="64334" y="92373"/>
                </a:lnTo>
                <a:close/>
                <a:moveTo>
                  <a:pt x="145953" y="91889"/>
                </a:moveTo>
                <a:lnTo>
                  <a:pt x="145953" y="91889"/>
                </a:lnTo>
                <a:cubicBezTo>
                  <a:pt x="145900" y="92104"/>
                  <a:pt x="145846" y="92319"/>
                  <a:pt x="145846" y="92561"/>
                </a:cubicBezTo>
                <a:cubicBezTo>
                  <a:pt x="145685" y="92749"/>
                  <a:pt x="145524" y="92937"/>
                  <a:pt x="145336" y="93098"/>
                </a:cubicBezTo>
                <a:lnTo>
                  <a:pt x="145336" y="93098"/>
                </a:lnTo>
                <a:cubicBezTo>
                  <a:pt x="145354" y="93065"/>
                  <a:pt x="145371" y="93036"/>
                  <a:pt x="145389" y="93018"/>
                </a:cubicBezTo>
                <a:lnTo>
                  <a:pt x="145362" y="93018"/>
                </a:lnTo>
                <a:cubicBezTo>
                  <a:pt x="145469" y="92723"/>
                  <a:pt x="145550" y="92427"/>
                  <a:pt x="145631" y="92131"/>
                </a:cubicBezTo>
                <a:cubicBezTo>
                  <a:pt x="145738" y="92024"/>
                  <a:pt x="145846" y="91943"/>
                  <a:pt x="145953" y="91889"/>
                </a:cubicBezTo>
                <a:close/>
                <a:moveTo>
                  <a:pt x="145873" y="93664"/>
                </a:moveTo>
                <a:lnTo>
                  <a:pt x="145953" y="93717"/>
                </a:lnTo>
                <a:lnTo>
                  <a:pt x="145792" y="93717"/>
                </a:lnTo>
                <a:lnTo>
                  <a:pt x="145873" y="93664"/>
                </a:lnTo>
                <a:close/>
                <a:moveTo>
                  <a:pt x="68447" y="86351"/>
                </a:moveTo>
                <a:lnTo>
                  <a:pt x="68662" y="86459"/>
                </a:lnTo>
                <a:cubicBezTo>
                  <a:pt x="68814" y="86719"/>
                  <a:pt x="68965" y="86997"/>
                  <a:pt x="69117" y="87292"/>
                </a:cubicBezTo>
                <a:lnTo>
                  <a:pt x="69117" y="87292"/>
                </a:lnTo>
                <a:cubicBezTo>
                  <a:pt x="68984" y="87032"/>
                  <a:pt x="68842" y="86759"/>
                  <a:pt x="68716" y="86486"/>
                </a:cubicBezTo>
                <a:lnTo>
                  <a:pt x="68716" y="86486"/>
                </a:lnTo>
                <a:cubicBezTo>
                  <a:pt x="69092" y="86674"/>
                  <a:pt x="69468" y="86835"/>
                  <a:pt x="69872" y="86970"/>
                </a:cubicBezTo>
                <a:cubicBezTo>
                  <a:pt x="70087" y="87776"/>
                  <a:pt x="70221" y="88610"/>
                  <a:pt x="70221" y="89470"/>
                </a:cubicBezTo>
                <a:lnTo>
                  <a:pt x="69979" y="89846"/>
                </a:lnTo>
                <a:cubicBezTo>
                  <a:pt x="69952" y="89550"/>
                  <a:pt x="69899" y="89282"/>
                  <a:pt x="69791" y="89013"/>
                </a:cubicBezTo>
                <a:lnTo>
                  <a:pt x="69791" y="89013"/>
                </a:lnTo>
                <a:cubicBezTo>
                  <a:pt x="69899" y="89335"/>
                  <a:pt x="69925" y="89658"/>
                  <a:pt x="69899" y="90007"/>
                </a:cubicBezTo>
                <a:cubicBezTo>
                  <a:pt x="69576" y="90491"/>
                  <a:pt x="69253" y="91002"/>
                  <a:pt x="68931" y="91486"/>
                </a:cubicBezTo>
                <a:cubicBezTo>
                  <a:pt x="68366" y="92346"/>
                  <a:pt x="67775" y="93180"/>
                  <a:pt x="67210" y="93986"/>
                </a:cubicBezTo>
                <a:lnTo>
                  <a:pt x="64737" y="92911"/>
                </a:lnTo>
                <a:cubicBezTo>
                  <a:pt x="64602" y="92723"/>
                  <a:pt x="64495" y="92508"/>
                  <a:pt x="64387" y="92293"/>
                </a:cubicBezTo>
                <a:cubicBezTo>
                  <a:pt x="65812" y="90357"/>
                  <a:pt x="67183" y="88368"/>
                  <a:pt x="68447" y="86351"/>
                </a:cubicBezTo>
                <a:close/>
                <a:moveTo>
                  <a:pt x="188323" y="93637"/>
                </a:moveTo>
                <a:lnTo>
                  <a:pt x="188323" y="93637"/>
                </a:lnTo>
                <a:cubicBezTo>
                  <a:pt x="188121" y="93771"/>
                  <a:pt x="187926" y="93912"/>
                  <a:pt x="187734" y="94057"/>
                </a:cubicBezTo>
                <a:lnTo>
                  <a:pt x="187734" y="94057"/>
                </a:lnTo>
                <a:cubicBezTo>
                  <a:pt x="187930" y="93917"/>
                  <a:pt x="188126" y="93777"/>
                  <a:pt x="188323" y="93637"/>
                </a:cubicBezTo>
                <a:close/>
                <a:moveTo>
                  <a:pt x="64038" y="92777"/>
                </a:moveTo>
                <a:cubicBezTo>
                  <a:pt x="64199" y="92857"/>
                  <a:pt x="64468" y="92992"/>
                  <a:pt x="64575" y="93045"/>
                </a:cubicBezTo>
                <a:lnTo>
                  <a:pt x="64602" y="93045"/>
                </a:lnTo>
                <a:lnTo>
                  <a:pt x="64791" y="93126"/>
                </a:lnTo>
                <a:cubicBezTo>
                  <a:pt x="64871" y="93207"/>
                  <a:pt x="64925" y="93260"/>
                  <a:pt x="64979" y="93314"/>
                </a:cubicBezTo>
                <a:cubicBezTo>
                  <a:pt x="65059" y="93583"/>
                  <a:pt x="65113" y="93825"/>
                  <a:pt x="65167" y="94067"/>
                </a:cubicBezTo>
                <a:cubicBezTo>
                  <a:pt x="64844" y="93933"/>
                  <a:pt x="64549" y="93717"/>
                  <a:pt x="64307" y="93475"/>
                </a:cubicBezTo>
                <a:cubicBezTo>
                  <a:pt x="64145" y="93341"/>
                  <a:pt x="63984" y="93180"/>
                  <a:pt x="63876" y="92992"/>
                </a:cubicBezTo>
                <a:lnTo>
                  <a:pt x="64038" y="92777"/>
                </a:lnTo>
                <a:close/>
                <a:moveTo>
                  <a:pt x="145846" y="90975"/>
                </a:moveTo>
                <a:lnTo>
                  <a:pt x="145846" y="90975"/>
                </a:lnTo>
                <a:cubicBezTo>
                  <a:pt x="145711" y="91325"/>
                  <a:pt x="145577" y="91701"/>
                  <a:pt x="145443" y="92051"/>
                </a:cubicBezTo>
                <a:cubicBezTo>
                  <a:pt x="145281" y="92158"/>
                  <a:pt x="145174" y="92319"/>
                  <a:pt x="145093" y="92481"/>
                </a:cubicBezTo>
                <a:cubicBezTo>
                  <a:pt x="144475" y="92911"/>
                  <a:pt x="143830" y="93341"/>
                  <a:pt x="143211" y="93798"/>
                </a:cubicBezTo>
                <a:cubicBezTo>
                  <a:pt x="143184" y="93825"/>
                  <a:pt x="143211" y="93852"/>
                  <a:pt x="143238" y="93852"/>
                </a:cubicBezTo>
                <a:cubicBezTo>
                  <a:pt x="143883" y="93422"/>
                  <a:pt x="144528" y="92992"/>
                  <a:pt x="145147" y="92561"/>
                </a:cubicBezTo>
                <a:cubicBezTo>
                  <a:pt x="145174" y="92588"/>
                  <a:pt x="145201" y="92588"/>
                  <a:pt x="145201" y="92615"/>
                </a:cubicBezTo>
                <a:cubicBezTo>
                  <a:pt x="145093" y="92938"/>
                  <a:pt x="144959" y="93260"/>
                  <a:pt x="144770" y="93556"/>
                </a:cubicBezTo>
                <a:cubicBezTo>
                  <a:pt x="144582" y="93691"/>
                  <a:pt x="144367" y="93798"/>
                  <a:pt x="144152" y="93933"/>
                </a:cubicBezTo>
                <a:lnTo>
                  <a:pt x="143937" y="93933"/>
                </a:lnTo>
                <a:cubicBezTo>
                  <a:pt x="143883" y="93959"/>
                  <a:pt x="143830" y="94013"/>
                  <a:pt x="143856" y="94067"/>
                </a:cubicBezTo>
                <a:lnTo>
                  <a:pt x="143749" y="94121"/>
                </a:lnTo>
                <a:cubicBezTo>
                  <a:pt x="143386" y="94107"/>
                  <a:pt x="143016" y="94101"/>
                  <a:pt x="142643" y="94101"/>
                </a:cubicBezTo>
                <a:cubicBezTo>
                  <a:pt x="142270" y="94101"/>
                  <a:pt x="141894" y="94107"/>
                  <a:pt x="141517" y="94121"/>
                </a:cubicBezTo>
                <a:cubicBezTo>
                  <a:pt x="142862" y="92911"/>
                  <a:pt x="144313" y="91862"/>
                  <a:pt x="145846" y="90975"/>
                </a:cubicBezTo>
                <a:close/>
                <a:moveTo>
                  <a:pt x="64952" y="93207"/>
                </a:moveTo>
                <a:lnTo>
                  <a:pt x="65328" y="93368"/>
                </a:lnTo>
                <a:lnTo>
                  <a:pt x="66780" y="93986"/>
                </a:lnTo>
                <a:lnTo>
                  <a:pt x="67076" y="94094"/>
                </a:lnTo>
                <a:lnTo>
                  <a:pt x="66995" y="94201"/>
                </a:lnTo>
                <a:cubicBezTo>
                  <a:pt x="66780" y="94201"/>
                  <a:pt x="66565" y="94148"/>
                  <a:pt x="66350" y="94067"/>
                </a:cubicBezTo>
                <a:cubicBezTo>
                  <a:pt x="65812" y="93906"/>
                  <a:pt x="65328" y="93610"/>
                  <a:pt x="64952" y="93207"/>
                </a:cubicBezTo>
                <a:close/>
                <a:moveTo>
                  <a:pt x="145308" y="94174"/>
                </a:moveTo>
                <a:cubicBezTo>
                  <a:pt x="145308" y="94201"/>
                  <a:pt x="145335" y="94228"/>
                  <a:pt x="145335" y="94228"/>
                </a:cubicBezTo>
                <a:lnTo>
                  <a:pt x="145174" y="94201"/>
                </a:lnTo>
                <a:cubicBezTo>
                  <a:pt x="145227" y="94201"/>
                  <a:pt x="145254" y="94201"/>
                  <a:pt x="145308" y="94174"/>
                </a:cubicBezTo>
                <a:close/>
                <a:moveTo>
                  <a:pt x="65006" y="93395"/>
                </a:moveTo>
                <a:lnTo>
                  <a:pt x="65006" y="93395"/>
                </a:lnTo>
                <a:cubicBezTo>
                  <a:pt x="65140" y="93529"/>
                  <a:pt x="65301" y="93637"/>
                  <a:pt x="65436" y="93744"/>
                </a:cubicBezTo>
                <a:lnTo>
                  <a:pt x="65463" y="93744"/>
                </a:lnTo>
                <a:cubicBezTo>
                  <a:pt x="65516" y="93906"/>
                  <a:pt x="65543" y="94067"/>
                  <a:pt x="65597" y="94255"/>
                </a:cubicBezTo>
                <a:cubicBezTo>
                  <a:pt x="65463" y="94201"/>
                  <a:pt x="65328" y="94174"/>
                  <a:pt x="65221" y="94094"/>
                </a:cubicBezTo>
                <a:cubicBezTo>
                  <a:pt x="65167" y="93879"/>
                  <a:pt x="65086" y="93637"/>
                  <a:pt x="65006" y="93395"/>
                </a:cubicBezTo>
                <a:close/>
                <a:moveTo>
                  <a:pt x="68635" y="93986"/>
                </a:moveTo>
                <a:cubicBezTo>
                  <a:pt x="68517" y="94083"/>
                  <a:pt x="68401" y="94181"/>
                  <a:pt x="68287" y="94280"/>
                </a:cubicBezTo>
                <a:lnTo>
                  <a:pt x="68287" y="94280"/>
                </a:lnTo>
                <a:cubicBezTo>
                  <a:pt x="68401" y="94181"/>
                  <a:pt x="68518" y="94083"/>
                  <a:pt x="68635" y="93986"/>
                </a:cubicBezTo>
                <a:close/>
                <a:moveTo>
                  <a:pt x="139851" y="91728"/>
                </a:moveTo>
                <a:lnTo>
                  <a:pt x="139851" y="91728"/>
                </a:lnTo>
                <a:cubicBezTo>
                  <a:pt x="139286" y="92561"/>
                  <a:pt x="138775" y="93395"/>
                  <a:pt x="138238" y="94228"/>
                </a:cubicBezTo>
                <a:lnTo>
                  <a:pt x="136463" y="94282"/>
                </a:lnTo>
                <a:cubicBezTo>
                  <a:pt x="137566" y="93395"/>
                  <a:pt x="138695" y="92561"/>
                  <a:pt x="139851" y="91728"/>
                </a:cubicBezTo>
                <a:close/>
                <a:moveTo>
                  <a:pt x="146276" y="93879"/>
                </a:moveTo>
                <a:lnTo>
                  <a:pt x="146276" y="93879"/>
                </a:lnTo>
                <a:cubicBezTo>
                  <a:pt x="146437" y="93959"/>
                  <a:pt x="146625" y="94040"/>
                  <a:pt x="146787" y="94121"/>
                </a:cubicBezTo>
                <a:lnTo>
                  <a:pt x="146437" y="94282"/>
                </a:lnTo>
                <a:cubicBezTo>
                  <a:pt x="146410" y="94148"/>
                  <a:pt x="146357" y="94013"/>
                  <a:pt x="146276" y="93879"/>
                </a:cubicBezTo>
                <a:close/>
                <a:moveTo>
                  <a:pt x="145980" y="93744"/>
                </a:moveTo>
                <a:lnTo>
                  <a:pt x="146034" y="93771"/>
                </a:lnTo>
                <a:cubicBezTo>
                  <a:pt x="146115" y="93879"/>
                  <a:pt x="146195" y="94013"/>
                  <a:pt x="146249" y="94148"/>
                </a:cubicBezTo>
                <a:cubicBezTo>
                  <a:pt x="146276" y="94201"/>
                  <a:pt x="146303" y="94282"/>
                  <a:pt x="146330" y="94336"/>
                </a:cubicBezTo>
                <a:cubicBezTo>
                  <a:pt x="146330" y="94336"/>
                  <a:pt x="146303" y="94363"/>
                  <a:pt x="146303" y="94363"/>
                </a:cubicBezTo>
                <a:cubicBezTo>
                  <a:pt x="146061" y="94336"/>
                  <a:pt x="145846" y="94282"/>
                  <a:pt x="145631" y="94255"/>
                </a:cubicBezTo>
                <a:cubicBezTo>
                  <a:pt x="145604" y="94201"/>
                  <a:pt x="145604" y="94121"/>
                  <a:pt x="145631" y="94040"/>
                </a:cubicBezTo>
                <a:cubicBezTo>
                  <a:pt x="145738" y="93986"/>
                  <a:pt x="145846" y="93906"/>
                  <a:pt x="145953" y="93825"/>
                </a:cubicBezTo>
                <a:cubicBezTo>
                  <a:pt x="146007" y="93825"/>
                  <a:pt x="146007" y="93771"/>
                  <a:pt x="145980" y="93744"/>
                </a:cubicBezTo>
                <a:close/>
                <a:moveTo>
                  <a:pt x="65490" y="93771"/>
                </a:moveTo>
                <a:lnTo>
                  <a:pt x="65490" y="93771"/>
                </a:lnTo>
                <a:cubicBezTo>
                  <a:pt x="65947" y="94040"/>
                  <a:pt x="66430" y="94228"/>
                  <a:pt x="66941" y="94282"/>
                </a:cubicBezTo>
                <a:lnTo>
                  <a:pt x="66888" y="94390"/>
                </a:lnTo>
                <a:cubicBezTo>
                  <a:pt x="66814" y="94394"/>
                  <a:pt x="66741" y="94396"/>
                  <a:pt x="66668" y="94396"/>
                </a:cubicBezTo>
                <a:cubicBezTo>
                  <a:pt x="66319" y="94396"/>
                  <a:pt x="65985" y="94344"/>
                  <a:pt x="65651" y="94255"/>
                </a:cubicBezTo>
                <a:cubicBezTo>
                  <a:pt x="65597" y="94094"/>
                  <a:pt x="65543" y="93933"/>
                  <a:pt x="65490" y="93771"/>
                </a:cubicBezTo>
                <a:close/>
                <a:moveTo>
                  <a:pt x="92508" y="90572"/>
                </a:moveTo>
                <a:cubicBezTo>
                  <a:pt x="92938" y="90922"/>
                  <a:pt x="93368" y="91325"/>
                  <a:pt x="93772" y="91701"/>
                </a:cubicBezTo>
                <a:cubicBezTo>
                  <a:pt x="93099" y="92615"/>
                  <a:pt x="92400" y="93529"/>
                  <a:pt x="91755" y="94443"/>
                </a:cubicBezTo>
                <a:cubicBezTo>
                  <a:pt x="91755" y="94390"/>
                  <a:pt x="91755" y="94336"/>
                  <a:pt x="91755" y="94255"/>
                </a:cubicBezTo>
                <a:lnTo>
                  <a:pt x="91728" y="94255"/>
                </a:lnTo>
                <a:cubicBezTo>
                  <a:pt x="91728" y="94094"/>
                  <a:pt x="91701" y="93906"/>
                  <a:pt x="91701" y="93744"/>
                </a:cubicBezTo>
                <a:cubicBezTo>
                  <a:pt x="91809" y="93502"/>
                  <a:pt x="91943" y="93287"/>
                  <a:pt x="92105" y="93045"/>
                </a:cubicBezTo>
                <a:cubicBezTo>
                  <a:pt x="92481" y="92535"/>
                  <a:pt x="92884" y="92078"/>
                  <a:pt x="93341" y="91647"/>
                </a:cubicBezTo>
                <a:cubicBezTo>
                  <a:pt x="93383" y="91606"/>
                  <a:pt x="93345" y="91549"/>
                  <a:pt x="93313" y="91549"/>
                </a:cubicBezTo>
                <a:cubicBezTo>
                  <a:pt x="93303" y="91549"/>
                  <a:pt x="93294" y="91554"/>
                  <a:pt x="93288" y="91567"/>
                </a:cubicBezTo>
                <a:cubicBezTo>
                  <a:pt x="92642" y="92131"/>
                  <a:pt x="92105" y="92750"/>
                  <a:pt x="91675" y="93449"/>
                </a:cubicBezTo>
                <a:cubicBezTo>
                  <a:pt x="91675" y="93341"/>
                  <a:pt x="91648" y="93207"/>
                  <a:pt x="91621" y="93072"/>
                </a:cubicBezTo>
                <a:cubicBezTo>
                  <a:pt x="92051" y="92454"/>
                  <a:pt x="92454" y="91782"/>
                  <a:pt x="92857" y="91163"/>
                </a:cubicBezTo>
                <a:cubicBezTo>
                  <a:pt x="92857" y="91144"/>
                  <a:pt x="92857" y="91125"/>
                  <a:pt x="92848" y="91125"/>
                </a:cubicBezTo>
                <a:cubicBezTo>
                  <a:pt x="92844" y="91125"/>
                  <a:pt x="92838" y="91129"/>
                  <a:pt x="92831" y="91137"/>
                </a:cubicBezTo>
                <a:cubicBezTo>
                  <a:pt x="92427" y="91728"/>
                  <a:pt x="91997" y="92319"/>
                  <a:pt x="91621" y="92911"/>
                </a:cubicBezTo>
                <a:cubicBezTo>
                  <a:pt x="91594" y="92669"/>
                  <a:pt x="91567" y="92427"/>
                  <a:pt x="91540" y="92185"/>
                </a:cubicBezTo>
                <a:cubicBezTo>
                  <a:pt x="91890" y="91647"/>
                  <a:pt x="92185" y="91110"/>
                  <a:pt x="92508" y="90572"/>
                </a:cubicBezTo>
                <a:close/>
                <a:moveTo>
                  <a:pt x="141249" y="84926"/>
                </a:moveTo>
                <a:lnTo>
                  <a:pt x="141249" y="84926"/>
                </a:lnTo>
                <a:cubicBezTo>
                  <a:pt x="138856" y="88072"/>
                  <a:pt x="136463" y="91190"/>
                  <a:pt x="134178" y="94416"/>
                </a:cubicBezTo>
                <a:lnTo>
                  <a:pt x="132404" y="94470"/>
                </a:lnTo>
                <a:cubicBezTo>
                  <a:pt x="133640" y="93153"/>
                  <a:pt x="134662" y="91379"/>
                  <a:pt x="135711" y="89954"/>
                </a:cubicBezTo>
                <a:cubicBezTo>
                  <a:pt x="136571" y="88771"/>
                  <a:pt x="137431" y="87615"/>
                  <a:pt x="138345" y="86459"/>
                </a:cubicBezTo>
                <a:cubicBezTo>
                  <a:pt x="139313" y="85948"/>
                  <a:pt x="140281" y="85437"/>
                  <a:pt x="141249" y="84926"/>
                </a:cubicBezTo>
                <a:close/>
                <a:moveTo>
                  <a:pt x="161761" y="86835"/>
                </a:moveTo>
                <a:cubicBezTo>
                  <a:pt x="162406" y="87238"/>
                  <a:pt x="162595" y="87749"/>
                  <a:pt x="162326" y="88421"/>
                </a:cubicBezTo>
                <a:cubicBezTo>
                  <a:pt x="162326" y="88421"/>
                  <a:pt x="162326" y="88421"/>
                  <a:pt x="162326" y="88448"/>
                </a:cubicBezTo>
                <a:lnTo>
                  <a:pt x="162460" y="88771"/>
                </a:lnTo>
                <a:cubicBezTo>
                  <a:pt x="157944" y="90411"/>
                  <a:pt x="153535" y="92293"/>
                  <a:pt x="149233" y="94390"/>
                </a:cubicBezTo>
                <a:cubicBezTo>
                  <a:pt x="149045" y="94416"/>
                  <a:pt x="148857" y="94443"/>
                  <a:pt x="148669" y="94470"/>
                </a:cubicBezTo>
                <a:cubicBezTo>
                  <a:pt x="148696" y="94443"/>
                  <a:pt x="148669" y="94416"/>
                  <a:pt x="148642" y="94416"/>
                </a:cubicBezTo>
                <a:cubicBezTo>
                  <a:pt x="148454" y="94390"/>
                  <a:pt x="148292" y="94363"/>
                  <a:pt x="148131" y="94309"/>
                </a:cubicBezTo>
                <a:cubicBezTo>
                  <a:pt x="149583" y="93610"/>
                  <a:pt x="151061" y="92911"/>
                  <a:pt x="152513" y="92239"/>
                </a:cubicBezTo>
                <a:cubicBezTo>
                  <a:pt x="155228" y="90975"/>
                  <a:pt x="158374" y="88986"/>
                  <a:pt x="161412" y="88878"/>
                </a:cubicBezTo>
                <a:cubicBezTo>
                  <a:pt x="161439" y="88878"/>
                  <a:pt x="161439" y="88825"/>
                  <a:pt x="161412" y="88825"/>
                </a:cubicBezTo>
                <a:cubicBezTo>
                  <a:pt x="158696" y="88905"/>
                  <a:pt x="156089" y="90491"/>
                  <a:pt x="153669" y="91594"/>
                </a:cubicBezTo>
                <a:cubicBezTo>
                  <a:pt x="151760" y="92481"/>
                  <a:pt x="149825" y="93341"/>
                  <a:pt x="147916" y="94255"/>
                </a:cubicBezTo>
                <a:cubicBezTo>
                  <a:pt x="147593" y="94201"/>
                  <a:pt x="147298" y="94121"/>
                  <a:pt x="147002" y="94013"/>
                </a:cubicBezTo>
                <a:cubicBezTo>
                  <a:pt x="151707" y="91621"/>
                  <a:pt x="156599" y="89631"/>
                  <a:pt x="161654" y="88072"/>
                </a:cubicBezTo>
                <a:cubicBezTo>
                  <a:pt x="161707" y="88072"/>
                  <a:pt x="161680" y="87991"/>
                  <a:pt x="161654" y="87991"/>
                </a:cubicBezTo>
                <a:cubicBezTo>
                  <a:pt x="156573" y="89524"/>
                  <a:pt x="151653" y="91540"/>
                  <a:pt x="146948" y="94013"/>
                </a:cubicBezTo>
                <a:cubicBezTo>
                  <a:pt x="146652" y="93906"/>
                  <a:pt x="146383" y="93798"/>
                  <a:pt x="146115" y="93664"/>
                </a:cubicBezTo>
                <a:cubicBezTo>
                  <a:pt x="146061" y="93610"/>
                  <a:pt x="146034" y="93583"/>
                  <a:pt x="146007" y="93556"/>
                </a:cubicBezTo>
                <a:cubicBezTo>
                  <a:pt x="146061" y="93502"/>
                  <a:pt x="146142" y="93422"/>
                  <a:pt x="146195" y="93341"/>
                </a:cubicBezTo>
                <a:cubicBezTo>
                  <a:pt x="146249" y="93260"/>
                  <a:pt x="146276" y="93234"/>
                  <a:pt x="146303" y="93180"/>
                </a:cubicBezTo>
                <a:lnTo>
                  <a:pt x="146625" y="93018"/>
                </a:lnTo>
                <a:cubicBezTo>
                  <a:pt x="147351" y="92642"/>
                  <a:pt x="148104" y="92266"/>
                  <a:pt x="148884" y="91916"/>
                </a:cubicBezTo>
                <a:cubicBezTo>
                  <a:pt x="150201" y="91298"/>
                  <a:pt x="151545" y="90680"/>
                  <a:pt x="152889" y="90115"/>
                </a:cubicBezTo>
                <a:cubicBezTo>
                  <a:pt x="155793" y="88878"/>
                  <a:pt x="158750" y="87803"/>
                  <a:pt x="161761" y="86835"/>
                </a:cubicBezTo>
                <a:close/>
                <a:moveTo>
                  <a:pt x="146841" y="94148"/>
                </a:moveTo>
                <a:cubicBezTo>
                  <a:pt x="147136" y="94255"/>
                  <a:pt x="147405" y="94336"/>
                  <a:pt x="147701" y="94390"/>
                </a:cubicBezTo>
                <a:lnTo>
                  <a:pt x="147324" y="94578"/>
                </a:lnTo>
                <a:cubicBezTo>
                  <a:pt x="147029" y="94497"/>
                  <a:pt x="146733" y="94443"/>
                  <a:pt x="146437" y="94390"/>
                </a:cubicBezTo>
                <a:cubicBezTo>
                  <a:pt x="146437" y="94363"/>
                  <a:pt x="146437" y="94363"/>
                  <a:pt x="146437" y="94336"/>
                </a:cubicBezTo>
                <a:lnTo>
                  <a:pt x="146841" y="94148"/>
                </a:lnTo>
                <a:close/>
                <a:moveTo>
                  <a:pt x="147916" y="94443"/>
                </a:moveTo>
                <a:cubicBezTo>
                  <a:pt x="148131" y="94470"/>
                  <a:pt x="148373" y="94497"/>
                  <a:pt x="148615" y="94497"/>
                </a:cubicBezTo>
                <a:lnTo>
                  <a:pt x="147674" y="94685"/>
                </a:lnTo>
                <a:lnTo>
                  <a:pt x="147513" y="94632"/>
                </a:lnTo>
                <a:lnTo>
                  <a:pt x="147916" y="94443"/>
                </a:lnTo>
                <a:close/>
                <a:moveTo>
                  <a:pt x="138668" y="94658"/>
                </a:moveTo>
                <a:cubicBezTo>
                  <a:pt x="138426" y="94712"/>
                  <a:pt x="138211" y="94739"/>
                  <a:pt x="137996" y="94820"/>
                </a:cubicBezTo>
                <a:lnTo>
                  <a:pt x="138103" y="94658"/>
                </a:lnTo>
                <a:close/>
                <a:moveTo>
                  <a:pt x="162487" y="88851"/>
                </a:moveTo>
                <a:cubicBezTo>
                  <a:pt x="162595" y="89174"/>
                  <a:pt x="162756" y="89497"/>
                  <a:pt x="162917" y="89792"/>
                </a:cubicBezTo>
                <a:cubicBezTo>
                  <a:pt x="163025" y="89981"/>
                  <a:pt x="163132" y="90169"/>
                  <a:pt x="163267" y="90357"/>
                </a:cubicBezTo>
                <a:cubicBezTo>
                  <a:pt x="160928" y="91244"/>
                  <a:pt x="158643" y="92239"/>
                  <a:pt x="156331" y="93207"/>
                </a:cubicBezTo>
                <a:cubicBezTo>
                  <a:pt x="155067" y="93717"/>
                  <a:pt x="153615" y="94201"/>
                  <a:pt x="152298" y="94820"/>
                </a:cubicBezTo>
                <a:cubicBezTo>
                  <a:pt x="152083" y="94739"/>
                  <a:pt x="151868" y="94658"/>
                  <a:pt x="151626" y="94605"/>
                </a:cubicBezTo>
                <a:lnTo>
                  <a:pt x="151653" y="94578"/>
                </a:lnTo>
                <a:cubicBezTo>
                  <a:pt x="152863" y="93986"/>
                  <a:pt x="154099" y="93395"/>
                  <a:pt x="155309" y="92830"/>
                </a:cubicBezTo>
                <a:cubicBezTo>
                  <a:pt x="157782" y="91701"/>
                  <a:pt x="160256" y="90626"/>
                  <a:pt x="162783" y="89631"/>
                </a:cubicBezTo>
                <a:lnTo>
                  <a:pt x="162783" y="89631"/>
                </a:lnTo>
                <a:cubicBezTo>
                  <a:pt x="159852" y="90733"/>
                  <a:pt x="156976" y="91916"/>
                  <a:pt x="154153" y="93260"/>
                </a:cubicBezTo>
                <a:cubicBezTo>
                  <a:pt x="153266" y="93691"/>
                  <a:pt x="152379" y="94121"/>
                  <a:pt x="151491" y="94578"/>
                </a:cubicBezTo>
                <a:cubicBezTo>
                  <a:pt x="151061" y="94470"/>
                  <a:pt x="150631" y="94390"/>
                  <a:pt x="150201" y="94363"/>
                </a:cubicBezTo>
                <a:lnTo>
                  <a:pt x="149583" y="94363"/>
                </a:lnTo>
                <a:cubicBezTo>
                  <a:pt x="153803" y="92319"/>
                  <a:pt x="158105" y="90491"/>
                  <a:pt x="162487" y="88851"/>
                </a:cubicBezTo>
                <a:close/>
                <a:moveTo>
                  <a:pt x="138802" y="94847"/>
                </a:moveTo>
                <a:lnTo>
                  <a:pt x="138587" y="94927"/>
                </a:lnTo>
                <a:lnTo>
                  <a:pt x="138587" y="94927"/>
                </a:lnTo>
                <a:lnTo>
                  <a:pt x="138668" y="94847"/>
                </a:lnTo>
                <a:close/>
                <a:moveTo>
                  <a:pt x="93879" y="91809"/>
                </a:moveTo>
                <a:cubicBezTo>
                  <a:pt x="94013" y="91943"/>
                  <a:pt x="94148" y="92078"/>
                  <a:pt x="94282" y="92212"/>
                </a:cubicBezTo>
                <a:lnTo>
                  <a:pt x="94309" y="92212"/>
                </a:lnTo>
                <a:cubicBezTo>
                  <a:pt x="93476" y="93126"/>
                  <a:pt x="92615" y="94013"/>
                  <a:pt x="91836" y="94954"/>
                </a:cubicBezTo>
                <a:lnTo>
                  <a:pt x="91809" y="94739"/>
                </a:lnTo>
                <a:cubicBezTo>
                  <a:pt x="92508" y="93798"/>
                  <a:pt x="93207" y="92803"/>
                  <a:pt x="93879" y="91809"/>
                </a:cubicBezTo>
                <a:close/>
                <a:moveTo>
                  <a:pt x="132081" y="94685"/>
                </a:moveTo>
                <a:lnTo>
                  <a:pt x="131947" y="94820"/>
                </a:lnTo>
                <a:cubicBezTo>
                  <a:pt x="131490" y="94793"/>
                  <a:pt x="131033" y="94766"/>
                  <a:pt x="130576" y="94766"/>
                </a:cubicBezTo>
                <a:cubicBezTo>
                  <a:pt x="129420" y="94766"/>
                  <a:pt x="128264" y="94847"/>
                  <a:pt x="127135" y="94981"/>
                </a:cubicBezTo>
                <a:lnTo>
                  <a:pt x="127188" y="94927"/>
                </a:lnTo>
                <a:lnTo>
                  <a:pt x="127807" y="94873"/>
                </a:lnTo>
                <a:cubicBezTo>
                  <a:pt x="129231" y="94766"/>
                  <a:pt x="130656" y="94712"/>
                  <a:pt x="132081" y="94685"/>
                </a:cubicBezTo>
                <a:close/>
                <a:moveTo>
                  <a:pt x="172219" y="92400"/>
                </a:moveTo>
                <a:cubicBezTo>
                  <a:pt x="172031" y="92830"/>
                  <a:pt x="171843" y="93287"/>
                  <a:pt x="171654" y="93744"/>
                </a:cubicBezTo>
                <a:lnTo>
                  <a:pt x="170821" y="94201"/>
                </a:lnTo>
                <a:cubicBezTo>
                  <a:pt x="170283" y="94416"/>
                  <a:pt x="169746" y="94685"/>
                  <a:pt x="169235" y="94981"/>
                </a:cubicBezTo>
                <a:lnTo>
                  <a:pt x="168563" y="94578"/>
                </a:lnTo>
                <a:cubicBezTo>
                  <a:pt x="169773" y="93825"/>
                  <a:pt x="170982" y="93099"/>
                  <a:pt x="172219" y="92400"/>
                </a:cubicBezTo>
                <a:close/>
                <a:moveTo>
                  <a:pt x="126973" y="94927"/>
                </a:moveTo>
                <a:cubicBezTo>
                  <a:pt x="127000" y="94954"/>
                  <a:pt x="127000" y="94981"/>
                  <a:pt x="127000" y="95008"/>
                </a:cubicBezTo>
                <a:lnTo>
                  <a:pt x="126489" y="95062"/>
                </a:lnTo>
                <a:cubicBezTo>
                  <a:pt x="126570" y="95035"/>
                  <a:pt x="126651" y="94981"/>
                  <a:pt x="126731" y="94954"/>
                </a:cubicBezTo>
                <a:lnTo>
                  <a:pt x="126973" y="94927"/>
                </a:lnTo>
                <a:close/>
                <a:moveTo>
                  <a:pt x="66565" y="95062"/>
                </a:moveTo>
                <a:lnTo>
                  <a:pt x="66588" y="95085"/>
                </a:lnTo>
                <a:lnTo>
                  <a:pt x="66588" y="95085"/>
                </a:lnTo>
                <a:lnTo>
                  <a:pt x="66565" y="95115"/>
                </a:lnTo>
                <a:cubicBezTo>
                  <a:pt x="66565" y="95115"/>
                  <a:pt x="66565" y="95089"/>
                  <a:pt x="66565" y="95062"/>
                </a:cubicBezTo>
                <a:close/>
                <a:moveTo>
                  <a:pt x="137981" y="95015"/>
                </a:moveTo>
                <a:lnTo>
                  <a:pt x="137539" y="95223"/>
                </a:lnTo>
                <a:cubicBezTo>
                  <a:pt x="137663" y="95123"/>
                  <a:pt x="137811" y="95047"/>
                  <a:pt x="137981" y="95015"/>
                </a:cubicBezTo>
                <a:close/>
                <a:moveTo>
                  <a:pt x="126914" y="95253"/>
                </a:moveTo>
                <a:lnTo>
                  <a:pt x="126893" y="95277"/>
                </a:lnTo>
                <a:cubicBezTo>
                  <a:pt x="126900" y="95269"/>
                  <a:pt x="126907" y="95261"/>
                  <a:pt x="126914" y="95253"/>
                </a:cubicBezTo>
                <a:close/>
                <a:moveTo>
                  <a:pt x="138560" y="94873"/>
                </a:moveTo>
                <a:lnTo>
                  <a:pt x="138399" y="95008"/>
                </a:lnTo>
                <a:lnTo>
                  <a:pt x="137458" y="95411"/>
                </a:lnTo>
                <a:cubicBezTo>
                  <a:pt x="137458" y="95411"/>
                  <a:pt x="137458" y="95384"/>
                  <a:pt x="137458" y="95357"/>
                </a:cubicBezTo>
                <a:cubicBezTo>
                  <a:pt x="137727" y="95223"/>
                  <a:pt x="137996" y="95062"/>
                  <a:pt x="138265" y="94927"/>
                </a:cubicBezTo>
                <a:lnTo>
                  <a:pt x="138291" y="94927"/>
                </a:lnTo>
                <a:cubicBezTo>
                  <a:pt x="138372" y="94900"/>
                  <a:pt x="138453" y="94900"/>
                  <a:pt x="138560" y="94873"/>
                </a:cubicBezTo>
                <a:close/>
                <a:moveTo>
                  <a:pt x="68287" y="94280"/>
                </a:moveTo>
                <a:lnTo>
                  <a:pt x="68287" y="94280"/>
                </a:lnTo>
                <a:cubicBezTo>
                  <a:pt x="67842" y="94663"/>
                  <a:pt x="67417" y="95063"/>
                  <a:pt x="67033" y="95491"/>
                </a:cubicBezTo>
                <a:lnTo>
                  <a:pt x="67033" y="95491"/>
                </a:lnTo>
                <a:cubicBezTo>
                  <a:pt x="67021" y="95509"/>
                  <a:pt x="67008" y="95527"/>
                  <a:pt x="66995" y="95546"/>
                </a:cubicBezTo>
                <a:cubicBezTo>
                  <a:pt x="67404" y="95094"/>
                  <a:pt x="67830" y="94677"/>
                  <a:pt x="68287" y="94280"/>
                </a:cubicBezTo>
                <a:close/>
                <a:moveTo>
                  <a:pt x="137996" y="94658"/>
                </a:moveTo>
                <a:lnTo>
                  <a:pt x="137888" y="94847"/>
                </a:lnTo>
                <a:cubicBezTo>
                  <a:pt x="137539" y="94927"/>
                  <a:pt x="137189" y="95035"/>
                  <a:pt x="136813" y="95169"/>
                </a:cubicBezTo>
                <a:cubicBezTo>
                  <a:pt x="136732" y="95196"/>
                  <a:pt x="136732" y="95304"/>
                  <a:pt x="136813" y="95357"/>
                </a:cubicBezTo>
                <a:lnTo>
                  <a:pt x="136974" y="95492"/>
                </a:lnTo>
                <a:lnTo>
                  <a:pt x="136759" y="95599"/>
                </a:lnTo>
                <a:lnTo>
                  <a:pt x="136625" y="95572"/>
                </a:lnTo>
                <a:cubicBezTo>
                  <a:pt x="136604" y="95490"/>
                  <a:pt x="136552" y="95455"/>
                  <a:pt x="136493" y="95455"/>
                </a:cubicBezTo>
                <a:cubicBezTo>
                  <a:pt x="136474" y="95455"/>
                  <a:pt x="136455" y="95459"/>
                  <a:pt x="136436" y="95465"/>
                </a:cubicBezTo>
                <a:lnTo>
                  <a:pt x="136410" y="95492"/>
                </a:lnTo>
                <a:cubicBezTo>
                  <a:pt x="136194" y="95411"/>
                  <a:pt x="135979" y="95357"/>
                  <a:pt x="135872" y="95330"/>
                </a:cubicBezTo>
                <a:cubicBezTo>
                  <a:pt x="135469" y="95250"/>
                  <a:pt x="135038" y="95169"/>
                  <a:pt x="134635" y="95089"/>
                </a:cubicBezTo>
                <a:cubicBezTo>
                  <a:pt x="133802" y="94954"/>
                  <a:pt x="132941" y="94873"/>
                  <a:pt x="132081" y="94820"/>
                </a:cubicBezTo>
                <a:lnTo>
                  <a:pt x="132189" y="94685"/>
                </a:lnTo>
                <a:lnTo>
                  <a:pt x="133990" y="94658"/>
                </a:lnTo>
                <a:lnTo>
                  <a:pt x="133990" y="94658"/>
                </a:lnTo>
                <a:cubicBezTo>
                  <a:pt x="133971" y="94677"/>
                  <a:pt x="133992" y="94696"/>
                  <a:pt x="134016" y="94696"/>
                </a:cubicBezTo>
                <a:cubicBezTo>
                  <a:pt x="134026" y="94696"/>
                  <a:pt x="134036" y="94693"/>
                  <a:pt x="134044" y="94685"/>
                </a:cubicBezTo>
                <a:lnTo>
                  <a:pt x="134071" y="94658"/>
                </a:lnTo>
                <a:lnTo>
                  <a:pt x="135979" y="94658"/>
                </a:lnTo>
                <a:cubicBezTo>
                  <a:pt x="135872" y="94766"/>
                  <a:pt x="135737" y="94847"/>
                  <a:pt x="135630" y="94954"/>
                </a:cubicBezTo>
                <a:cubicBezTo>
                  <a:pt x="135608" y="94954"/>
                  <a:pt x="135621" y="94989"/>
                  <a:pt x="135641" y="94989"/>
                </a:cubicBezTo>
                <a:cubicBezTo>
                  <a:pt x="135646" y="94989"/>
                  <a:pt x="135651" y="94986"/>
                  <a:pt x="135657" y="94981"/>
                </a:cubicBezTo>
                <a:lnTo>
                  <a:pt x="136060" y="94658"/>
                </a:lnTo>
                <a:close/>
                <a:moveTo>
                  <a:pt x="136651" y="95626"/>
                </a:moveTo>
                <a:lnTo>
                  <a:pt x="136598" y="95653"/>
                </a:lnTo>
                <a:cubicBezTo>
                  <a:pt x="136598" y="95653"/>
                  <a:pt x="136598" y="95626"/>
                  <a:pt x="136598" y="95626"/>
                </a:cubicBezTo>
                <a:close/>
                <a:moveTo>
                  <a:pt x="137082" y="95572"/>
                </a:moveTo>
                <a:lnTo>
                  <a:pt x="137109" y="95599"/>
                </a:lnTo>
                <a:lnTo>
                  <a:pt x="136947" y="95653"/>
                </a:lnTo>
                <a:lnTo>
                  <a:pt x="137082" y="95572"/>
                </a:lnTo>
                <a:close/>
                <a:moveTo>
                  <a:pt x="94390" y="92319"/>
                </a:moveTo>
                <a:lnTo>
                  <a:pt x="94793" y="92723"/>
                </a:lnTo>
                <a:cubicBezTo>
                  <a:pt x="93852" y="93610"/>
                  <a:pt x="92723" y="94632"/>
                  <a:pt x="91970" y="95761"/>
                </a:cubicBezTo>
                <a:cubicBezTo>
                  <a:pt x="91917" y="95572"/>
                  <a:pt x="91890" y="95357"/>
                  <a:pt x="91863" y="95169"/>
                </a:cubicBezTo>
                <a:cubicBezTo>
                  <a:pt x="92212" y="94712"/>
                  <a:pt x="92723" y="94282"/>
                  <a:pt x="93019" y="93933"/>
                </a:cubicBezTo>
                <a:cubicBezTo>
                  <a:pt x="93476" y="93395"/>
                  <a:pt x="93933" y="92857"/>
                  <a:pt x="94390" y="92319"/>
                </a:cubicBezTo>
                <a:close/>
                <a:moveTo>
                  <a:pt x="65705" y="94470"/>
                </a:moveTo>
                <a:lnTo>
                  <a:pt x="65705" y="94470"/>
                </a:lnTo>
                <a:cubicBezTo>
                  <a:pt x="65926" y="94521"/>
                  <a:pt x="66148" y="94540"/>
                  <a:pt x="66369" y="94540"/>
                </a:cubicBezTo>
                <a:cubicBezTo>
                  <a:pt x="66497" y="94540"/>
                  <a:pt x="66625" y="94534"/>
                  <a:pt x="66753" y="94524"/>
                </a:cubicBezTo>
                <a:lnTo>
                  <a:pt x="66753" y="94524"/>
                </a:lnTo>
                <a:lnTo>
                  <a:pt x="66592" y="94766"/>
                </a:lnTo>
                <a:cubicBezTo>
                  <a:pt x="66605" y="94739"/>
                  <a:pt x="66585" y="94726"/>
                  <a:pt x="66565" y="94726"/>
                </a:cubicBezTo>
                <a:cubicBezTo>
                  <a:pt x="66545" y="94726"/>
                  <a:pt x="66525" y="94739"/>
                  <a:pt x="66538" y="94766"/>
                </a:cubicBezTo>
                <a:cubicBezTo>
                  <a:pt x="66538" y="94820"/>
                  <a:pt x="66538" y="94847"/>
                  <a:pt x="66511" y="94900"/>
                </a:cubicBezTo>
                <a:cubicBezTo>
                  <a:pt x="66296" y="95196"/>
                  <a:pt x="66054" y="95519"/>
                  <a:pt x="65839" y="95814"/>
                </a:cubicBezTo>
                <a:cubicBezTo>
                  <a:pt x="65866" y="95357"/>
                  <a:pt x="65812" y="94900"/>
                  <a:pt x="65705" y="94470"/>
                </a:cubicBezTo>
                <a:close/>
                <a:moveTo>
                  <a:pt x="151223" y="95626"/>
                </a:moveTo>
                <a:lnTo>
                  <a:pt x="151330" y="95653"/>
                </a:lnTo>
                <a:lnTo>
                  <a:pt x="150873" y="95814"/>
                </a:lnTo>
                <a:lnTo>
                  <a:pt x="151223" y="95626"/>
                </a:lnTo>
                <a:close/>
                <a:moveTo>
                  <a:pt x="136840" y="95680"/>
                </a:moveTo>
                <a:lnTo>
                  <a:pt x="136893" y="95707"/>
                </a:lnTo>
                <a:lnTo>
                  <a:pt x="136490" y="95868"/>
                </a:lnTo>
                <a:lnTo>
                  <a:pt x="136840" y="95680"/>
                </a:lnTo>
                <a:close/>
                <a:moveTo>
                  <a:pt x="150497" y="95492"/>
                </a:moveTo>
                <a:cubicBezTo>
                  <a:pt x="150658" y="95519"/>
                  <a:pt x="150819" y="95546"/>
                  <a:pt x="150954" y="95572"/>
                </a:cubicBezTo>
                <a:cubicBezTo>
                  <a:pt x="150795" y="95678"/>
                  <a:pt x="150610" y="95784"/>
                  <a:pt x="150450" y="95916"/>
                </a:cubicBezTo>
                <a:lnTo>
                  <a:pt x="150450" y="95916"/>
                </a:lnTo>
                <a:cubicBezTo>
                  <a:pt x="150418" y="95906"/>
                  <a:pt x="150391" y="95902"/>
                  <a:pt x="150366" y="95902"/>
                </a:cubicBezTo>
                <a:cubicBezTo>
                  <a:pt x="150335" y="95902"/>
                  <a:pt x="150309" y="95908"/>
                  <a:pt x="150282" y="95922"/>
                </a:cubicBezTo>
                <a:lnTo>
                  <a:pt x="150120" y="95949"/>
                </a:lnTo>
                <a:cubicBezTo>
                  <a:pt x="150067" y="95895"/>
                  <a:pt x="150013" y="95841"/>
                  <a:pt x="149959" y="95814"/>
                </a:cubicBezTo>
                <a:cubicBezTo>
                  <a:pt x="150147" y="95707"/>
                  <a:pt x="150335" y="95572"/>
                  <a:pt x="150497" y="95492"/>
                </a:cubicBezTo>
                <a:close/>
                <a:moveTo>
                  <a:pt x="171601" y="93852"/>
                </a:moveTo>
                <a:lnTo>
                  <a:pt x="171601" y="93852"/>
                </a:lnTo>
                <a:cubicBezTo>
                  <a:pt x="171305" y="94578"/>
                  <a:pt x="171009" y="95304"/>
                  <a:pt x="170740" y="96029"/>
                </a:cubicBezTo>
                <a:cubicBezTo>
                  <a:pt x="170552" y="95922"/>
                  <a:pt x="170391" y="95761"/>
                  <a:pt x="170176" y="95626"/>
                </a:cubicBezTo>
                <a:lnTo>
                  <a:pt x="170203" y="95626"/>
                </a:lnTo>
                <a:cubicBezTo>
                  <a:pt x="170226" y="95603"/>
                  <a:pt x="170209" y="95540"/>
                  <a:pt x="170170" y="95540"/>
                </a:cubicBezTo>
                <a:cubicBezTo>
                  <a:pt x="170163" y="95540"/>
                  <a:pt x="170156" y="95542"/>
                  <a:pt x="170149" y="95546"/>
                </a:cubicBezTo>
                <a:lnTo>
                  <a:pt x="170068" y="95546"/>
                </a:lnTo>
                <a:cubicBezTo>
                  <a:pt x="169880" y="95411"/>
                  <a:pt x="169692" y="95277"/>
                  <a:pt x="169504" y="95142"/>
                </a:cubicBezTo>
                <a:cubicBezTo>
                  <a:pt x="170176" y="94685"/>
                  <a:pt x="171305" y="94013"/>
                  <a:pt x="171466" y="93933"/>
                </a:cubicBezTo>
                <a:lnTo>
                  <a:pt x="171601" y="93852"/>
                </a:lnTo>
                <a:close/>
                <a:moveTo>
                  <a:pt x="150255" y="95438"/>
                </a:moveTo>
                <a:cubicBezTo>
                  <a:pt x="150040" y="95572"/>
                  <a:pt x="149825" y="95707"/>
                  <a:pt x="149636" y="95841"/>
                </a:cubicBezTo>
                <a:lnTo>
                  <a:pt x="148669" y="96083"/>
                </a:lnTo>
                <a:cubicBezTo>
                  <a:pt x="148803" y="95949"/>
                  <a:pt x="148991" y="95868"/>
                  <a:pt x="149179" y="95868"/>
                </a:cubicBezTo>
                <a:lnTo>
                  <a:pt x="150013" y="95438"/>
                </a:lnTo>
                <a:close/>
                <a:moveTo>
                  <a:pt x="163294" y="90411"/>
                </a:moveTo>
                <a:cubicBezTo>
                  <a:pt x="163509" y="90733"/>
                  <a:pt x="163724" y="91056"/>
                  <a:pt x="163966" y="91379"/>
                </a:cubicBezTo>
                <a:cubicBezTo>
                  <a:pt x="160713" y="92696"/>
                  <a:pt x="157594" y="94309"/>
                  <a:pt x="154637" y="96137"/>
                </a:cubicBezTo>
                <a:cubicBezTo>
                  <a:pt x="154395" y="95976"/>
                  <a:pt x="154153" y="95814"/>
                  <a:pt x="153911" y="95680"/>
                </a:cubicBezTo>
                <a:cubicBezTo>
                  <a:pt x="153911" y="95626"/>
                  <a:pt x="153884" y="95599"/>
                  <a:pt x="153857" y="95572"/>
                </a:cubicBezTo>
                <a:cubicBezTo>
                  <a:pt x="154287" y="95277"/>
                  <a:pt x="154718" y="95008"/>
                  <a:pt x="154852" y="94927"/>
                </a:cubicBezTo>
                <a:cubicBezTo>
                  <a:pt x="155820" y="94416"/>
                  <a:pt x="156788" y="93933"/>
                  <a:pt x="157782" y="93475"/>
                </a:cubicBezTo>
                <a:cubicBezTo>
                  <a:pt x="159691" y="92588"/>
                  <a:pt x="161627" y="91836"/>
                  <a:pt x="163589" y="91163"/>
                </a:cubicBezTo>
                <a:cubicBezTo>
                  <a:pt x="163636" y="91140"/>
                  <a:pt x="163622" y="91077"/>
                  <a:pt x="163583" y="91077"/>
                </a:cubicBezTo>
                <a:cubicBezTo>
                  <a:pt x="163577" y="91077"/>
                  <a:pt x="163570" y="91079"/>
                  <a:pt x="163562" y="91083"/>
                </a:cubicBezTo>
                <a:cubicBezTo>
                  <a:pt x="161277" y="91809"/>
                  <a:pt x="159073" y="92669"/>
                  <a:pt x="156922" y="93691"/>
                </a:cubicBezTo>
                <a:cubicBezTo>
                  <a:pt x="155847" y="94228"/>
                  <a:pt x="154798" y="94766"/>
                  <a:pt x="153750" y="95384"/>
                </a:cubicBezTo>
                <a:cubicBezTo>
                  <a:pt x="153696" y="95411"/>
                  <a:pt x="153642" y="95438"/>
                  <a:pt x="153562" y="95465"/>
                </a:cubicBezTo>
                <a:cubicBezTo>
                  <a:pt x="153239" y="95277"/>
                  <a:pt x="152889" y="95089"/>
                  <a:pt x="152513" y="94954"/>
                </a:cubicBezTo>
                <a:cubicBezTo>
                  <a:pt x="154072" y="94201"/>
                  <a:pt x="155766" y="93610"/>
                  <a:pt x="157272" y="92965"/>
                </a:cubicBezTo>
                <a:cubicBezTo>
                  <a:pt x="158454" y="92454"/>
                  <a:pt x="159664" y="91943"/>
                  <a:pt x="160847" y="91459"/>
                </a:cubicBezTo>
                <a:lnTo>
                  <a:pt x="162621" y="90706"/>
                </a:lnTo>
                <a:cubicBezTo>
                  <a:pt x="162702" y="90680"/>
                  <a:pt x="162998" y="90545"/>
                  <a:pt x="163294" y="90411"/>
                </a:cubicBezTo>
                <a:close/>
                <a:moveTo>
                  <a:pt x="65248" y="94309"/>
                </a:moveTo>
                <a:lnTo>
                  <a:pt x="65248" y="94309"/>
                </a:lnTo>
                <a:cubicBezTo>
                  <a:pt x="65382" y="94363"/>
                  <a:pt x="65490" y="94390"/>
                  <a:pt x="65624" y="94443"/>
                </a:cubicBezTo>
                <a:cubicBezTo>
                  <a:pt x="65705" y="94954"/>
                  <a:pt x="65731" y="95465"/>
                  <a:pt x="65678" y="95976"/>
                </a:cubicBezTo>
                <a:cubicBezTo>
                  <a:pt x="65624" y="96056"/>
                  <a:pt x="65543" y="96164"/>
                  <a:pt x="65490" y="96245"/>
                </a:cubicBezTo>
                <a:cubicBezTo>
                  <a:pt x="65463" y="95599"/>
                  <a:pt x="65382" y="94954"/>
                  <a:pt x="65248" y="94309"/>
                </a:cubicBezTo>
                <a:close/>
                <a:moveTo>
                  <a:pt x="66484" y="95223"/>
                </a:moveTo>
                <a:lnTo>
                  <a:pt x="66484" y="95304"/>
                </a:lnTo>
                <a:lnTo>
                  <a:pt x="66189" y="95707"/>
                </a:lnTo>
                <a:cubicBezTo>
                  <a:pt x="66054" y="95895"/>
                  <a:pt x="65920" y="96056"/>
                  <a:pt x="65785" y="96245"/>
                </a:cubicBezTo>
                <a:cubicBezTo>
                  <a:pt x="65785" y="96191"/>
                  <a:pt x="65785" y="96137"/>
                  <a:pt x="65785" y="96083"/>
                </a:cubicBezTo>
                <a:lnTo>
                  <a:pt x="65812" y="96110"/>
                </a:lnTo>
                <a:cubicBezTo>
                  <a:pt x="66027" y="95814"/>
                  <a:pt x="66242" y="95519"/>
                  <a:pt x="66484" y="95223"/>
                </a:cubicBezTo>
                <a:close/>
                <a:moveTo>
                  <a:pt x="151760" y="95788"/>
                </a:moveTo>
                <a:cubicBezTo>
                  <a:pt x="151895" y="95841"/>
                  <a:pt x="152056" y="95895"/>
                  <a:pt x="152190" y="95976"/>
                </a:cubicBezTo>
                <a:lnTo>
                  <a:pt x="151948" y="96029"/>
                </a:lnTo>
                <a:cubicBezTo>
                  <a:pt x="151948" y="95960"/>
                  <a:pt x="151908" y="95890"/>
                  <a:pt x="151845" y="95890"/>
                </a:cubicBezTo>
                <a:cubicBezTo>
                  <a:pt x="151835" y="95890"/>
                  <a:pt x="151825" y="95891"/>
                  <a:pt x="151814" y="95895"/>
                </a:cubicBezTo>
                <a:lnTo>
                  <a:pt x="150685" y="96271"/>
                </a:lnTo>
                <a:lnTo>
                  <a:pt x="150685" y="96245"/>
                </a:lnTo>
                <a:cubicBezTo>
                  <a:pt x="151061" y="96110"/>
                  <a:pt x="151411" y="95949"/>
                  <a:pt x="151760" y="95788"/>
                </a:cubicBezTo>
                <a:close/>
                <a:moveTo>
                  <a:pt x="121785" y="95519"/>
                </a:moveTo>
                <a:lnTo>
                  <a:pt x="121785" y="95519"/>
                </a:lnTo>
                <a:cubicBezTo>
                  <a:pt x="120817" y="95761"/>
                  <a:pt x="119876" y="96003"/>
                  <a:pt x="118881" y="96164"/>
                </a:cubicBezTo>
                <a:cubicBezTo>
                  <a:pt x="118370" y="96245"/>
                  <a:pt x="117698" y="96298"/>
                  <a:pt x="117026" y="96379"/>
                </a:cubicBezTo>
                <a:cubicBezTo>
                  <a:pt x="117349" y="96298"/>
                  <a:pt x="117671" y="96245"/>
                  <a:pt x="117994" y="96191"/>
                </a:cubicBezTo>
                <a:cubicBezTo>
                  <a:pt x="119231" y="95922"/>
                  <a:pt x="120521" y="95707"/>
                  <a:pt x="121785" y="95519"/>
                </a:cubicBezTo>
                <a:close/>
                <a:moveTo>
                  <a:pt x="152863" y="96271"/>
                </a:moveTo>
                <a:lnTo>
                  <a:pt x="152916" y="96298"/>
                </a:lnTo>
                <a:lnTo>
                  <a:pt x="152674" y="96379"/>
                </a:lnTo>
                <a:lnTo>
                  <a:pt x="152647" y="96352"/>
                </a:lnTo>
                <a:lnTo>
                  <a:pt x="152863" y="96271"/>
                </a:lnTo>
                <a:close/>
                <a:moveTo>
                  <a:pt x="149744" y="95438"/>
                </a:moveTo>
                <a:cubicBezTo>
                  <a:pt x="149287" y="95572"/>
                  <a:pt x="148857" y="95841"/>
                  <a:pt x="148507" y="96137"/>
                </a:cubicBezTo>
                <a:lnTo>
                  <a:pt x="147459" y="96406"/>
                </a:lnTo>
                <a:lnTo>
                  <a:pt x="148696" y="95922"/>
                </a:lnTo>
                <a:cubicBezTo>
                  <a:pt x="148884" y="95841"/>
                  <a:pt x="148803" y="95572"/>
                  <a:pt x="148615" y="95546"/>
                </a:cubicBezTo>
                <a:cubicBezTo>
                  <a:pt x="148991" y="95492"/>
                  <a:pt x="149368" y="95438"/>
                  <a:pt x="149744" y="95438"/>
                </a:cubicBezTo>
                <a:close/>
                <a:moveTo>
                  <a:pt x="124097" y="96460"/>
                </a:moveTo>
                <a:lnTo>
                  <a:pt x="124043" y="96513"/>
                </a:lnTo>
                <a:cubicBezTo>
                  <a:pt x="124043" y="96487"/>
                  <a:pt x="124070" y="96487"/>
                  <a:pt x="124097" y="96460"/>
                </a:cubicBezTo>
                <a:close/>
                <a:moveTo>
                  <a:pt x="96003" y="94228"/>
                </a:moveTo>
                <a:cubicBezTo>
                  <a:pt x="96057" y="94363"/>
                  <a:pt x="96110" y="94524"/>
                  <a:pt x="96164" y="94712"/>
                </a:cubicBezTo>
                <a:cubicBezTo>
                  <a:pt x="95223" y="95223"/>
                  <a:pt x="94363" y="95868"/>
                  <a:pt x="93583" y="96567"/>
                </a:cubicBezTo>
                <a:cubicBezTo>
                  <a:pt x="94363" y="95761"/>
                  <a:pt x="95169" y="94981"/>
                  <a:pt x="96003" y="94228"/>
                </a:cubicBezTo>
                <a:close/>
                <a:moveTo>
                  <a:pt x="135442" y="96487"/>
                </a:moveTo>
                <a:cubicBezTo>
                  <a:pt x="135334" y="96540"/>
                  <a:pt x="135227" y="96567"/>
                  <a:pt x="135119" y="96621"/>
                </a:cubicBezTo>
                <a:lnTo>
                  <a:pt x="135280" y="96540"/>
                </a:lnTo>
                <a:lnTo>
                  <a:pt x="135415" y="96487"/>
                </a:lnTo>
                <a:close/>
                <a:moveTo>
                  <a:pt x="65651" y="96245"/>
                </a:moveTo>
                <a:lnTo>
                  <a:pt x="65678" y="96271"/>
                </a:lnTo>
                <a:lnTo>
                  <a:pt x="65678" y="96406"/>
                </a:lnTo>
                <a:lnTo>
                  <a:pt x="65490" y="96648"/>
                </a:lnTo>
                <a:lnTo>
                  <a:pt x="65490" y="96487"/>
                </a:lnTo>
                <a:cubicBezTo>
                  <a:pt x="65543" y="96406"/>
                  <a:pt x="65597" y="96352"/>
                  <a:pt x="65651" y="96245"/>
                </a:cubicBezTo>
                <a:close/>
                <a:moveTo>
                  <a:pt x="130549" y="95868"/>
                </a:moveTo>
                <a:cubicBezTo>
                  <a:pt x="129769" y="96110"/>
                  <a:pt x="129016" y="96406"/>
                  <a:pt x="128237" y="96675"/>
                </a:cubicBezTo>
                <a:cubicBezTo>
                  <a:pt x="129043" y="96352"/>
                  <a:pt x="129850" y="96083"/>
                  <a:pt x="130549" y="95868"/>
                </a:cubicBezTo>
                <a:close/>
                <a:moveTo>
                  <a:pt x="164046" y="91486"/>
                </a:moveTo>
                <a:cubicBezTo>
                  <a:pt x="164181" y="91647"/>
                  <a:pt x="164288" y="91782"/>
                  <a:pt x="164423" y="91943"/>
                </a:cubicBezTo>
                <a:cubicBezTo>
                  <a:pt x="161331" y="93368"/>
                  <a:pt x="158293" y="94927"/>
                  <a:pt x="155363" y="96675"/>
                </a:cubicBezTo>
                <a:lnTo>
                  <a:pt x="155282" y="96621"/>
                </a:lnTo>
                <a:cubicBezTo>
                  <a:pt x="155282" y="96488"/>
                  <a:pt x="155191" y="96392"/>
                  <a:pt x="155084" y="96392"/>
                </a:cubicBezTo>
                <a:cubicBezTo>
                  <a:pt x="155061" y="96392"/>
                  <a:pt x="155037" y="96396"/>
                  <a:pt x="155013" y="96406"/>
                </a:cubicBezTo>
                <a:lnTo>
                  <a:pt x="154986" y="96406"/>
                </a:lnTo>
                <a:lnTo>
                  <a:pt x="154825" y="96298"/>
                </a:lnTo>
                <a:cubicBezTo>
                  <a:pt x="154986" y="96164"/>
                  <a:pt x="155148" y="96029"/>
                  <a:pt x="155309" y="95922"/>
                </a:cubicBezTo>
                <a:cubicBezTo>
                  <a:pt x="155658" y="95707"/>
                  <a:pt x="156008" y="95519"/>
                  <a:pt x="156357" y="95304"/>
                </a:cubicBezTo>
                <a:cubicBezTo>
                  <a:pt x="157245" y="94793"/>
                  <a:pt x="158132" y="94309"/>
                  <a:pt x="159046" y="93852"/>
                </a:cubicBezTo>
                <a:cubicBezTo>
                  <a:pt x="160686" y="93018"/>
                  <a:pt x="162353" y="92212"/>
                  <a:pt x="164046" y="91486"/>
                </a:cubicBezTo>
                <a:close/>
                <a:moveTo>
                  <a:pt x="153212" y="96433"/>
                </a:moveTo>
                <a:lnTo>
                  <a:pt x="153588" y="96648"/>
                </a:lnTo>
                <a:cubicBezTo>
                  <a:pt x="153355" y="96700"/>
                  <a:pt x="153097" y="96751"/>
                  <a:pt x="152863" y="96803"/>
                </a:cubicBezTo>
                <a:lnTo>
                  <a:pt x="152863" y="96803"/>
                </a:lnTo>
                <a:cubicBezTo>
                  <a:pt x="152863" y="96782"/>
                  <a:pt x="152863" y="96780"/>
                  <a:pt x="152863" y="96755"/>
                </a:cubicBezTo>
                <a:lnTo>
                  <a:pt x="153104" y="96648"/>
                </a:lnTo>
                <a:cubicBezTo>
                  <a:pt x="153185" y="96621"/>
                  <a:pt x="153212" y="96540"/>
                  <a:pt x="153212" y="96433"/>
                </a:cubicBezTo>
                <a:close/>
                <a:moveTo>
                  <a:pt x="144394" y="95599"/>
                </a:moveTo>
                <a:cubicBezTo>
                  <a:pt x="143157" y="95976"/>
                  <a:pt x="141921" y="96379"/>
                  <a:pt x="140711" y="96809"/>
                </a:cubicBezTo>
                <a:cubicBezTo>
                  <a:pt x="140496" y="96836"/>
                  <a:pt x="140281" y="96890"/>
                  <a:pt x="140039" y="96944"/>
                </a:cubicBezTo>
                <a:cubicBezTo>
                  <a:pt x="141114" y="96567"/>
                  <a:pt x="142216" y="96218"/>
                  <a:pt x="143319" y="95895"/>
                </a:cubicBezTo>
                <a:lnTo>
                  <a:pt x="144394" y="95599"/>
                </a:lnTo>
                <a:close/>
                <a:moveTo>
                  <a:pt x="96191" y="94900"/>
                </a:moveTo>
                <a:cubicBezTo>
                  <a:pt x="96218" y="95465"/>
                  <a:pt x="95949" y="96029"/>
                  <a:pt x="95492" y="96352"/>
                </a:cubicBezTo>
                <a:lnTo>
                  <a:pt x="95492" y="96379"/>
                </a:lnTo>
                <a:cubicBezTo>
                  <a:pt x="95196" y="96621"/>
                  <a:pt x="94847" y="96863"/>
                  <a:pt x="94524" y="97078"/>
                </a:cubicBezTo>
                <a:cubicBezTo>
                  <a:pt x="94578" y="96944"/>
                  <a:pt x="94659" y="96782"/>
                  <a:pt x="94712" y="96648"/>
                </a:cubicBezTo>
                <a:cubicBezTo>
                  <a:pt x="95143" y="96191"/>
                  <a:pt x="95573" y="95707"/>
                  <a:pt x="95976" y="95223"/>
                </a:cubicBezTo>
                <a:cubicBezTo>
                  <a:pt x="96018" y="95160"/>
                  <a:pt x="95963" y="95098"/>
                  <a:pt x="95911" y="95098"/>
                </a:cubicBezTo>
                <a:cubicBezTo>
                  <a:pt x="95903" y="95098"/>
                  <a:pt x="95895" y="95099"/>
                  <a:pt x="95888" y="95102"/>
                </a:cubicBezTo>
                <a:lnTo>
                  <a:pt x="95888" y="95102"/>
                </a:lnTo>
                <a:lnTo>
                  <a:pt x="96191" y="94900"/>
                </a:lnTo>
                <a:close/>
                <a:moveTo>
                  <a:pt x="164476" y="91970"/>
                </a:moveTo>
                <a:cubicBezTo>
                  <a:pt x="164557" y="92051"/>
                  <a:pt x="164638" y="92131"/>
                  <a:pt x="164691" y="92212"/>
                </a:cubicBezTo>
                <a:cubicBezTo>
                  <a:pt x="161734" y="93744"/>
                  <a:pt x="158723" y="95330"/>
                  <a:pt x="155874" y="97078"/>
                </a:cubicBezTo>
                <a:lnTo>
                  <a:pt x="155874" y="97051"/>
                </a:lnTo>
                <a:lnTo>
                  <a:pt x="155443" y="96728"/>
                </a:lnTo>
                <a:cubicBezTo>
                  <a:pt x="158481" y="95169"/>
                  <a:pt x="161439" y="93475"/>
                  <a:pt x="164476" y="91970"/>
                </a:cubicBezTo>
                <a:close/>
                <a:moveTo>
                  <a:pt x="63742" y="93153"/>
                </a:moveTo>
                <a:lnTo>
                  <a:pt x="63742" y="93153"/>
                </a:lnTo>
                <a:cubicBezTo>
                  <a:pt x="64118" y="93664"/>
                  <a:pt x="64602" y="94040"/>
                  <a:pt x="65194" y="94282"/>
                </a:cubicBezTo>
                <a:cubicBezTo>
                  <a:pt x="65248" y="94658"/>
                  <a:pt x="65301" y="95035"/>
                  <a:pt x="65328" y="95411"/>
                </a:cubicBezTo>
                <a:lnTo>
                  <a:pt x="65355" y="95411"/>
                </a:lnTo>
                <a:cubicBezTo>
                  <a:pt x="65382" y="95734"/>
                  <a:pt x="65382" y="96056"/>
                  <a:pt x="65382" y="96379"/>
                </a:cubicBezTo>
                <a:lnTo>
                  <a:pt x="64764" y="97185"/>
                </a:lnTo>
                <a:cubicBezTo>
                  <a:pt x="64791" y="95788"/>
                  <a:pt x="64441" y="94390"/>
                  <a:pt x="63742" y="93153"/>
                </a:cubicBezTo>
                <a:close/>
                <a:moveTo>
                  <a:pt x="143399" y="95008"/>
                </a:moveTo>
                <a:cubicBezTo>
                  <a:pt x="143776" y="95089"/>
                  <a:pt x="144098" y="95169"/>
                  <a:pt x="144448" y="95277"/>
                </a:cubicBezTo>
                <a:lnTo>
                  <a:pt x="144421" y="95277"/>
                </a:lnTo>
                <a:lnTo>
                  <a:pt x="144797" y="95384"/>
                </a:lnTo>
                <a:cubicBezTo>
                  <a:pt x="142781" y="95841"/>
                  <a:pt x="140792" y="96433"/>
                  <a:pt x="138856" y="97159"/>
                </a:cubicBezTo>
                <a:lnTo>
                  <a:pt x="138506" y="97212"/>
                </a:lnTo>
                <a:cubicBezTo>
                  <a:pt x="138560" y="97078"/>
                  <a:pt x="138533" y="96944"/>
                  <a:pt x="138426" y="96863"/>
                </a:cubicBezTo>
                <a:cubicBezTo>
                  <a:pt x="138829" y="96675"/>
                  <a:pt x="139232" y="96513"/>
                  <a:pt x="139636" y="96352"/>
                </a:cubicBezTo>
                <a:cubicBezTo>
                  <a:pt x="140899" y="95949"/>
                  <a:pt x="142163" y="95492"/>
                  <a:pt x="143399" y="95008"/>
                </a:cubicBezTo>
                <a:close/>
                <a:moveTo>
                  <a:pt x="152029" y="96513"/>
                </a:moveTo>
                <a:cubicBezTo>
                  <a:pt x="152029" y="96523"/>
                  <a:pt x="152029" y="96532"/>
                  <a:pt x="152029" y="96540"/>
                </a:cubicBezTo>
                <a:cubicBezTo>
                  <a:pt x="151518" y="96728"/>
                  <a:pt x="150981" y="96917"/>
                  <a:pt x="150443" y="97105"/>
                </a:cubicBezTo>
                <a:cubicBezTo>
                  <a:pt x="150255" y="97159"/>
                  <a:pt x="150067" y="97212"/>
                  <a:pt x="149878" y="97239"/>
                </a:cubicBezTo>
                <a:lnTo>
                  <a:pt x="149932" y="97185"/>
                </a:lnTo>
                <a:cubicBezTo>
                  <a:pt x="150093" y="97105"/>
                  <a:pt x="150255" y="97024"/>
                  <a:pt x="150443" y="96944"/>
                </a:cubicBezTo>
                <a:cubicBezTo>
                  <a:pt x="150981" y="96836"/>
                  <a:pt x="151518" y="96675"/>
                  <a:pt x="152029" y="96513"/>
                </a:cubicBezTo>
                <a:close/>
                <a:moveTo>
                  <a:pt x="142647" y="94873"/>
                </a:moveTo>
                <a:lnTo>
                  <a:pt x="142942" y="94900"/>
                </a:lnTo>
                <a:lnTo>
                  <a:pt x="143050" y="94927"/>
                </a:lnTo>
                <a:cubicBezTo>
                  <a:pt x="141948" y="95304"/>
                  <a:pt x="140845" y="95734"/>
                  <a:pt x="139770" y="96164"/>
                </a:cubicBezTo>
                <a:cubicBezTo>
                  <a:pt x="138802" y="96460"/>
                  <a:pt x="137807" y="96728"/>
                  <a:pt x="136840" y="96997"/>
                </a:cubicBezTo>
                <a:cubicBezTo>
                  <a:pt x="136516" y="97087"/>
                  <a:pt x="135782" y="97310"/>
                  <a:pt x="135728" y="97310"/>
                </a:cubicBezTo>
                <a:cubicBezTo>
                  <a:pt x="135701" y="97310"/>
                  <a:pt x="135840" y="97256"/>
                  <a:pt x="136275" y="97105"/>
                </a:cubicBezTo>
                <a:cubicBezTo>
                  <a:pt x="137055" y="96836"/>
                  <a:pt x="137807" y="96460"/>
                  <a:pt x="138587" y="96191"/>
                </a:cubicBezTo>
                <a:cubicBezTo>
                  <a:pt x="139931" y="95707"/>
                  <a:pt x="141276" y="95250"/>
                  <a:pt x="142647" y="94873"/>
                </a:cubicBezTo>
                <a:close/>
                <a:moveTo>
                  <a:pt x="140039" y="94739"/>
                </a:moveTo>
                <a:lnTo>
                  <a:pt x="140765" y="94766"/>
                </a:lnTo>
                <a:cubicBezTo>
                  <a:pt x="140711" y="94820"/>
                  <a:pt x="140630" y="94873"/>
                  <a:pt x="140577" y="94954"/>
                </a:cubicBezTo>
                <a:cubicBezTo>
                  <a:pt x="140545" y="94986"/>
                  <a:pt x="140550" y="94999"/>
                  <a:pt x="140566" y="94999"/>
                </a:cubicBezTo>
                <a:cubicBezTo>
                  <a:pt x="140577" y="94999"/>
                  <a:pt x="140592" y="94992"/>
                  <a:pt x="140603" y="94981"/>
                </a:cubicBezTo>
                <a:cubicBezTo>
                  <a:pt x="140684" y="94900"/>
                  <a:pt x="140765" y="94847"/>
                  <a:pt x="140845" y="94766"/>
                </a:cubicBezTo>
                <a:lnTo>
                  <a:pt x="142324" y="94847"/>
                </a:lnTo>
                <a:cubicBezTo>
                  <a:pt x="139904" y="95492"/>
                  <a:pt x="137539" y="96325"/>
                  <a:pt x="135254" y="97347"/>
                </a:cubicBezTo>
                <a:cubicBezTo>
                  <a:pt x="135926" y="96997"/>
                  <a:pt x="136598" y="96621"/>
                  <a:pt x="137270" y="96245"/>
                </a:cubicBezTo>
                <a:cubicBezTo>
                  <a:pt x="137324" y="96218"/>
                  <a:pt x="137350" y="96191"/>
                  <a:pt x="137377" y="96137"/>
                </a:cubicBezTo>
                <a:cubicBezTo>
                  <a:pt x="137566" y="96083"/>
                  <a:pt x="137754" y="96029"/>
                  <a:pt x="137942" y="95949"/>
                </a:cubicBezTo>
                <a:cubicBezTo>
                  <a:pt x="137965" y="95949"/>
                  <a:pt x="137968" y="95890"/>
                  <a:pt x="137935" y="95890"/>
                </a:cubicBezTo>
                <a:cubicBezTo>
                  <a:pt x="137929" y="95890"/>
                  <a:pt x="137923" y="95891"/>
                  <a:pt x="137915" y="95895"/>
                </a:cubicBezTo>
                <a:cubicBezTo>
                  <a:pt x="137861" y="95895"/>
                  <a:pt x="137619" y="95949"/>
                  <a:pt x="137377" y="96003"/>
                </a:cubicBezTo>
                <a:cubicBezTo>
                  <a:pt x="137350" y="95895"/>
                  <a:pt x="137270" y="95814"/>
                  <a:pt x="137162" y="95814"/>
                </a:cubicBezTo>
                <a:lnTo>
                  <a:pt x="137216" y="95788"/>
                </a:lnTo>
                <a:cubicBezTo>
                  <a:pt x="137350" y="95841"/>
                  <a:pt x="137512" y="95868"/>
                  <a:pt x="137646" y="95895"/>
                </a:cubicBezTo>
                <a:cubicBezTo>
                  <a:pt x="137655" y="95898"/>
                  <a:pt x="137663" y="95899"/>
                  <a:pt x="137671" y="95899"/>
                </a:cubicBezTo>
                <a:cubicBezTo>
                  <a:pt x="137737" y="95899"/>
                  <a:pt x="137772" y="95809"/>
                  <a:pt x="137700" y="95761"/>
                </a:cubicBezTo>
                <a:cubicBezTo>
                  <a:pt x="137646" y="95734"/>
                  <a:pt x="137619" y="95680"/>
                  <a:pt x="137566" y="95653"/>
                </a:cubicBezTo>
                <a:lnTo>
                  <a:pt x="137825" y="95549"/>
                </a:lnTo>
                <a:lnTo>
                  <a:pt x="137825" y="95549"/>
                </a:lnTo>
                <a:cubicBezTo>
                  <a:pt x="137818" y="95558"/>
                  <a:pt x="137830" y="95580"/>
                  <a:pt x="137846" y="95580"/>
                </a:cubicBezTo>
                <a:cubicBezTo>
                  <a:pt x="137851" y="95580"/>
                  <a:pt x="137856" y="95578"/>
                  <a:pt x="137861" y="95572"/>
                </a:cubicBezTo>
                <a:lnTo>
                  <a:pt x="137969" y="95465"/>
                </a:lnTo>
                <a:cubicBezTo>
                  <a:pt x="138345" y="95304"/>
                  <a:pt x="138695" y="95169"/>
                  <a:pt x="139044" y="94981"/>
                </a:cubicBezTo>
                <a:lnTo>
                  <a:pt x="139044" y="94981"/>
                </a:lnTo>
                <a:cubicBezTo>
                  <a:pt x="138937" y="95115"/>
                  <a:pt x="138856" y="95250"/>
                  <a:pt x="138775" y="95384"/>
                </a:cubicBezTo>
                <a:cubicBezTo>
                  <a:pt x="138756" y="95403"/>
                  <a:pt x="138778" y="95422"/>
                  <a:pt x="138801" y="95422"/>
                </a:cubicBezTo>
                <a:cubicBezTo>
                  <a:pt x="138811" y="95422"/>
                  <a:pt x="138821" y="95419"/>
                  <a:pt x="138829" y="95411"/>
                </a:cubicBezTo>
                <a:cubicBezTo>
                  <a:pt x="138910" y="95250"/>
                  <a:pt x="139044" y="95089"/>
                  <a:pt x="139152" y="94954"/>
                </a:cubicBezTo>
                <a:lnTo>
                  <a:pt x="139582" y="94739"/>
                </a:lnTo>
                <a:close/>
                <a:moveTo>
                  <a:pt x="117537" y="96917"/>
                </a:moveTo>
                <a:lnTo>
                  <a:pt x="116919" y="97454"/>
                </a:lnTo>
                <a:cubicBezTo>
                  <a:pt x="116892" y="97320"/>
                  <a:pt x="116838" y="97185"/>
                  <a:pt x="116784" y="97078"/>
                </a:cubicBezTo>
                <a:cubicBezTo>
                  <a:pt x="117026" y="97024"/>
                  <a:pt x="117295" y="96970"/>
                  <a:pt x="117537" y="96917"/>
                </a:cubicBezTo>
                <a:close/>
                <a:moveTo>
                  <a:pt x="154314" y="97078"/>
                </a:moveTo>
                <a:lnTo>
                  <a:pt x="154664" y="97266"/>
                </a:lnTo>
                <a:cubicBezTo>
                  <a:pt x="154072" y="97347"/>
                  <a:pt x="153481" y="97427"/>
                  <a:pt x="152889" y="97454"/>
                </a:cubicBezTo>
                <a:cubicBezTo>
                  <a:pt x="152889" y="97454"/>
                  <a:pt x="152889" y="97427"/>
                  <a:pt x="152889" y="97427"/>
                </a:cubicBezTo>
                <a:cubicBezTo>
                  <a:pt x="153373" y="97320"/>
                  <a:pt x="153830" y="97185"/>
                  <a:pt x="154314" y="97078"/>
                </a:cubicBezTo>
                <a:close/>
                <a:moveTo>
                  <a:pt x="95815" y="95115"/>
                </a:moveTo>
                <a:lnTo>
                  <a:pt x="95815" y="95115"/>
                </a:lnTo>
                <a:cubicBezTo>
                  <a:pt x="94901" y="95922"/>
                  <a:pt x="93987" y="96702"/>
                  <a:pt x="93046" y="97481"/>
                </a:cubicBezTo>
                <a:cubicBezTo>
                  <a:pt x="93879" y="96594"/>
                  <a:pt x="94820" y="95814"/>
                  <a:pt x="95815" y="95115"/>
                </a:cubicBezTo>
                <a:close/>
                <a:moveTo>
                  <a:pt x="94013" y="97347"/>
                </a:moveTo>
                <a:lnTo>
                  <a:pt x="93960" y="97427"/>
                </a:lnTo>
                <a:lnTo>
                  <a:pt x="93879" y="97481"/>
                </a:lnTo>
                <a:lnTo>
                  <a:pt x="94013" y="97347"/>
                </a:lnTo>
                <a:close/>
                <a:moveTo>
                  <a:pt x="170445" y="97105"/>
                </a:moveTo>
                <a:cubicBezTo>
                  <a:pt x="170606" y="97185"/>
                  <a:pt x="170740" y="97320"/>
                  <a:pt x="170875" y="97427"/>
                </a:cubicBezTo>
                <a:lnTo>
                  <a:pt x="170230" y="97508"/>
                </a:lnTo>
                <a:lnTo>
                  <a:pt x="170230" y="97508"/>
                </a:lnTo>
                <a:lnTo>
                  <a:pt x="170364" y="97132"/>
                </a:lnTo>
                <a:lnTo>
                  <a:pt x="170445" y="97105"/>
                </a:lnTo>
                <a:close/>
                <a:moveTo>
                  <a:pt x="131248" y="96621"/>
                </a:moveTo>
                <a:lnTo>
                  <a:pt x="131248" y="96621"/>
                </a:lnTo>
                <a:cubicBezTo>
                  <a:pt x="130979" y="96782"/>
                  <a:pt x="130683" y="96944"/>
                  <a:pt x="130414" y="97078"/>
                </a:cubicBezTo>
                <a:cubicBezTo>
                  <a:pt x="130119" y="97212"/>
                  <a:pt x="129769" y="97374"/>
                  <a:pt x="129473" y="97535"/>
                </a:cubicBezTo>
                <a:cubicBezTo>
                  <a:pt x="130065" y="97212"/>
                  <a:pt x="130656" y="96917"/>
                  <a:pt x="131248" y="96621"/>
                </a:cubicBezTo>
                <a:close/>
                <a:moveTo>
                  <a:pt x="125898" y="97051"/>
                </a:moveTo>
                <a:lnTo>
                  <a:pt x="125898" y="97051"/>
                </a:lnTo>
                <a:cubicBezTo>
                  <a:pt x="125710" y="97159"/>
                  <a:pt x="125522" y="97239"/>
                  <a:pt x="125333" y="97347"/>
                </a:cubicBezTo>
                <a:lnTo>
                  <a:pt x="124097" y="97589"/>
                </a:lnTo>
                <a:lnTo>
                  <a:pt x="124500" y="97427"/>
                </a:lnTo>
                <a:lnTo>
                  <a:pt x="125898" y="97051"/>
                </a:lnTo>
                <a:close/>
                <a:moveTo>
                  <a:pt x="170276" y="97200"/>
                </a:moveTo>
                <a:cubicBezTo>
                  <a:pt x="170227" y="97303"/>
                  <a:pt x="170200" y="97405"/>
                  <a:pt x="170149" y="97508"/>
                </a:cubicBezTo>
                <a:cubicBezTo>
                  <a:pt x="169799" y="97562"/>
                  <a:pt x="169477" y="97589"/>
                  <a:pt x="169127" y="97643"/>
                </a:cubicBezTo>
                <a:cubicBezTo>
                  <a:pt x="169545" y="97512"/>
                  <a:pt x="169911" y="97356"/>
                  <a:pt x="170276" y="97200"/>
                </a:cubicBezTo>
                <a:close/>
                <a:moveTo>
                  <a:pt x="65382" y="96621"/>
                </a:moveTo>
                <a:lnTo>
                  <a:pt x="65382" y="96755"/>
                </a:lnTo>
                <a:cubicBezTo>
                  <a:pt x="65167" y="97078"/>
                  <a:pt x="64952" y="97374"/>
                  <a:pt x="64710" y="97696"/>
                </a:cubicBezTo>
                <a:cubicBezTo>
                  <a:pt x="64710" y="97616"/>
                  <a:pt x="64737" y="97508"/>
                  <a:pt x="64737" y="97427"/>
                </a:cubicBezTo>
                <a:cubicBezTo>
                  <a:pt x="64952" y="97159"/>
                  <a:pt x="65167" y="96890"/>
                  <a:pt x="65382" y="96621"/>
                </a:cubicBezTo>
                <a:close/>
                <a:moveTo>
                  <a:pt x="94928" y="92830"/>
                </a:moveTo>
                <a:cubicBezTo>
                  <a:pt x="95304" y="93207"/>
                  <a:pt x="95653" y="93637"/>
                  <a:pt x="95922" y="94121"/>
                </a:cubicBezTo>
                <a:cubicBezTo>
                  <a:pt x="94578" y="95223"/>
                  <a:pt x="93341" y="96406"/>
                  <a:pt x="92158" y="97696"/>
                </a:cubicBezTo>
                <a:lnTo>
                  <a:pt x="92158" y="97374"/>
                </a:lnTo>
                <a:cubicBezTo>
                  <a:pt x="92642" y="96809"/>
                  <a:pt x="93530" y="96083"/>
                  <a:pt x="93718" y="95895"/>
                </a:cubicBezTo>
                <a:cubicBezTo>
                  <a:pt x="94336" y="95304"/>
                  <a:pt x="94954" y="94712"/>
                  <a:pt x="95600" y="94148"/>
                </a:cubicBezTo>
                <a:cubicBezTo>
                  <a:pt x="95665" y="94104"/>
                  <a:pt x="95607" y="94025"/>
                  <a:pt x="95554" y="94025"/>
                </a:cubicBezTo>
                <a:cubicBezTo>
                  <a:pt x="95541" y="94025"/>
                  <a:pt x="95529" y="94030"/>
                  <a:pt x="95519" y="94040"/>
                </a:cubicBezTo>
                <a:cubicBezTo>
                  <a:pt x="94686" y="94766"/>
                  <a:pt x="93852" y="95492"/>
                  <a:pt x="93073" y="96245"/>
                </a:cubicBezTo>
                <a:cubicBezTo>
                  <a:pt x="92831" y="96460"/>
                  <a:pt x="92454" y="96755"/>
                  <a:pt x="92132" y="97078"/>
                </a:cubicBezTo>
                <a:lnTo>
                  <a:pt x="92132" y="97051"/>
                </a:lnTo>
                <a:cubicBezTo>
                  <a:pt x="92535" y="96567"/>
                  <a:pt x="92884" y="96029"/>
                  <a:pt x="93288" y="95546"/>
                </a:cubicBezTo>
                <a:cubicBezTo>
                  <a:pt x="93933" y="94793"/>
                  <a:pt x="94605" y="94094"/>
                  <a:pt x="95358" y="93422"/>
                </a:cubicBezTo>
                <a:cubicBezTo>
                  <a:pt x="95398" y="93361"/>
                  <a:pt x="95363" y="93286"/>
                  <a:pt x="95309" y="93286"/>
                </a:cubicBezTo>
                <a:cubicBezTo>
                  <a:pt x="95290" y="93286"/>
                  <a:pt x="95270" y="93294"/>
                  <a:pt x="95250" y="93314"/>
                </a:cubicBezTo>
                <a:cubicBezTo>
                  <a:pt x="94175" y="94255"/>
                  <a:pt x="92884" y="95384"/>
                  <a:pt x="92078" y="96675"/>
                </a:cubicBezTo>
                <a:cubicBezTo>
                  <a:pt x="92078" y="96487"/>
                  <a:pt x="92051" y="96298"/>
                  <a:pt x="92024" y="96110"/>
                </a:cubicBezTo>
                <a:cubicBezTo>
                  <a:pt x="92400" y="95653"/>
                  <a:pt x="92777" y="95142"/>
                  <a:pt x="93153" y="94685"/>
                </a:cubicBezTo>
                <a:cubicBezTo>
                  <a:pt x="93718" y="94040"/>
                  <a:pt x="94309" y="93422"/>
                  <a:pt x="94928" y="92830"/>
                </a:cubicBezTo>
                <a:close/>
                <a:moveTo>
                  <a:pt x="148372" y="95587"/>
                </a:moveTo>
                <a:cubicBezTo>
                  <a:pt x="146632" y="96243"/>
                  <a:pt x="144841" y="96846"/>
                  <a:pt x="143050" y="97347"/>
                </a:cubicBezTo>
                <a:cubicBezTo>
                  <a:pt x="142432" y="97454"/>
                  <a:pt x="141813" y="97562"/>
                  <a:pt x="141195" y="97696"/>
                </a:cubicBezTo>
                <a:cubicBezTo>
                  <a:pt x="143238" y="97159"/>
                  <a:pt x="145227" y="96513"/>
                  <a:pt x="147190" y="95734"/>
                </a:cubicBezTo>
                <a:cubicBezTo>
                  <a:pt x="147584" y="95709"/>
                  <a:pt x="147978" y="95639"/>
                  <a:pt x="148372" y="95587"/>
                </a:cubicBezTo>
                <a:close/>
                <a:moveTo>
                  <a:pt x="118612" y="96594"/>
                </a:moveTo>
                <a:cubicBezTo>
                  <a:pt x="118030" y="96938"/>
                  <a:pt x="117474" y="97308"/>
                  <a:pt x="116919" y="97704"/>
                </a:cubicBezTo>
                <a:lnTo>
                  <a:pt x="116919" y="97704"/>
                </a:lnTo>
                <a:cubicBezTo>
                  <a:pt x="116919" y="97640"/>
                  <a:pt x="116919" y="97578"/>
                  <a:pt x="116919" y="97535"/>
                </a:cubicBezTo>
                <a:lnTo>
                  <a:pt x="117644" y="96890"/>
                </a:lnTo>
                <a:lnTo>
                  <a:pt x="117779" y="96836"/>
                </a:lnTo>
                <a:cubicBezTo>
                  <a:pt x="118048" y="96755"/>
                  <a:pt x="118343" y="96675"/>
                  <a:pt x="118612" y="96594"/>
                </a:cubicBezTo>
                <a:close/>
                <a:moveTo>
                  <a:pt x="145443" y="95572"/>
                </a:moveTo>
                <a:lnTo>
                  <a:pt x="145658" y="95599"/>
                </a:lnTo>
                <a:cubicBezTo>
                  <a:pt x="143641" y="96487"/>
                  <a:pt x="141571" y="97185"/>
                  <a:pt x="139447" y="97723"/>
                </a:cubicBezTo>
                <a:lnTo>
                  <a:pt x="139421" y="97723"/>
                </a:lnTo>
                <a:cubicBezTo>
                  <a:pt x="139421" y="97669"/>
                  <a:pt x="139394" y="97616"/>
                  <a:pt x="139367" y="97589"/>
                </a:cubicBezTo>
                <a:lnTo>
                  <a:pt x="139797" y="97427"/>
                </a:lnTo>
                <a:cubicBezTo>
                  <a:pt x="141249" y="96863"/>
                  <a:pt x="142727" y="96379"/>
                  <a:pt x="144206" y="95922"/>
                </a:cubicBezTo>
                <a:lnTo>
                  <a:pt x="145039" y="95680"/>
                </a:lnTo>
                <a:lnTo>
                  <a:pt x="144717" y="95841"/>
                </a:lnTo>
                <a:cubicBezTo>
                  <a:pt x="144695" y="95863"/>
                  <a:pt x="144708" y="95902"/>
                  <a:pt x="144729" y="95902"/>
                </a:cubicBezTo>
                <a:cubicBezTo>
                  <a:pt x="144733" y="95902"/>
                  <a:pt x="144738" y="95900"/>
                  <a:pt x="144744" y="95895"/>
                </a:cubicBezTo>
                <a:lnTo>
                  <a:pt x="145443" y="95572"/>
                </a:lnTo>
                <a:close/>
                <a:moveTo>
                  <a:pt x="164799" y="92319"/>
                </a:moveTo>
                <a:cubicBezTo>
                  <a:pt x="164880" y="92400"/>
                  <a:pt x="164960" y="92481"/>
                  <a:pt x="165068" y="92535"/>
                </a:cubicBezTo>
                <a:lnTo>
                  <a:pt x="165041" y="92535"/>
                </a:lnTo>
                <a:cubicBezTo>
                  <a:pt x="165552" y="92965"/>
                  <a:pt x="166063" y="93314"/>
                  <a:pt x="166627" y="93637"/>
                </a:cubicBezTo>
                <a:cubicBezTo>
                  <a:pt x="163562" y="94900"/>
                  <a:pt x="160578" y="96325"/>
                  <a:pt x="157621" y="97858"/>
                </a:cubicBezTo>
                <a:cubicBezTo>
                  <a:pt x="157540" y="97831"/>
                  <a:pt x="157487" y="97831"/>
                  <a:pt x="157406" y="97831"/>
                </a:cubicBezTo>
                <a:lnTo>
                  <a:pt x="157191" y="97858"/>
                </a:lnTo>
                <a:cubicBezTo>
                  <a:pt x="158239" y="97347"/>
                  <a:pt x="161035" y="95761"/>
                  <a:pt x="161385" y="95572"/>
                </a:cubicBezTo>
                <a:cubicBezTo>
                  <a:pt x="162810" y="94793"/>
                  <a:pt x="164234" y="93959"/>
                  <a:pt x="165606" y="93099"/>
                </a:cubicBezTo>
                <a:cubicBezTo>
                  <a:pt x="165652" y="93076"/>
                  <a:pt x="165618" y="93013"/>
                  <a:pt x="165591" y="93013"/>
                </a:cubicBezTo>
                <a:cubicBezTo>
                  <a:pt x="165587" y="93013"/>
                  <a:pt x="165582" y="93015"/>
                  <a:pt x="165579" y="93018"/>
                </a:cubicBezTo>
                <a:cubicBezTo>
                  <a:pt x="163751" y="94148"/>
                  <a:pt x="161896" y="95223"/>
                  <a:pt x="159987" y="96191"/>
                </a:cubicBezTo>
                <a:cubicBezTo>
                  <a:pt x="159100" y="96621"/>
                  <a:pt x="158051" y="96970"/>
                  <a:pt x="157218" y="97508"/>
                </a:cubicBezTo>
                <a:cubicBezTo>
                  <a:pt x="157030" y="97643"/>
                  <a:pt x="156895" y="97669"/>
                  <a:pt x="156814" y="97750"/>
                </a:cubicBezTo>
                <a:lnTo>
                  <a:pt x="156734" y="97696"/>
                </a:lnTo>
                <a:cubicBezTo>
                  <a:pt x="156759" y="97443"/>
                  <a:pt x="156569" y="97237"/>
                  <a:pt x="156322" y="97237"/>
                </a:cubicBezTo>
                <a:cubicBezTo>
                  <a:pt x="156307" y="97237"/>
                  <a:pt x="156292" y="97238"/>
                  <a:pt x="156277" y="97239"/>
                </a:cubicBezTo>
                <a:lnTo>
                  <a:pt x="156142" y="97266"/>
                </a:lnTo>
                <a:lnTo>
                  <a:pt x="156062" y="97212"/>
                </a:lnTo>
                <a:cubicBezTo>
                  <a:pt x="158965" y="95572"/>
                  <a:pt x="161842" y="93879"/>
                  <a:pt x="164799" y="92319"/>
                </a:cubicBezTo>
                <a:close/>
                <a:moveTo>
                  <a:pt x="132484" y="97159"/>
                </a:moveTo>
                <a:lnTo>
                  <a:pt x="132484" y="97159"/>
                </a:lnTo>
                <a:cubicBezTo>
                  <a:pt x="132243" y="97320"/>
                  <a:pt x="131974" y="97454"/>
                  <a:pt x="131732" y="97589"/>
                </a:cubicBezTo>
                <a:cubicBezTo>
                  <a:pt x="131533" y="97699"/>
                  <a:pt x="131317" y="97791"/>
                  <a:pt x="131112" y="97895"/>
                </a:cubicBezTo>
                <a:lnTo>
                  <a:pt x="131112" y="97895"/>
                </a:lnTo>
                <a:cubicBezTo>
                  <a:pt x="131574" y="97649"/>
                  <a:pt x="132018" y="97404"/>
                  <a:pt x="132484" y="97159"/>
                </a:cubicBezTo>
                <a:close/>
                <a:moveTo>
                  <a:pt x="139824" y="97132"/>
                </a:moveTo>
                <a:lnTo>
                  <a:pt x="139824" y="97132"/>
                </a:lnTo>
                <a:cubicBezTo>
                  <a:pt x="139447" y="97266"/>
                  <a:pt x="139098" y="97401"/>
                  <a:pt x="138722" y="97562"/>
                </a:cubicBezTo>
                <a:lnTo>
                  <a:pt x="137243" y="97992"/>
                </a:lnTo>
                <a:cubicBezTo>
                  <a:pt x="137619" y="97831"/>
                  <a:pt x="137996" y="97696"/>
                  <a:pt x="138372" y="97562"/>
                </a:cubicBezTo>
                <a:lnTo>
                  <a:pt x="139098" y="97293"/>
                </a:lnTo>
                <a:lnTo>
                  <a:pt x="139824" y="97132"/>
                </a:lnTo>
                <a:close/>
                <a:moveTo>
                  <a:pt x="169934" y="97078"/>
                </a:moveTo>
                <a:lnTo>
                  <a:pt x="168213" y="97777"/>
                </a:lnTo>
                <a:lnTo>
                  <a:pt x="168160" y="97804"/>
                </a:lnTo>
                <a:cubicBezTo>
                  <a:pt x="167783" y="97858"/>
                  <a:pt x="167434" y="97938"/>
                  <a:pt x="167057" y="97992"/>
                </a:cubicBezTo>
                <a:cubicBezTo>
                  <a:pt x="167245" y="97938"/>
                  <a:pt x="167434" y="97858"/>
                  <a:pt x="167622" y="97777"/>
                </a:cubicBezTo>
                <a:cubicBezTo>
                  <a:pt x="167837" y="97723"/>
                  <a:pt x="168993" y="97374"/>
                  <a:pt x="169934" y="97078"/>
                </a:cubicBezTo>
                <a:close/>
                <a:moveTo>
                  <a:pt x="125952" y="97589"/>
                </a:moveTo>
                <a:lnTo>
                  <a:pt x="125952" y="97589"/>
                </a:lnTo>
                <a:cubicBezTo>
                  <a:pt x="125710" y="97696"/>
                  <a:pt x="125468" y="97831"/>
                  <a:pt x="125226" y="97965"/>
                </a:cubicBezTo>
                <a:lnTo>
                  <a:pt x="124688" y="98019"/>
                </a:lnTo>
                <a:cubicBezTo>
                  <a:pt x="125064" y="97884"/>
                  <a:pt x="125441" y="97750"/>
                  <a:pt x="125817" y="97616"/>
                </a:cubicBezTo>
                <a:lnTo>
                  <a:pt x="125952" y="97589"/>
                </a:lnTo>
                <a:close/>
                <a:moveTo>
                  <a:pt x="176278" y="91298"/>
                </a:moveTo>
                <a:lnTo>
                  <a:pt x="176278" y="91298"/>
                </a:lnTo>
                <a:cubicBezTo>
                  <a:pt x="175553" y="93664"/>
                  <a:pt x="174719" y="95922"/>
                  <a:pt x="173805" y="98207"/>
                </a:cubicBezTo>
                <a:cubicBezTo>
                  <a:pt x="173429" y="97965"/>
                  <a:pt x="173026" y="97750"/>
                  <a:pt x="172595" y="97589"/>
                </a:cubicBezTo>
                <a:lnTo>
                  <a:pt x="172192" y="97401"/>
                </a:lnTo>
                <a:cubicBezTo>
                  <a:pt x="172542" y="96648"/>
                  <a:pt x="172864" y="95895"/>
                  <a:pt x="173160" y="95142"/>
                </a:cubicBezTo>
                <a:lnTo>
                  <a:pt x="173160" y="95142"/>
                </a:lnTo>
                <a:cubicBezTo>
                  <a:pt x="172837" y="95895"/>
                  <a:pt x="172488" y="96621"/>
                  <a:pt x="172165" y="97374"/>
                </a:cubicBezTo>
                <a:lnTo>
                  <a:pt x="171090" y="96836"/>
                </a:lnTo>
                <a:lnTo>
                  <a:pt x="171681" y="96567"/>
                </a:lnTo>
                <a:cubicBezTo>
                  <a:pt x="171833" y="96491"/>
                  <a:pt x="171771" y="96296"/>
                  <a:pt x="171628" y="96296"/>
                </a:cubicBezTo>
                <a:cubicBezTo>
                  <a:pt x="171619" y="96296"/>
                  <a:pt x="171610" y="96297"/>
                  <a:pt x="171601" y="96298"/>
                </a:cubicBezTo>
                <a:lnTo>
                  <a:pt x="170848" y="96487"/>
                </a:lnTo>
                <a:cubicBezTo>
                  <a:pt x="170875" y="96433"/>
                  <a:pt x="170929" y="96379"/>
                  <a:pt x="170982" y="96352"/>
                </a:cubicBezTo>
                <a:cubicBezTo>
                  <a:pt x="171009" y="96325"/>
                  <a:pt x="171009" y="96298"/>
                  <a:pt x="170982" y="96271"/>
                </a:cubicBezTo>
                <a:lnTo>
                  <a:pt x="170767" y="96110"/>
                </a:lnTo>
                <a:cubicBezTo>
                  <a:pt x="171090" y="95357"/>
                  <a:pt x="171386" y="94605"/>
                  <a:pt x="171681" y="93825"/>
                </a:cubicBezTo>
                <a:lnTo>
                  <a:pt x="174047" y="92535"/>
                </a:lnTo>
                <a:lnTo>
                  <a:pt x="174182" y="92454"/>
                </a:lnTo>
                <a:lnTo>
                  <a:pt x="174182" y="92454"/>
                </a:lnTo>
                <a:cubicBezTo>
                  <a:pt x="173859" y="93368"/>
                  <a:pt x="173536" y="94255"/>
                  <a:pt x="173187" y="95142"/>
                </a:cubicBezTo>
                <a:cubicBezTo>
                  <a:pt x="173563" y="94255"/>
                  <a:pt x="173913" y="93368"/>
                  <a:pt x="174235" y="92454"/>
                </a:cubicBezTo>
                <a:lnTo>
                  <a:pt x="176278" y="91298"/>
                </a:lnTo>
                <a:close/>
                <a:moveTo>
                  <a:pt x="124392" y="97884"/>
                </a:moveTo>
                <a:cubicBezTo>
                  <a:pt x="124285" y="97965"/>
                  <a:pt x="124177" y="98019"/>
                  <a:pt x="124097" y="98073"/>
                </a:cubicBezTo>
                <a:lnTo>
                  <a:pt x="124070" y="98100"/>
                </a:lnTo>
                <a:lnTo>
                  <a:pt x="122994" y="98234"/>
                </a:lnTo>
                <a:lnTo>
                  <a:pt x="122994" y="98234"/>
                </a:lnTo>
                <a:lnTo>
                  <a:pt x="124392" y="97884"/>
                </a:lnTo>
                <a:close/>
                <a:moveTo>
                  <a:pt x="56053" y="96271"/>
                </a:moveTo>
                <a:lnTo>
                  <a:pt x="53677" y="98244"/>
                </a:lnTo>
                <a:lnTo>
                  <a:pt x="53677" y="98244"/>
                </a:lnTo>
                <a:cubicBezTo>
                  <a:pt x="54474" y="97595"/>
                  <a:pt x="55288" y="96947"/>
                  <a:pt x="56080" y="96298"/>
                </a:cubicBezTo>
                <a:cubicBezTo>
                  <a:pt x="56107" y="96298"/>
                  <a:pt x="56080" y="96271"/>
                  <a:pt x="56053" y="96271"/>
                </a:cubicBezTo>
                <a:close/>
                <a:moveTo>
                  <a:pt x="171386" y="97992"/>
                </a:moveTo>
                <a:cubicBezTo>
                  <a:pt x="171460" y="98116"/>
                  <a:pt x="171534" y="98217"/>
                  <a:pt x="171587" y="98337"/>
                </a:cubicBezTo>
                <a:lnTo>
                  <a:pt x="171587" y="98337"/>
                </a:lnTo>
                <a:cubicBezTo>
                  <a:pt x="171431" y="98285"/>
                  <a:pt x="171274" y="98232"/>
                  <a:pt x="171117" y="98153"/>
                </a:cubicBezTo>
                <a:lnTo>
                  <a:pt x="171224" y="98126"/>
                </a:lnTo>
                <a:cubicBezTo>
                  <a:pt x="171278" y="98100"/>
                  <a:pt x="171332" y="98073"/>
                  <a:pt x="171386" y="97992"/>
                </a:cubicBezTo>
                <a:close/>
                <a:moveTo>
                  <a:pt x="133694" y="96030"/>
                </a:moveTo>
                <a:cubicBezTo>
                  <a:pt x="132511" y="96890"/>
                  <a:pt x="130575" y="97777"/>
                  <a:pt x="129097" y="98422"/>
                </a:cubicBezTo>
                <a:lnTo>
                  <a:pt x="129393" y="98234"/>
                </a:lnTo>
                <a:cubicBezTo>
                  <a:pt x="130764" y="97508"/>
                  <a:pt x="132511" y="96890"/>
                  <a:pt x="133694" y="96030"/>
                </a:cubicBezTo>
                <a:close/>
                <a:moveTo>
                  <a:pt x="148507" y="97723"/>
                </a:moveTo>
                <a:cubicBezTo>
                  <a:pt x="148534" y="97804"/>
                  <a:pt x="148615" y="97831"/>
                  <a:pt x="148696" y="97831"/>
                </a:cubicBezTo>
                <a:lnTo>
                  <a:pt x="148964" y="97777"/>
                </a:lnTo>
                <a:lnTo>
                  <a:pt x="148964" y="97777"/>
                </a:lnTo>
                <a:cubicBezTo>
                  <a:pt x="148050" y="97992"/>
                  <a:pt x="147136" y="98207"/>
                  <a:pt x="146249" y="98449"/>
                </a:cubicBezTo>
                <a:lnTo>
                  <a:pt x="148507" y="97723"/>
                </a:lnTo>
                <a:close/>
                <a:moveTo>
                  <a:pt x="119607" y="96298"/>
                </a:moveTo>
                <a:lnTo>
                  <a:pt x="116435" y="98530"/>
                </a:lnTo>
                <a:lnTo>
                  <a:pt x="116193" y="98476"/>
                </a:lnTo>
                <a:cubicBezTo>
                  <a:pt x="116354" y="98395"/>
                  <a:pt x="116488" y="98288"/>
                  <a:pt x="116650" y="98180"/>
                </a:cubicBezTo>
                <a:cubicBezTo>
                  <a:pt x="116757" y="98100"/>
                  <a:pt x="116838" y="97992"/>
                  <a:pt x="116865" y="97884"/>
                </a:cubicBezTo>
                <a:cubicBezTo>
                  <a:pt x="117483" y="97427"/>
                  <a:pt x="118102" y="96970"/>
                  <a:pt x="118747" y="96567"/>
                </a:cubicBezTo>
                <a:lnTo>
                  <a:pt x="119607" y="96298"/>
                </a:lnTo>
                <a:close/>
                <a:moveTo>
                  <a:pt x="125737" y="96271"/>
                </a:moveTo>
                <a:lnTo>
                  <a:pt x="125737" y="96271"/>
                </a:lnTo>
                <a:cubicBezTo>
                  <a:pt x="125011" y="96621"/>
                  <a:pt x="124258" y="96997"/>
                  <a:pt x="123532" y="97347"/>
                </a:cubicBezTo>
                <a:cubicBezTo>
                  <a:pt x="123505" y="97374"/>
                  <a:pt x="123478" y="97401"/>
                  <a:pt x="123505" y="97427"/>
                </a:cubicBezTo>
                <a:lnTo>
                  <a:pt x="120575" y="98234"/>
                </a:lnTo>
                <a:lnTo>
                  <a:pt x="120198" y="98315"/>
                </a:lnTo>
                <a:cubicBezTo>
                  <a:pt x="120763" y="98100"/>
                  <a:pt x="121301" y="97858"/>
                  <a:pt x="121865" y="97589"/>
                </a:cubicBezTo>
                <a:lnTo>
                  <a:pt x="121865" y="97589"/>
                </a:lnTo>
                <a:cubicBezTo>
                  <a:pt x="121328" y="97804"/>
                  <a:pt x="120817" y="97992"/>
                  <a:pt x="120414" y="98153"/>
                </a:cubicBezTo>
                <a:cubicBezTo>
                  <a:pt x="120198" y="98234"/>
                  <a:pt x="120010" y="98315"/>
                  <a:pt x="119795" y="98395"/>
                </a:cubicBezTo>
                <a:lnTo>
                  <a:pt x="119016" y="98557"/>
                </a:lnTo>
                <a:lnTo>
                  <a:pt x="118908" y="98583"/>
                </a:lnTo>
                <a:lnTo>
                  <a:pt x="119661" y="98261"/>
                </a:lnTo>
                <a:cubicBezTo>
                  <a:pt x="120198" y="98073"/>
                  <a:pt x="120655" y="97911"/>
                  <a:pt x="120790" y="97858"/>
                </a:cubicBezTo>
                <a:cubicBezTo>
                  <a:pt x="121543" y="97535"/>
                  <a:pt x="122752" y="97185"/>
                  <a:pt x="123586" y="96755"/>
                </a:cubicBezTo>
                <a:lnTo>
                  <a:pt x="123586" y="96782"/>
                </a:lnTo>
                <a:lnTo>
                  <a:pt x="123693" y="96755"/>
                </a:lnTo>
                <a:lnTo>
                  <a:pt x="123613" y="96809"/>
                </a:lnTo>
                <a:lnTo>
                  <a:pt x="123613" y="96809"/>
                </a:lnTo>
                <a:lnTo>
                  <a:pt x="123720" y="96755"/>
                </a:lnTo>
                <a:cubicBezTo>
                  <a:pt x="124365" y="96621"/>
                  <a:pt x="125064" y="96487"/>
                  <a:pt x="125737" y="96271"/>
                </a:cubicBezTo>
                <a:close/>
                <a:moveTo>
                  <a:pt x="171923" y="97911"/>
                </a:moveTo>
                <a:cubicBezTo>
                  <a:pt x="172111" y="98126"/>
                  <a:pt x="172246" y="98368"/>
                  <a:pt x="172380" y="98610"/>
                </a:cubicBezTo>
                <a:lnTo>
                  <a:pt x="172273" y="98583"/>
                </a:lnTo>
                <a:cubicBezTo>
                  <a:pt x="172165" y="98368"/>
                  <a:pt x="172058" y="98126"/>
                  <a:pt x="171923" y="97938"/>
                </a:cubicBezTo>
                <a:lnTo>
                  <a:pt x="171923" y="97911"/>
                </a:lnTo>
                <a:close/>
                <a:moveTo>
                  <a:pt x="138157" y="96809"/>
                </a:moveTo>
                <a:lnTo>
                  <a:pt x="138103" y="96836"/>
                </a:lnTo>
                <a:cubicBezTo>
                  <a:pt x="136248" y="97454"/>
                  <a:pt x="134393" y="98073"/>
                  <a:pt x="132538" y="98664"/>
                </a:cubicBezTo>
                <a:cubicBezTo>
                  <a:pt x="133367" y="98290"/>
                  <a:pt x="134169" y="97889"/>
                  <a:pt x="134997" y="97488"/>
                </a:cubicBezTo>
                <a:lnTo>
                  <a:pt x="134997" y="97488"/>
                </a:lnTo>
                <a:cubicBezTo>
                  <a:pt x="134982" y="97553"/>
                  <a:pt x="135034" y="97620"/>
                  <a:pt x="135093" y="97620"/>
                </a:cubicBezTo>
                <a:cubicBezTo>
                  <a:pt x="135102" y="97620"/>
                  <a:pt x="135110" y="97618"/>
                  <a:pt x="135119" y="97616"/>
                </a:cubicBezTo>
                <a:cubicBezTo>
                  <a:pt x="136141" y="97374"/>
                  <a:pt x="137162" y="97105"/>
                  <a:pt x="138157" y="96809"/>
                </a:cubicBezTo>
                <a:close/>
                <a:moveTo>
                  <a:pt x="126516" y="94981"/>
                </a:moveTo>
                <a:lnTo>
                  <a:pt x="126140" y="95142"/>
                </a:lnTo>
                <a:cubicBezTo>
                  <a:pt x="125038" y="95330"/>
                  <a:pt x="123962" y="95572"/>
                  <a:pt x="122887" y="95868"/>
                </a:cubicBezTo>
                <a:lnTo>
                  <a:pt x="122887" y="95895"/>
                </a:lnTo>
                <a:cubicBezTo>
                  <a:pt x="123882" y="95626"/>
                  <a:pt x="124930" y="95384"/>
                  <a:pt x="125952" y="95223"/>
                </a:cubicBezTo>
                <a:lnTo>
                  <a:pt x="125952" y="95223"/>
                </a:lnTo>
                <a:cubicBezTo>
                  <a:pt x="125118" y="95626"/>
                  <a:pt x="124285" y="96056"/>
                  <a:pt x="123478" y="96487"/>
                </a:cubicBezTo>
                <a:lnTo>
                  <a:pt x="122188" y="96997"/>
                </a:lnTo>
                <a:cubicBezTo>
                  <a:pt x="122645" y="96755"/>
                  <a:pt x="123102" y="96513"/>
                  <a:pt x="123586" y="96271"/>
                </a:cubicBezTo>
                <a:cubicBezTo>
                  <a:pt x="123680" y="96224"/>
                  <a:pt x="123630" y="96074"/>
                  <a:pt x="123525" y="96074"/>
                </a:cubicBezTo>
                <a:cubicBezTo>
                  <a:pt x="123511" y="96074"/>
                  <a:pt x="123495" y="96077"/>
                  <a:pt x="123478" y="96083"/>
                </a:cubicBezTo>
                <a:cubicBezTo>
                  <a:pt x="122107" y="96702"/>
                  <a:pt x="120736" y="97320"/>
                  <a:pt x="119365" y="97965"/>
                </a:cubicBezTo>
                <a:cubicBezTo>
                  <a:pt x="120252" y="97481"/>
                  <a:pt x="121113" y="96970"/>
                  <a:pt x="122000" y="96433"/>
                </a:cubicBezTo>
                <a:cubicBezTo>
                  <a:pt x="122053" y="96406"/>
                  <a:pt x="122027" y="96298"/>
                  <a:pt x="121946" y="96298"/>
                </a:cubicBezTo>
                <a:cubicBezTo>
                  <a:pt x="121032" y="96513"/>
                  <a:pt x="120118" y="96836"/>
                  <a:pt x="119284" y="97266"/>
                </a:cubicBezTo>
                <a:cubicBezTo>
                  <a:pt x="119661" y="97024"/>
                  <a:pt x="120010" y="96755"/>
                  <a:pt x="120387" y="96487"/>
                </a:cubicBezTo>
                <a:cubicBezTo>
                  <a:pt x="120408" y="96465"/>
                  <a:pt x="120395" y="96425"/>
                  <a:pt x="120361" y="96425"/>
                </a:cubicBezTo>
                <a:cubicBezTo>
                  <a:pt x="120352" y="96425"/>
                  <a:pt x="120343" y="96428"/>
                  <a:pt x="120333" y="96433"/>
                </a:cubicBezTo>
                <a:cubicBezTo>
                  <a:pt x="119768" y="96863"/>
                  <a:pt x="119177" y="97239"/>
                  <a:pt x="118585" y="97643"/>
                </a:cubicBezTo>
                <a:cubicBezTo>
                  <a:pt x="117994" y="98019"/>
                  <a:pt x="117322" y="98341"/>
                  <a:pt x="116704" y="98745"/>
                </a:cubicBezTo>
                <a:cubicBezTo>
                  <a:pt x="116704" y="98664"/>
                  <a:pt x="116677" y="98610"/>
                  <a:pt x="116596" y="98583"/>
                </a:cubicBezTo>
                <a:lnTo>
                  <a:pt x="116569" y="98583"/>
                </a:lnTo>
                <a:lnTo>
                  <a:pt x="119903" y="96218"/>
                </a:lnTo>
                <a:cubicBezTo>
                  <a:pt x="120763" y="95949"/>
                  <a:pt x="121623" y="95680"/>
                  <a:pt x="122484" y="95438"/>
                </a:cubicBezTo>
                <a:cubicBezTo>
                  <a:pt x="123828" y="95223"/>
                  <a:pt x="125172" y="95089"/>
                  <a:pt x="126516" y="94981"/>
                </a:cubicBezTo>
                <a:close/>
                <a:moveTo>
                  <a:pt x="166708" y="93691"/>
                </a:moveTo>
                <a:lnTo>
                  <a:pt x="166896" y="93798"/>
                </a:lnTo>
                <a:cubicBezTo>
                  <a:pt x="166842" y="93852"/>
                  <a:pt x="166762" y="93879"/>
                  <a:pt x="166708" y="93933"/>
                </a:cubicBezTo>
                <a:cubicBezTo>
                  <a:pt x="166649" y="93972"/>
                  <a:pt x="166676" y="93997"/>
                  <a:pt x="166706" y="93997"/>
                </a:cubicBezTo>
                <a:cubicBezTo>
                  <a:pt x="166716" y="93997"/>
                  <a:pt x="166727" y="93993"/>
                  <a:pt x="166735" y="93986"/>
                </a:cubicBezTo>
                <a:lnTo>
                  <a:pt x="166950" y="93825"/>
                </a:lnTo>
                <a:lnTo>
                  <a:pt x="167138" y="93933"/>
                </a:lnTo>
                <a:cubicBezTo>
                  <a:pt x="165202" y="94739"/>
                  <a:pt x="163294" y="95653"/>
                  <a:pt x="161465" y="96675"/>
                </a:cubicBezTo>
                <a:cubicBezTo>
                  <a:pt x="160686" y="97105"/>
                  <a:pt x="158616" y="97804"/>
                  <a:pt x="158374" y="98691"/>
                </a:cubicBezTo>
                <a:cubicBezTo>
                  <a:pt x="158374" y="98718"/>
                  <a:pt x="158374" y="98718"/>
                  <a:pt x="158374" y="98745"/>
                </a:cubicBezTo>
                <a:cubicBezTo>
                  <a:pt x="158186" y="98637"/>
                  <a:pt x="157997" y="98530"/>
                  <a:pt x="157836" y="98422"/>
                </a:cubicBezTo>
                <a:cubicBezTo>
                  <a:pt x="157917" y="98261"/>
                  <a:pt x="157890" y="98073"/>
                  <a:pt x="157782" y="97938"/>
                </a:cubicBezTo>
                <a:lnTo>
                  <a:pt x="158320" y="97669"/>
                </a:lnTo>
                <a:cubicBezTo>
                  <a:pt x="159288" y="97185"/>
                  <a:pt x="160256" y="96702"/>
                  <a:pt x="161223" y="96245"/>
                </a:cubicBezTo>
                <a:cubicBezTo>
                  <a:pt x="163025" y="95357"/>
                  <a:pt x="164880" y="94524"/>
                  <a:pt x="166708" y="93691"/>
                </a:cubicBezTo>
                <a:close/>
                <a:moveTo>
                  <a:pt x="167245" y="93986"/>
                </a:moveTo>
                <a:lnTo>
                  <a:pt x="167568" y="94174"/>
                </a:lnTo>
                <a:lnTo>
                  <a:pt x="167864" y="94336"/>
                </a:lnTo>
                <a:cubicBezTo>
                  <a:pt x="164718" y="95599"/>
                  <a:pt x="161654" y="97078"/>
                  <a:pt x="158696" y="98745"/>
                </a:cubicBezTo>
                <a:cubicBezTo>
                  <a:pt x="158696" y="98718"/>
                  <a:pt x="158643" y="98691"/>
                  <a:pt x="158616" y="98691"/>
                </a:cubicBezTo>
                <a:cubicBezTo>
                  <a:pt x="161143" y="96675"/>
                  <a:pt x="164288" y="95304"/>
                  <a:pt x="167219" y="94013"/>
                </a:cubicBezTo>
                <a:cubicBezTo>
                  <a:pt x="167219" y="94013"/>
                  <a:pt x="167245" y="93986"/>
                  <a:pt x="167245" y="93986"/>
                </a:cubicBezTo>
                <a:close/>
                <a:moveTo>
                  <a:pt x="157272" y="98691"/>
                </a:moveTo>
                <a:lnTo>
                  <a:pt x="157540" y="98825"/>
                </a:lnTo>
                <a:lnTo>
                  <a:pt x="157487" y="98852"/>
                </a:lnTo>
                <a:cubicBezTo>
                  <a:pt x="157325" y="98852"/>
                  <a:pt x="157164" y="98852"/>
                  <a:pt x="157030" y="98879"/>
                </a:cubicBezTo>
                <a:cubicBezTo>
                  <a:pt x="157003" y="98825"/>
                  <a:pt x="156976" y="98799"/>
                  <a:pt x="156949" y="98772"/>
                </a:cubicBezTo>
                <a:lnTo>
                  <a:pt x="157272" y="98691"/>
                </a:lnTo>
                <a:close/>
                <a:moveTo>
                  <a:pt x="120725" y="96873"/>
                </a:moveTo>
                <a:cubicBezTo>
                  <a:pt x="120811" y="96873"/>
                  <a:pt x="120888" y="96901"/>
                  <a:pt x="120951" y="96970"/>
                </a:cubicBezTo>
                <a:cubicBezTo>
                  <a:pt x="120924" y="96970"/>
                  <a:pt x="119042" y="98046"/>
                  <a:pt x="118881" y="98153"/>
                </a:cubicBezTo>
                <a:cubicBezTo>
                  <a:pt x="118370" y="98368"/>
                  <a:pt x="117860" y="98610"/>
                  <a:pt x="117349" y="98852"/>
                </a:cubicBezTo>
                <a:lnTo>
                  <a:pt x="117349" y="98879"/>
                </a:lnTo>
                <a:lnTo>
                  <a:pt x="116972" y="98933"/>
                </a:lnTo>
                <a:cubicBezTo>
                  <a:pt x="117913" y="98368"/>
                  <a:pt x="118827" y="97804"/>
                  <a:pt x="119795" y="97320"/>
                </a:cubicBezTo>
                <a:cubicBezTo>
                  <a:pt x="120063" y="97176"/>
                  <a:pt x="120442" y="96873"/>
                  <a:pt x="120725" y="96873"/>
                </a:cubicBezTo>
                <a:close/>
                <a:moveTo>
                  <a:pt x="169262" y="98019"/>
                </a:moveTo>
                <a:cubicBezTo>
                  <a:pt x="168079" y="98288"/>
                  <a:pt x="166923" y="98583"/>
                  <a:pt x="165794" y="98933"/>
                </a:cubicBezTo>
                <a:cubicBezTo>
                  <a:pt x="166305" y="98772"/>
                  <a:pt x="166842" y="98557"/>
                  <a:pt x="167353" y="98368"/>
                </a:cubicBezTo>
                <a:cubicBezTo>
                  <a:pt x="167998" y="98234"/>
                  <a:pt x="168617" y="98126"/>
                  <a:pt x="169262" y="98019"/>
                </a:cubicBezTo>
                <a:close/>
                <a:moveTo>
                  <a:pt x="172380" y="97965"/>
                </a:moveTo>
                <a:lnTo>
                  <a:pt x="172380" y="97965"/>
                </a:lnTo>
                <a:cubicBezTo>
                  <a:pt x="172730" y="98073"/>
                  <a:pt x="173052" y="98261"/>
                  <a:pt x="173321" y="98503"/>
                </a:cubicBezTo>
                <a:cubicBezTo>
                  <a:pt x="173402" y="98637"/>
                  <a:pt x="173456" y="98799"/>
                  <a:pt x="173402" y="98933"/>
                </a:cubicBezTo>
                <a:lnTo>
                  <a:pt x="173375" y="98933"/>
                </a:lnTo>
                <a:lnTo>
                  <a:pt x="173214" y="98879"/>
                </a:lnTo>
                <a:cubicBezTo>
                  <a:pt x="173133" y="98825"/>
                  <a:pt x="173026" y="98799"/>
                  <a:pt x="172945" y="98799"/>
                </a:cubicBezTo>
                <a:lnTo>
                  <a:pt x="172891" y="98799"/>
                </a:lnTo>
                <a:cubicBezTo>
                  <a:pt x="172757" y="98503"/>
                  <a:pt x="172595" y="98207"/>
                  <a:pt x="172380" y="97965"/>
                </a:cubicBezTo>
                <a:close/>
                <a:moveTo>
                  <a:pt x="125898" y="98422"/>
                </a:moveTo>
                <a:lnTo>
                  <a:pt x="125898" y="98422"/>
                </a:lnTo>
                <a:cubicBezTo>
                  <a:pt x="125602" y="98610"/>
                  <a:pt x="125306" y="98772"/>
                  <a:pt x="124984" y="98933"/>
                </a:cubicBezTo>
                <a:cubicBezTo>
                  <a:pt x="124124" y="98960"/>
                  <a:pt x="123263" y="99040"/>
                  <a:pt x="122376" y="99067"/>
                </a:cubicBezTo>
                <a:lnTo>
                  <a:pt x="125898" y="98422"/>
                </a:lnTo>
                <a:close/>
                <a:moveTo>
                  <a:pt x="115964" y="98822"/>
                </a:moveTo>
                <a:cubicBezTo>
                  <a:pt x="116019" y="98822"/>
                  <a:pt x="115910" y="98877"/>
                  <a:pt x="115628" y="98987"/>
                </a:cubicBezTo>
                <a:cubicBezTo>
                  <a:pt x="115548" y="99014"/>
                  <a:pt x="115440" y="99067"/>
                  <a:pt x="115359" y="99094"/>
                </a:cubicBezTo>
                <a:lnTo>
                  <a:pt x="115601" y="98906"/>
                </a:lnTo>
                <a:cubicBezTo>
                  <a:pt x="115803" y="98850"/>
                  <a:pt x="115925" y="98822"/>
                  <a:pt x="115964" y="98822"/>
                </a:cubicBezTo>
                <a:close/>
                <a:moveTo>
                  <a:pt x="126113" y="98987"/>
                </a:moveTo>
                <a:lnTo>
                  <a:pt x="125817" y="99121"/>
                </a:lnTo>
                <a:cubicBezTo>
                  <a:pt x="125817" y="99121"/>
                  <a:pt x="125817" y="99094"/>
                  <a:pt x="125817" y="99067"/>
                </a:cubicBezTo>
                <a:lnTo>
                  <a:pt x="126113" y="98987"/>
                </a:lnTo>
                <a:close/>
                <a:moveTo>
                  <a:pt x="137969" y="97481"/>
                </a:moveTo>
                <a:lnTo>
                  <a:pt x="137969" y="97481"/>
                </a:lnTo>
                <a:cubicBezTo>
                  <a:pt x="137189" y="97777"/>
                  <a:pt x="136436" y="98100"/>
                  <a:pt x="135684" y="98449"/>
                </a:cubicBezTo>
                <a:cubicBezTo>
                  <a:pt x="135657" y="98449"/>
                  <a:pt x="135657" y="98449"/>
                  <a:pt x="135630" y="98476"/>
                </a:cubicBezTo>
                <a:lnTo>
                  <a:pt x="134474" y="98825"/>
                </a:lnTo>
                <a:cubicBezTo>
                  <a:pt x="134071" y="98960"/>
                  <a:pt x="133640" y="99067"/>
                  <a:pt x="133210" y="99175"/>
                </a:cubicBezTo>
                <a:lnTo>
                  <a:pt x="137781" y="97508"/>
                </a:lnTo>
                <a:lnTo>
                  <a:pt x="137969" y="97481"/>
                </a:lnTo>
                <a:close/>
                <a:moveTo>
                  <a:pt x="177193" y="97374"/>
                </a:moveTo>
                <a:lnTo>
                  <a:pt x="177193" y="97401"/>
                </a:lnTo>
                <a:cubicBezTo>
                  <a:pt x="176977" y="97992"/>
                  <a:pt x="176736" y="98583"/>
                  <a:pt x="176494" y="99175"/>
                </a:cubicBezTo>
                <a:cubicBezTo>
                  <a:pt x="176474" y="99136"/>
                  <a:pt x="176440" y="99111"/>
                  <a:pt x="176402" y="99111"/>
                </a:cubicBezTo>
                <a:cubicBezTo>
                  <a:pt x="176388" y="99111"/>
                  <a:pt x="176374" y="99114"/>
                  <a:pt x="176359" y="99121"/>
                </a:cubicBezTo>
                <a:lnTo>
                  <a:pt x="175875" y="99121"/>
                </a:lnTo>
                <a:cubicBezTo>
                  <a:pt x="176305" y="98503"/>
                  <a:pt x="176736" y="97938"/>
                  <a:pt x="177193" y="97374"/>
                </a:cubicBezTo>
                <a:close/>
                <a:moveTo>
                  <a:pt x="165417" y="98772"/>
                </a:moveTo>
                <a:lnTo>
                  <a:pt x="164826" y="98987"/>
                </a:lnTo>
                <a:cubicBezTo>
                  <a:pt x="164584" y="99067"/>
                  <a:pt x="164342" y="99148"/>
                  <a:pt x="164073" y="99202"/>
                </a:cubicBezTo>
                <a:lnTo>
                  <a:pt x="164315" y="99067"/>
                </a:lnTo>
                <a:cubicBezTo>
                  <a:pt x="164691" y="98960"/>
                  <a:pt x="165068" y="98879"/>
                  <a:pt x="165417" y="98772"/>
                </a:cubicBezTo>
                <a:close/>
                <a:moveTo>
                  <a:pt x="170579" y="98315"/>
                </a:moveTo>
                <a:cubicBezTo>
                  <a:pt x="170498" y="98449"/>
                  <a:pt x="170498" y="98637"/>
                  <a:pt x="170579" y="98772"/>
                </a:cubicBezTo>
                <a:lnTo>
                  <a:pt x="169799" y="98906"/>
                </a:lnTo>
                <a:lnTo>
                  <a:pt x="168375" y="99148"/>
                </a:lnTo>
                <a:lnTo>
                  <a:pt x="167622" y="99202"/>
                </a:lnTo>
                <a:lnTo>
                  <a:pt x="168401" y="98879"/>
                </a:lnTo>
                <a:cubicBezTo>
                  <a:pt x="169127" y="98691"/>
                  <a:pt x="169853" y="98503"/>
                  <a:pt x="170579" y="98315"/>
                </a:cubicBezTo>
                <a:close/>
                <a:moveTo>
                  <a:pt x="115359" y="98960"/>
                </a:moveTo>
                <a:cubicBezTo>
                  <a:pt x="115252" y="99040"/>
                  <a:pt x="115171" y="99121"/>
                  <a:pt x="115064" y="99202"/>
                </a:cubicBezTo>
                <a:lnTo>
                  <a:pt x="114956" y="99229"/>
                </a:lnTo>
                <a:lnTo>
                  <a:pt x="114956" y="99229"/>
                </a:lnTo>
                <a:lnTo>
                  <a:pt x="115225" y="99014"/>
                </a:lnTo>
                <a:lnTo>
                  <a:pt x="115359" y="98960"/>
                </a:lnTo>
                <a:close/>
                <a:moveTo>
                  <a:pt x="167998" y="94416"/>
                </a:moveTo>
                <a:lnTo>
                  <a:pt x="168375" y="94605"/>
                </a:lnTo>
                <a:cubicBezTo>
                  <a:pt x="168186" y="94739"/>
                  <a:pt x="167998" y="94873"/>
                  <a:pt x="167783" y="95008"/>
                </a:cubicBezTo>
                <a:cubicBezTo>
                  <a:pt x="167783" y="95035"/>
                  <a:pt x="167783" y="95062"/>
                  <a:pt x="167810" y="95062"/>
                </a:cubicBezTo>
                <a:lnTo>
                  <a:pt x="168455" y="94658"/>
                </a:lnTo>
                <a:cubicBezTo>
                  <a:pt x="168697" y="94766"/>
                  <a:pt x="168912" y="94900"/>
                  <a:pt x="169154" y="95062"/>
                </a:cubicBezTo>
                <a:cubicBezTo>
                  <a:pt x="169127" y="95062"/>
                  <a:pt x="169100" y="95089"/>
                  <a:pt x="169074" y="95142"/>
                </a:cubicBezTo>
                <a:cubicBezTo>
                  <a:pt x="168859" y="95492"/>
                  <a:pt x="168939" y="95142"/>
                  <a:pt x="168859" y="95519"/>
                </a:cubicBezTo>
                <a:cubicBezTo>
                  <a:pt x="168859" y="95546"/>
                  <a:pt x="168885" y="95572"/>
                  <a:pt x="168885" y="95572"/>
                </a:cubicBezTo>
                <a:lnTo>
                  <a:pt x="169020" y="95626"/>
                </a:lnTo>
                <a:cubicBezTo>
                  <a:pt x="169047" y="95626"/>
                  <a:pt x="169047" y="95599"/>
                  <a:pt x="169020" y="95572"/>
                </a:cubicBezTo>
                <a:cubicBezTo>
                  <a:pt x="169020" y="95546"/>
                  <a:pt x="169154" y="95411"/>
                  <a:pt x="169423" y="95223"/>
                </a:cubicBezTo>
                <a:cubicBezTo>
                  <a:pt x="169531" y="95277"/>
                  <a:pt x="169719" y="95438"/>
                  <a:pt x="169907" y="95599"/>
                </a:cubicBezTo>
                <a:cubicBezTo>
                  <a:pt x="166923" y="96487"/>
                  <a:pt x="163993" y="97696"/>
                  <a:pt x="161223" y="99175"/>
                </a:cubicBezTo>
                <a:lnTo>
                  <a:pt x="161170" y="99175"/>
                </a:lnTo>
                <a:cubicBezTo>
                  <a:pt x="161250" y="99121"/>
                  <a:pt x="161358" y="99067"/>
                  <a:pt x="161519" y="98987"/>
                </a:cubicBezTo>
                <a:cubicBezTo>
                  <a:pt x="161842" y="98799"/>
                  <a:pt x="162164" y="98637"/>
                  <a:pt x="162487" y="98449"/>
                </a:cubicBezTo>
                <a:cubicBezTo>
                  <a:pt x="163052" y="98180"/>
                  <a:pt x="163616" y="97884"/>
                  <a:pt x="164181" y="97643"/>
                </a:cubicBezTo>
                <a:cubicBezTo>
                  <a:pt x="165417" y="97078"/>
                  <a:pt x="166654" y="96567"/>
                  <a:pt x="167944" y="96137"/>
                </a:cubicBezTo>
                <a:cubicBezTo>
                  <a:pt x="168020" y="96112"/>
                  <a:pt x="167978" y="95946"/>
                  <a:pt x="167884" y="95946"/>
                </a:cubicBezTo>
                <a:cubicBezTo>
                  <a:pt x="167878" y="95946"/>
                  <a:pt x="167871" y="95947"/>
                  <a:pt x="167864" y="95949"/>
                </a:cubicBezTo>
                <a:cubicBezTo>
                  <a:pt x="165364" y="96755"/>
                  <a:pt x="162944" y="97858"/>
                  <a:pt x="160659" y="99202"/>
                </a:cubicBezTo>
                <a:lnTo>
                  <a:pt x="160417" y="99229"/>
                </a:lnTo>
                <a:cubicBezTo>
                  <a:pt x="160390" y="99175"/>
                  <a:pt x="160363" y="99148"/>
                  <a:pt x="160336" y="99094"/>
                </a:cubicBezTo>
                <a:cubicBezTo>
                  <a:pt x="160471" y="99014"/>
                  <a:pt x="160632" y="98960"/>
                  <a:pt x="160766" y="98906"/>
                </a:cubicBezTo>
                <a:cubicBezTo>
                  <a:pt x="161116" y="98691"/>
                  <a:pt x="161465" y="98503"/>
                  <a:pt x="161842" y="98288"/>
                </a:cubicBezTo>
                <a:cubicBezTo>
                  <a:pt x="162460" y="97965"/>
                  <a:pt x="163105" y="97616"/>
                  <a:pt x="163724" y="97293"/>
                </a:cubicBezTo>
                <a:cubicBezTo>
                  <a:pt x="165095" y="96594"/>
                  <a:pt x="166493" y="95949"/>
                  <a:pt x="167891" y="95330"/>
                </a:cubicBezTo>
                <a:cubicBezTo>
                  <a:pt x="167960" y="95307"/>
                  <a:pt x="167930" y="95185"/>
                  <a:pt x="167852" y="95185"/>
                </a:cubicBezTo>
                <a:cubicBezTo>
                  <a:pt x="167839" y="95185"/>
                  <a:pt x="167825" y="95188"/>
                  <a:pt x="167810" y="95196"/>
                </a:cubicBezTo>
                <a:cubicBezTo>
                  <a:pt x="165175" y="96271"/>
                  <a:pt x="162621" y="97562"/>
                  <a:pt x="160148" y="98987"/>
                </a:cubicBezTo>
                <a:cubicBezTo>
                  <a:pt x="160121" y="98973"/>
                  <a:pt x="160088" y="98967"/>
                  <a:pt x="160051" y="98967"/>
                </a:cubicBezTo>
                <a:cubicBezTo>
                  <a:pt x="160014" y="98967"/>
                  <a:pt x="159973" y="98973"/>
                  <a:pt x="159933" y="98987"/>
                </a:cubicBezTo>
                <a:lnTo>
                  <a:pt x="159315" y="99094"/>
                </a:lnTo>
                <a:lnTo>
                  <a:pt x="159126" y="99121"/>
                </a:lnTo>
                <a:lnTo>
                  <a:pt x="158938" y="99014"/>
                </a:lnTo>
                <a:cubicBezTo>
                  <a:pt x="159368" y="98718"/>
                  <a:pt x="159825" y="98395"/>
                  <a:pt x="160041" y="98288"/>
                </a:cubicBezTo>
                <a:cubicBezTo>
                  <a:pt x="160955" y="97804"/>
                  <a:pt x="161896" y="97320"/>
                  <a:pt x="162836" y="96836"/>
                </a:cubicBezTo>
                <a:cubicBezTo>
                  <a:pt x="164530" y="96003"/>
                  <a:pt x="166278" y="95196"/>
                  <a:pt x="167998" y="94416"/>
                </a:cubicBezTo>
                <a:close/>
                <a:moveTo>
                  <a:pt x="114875" y="99175"/>
                </a:moveTo>
                <a:lnTo>
                  <a:pt x="114741" y="99309"/>
                </a:lnTo>
                <a:lnTo>
                  <a:pt x="114553" y="99363"/>
                </a:lnTo>
                <a:lnTo>
                  <a:pt x="114580" y="99336"/>
                </a:lnTo>
                <a:lnTo>
                  <a:pt x="114875" y="99175"/>
                </a:lnTo>
                <a:close/>
                <a:moveTo>
                  <a:pt x="170041" y="95707"/>
                </a:moveTo>
                <a:cubicBezTo>
                  <a:pt x="170445" y="96060"/>
                  <a:pt x="170802" y="96438"/>
                  <a:pt x="170332" y="96438"/>
                </a:cubicBezTo>
                <a:cubicBezTo>
                  <a:pt x="170301" y="96438"/>
                  <a:pt x="170267" y="96436"/>
                  <a:pt x="170230" y="96433"/>
                </a:cubicBezTo>
                <a:cubicBezTo>
                  <a:pt x="170203" y="96433"/>
                  <a:pt x="170149" y="96460"/>
                  <a:pt x="170149" y="96487"/>
                </a:cubicBezTo>
                <a:cubicBezTo>
                  <a:pt x="170068" y="96540"/>
                  <a:pt x="170041" y="96621"/>
                  <a:pt x="170041" y="96702"/>
                </a:cubicBezTo>
                <a:cubicBezTo>
                  <a:pt x="168832" y="97051"/>
                  <a:pt x="167622" y="97454"/>
                  <a:pt x="166466" y="97884"/>
                </a:cubicBezTo>
                <a:cubicBezTo>
                  <a:pt x="167434" y="97454"/>
                  <a:pt x="168428" y="97078"/>
                  <a:pt x="169450" y="96782"/>
                </a:cubicBezTo>
                <a:cubicBezTo>
                  <a:pt x="169549" y="96757"/>
                  <a:pt x="169534" y="96618"/>
                  <a:pt x="169425" y="96618"/>
                </a:cubicBezTo>
                <a:cubicBezTo>
                  <a:pt x="169416" y="96618"/>
                  <a:pt x="169406" y="96619"/>
                  <a:pt x="169396" y="96621"/>
                </a:cubicBezTo>
                <a:cubicBezTo>
                  <a:pt x="167353" y="97078"/>
                  <a:pt x="165364" y="97831"/>
                  <a:pt x="163509" y="98852"/>
                </a:cubicBezTo>
                <a:cubicBezTo>
                  <a:pt x="162863" y="99040"/>
                  <a:pt x="162218" y="99256"/>
                  <a:pt x="161573" y="99471"/>
                </a:cubicBezTo>
                <a:cubicBezTo>
                  <a:pt x="161546" y="99417"/>
                  <a:pt x="161519" y="99363"/>
                  <a:pt x="161492" y="99336"/>
                </a:cubicBezTo>
                <a:cubicBezTo>
                  <a:pt x="161546" y="99282"/>
                  <a:pt x="161627" y="99229"/>
                  <a:pt x="161707" y="99175"/>
                </a:cubicBezTo>
                <a:cubicBezTo>
                  <a:pt x="161869" y="99094"/>
                  <a:pt x="162030" y="99040"/>
                  <a:pt x="162191" y="98960"/>
                </a:cubicBezTo>
                <a:cubicBezTo>
                  <a:pt x="162971" y="98530"/>
                  <a:pt x="163777" y="98153"/>
                  <a:pt x="164611" y="97777"/>
                </a:cubicBezTo>
                <a:cubicBezTo>
                  <a:pt x="166385" y="96970"/>
                  <a:pt x="168186" y="96298"/>
                  <a:pt x="170041" y="95707"/>
                </a:cubicBezTo>
                <a:close/>
                <a:moveTo>
                  <a:pt x="175035" y="99351"/>
                </a:moveTo>
                <a:cubicBezTo>
                  <a:pt x="175081" y="99351"/>
                  <a:pt x="175122" y="99363"/>
                  <a:pt x="175176" y="99363"/>
                </a:cubicBezTo>
                <a:lnTo>
                  <a:pt x="175203" y="99417"/>
                </a:lnTo>
                <a:lnTo>
                  <a:pt x="174934" y="99498"/>
                </a:lnTo>
                <a:lnTo>
                  <a:pt x="174961" y="99363"/>
                </a:lnTo>
                <a:cubicBezTo>
                  <a:pt x="174988" y="99354"/>
                  <a:pt x="175012" y="99351"/>
                  <a:pt x="175035" y="99351"/>
                </a:cubicBezTo>
                <a:close/>
                <a:moveTo>
                  <a:pt x="130433" y="94864"/>
                </a:moveTo>
                <a:cubicBezTo>
                  <a:pt x="130912" y="94864"/>
                  <a:pt x="131390" y="94876"/>
                  <a:pt x="131866" y="94900"/>
                </a:cubicBezTo>
                <a:cubicBezTo>
                  <a:pt x="131880" y="94914"/>
                  <a:pt x="131893" y="94921"/>
                  <a:pt x="131903" y="94921"/>
                </a:cubicBezTo>
                <a:cubicBezTo>
                  <a:pt x="131913" y="94921"/>
                  <a:pt x="131920" y="94914"/>
                  <a:pt x="131920" y="94900"/>
                </a:cubicBezTo>
                <a:lnTo>
                  <a:pt x="131947" y="94900"/>
                </a:lnTo>
                <a:cubicBezTo>
                  <a:pt x="133399" y="94981"/>
                  <a:pt x="134850" y="95196"/>
                  <a:pt x="136275" y="95546"/>
                </a:cubicBezTo>
                <a:lnTo>
                  <a:pt x="128990" y="99417"/>
                </a:lnTo>
                <a:lnTo>
                  <a:pt x="128667" y="99524"/>
                </a:lnTo>
                <a:cubicBezTo>
                  <a:pt x="128425" y="99551"/>
                  <a:pt x="128183" y="99578"/>
                  <a:pt x="127941" y="99605"/>
                </a:cubicBezTo>
                <a:cubicBezTo>
                  <a:pt x="128237" y="99471"/>
                  <a:pt x="128533" y="99336"/>
                  <a:pt x="128721" y="99229"/>
                </a:cubicBezTo>
                <a:lnTo>
                  <a:pt x="129016" y="99040"/>
                </a:lnTo>
                <a:cubicBezTo>
                  <a:pt x="131221" y="98073"/>
                  <a:pt x="133345" y="96917"/>
                  <a:pt x="135388" y="95626"/>
                </a:cubicBezTo>
                <a:cubicBezTo>
                  <a:pt x="135457" y="95557"/>
                  <a:pt x="135427" y="95427"/>
                  <a:pt x="135331" y="95427"/>
                </a:cubicBezTo>
                <a:cubicBezTo>
                  <a:pt x="135316" y="95427"/>
                  <a:pt x="135299" y="95431"/>
                  <a:pt x="135280" y="95438"/>
                </a:cubicBezTo>
                <a:cubicBezTo>
                  <a:pt x="134259" y="95949"/>
                  <a:pt x="133264" y="96460"/>
                  <a:pt x="132269" y="96997"/>
                </a:cubicBezTo>
                <a:cubicBezTo>
                  <a:pt x="132941" y="96621"/>
                  <a:pt x="133587" y="96245"/>
                  <a:pt x="134232" y="95841"/>
                </a:cubicBezTo>
                <a:cubicBezTo>
                  <a:pt x="134330" y="95768"/>
                  <a:pt x="134272" y="95650"/>
                  <a:pt x="134179" y="95650"/>
                </a:cubicBezTo>
                <a:cubicBezTo>
                  <a:pt x="134170" y="95650"/>
                  <a:pt x="134161" y="95651"/>
                  <a:pt x="134151" y="95653"/>
                </a:cubicBezTo>
                <a:cubicBezTo>
                  <a:pt x="131920" y="96648"/>
                  <a:pt x="129715" y="97777"/>
                  <a:pt x="127592" y="98987"/>
                </a:cubicBezTo>
                <a:cubicBezTo>
                  <a:pt x="127188" y="99121"/>
                  <a:pt x="126785" y="99256"/>
                  <a:pt x="126382" y="99363"/>
                </a:cubicBezTo>
                <a:cubicBezTo>
                  <a:pt x="126005" y="99462"/>
                  <a:pt x="125525" y="99620"/>
                  <a:pt x="125419" y="99620"/>
                </a:cubicBezTo>
                <a:cubicBezTo>
                  <a:pt x="125381" y="99620"/>
                  <a:pt x="125390" y="99600"/>
                  <a:pt x="125468" y="99551"/>
                </a:cubicBezTo>
                <a:lnTo>
                  <a:pt x="125575" y="99524"/>
                </a:lnTo>
                <a:cubicBezTo>
                  <a:pt x="125656" y="99498"/>
                  <a:pt x="125710" y="99471"/>
                  <a:pt x="125763" y="99390"/>
                </a:cubicBezTo>
                <a:lnTo>
                  <a:pt x="125952" y="99309"/>
                </a:lnTo>
                <a:cubicBezTo>
                  <a:pt x="126624" y="98960"/>
                  <a:pt x="127296" y="98637"/>
                  <a:pt x="127968" y="98288"/>
                </a:cubicBezTo>
                <a:cubicBezTo>
                  <a:pt x="129904" y="97508"/>
                  <a:pt x="131785" y="96567"/>
                  <a:pt x="133587" y="95465"/>
                </a:cubicBezTo>
                <a:cubicBezTo>
                  <a:pt x="133660" y="95416"/>
                  <a:pt x="133622" y="95300"/>
                  <a:pt x="133534" y="95300"/>
                </a:cubicBezTo>
                <a:cubicBezTo>
                  <a:pt x="133525" y="95300"/>
                  <a:pt x="133516" y="95301"/>
                  <a:pt x="133506" y="95304"/>
                </a:cubicBezTo>
                <a:cubicBezTo>
                  <a:pt x="131113" y="96433"/>
                  <a:pt x="128748" y="97616"/>
                  <a:pt x="126409" y="98825"/>
                </a:cubicBezTo>
                <a:cubicBezTo>
                  <a:pt x="126194" y="98906"/>
                  <a:pt x="125979" y="98987"/>
                  <a:pt x="125763" y="99067"/>
                </a:cubicBezTo>
                <a:cubicBezTo>
                  <a:pt x="125719" y="98978"/>
                  <a:pt x="125656" y="98926"/>
                  <a:pt x="125574" y="98926"/>
                </a:cubicBezTo>
                <a:cubicBezTo>
                  <a:pt x="125558" y="98926"/>
                  <a:pt x="125540" y="98928"/>
                  <a:pt x="125522" y="98933"/>
                </a:cubicBezTo>
                <a:lnTo>
                  <a:pt x="125441" y="98933"/>
                </a:lnTo>
                <a:cubicBezTo>
                  <a:pt x="125790" y="98772"/>
                  <a:pt x="126194" y="98530"/>
                  <a:pt x="126597" y="98315"/>
                </a:cubicBezTo>
                <a:lnTo>
                  <a:pt x="127054" y="98234"/>
                </a:lnTo>
                <a:cubicBezTo>
                  <a:pt x="127188" y="98207"/>
                  <a:pt x="127269" y="98073"/>
                  <a:pt x="127242" y="97965"/>
                </a:cubicBezTo>
                <a:lnTo>
                  <a:pt x="128022" y="97535"/>
                </a:lnTo>
                <a:cubicBezTo>
                  <a:pt x="129339" y="97051"/>
                  <a:pt x="130603" y="96460"/>
                  <a:pt x="131812" y="95814"/>
                </a:cubicBezTo>
                <a:cubicBezTo>
                  <a:pt x="131905" y="95791"/>
                  <a:pt x="131858" y="95669"/>
                  <a:pt x="131792" y="95669"/>
                </a:cubicBezTo>
                <a:cubicBezTo>
                  <a:pt x="131781" y="95669"/>
                  <a:pt x="131770" y="95672"/>
                  <a:pt x="131759" y="95680"/>
                </a:cubicBezTo>
                <a:cubicBezTo>
                  <a:pt x="130361" y="96245"/>
                  <a:pt x="129016" y="96836"/>
                  <a:pt x="127672" y="97508"/>
                </a:cubicBezTo>
                <a:cubicBezTo>
                  <a:pt x="127430" y="97589"/>
                  <a:pt x="127161" y="97669"/>
                  <a:pt x="126919" y="97777"/>
                </a:cubicBezTo>
                <a:lnTo>
                  <a:pt x="125575" y="97938"/>
                </a:lnTo>
                <a:cubicBezTo>
                  <a:pt x="125898" y="97750"/>
                  <a:pt x="126247" y="97562"/>
                  <a:pt x="126570" y="97401"/>
                </a:cubicBezTo>
                <a:lnTo>
                  <a:pt x="127054" y="97266"/>
                </a:lnTo>
                <a:cubicBezTo>
                  <a:pt x="127108" y="97266"/>
                  <a:pt x="127161" y="97185"/>
                  <a:pt x="127135" y="97132"/>
                </a:cubicBezTo>
                <a:cubicBezTo>
                  <a:pt x="128479" y="96648"/>
                  <a:pt x="129796" y="96164"/>
                  <a:pt x="131140" y="95707"/>
                </a:cubicBezTo>
                <a:cubicBezTo>
                  <a:pt x="131163" y="95707"/>
                  <a:pt x="131147" y="95648"/>
                  <a:pt x="131125" y="95648"/>
                </a:cubicBezTo>
                <a:cubicBezTo>
                  <a:pt x="131121" y="95648"/>
                  <a:pt x="131117" y="95649"/>
                  <a:pt x="131113" y="95653"/>
                </a:cubicBezTo>
                <a:cubicBezTo>
                  <a:pt x="129769" y="96003"/>
                  <a:pt x="128452" y="96460"/>
                  <a:pt x="127161" y="97024"/>
                </a:cubicBezTo>
                <a:lnTo>
                  <a:pt x="127081" y="97051"/>
                </a:lnTo>
                <a:cubicBezTo>
                  <a:pt x="127067" y="97038"/>
                  <a:pt x="127054" y="97031"/>
                  <a:pt x="127040" y="97031"/>
                </a:cubicBezTo>
                <a:cubicBezTo>
                  <a:pt x="127027" y="97031"/>
                  <a:pt x="127014" y="97038"/>
                  <a:pt x="127000" y="97051"/>
                </a:cubicBezTo>
                <a:lnTo>
                  <a:pt x="125575" y="97320"/>
                </a:lnTo>
                <a:cubicBezTo>
                  <a:pt x="125925" y="97159"/>
                  <a:pt x="126247" y="96997"/>
                  <a:pt x="126382" y="96917"/>
                </a:cubicBezTo>
                <a:lnTo>
                  <a:pt x="126678" y="96836"/>
                </a:lnTo>
                <a:cubicBezTo>
                  <a:pt x="126704" y="96836"/>
                  <a:pt x="126731" y="96782"/>
                  <a:pt x="126704" y="96755"/>
                </a:cubicBezTo>
                <a:cubicBezTo>
                  <a:pt x="127565" y="96325"/>
                  <a:pt x="128452" y="95949"/>
                  <a:pt x="129339" y="95626"/>
                </a:cubicBezTo>
                <a:cubicBezTo>
                  <a:pt x="129411" y="95602"/>
                  <a:pt x="129376" y="95514"/>
                  <a:pt x="129311" y="95514"/>
                </a:cubicBezTo>
                <a:cubicBezTo>
                  <a:pt x="129303" y="95514"/>
                  <a:pt x="129294" y="95516"/>
                  <a:pt x="129285" y="95519"/>
                </a:cubicBezTo>
                <a:cubicBezTo>
                  <a:pt x="128291" y="95895"/>
                  <a:pt x="127296" y="96325"/>
                  <a:pt x="126328" y="96809"/>
                </a:cubicBezTo>
                <a:lnTo>
                  <a:pt x="125790" y="96970"/>
                </a:lnTo>
                <a:lnTo>
                  <a:pt x="125763" y="96970"/>
                </a:lnTo>
                <a:cubicBezTo>
                  <a:pt x="125575" y="96997"/>
                  <a:pt x="125387" y="97024"/>
                  <a:pt x="125172" y="97078"/>
                </a:cubicBezTo>
                <a:cubicBezTo>
                  <a:pt x="125172" y="97039"/>
                  <a:pt x="125143" y="97014"/>
                  <a:pt x="125107" y="97014"/>
                </a:cubicBezTo>
                <a:cubicBezTo>
                  <a:pt x="125093" y="97014"/>
                  <a:pt x="125079" y="97017"/>
                  <a:pt x="125064" y="97024"/>
                </a:cubicBezTo>
                <a:lnTo>
                  <a:pt x="124231" y="97239"/>
                </a:lnTo>
                <a:lnTo>
                  <a:pt x="124016" y="97239"/>
                </a:lnTo>
                <a:cubicBezTo>
                  <a:pt x="124070" y="97239"/>
                  <a:pt x="124097" y="97212"/>
                  <a:pt x="124124" y="97185"/>
                </a:cubicBezTo>
                <a:cubicBezTo>
                  <a:pt x="124419" y="97024"/>
                  <a:pt x="124769" y="96890"/>
                  <a:pt x="125064" y="96728"/>
                </a:cubicBezTo>
                <a:lnTo>
                  <a:pt x="126624" y="95976"/>
                </a:lnTo>
                <a:cubicBezTo>
                  <a:pt x="126973" y="95841"/>
                  <a:pt x="127296" y="95653"/>
                  <a:pt x="127618" y="95465"/>
                </a:cubicBezTo>
                <a:lnTo>
                  <a:pt x="128425" y="95089"/>
                </a:lnTo>
                <a:cubicBezTo>
                  <a:pt x="128495" y="95042"/>
                  <a:pt x="128444" y="94976"/>
                  <a:pt x="128412" y="94976"/>
                </a:cubicBezTo>
                <a:cubicBezTo>
                  <a:pt x="128406" y="94976"/>
                  <a:pt x="128402" y="94977"/>
                  <a:pt x="128398" y="94981"/>
                </a:cubicBezTo>
                <a:cubicBezTo>
                  <a:pt x="127753" y="95304"/>
                  <a:pt x="127108" y="95572"/>
                  <a:pt x="126436" y="95814"/>
                </a:cubicBezTo>
                <a:cubicBezTo>
                  <a:pt x="126194" y="95895"/>
                  <a:pt x="125925" y="96003"/>
                  <a:pt x="125656" y="96083"/>
                </a:cubicBezTo>
                <a:cubicBezTo>
                  <a:pt x="125575" y="96110"/>
                  <a:pt x="124957" y="96271"/>
                  <a:pt x="124392" y="96406"/>
                </a:cubicBezTo>
                <a:lnTo>
                  <a:pt x="124849" y="96191"/>
                </a:lnTo>
                <a:cubicBezTo>
                  <a:pt x="124947" y="96142"/>
                  <a:pt x="124889" y="96026"/>
                  <a:pt x="124797" y="96026"/>
                </a:cubicBezTo>
                <a:cubicBezTo>
                  <a:pt x="124788" y="96026"/>
                  <a:pt x="124778" y="96027"/>
                  <a:pt x="124769" y="96029"/>
                </a:cubicBezTo>
                <a:lnTo>
                  <a:pt x="124016" y="96298"/>
                </a:lnTo>
                <a:cubicBezTo>
                  <a:pt x="124688" y="95949"/>
                  <a:pt x="125763" y="95465"/>
                  <a:pt x="125898" y="95411"/>
                </a:cubicBezTo>
                <a:cubicBezTo>
                  <a:pt x="126005" y="95357"/>
                  <a:pt x="126140" y="95277"/>
                  <a:pt x="126328" y="95169"/>
                </a:cubicBezTo>
                <a:cubicBezTo>
                  <a:pt x="126570" y="95115"/>
                  <a:pt x="126785" y="95089"/>
                  <a:pt x="127000" y="95062"/>
                </a:cubicBezTo>
                <a:lnTo>
                  <a:pt x="127000" y="95062"/>
                </a:lnTo>
                <a:cubicBezTo>
                  <a:pt x="126977" y="95131"/>
                  <a:pt x="126954" y="95200"/>
                  <a:pt x="126914" y="95253"/>
                </a:cubicBezTo>
                <a:lnTo>
                  <a:pt x="126914" y="95253"/>
                </a:lnTo>
                <a:lnTo>
                  <a:pt x="127081" y="95062"/>
                </a:lnTo>
                <a:cubicBezTo>
                  <a:pt x="128191" y="94930"/>
                  <a:pt x="129315" y="94864"/>
                  <a:pt x="130433" y="94864"/>
                </a:cubicBezTo>
                <a:close/>
                <a:moveTo>
                  <a:pt x="130818" y="97777"/>
                </a:moveTo>
                <a:lnTo>
                  <a:pt x="130818" y="97777"/>
                </a:lnTo>
                <a:cubicBezTo>
                  <a:pt x="130038" y="98207"/>
                  <a:pt x="129258" y="98664"/>
                  <a:pt x="128452" y="99094"/>
                </a:cubicBezTo>
                <a:cubicBezTo>
                  <a:pt x="128102" y="99256"/>
                  <a:pt x="127726" y="99390"/>
                  <a:pt x="127350" y="99551"/>
                </a:cubicBezTo>
                <a:lnTo>
                  <a:pt x="126812" y="99739"/>
                </a:lnTo>
                <a:lnTo>
                  <a:pt x="126704" y="99739"/>
                </a:lnTo>
                <a:lnTo>
                  <a:pt x="126785" y="99713"/>
                </a:lnTo>
                <a:cubicBezTo>
                  <a:pt x="127269" y="99471"/>
                  <a:pt x="127726" y="99229"/>
                  <a:pt x="128183" y="98933"/>
                </a:cubicBezTo>
                <a:cubicBezTo>
                  <a:pt x="129070" y="98583"/>
                  <a:pt x="129957" y="98207"/>
                  <a:pt x="130818" y="97777"/>
                </a:cubicBezTo>
                <a:close/>
                <a:moveTo>
                  <a:pt x="116112" y="99121"/>
                </a:moveTo>
                <a:lnTo>
                  <a:pt x="116005" y="99175"/>
                </a:lnTo>
                <a:cubicBezTo>
                  <a:pt x="115655" y="99390"/>
                  <a:pt x="115279" y="99605"/>
                  <a:pt x="114902" y="99793"/>
                </a:cubicBezTo>
                <a:lnTo>
                  <a:pt x="115386" y="99444"/>
                </a:lnTo>
                <a:lnTo>
                  <a:pt x="116112" y="99121"/>
                </a:lnTo>
                <a:close/>
                <a:moveTo>
                  <a:pt x="57424" y="99766"/>
                </a:moveTo>
                <a:cubicBezTo>
                  <a:pt x="57451" y="99793"/>
                  <a:pt x="57451" y="99820"/>
                  <a:pt x="57478" y="99847"/>
                </a:cubicBezTo>
                <a:cubicBezTo>
                  <a:pt x="57478" y="99820"/>
                  <a:pt x="57451" y="99793"/>
                  <a:pt x="57451" y="99766"/>
                </a:cubicBezTo>
                <a:close/>
                <a:moveTo>
                  <a:pt x="174074" y="98987"/>
                </a:moveTo>
                <a:cubicBezTo>
                  <a:pt x="174316" y="99148"/>
                  <a:pt x="174612" y="99282"/>
                  <a:pt x="174907" y="99336"/>
                </a:cubicBezTo>
                <a:cubicBezTo>
                  <a:pt x="174881" y="99390"/>
                  <a:pt x="174854" y="99444"/>
                  <a:pt x="174854" y="99498"/>
                </a:cubicBezTo>
                <a:lnTo>
                  <a:pt x="173456" y="99874"/>
                </a:lnTo>
                <a:cubicBezTo>
                  <a:pt x="173483" y="99820"/>
                  <a:pt x="173536" y="99766"/>
                  <a:pt x="173563" y="99713"/>
                </a:cubicBezTo>
                <a:cubicBezTo>
                  <a:pt x="173671" y="99605"/>
                  <a:pt x="173751" y="99471"/>
                  <a:pt x="173859" y="99363"/>
                </a:cubicBezTo>
                <a:cubicBezTo>
                  <a:pt x="173913" y="99256"/>
                  <a:pt x="173966" y="99148"/>
                  <a:pt x="174020" y="99040"/>
                </a:cubicBezTo>
                <a:lnTo>
                  <a:pt x="174047" y="99067"/>
                </a:lnTo>
                <a:cubicBezTo>
                  <a:pt x="174047" y="99040"/>
                  <a:pt x="174047" y="99014"/>
                  <a:pt x="174074" y="98987"/>
                </a:cubicBezTo>
                <a:close/>
                <a:moveTo>
                  <a:pt x="126919" y="99417"/>
                </a:moveTo>
                <a:lnTo>
                  <a:pt x="126220" y="99820"/>
                </a:lnTo>
                <a:lnTo>
                  <a:pt x="124849" y="99928"/>
                </a:lnTo>
                <a:cubicBezTo>
                  <a:pt x="125548" y="99793"/>
                  <a:pt x="126247" y="99632"/>
                  <a:pt x="126919" y="99417"/>
                </a:cubicBezTo>
                <a:close/>
                <a:moveTo>
                  <a:pt x="172676" y="99847"/>
                </a:moveTo>
                <a:cubicBezTo>
                  <a:pt x="172676" y="99873"/>
                  <a:pt x="172676" y="99923"/>
                  <a:pt x="172676" y="99975"/>
                </a:cubicBezTo>
                <a:lnTo>
                  <a:pt x="172676" y="99975"/>
                </a:lnTo>
                <a:lnTo>
                  <a:pt x="172380" y="99901"/>
                </a:lnTo>
                <a:lnTo>
                  <a:pt x="172676" y="99847"/>
                </a:lnTo>
                <a:close/>
                <a:moveTo>
                  <a:pt x="124742" y="99713"/>
                </a:moveTo>
                <a:lnTo>
                  <a:pt x="124688" y="99739"/>
                </a:lnTo>
                <a:cubicBezTo>
                  <a:pt x="124661" y="99739"/>
                  <a:pt x="124661" y="99766"/>
                  <a:pt x="124634" y="99793"/>
                </a:cubicBezTo>
                <a:cubicBezTo>
                  <a:pt x="123962" y="99901"/>
                  <a:pt x="123317" y="100008"/>
                  <a:pt x="122672" y="100089"/>
                </a:cubicBezTo>
                <a:cubicBezTo>
                  <a:pt x="123344" y="99981"/>
                  <a:pt x="124043" y="99847"/>
                  <a:pt x="124742" y="99713"/>
                </a:cubicBezTo>
                <a:close/>
                <a:moveTo>
                  <a:pt x="63473" y="92723"/>
                </a:moveTo>
                <a:lnTo>
                  <a:pt x="63473" y="92750"/>
                </a:lnTo>
                <a:cubicBezTo>
                  <a:pt x="61618" y="95277"/>
                  <a:pt x="59683" y="97750"/>
                  <a:pt x="57693" y="100170"/>
                </a:cubicBezTo>
                <a:cubicBezTo>
                  <a:pt x="57666" y="100089"/>
                  <a:pt x="57639" y="100035"/>
                  <a:pt x="57586" y="99955"/>
                </a:cubicBezTo>
                <a:lnTo>
                  <a:pt x="57935" y="99605"/>
                </a:lnTo>
                <a:cubicBezTo>
                  <a:pt x="59898" y="97427"/>
                  <a:pt x="61753" y="95115"/>
                  <a:pt x="63473" y="92723"/>
                </a:cubicBezTo>
                <a:close/>
                <a:moveTo>
                  <a:pt x="139985" y="100196"/>
                </a:moveTo>
                <a:cubicBezTo>
                  <a:pt x="139985" y="100196"/>
                  <a:pt x="140012" y="100223"/>
                  <a:pt x="140012" y="100223"/>
                </a:cubicBezTo>
                <a:lnTo>
                  <a:pt x="139851" y="100223"/>
                </a:lnTo>
                <a:lnTo>
                  <a:pt x="139985" y="100196"/>
                </a:lnTo>
                <a:close/>
                <a:moveTo>
                  <a:pt x="171386" y="100035"/>
                </a:moveTo>
                <a:lnTo>
                  <a:pt x="171412" y="100062"/>
                </a:lnTo>
                <a:cubicBezTo>
                  <a:pt x="171493" y="100116"/>
                  <a:pt x="171574" y="100170"/>
                  <a:pt x="171654" y="100223"/>
                </a:cubicBezTo>
                <a:lnTo>
                  <a:pt x="169611" y="100223"/>
                </a:lnTo>
                <a:cubicBezTo>
                  <a:pt x="170203" y="100170"/>
                  <a:pt x="170794" y="100116"/>
                  <a:pt x="171386" y="100035"/>
                </a:cubicBezTo>
                <a:close/>
                <a:moveTo>
                  <a:pt x="174639" y="99901"/>
                </a:moveTo>
                <a:lnTo>
                  <a:pt x="174639" y="99901"/>
                </a:lnTo>
                <a:cubicBezTo>
                  <a:pt x="174612" y="100008"/>
                  <a:pt x="174558" y="100116"/>
                  <a:pt x="174504" y="100223"/>
                </a:cubicBezTo>
                <a:lnTo>
                  <a:pt x="173617" y="100223"/>
                </a:lnTo>
                <a:lnTo>
                  <a:pt x="173563" y="100196"/>
                </a:lnTo>
                <a:lnTo>
                  <a:pt x="174639" y="99901"/>
                </a:lnTo>
                <a:close/>
                <a:moveTo>
                  <a:pt x="189102" y="97132"/>
                </a:moveTo>
                <a:cubicBezTo>
                  <a:pt x="188914" y="97669"/>
                  <a:pt x="188726" y="98180"/>
                  <a:pt x="188538" y="98718"/>
                </a:cubicBezTo>
                <a:cubicBezTo>
                  <a:pt x="187704" y="99202"/>
                  <a:pt x="186871" y="99713"/>
                  <a:pt x="186064" y="100223"/>
                </a:cubicBezTo>
                <a:cubicBezTo>
                  <a:pt x="186091" y="99874"/>
                  <a:pt x="186118" y="99524"/>
                  <a:pt x="186145" y="99175"/>
                </a:cubicBezTo>
                <a:cubicBezTo>
                  <a:pt x="187113" y="98476"/>
                  <a:pt x="188107" y="97777"/>
                  <a:pt x="189102" y="97132"/>
                </a:cubicBezTo>
                <a:close/>
                <a:moveTo>
                  <a:pt x="175311" y="99766"/>
                </a:moveTo>
                <a:lnTo>
                  <a:pt x="174961" y="100250"/>
                </a:lnTo>
                <a:lnTo>
                  <a:pt x="174585" y="100250"/>
                </a:lnTo>
                <a:cubicBezTo>
                  <a:pt x="174639" y="100143"/>
                  <a:pt x="174692" y="100035"/>
                  <a:pt x="174746" y="99928"/>
                </a:cubicBezTo>
                <a:lnTo>
                  <a:pt x="175311" y="99766"/>
                </a:lnTo>
                <a:close/>
                <a:moveTo>
                  <a:pt x="176386" y="99444"/>
                </a:moveTo>
                <a:lnTo>
                  <a:pt x="176090" y="100250"/>
                </a:lnTo>
                <a:lnTo>
                  <a:pt x="175042" y="100250"/>
                </a:lnTo>
                <a:lnTo>
                  <a:pt x="175418" y="99713"/>
                </a:lnTo>
                <a:lnTo>
                  <a:pt x="176386" y="99444"/>
                </a:lnTo>
                <a:close/>
                <a:moveTo>
                  <a:pt x="188511" y="98852"/>
                </a:moveTo>
                <a:lnTo>
                  <a:pt x="188511" y="98852"/>
                </a:lnTo>
                <a:cubicBezTo>
                  <a:pt x="188349" y="99309"/>
                  <a:pt x="188188" y="99793"/>
                  <a:pt x="188027" y="100277"/>
                </a:cubicBezTo>
                <a:lnTo>
                  <a:pt x="186064" y="100277"/>
                </a:lnTo>
                <a:cubicBezTo>
                  <a:pt x="186871" y="99793"/>
                  <a:pt x="187677" y="99309"/>
                  <a:pt x="188511" y="98852"/>
                </a:cubicBezTo>
                <a:close/>
                <a:moveTo>
                  <a:pt x="119204" y="99981"/>
                </a:moveTo>
                <a:lnTo>
                  <a:pt x="119204" y="99981"/>
                </a:lnTo>
                <a:cubicBezTo>
                  <a:pt x="118209" y="100143"/>
                  <a:pt x="117161" y="100250"/>
                  <a:pt x="116139" y="100358"/>
                </a:cubicBezTo>
                <a:lnTo>
                  <a:pt x="116247" y="100331"/>
                </a:lnTo>
                <a:cubicBezTo>
                  <a:pt x="117241" y="100196"/>
                  <a:pt x="118236" y="100089"/>
                  <a:pt x="119204" y="99981"/>
                </a:cubicBezTo>
                <a:close/>
                <a:moveTo>
                  <a:pt x="113988" y="100331"/>
                </a:moveTo>
                <a:cubicBezTo>
                  <a:pt x="113988" y="100358"/>
                  <a:pt x="113988" y="100358"/>
                  <a:pt x="113988" y="100358"/>
                </a:cubicBezTo>
                <a:lnTo>
                  <a:pt x="113881" y="100412"/>
                </a:lnTo>
                <a:lnTo>
                  <a:pt x="113854" y="100412"/>
                </a:lnTo>
                <a:lnTo>
                  <a:pt x="113988" y="100331"/>
                </a:lnTo>
                <a:close/>
                <a:moveTo>
                  <a:pt x="109015" y="100358"/>
                </a:moveTo>
                <a:cubicBezTo>
                  <a:pt x="109042" y="100412"/>
                  <a:pt x="109095" y="100438"/>
                  <a:pt x="109149" y="100465"/>
                </a:cubicBezTo>
                <a:lnTo>
                  <a:pt x="109015" y="100465"/>
                </a:lnTo>
                <a:lnTo>
                  <a:pt x="109015" y="100358"/>
                </a:lnTo>
                <a:close/>
                <a:moveTo>
                  <a:pt x="114768" y="99739"/>
                </a:moveTo>
                <a:lnTo>
                  <a:pt x="114418" y="99981"/>
                </a:lnTo>
                <a:lnTo>
                  <a:pt x="114230" y="100008"/>
                </a:lnTo>
                <a:cubicBezTo>
                  <a:pt x="114096" y="100008"/>
                  <a:pt x="113988" y="100143"/>
                  <a:pt x="114015" y="100277"/>
                </a:cubicBezTo>
                <a:lnTo>
                  <a:pt x="113746" y="100465"/>
                </a:lnTo>
                <a:lnTo>
                  <a:pt x="113397" y="100465"/>
                </a:lnTo>
                <a:cubicBezTo>
                  <a:pt x="113693" y="100250"/>
                  <a:pt x="114015" y="100062"/>
                  <a:pt x="114338" y="99901"/>
                </a:cubicBezTo>
                <a:lnTo>
                  <a:pt x="114365" y="99928"/>
                </a:lnTo>
                <a:lnTo>
                  <a:pt x="114392" y="99928"/>
                </a:lnTo>
                <a:lnTo>
                  <a:pt x="114418" y="99901"/>
                </a:lnTo>
                <a:lnTo>
                  <a:pt x="114768" y="99739"/>
                </a:lnTo>
                <a:close/>
                <a:moveTo>
                  <a:pt x="107993" y="92830"/>
                </a:moveTo>
                <a:cubicBezTo>
                  <a:pt x="107160" y="95330"/>
                  <a:pt x="106541" y="97911"/>
                  <a:pt x="106138" y="100519"/>
                </a:cubicBezTo>
                <a:lnTo>
                  <a:pt x="104794" y="100519"/>
                </a:lnTo>
                <a:cubicBezTo>
                  <a:pt x="105251" y="98476"/>
                  <a:pt x="105681" y="96406"/>
                  <a:pt x="106111" y="94363"/>
                </a:cubicBezTo>
                <a:cubicBezTo>
                  <a:pt x="106703" y="93825"/>
                  <a:pt x="107348" y="93341"/>
                  <a:pt x="107993" y="92830"/>
                </a:cubicBezTo>
                <a:close/>
                <a:moveTo>
                  <a:pt x="58966" y="100668"/>
                </a:moveTo>
                <a:cubicBezTo>
                  <a:pt x="58960" y="100668"/>
                  <a:pt x="58966" y="100680"/>
                  <a:pt x="58984" y="100680"/>
                </a:cubicBezTo>
                <a:cubicBezTo>
                  <a:pt x="58975" y="100671"/>
                  <a:pt x="58969" y="100668"/>
                  <a:pt x="58966" y="100668"/>
                </a:cubicBezTo>
                <a:close/>
                <a:moveTo>
                  <a:pt x="238177" y="93075"/>
                </a:moveTo>
                <a:lnTo>
                  <a:pt x="236714" y="95868"/>
                </a:lnTo>
                <a:cubicBezTo>
                  <a:pt x="234509" y="97401"/>
                  <a:pt x="232332" y="99014"/>
                  <a:pt x="230262" y="100680"/>
                </a:cubicBezTo>
                <a:lnTo>
                  <a:pt x="228272" y="100654"/>
                </a:lnTo>
                <a:cubicBezTo>
                  <a:pt x="231458" y="98003"/>
                  <a:pt x="234751" y="95459"/>
                  <a:pt x="238177" y="93075"/>
                </a:cubicBezTo>
                <a:close/>
                <a:moveTo>
                  <a:pt x="236579" y="96110"/>
                </a:moveTo>
                <a:lnTo>
                  <a:pt x="236579" y="96110"/>
                </a:lnTo>
                <a:cubicBezTo>
                  <a:pt x="235773" y="97669"/>
                  <a:pt x="234966" y="99202"/>
                  <a:pt x="234160" y="100734"/>
                </a:cubicBezTo>
                <a:lnTo>
                  <a:pt x="230423" y="100680"/>
                </a:lnTo>
                <a:cubicBezTo>
                  <a:pt x="232466" y="99121"/>
                  <a:pt x="234509" y="97589"/>
                  <a:pt x="236579" y="96110"/>
                </a:cubicBezTo>
                <a:close/>
                <a:moveTo>
                  <a:pt x="240451" y="93449"/>
                </a:moveTo>
                <a:lnTo>
                  <a:pt x="240451" y="93449"/>
                </a:lnTo>
                <a:cubicBezTo>
                  <a:pt x="239053" y="95868"/>
                  <a:pt x="237628" y="98315"/>
                  <a:pt x="236257" y="100761"/>
                </a:cubicBezTo>
                <a:lnTo>
                  <a:pt x="234214" y="100734"/>
                </a:lnTo>
                <a:lnTo>
                  <a:pt x="236660" y="96029"/>
                </a:lnTo>
                <a:cubicBezTo>
                  <a:pt x="237923" y="95169"/>
                  <a:pt x="239187" y="94282"/>
                  <a:pt x="240451" y="93449"/>
                </a:cubicBezTo>
                <a:close/>
                <a:moveTo>
                  <a:pt x="240988" y="98610"/>
                </a:moveTo>
                <a:lnTo>
                  <a:pt x="240988" y="98610"/>
                </a:lnTo>
                <a:cubicBezTo>
                  <a:pt x="240719" y="99336"/>
                  <a:pt x="240477" y="100089"/>
                  <a:pt x="240236" y="100842"/>
                </a:cubicBezTo>
                <a:lnTo>
                  <a:pt x="238703" y="100815"/>
                </a:lnTo>
                <a:cubicBezTo>
                  <a:pt x="238918" y="100412"/>
                  <a:pt x="239133" y="100008"/>
                  <a:pt x="239348" y="99605"/>
                </a:cubicBezTo>
                <a:lnTo>
                  <a:pt x="240988" y="98610"/>
                </a:lnTo>
                <a:close/>
                <a:moveTo>
                  <a:pt x="58930" y="100196"/>
                </a:moveTo>
                <a:cubicBezTo>
                  <a:pt x="59233" y="100424"/>
                  <a:pt x="59537" y="100676"/>
                  <a:pt x="59840" y="100928"/>
                </a:cubicBezTo>
                <a:lnTo>
                  <a:pt x="59840" y="100928"/>
                </a:lnTo>
                <a:cubicBezTo>
                  <a:pt x="59484" y="100764"/>
                  <a:pt x="59174" y="100513"/>
                  <a:pt x="58930" y="100196"/>
                </a:cubicBezTo>
                <a:close/>
                <a:moveTo>
                  <a:pt x="71861" y="96997"/>
                </a:moveTo>
                <a:cubicBezTo>
                  <a:pt x="71512" y="97508"/>
                  <a:pt x="71189" y="98046"/>
                  <a:pt x="70920" y="98637"/>
                </a:cubicBezTo>
                <a:cubicBezTo>
                  <a:pt x="69818" y="99363"/>
                  <a:pt x="68689" y="100089"/>
                  <a:pt x="67560" y="100815"/>
                </a:cubicBezTo>
                <a:cubicBezTo>
                  <a:pt x="67533" y="100815"/>
                  <a:pt x="67560" y="100869"/>
                  <a:pt x="67586" y="100869"/>
                </a:cubicBezTo>
                <a:cubicBezTo>
                  <a:pt x="68716" y="100223"/>
                  <a:pt x="69791" y="99524"/>
                  <a:pt x="70866" y="98772"/>
                </a:cubicBezTo>
                <a:lnTo>
                  <a:pt x="70866" y="98772"/>
                </a:lnTo>
                <a:cubicBezTo>
                  <a:pt x="70544" y="99498"/>
                  <a:pt x="70329" y="100277"/>
                  <a:pt x="70221" y="101057"/>
                </a:cubicBezTo>
                <a:lnTo>
                  <a:pt x="65409" y="101137"/>
                </a:lnTo>
                <a:lnTo>
                  <a:pt x="65409" y="101137"/>
                </a:lnTo>
                <a:lnTo>
                  <a:pt x="71861" y="96997"/>
                </a:lnTo>
                <a:close/>
                <a:moveTo>
                  <a:pt x="57586" y="99981"/>
                </a:moveTo>
                <a:cubicBezTo>
                  <a:pt x="57639" y="100035"/>
                  <a:pt x="57666" y="100116"/>
                  <a:pt x="57693" y="100196"/>
                </a:cubicBezTo>
                <a:cubicBezTo>
                  <a:pt x="57397" y="100573"/>
                  <a:pt x="57075" y="100922"/>
                  <a:pt x="56752" y="101299"/>
                </a:cubicBezTo>
                <a:lnTo>
                  <a:pt x="56349" y="101299"/>
                </a:lnTo>
                <a:lnTo>
                  <a:pt x="57586" y="99981"/>
                </a:lnTo>
                <a:close/>
                <a:moveTo>
                  <a:pt x="52370" y="101406"/>
                </a:moveTo>
                <a:cubicBezTo>
                  <a:pt x="52370" y="101406"/>
                  <a:pt x="52370" y="101406"/>
                  <a:pt x="52370" y="101406"/>
                </a:cubicBezTo>
                <a:lnTo>
                  <a:pt x="52343" y="101406"/>
                </a:lnTo>
                <a:lnTo>
                  <a:pt x="52370" y="101406"/>
                </a:lnTo>
                <a:close/>
                <a:moveTo>
                  <a:pt x="63742" y="93180"/>
                </a:moveTo>
                <a:cubicBezTo>
                  <a:pt x="64414" y="94497"/>
                  <a:pt x="64683" y="95976"/>
                  <a:pt x="64522" y="97454"/>
                </a:cubicBezTo>
                <a:cubicBezTo>
                  <a:pt x="63473" y="98799"/>
                  <a:pt x="62398" y="100143"/>
                  <a:pt x="61296" y="101460"/>
                </a:cubicBezTo>
                <a:cubicBezTo>
                  <a:pt x="61000" y="101379"/>
                  <a:pt x="60731" y="101299"/>
                  <a:pt x="60462" y="101191"/>
                </a:cubicBezTo>
                <a:cubicBezTo>
                  <a:pt x="59871" y="100654"/>
                  <a:pt x="59226" y="100143"/>
                  <a:pt x="58580" y="99686"/>
                </a:cubicBezTo>
                <a:cubicBezTo>
                  <a:pt x="60301" y="97562"/>
                  <a:pt x="62022" y="95384"/>
                  <a:pt x="63688" y="93180"/>
                </a:cubicBezTo>
                <a:close/>
                <a:moveTo>
                  <a:pt x="64522" y="97723"/>
                </a:moveTo>
                <a:lnTo>
                  <a:pt x="64495" y="97992"/>
                </a:lnTo>
                <a:cubicBezTo>
                  <a:pt x="63554" y="99202"/>
                  <a:pt x="62613" y="100412"/>
                  <a:pt x="61645" y="101568"/>
                </a:cubicBezTo>
                <a:lnTo>
                  <a:pt x="61403" y="101487"/>
                </a:lnTo>
                <a:cubicBezTo>
                  <a:pt x="62452" y="100250"/>
                  <a:pt x="63500" y="98987"/>
                  <a:pt x="64522" y="97723"/>
                </a:cubicBezTo>
                <a:close/>
                <a:moveTo>
                  <a:pt x="58473" y="99874"/>
                </a:moveTo>
                <a:cubicBezTo>
                  <a:pt x="58984" y="100680"/>
                  <a:pt x="59763" y="101326"/>
                  <a:pt x="60677" y="101621"/>
                </a:cubicBezTo>
                <a:cubicBezTo>
                  <a:pt x="60785" y="101702"/>
                  <a:pt x="60892" y="101810"/>
                  <a:pt x="60973" y="101890"/>
                </a:cubicBezTo>
                <a:lnTo>
                  <a:pt x="60973" y="101944"/>
                </a:lnTo>
                <a:cubicBezTo>
                  <a:pt x="60220" y="101675"/>
                  <a:pt x="59575" y="101272"/>
                  <a:pt x="59010" y="100761"/>
                </a:cubicBezTo>
                <a:cubicBezTo>
                  <a:pt x="59010" y="100734"/>
                  <a:pt x="59010" y="100707"/>
                  <a:pt x="58984" y="100680"/>
                </a:cubicBezTo>
                <a:cubicBezTo>
                  <a:pt x="58984" y="100680"/>
                  <a:pt x="58984" y="100707"/>
                  <a:pt x="58984" y="100734"/>
                </a:cubicBezTo>
                <a:cubicBezTo>
                  <a:pt x="58742" y="100519"/>
                  <a:pt x="58527" y="100277"/>
                  <a:pt x="58338" y="100035"/>
                </a:cubicBezTo>
                <a:lnTo>
                  <a:pt x="58473" y="99874"/>
                </a:lnTo>
                <a:close/>
                <a:moveTo>
                  <a:pt x="61161" y="101756"/>
                </a:moveTo>
                <a:lnTo>
                  <a:pt x="61430" y="101810"/>
                </a:lnTo>
                <a:lnTo>
                  <a:pt x="61296" y="101971"/>
                </a:lnTo>
                <a:lnTo>
                  <a:pt x="61107" y="101810"/>
                </a:lnTo>
                <a:lnTo>
                  <a:pt x="61161" y="101756"/>
                </a:lnTo>
                <a:close/>
                <a:moveTo>
                  <a:pt x="60812" y="102078"/>
                </a:moveTo>
                <a:lnTo>
                  <a:pt x="60785" y="102105"/>
                </a:lnTo>
                <a:cubicBezTo>
                  <a:pt x="60785" y="102078"/>
                  <a:pt x="60785" y="102078"/>
                  <a:pt x="60785" y="102078"/>
                </a:cubicBezTo>
                <a:close/>
                <a:moveTo>
                  <a:pt x="60892" y="102105"/>
                </a:moveTo>
                <a:lnTo>
                  <a:pt x="61161" y="102186"/>
                </a:lnTo>
                <a:lnTo>
                  <a:pt x="60865" y="102535"/>
                </a:lnTo>
                <a:cubicBezTo>
                  <a:pt x="60839" y="102428"/>
                  <a:pt x="60839" y="102320"/>
                  <a:pt x="60812" y="102213"/>
                </a:cubicBezTo>
                <a:lnTo>
                  <a:pt x="60892" y="102105"/>
                </a:lnTo>
                <a:close/>
                <a:moveTo>
                  <a:pt x="59494" y="101379"/>
                </a:moveTo>
                <a:cubicBezTo>
                  <a:pt x="59871" y="101648"/>
                  <a:pt x="60247" y="101863"/>
                  <a:pt x="60677" y="102025"/>
                </a:cubicBezTo>
                <a:lnTo>
                  <a:pt x="60704" y="102186"/>
                </a:lnTo>
                <a:lnTo>
                  <a:pt x="59951" y="103100"/>
                </a:lnTo>
                <a:cubicBezTo>
                  <a:pt x="59844" y="102509"/>
                  <a:pt x="59709" y="101944"/>
                  <a:pt x="59494" y="101379"/>
                </a:cubicBezTo>
                <a:close/>
                <a:moveTo>
                  <a:pt x="59064" y="101057"/>
                </a:moveTo>
                <a:lnTo>
                  <a:pt x="59064" y="101057"/>
                </a:lnTo>
                <a:cubicBezTo>
                  <a:pt x="59145" y="101164"/>
                  <a:pt x="59279" y="101245"/>
                  <a:pt x="59414" y="101326"/>
                </a:cubicBezTo>
                <a:lnTo>
                  <a:pt x="59414" y="101352"/>
                </a:lnTo>
                <a:cubicBezTo>
                  <a:pt x="59629" y="101971"/>
                  <a:pt x="59763" y="102589"/>
                  <a:pt x="59817" y="103234"/>
                </a:cubicBezTo>
                <a:lnTo>
                  <a:pt x="59521" y="103584"/>
                </a:lnTo>
                <a:cubicBezTo>
                  <a:pt x="59494" y="102724"/>
                  <a:pt x="59333" y="101863"/>
                  <a:pt x="59064" y="101057"/>
                </a:cubicBezTo>
                <a:close/>
                <a:moveTo>
                  <a:pt x="60731" y="102293"/>
                </a:moveTo>
                <a:cubicBezTo>
                  <a:pt x="60731" y="102401"/>
                  <a:pt x="60758" y="102509"/>
                  <a:pt x="60785" y="102616"/>
                </a:cubicBezTo>
                <a:lnTo>
                  <a:pt x="60005" y="103584"/>
                </a:lnTo>
                <a:cubicBezTo>
                  <a:pt x="60005" y="103449"/>
                  <a:pt x="59978" y="103342"/>
                  <a:pt x="59951" y="103207"/>
                </a:cubicBezTo>
                <a:lnTo>
                  <a:pt x="60731" y="102293"/>
                </a:lnTo>
                <a:close/>
                <a:moveTo>
                  <a:pt x="55811" y="102455"/>
                </a:moveTo>
                <a:lnTo>
                  <a:pt x="54736" y="103772"/>
                </a:lnTo>
                <a:lnTo>
                  <a:pt x="54198" y="103772"/>
                </a:lnTo>
                <a:cubicBezTo>
                  <a:pt x="54548" y="103315"/>
                  <a:pt x="54897" y="102885"/>
                  <a:pt x="55274" y="102482"/>
                </a:cubicBezTo>
                <a:lnTo>
                  <a:pt x="55300" y="102455"/>
                </a:lnTo>
                <a:close/>
                <a:moveTo>
                  <a:pt x="129554" y="101568"/>
                </a:moveTo>
                <a:lnTo>
                  <a:pt x="129554" y="101568"/>
                </a:lnTo>
                <a:cubicBezTo>
                  <a:pt x="128317" y="101648"/>
                  <a:pt x="127108" y="101729"/>
                  <a:pt x="125898" y="101783"/>
                </a:cubicBezTo>
                <a:cubicBezTo>
                  <a:pt x="121032" y="102078"/>
                  <a:pt x="116058" y="102078"/>
                  <a:pt x="111246" y="102724"/>
                </a:cubicBezTo>
                <a:cubicBezTo>
                  <a:pt x="112856" y="102818"/>
                  <a:pt x="114474" y="102849"/>
                  <a:pt x="116095" y="102849"/>
                </a:cubicBezTo>
                <a:cubicBezTo>
                  <a:pt x="119356" y="102849"/>
                  <a:pt x="122629" y="102722"/>
                  <a:pt x="125871" y="102722"/>
                </a:cubicBezTo>
                <a:cubicBezTo>
                  <a:pt x="126077" y="102722"/>
                  <a:pt x="126283" y="102722"/>
                  <a:pt x="126489" y="102724"/>
                </a:cubicBezTo>
                <a:cubicBezTo>
                  <a:pt x="127618" y="102724"/>
                  <a:pt x="128748" y="102726"/>
                  <a:pt x="129877" y="102726"/>
                </a:cubicBezTo>
                <a:cubicBezTo>
                  <a:pt x="132700" y="102726"/>
                  <a:pt x="135522" y="102712"/>
                  <a:pt x="138345" y="102616"/>
                </a:cubicBezTo>
                <a:cubicBezTo>
                  <a:pt x="142458" y="102697"/>
                  <a:pt x="146572" y="102750"/>
                  <a:pt x="150685" y="102804"/>
                </a:cubicBezTo>
                <a:cubicBezTo>
                  <a:pt x="146679" y="102912"/>
                  <a:pt x="142700" y="103073"/>
                  <a:pt x="138695" y="103154"/>
                </a:cubicBezTo>
                <a:cubicBezTo>
                  <a:pt x="134837" y="103207"/>
                  <a:pt x="130972" y="103234"/>
                  <a:pt x="127108" y="103234"/>
                </a:cubicBezTo>
                <a:cubicBezTo>
                  <a:pt x="123243" y="103234"/>
                  <a:pt x="119379" y="103207"/>
                  <a:pt x="115521" y="103154"/>
                </a:cubicBezTo>
                <a:cubicBezTo>
                  <a:pt x="115494" y="103154"/>
                  <a:pt x="115494" y="103181"/>
                  <a:pt x="115521" y="103181"/>
                </a:cubicBezTo>
                <a:cubicBezTo>
                  <a:pt x="123371" y="103369"/>
                  <a:pt x="131194" y="103476"/>
                  <a:pt x="139017" y="103503"/>
                </a:cubicBezTo>
                <a:lnTo>
                  <a:pt x="142163" y="103530"/>
                </a:lnTo>
                <a:cubicBezTo>
                  <a:pt x="124715" y="103530"/>
                  <a:pt x="107267" y="103584"/>
                  <a:pt x="89846" y="103745"/>
                </a:cubicBezTo>
                <a:lnTo>
                  <a:pt x="82534" y="103799"/>
                </a:lnTo>
                <a:lnTo>
                  <a:pt x="61269" y="103772"/>
                </a:lnTo>
                <a:cubicBezTo>
                  <a:pt x="61618" y="103288"/>
                  <a:pt x="61968" y="102831"/>
                  <a:pt x="62344" y="102347"/>
                </a:cubicBezTo>
                <a:cubicBezTo>
                  <a:pt x="75679" y="102105"/>
                  <a:pt x="89067" y="101917"/>
                  <a:pt x="102428" y="101783"/>
                </a:cubicBezTo>
                <a:lnTo>
                  <a:pt x="102455" y="101783"/>
                </a:lnTo>
                <a:cubicBezTo>
                  <a:pt x="111488" y="101702"/>
                  <a:pt x="120521" y="101621"/>
                  <a:pt x="129554" y="101568"/>
                </a:cubicBezTo>
                <a:close/>
                <a:moveTo>
                  <a:pt x="129662" y="103638"/>
                </a:moveTo>
                <a:cubicBezTo>
                  <a:pt x="142297" y="103638"/>
                  <a:pt x="154933" y="103638"/>
                  <a:pt x="167568" y="103718"/>
                </a:cubicBezTo>
                <a:lnTo>
                  <a:pt x="159288" y="103772"/>
                </a:lnTo>
                <a:lnTo>
                  <a:pt x="139205" y="103933"/>
                </a:lnTo>
                <a:lnTo>
                  <a:pt x="96514" y="103826"/>
                </a:lnTo>
                <a:lnTo>
                  <a:pt x="89228" y="103826"/>
                </a:lnTo>
                <a:cubicBezTo>
                  <a:pt x="102697" y="103718"/>
                  <a:pt x="116193" y="103665"/>
                  <a:pt x="129662" y="103638"/>
                </a:cubicBezTo>
                <a:close/>
                <a:moveTo>
                  <a:pt x="160551" y="103880"/>
                </a:moveTo>
                <a:cubicBezTo>
                  <a:pt x="159718" y="103906"/>
                  <a:pt x="158885" y="103933"/>
                  <a:pt x="158051" y="103960"/>
                </a:cubicBezTo>
                <a:lnTo>
                  <a:pt x="149556" y="103960"/>
                </a:lnTo>
                <a:lnTo>
                  <a:pt x="160551" y="103880"/>
                </a:lnTo>
                <a:close/>
                <a:moveTo>
                  <a:pt x="61188" y="103826"/>
                </a:moveTo>
                <a:lnTo>
                  <a:pt x="76942" y="103880"/>
                </a:lnTo>
                <a:cubicBezTo>
                  <a:pt x="71646" y="103933"/>
                  <a:pt x="66323" y="103987"/>
                  <a:pt x="61027" y="104068"/>
                </a:cubicBezTo>
                <a:lnTo>
                  <a:pt x="61188" y="103826"/>
                </a:lnTo>
                <a:close/>
                <a:moveTo>
                  <a:pt x="176063" y="103745"/>
                </a:moveTo>
                <a:cubicBezTo>
                  <a:pt x="189048" y="103826"/>
                  <a:pt x="202033" y="103933"/>
                  <a:pt x="215018" y="104095"/>
                </a:cubicBezTo>
                <a:lnTo>
                  <a:pt x="186306" y="104041"/>
                </a:lnTo>
                <a:lnTo>
                  <a:pt x="172058" y="104014"/>
                </a:lnTo>
                <a:lnTo>
                  <a:pt x="172192" y="103987"/>
                </a:lnTo>
                <a:cubicBezTo>
                  <a:pt x="172327" y="103987"/>
                  <a:pt x="172327" y="103799"/>
                  <a:pt x="172192" y="103799"/>
                </a:cubicBezTo>
                <a:lnTo>
                  <a:pt x="171762" y="103799"/>
                </a:lnTo>
                <a:lnTo>
                  <a:pt x="176063" y="103745"/>
                </a:lnTo>
                <a:close/>
                <a:moveTo>
                  <a:pt x="59844" y="103369"/>
                </a:moveTo>
                <a:cubicBezTo>
                  <a:pt x="59844" y="103476"/>
                  <a:pt x="59871" y="103611"/>
                  <a:pt x="59871" y="103745"/>
                </a:cubicBezTo>
                <a:lnTo>
                  <a:pt x="59521" y="104122"/>
                </a:lnTo>
                <a:lnTo>
                  <a:pt x="59521" y="103718"/>
                </a:lnTo>
                <a:lnTo>
                  <a:pt x="59844" y="103369"/>
                </a:lnTo>
                <a:close/>
                <a:moveTo>
                  <a:pt x="54682" y="103799"/>
                </a:moveTo>
                <a:lnTo>
                  <a:pt x="54413" y="104148"/>
                </a:lnTo>
                <a:lnTo>
                  <a:pt x="53903" y="104148"/>
                </a:lnTo>
                <a:cubicBezTo>
                  <a:pt x="53956" y="104041"/>
                  <a:pt x="54064" y="103933"/>
                  <a:pt x="54144" y="103799"/>
                </a:cubicBezTo>
                <a:close/>
                <a:moveTo>
                  <a:pt x="82265" y="103880"/>
                </a:moveTo>
                <a:cubicBezTo>
                  <a:pt x="98207" y="103933"/>
                  <a:pt x="114150" y="103960"/>
                  <a:pt x="130119" y="104014"/>
                </a:cubicBezTo>
                <a:lnTo>
                  <a:pt x="60624" y="104579"/>
                </a:lnTo>
                <a:lnTo>
                  <a:pt x="61000" y="104095"/>
                </a:lnTo>
                <a:cubicBezTo>
                  <a:pt x="68070" y="104014"/>
                  <a:pt x="75168" y="103933"/>
                  <a:pt x="82265" y="103880"/>
                </a:cubicBezTo>
                <a:close/>
                <a:moveTo>
                  <a:pt x="54360" y="104175"/>
                </a:moveTo>
                <a:cubicBezTo>
                  <a:pt x="54252" y="104337"/>
                  <a:pt x="54118" y="104471"/>
                  <a:pt x="54010" y="104632"/>
                </a:cubicBezTo>
                <a:lnTo>
                  <a:pt x="53526" y="104632"/>
                </a:lnTo>
                <a:cubicBezTo>
                  <a:pt x="53607" y="104471"/>
                  <a:pt x="53741" y="104337"/>
                  <a:pt x="53849" y="104202"/>
                </a:cubicBezTo>
                <a:lnTo>
                  <a:pt x="53849" y="104175"/>
                </a:lnTo>
                <a:close/>
                <a:moveTo>
                  <a:pt x="59441" y="103826"/>
                </a:moveTo>
                <a:lnTo>
                  <a:pt x="59441" y="103826"/>
                </a:lnTo>
                <a:cubicBezTo>
                  <a:pt x="59414" y="103960"/>
                  <a:pt x="59414" y="104122"/>
                  <a:pt x="59414" y="104256"/>
                </a:cubicBezTo>
                <a:lnTo>
                  <a:pt x="59441" y="104256"/>
                </a:lnTo>
                <a:lnTo>
                  <a:pt x="58957" y="104821"/>
                </a:lnTo>
                <a:cubicBezTo>
                  <a:pt x="58957" y="104686"/>
                  <a:pt x="58957" y="104552"/>
                  <a:pt x="58957" y="104390"/>
                </a:cubicBezTo>
                <a:lnTo>
                  <a:pt x="59441" y="103826"/>
                </a:lnTo>
                <a:close/>
                <a:moveTo>
                  <a:pt x="58231" y="100143"/>
                </a:moveTo>
                <a:cubicBezTo>
                  <a:pt x="58473" y="100465"/>
                  <a:pt x="58742" y="100761"/>
                  <a:pt x="59010" y="101057"/>
                </a:cubicBezTo>
                <a:cubicBezTo>
                  <a:pt x="59279" y="101917"/>
                  <a:pt x="59414" y="102804"/>
                  <a:pt x="59414" y="103718"/>
                </a:cubicBezTo>
                <a:lnTo>
                  <a:pt x="58957" y="104283"/>
                </a:lnTo>
                <a:cubicBezTo>
                  <a:pt x="58930" y="102939"/>
                  <a:pt x="58715" y="101621"/>
                  <a:pt x="58312" y="100358"/>
                </a:cubicBezTo>
                <a:lnTo>
                  <a:pt x="58285" y="100358"/>
                </a:lnTo>
                <a:cubicBezTo>
                  <a:pt x="58634" y="101648"/>
                  <a:pt x="58849" y="103019"/>
                  <a:pt x="58849" y="104390"/>
                </a:cubicBezTo>
                <a:lnTo>
                  <a:pt x="58312" y="105009"/>
                </a:lnTo>
                <a:cubicBezTo>
                  <a:pt x="58419" y="103503"/>
                  <a:pt x="58392" y="101998"/>
                  <a:pt x="57854" y="100573"/>
                </a:cubicBezTo>
                <a:lnTo>
                  <a:pt x="58231" y="100143"/>
                </a:lnTo>
                <a:close/>
                <a:moveTo>
                  <a:pt x="58876" y="104498"/>
                </a:moveTo>
                <a:cubicBezTo>
                  <a:pt x="58876" y="104632"/>
                  <a:pt x="58876" y="104767"/>
                  <a:pt x="58876" y="104901"/>
                </a:cubicBezTo>
                <a:cubicBezTo>
                  <a:pt x="58688" y="105143"/>
                  <a:pt x="58500" y="105385"/>
                  <a:pt x="58285" y="105627"/>
                </a:cubicBezTo>
                <a:cubicBezTo>
                  <a:pt x="58285" y="105466"/>
                  <a:pt x="58312" y="105304"/>
                  <a:pt x="58338" y="105143"/>
                </a:cubicBezTo>
                <a:lnTo>
                  <a:pt x="58876" y="104498"/>
                </a:lnTo>
                <a:close/>
                <a:moveTo>
                  <a:pt x="53903" y="104713"/>
                </a:moveTo>
                <a:lnTo>
                  <a:pt x="53903" y="104713"/>
                </a:lnTo>
                <a:cubicBezTo>
                  <a:pt x="53446" y="105278"/>
                  <a:pt x="52962" y="105842"/>
                  <a:pt x="52505" y="106380"/>
                </a:cubicBezTo>
                <a:lnTo>
                  <a:pt x="52424" y="106380"/>
                </a:lnTo>
                <a:cubicBezTo>
                  <a:pt x="52424" y="106380"/>
                  <a:pt x="52397" y="106353"/>
                  <a:pt x="52397" y="106353"/>
                </a:cubicBezTo>
                <a:cubicBezTo>
                  <a:pt x="52720" y="105788"/>
                  <a:pt x="53069" y="105251"/>
                  <a:pt x="53446" y="104740"/>
                </a:cubicBezTo>
                <a:lnTo>
                  <a:pt x="53903" y="104713"/>
                </a:lnTo>
                <a:close/>
                <a:moveTo>
                  <a:pt x="53365" y="107186"/>
                </a:moveTo>
                <a:cubicBezTo>
                  <a:pt x="53661" y="107455"/>
                  <a:pt x="53983" y="107724"/>
                  <a:pt x="54333" y="107939"/>
                </a:cubicBezTo>
                <a:lnTo>
                  <a:pt x="54333" y="107966"/>
                </a:lnTo>
                <a:lnTo>
                  <a:pt x="54440" y="108154"/>
                </a:lnTo>
                <a:cubicBezTo>
                  <a:pt x="54118" y="107966"/>
                  <a:pt x="53795" y="107778"/>
                  <a:pt x="53499" y="107563"/>
                </a:cubicBezTo>
                <a:cubicBezTo>
                  <a:pt x="53446" y="107428"/>
                  <a:pt x="53419" y="107321"/>
                  <a:pt x="53365" y="107186"/>
                </a:cubicBezTo>
                <a:close/>
                <a:moveTo>
                  <a:pt x="58258" y="105251"/>
                </a:moveTo>
                <a:lnTo>
                  <a:pt x="58204" y="105708"/>
                </a:lnTo>
                <a:cubicBezTo>
                  <a:pt x="57505" y="106568"/>
                  <a:pt x="56806" y="107428"/>
                  <a:pt x="56107" y="108289"/>
                </a:cubicBezTo>
                <a:lnTo>
                  <a:pt x="55919" y="108073"/>
                </a:lnTo>
                <a:cubicBezTo>
                  <a:pt x="56698" y="107133"/>
                  <a:pt x="57478" y="106192"/>
                  <a:pt x="58258" y="105251"/>
                </a:cubicBezTo>
                <a:close/>
                <a:moveTo>
                  <a:pt x="54440" y="108020"/>
                </a:moveTo>
                <a:cubicBezTo>
                  <a:pt x="54709" y="108208"/>
                  <a:pt x="55005" y="108396"/>
                  <a:pt x="55300" y="108584"/>
                </a:cubicBezTo>
                <a:cubicBezTo>
                  <a:pt x="55005" y="108450"/>
                  <a:pt x="54763" y="108315"/>
                  <a:pt x="54494" y="108181"/>
                </a:cubicBezTo>
                <a:lnTo>
                  <a:pt x="54521" y="108181"/>
                </a:lnTo>
                <a:cubicBezTo>
                  <a:pt x="54494" y="108127"/>
                  <a:pt x="54467" y="108073"/>
                  <a:pt x="54440" y="108020"/>
                </a:cubicBezTo>
                <a:close/>
                <a:moveTo>
                  <a:pt x="55758" y="108262"/>
                </a:moveTo>
                <a:lnTo>
                  <a:pt x="55973" y="108477"/>
                </a:lnTo>
                <a:lnTo>
                  <a:pt x="55865" y="108584"/>
                </a:lnTo>
                <a:lnTo>
                  <a:pt x="55623" y="108423"/>
                </a:lnTo>
                <a:lnTo>
                  <a:pt x="55758" y="108262"/>
                </a:lnTo>
                <a:close/>
                <a:moveTo>
                  <a:pt x="54628" y="108423"/>
                </a:moveTo>
                <a:cubicBezTo>
                  <a:pt x="54843" y="108531"/>
                  <a:pt x="55059" y="108638"/>
                  <a:pt x="55274" y="108746"/>
                </a:cubicBezTo>
                <a:lnTo>
                  <a:pt x="54924" y="109176"/>
                </a:lnTo>
                <a:cubicBezTo>
                  <a:pt x="54843" y="108934"/>
                  <a:pt x="54736" y="108665"/>
                  <a:pt x="54628" y="108423"/>
                </a:cubicBezTo>
                <a:close/>
                <a:moveTo>
                  <a:pt x="51940" y="106971"/>
                </a:moveTo>
                <a:lnTo>
                  <a:pt x="51886" y="107106"/>
                </a:lnTo>
                <a:lnTo>
                  <a:pt x="49736" y="109606"/>
                </a:lnTo>
                <a:cubicBezTo>
                  <a:pt x="50408" y="108692"/>
                  <a:pt x="51080" y="107643"/>
                  <a:pt x="51940" y="106971"/>
                </a:cubicBezTo>
                <a:close/>
                <a:moveTo>
                  <a:pt x="55354" y="108772"/>
                </a:moveTo>
                <a:cubicBezTo>
                  <a:pt x="55435" y="108799"/>
                  <a:pt x="55516" y="108826"/>
                  <a:pt x="55623" y="108880"/>
                </a:cubicBezTo>
                <a:lnTo>
                  <a:pt x="55032" y="109633"/>
                </a:lnTo>
                <a:cubicBezTo>
                  <a:pt x="55005" y="109498"/>
                  <a:pt x="54978" y="109391"/>
                  <a:pt x="54951" y="109283"/>
                </a:cubicBezTo>
                <a:lnTo>
                  <a:pt x="55354" y="108772"/>
                </a:lnTo>
                <a:close/>
                <a:moveTo>
                  <a:pt x="53580" y="107805"/>
                </a:moveTo>
                <a:lnTo>
                  <a:pt x="53580" y="107805"/>
                </a:lnTo>
                <a:cubicBezTo>
                  <a:pt x="53876" y="108020"/>
                  <a:pt x="54198" y="108208"/>
                  <a:pt x="54521" y="108369"/>
                </a:cubicBezTo>
                <a:lnTo>
                  <a:pt x="54521" y="108396"/>
                </a:lnTo>
                <a:cubicBezTo>
                  <a:pt x="54655" y="108665"/>
                  <a:pt x="54763" y="108988"/>
                  <a:pt x="54817" y="109283"/>
                </a:cubicBezTo>
                <a:cubicBezTo>
                  <a:pt x="54602" y="109552"/>
                  <a:pt x="54386" y="109821"/>
                  <a:pt x="54198" y="110117"/>
                </a:cubicBezTo>
                <a:cubicBezTo>
                  <a:pt x="54037" y="109337"/>
                  <a:pt x="53822" y="108557"/>
                  <a:pt x="53580" y="107805"/>
                </a:cubicBezTo>
                <a:close/>
                <a:moveTo>
                  <a:pt x="54870" y="109391"/>
                </a:moveTo>
                <a:cubicBezTo>
                  <a:pt x="54897" y="109525"/>
                  <a:pt x="54924" y="109633"/>
                  <a:pt x="54951" y="109767"/>
                </a:cubicBezTo>
                <a:cubicBezTo>
                  <a:pt x="54736" y="110036"/>
                  <a:pt x="54521" y="110305"/>
                  <a:pt x="54279" y="110601"/>
                </a:cubicBezTo>
                <a:cubicBezTo>
                  <a:pt x="54279" y="110466"/>
                  <a:pt x="54252" y="110332"/>
                  <a:pt x="54225" y="110224"/>
                </a:cubicBezTo>
                <a:lnTo>
                  <a:pt x="54870" y="109391"/>
                </a:lnTo>
                <a:close/>
                <a:moveTo>
                  <a:pt x="57828" y="100600"/>
                </a:moveTo>
                <a:cubicBezTo>
                  <a:pt x="58338" y="102025"/>
                  <a:pt x="58365" y="103557"/>
                  <a:pt x="58258" y="105116"/>
                </a:cubicBezTo>
                <a:lnTo>
                  <a:pt x="58123" y="105224"/>
                </a:lnTo>
                <a:cubicBezTo>
                  <a:pt x="57371" y="106165"/>
                  <a:pt x="56591" y="107079"/>
                  <a:pt x="55838" y="108020"/>
                </a:cubicBezTo>
                <a:cubicBezTo>
                  <a:pt x="55327" y="107536"/>
                  <a:pt x="54736" y="107133"/>
                  <a:pt x="54091" y="106837"/>
                </a:cubicBezTo>
                <a:cubicBezTo>
                  <a:pt x="54083" y="106834"/>
                  <a:pt x="54076" y="106833"/>
                  <a:pt x="54069" y="106833"/>
                </a:cubicBezTo>
                <a:cubicBezTo>
                  <a:pt x="53997" y="106833"/>
                  <a:pt x="53937" y="106947"/>
                  <a:pt x="54010" y="106971"/>
                </a:cubicBezTo>
                <a:cubicBezTo>
                  <a:pt x="54602" y="107348"/>
                  <a:pt x="55166" y="107751"/>
                  <a:pt x="55677" y="108208"/>
                </a:cubicBezTo>
                <a:lnTo>
                  <a:pt x="55542" y="108369"/>
                </a:lnTo>
                <a:lnTo>
                  <a:pt x="53069" y="106649"/>
                </a:lnTo>
                <a:cubicBezTo>
                  <a:pt x="53054" y="106633"/>
                  <a:pt x="53036" y="106627"/>
                  <a:pt x="53019" y="106627"/>
                </a:cubicBezTo>
                <a:cubicBezTo>
                  <a:pt x="52945" y="106627"/>
                  <a:pt x="52869" y="106745"/>
                  <a:pt x="52935" y="106810"/>
                </a:cubicBezTo>
                <a:cubicBezTo>
                  <a:pt x="53015" y="106891"/>
                  <a:pt x="53150" y="107025"/>
                  <a:pt x="53284" y="107106"/>
                </a:cubicBezTo>
                <a:cubicBezTo>
                  <a:pt x="53311" y="107240"/>
                  <a:pt x="53365" y="107375"/>
                  <a:pt x="53392" y="107509"/>
                </a:cubicBezTo>
                <a:cubicBezTo>
                  <a:pt x="53150" y="107321"/>
                  <a:pt x="52908" y="107133"/>
                  <a:pt x="52693" y="106944"/>
                </a:cubicBezTo>
                <a:cubicBezTo>
                  <a:pt x="52672" y="106924"/>
                  <a:pt x="52650" y="106915"/>
                  <a:pt x="52629" y="106915"/>
                </a:cubicBezTo>
                <a:cubicBezTo>
                  <a:pt x="52569" y="106915"/>
                  <a:pt x="52525" y="106985"/>
                  <a:pt x="52585" y="107025"/>
                </a:cubicBezTo>
                <a:cubicBezTo>
                  <a:pt x="52854" y="107267"/>
                  <a:pt x="53150" y="107509"/>
                  <a:pt x="53472" y="107724"/>
                </a:cubicBezTo>
                <a:cubicBezTo>
                  <a:pt x="53714" y="108557"/>
                  <a:pt x="53929" y="109364"/>
                  <a:pt x="54091" y="110197"/>
                </a:cubicBezTo>
                <a:lnTo>
                  <a:pt x="53661" y="110789"/>
                </a:lnTo>
                <a:cubicBezTo>
                  <a:pt x="53392" y="109498"/>
                  <a:pt x="52988" y="108262"/>
                  <a:pt x="52370" y="107106"/>
                </a:cubicBezTo>
                <a:lnTo>
                  <a:pt x="52693" y="106729"/>
                </a:lnTo>
                <a:cubicBezTo>
                  <a:pt x="52747" y="106729"/>
                  <a:pt x="52800" y="106702"/>
                  <a:pt x="52935" y="106568"/>
                </a:cubicBezTo>
                <a:cubicBezTo>
                  <a:pt x="52935" y="106541"/>
                  <a:pt x="52935" y="106487"/>
                  <a:pt x="52935" y="106460"/>
                </a:cubicBezTo>
                <a:cubicBezTo>
                  <a:pt x="53983" y="105224"/>
                  <a:pt x="55005" y="103987"/>
                  <a:pt x="56053" y="102750"/>
                </a:cubicBezTo>
                <a:lnTo>
                  <a:pt x="56564" y="102132"/>
                </a:lnTo>
                <a:cubicBezTo>
                  <a:pt x="56806" y="101836"/>
                  <a:pt x="57075" y="101568"/>
                  <a:pt x="57317" y="101326"/>
                </a:cubicBezTo>
                <a:lnTo>
                  <a:pt x="57236" y="101326"/>
                </a:lnTo>
                <a:lnTo>
                  <a:pt x="57828" y="100600"/>
                </a:lnTo>
                <a:close/>
                <a:moveTo>
                  <a:pt x="54144" y="110305"/>
                </a:moveTo>
                <a:cubicBezTo>
                  <a:pt x="54144" y="110466"/>
                  <a:pt x="54171" y="110574"/>
                  <a:pt x="54198" y="110681"/>
                </a:cubicBezTo>
                <a:lnTo>
                  <a:pt x="54225" y="110681"/>
                </a:lnTo>
                <a:cubicBezTo>
                  <a:pt x="54064" y="110896"/>
                  <a:pt x="53903" y="111084"/>
                  <a:pt x="53768" y="111300"/>
                </a:cubicBezTo>
                <a:cubicBezTo>
                  <a:pt x="53741" y="111165"/>
                  <a:pt x="53714" y="111031"/>
                  <a:pt x="53687" y="110896"/>
                </a:cubicBezTo>
                <a:lnTo>
                  <a:pt x="54144" y="110305"/>
                </a:lnTo>
                <a:close/>
                <a:moveTo>
                  <a:pt x="52343" y="107106"/>
                </a:moveTo>
                <a:cubicBezTo>
                  <a:pt x="52881" y="108342"/>
                  <a:pt x="53284" y="109606"/>
                  <a:pt x="53526" y="110923"/>
                </a:cubicBezTo>
                <a:lnTo>
                  <a:pt x="53230" y="111326"/>
                </a:lnTo>
                <a:cubicBezTo>
                  <a:pt x="53177" y="109955"/>
                  <a:pt x="52747" y="108638"/>
                  <a:pt x="52021" y="107455"/>
                </a:cubicBezTo>
                <a:lnTo>
                  <a:pt x="52343" y="107106"/>
                </a:lnTo>
                <a:close/>
                <a:moveTo>
                  <a:pt x="53553" y="111031"/>
                </a:moveTo>
                <a:cubicBezTo>
                  <a:pt x="53580" y="111165"/>
                  <a:pt x="53607" y="111273"/>
                  <a:pt x="53634" y="111407"/>
                </a:cubicBezTo>
                <a:lnTo>
                  <a:pt x="53230" y="111918"/>
                </a:lnTo>
                <a:lnTo>
                  <a:pt x="53230" y="111434"/>
                </a:lnTo>
                <a:cubicBezTo>
                  <a:pt x="53365" y="111300"/>
                  <a:pt x="53472" y="111165"/>
                  <a:pt x="53553" y="111031"/>
                </a:cubicBezTo>
                <a:close/>
                <a:moveTo>
                  <a:pt x="47773" y="111918"/>
                </a:moveTo>
                <a:cubicBezTo>
                  <a:pt x="47316" y="112456"/>
                  <a:pt x="46832" y="113020"/>
                  <a:pt x="46375" y="113585"/>
                </a:cubicBezTo>
                <a:lnTo>
                  <a:pt x="46348" y="113558"/>
                </a:lnTo>
                <a:cubicBezTo>
                  <a:pt x="46335" y="113544"/>
                  <a:pt x="46315" y="113538"/>
                  <a:pt x="46294" y="113538"/>
                </a:cubicBezTo>
                <a:cubicBezTo>
                  <a:pt x="46274" y="113538"/>
                  <a:pt x="46254" y="113544"/>
                  <a:pt x="46241" y="113558"/>
                </a:cubicBezTo>
                <a:cubicBezTo>
                  <a:pt x="46778" y="112993"/>
                  <a:pt x="47289" y="112456"/>
                  <a:pt x="47773" y="111918"/>
                </a:cubicBezTo>
                <a:close/>
                <a:moveTo>
                  <a:pt x="46187" y="113612"/>
                </a:moveTo>
                <a:cubicBezTo>
                  <a:pt x="46187" y="113638"/>
                  <a:pt x="46187" y="113692"/>
                  <a:pt x="46214" y="113719"/>
                </a:cubicBezTo>
                <a:lnTo>
                  <a:pt x="46241" y="113746"/>
                </a:lnTo>
                <a:lnTo>
                  <a:pt x="46106" y="113907"/>
                </a:lnTo>
                <a:lnTo>
                  <a:pt x="45999" y="113827"/>
                </a:lnTo>
                <a:cubicBezTo>
                  <a:pt x="46052" y="113746"/>
                  <a:pt x="46106" y="113692"/>
                  <a:pt x="46187" y="113612"/>
                </a:cubicBezTo>
                <a:close/>
                <a:moveTo>
                  <a:pt x="45918" y="113880"/>
                </a:moveTo>
                <a:lnTo>
                  <a:pt x="46026" y="113988"/>
                </a:lnTo>
                <a:lnTo>
                  <a:pt x="45434" y="114687"/>
                </a:lnTo>
                <a:lnTo>
                  <a:pt x="45300" y="114553"/>
                </a:lnTo>
                <a:lnTo>
                  <a:pt x="45918" y="113880"/>
                </a:lnTo>
                <a:close/>
                <a:moveTo>
                  <a:pt x="46483" y="113961"/>
                </a:moveTo>
                <a:cubicBezTo>
                  <a:pt x="46563" y="114069"/>
                  <a:pt x="46725" y="114203"/>
                  <a:pt x="46859" y="114311"/>
                </a:cubicBezTo>
                <a:lnTo>
                  <a:pt x="46886" y="114311"/>
                </a:lnTo>
                <a:lnTo>
                  <a:pt x="46886" y="114337"/>
                </a:lnTo>
                <a:cubicBezTo>
                  <a:pt x="46993" y="114499"/>
                  <a:pt x="47101" y="114687"/>
                  <a:pt x="47182" y="114848"/>
                </a:cubicBezTo>
                <a:cubicBezTo>
                  <a:pt x="46886" y="114606"/>
                  <a:pt x="46617" y="114364"/>
                  <a:pt x="46348" y="114122"/>
                </a:cubicBezTo>
                <a:lnTo>
                  <a:pt x="46483" y="113961"/>
                </a:lnTo>
                <a:close/>
                <a:moveTo>
                  <a:pt x="51967" y="107536"/>
                </a:moveTo>
                <a:cubicBezTo>
                  <a:pt x="52612" y="108772"/>
                  <a:pt x="52988" y="110090"/>
                  <a:pt x="53150" y="111434"/>
                </a:cubicBezTo>
                <a:cubicBezTo>
                  <a:pt x="52101" y="112859"/>
                  <a:pt x="51053" y="114284"/>
                  <a:pt x="50112" y="115762"/>
                </a:cubicBezTo>
                <a:cubicBezTo>
                  <a:pt x="49736" y="115655"/>
                  <a:pt x="49386" y="115547"/>
                  <a:pt x="49063" y="115386"/>
                </a:cubicBezTo>
                <a:cubicBezTo>
                  <a:pt x="48230" y="114875"/>
                  <a:pt x="47423" y="114337"/>
                  <a:pt x="46617" y="113746"/>
                </a:cubicBezTo>
                <a:cubicBezTo>
                  <a:pt x="48391" y="111676"/>
                  <a:pt x="50193" y="109606"/>
                  <a:pt x="51967" y="107536"/>
                </a:cubicBezTo>
                <a:close/>
                <a:moveTo>
                  <a:pt x="53177" y="111568"/>
                </a:moveTo>
                <a:cubicBezTo>
                  <a:pt x="53177" y="111703"/>
                  <a:pt x="53177" y="111864"/>
                  <a:pt x="53177" y="111999"/>
                </a:cubicBezTo>
                <a:lnTo>
                  <a:pt x="53204" y="111999"/>
                </a:lnTo>
                <a:cubicBezTo>
                  <a:pt x="52263" y="113262"/>
                  <a:pt x="51349" y="114553"/>
                  <a:pt x="50461" y="115870"/>
                </a:cubicBezTo>
                <a:lnTo>
                  <a:pt x="50219" y="115789"/>
                </a:lnTo>
                <a:cubicBezTo>
                  <a:pt x="51133" y="114364"/>
                  <a:pt x="52128" y="112966"/>
                  <a:pt x="53177" y="111568"/>
                </a:cubicBezTo>
                <a:close/>
                <a:moveTo>
                  <a:pt x="50166" y="116031"/>
                </a:moveTo>
                <a:lnTo>
                  <a:pt x="50327" y="116085"/>
                </a:lnTo>
                <a:lnTo>
                  <a:pt x="50300" y="116139"/>
                </a:lnTo>
                <a:lnTo>
                  <a:pt x="50166" y="116031"/>
                </a:lnTo>
                <a:close/>
                <a:moveTo>
                  <a:pt x="46913" y="114337"/>
                </a:moveTo>
                <a:lnTo>
                  <a:pt x="46913" y="114337"/>
                </a:lnTo>
                <a:cubicBezTo>
                  <a:pt x="47585" y="114875"/>
                  <a:pt x="48338" y="115332"/>
                  <a:pt x="49117" y="115682"/>
                </a:cubicBezTo>
                <a:cubicBezTo>
                  <a:pt x="49386" y="115816"/>
                  <a:pt x="49628" y="115977"/>
                  <a:pt x="49897" y="116112"/>
                </a:cubicBezTo>
                <a:lnTo>
                  <a:pt x="49736" y="116354"/>
                </a:lnTo>
                <a:cubicBezTo>
                  <a:pt x="49225" y="116112"/>
                  <a:pt x="48714" y="115870"/>
                  <a:pt x="48257" y="115574"/>
                </a:cubicBezTo>
                <a:cubicBezTo>
                  <a:pt x="48203" y="115520"/>
                  <a:pt x="48176" y="115467"/>
                  <a:pt x="48122" y="115413"/>
                </a:cubicBezTo>
                <a:cubicBezTo>
                  <a:pt x="48114" y="115396"/>
                  <a:pt x="48106" y="115390"/>
                  <a:pt x="48099" y="115390"/>
                </a:cubicBezTo>
                <a:cubicBezTo>
                  <a:pt x="48084" y="115390"/>
                  <a:pt x="48077" y="115421"/>
                  <a:pt x="48096" y="115440"/>
                </a:cubicBezTo>
                <a:cubicBezTo>
                  <a:pt x="48096" y="115467"/>
                  <a:pt x="48122" y="115467"/>
                  <a:pt x="48122" y="115493"/>
                </a:cubicBezTo>
                <a:cubicBezTo>
                  <a:pt x="47827" y="115305"/>
                  <a:pt x="47531" y="115117"/>
                  <a:pt x="47262" y="114902"/>
                </a:cubicBezTo>
                <a:cubicBezTo>
                  <a:pt x="47128" y="114714"/>
                  <a:pt x="47020" y="114526"/>
                  <a:pt x="46913" y="114337"/>
                </a:cubicBezTo>
                <a:close/>
                <a:moveTo>
                  <a:pt x="50004" y="116192"/>
                </a:moveTo>
                <a:lnTo>
                  <a:pt x="50193" y="116300"/>
                </a:lnTo>
                <a:cubicBezTo>
                  <a:pt x="50139" y="116354"/>
                  <a:pt x="50112" y="116434"/>
                  <a:pt x="50085" y="116488"/>
                </a:cubicBezTo>
                <a:lnTo>
                  <a:pt x="49897" y="116408"/>
                </a:lnTo>
                <a:lnTo>
                  <a:pt x="49816" y="116381"/>
                </a:lnTo>
                <a:lnTo>
                  <a:pt x="49951" y="116192"/>
                </a:lnTo>
                <a:close/>
                <a:moveTo>
                  <a:pt x="48418" y="115843"/>
                </a:moveTo>
                <a:lnTo>
                  <a:pt x="48418" y="115843"/>
                </a:lnTo>
                <a:cubicBezTo>
                  <a:pt x="48821" y="116058"/>
                  <a:pt x="49252" y="116273"/>
                  <a:pt x="49655" y="116461"/>
                </a:cubicBezTo>
                <a:cubicBezTo>
                  <a:pt x="49447" y="116774"/>
                  <a:pt x="49289" y="117061"/>
                  <a:pt x="49084" y="117347"/>
                </a:cubicBezTo>
                <a:lnTo>
                  <a:pt x="49084" y="117347"/>
                </a:lnTo>
                <a:cubicBezTo>
                  <a:pt x="48949" y="116794"/>
                  <a:pt x="48735" y="116292"/>
                  <a:pt x="48418" y="115843"/>
                </a:cubicBezTo>
                <a:close/>
                <a:moveTo>
                  <a:pt x="49762" y="116515"/>
                </a:moveTo>
                <a:cubicBezTo>
                  <a:pt x="49843" y="116542"/>
                  <a:pt x="49897" y="116569"/>
                  <a:pt x="49977" y="116596"/>
                </a:cubicBezTo>
                <a:cubicBezTo>
                  <a:pt x="49717" y="117012"/>
                  <a:pt x="49457" y="117429"/>
                  <a:pt x="49196" y="117846"/>
                </a:cubicBezTo>
                <a:lnTo>
                  <a:pt x="49196" y="117846"/>
                </a:lnTo>
                <a:cubicBezTo>
                  <a:pt x="49187" y="117729"/>
                  <a:pt x="49144" y="117630"/>
                  <a:pt x="49144" y="117510"/>
                </a:cubicBezTo>
                <a:cubicBezTo>
                  <a:pt x="49332" y="117187"/>
                  <a:pt x="49547" y="116838"/>
                  <a:pt x="49762" y="116515"/>
                </a:cubicBezTo>
                <a:close/>
                <a:moveTo>
                  <a:pt x="47397" y="115171"/>
                </a:moveTo>
                <a:lnTo>
                  <a:pt x="47397" y="115171"/>
                </a:lnTo>
                <a:cubicBezTo>
                  <a:pt x="47665" y="115386"/>
                  <a:pt x="47961" y="115574"/>
                  <a:pt x="48284" y="115762"/>
                </a:cubicBezTo>
                <a:lnTo>
                  <a:pt x="48311" y="115762"/>
                </a:lnTo>
                <a:cubicBezTo>
                  <a:pt x="48633" y="116300"/>
                  <a:pt x="48875" y="116891"/>
                  <a:pt x="49010" y="117537"/>
                </a:cubicBezTo>
                <a:lnTo>
                  <a:pt x="48714" y="118021"/>
                </a:lnTo>
                <a:cubicBezTo>
                  <a:pt x="48364" y="117026"/>
                  <a:pt x="47934" y="116058"/>
                  <a:pt x="47397" y="115171"/>
                </a:cubicBezTo>
                <a:close/>
                <a:moveTo>
                  <a:pt x="49037" y="117671"/>
                </a:moveTo>
                <a:cubicBezTo>
                  <a:pt x="49063" y="117779"/>
                  <a:pt x="49090" y="117913"/>
                  <a:pt x="49090" y="118047"/>
                </a:cubicBezTo>
                <a:lnTo>
                  <a:pt x="48848" y="118478"/>
                </a:lnTo>
                <a:cubicBezTo>
                  <a:pt x="48821" y="118370"/>
                  <a:pt x="48768" y="118263"/>
                  <a:pt x="48741" y="118155"/>
                </a:cubicBezTo>
                <a:cubicBezTo>
                  <a:pt x="48821" y="117994"/>
                  <a:pt x="48929" y="117859"/>
                  <a:pt x="49010" y="117671"/>
                </a:cubicBezTo>
                <a:close/>
                <a:moveTo>
                  <a:pt x="46267" y="114230"/>
                </a:moveTo>
                <a:cubicBezTo>
                  <a:pt x="46590" y="114526"/>
                  <a:pt x="46940" y="114821"/>
                  <a:pt x="47289" y="115090"/>
                </a:cubicBezTo>
                <a:lnTo>
                  <a:pt x="47316" y="115090"/>
                </a:lnTo>
                <a:cubicBezTo>
                  <a:pt x="47854" y="116085"/>
                  <a:pt x="48311" y="117133"/>
                  <a:pt x="48660" y="118182"/>
                </a:cubicBezTo>
                <a:lnTo>
                  <a:pt x="48391" y="118666"/>
                </a:lnTo>
                <a:cubicBezTo>
                  <a:pt x="47854" y="117133"/>
                  <a:pt x="47101" y="115655"/>
                  <a:pt x="46187" y="114311"/>
                </a:cubicBezTo>
                <a:lnTo>
                  <a:pt x="46267" y="114230"/>
                </a:lnTo>
                <a:close/>
                <a:moveTo>
                  <a:pt x="48660" y="118289"/>
                </a:moveTo>
                <a:lnTo>
                  <a:pt x="48768" y="118585"/>
                </a:lnTo>
                <a:cubicBezTo>
                  <a:pt x="48687" y="118746"/>
                  <a:pt x="48579" y="118908"/>
                  <a:pt x="48499" y="119069"/>
                </a:cubicBezTo>
                <a:lnTo>
                  <a:pt x="48391" y="118773"/>
                </a:lnTo>
                <a:cubicBezTo>
                  <a:pt x="48499" y="118612"/>
                  <a:pt x="48579" y="118424"/>
                  <a:pt x="48660" y="118289"/>
                </a:cubicBezTo>
                <a:close/>
                <a:moveTo>
                  <a:pt x="46106" y="114391"/>
                </a:moveTo>
                <a:cubicBezTo>
                  <a:pt x="47020" y="115762"/>
                  <a:pt x="47773" y="117241"/>
                  <a:pt x="48311" y="118800"/>
                </a:cubicBezTo>
                <a:cubicBezTo>
                  <a:pt x="48203" y="118988"/>
                  <a:pt x="48096" y="119177"/>
                  <a:pt x="47988" y="119365"/>
                </a:cubicBezTo>
                <a:cubicBezTo>
                  <a:pt x="47558" y="117725"/>
                  <a:pt x="46751" y="116219"/>
                  <a:pt x="45676" y="114929"/>
                </a:cubicBezTo>
                <a:lnTo>
                  <a:pt x="46106" y="114391"/>
                </a:lnTo>
                <a:close/>
                <a:moveTo>
                  <a:pt x="48364" y="118881"/>
                </a:moveTo>
                <a:lnTo>
                  <a:pt x="48364" y="118881"/>
                </a:lnTo>
                <a:cubicBezTo>
                  <a:pt x="48338" y="119015"/>
                  <a:pt x="48364" y="119096"/>
                  <a:pt x="48391" y="119203"/>
                </a:cubicBezTo>
                <a:lnTo>
                  <a:pt x="48445" y="119203"/>
                </a:lnTo>
                <a:cubicBezTo>
                  <a:pt x="48311" y="119392"/>
                  <a:pt x="48203" y="119607"/>
                  <a:pt x="48096" y="119822"/>
                </a:cubicBezTo>
                <a:cubicBezTo>
                  <a:pt x="48069" y="119714"/>
                  <a:pt x="48042" y="119607"/>
                  <a:pt x="48015" y="119472"/>
                </a:cubicBezTo>
                <a:cubicBezTo>
                  <a:pt x="48122" y="119284"/>
                  <a:pt x="48230" y="119069"/>
                  <a:pt x="48364" y="118881"/>
                </a:cubicBezTo>
                <a:close/>
                <a:moveTo>
                  <a:pt x="38928" y="122268"/>
                </a:moveTo>
                <a:lnTo>
                  <a:pt x="39139" y="122461"/>
                </a:lnTo>
                <a:lnTo>
                  <a:pt x="39139" y="122461"/>
                </a:lnTo>
                <a:cubicBezTo>
                  <a:pt x="39074" y="122390"/>
                  <a:pt x="39001" y="122323"/>
                  <a:pt x="38928" y="122268"/>
                </a:cubicBezTo>
                <a:close/>
                <a:moveTo>
                  <a:pt x="233955" y="121173"/>
                </a:moveTo>
                <a:cubicBezTo>
                  <a:pt x="235362" y="121173"/>
                  <a:pt x="236766" y="121188"/>
                  <a:pt x="238165" y="121220"/>
                </a:cubicBezTo>
                <a:lnTo>
                  <a:pt x="238165" y="121247"/>
                </a:lnTo>
                <a:cubicBezTo>
                  <a:pt x="234321" y="121489"/>
                  <a:pt x="230450" y="121757"/>
                  <a:pt x="226578" y="121999"/>
                </a:cubicBezTo>
                <a:cubicBezTo>
                  <a:pt x="222358" y="122268"/>
                  <a:pt x="218164" y="122537"/>
                  <a:pt x="213943" y="122833"/>
                </a:cubicBezTo>
                <a:cubicBezTo>
                  <a:pt x="216443" y="122376"/>
                  <a:pt x="218917" y="121946"/>
                  <a:pt x="221417" y="121515"/>
                </a:cubicBezTo>
                <a:cubicBezTo>
                  <a:pt x="223433" y="121408"/>
                  <a:pt x="225449" y="121327"/>
                  <a:pt x="227466" y="121274"/>
                </a:cubicBezTo>
                <a:cubicBezTo>
                  <a:pt x="229631" y="121208"/>
                  <a:pt x="231796" y="121173"/>
                  <a:pt x="233955" y="121173"/>
                </a:cubicBezTo>
                <a:close/>
                <a:moveTo>
                  <a:pt x="174881" y="123290"/>
                </a:moveTo>
                <a:lnTo>
                  <a:pt x="174881" y="123290"/>
                </a:lnTo>
                <a:cubicBezTo>
                  <a:pt x="175326" y="123349"/>
                  <a:pt x="175772" y="123408"/>
                  <a:pt x="176218" y="123466"/>
                </a:cubicBezTo>
                <a:lnTo>
                  <a:pt x="176218" y="123466"/>
                </a:lnTo>
                <a:cubicBezTo>
                  <a:pt x="176185" y="123461"/>
                  <a:pt x="176151" y="123456"/>
                  <a:pt x="176117" y="123451"/>
                </a:cubicBezTo>
                <a:lnTo>
                  <a:pt x="174881" y="123290"/>
                </a:lnTo>
                <a:close/>
                <a:moveTo>
                  <a:pt x="45273" y="114579"/>
                </a:moveTo>
                <a:lnTo>
                  <a:pt x="45407" y="114741"/>
                </a:lnTo>
                <a:cubicBezTo>
                  <a:pt x="44789" y="115440"/>
                  <a:pt x="44197" y="116166"/>
                  <a:pt x="43633" y="116865"/>
                </a:cubicBezTo>
                <a:cubicBezTo>
                  <a:pt x="42289" y="118504"/>
                  <a:pt x="40998" y="120171"/>
                  <a:pt x="39735" y="121865"/>
                </a:cubicBezTo>
                <a:lnTo>
                  <a:pt x="39520" y="121704"/>
                </a:lnTo>
                <a:cubicBezTo>
                  <a:pt x="39507" y="121695"/>
                  <a:pt x="39493" y="121691"/>
                  <a:pt x="39479" y="121691"/>
                </a:cubicBezTo>
                <a:cubicBezTo>
                  <a:pt x="39410" y="121691"/>
                  <a:pt x="39349" y="121793"/>
                  <a:pt x="39439" y="121838"/>
                </a:cubicBezTo>
                <a:lnTo>
                  <a:pt x="39654" y="121999"/>
                </a:lnTo>
                <a:lnTo>
                  <a:pt x="39251" y="122564"/>
                </a:lnTo>
                <a:lnTo>
                  <a:pt x="39139" y="122461"/>
                </a:lnTo>
                <a:lnTo>
                  <a:pt x="39139" y="122461"/>
                </a:lnTo>
                <a:cubicBezTo>
                  <a:pt x="39169" y="122495"/>
                  <a:pt x="39198" y="122529"/>
                  <a:pt x="39224" y="122564"/>
                </a:cubicBezTo>
                <a:cubicBezTo>
                  <a:pt x="38928" y="122994"/>
                  <a:pt x="38632" y="123424"/>
                  <a:pt x="38310" y="123854"/>
                </a:cubicBezTo>
                <a:lnTo>
                  <a:pt x="37933" y="123720"/>
                </a:lnTo>
                <a:cubicBezTo>
                  <a:pt x="38256" y="123236"/>
                  <a:pt x="38579" y="122752"/>
                  <a:pt x="38928" y="122268"/>
                </a:cubicBezTo>
                <a:cubicBezTo>
                  <a:pt x="39923" y="120870"/>
                  <a:pt x="40971" y="119526"/>
                  <a:pt x="42047" y="118209"/>
                </a:cubicBezTo>
                <a:cubicBezTo>
                  <a:pt x="43068" y="116972"/>
                  <a:pt x="44171" y="115762"/>
                  <a:pt x="45273" y="114579"/>
                </a:cubicBezTo>
                <a:close/>
                <a:moveTo>
                  <a:pt x="42235" y="123478"/>
                </a:moveTo>
                <a:lnTo>
                  <a:pt x="42235" y="123478"/>
                </a:lnTo>
                <a:cubicBezTo>
                  <a:pt x="42477" y="123586"/>
                  <a:pt x="42719" y="123666"/>
                  <a:pt x="42961" y="123747"/>
                </a:cubicBezTo>
                <a:lnTo>
                  <a:pt x="43068" y="123881"/>
                </a:lnTo>
                <a:cubicBezTo>
                  <a:pt x="42799" y="123774"/>
                  <a:pt x="42504" y="123639"/>
                  <a:pt x="42235" y="123478"/>
                </a:cubicBezTo>
                <a:close/>
                <a:moveTo>
                  <a:pt x="47881" y="119660"/>
                </a:moveTo>
                <a:cubicBezTo>
                  <a:pt x="47907" y="119795"/>
                  <a:pt x="47934" y="119902"/>
                  <a:pt x="47961" y="120010"/>
                </a:cubicBezTo>
                <a:lnTo>
                  <a:pt x="47988" y="119983"/>
                </a:lnTo>
                <a:lnTo>
                  <a:pt x="47988" y="119983"/>
                </a:lnTo>
                <a:cubicBezTo>
                  <a:pt x="47289" y="121247"/>
                  <a:pt x="46671" y="122564"/>
                  <a:pt x="46106" y="123908"/>
                </a:cubicBezTo>
                <a:lnTo>
                  <a:pt x="46079" y="123827"/>
                </a:lnTo>
                <a:cubicBezTo>
                  <a:pt x="46070" y="123808"/>
                  <a:pt x="46050" y="123800"/>
                  <a:pt x="46029" y="123800"/>
                </a:cubicBezTo>
                <a:cubicBezTo>
                  <a:pt x="45990" y="123800"/>
                  <a:pt x="45945" y="123829"/>
                  <a:pt x="45945" y="123881"/>
                </a:cubicBezTo>
                <a:cubicBezTo>
                  <a:pt x="45972" y="123962"/>
                  <a:pt x="45918" y="124043"/>
                  <a:pt x="45837" y="124069"/>
                </a:cubicBezTo>
                <a:cubicBezTo>
                  <a:pt x="46429" y="122564"/>
                  <a:pt x="47128" y="121085"/>
                  <a:pt x="47881" y="119660"/>
                </a:cubicBezTo>
                <a:close/>
                <a:moveTo>
                  <a:pt x="45622" y="114983"/>
                </a:moveTo>
                <a:cubicBezTo>
                  <a:pt x="46671" y="116327"/>
                  <a:pt x="47423" y="117859"/>
                  <a:pt x="47854" y="119526"/>
                </a:cubicBezTo>
                <a:lnTo>
                  <a:pt x="47907" y="119526"/>
                </a:lnTo>
                <a:cubicBezTo>
                  <a:pt x="47074" y="121032"/>
                  <a:pt x="46348" y="122564"/>
                  <a:pt x="45730" y="124123"/>
                </a:cubicBezTo>
                <a:cubicBezTo>
                  <a:pt x="45687" y="124128"/>
                  <a:pt x="45641" y="124130"/>
                  <a:pt x="45592" y="124130"/>
                </a:cubicBezTo>
                <a:cubicBezTo>
                  <a:pt x="44795" y="124130"/>
                  <a:pt x="43154" y="123551"/>
                  <a:pt x="42799" y="123424"/>
                </a:cubicBezTo>
                <a:cubicBezTo>
                  <a:pt x="42746" y="123370"/>
                  <a:pt x="42719" y="123317"/>
                  <a:pt x="42665" y="123263"/>
                </a:cubicBezTo>
                <a:cubicBezTo>
                  <a:pt x="42649" y="123255"/>
                  <a:pt x="42640" y="123252"/>
                  <a:pt x="42636" y="123252"/>
                </a:cubicBezTo>
                <a:cubicBezTo>
                  <a:pt x="42625" y="123252"/>
                  <a:pt x="42638" y="123271"/>
                  <a:pt x="42638" y="123290"/>
                </a:cubicBezTo>
                <a:lnTo>
                  <a:pt x="42719" y="123397"/>
                </a:lnTo>
                <a:cubicBezTo>
                  <a:pt x="41778" y="123021"/>
                  <a:pt x="40891" y="122564"/>
                  <a:pt x="40030" y="122026"/>
                </a:cubicBezTo>
                <a:cubicBezTo>
                  <a:pt x="41805" y="119607"/>
                  <a:pt x="43687" y="117268"/>
                  <a:pt x="45622" y="114983"/>
                </a:cubicBezTo>
                <a:close/>
                <a:moveTo>
                  <a:pt x="248059" y="121865"/>
                </a:moveTo>
                <a:cubicBezTo>
                  <a:pt x="251285" y="122214"/>
                  <a:pt x="254511" y="122752"/>
                  <a:pt x="257683" y="123505"/>
                </a:cubicBezTo>
                <a:cubicBezTo>
                  <a:pt x="258302" y="123639"/>
                  <a:pt x="258947" y="123827"/>
                  <a:pt x="259565" y="123989"/>
                </a:cubicBezTo>
                <a:lnTo>
                  <a:pt x="259269" y="124043"/>
                </a:lnTo>
                <a:cubicBezTo>
                  <a:pt x="257333" y="124275"/>
                  <a:pt x="255373" y="124343"/>
                  <a:pt x="253398" y="124343"/>
                </a:cubicBezTo>
                <a:cubicBezTo>
                  <a:pt x="251726" y="124343"/>
                  <a:pt x="250043" y="124295"/>
                  <a:pt x="248354" y="124258"/>
                </a:cubicBezTo>
                <a:cubicBezTo>
                  <a:pt x="244512" y="124163"/>
                  <a:pt x="240679" y="124124"/>
                  <a:pt x="236844" y="124124"/>
                </a:cubicBezTo>
                <a:cubicBezTo>
                  <a:pt x="234132" y="124124"/>
                  <a:pt x="231419" y="124144"/>
                  <a:pt x="228702" y="124177"/>
                </a:cubicBezTo>
                <a:cubicBezTo>
                  <a:pt x="226874" y="124204"/>
                  <a:pt x="225019" y="124231"/>
                  <a:pt x="223191" y="124285"/>
                </a:cubicBezTo>
                <a:lnTo>
                  <a:pt x="220073" y="124285"/>
                </a:lnTo>
                <a:cubicBezTo>
                  <a:pt x="229401" y="123586"/>
                  <a:pt x="238730" y="122752"/>
                  <a:pt x="248059" y="121865"/>
                </a:cubicBezTo>
                <a:close/>
                <a:moveTo>
                  <a:pt x="220798" y="121542"/>
                </a:moveTo>
                <a:lnTo>
                  <a:pt x="220798" y="121542"/>
                </a:lnTo>
                <a:cubicBezTo>
                  <a:pt x="219454" y="121757"/>
                  <a:pt x="218137" y="121999"/>
                  <a:pt x="216820" y="122241"/>
                </a:cubicBezTo>
                <a:cubicBezTo>
                  <a:pt x="215825" y="122430"/>
                  <a:pt x="214830" y="122645"/>
                  <a:pt x="213835" y="122833"/>
                </a:cubicBezTo>
                <a:lnTo>
                  <a:pt x="206173" y="123344"/>
                </a:lnTo>
                <a:cubicBezTo>
                  <a:pt x="200662" y="123720"/>
                  <a:pt x="195124" y="124204"/>
                  <a:pt x="189586" y="124419"/>
                </a:cubicBezTo>
                <a:cubicBezTo>
                  <a:pt x="199963" y="123128"/>
                  <a:pt x="210367" y="122053"/>
                  <a:pt x="220798" y="121542"/>
                </a:cubicBezTo>
                <a:close/>
                <a:moveTo>
                  <a:pt x="39493" y="122779"/>
                </a:moveTo>
                <a:cubicBezTo>
                  <a:pt x="40002" y="123315"/>
                  <a:pt x="40485" y="123878"/>
                  <a:pt x="40940" y="124494"/>
                </a:cubicBezTo>
                <a:lnTo>
                  <a:pt x="40940" y="124494"/>
                </a:lnTo>
                <a:cubicBezTo>
                  <a:pt x="40171" y="124360"/>
                  <a:pt x="39402" y="124174"/>
                  <a:pt x="38659" y="123962"/>
                </a:cubicBezTo>
                <a:cubicBezTo>
                  <a:pt x="38928" y="123559"/>
                  <a:pt x="39197" y="123155"/>
                  <a:pt x="39493" y="122779"/>
                </a:cubicBezTo>
                <a:close/>
                <a:moveTo>
                  <a:pt x="43068" y="123801"/>
                </a:moveTo>
                <a:lnTo>
                  <a:pt x="43068" y="123801"/>
                </a:lnTo>
                <a:cubicBezTo>
                  <a:pt x="43875" y="124043"/>
                  <a:pt x="44708" y="124285"/>
                  <a:pt x="45542" y="124446"/>
                </a:cubicBezTo>
                <a:lnTo>
                  <a:pt x="45515" y="124526"/>
                </a:lnTo>
                <a:cubicBezTo>
                  <a:pt x="44708" y="124446"/>
                  <a:pt x="43929" y="124258"/>
                  <a:pt x="43203" y="123935"/>
                </a:cubicBezTo>
                <a:lnTo>
                  <a:pt x="43068" y="123801"/>
                </a:lnTo>
                <a:close/>
                <a:moveTo>
                  <a:pt x="45703" y="124473"/>
                </a:moveTo>
                <a:lnTo>
                  <a:pt x="45864" y="124526"/>
                </a:lnTo>
                <a:lnTo>
                  <a:pt x="45864" y="124553"/>
                </a:lnTo>
                <a:lnTo>
                  <a:pt x="45676" y="124553"/>
                </a:lnTo>
                <a:lnTo>
                  <a:pt x="45703" y="124473"/>
                </a:lnTo>
                <a:close/>
                <a:moveTo>
                  <a:pt x="45810" y="124634"/>
                </a:moveTo>
                <a:lnTo>
                  <a:pt x="45810" y="124661"/>
                </a:lnTo>
                <a:lnTo>
                  <a:pt x="45622" y="124661"/>
                </a:lnTo>
                <a:lnTo>
                  <a:pt x="45622" y="124634"/>
                </a:lnTo>
                <a:close/>
                <a:moveTo>
                  <a:pt x="39923" y="122161"/>
                </a:moveTo>
                <a:cubicBezTo>
                  <a:pt x="40944" y="122913"/>
                  <a:pt x="42047" y="123532"/>
                  <a:pt x="43176" y="124016"/>
                </a:cubicBezTo>
                <a:lnTo>
                  <a:pt x="43230" y="124043"/>
                </a:lnTo>
                <a:cubicBezTo>
                  <a:pt x="43418" y="124258"/>
                  <a:pt x="43579" y="124500"/>
                  <a:pt x="43740" y="124742"/>
                </a:cubicBezTo>
                <a:lnTo>
                  <a:pt x="42692" y="124742"/>
                </a:lnTo>
                <a:cubicBezTo>
                  <a:pt x="42396" y="124338"/>
                  <a:pt x="42127" y="123962"/>
                  <a:pt x="41832" y="123559"/>
                </a:cubicBezTo>
                <a:cubicBezTo>
                  <a:pt x="41832" y="123551"/>
                  <a:pt x="41827" y="123548"/>
                  <a:pt x="41821" y="123548"/>
                </a:cubicBezTo>
                <a:cubicBezTo>
                  <a:pt x="41807" y="123548"/>
                  <a:pt x="41786" y="123567"/>
                  <a:pt x="41805" y="123586"/>
                </a:cubicBezTo>
                <a:cubicBezTo>
                  <a:pt x="42074" y="123962"/>
                  <a:pt x="42316" y="124338"/>
                  <a:pt x="42557" y="124742"/>
                </a:cubicBezTo>
                <a:lnTo>
                  <a:pt x="41939" y="124661"/>
                </a:lnTo>
                <a:cubicBezTo>
                  <a:pt x="41321" y="123827"/>
                  <a:pt x="40676" y="123048"/>
                  <a:pt x="40004" y="122268"/>
                </a:cubicBezTo>
                <a:cubicBezTo>
                  <a:pt x="40004" y="122260"/>
                  <a:pt x="40001" y="122257"/>
                  <a:pt x="39998" y="122257"/>
                </a:cubicBezTo>
                <a:cubicBezTo>
                  <a:pt x="39990" y="122257"/>
                  <a:pt x="39977" y="122276"/>
                  <a:pt x="39977" y="122295"/>
                </a:cubicBezTo>
                <a:cubicBezTo>
                  <a:pt x="40622" y="123048"/>
                  <a:pt x="41213" y="123854"/>
                  <a:pt x="41778" y="124634"/>
                </a:cubicBezTo>
                <a:cubicBezTo>
                  <a:pt x="41563" y="124607"/>
                  <a:pt x="41321" y="124580"/>
                  <a:pt x="41079" y="124553"/>
                </a:cubicBezTo>
                <a:cubicBezTo>
                  <a:pt x="40595" y="123908"/>
                  <a:pt x="40084" y="123317"/>
                  <a:pt x="39520" y="122752"/>
                </a:cubicBezTo>
                <a:cubicBezTo>
                  <a:pt x="39654" y="122564"/>
                  <a:pt x="39788" y="122376"/>
                  <a:pt x="39923" y="122161"/>
                </a:cubicBezTo>
                <a:close/>
                <a:moveTo>
                  <a:pt x="43310" y="124069"/>
                </a:moveTo>
                <a:cubicBezTo>
                  <a:pt x="44009" y="124338"/>
                  <a:pt x="44735" y="124526"/>
                  <a:pt x="45488" y="124607"/>
                </a:cubicBezTo>
                <a:lnTo>
                  <a:pt x="45461" y="124661"/>
                </a:lnTo>
                <a:cubicBezTo>
                  <a:pt x="44896" y="124688"/>
                  <a:pt x="44359" y="124715"/>
                  <a:pt x="43794" y="124742"/>
                </a:cubicBezTo>
                <a:cubicBezTo>
                  <a:pt x="43633" y="124526"/>
                  <a:pt x="43472" y="124311"/>
                  <a:pt x="43310" y="124069"/>
                </a:cubicBezTo>
                <a:close/>
                <a:moveTo>
                  <a:pt x="211255" y="123317"/>
                </a:moveTo>
                <a:lnTo>
                  <a:pt x="211255" y="123317"/>
                </a:lnTo>
                <a:cubicBezTo>
                  <a:pt x="209991" y="123532"/>
                  <a:pt x="208727" y="123774"/>
                  <a:pt x="207464" y="123989"/>
                </a:cubicBezTo>
                <a:cubicBezTo>
                  <a:pt x="203336" y="124712"/>
                  <a:pt x="199229" y="125003"/>
                  <a:pt x="195129" y="125003"/>
                </a:cubicBezTo>
                <a:cubicBezTo>
                  <a:pt x="192526" y="125003"/>
                  <a:pt x="189927" y="124886"/>
                  <a:pt x="187328" y="124688"/>
                </a:cubicBezTo>
                <a:lnTo>
                  <a:pt x="187570" y="124661"/>
                </a:lnTo>
                <a:cubicBezTo>
                  <a:pt x="195474" y="124526"/>
                  <a:pt x="203378" y="123908"/>
                  <a:pt x="211255" y="123317"/>
                </a:cubicBezTo>
                <a:close/>
                <a:moveTo>
                  <a:pt x="235169" y="124320"/>
                </a:moveTo>
                <a:cubicBezTo>
                  <a:pt x="239446" y="124320"/>
                  <a:pt x="243720" y="124362"/>
                  <a:pt x="248005" y="124446"/>
                </a:cubicBezTo>
                <a:cubicBezTo>
                  <a:pt x="250282" y="124495"/>
                  <a:pt x="252670" y="124611"/>
                  <a:pt x="255069" y="124611"/>
                </a:cubicBezTo>
                <a:cubicBezTo>
                  <a:pt x="255304" y="124611"/>
                  <a:pt x="255539" y="124610"/>
                  <a:pt x="255774" y="124607"/>
                </a:cubicBezTo>
                <a:lnTo>
                  <a:pt x="255801" y="124607"/>
                </a:lnTo>
                <a:cubicBezTo>
                  <a:pt x="252907" y="124967"/>
                  <a:pt x="249995" y="125099"/>
                  <a:pt x="247075" y="125099"/>
                </a:cubicBezTo>
                <a:cubicBezTo>
                  <a:pt x="244977" y="125099"/>
                  <a:pt x="242875" y="125031"/>
                  <a:pt x="240773" y="124930"/>
                </a:cubicBezTo>
                <a:cubicBezTo>
                  <a:pt x="236337" y="124742"/>
                  <a:pt x="231901" y="124500"/>
                  <a:pt x="227466" y="124365"/>
                </a:cubicBezTo>
                <a:cubicBezTo>
                  <a:pt x="230036" y="124335"/>
                  <a:pt x="232603" y="124320"/>
                  <a:pt x="235169" y="124320"/>
                </a:cubicBezTo>
                <a:close/>
                <a:moveTo>
                  <a:pt x="45784" y="124715"/>
                </a:moveTo>
                <a:lnTo>
                  <a:pt x="45784" y="124715"/>
                </a:lnTo>
                <a:cubicBezTo>
                  <a:pt x="45703" y="124957"/>
                  <a:pt x="45595" y="125199"/>
                  <a:pt x="45515" y="125441"/>
                </a:cubicBezTo>
                <a:lnTo>
                  <a:pt x="45353" y="125441"/>
                </a:lnTo>
                <a:cubicBezTo>
                  <a:pt x="45434" y="125199"/>
                  <a:pt x="45515" y="124957"/>
                  <a:pt x="45595" y="124742"/>
                </a:cubicBezTo>
                <a:lnTo>
                  <a:pt x="45784" y="124715"/>
                </a:lnTo>
                <a:close/>
                <a:moveTo>
                  <a:pt x="45434" y="124742"/>
                </a:moveTo>
                <a:cubicBezTo>
                  <a:pt x="45353" y="124983"/>
                  <a:pt x="45273" y="125225"/>
                  <a:pt x="45165" y="125467"/>
                </a:cubicBezTo>
                <a:lnTo>
                  <a:pt x="44359" y="125521"/>
                </a:lnTo>
                <a:cubicBezTo>
                  <a:pt x="44197" y="125279"/>
                  <a:pt x="44009" y="125037"/>
                  <a:pt x="43848" y="124822"/>
                </a:cubicBezTo>
                <a:cubicBezTo>
                  <a:pt x="44386" y="124795"/>
                  <a:pt x="44896" y="124768"/>
                  <a:pt x="45434" y="124742"/>
                </a:cubicBezTo>
                <a:close/>
                <a:moveTo>
                  <a:pt x="42665" y="124768"/>
                </a:moveTo>
                <a:lnTo>
                  <a:pt x="42665" y="124768"/>
                </a:lnTo>
                <a:cubicBezTo>
                  <a:pt x="43015" y="124795"/>
                  <a:pt x="43364" y="124795"/>
                  <a:pt x="43740" y="124795"/>
                </a:cubicBezTo>
                <a:cubicBezTo>
                  <a:pt x="43902" y="125037"/>
                  <a:pt x="44063" y="125279"/>
                  <a:pt x="44197" y="125521"/>
                </a:cubicBezTo>
                <a:lnTo>
                  <a:pt x="44197" y="125548"/>
                </a:lnTo>
                <a:lnTo>
                  <a:pt x="43230" y="125602"/>
                </a:lnTo>
                <a:cubicBezTo>
                  <a:pt x="43041" y="125306"/>
                  <a:pt x="42853" y="125037"/>
                  <a:pt x="42665" y="124768"/>
                </a:cubicBezTo>
                <a:close/>
                <a:moveTo>
                  <a:pt x="203544" y="125571"/>
                </a:moveTo>
                <a:cubicBezTo>
                  <a:pt x="206581" y="125571"/>
                  <a:pt x="209624" y="125687"/>
                  <a:pt x="212653" y="125898"/>
                </a:cubicBezTo>
                <a:cubicBezTo>
                  <a:pt x="210139" y="125847"/>
                  <a:pt x="207626" y="125820"/>
                  <a:pt x="205116" y="125820"/>
                </a:cubicBezTo>
                <a:cubicBezTo>
                  <a:pt x="202309" y="125820"/>
                  <a:pt x="199506" y="125853"/>
                  <a:pt x="196710" y="125924"/>
                </a:cubicBezTo>
                <a:cubicBezTo>
                  <a:pt x="197759" y="125817"/>
                  <a:pt x="198834" y="125709"/>
                  <a:pt x="199883" y="125629"/>
                </a:cubicBezTo>
                <a:cubicBezTo>
                  <a:pt x="201101" y="125590"/>
                  <a:pt x="202322" y="125571"/>
                  <a:pt x="203544" y="125571"/>
                </a:cubicBezTo>
                <a:close/>
                <a:moveTo>
                  <a:pt x="170283" y="124553"/>
                </a:moveTo>
                <a:cubicBezTo>
                  <a:pt x="167729" y="125010"/>
                  <a:pt x="165175" y="125521"/>
                  <a:pt x="162621" y="126032"/>
                </a:cubicBezTo>
                <a:cubicBezTo>
                  <a:pt x="157997" y="125924"/>
                  <a:pt x="153373" y="125763"/>
                  <a:pt x="148749" y="125548"/>
                </a:cubicBezTo>
                <a:cubicBezTo>
                  <a:pt x="152889" y="125172"/>
                  <a:pt x="157003" y="124876"/>
                  <a:pt x="161170" y="124688"/>
                </a:cubicBezTo>
                <a:lnTo>
                  <a:pt x="161170" y="124715"/>
                </a:lnTo>
                <a:cubicBezTo>
                  <a:pt x="164208" y="124580"/>
                  <a:pt x="167245" y="124553"/>
                  <a:pt x="170283" y="124553"/>
                </a:cubicBezTo>
                <a:close/>
                <a:moveTo>
                  <a:pt x="239456" y="121274"/>
                </a:moveTo>
                <a:cubicBezTo>
                  <a:pt x="242064" y="121354"/>
                  <a:pt x="244671" y="121515"/>
                  <a:pt x="247279" y="121784"/>
                </a:cubicBezTo>
                <a:lnTo>
                  <a:pt x="247306" y="121784"/>
                </a:lnTo>
                <a:lnTo>
                  <a:pt x="247494" y="121811"/>
                </a:lnTo>
                <a:cubicBezTo>
                  <a:pt x="236902" y="122752"/>
                  <a:pt x="226283" y="123666"/>
                  <a:pt x="215664" y="124392"/>
                </a:cubicBezTo>
                <a:cubicBezTo>
                  <a:pt x="211389" y="124526"/>
                  <a:pt x="207088" y="124768"/>
                  <a:pt x="202786" y="125118"/>
                </a:cubicBezTo>
                <a:cubicBezTo>
                  <a:pt x="200447" y="125252"/>
                  <a:pt x="198108" y="125387"/>
                  <a:pt x="195769" y="125548"/>
                </a:cubicBezTo>
                <a:cubicBezTo>
                  <a:pt x="189398" y="125844"/>
                  <a:pt x="183026" y="126005"/>
                  <a:pt x="176655" y="126086"/>
                </a:cubicBezTo>
                <a:cubicBezTo>
                  <a:pt x="179988" y="125656"/>
                  <a:pt x="183295" y="125199"/>
                  <a:pt x="186629" y="124795"/>
                </a:cubicBezTo>
                <a:cubicBezTo>
                  <a:pt x="189438" y="125046"/>
                  <a:pt x="192255" y="125202"/>
                  <a:pt x="195071" y="125202"/>
                </a:cubicBezTo>
                <a:cubicBezTo>
                  <a:pt x="197699" y="125202"/>
                  <a:pt x="200326" y="125066"/>
                  <a:pt x="202947" y="124742"/>
                </a:cubicBezTo>
                <a:cubicBezTo>
                  <a:pt x="205851" y="124392"/>
                  <a:pt x="208701" y="123854"/>
                  <a:pt x="211577" y="123290"/>
                </a:cubicBezTo>
                <a:cubicBezTo>
                  <a:pt x="214803" y="123048"/>
                  <a:pt x="218056" y="122779"/>
                  <a:pt x="221282" y="122564"/>
                </a:cubicBezTo>
                <a:lnTo>
                  <a:pt x="221954" y="122510"/>
                </a:lnTo>
                <a:cubicBezTo>
                  <a:pt x="222535" y="123000"/>
                  <a:pt x="223250" y="123257"/>
                  <a:pt x="223975" y="123257"/>
                </a:cubicBezTo>
                <a:cubicBezTo>
                  <a:pt x="224325" y="123257"/>
                  <a:pt x="224678" y="123197"/>
                  <a:pt x="225019" y="123075"/>
                </a:cubicBezTo>
                <a:cubicBezTo>
                  <a:pt x="225063" y="123053"/>
                  <a:pt x="225053" y="123014"/>
                  <a:pt x="225034" y="123014"/>
                </a:cubicBezTo>
                <a:cubicBezTo>
                  <a:pt x="225029" y="123014"/>
                  <a:pt x="225024" y="123016"/>
                  <a:pt x="225019" y="123021"/>
                </a:cubicBezTo>
                <a:cubicBezTo>
                  <a:pt x="224676" y="123098"/>
                  <a:pt x="224342" y="123140"/>
                  <a:pt x="224016" y="123140"/>
                </a:cubicBezTo>
                <a:cubicBezTo>
                  <a:pt x="223321" y="123140"/>
                  <a:pt x="222666" y="122950"/>
                  <a:pt x="222062" y="122510"/>
                </a:cubicBezTo>
                <a:lnTo>
                  <a:pt x="239456" y="121274"/>
                </a:lnTo>
                <a:close/>
                <a:moveTo>
                  <a:pt x="171251" y="124526"/>
                </a:moveTo>
                <a:cubicBezTo>
                  <a:pt x="174612" y="124580"/>
                  <a:pt x="177999" y="124634"/>
                  <a:pt x="181360" y="124661"/>
                </a:cubicBezTo>
                <a:lnTo>
                  <a:pt x="181386" y="124688"/>
                </a:lnTo>
                <a:lnTo>
                  <a:pt x="182973" y="124688"/>
                </a:lnTo>
                <a:cubicBezTo>
                  <a:pt x="179531" y="125145"/>
                  <a:pt x="176117" y="125629"/>
                  <a:pt x="172676" y="126113"/>
                </a:cubicBezTo>
                <a:cubicBezTo>
                  <a:pt x="169719" y="126113"/>
                  <a:pt x="166762" y="126086"/>
                  <a:pt x="163831" y="126059"/>
                </a:cubicBezTo>
                <a:cubicBezTo>
                  <a:pt x="166305" y="125575"/>
                  <a:pt x="168778" y="125064"/>
                  <a:pt x="171251" y="124526"/>
                </a:cubicBezTo>
                <a:close/>
                <a:moveTo>
                  <a:pt x="191172" y="125978"/>
                </a:moveTo>
                <a:cubicBezTo>
                  <a:pt x="190850" y="126032"/>
                  <a:pt x="190527" y="126059"/>
                  <a:pt x="190204" y="126086"/>
                </a:cubicBezTo>
                <a:lnTo>
                  <a:pt x="188511" y="126166"/>
                </a:lnTo>
                <a:lnTo>
                  <a:pt x="188511" y="126166"/>
                </a:lnTo>
                <a:lnTo>
                  <a:pt x="190393" y="126005"/>
                </a:lnTo>
                <a:lnTo>
                  <a:pt x="191172" y="125978"/>
                </a:lnTo>
                <a:close/>
                <a:moveTo>
                  <a:pt x="45138" y="125548"/>
                </a:moveTo>
                <a:lnTo>
                  <a:pt x="45138" y="125548"/>
                </a:lnTo>
                <a:cubicBezTo>
                  <a:pt x="45058" y="125817"/>
                  <a:pt x="44950" y="126113"/>
                  <a:pt x="44870" y="126381"/>
                </a:cubicBezTo>
                <a:cubicBezTo>
                  <a:pt x="44713" y="126121"/>
                  <a:pt x="44557" y="125861"/>
                  <a:pt x="44401" y="125601"/>
                </a:cubicBezTo>
                <a:lnTo>
                  <a:pt x="44401" y="125601"/>
                </a:lnTo>
                <a:lnTo>
                  <a:pt x="45138" y="125548"/>
                </a:lnTo>
                <a:close/>
                <a:moveTo>
                  <a:pt x="37933" y="123747"/>
                </a:moveTo>
                <a:cubicBezTo>
                  <a:pt x="38041" y="123774"/>
                  <a:pt x="38175" y="123827"/>
                  <a:pt x="38310" y="123881"/>
                </a:cubicBezTo>
                <a:cubicBezTo>
                  <a:pt x="38202" y="124043"/>
                  <a:pt x="38068" y="124204"/>
                  <a:pt x="37987" y="124392"/>
                </a:cubicBezTo>
                <a:cubicBezTo>
                  <a:pt x="37396" y="125091"/>
                  <a:pt x="36804" y="125763"/>
                  <a:pt x="36213" y="126462"/>
                </a:cubicBezTo>
                <a:cubicBezTo>
                  <a:pt x="36751" y="125521"/>
                  <a:pt x="37315" y="124634"/>
                  <a:pt x="37907" y="123747"/>
                </a:cubicBezTo>
                <a:close/>
                <a:moveTo>
                  <a:pt x="45488" y="125521"/>
                </a:moveTo>
                <a:cubicBezTo>
                  <a:pt x="45327" y="125951"/>
                  <a:pt x="45192" y="126355"/>
                  <a:pt x="45085" y="126785"/>
                </a:cubicBezTo>
                <a:cubicBezTo>
                  <a:pt x="45031" y="126704"/>
                  <a:pt x="45004" y="126623"/>
                  <a:pt x="44977" y="126597"/>
                </a:cubicBezTo>
                <a:lnTo>
                  <a:pt x="44977" y="126570"/>
                </a:lnTo>
                <a:cubicBezTo>
                  <a:pt x="45085" y="126220"/>
                  <a:pt x="45192" y="125871"/>
                  <a:pt x="45300" y="125521"/>
                </a:cubicBezTo>
                <a:close/>
                <a:moveTo>
                  <a:pt x="188000" y="126516"/>
                </a:moveTo>
                <a:lnTo>
                  <a:pt x="185312" y="126812"/>
                </a:lnTo>
                <a:cubicBezTo>
                  <a:pt x="186064" y="126704"/>
                  <a:pt x="186844" y="126623"/>
                  <a:pt x="187597" y="126516"/>
                </a:cubicBezTo>
                <a:close/>
                <a:moveTo>
                  <a:pt x="179155" y="126919"/>
                </a:moveTo>
                <a:lnTo>
                  <a:pt x="179155" y="126919"/>
                </a:lnTo>
                <a:cubicBezTo>
                  <a:pt x="178268" y="127000"/>
                  <a:pt x="177381" y="127080"/>
                  <a:pt x="176467" y="127188"/>
                </a:cubicBezTo>
                <a:cubicBezTo>
                  <a:pt x="175768" y="127188"/>
                  <a:pt x="175069" y="127188"/>
                  <a:pt x="174343" y="127215"/>
                </a:cubicBezTo>
                <a:lnTo>
                  <a:pt x="177246" y="127027"/>
                </a:lnTo>
                <a:cubicBezTo>
                  <a:pt x="177892" y="126973"/>
                  <a:pt x="178510" y="126946"/>
                  <a:pt x="179155" y="126919"/>
                </a:cubicBezTo>
                <a:close/>
                <a:moveTo>
                  <a:pt x="186199" y="126597"/>
                </a:moveTo>
                <a:cubicBezTo>
                  <a:pt x="185096" y="126731"/>
                  <a:pt x="183994" y="126919"/>
                  <a:pt x="182892" y="127080"/>
                </a:cubicBezTo>
                <a:cubicBezTo>
                  <a:pt x="182892" y="127080"/>
                  <a:pt x="182865" y="127107"/>
                  <a:pt x="182865" y="127107"/>
                </a:cubicBezTo>
                <a:lnTo>
                  <a:pt x="182032" y="127215"/>
                </a:lnTo>
                <a:lnTo>
                  <a:pt x="176762" y="127215"/>
                </a:lnTo>
                <a:cubicBezTo>
                  <a:pt x="177892" y="127107"/>
                  <a:pt x="179048" y="127000"/>
                  <a:pt x="180204" y="126865"/>
                </a:cubicBezTo>
                <a:cubicBezTo>
                  <a:pt x="182193" y="126758"/>
                  <a:pt x="184209" y="126677"/>
                  <a:pt x="186199" y="126597"/>
                </a:cubicBezTo>
                <a:close/>
                <a:moveTo>
                  <a:pt x="260399" y="124231"/>
                </a:moveTo>
                <a:lnTo>
                  <a:pt x="260560" y="124285"/>
                </a:lnTo>
                <a:cubicBezTo>
                  <a:pt x="256043" y="125172"/>
                  <a:pt x="251607" y="126597"/>
                  <a:pt x="246957" y="126704"/>
                </a:cubicBezTo>
                <a:cubicBezTo>
                  <a:pt x="245923" y="126728"/>
                  <a:pt x="244887" y="126738"/>
                  <a:pt x="243851" y="126738"/>
                </a:cubicBezTo>
                <a:cubicBezTo>
                  <a:pt x="237804" y="126738"/>
                  <a:pt x="231732" y="126385"/>
                  <a:pt x="225718" y="126247"/>
                </a:cubicBezTo>
                <a:cubicBezTo>
                  <a:pt x="225638" y="126247"/>
                  <a:pt x="225611" y="126355"/>
                  <a:pt x="225718" y="126355"/>
                </a:cubicBezTo>
                <a:cubicBezTo>
                  <a:pt x="231736" y="126515"/>
                  <a:pt x="237812" y="126872"/>
                  <a:pt x="243864" y="126872"/>
                </a:cubicBezTo>
                <a:cubicBezTo>
                  <a:pt x="244896" y="126872"/>
                  <a:pt x="245927" y="126862"/>
                  <a:pt x="246957" y="126838"/>
                </a:cubicBezTo>
                <a:cubicBezTo>
                  <a:pt x="251876" y="126731"/>
                  <a:pt x="256608" y="125279"/>
                  <a:pt x="261393" y="124526"/>
                </a:cubicBezTo>
                <a:cubicBezTo>
                  <a:pt x="261716" y="124634"/>
                  <a:pt x="262038" y="124742"/>
                  <a:pt x="262334" y="124822"/>
                </a:cubicBezTo>
                <a:cubicBezTo>
                  <a:pt x="263383" y="125172"/>
                  <a:pt x="266421" y="125790"/>
                  <a:pt x="267039" y="127107"/>
                </a:cubicBezTo>
                <a:cubicBezTo>
                  <a:pt x="262951" y="127388"/>
                  <a:pt x="258833" y="127489"/>
                  <a:pt x="254719" y="127489"/>
                </a:cubicBezTo>
                <a:cubicBezTo>
                  <a:pt x="253313" y="127489"/>
                  <a:pt x="251908" y="127477"/>
                  <a:pt x="250505" y="127457"/>
                </a:cubicBezTo>
                <a:cubicBezTo>
                  <a:pt x="239375" y="127269"/>
                  <a:pt x="228326" y="126381"/>
                  <a:pt x="217196" y="126005"/>
                </a:cubicBezTo>
                <a:cubicBezTo>
                  <a:pt x="213002" y="125602"/>
                  <a:pt x="208781" y="125360"/>
                  <a:pt x="204560" y="125333"/>
                </a:cubicBezTo>
                <a:cubicBezTo>
                  <a:pt x="207330" y="125199"/>
                  <a:pt x="210125" y="125010"/>
                  <a:pt x="212894" y="124822"/>
                </a:cubicBezTo>
                <a:lnTo>
                  <a:pt x="213889" y="124742"/>
                </a:lnTo>
                <a:cubicBezTo>
                  <a:pt x="216520" y="124651"/>
                  <a:pt x="219150" y="124609"/>
                  <a:pt x="221781" y="124609"/>
                </a:cubicBezTo>
                <a:cubicBezTo>
                  <a:pt x="226947" y="124609"/>
                  <a:pt x="232112" y="124770"/>
                  <a:pt x="237278" y="125037"/>
                </a:cubicBezTo>
                <a:cubicBezTo>
                  <a:pt x="240354" y="125209"/>
                  <a:pt x="243441" y="125354"/>
                  <a:pt x="246518" y="125354"/>
                </a:cubicBezTo>
                <a:cubicBezTo>
                  <a:pt x="250166" y="125354"/>
                  <a:pt x="253801" y="125151"/>
                  <a:pt x="257388" y="124553"/>
                </a:cubicBezTo>
                <a:cubicBezTo>
                  <a:pt x="258409" y="124500"/>
                  <a:pt x="259404" y="124392"/>
                  <a:pt x="260399" y="124231"/>
                </a:cubicBezTo>
                <a:close/>
                <a:moveTo>
                  <a:pt x="188833" y="126059"/>
                </a:moveTo>
                <a:lnTo>
                  <a:pt x="187059" y="126193"/>
                </a:lnTo>
                <a:cubicBezTo>
                  <a:pt x="179935" y="126516"/>
                  <a:pt x="172810" y="126973"/>
                  <a:pt x="165713" y="127564"/>
                </a:cubicBezTo>
                <a:lnTo>
                  <a:pt x="174531" y="126381"/>
                </a:lnTo>
                <a:cubicBezTo>
                  <a:pt x="179289" y="126328"/>
                  <a:pt x="184048" y="126220"/>
                  <a:pt x="188833" y="126059"/>
                </a:cubicBezTo>
                <a:close/>
                <a:moveTo>
                  <a:pt x="44251" y="125602"/>
                </a:moveTo>
                <a:cubicBezTo>
                  <a:pt x="44439" y="125924"/>
                  <a:pt x="44628" y="126247"/>
                  <a:pt x="44789" y="126597"/>
                </a:cubicBezTo>
                <a:cubicBezTo>
                  <a:pt x="44681" y="126973"/>
                  <a:pt x="44574" y="127376"/>
                  <a:pt x="44466" y="127753"/>
                </a:cubicBezTo>
                <a:cubicBezTo>
                  <a:pt x="44117" y="127027"/>
                  <a:pt x="43713" y="126328"/>
                  <a:pt x="43283" y="125682"/>
                </a:cubicBezTo>
                <a:lnTo>
                  <a:pt x="44251" y="125602"/>
                </a:lnTo>
                <a:close/>
                <a:moveTo>
                  <a:pt x="44896" y="126785"/>
                </a:moveTo>
                <a:lnTo>
                  <a:pt x="44896" y="126812"/>
                </a:lnTo>
                <a:cubicBezTo>
                  <a:pt x="44923" y="126865"/>
                  <a:pt x="44977" y="126946"/>
                  <a:pt x="45004" y="127027"/>
                </a:cubicBezTo>
                <a:cubicBezTo>
                  <a:pt x="44896" y="127430"/>
                  <a:pt x="44762" y="127806"/>
                  <a:pt x="44681" y="128210"/>
                </a:cubicBezTo>
                <a:cubicBezTo>
                  <a:pt x="44628" y="128129"/>
                  <a:pt x="44601" y="128075"/>
                  <a:pt x="44547" y="127994"/>
                </a:cubicBezTo>
                <a:cubicBezTo>
                  <a:pt x="44681" y="127591"/>
                  <a:pt x="44789" y="127188"/>
                  <a:pt x="44896" y="126785"/>
                </a:cubicBezTo>
                <a:close/>
                <a:moveTo>
                  <a:pt x="41912" y="124715"/>
                </a:moveTo>
                <a:cubicBezTo>
                  <a:pt x="42100" y="124715"/>
                  <a:pt x="42316" y="124742"/>
                  <a:pt x="42531" y="124768"/>
                </a:cubicBezTo>
                <a:cubicBezTo>
                  <a:pt x="42746" y="125037"/>
                  <a:pt x="42907" y="125306"/>
                  <a:pt x="43095" y="125602"/>
                </a:cubicBezTo>
                <a:lnTo>
                  <a:pt x="43068" y="125629"/>
                </a:lnTo>
                <a:lnTo>
                  <a:pt x="42934" y="125629"/>
                </a:lnTo>
                <a:cubicBezTo>
                  <a:pt x="42907" y="125629"/>
                  <a:pt x="42907" y="125682"/>
                  <a:pt x="42934" y="125682"/>
                </a:cubicBezTo>
                <a:lnTo>
                  <a:pt x="43095" y="125682"/>
                </a:lnTo>
                <a:cubicBezTo>
                  <a:pt x="43552" y="126435"/>
                  <a:pt x="43982" y="127188"/>
                  <a:pt x="44386" y="127968"/>
                </a:cubicBezTo>
                <a:cubicBezTo>
                  <a:pt x="44332" y="128156"/>
                  <a:pt x="44278" y="128371"/>
                  <a:pt x="44224" y="128559"/>
                </a:cubicBezTo>
                <a:cubicBezTo>
                  <a:pt x="43579" y="127215"/>
                  <a:pt x="42799" y="125924"/>
                  <a:pt x="41912" y="124715"/>
                </a:cubicBezTo>
                <a:close/>
                <a:moveTo>
                  <a:pt x="147271" y="125682"/>
                </a:moveTo>
                <a:cubicBezTo>
                  <a:pt x="151975" y="125951"/>
                  <a:pt x="156680" y="126166"/>
                  <a:pt x="161412" y="126301"/>
                </a:cubicBezTo>
                <a:cubicBezTo>
                  <a:pt x="158374" y="126892"/>
                  <a:pt x="155363" y="127511"/>
                  <a:pt x="152325" y="128102"/>
                </a:cubicBezTo>
                <a:lnTo>
                  <a:pt x="152352" y="128102"/>
                </a:lnTo>
                <a:cubicBezTo>
                  <a:pt x="147075" y="128367"/>
                  <a:pt x="141820" y="128567"/>
                  <a:pt x="136529" y="128567"/>
                </a:cubicBezTo>
                <a:cubicBezTo>
                  <a:pt x="135916" y="128567"/>
                  <a:pt x="135303" y="128565"/>
                  <a:pt x="134689" y="128559"/>
                </a:cubicBezTo>
                <a:cubicBezTo>
                  <a:pt x="130737" y="128505"/>
                  <a:pt x="126785" y="128425"/>
                  <a:pt x="122833" y="128317"/>
                </a:cubicBezTo>
                <a:cubicBezTo>
                  <a:pt x="128882" y="127645"/>
                  <a:pt x="134931" y="126919"/>
                  <a:pt x="140980" y="126301"/>
                </a:cubicBezTo>
                <a:cubicBezTo>
                  <a:pt x="143077" y="126086"/>
                  <a:pt x="145174" y="125871"/>
                  <a:pt x="147271" y="125682"/>
                </a:cubicBezTo>
                <a:close/>
                <a:moveTo>
                  <a:pt x="35245" y="127806"/>
                </a:moveTo>
                <a:lnTo>
                  <a:pt x="35245" y="127806"/>
                </a:lnTo>
                <a:cubicBezTo>
                  <a:pt x="35084" y="128129"/>
                  <a:pt x="34896" y="128478"/>
                  <a:pt x="34707" y="128801"/>
                </a:cubicBezTo>
                <a:lnTo>
                  <a:pt x="34465" y="128774"/>
                </a:lnTo>
                <a:cubicBezTo>
                  <a:pt x="34734" y="128452"/>
                  <a:pt x="35003" y="128129"/>
                  <a:pt x="35245" y="127806"/>
                </a:cubicBezTo>
                <a:close/>
                <a:moveTo>
                  <a:pt x="37799" y="124715"/>
                </a:moveTo>
                <a:lnTo>
                  <a:pt x="37799" y="124715"/>
                </a:lnTo>
                <a:cubicBezTo>
                  <a:pt x="36831" y="126059"/>
                  <a:pt x="35944" y="127430"/>
                  <a:pt x="35111" y="128855"/>
                </a:cubicBezTo>
                <a:lnTo>
                  <a:pt x="35164" y="128882"/>
                </a:lnTo>
                <a:lnTo>
                  <a:pt x="34896" y="128855"/>
                </a:lnTo>
                <a:cubicBezTo>
                  <a:pt x="35245" y="128263"/>
                  <a:pt x="35541" y="127672"/>
                  <a:pt x="35890" y="127080"/>
                </a:cubicBezTo>
                <a:cubicBezTo>
                  <a:pt x="36509" y="126274"/>
                  <a:pt x="37154" y="125494"/>
                  <a:pt x="37799" y="124715"/>
                </a:cubicBezTo>
                <a:close/>
                <a:moveTo>
                  <a:pt x="64334" y="128398"/>
                </a:moveTo>
                <a:cubicBezTo>
                  <a:pt x="64387" y="128505"/>
                  <a:pt x="64468" y="128613"/>
                  <a:pt x="64575" y="128693"/>
                </a:cubicBezTo>
                <a:cubicBezTo>
                  <a:pt x="64683" y="128828"/>
                  <a:pt x="64791" y="128935"/>
                  <a:pt x="64898" y="129043"/>
                </a:cubicBezTo>
                <a:lnTo>
                  <a:pt x="63527" y="129043"/>
                </a:lnTo>
                <a:cubicBezTo>
                  <a:pt x="63715" y="128962"/>
                  <a:pt x="64118" y="128452"/>
                  <a:pt x="64226" y="128425"/>
                </a:cubicBezTo>
                <a:cubicBezTo>
                  <a:pt x="64280" y="128425"/>
                  <a:pt x="64307" y="128398"/>
                  <a:pt x="64334" y="128398"/>
                </a:cubicBezTo>
                <a:close/>
                <a:moveTo>
                  <a:pt x="44520" y="128183"/>
                </a:moveTo>
                <a:cubicBezTo>
                  <a:pt x="44547" y="128236"/>
                  <a:pt x="44601" y="128317"/>
                  <a:pt x="44628" y="128398"/>
                </a:cubicBezTo>
                <a:cubicBezTo>
                  <a:pt x="44574" y="128613"/>
                  <a:pt x="44547" y="128828"/>
                  <a:pt x="44493" y="129070"/>
                </a:cubicBezTo>
                <a:lnTo>
                  <a:pt x="44359" y="128801"/>
                </a:lnTo>
                <a:cubicBezTo>
                  <a:pt x="44412" y="128613"/>
                  <a:pt x="44466" y="128398"/>
                  <a:pt x="44520" y="128183"/>
                </a:cubicBezTo>
                <a:close/>
                <a:moveTo>
                  <a:pt x="41079" y="124580"/>
                </a:moveTo>
                <a:lnTo>
                  <a:pt x="41079" y="124580"/>
                </a:lnTo>
                <a:cubicBezTo>
                  <a:pt x="41294" y="124607"/>
                  <a:pt x="41536" y="124634"/>
                  <a:pt x="41778" y="124661"/>
                </a:cubicBezTo>
                <a:cubicBezTo>
                  <a:pt x="42665" y="125951"/>
                  <a:pt x="43472" y="127322"/>
                  <a:pt x="44224" y="128693"/>
                </a:cubicBezTo>
                <a:lnTo>
                  <a:pt x="44197" y="128720"/>
                </a:lnTo>
                <a:lnTo>
                  <a:pt x="44171" y="128855"/>
                </a:lnTo>
                <a:cubicBezTo>
                  <a:pt x="44114" y="128798"/>
                  <a:pt x="44038" y="128773"/>
                  <a:pt x="43956" y="128773"/>
                </a:cubicBezTo>
                <a:cubicBezTo>
                  <a:pt x="43764" y="128773"/>
                  <a:pt x="43539" y="128909"/>
                  <a:pt x="43445" y="129097"/>
                </a:cubicBezTo>
                <a:cubicBezTo>
                  <a:pt x="42934" y="127457"/>
                  <a:pt x="42127" y="125924"/>
                  <a:pt x="41079" y="124580"/>
                </a:cubicBezTo>
                <a:close/>
                <a:moveTo>
                  <a:pt x="180634" y="127376"/>
                </a:moveTo>
                <a:lnTo>
                  <a:pt x="177596" y="127753"/>
                </a:lnTo>
                <a:cubicBezTo>
                  <a:pt x="173214" y="128290"/>
                  <a:pt x="168859" y="128855"/>
                  <a:pt x="164476" y="129419"/>
                </a:cubicBezTo>
                <a:cubicBezTo>
                  <a:pt x="167837" y="128586"/>
                  <a:pt x="171197" y="127833"/>
                  <a:pt x="174746" y="127645"/>
                </a:cubicBezTo>
                <a:cubicBezTo>
                  <a:pt x="176709" y="127537"/>
                  <a:pt x="178671" y="127457"/>
                  <a:pt x="180634" y="127376"/>
                </a:cubicBezTo>
                <a:close/>
                <a:moveTo>
                  <a:pt x="85599" y="129339"/>
                </a:moveTo>
                <a:lnTo>
                  <a:pt x="85599" y="129339"/>
                </a:lnTo>
                <a:cubicBezTo>
                  <a:pt x="85806" y="129369"/>
                  <a:pt x="86013" y="129398"/>
                  <a:pt x="86219" y="129427"/>
                </a:cubicBezTo>
                <a:lnTo>
                  <a:pt x="86219" y="129427"/>
                </a:lnTo>
                <a:cubicBezTo>
                  <a:pt x="86012" y="129398"/>
                  <a:pt x="85805" y="129368"/>
                  <a:pt x="85599" y="129339"/>
                </a:cubicBezTo>
                <a:close/>
                <a:moveTo>
                  <a:pt x="34761" y="129070"/>
                </a:moveTo>
                <a:lnTo>
                  <a:pt x="35030" y="129097"/>
                </a:lnTo>
                <a:lnTo>
                  <a:pt x="34842" y="129446"/>
                </a:lnTo>
                <a:lnTo>
                  <a:pt x="34573" y="129473"/>
                </a:lnTo>
                <a:lnTo>
                  <a:pt x="34761" y="129070"/>
                </a:lnTo>
                <a:close/>
                <a:moveTo>
                  <a:pt x="67533" y="129311"/>
                </a:moveTo>
                <a:cubicBezTo>
                  <a:pt x="67462" y="129377"/>
                  <a:pt x="67392" y="129425"/>
                  <a:pt x="67345" y="129473"/>
                </a:cubicBezTo>
                <a:lnTo>
                  <a:pt x="67355" y="129473"/>
                </a:lnTo>
                <a:cubicBezTo>
                  <a:pt x="67423" y="129422"/>
                  <a:pt x="67492" y="129357"/>
                  <a:pt x="67560" y="129312"/>
                </a:cubicBezTo>
                <a:cubicBezTo>
                  <a:pt x="67551" y="129311"/>
                  <a:pt x="67542" y="129311"/>
                  <a:pt x="67533" y="129311"/>
                </a:cubicBezTo>
                <a:close/>
                <a:moveTo>
                  <a:pt x="34277" y="129043"/>
                </a:moveTo>
                <a:lnTo>
                  <a:pt x="34573" y="129070"/>
                </a:lnTo>
                <a:lnTo>
                  <a:pt x="34358" y="129473"/>
                </a:lnTo>
                <a:lnTo>
                  <a:pt x="33928" y="129500"/>
                </a:lnTo>
                <a:cubicBezTo>
                  <a:pt x="34035" y="129339"/>
                  <a:pt x="34170" y="129204"/>
                  <a:pt x="34277" y="129043"/>
                </a:cubicBezTo>
                <a:close/>
                <a:moveTo>
                  <a:pt x="67560" y="129285"/>
                </a:moveTo>
                <a:lnTo>
                  <a:pt x="67586" y="129312"/>
                </a:lnTo>
                <a:cubicBezTo>
                  <a:pt x="69092" y="129339"/>
                  <a:pt x="70597" y="129392"/>
                  <a:pt x="72103" y="129473"/>
                </a:cubicBezTo>
                <a:lnTo>
                  <a:pt x="67355" y="129473"/>
                </a:lnTo>
                <a:cubicBezTo>
                  <a:pt x="67343" y="129483"/>
                  <a:pt x="67330" y="129492"/>
                  <a:pt x="67318" y="129500"/>
                </a:cubicBezTo>
                <a:lnTo>
                  <a:pt x="66081" y="129500"/>
                </a:lnTo>
                <a:cubicBezTo>
                  <a:pt x="65973" y="129446"/>
                  <a:pt x="65866" y="129366"/>
                  <a:pt x="65758" y="129285"/>
                </a:cubicBezTo>
                <a:cubicBezTo>
                  <a:pt x="66341" y="129285"/>
                  <a:pt x="66950" y="129285"/>
                  <a:pt x="67533" y="129311"/>
                </a:cubicBezTo>
                <a:lnTo>
                  <a:pt x="67533" y="129311"/>
                </a:lnTo>
                <a:cubicBezTo>
                  <a:pt x="67542" y="129302"/>
                  <a:pt x="67551" y="129294"/>
                  <a:pt x="67560" y="129285"/>
                </a:cubicBezTo>
                <a:close/>
                <a:moveTo>
                  <a:pt x="44332" y="128935"/>
                </a:moveTo>
                <a:lnTo>
                  <a:pt x="44466" y="129204"/>
                </a:lnTo>
                <a:cubicBezTo>
                  <a:pt x="44439" y="129312"/>
                  <a:pt x="44412" y="129419"/>
                  <a:pt x="44386" y="129527"/>
                </a:cubicBezTo>
                <a:cubicBezTo>
                  <a:pt x="44332" y="129473"/>
                  <a:pt x="44278" y="129419"/>
                  <a:pt x="44251" y="129339"/>
                </a:cubicBezTo>
                <a:lnTo>
                  <a:pt x="44332" y="128935"/>
                </a:lnTo>
                <a:close/>
                <a:moveTo>
                  <a:pt x="97281" y="123106"/>
                </a:moveTo>
                <a:cubicBezTo>
                  <a:pt x="107715" y="123106"/>
                  <a:pt x="118152" y="123529"/>
                  <a:pt x="128559" y="124365"/>
                </a:cubicBezTo>
                <a:cubicBezTo>
                  <a:pt x="134581" y="124849"/>
                  <a:pt x="140577" y="125279"/>
                  <a:pt x="146599" y="125629"/>
                </a:cubicBezTo>
                <a:cubicBezTo>
                  <a:pt x="138453" y="126381"/>
                  <a:pt x="130361" y="127376"/>
                  <a:pt x="122269" y="128317"/>
                </a:cubicBezTo>
                <a:lnTo>
                  <a:pt x="112994" y="128075"/>
                </a:lnTo>
                <a:cubicBezTo>
                  <a:pt x="102643" y="127833"/>
                  <a:pt x="92293" y="127591"/>
                  <a:pt x="81916" y="127591"/>
                </a:cubicBezTo>
                <a:cubicBezTo>
                  <a:pt x="81674" y="127376"/>
                  <a:pt x="81512" y="127080"/>
                  <a:pt x="81459" y="126758"/>
                </a:cubicBezTo>
                <a:cubicBezTo>
                  <a:pt x="81442" y="126725"/>
                  <a:pt x="81405" y="126702"/>
                  <a:pt x="81373" y="126702"/>
                </a:cubicBezTo>
                <a:cubicBezTo>
                  <a:pt x="81353" y="126702"/>
                  <a:pt x="81334" y="126710"/>
                  <a:pt x="81324" y="126731"/>
                </a:cubicBezTo>
                <a:lnTo>
                  <a:pt x="79926" y="126570"/>
                </a:lnTo>
                <a:cubicBezTo>
                  <a:pt x="80034" y="126543"/>
                  <a:pt x="80141" y="126516"/>
                  <a:pt x="80276" y="126462"/>
                </a:cubicBezTo>
                <a:cubicBezTo>
                  <a:pt x="80356" y="126435"/>
                  <a:pt x="80303" y="126328"/>
                  <a:pt x="80249" y="126328"/>
                </a:cubicBezTo>
                <a:cubicBezTo>
                  <a:pt x="80216" y="126318"/>
                  <a:pt x="80183" y="126314"/>
                  <a:pt x="80151" y="126314"/>
                </a:cubicBezTo>
                <a:cubicBezTo>
                  <a:pt x="79999" y="126314"/>
                  <a:pt x="79863" y="126414"/>
                  <a:pt x="79819" y="126570"/>
                </a:cubicBezTo>
                <a:lnTo>
                  <a:pt x="79362" y="126516"/>
                </a:lnTo>
                <a:cubicBezTo>
                  <a:pt x="79066" y="126516"/>
                  <a:pt x="78797" y="126462"/>
                  <a:pt x="78528" y="126301"/>
                </a:cubicBezTo>
                <a:cubicBezTo>
                  <a:pt x="78259" y="126193"/>
                  <a:pt x="78017" y="126032"/>
                  <a:pt x="77802" y="125844"/>
                </a:cubicBezTo>
                <a:cubicBezTo>
                  <a:pt x="77789" y="125831"/>
                  <a:pt x="77777" y="125826"/>
                  <a:pt x="77765" y="125826"/>
                </a:cubicBezTo>
                <a:cubicBezTo>
                  <a:pt x="77729" y="125826"/>
                  <a:pt x="77708" y="125877"/>
                  <a:pt x="77749" y="125898"/>
                </a:cubicBezTo>
                <a:cubicBezTo>
                  <a:pt x="78172" y="126366"/>
                  <a:pt x="78781" y="126631"/>
                  <a:pt x="79406" y="126631"/>
                </a:cubicBezTo>
                <a:cubicBezTo>
                  <a:pt x="79534" y="126631"/>
                  <a:pt x="79663" y="126619"/>
                  <a:pt x="79792" y="126597"/>
                </a:cubicBezTo>
                <a:lnTo>
                  <a:pt x="79792" y="126597"/>
                </a:lnTo>
                <a:cubicBezTo>
                  <a:pt x="79656" y="127004"/>
                  <a:pt x="79978" y="127393"/>
                  <a:pt x="80372" y="127393"/>
                </a:cubicBezTo>
                <a:cubicBezTo>
                  <a:pt x="80446" y="127393"/>
                  <a:pt x="80522" y="127379"/>
                  <a:pt x="80598" y="127349"/>
                </a:cubicBezTo>
                <a:cubicBezTo>
                  <a:pt x="80806" y="127303"/>
                  <a:pt x="81034" y="127059"/>
                  <a:pt x="81247" y="127059"/>
                </a:cubicBezTo>
                <a:cubicBezTo>
                  <a:pt x="81282" y="127059"/>
                  <a:pt x="81317" y="127065"/>
                  <a:pt x="81351" y="127080"/>
                </a:cubicBezTo>
                <a:cubicBezTo>
                  <a:pt x="81486" y="127242"/>
                  <a:pt x="81620" y="127403"/>
                  <a:pt x="81701" y="127591"/>
                </a:cubicBezTo>
                <a:cubicBezTo>
                  <a:pt x="77883" y="127591"/>
                  <a:pt x="74039" y="127645"/>
                  <a:pt x="70248" y="127726"/>
                </a:cubicBezTo>
                <a:cubicBezTo>
                  <a:pt x="68312" y="127779"/>
                  <a:pt x="66404" y="127833"/>
                  <a:pt x="64468" y="127914"/>
                </a:cubicBezTo>
                <a:lnTo>
                  <a:pt x="64468" y="127860"/>
                </a:lnTo>
                <a:cubicBezTo>
                  <a:pt x="64468" y="127845"/>
                  <a:pt x="64441" y="127829"/>
                  <a:pt x="64418" y="127829"/>
                </a:cubicBezTo>
                <a:cubicBezTo>
                  <a:pt x="64402" y="127829"/>
                  <a:pt x="64387" y="127837"/>
                  <a:pt x="64387" y="127860"/>
                </a:cubicBezTo>
                <a:cubicBezTo>
                  <a:pt x="64387" y="127887"/>
                  <a:pt x="64360" y="127887"/>
                  <a:pt x="64360" y="127914"/>
                </a:cubicBezTo>
                <a:cubicBezTo>
                  <a:pt x="62801" y="127994"/>
                  <a:pt x="61269" y="128075"/>
                  <a:pt x="59736" y="128156"/>
                </a:cubicBezTo>
                <a:lnTo>
                  <a:pt x="59709" y="128129"/>
                </a:lnTo>
                <a:cubicBezTo>
                  <a:pt x="59683" y="128129"/>
                  <a:pt x="59656" y="128129"/>
                  <a:pt x="59656" y="128156"/>
                </a:cubicBezTo>
                <a:cubicBezTo>
                  <a:pt x="55354" y="128398"/>
                  <a:pt x="51053" y="128720"/>
                  <a:pt x="46778" y="129150"/>
                </a:cubicBezTo>
                <a:cubicBezTo>
                  <a:pt x="51080" y="128720"/>
                  <a:pt x="55408" y="128425"/>
                  <a:pt x="59709" y="128210"/>
                </a:cubicBezTo>
                <a:cubicBezTo>
                  <a:pt x="60059" y="128559"/>
                  <a:pt x="60543" y="128801"/>
                  <a:pt x="61054" y="128801"/>
                </a:cubicBezTo>
                <a:cubicBezTo>
                  <a:pt x="60597" y="128693"/>
                  <a:pt x="60167" y="128478"/>
                  <a:pt x="59790" y="128183"/>
                </a:cubicBezTo>
                <a:cubicBezTo>
                  <a:pt x="61296" y="128102"/>
                  <a:pt x="62801" y="128048"/>
                  <a:pt x="64307" y="127994"/>
                </a:cubicBezTo>
                <a:lnTo>
                  <a:pt x="64307" y="127994"/>
                </a:lnTo>
                <a:cubicBezTo>
                  <a:pt x="63975" y="128705"/>
                  <a:pt x="63165" y="128977"/>
                  <a:pt x="62297" y="128977"/>
                </a:cubicBezTo>
                <a:cubicBezTo>
                  <a:pt x="62179" y="128977"/>
                  <a:pt x="62060" y="128972"/>
                  <a:pt x="61941" y="128962"/>
                </a:cubicBezTo>
                <a:lnTo>
                  <a:pt x="61941" y="128962"/>
                </a:lnTo>
                <a:lnTo>
                  <a:pt x="62022" y="129016"/>
                </a:lnTo>
                <a:cubicBezTo>
                  <a:pt x="60086" y="129016"/>
                  <a:pt x="58177" y="129070"/>
                  <a:pt x="56241" y="129150"/>
                </a:cubicBezTo>
                <a:cubicBezTo>
                  <a:pt x="54171" y="129204"/>
                  <a:pt x="52128" y="129312"/>
                  <a:pt x="50058" y="129419"/>
                </a:cubicBezTo>
                <a:lnTo>
                  <a:pt x="46805" y="129581"/>
                </a:lnTo>
                <a:cubicBezTo>
                  <a:pt x="46590" y="129581"/>
                  <a:pt x="46187" y="129661"/>
                  <a:pt x="45730" y="129688"/>
                </a:cubicBezTo>
                <a:cubicBezTo>
                  <a:pt x="45784" y="129473"/>
                  <a:pt x="45837" y="129258"/>
                  <a:pt x="45891" y="129043"/>
                </a:cubicBezTo>
                <a:cubicBezTo>
                  <a:pt x="45918" y="129124"/>
                  <a:pt x="45945" y="129177"/>
                  <a:pt x="45972" y="129258"/>
                </a:cubicBezTo>
                <a:cubicBezTo>
                  <a:pt x="45980" y="129266"/>
                  <a:pt x="45990" y="129269"/>
                  <a:pt x="46000" y="129269"/>
                </a:cubicBezTo>
                <a:cubicBezTo>
                  <a:pt x="46026" y="129269"/>
                  <a:pt x="46052" y="129250"/>
                  <a:pt x="46052" y="129231"/>
                </a:cubicBezTo>
                <a:cubicBezTo>
                  <a:pt x="46026" y="129124"/>
                  <a:pt x="45972" y="129016"/>
                  <a:pt x="45945" y="128909"/>
                </a:cubicBezTo>
                <a:cubicBezTo>
                  <a:pt x="46241" y="127699"/>
                  <a:pt x="46617" y="126543"/>
                  <a:pt x="47047" y="125387"/>
                </a:cubicBezTo>
                <a:cubicBezTo>
                  <a:pt x="60113" y="124473"/>
                  <a:pt x="73205" y="123612"/>
                  <a:pt x="86298" y="123263"/>
                </a:cubicBezTo>
                <a:cubicBezTo>
                  <a:pt x="89957" y="123158"/>
                  <a:pt x="93619" y="123106"/>
                  <a:pt x="97281" y="123106"/>
                </a:cubicBezTo>
                <a:close/>
                <a:moveTo>
                  <a:pt x="162541" y="126301"/>
                </a:moveTo>
                <a:cubicBezTo>
                  <a:pt x="165256" y="126355"/>
                  <a:pt x="167971" y="126381"/>
                  <a:pt x="170687" y="126381"/>
                </a:cubicBezTo>
                <a:cubicBezTo>
                  <a:pt x="165552" y="127107"/>
                  <a:pt x="160417" y="127833"/>
                  <a:pt x="155282" y="128505"/>
                </a:cubicBezTo>
                <a:cubicBezTo>
                  <a:pt x="152110" y="128828"/>
                  <a:pt x="148911" y="129150"/>
                  <a:pt x="145711" y="129527"/>
                </a:cubicBezTo>
                <a:lnTo>
                  <a:pt x="144287" y="129688"/>
                </a:lnTo>
                <a:cubicBezTo>
                  <a:pt x="146572" y="129312"/>
                  <a:pt x="148857" y="128909"/>
                  <a:pt x="151142" y="128478"/>
                </a:cubicBezTo>
                <a:cubicBezTo>
                  <a:pt x="152863" y="128371"/>
                  <a:pt x="154610" y="128210"/>
                  <a:pt x="156331" y="127994"/>
                </a:cubicBezTo>
                <a:cubicBezTo>
                  <a:pt x="156384" y="127994"/>
                  <a:pt x="156384" y="127887"/>
                  <a:pt x="156331" y="127887"/>
                </a:cubicBezTo>
                <a:lnTo>
                  <a:pt x="153454" y="128048"/>
                </a:lnTo>
                <a:lnTo>
                  <a:pt x="153642" y="127994"/>
                </a:lnTo>
                <a:cubicBezTo>
                  <a:pt x="156599" y="127430"/>
                  <a:pt x="159584" y="126865"/>
                  <a:pt x="162541" y="126301"/>
                </a:cubicBezTo>
                <a:close/>
                <a:moveTo>
                  <a:pt x="63504" y="129249"/>
                </a:moveTo>
                <a:cubicBezTo>
                  <a:pt x="64067" y="129249"/>
                  <a:pt x="64631" y="129252"/>
                  <a:pt x="65194" y="129258"/>
                </a:cubicBezTo>
                <a:cubicBezTo>
                  <a:pt x="65301" y="129339"/>
                  <a:pt x="65436" y="129419"/>
                  <a:pt x="65570" y="129500"/>
                </a:cubicBezTo>
                <a:lnTo>
                  <a:pt x="64118" y="129500"/>
                </a:lnTo>
                <a:lnTo>
                  <a:pt x="63742" y="129446"/>
                </a:lnTo>
                <a:lnTo>
                  <a:pt x="64038" y="129500"/>
                </a:lnTo>
                <a:lnTo>
                  <a:pt x="61860" y="129527"/>
                </a:lnTo>
                <a:cubicBezTo>
                  <a:pt x="58661" y="129554"/>
                  <a:pt x="55462" y="129608"/>
                  <a:pt x="52263" y="129661"/>
                </a:cubicBezTo>
                <a:lnTo>
                  <a:pt x="49037" y="129715"/>
                </a:lnTo>
                <a:lnTo>
                  <a:pt x="49037" y="129715"/>
                </a:lnTo>
                <a:lnTo>
                  <a:pt x="50703" y="129634"/>
                </a:lnTo>
                <a:cubicBezTo>
                  <a:pt x="54956" y="129421"/>
                  <a:pt x="59229" y="129249"/>
                  <a:pt x="63504" y="129249"/>
                </a:cubicBezTo>
                <a:close/>
                <a:moveTo>
                  <a:pt x="144206" y="129903"/>
                </a:moveTo>
                <a:cubicBezTo>
                  <a:pt x="142566" y="130091"/>
                  <a:pt x="140953" y="130280"/>
                  <a:pt x="139340" y="130468"/>
                </a:cubicBezTo>
                <a:cubicBezTo>
                  <a:pt x="140953" y="130253"/>
                  <a:pt x="142566" y="130065"/>
                  <a:pt x="144179" y="129903"/>
                </a:cubicBezTo>
                <a:close/>
                <a:moveTo>
                  <a:pt x="33336" y="130333"/>
                </a:moveTo>
                <a:lnTo>
                  <a:pt x="33524" y="130495"/>
                </a:lnTo>
                <a:lnTo>
                  <a:pt x="33524" y="130495"/>
                </a:lnTo>
                <a:lnTo>
                  <a:pt x="33283" y="130414"/>
                </a:lnTo>
                <a:lnTo>
                  <a:pt x="33336" y="130333"/>
                </a:lnTo>
                <a:close/>
                <a:moveTo>
                  <a:pt x="34277" y="129661"/>
                </a:moveTo>
                <a:cubicBezTo>
                  <a:pt x="34143" y="129957"/>
                  <a:pt x="33981" y="130280"/>
                  <a:pt x="33820" y="130575"/>
                </a:cubicBezTo>
                <a:lnTo>
                  <a:pt x="33632" y="130522"/>
                </a:lnTo>
                <a:lnTo>
                  <a:pt x="33336" y="130280"/>
                </a:lnTo>
                <a:lnTo>
                  <a:pt x="33793" y="129688"/>
                </a:lnTo>
                <a:lnTo>
                  <a:pt x="34277" y="129661"/>
                </a:lnTo>
                <a:close/>
                <a:moveTo>
                  <a:pt x="81916" y="130145"/>
                </a:moveTo>
                <a:cubicBezTo>
                  <a:pt x="82695" y="130172"/>
                  <a:pt x="83448" y="130199"/>
                  <a:pt x="84228" y="130226"/>
                </a:cubicBezTo>
                <a:cubicBezTo>
                  <a:pt x="84604" y="130333"/>
                  <a:pt x="84980" y="130441"/>
                  <a:pt x="85357" y="130548"/>
                </a:cubicBezTo>
                <a:lnTo>
                  <a:pt x="85357" y="130575"/>
                </a:lnTo>
                <a:lnTo>
                  <a:pt x="82964" y="130414"/>
                </a:lnTo>
                <a:cubicBezTo>
                  <a:pt x="82373" y="130307"/>
                  <a:pt x="81808" y="130226"/>
                  <a:pt x="81244" y="130145"/>
                </a:cubicBezTo>
                <a:close/>
                <a:moveTo>
                  <a:pt x="98535" y="130545"/>
                </a:moveTo>
                <a:cubicBezTo>
                  <a:pt x="98007" y="130574"/>
                  <a:pt x="97477" y="130602"/>
                  <a:pt x="96944" y="130629"/>
                </a:cubicBezTo>
                <a:cubicBezTo>
                  <a:pt x="96988" y="130634"/>
                  <a:pt x="97033" y="130640"/>
                  <a:pt x="97078" y="130645"/>
                </a:cubicBezTo>
                <a:lnTo>
                  <a:pt x="97078" y="130645"/>
                </a:lnTo>
                <a:cubicBezTo>
                  <a:pt x="97564" y="130612"/>
                  <a:pt x="98049" y="130579"/>
                  <a:pt x="98535" y="130545"/>
                </a:cubicBezTo>
                <a:close/>
                <a:moveTo>
                  <a:pt x="34734" y="129634"/>
                </a:moveTo>
                <a:cubicBezTo>
                  <a:pt x="34519" y="129984"/>
                  <a:pt x="34331" y="130333"/>
                  <a:pt x="34143" y="130683"/>
                </a:cubicBezTo>
                <a:lnTo>
                  <a:pt x="33955" y="130629"/>
                </a:lnTo>
                <a:cubicBezTo>
                  <a:pt x="34116" y="130280"/>
                  <a:pt x="34277" y="129957"/>
                  <a:pt x="34439" y="129634"/>
                </a:cubicBezTo>
                <a:close/>
                <a:moveTo>
                  <a:pt x="32933" y="130817"/>
                </a:moveTo>
                <a:cubicBezTo>
                  <a:pt x="32960" y="130844"/>
                  <a:pt x="32987" y="130871"/>
                  <a:pt x="33014" y="130871"/>
                </a:cubicBezTo>
                <a:lnTo>
                  <a:pt x="33041" y="130898"/>
                </a:lnTo>
                <a:lnTo>
                  <a:pt x="32906" y="130871"/>
                </a:lnTo>
                <a:lnTo>
                  <a:pt x="32933" y="130817"/>
                </a:lnTo>
                <a:close/>
                <a:moveTo>
                  <a:pt x="84389" y="130226"/>
                </a:moveTo>
                <a:lnTo>
                  <a:pt x="84389" y="130226"/>
                </a:lnTo>
                <a:cubicBezTo>
                  <a:pt x="87615" y="130333"/>
                  <a:pt x="90868" y="130522"/>
                  <a:pt x="94094" y="130790"/>
                </a:cubicBezTo>
                <a:cubicBezTo>
                  <a:pt x="92938" y="130844"/>
                  <a:pt x="91755" y="130871"/>
                  <a:pt x="90599" y="130898"/>
                </a:cubicBezTo>
                <a:lnTo>
                  <a:pt x="85626" y="130575"/>
                </a:lnTo>
                <a:cubicBezTo>
                  <a:pt x="85196" y="130468"/>
                  <a:pt x="84792" y="130333"/>
                  <a:pt x="84389" y="130226"/>
                </a:cubicBezTo>
                <a:close/>
                <a:moveTo>
                  <a:pt x="67345" y="130011"/>
                </a:moveTo>
                <a:cubicBezTo>
                  <a:pt x="69361" y="130280"/>
                  <a:pt x="71377" y="130495"/>
                  <a:pt x="73447" y="130656"/>
                </a:cubicBezTo>
                <a:cubicBezTo>
                  <a:pt x="72096" y="130609"/>
                  <a:pt x="70744" y="130590"/>
                  <a:pt x="69392" y="130590"/>
                </a:cubicBezTo>
                <a:cubicBezTo>
                  <a:pt x="63490" y="130590"/>
                  <a:pt x="57579" y="130953"/>
                  <a:pt x="51665" y="130953"/>
                </a:cubicBezTo>
                <a:cubicBezTo>
                  <a:pt x="49606" y="130953"/>
                  <a:pt x="47547" y="130909"/>
                  <a:pt x="45488" y="130790"/>
                </a:cubicBezTo>
                <a:cubicBezTo>
                  <a:pt x="45542" y="130602"/>
                  <a:pt x="45595" y="130387"/>
                  <a:pt x="45622" y="130199"/>
                </a:cubicBezTo>
                <a:cubicBezTo>
                  <a:pt x="46939" y="130235"/>
                  <a:pt x="48256" y="130250"/>
                  <a:pt x="49572" y="130250"/>
                </a:cubicBezTo>
                <a:cubicBezTo>
                  <a:pt x="54088" y="130250"/>
                  <a:pt x="58601" y="130079"/>
                  <a:pt x="63097" y="130038"/>
                </a:cubicBezTo>
                <a:lnTo>
                  <a:pt x="67345" y="130011"/>
                </a:lnTo>
                <a:close/>
                <a:moveTo>
                  <a:pt x="72209" y="130022"/>
                </a:moveTo>
                <a:cubicBezTo>
                  <a:pt x="74416" y="130022"/>
                  <a:pt x="76625" y="130040"/>
                  <a:pt x="78824" y="130091"/>
                </a:cubicBezTo>
                <a:cubicBezTo>
                  <a:pt x="80840" y="130360"/>
                  <a:pt x="82883" y="130656"/>
                  <a:pt x="84900" y="130979"/>
                </a:cubicBezTo>
                <a:lnTo>
                  <a:pt x="82749" y="130979"/>
                </a:lnTo>
                <a:cubicBezTo>
                  <a:pt x="77937" y="130925"/>
                  <a:pt x="73151" y="130548"/>
                  <a:pt x="68393" y="130038"/>
                </a:cubicBezTo>
                <a:cubicBezTo>
                  <a:pt x="69662" y="130028"/>
                  <a:pt x="70935" y="130022"/>
                  <a:pt x="72209" y="130022"/>
                </a:cubicBezTo>
                <a:close/>
                <a:moveTo>
                  <a:pt x="84039" y="130575"/>
                </a:moveTo>
                <a:lnTo>
                  <a:pt x="85868" y="130710"/>
                </a:lnTo>
                <a:cubicBezTo>
                  <a:pt x="86217" y="130817"/>
                  <a:pt x="86567" y="130898"/>
                  <a:pt x="86916" y="130979"/>
                </a:cubicBezTo>
                <a:lnTo>
                  <a:pt x="86378" y="130979"/>
                </a:lnTo>
                <a:cubicBezTo>
                  <a:pt x="85599" y="130844"/>
                  <a:pt x="84819" y="130710"/>
                  <a:pt x="84039" y="130575"/>
                </a:cubicBezTo>
                <a:close/>
                <a:moveTo>
                  <a:pt x="86217" y="130737"/>
                </a:moveTo>
                <a:cubicBezTo>
                  <a:pt x="87239" y="130817"/>
                  <a:pt x="88260" y="130898"/>
                  <a:pt x="89282" y="130952"/>
                </a:cubicBezTo>
                <a:cubicBezTo>
                  <a:pt x="88610" y="130952"/>
                  <a:pt x="87911" y="130979"/>
                  <a:pt x="87239" y="130979"/>
                </a:cubicBezTo>
                <a:cubicBezTo>
                  <a:pt x="86889" y="130898"/>
                  <a:pt x="86540" y="130817"/>
                  <a:pt x="86217" y="130737"/>
                </a:cubicBezTo>
                <a:close/>
                <a:moveTo>
                  <a:pt x="33067" y="130985"/>
                </a:moveTo>
                <a:cubicBezTo>
                  <a:pt x="33155" y="130985"/>
                  <a:pt x="33269" y="131005"/>
                  <a:pt x="33390" y="131032"/>
                </a:cubicBezTo>
                <a:lnTo>
                  <a:pt x="33417" y="131059"/>
                </a:lnTo>
                <a:lnTo>
                  <a:pt x="33605" y="131140"/>
                </a:lnTo>
                <a:lnTo>
                  <a:pt x="33471" y="131436"/>
                </a:lnTo>
                <a:lnTo>
                  <a:pt x="32906" y="131059"/>
                </a:lnTo>
                <a:cubicBezTo>
                  <a:pt x="32920" y="131005"/>
                  <a:pt x="32980" y="130985"/>
                  <a:pt x="33067" y="130985"/>
                </a:cubicBezTo>
                <a:close/>
                <a:moveTo>
                  <a:pt x="87212" y="131059"/>
                </a:moveTo>
                <a:cubicBezTo>
                  <a:pt x="87924" y="131220"/>
                  <a:pt x="88616" y="131361"/>
                  <a:pt x="89338" y="131483"/>
                </a:cubicBezTo>
                <a:lnTo>
                  <a:pt x="89338" y="131483"/>
                </a:lnTo>
                <a:cubicBezTo>
                  <a:pt x="88469" y="131341"/>
                  <a:pt x="87601" y="131200"/>
                  <a:pt x="86755" y="131059"/>
                </a:cubicBezTo>
                <a:close/>
                <a:moveTo>
                  <a:pt x="94255" y="130790"/>
                </a:moveTo>
                <a:cubicBezTo>
                  <a:pt x="96567" y="130979"/>
                  <a:pt x="98879" y="131221"/>
                  <a:pt x="101191" y="131516"/>
                </a:cubicBezTo>
                <a:cubicBezTo>
                  <a:pt x="97804" y="131355"/>
                  <a:pt x="94417" y="131167"/>
                  <a:pt x="91029" y="130925"/>
                </a:cubicBezTo>
                <a:cubicBezTo>
                  <a:pt x="92105" y="130898"/>
                  <a:pt x="93180" y="130844"/>
                  <a:pt x="94255" y="130790"/>
                </a:cubicBezTo>
                <a:close/>
                <a:moveTo>
                  <a:pt x="33713" y="131194"/>
                </a:moveTo>
                <a:lnTo>
                  <a:pt x="33847" y="131221"/>
                </a:lnTo>
                <a:lnTo>
                  <a:pt x="33659" y="131570"/>
                </a:lnTo>
                <a:lnTo>
                  <a:pt x="33578" y="131516"/>
                </a:lnTo>
                <a:lnTo>
                  <a:pt x="33713" y="131194"/>
                </a:lnTo>
                <a:close/>
                <a:moveTo>
                  <a:pt x="44117" y="129876"/>
                </a:moveTo>
                <a:lnTo>
                  <a:pt x="44305" y="129930"/>
                </a:lnTo>
                <a:cubicBezTo>
                  <a:pt x="44197" y="130548"/>
                  <a:pt x="44090" y="131167"/>
                  <a:pt x="44036" y="131812"/>
                </a:cubicBezTo>
                <a:lnTo>
                  <a:pt x="43794" y="131812"/>
                </a:lnTo>
                <a:cubicBezTo>
                  <a:pt x="43875" y="131167"/>
                  <a:pt x="43982" y="130495"/>
                  <a:pt x="44117" y="129876"/>
                </a:cubicBezTo>
                <a:close/>
                <a:moveTo>
                  <a:pt x="38579" y="123962"/>
                </a:moveTo>
                <a:cubicBezTo>
                  <a:pt x="39358" y="124204"/>
                  <a:pt x="40138" y="124392"/>
                  <a:pt x="40944" y="124553"/>
                </a:cubicBezTo>
                <a:cubicBezTo>
                  <a:pt x="42020" y="126005"/>
                  <a:pt x="42853" y="127645"/>
                  <a:pt x="43418" y="129366"/>
                </a:cubicBezTo>
                <a:cubicBezTo>
                  <a:pt x="43445" y="129392"/>
                  <a:pt x="43445" y="129446"/>
                  <a:pt x="43472" y="129473"/>
                </a:cubicBezTo>
                <a:cubicBezTo>
                  <a:pt x="43579" y="129796"/>
                  <a:pt x="43687" y="130145"/>
                  <a:pt x="43794" y="130495"/>
                </a:cubicBezTo>
                <a:cubicBezTo>
                  <a:pt x="43794" y="130508"/>
                  <a:pt x="43801" y="130515"/>
                  <a:pt x="43808" y="130515"/>
                </a:cubicBezTo>
                <a:cubicBezTo>
                  <a:pt x="43814" y="130515"/>
                  <a:pt x="43821" y="130508"/>
                  <a:pt x="43821" y="130495"/>
                </a:cubicBezTo>
                <a:cubicBezTo>
                  <a:pt x="43767" y="130226"/>
                  <a:pt x="43687" y="129930"/>
                  <a:pt x="43606" y="129661"/>
                </a:cubicBezTo>
                <a:lnTo>
                  <a:pt x="43606" y="129661"/>
                </a:lnTo>
                <a:cubicBezTo>
                  <a:pt x="43713" y="129715"/>
                  <a:pt x="43821" y="129796"/>
                  <a:pt x="43955" y="129823"/>
                </a:cubicBezTo>
                <a:cubicBezTo>
                  <a:pt x="43821" y="130495"/>
                  <a:pt x="43713" y="131140"/>
                  <a:pt x="43606" y="131812"/>
                </a:cubicBezTo>
                <a:cubicBezTo>
                  <a:pt x="43230" y="131812"/>
                  <a:pt x="42853" y="131839"/>
                  <a:pt x="42477" y="131839"/>
                </a:cubicBezTo>
                <a:cubicBezTo>
                  <a:pt x="42423" y="131758"/>
                  <a:pt x="42369" y="131651"/>
                  <a:pt x="42316" y="131570"/>
                </a:cubicBezTo>
                <a:cubicBezTo>
                  <a:pt x="42307" y="131553"/>
                  <a:pt x="42294" y="131547"/>
                  <a:pt x="42279" y="131547"/>
                </a:cubicBezTo>
                <a:cubicBezTo>
                  <a:pt x="42246" y="131547"/>
                  <a:pt x="42208" y="131578"/>
                  <a:pt x="42208" y="131597"/>
                </a:cubicBezTo>
                <a:cubicBezTo>
                  <a:pt x="42208" y="131624"/>
                  <a:pt x="42208" y="131758"/>
                  <a:pt x="42208" y="131839"/>
                </a:cubicBezTo>
                <a:cubicBezTo>
                  <a:pt x="42119" y="131840"/>
                  <a:pt x="42030" y="131840"/>
                  <a:pt x="41941" y="131840"/>
                </a:cubicBezTo>
                <a:cubicBezTo>
                  <a:pt x="39371" y="131840"/>
                  <a:pt x="36826" y="131465"/>
                  <a:pt x="34331" y="130764"/>
                </a:cubicBezTo>
                <a:cubicBezTo>
                  <a:pt x="34654" y="130199"/>
                  <a:pt x="34976" y="129661"/>
                  <a:pt x="35299" y="129124"/>
                </a:cubicBezTo>
                <a:lnTo>
                  <a:pt x="36885" y="129231"/>
                </a:lnTo>
                <a:cubicBezTo>
                  <a:pt x="36992" y="129231"/>
                  <a:pt x="36992" y="129070"/>
                  <a:pt x="36885" y="129043"/>
                </a:cubicBezTo>
                <a:lnTo>
                  <a:pt x="35406" y="128882"/>
                </a:lnTo>
                <a:cubicBezTo>
                  <a:pt x="36401" y="127215"/>
                  <a:pt x="37450" y="125575"/>
                  <a:pt x="38579" y="123962"/>
                </a:cubicBezTo>
                <a:close/>
                <a:moveTo>
                  <a:pt x="82023" y="127672"/>
                </a:moveTo>
                <a:cubicBezTo>
                  <a:pt x="95089" y="127672"/>
                  <a:pt x="108154" y="128075"/>
                  <a:pt x="121193" y="128425"/>
                </a:cubicBezTo>
                <a:cubicBezTo>
                  <a:pt x="116677" y="128935"/>
                  <a:pt x="112160" y="129419"/>
                  <a:pt x="107644" y="129823"/>
                </a:cubicBezTo>
                <a:cubicBezTo>
                  <a:pt x="104627" y="130097"/>
                  <a:pt x="101590" y="130332"/>
                  <a:pt x="98535" y="130545"/>
                </a:cubicBezTo>
                <a:lnTo>
                  <a:pt x="98535" y="130545"/>
                </a:lnTo>
                <a:cubicBezTo>
                  <a:pt x="99551" y="130490"/>
                  <a:pt x="100559" y="130431"/>
                  <a:pt x="101568" y="130360"/>
                </a:cubicBezTo>
                <a:cubicBezTo>
                  <a:pt x="108316" y="129876"/>
                  <a:pt x="115037" y="129177"/>
                  <a:pt x="121758" y="128425"/>
                </a:cubicBezTo>
                <a:cubicBezTo>
                  <a:pt x="125414" y="128532"/>
                  <a:pt x="129043" y="128613"/>
                  <a:pt x="132673" y="128667"/>
                </a:cubicBezTo>
                <a:lnTo>
                  <a:pt x="132700" y="128667"/>
                </a:lnTo>
                <a:cubicBezTo>
                  <a:pt x="135721" y="128724"/>
                  <a:pt x="138781" y="128788"/>
                  <a:pt x="141843" y="128788"/>
                </a:cubicBezTo>
                <a:cubicBezTo>
                  <a:pt x="144555" y="128788"/>
                  <a:pt x="147269" y="128737"/>
                  <a:pt x="149959" y="128586"/>
                </a:cubicBezTo>
                <a:lnTo>
                  <a:pt x="149959" y="128586"/>
                </a:lnTo>
                <a:cubicBezTo>
                  <a:pt x="147459" y="129043"/>
                  <a:pt x="144932" y="129473"/>
                  <a:pt x="142405" y="129876"/>
                </a:cubicBezTo>
                <a:cubicBezTo>
                  <a:pt x="138614" y="130333"/>
                  <a:pt x="134823" y="130764"/>
                  <a:pt x="131060" y="131221"/>
                </a:cubicBezTo>
                <a:cubicBezTo>
                  <a:pt x="130441" y="131274"/>
                  <a:pt x="129823" y="131355"/>
                  <a:pt x="129178" y="131382"/>
                </a:cubicBezTo>
                <a:cubicBezTo>
                  <a:pt x="124348" y="131704"/>
                  <a:pt x="119500" y="131862"/>
                  <a:pt x="114649" y="131862"/>
                </a:cubicBezTo>
                <a:cubicBezTo>
                  <a:pt x="111399" y="131862"/>
                  <a:pt x="108148" y="131791"/>
                  <a:pt x="104901" y="131651"/>
                </a:cubicBezTo>
                <a:cubicBezTo>
                  <a:pt x="103584" y="131436"/>
                  <a:pt x="102240" y="131274"/>
                  <a:pt x="100923" y="131086"/>
                </a:cubicBezTo>
                <a:lnTo>
                  <a:pt x="100923" y="131086"/>
                </a:lnTo>
                <a:cubicBezTo>
                  <a:pt x="104310" y="131355"/>
                  <a:pt x="107724" y="131543"/>
                  <a:pt x="111112" y="131651"/>
                </a:cubicBezTo>
                <a:cubicBezTo>
                  <a:pt x="111139" y="131651"/>
                  <a:pt x="111139" y="131597"/>
                  <a:pt x="111112" y="131597"/>
                </a:cubicBezTo>
                <a:cubicBezTo>
                  <a:pt x="107052" y="131436"/>
                  <a:pt x="103020" y="131194"/>
                  <a:pt x="98960" y="130871"/>
                </a:cubicBezTo>
                <a:cubicBezTo>
                  <a:pt x="98333" y="130796"/>
                  <a:pt x="97705" y="130720"/>
                  <a:pt x="97078" y="130645"/>
                </a:cubicBezTo>
                <a:lnTo>
                  <a:pt x="97078" y="130645"/>
                </a:lnTo>
                <a:cubicBezTo>
                  <a:pt x="97024" y="130649"/>
                  <a:pt x="96971" y="130652"/>
                  <a:pt x="96917" y="130656"/>
                </a:cubicBezTo>
                <a:cubicBezTo>
                  <a:pt x="95573" y="130495"/>
                  <a:pt x="94229" y="130387"/>
                  <a:pt x="92857" y="130280"/>
                </a:cubicBezTo>
                <a:cubicBezTo>
                  <a:pt x="90645" y="130009"/>
                  <a:pt x="88432" y="129739"/>
                  <a:pt x="86219" y="129427"/>
                </a:cubicBezTo>
                <a:lnTo>
                  <a:pt x="86219" y="129427"/>
                </a:lnTo>
                <a:cubicBezTo>
                  <a:pt x="88087" y="129693"/>
                  <a:pt x="89972" y="129954"/>
                  <a:pt x="91836" y="130172"/>
                </a:cubicBezTo>
                <a:cubicBezTo>
                  <a:pt x="88825" y="129957"/>
                  <a:pt x="85787" y="129796"/>
                  <a:pt x="82749" y="129661"/>
                </a:cubicBezTo>
                <a:cubicBezTo>
                  <a:pt x="82346" y="129527"/>
                  <a:pt x="81943" y="129366"/>
                  <a:pt x="81566" y="129231"/>
                </a:cubicBezTo>
                <a:lnTo>
                  <a:pt x="81566" y="129231"/>
                </a:lnTo>
                <a:cubicBezTo>
                  <a:pt x="81916" y="129392"/>
                  <a:pt x="82292" y="129527"/>
                  <a:pt x="82668" y="129661"/>
                </a:cubicBezTo>
                <a:lnTo>
                  <a:pt x="81324" y="129608"/>
                </a:lnTo>
                <a:cubicBezTo>
                  <a:pt x="79523" y="129554"/>
                  <a:pt x="77722" y="129527"/>
                  <a:pt x="75947" y="129500"/>
                </a:cubicBezTo>
                <a:cubicBezTo>
                  <a:pt x="73501" y="129258"/>
                  <a:pt x="71055" y="129124"/>
                  <a:pt x="68581" y="129070"/>
                </a:cubicBezTo>
                <a:lnTo>
                  <a:pt x="67802" y="129043"/>
                </a:lnTo>
                <a:cubicBezTo>
                  <a:pt x="67882" y="128935"/>
                  <a:pt x="67963" y="128855"/>
                  <a:pt x="68044" y="128747"/>
                </a:cubicBezTo>
                <a:cubicBezTo>
                  <a:pt x="68044" y="128728"/>
                  <a:pt x="68030" y="128709"/>
                  <a:pt x="68013" y="128709"/>
                </a:cubicBezTo>
                <a:cubicBezTo>
                  <a:pt x="68005" y="128709"/>
                  <a:pt x="67998" y="128712"/>
                  <a:pt x="67990" y="128720"/>
                </a:cubicBezTo>
                <a:cubicBezTo>
                  <a:pt x="67936" y="128828"/>
                  <a:pt x="67855" y="128935"/>
                  <a:pt x="67775" y="129043"/>
                </a:cubicBezTo>
                <a:cubicBezTo>
                  <a:pt x="66888" y="129043"/>
                  <a:pt x="65973" y="129016"/>
                  <a:pt x="65086" y="129016"/>
                </a:cubicBezTo>
                <a:cubicBezTo>
                  <a:pt x="64683" y="128828"/>
                  <a:pt x="64441" y="128425"/>
                  <a:pt x="64468" y="127994"/>
                </a:cubicBezTo>
                <a:cubicBezTo>
                  <a:pt x="70248" y="127779"/>
                  <a:pt x="76001" y="127672"/>
                  <a:pt x="81781" y="127672"/>
                </a:cubicBezTo>
                <a:cubicBezTo>
                  <a:pt x="81781" y="127699"/>
                  <a:pt x="81808" y="127699"/>
                  <a:pt x="81835" y="127726"/>
                </a:cubicBezTo>
                <a:cubicBezTo>
                  <a:pt x="82112" y="127971"/>
                  <a:pt x="82467" y="128094"/>
                  <a:pt x="82826" y="128094"/>
                </a:cubicBezTo>
                <a:cubicBezTo>
                  <a:pt x="83096" y="128094"/>
                  <a:pt x="83367" y="128025"/>
                  <a:pt x="83609" y="127887"/>
                </a:cubicBezTo>
                <a:cubicBezTo>
                  <a:pt x="83674" y="127865"/>
                  <a:pt x="83652" y="127791"/>
                  <a:pt x="83613" y="127791"/>
                </a:cubicBezTo>
                <a:cubicBezTo>
                  <a:pt x="83603" y="127791"/>
                  <a:pt x="83593" y="127796"/>
                  <a:pt x="83582" y="127806"/>
                </a:cubicBezTo>
                <a:cubicBezTo>
                  <a:pt x="83369" y="127907"/>
                  <a:pt x="83142" y="127957"/>
                  <a:pt x="82917" y="127957"/>
                </a:cubicBezTo>
                <a:cubicBezTo>
                  <a:pt x="82602" y="127957"/>
                  <a:pt x="82290" y="127860"/>
                  <a:pt x="82023" y="127672"/>
                </a:cubicBezTo>
                <a:close/>
                <a:moveTo>
                  <a:pt x="42289" y="132269"/>
                </a:moveTo>
                <a:lnTo>
                  <a:pt x="42289" y="132269"/>
                </a:lnTo>
                <a:cubicBezTo>
                  <a:pt x="42262" y="132295"/>
                  <a:pt x="42262" y="132321"/>
                  <a:pt x="42262" y="132348"/>
                </a:cubicBezTo>
                <a:lnTo>
                  <a:pt x="42262" y="132348"/>
                </a:lnTo>
                <a:lnTo>
                  <a:pt x="41939" y="132323"/>
                </a:lnTo>
                <a:lnTo>
                  <a:pt x="41939" y="132296"/>
                </a:lnTo>
                <a:lnTo>
                  <a:pt x="42289" y="132269"/>
                </a:lnTo>
                <a:close/>
                <a:moveTo>
                  <a:pt x="42611" y="132242"/>
                </a:moveTo>
                <a:cubicBezTo>
                  <a:pt x="42611" y="132296"/>
                  <a:pt x="42638" y="132350"/>
                  <a:pt x="42638" y="132403"/>
                </a:cubicBezTo>
                <a:lnTo>
                  <a:pt x="42369" y="132350"/>
                </a:lnTo>
                <a:lnTo>
                  <a:pt x="42369" y="132296"/>
                </a:lnTo>
                <a:lnTo>
                  <a:pt x="42369" y="132269"/>
                </a:lnTo>
                <a:lnTo>
                  <a:pt x="42611" y="132242"/>
                </a:lnTo>
                <a:close/>
                <a:moveTo>
                  <a:pt x="106138" y="131866"/>
                </a:moveTo>
                <a:cubicBezTo>
                  <a:pt x="109606" y="132001"/>
                  <a:pt x="113056" y="132061"/>
                  <a:pt x="116518" y="132061"/>
                </a:cubicBezTo>
                <a:cubicBezTo>
                  <a:pt x="117189" y="132061"/>
                  <a:pt x="117860" y="132058"/>
                  <a:pt x="118532" y="132054"/>
                </a:cubicBezTo>
                <a:cubicBezTo>
                  <a:pt x="119311" y="132054"/>
                  <a:pt x="120091" y="132027"/>
                  <a:pt x="120844" y="132000"/>
                </a:cubicBezTo>
                <a:lnTo>
                  <a:pt x="120844" y="132000"/>
                </a:lnTo>
                <a:cubicBezTo>
                  <a:pt x="116946" y="132215"/>
                  <a:pt x="113047" y="132350"/>
                  <a:pt x="109149" y="132403"/>
                </a:cubicBezTo>
                <a:cubicBezTo>
                  <a:pt x="108128" y="132215"/>
                  <a:pt x="107133" y="132027"/>
                  <a:pt x="106111" y="131866"/>
                </a:cubicBezTo>
                <a:close/>
                <a:moveTo>
                  <a:pt x="89820" y="130979"/>
                </a:moveTo>
                <a:cubicBezTo>
                  <a:pt x="94229" y="131301"/>
                  <a:pt x="98664" y="131570"/>
                  <a:pt x="103100" y="131758"/>
                </a:cubicBezTo>
                <a:cubicBezTo>
                  <a:pt x="104579" y="131946"/>
                  <a:pt x="106084" y="132188"/>
                  <a:pt x="107590" y="132430"/>
                </a:cubicBezTo>
                <a:cubicBezTo>
                  <a:pt x="105869" y="132430"/>
                  <a:pt x="104149" y="132430"/>
                  <a:pt x="102455" y="132403"/>
                </a:cubicBezTo>
                <a:cubicBezTo>
                  <a:pt x="97455" y="132323"/>
                  <a:pt x="92400" y="132108"/>
                  <a:pt x="87508" y="131059"/>
                </a:cubicBezTo>
                <a:cubicBezTo>
                  <a:pt x="88260" y="131032"/>
                  <a:pt x="89040" y="131005"/>
                  <a:pt x="89820" y="130979"/>
                </a:cubicBezTo>
                <a:close/>
                <a:moveTo>
                  <a:pt x="43633" y="132188"/>
                </a:moveTo>
                <a:cubicBezTo>
                  <a:pt x="43579" y="132323"/>
                  <a:pt x="43552" y="132484"/>
                  <a:pt x="43552" y="132672"/>
                </a:cubicBezTo>
                <a:cubicBezTo>
                  <a:pt x="43552" y="132672"/>
                  <a:pt x="43542" y="132672"/>
                  <a:pt x="43534" y="132679"/>
                </a:cubicBezTo>
                <a:lnTo>
                  <a:pt x="43534" y="132679"/>
                </a:lnTo>
                <a:cubicBezTo>
                  <a:pt x="43572" y="132575"/>
                  <a:pt x="43517" y="132457"/>
                  <a:pt x="43391" y="132457"/>
                </a:cubicBezTo>
                <a:lnTo>
                  <a:pt x="43068" y="132457"/>
                </a:lnTo>
                <a:cubicBezTo>
                  <a:pt x="43056" y="132407"/>
                  <a:pt x="43020" y="132386"/>
                  <a:pt x="42980" y="132386"/>
                </a:cubicBezTo>
                <a:cubicBezTo>
                  <a:pt x="42934" y="132386"/>
                  <a:pt x="42882" y="132414"/>
                  <a:pt x="42853" y="132457"/>
                </a:cubicBezTo>
                <a:lnTo>
                  <a:pt x="42773" y="132457"/>
                </a:lnTo>
                <a:cubicBezTo>
                  <a:pt x="42773" y="132403"/>
                  <a:pt x="42746" y="132323"/>
                  <a:pt x="42719" y="132269"/>
                </a:cubicBezTo>
                <a:cubicBezTo>
                  <a:pt x="43015" y="132242"/>
                  <a:pt x="43310" y="132215"/>
                  <a:pt x="43633" y="132188"/>
                </a:cubicBezTo>
                <a:close/>
                <a:moveTo>
                  <a:pt x="34062" y="131328"/>
                </a:moveTo>
                <a:lnTo>
                  <a:pt x="34627" y="131543"/>
                </a:lnTo>
                <a:cubicBezTo>
                  <a:pt x="35111" y="131946"/>
                  <a:pt x="35568" y="132377"/>
                  <a:pt x="35971" y="132834"/>
                </a:cubicBezTo>
                <a:cubicBezTo>
                  <a:pt x="35541" y="132645"/>
                  <a:pt x="35111" y="132430"/>
                  <a:pt x="34680" y="132215"/>
                </a:cubicBezTo>
                <a:cubicBezTo>
                  <a:pt x="34627" y="132162"/>
                  <a:pt x="34250" y="131946"/>
                  <a:pt x="33874" y="131704"/>
                </a:cubicBezTo>
                <a:cubicBezTo>
                  <a:pt x="33928" y="131570"/>
                  <a:pt x="34008" y="131463"/>
                  <a:pt x="34062" y="131328"/>
                </a:cubicBezTo>
                <a:close/>
                <a:moveTo>
                  <a:pt x="44036" y="132108"/>
                </a:moveTo>
                <a:cubicBezTo>
                  <a:pt x="44009" y="132457"/>
                  <a:pt x="43982" y="132834"/>
                  <a:pt x="43955" y="133210"/>
                </a:cubicBezTo>
                <a:cubicBezTo>
                  <a:pt x="43902" y="133022"/>
                  <a:pt x="43848" y="132860"/>
                  <a:pt x="43821" y="132699"/>
                </a:cubicBezTo>
                <a:cubicBezTo>
                  <a:pt x="43821" y="132645"/>
                  <a:pt x="43767" y="132619"/>
                  <a:pt x="43713" y="132592"/>
                </a:cubicBezTo>
                <a:cubicBezTo>
                  <a:pt x="43713" y="132457"/>
                  <a:pt x="43767" y="132296"/>
                  <a:pt x="43767" y="132135"/>
                </a:cubicBezTo>
                <a:lnTo>
                  <a:pt x="44036" y="132108"/>
                </a:lnTo>
                <a:close/>
                <a:moveTo>
                  <a:pt x="33498" y="131570"/>
                </a:moveTo>
                <a:lnTo>
                  <a:pt x="33578" y="131624"/>
                </a:lnTo>
                <a:cubicBezTo>
                  <a:pt x="33283" y="132188"/>
                  <a:pt x="33014" y="132780"/>
                  <a:pt x="32718" y="133371"/>
                </a:cubicBezTo>
                <a:cubicBezTo>
                  <a:pt x="32960" y="132753"/>
                  <a:pt x="33229" y="132162"/>
                  <a:pt x="33498" y="131570"/>
                </a:cubicBezTo>
                <a:close/>
                <a:moveTo>
                  <a:pt x="43472" y="132740"/>
                </a:moveTo>
                <a:cubicBezTo>
                  <a:pt x="43382" y="132888"/>
                  <a:pt x="43337" y="133038"/>
                  <a:pt x="43337" y="133210"/>
                </a:cubicBezTo>
                <a:cubicBezTo>
                  <a:pt x="43337" y="133264"/>
                  <a:pt x="43337" y="133344"/>
                  <a:pt x="43337" y="133398"/>
                </a:cubicBezTo>
                <a:cubicBezTo>
                  <a:pt x="43283" y="133183"/>
                  <a:pt x="43230" y="132968"/>
                  <a:pt x="43176" y="132753"/>
                </a:cubicBezTo>
                <a:lnTo>
                  <a:pt x="43418" y="132753"/>
                </a:lnTo>
                <a:cubicBezTo>
                  <a:pt x="43441" y="132753"/>
                  <a:pt x="43459" y="132748"/>
                  <a:pt x="43472" y="132740"/>
                </a:cubicBezTo>
                <a:close/>
                <a:moveTo>
                  <a:pt x="91836" y="131893"/>
                </a:moveTo>
                <a:lnTo>
                  <a:pt x="91836" y="131893"/>
                </a:lnTo>
                <a:cubicBezTo>
                  <a:pt x="93906" y="132135"/>
                  <a:pt x="96003" y="132296"/>
                  <a:pt x="98073" y="132403"/>
                </a:cubicBezTo>
                <a:lnTo>
                  <a:pt x="98073" y="132430"/>
                </a:lnTo>
                <a:cubicBezTo>
                  <a:pt x="101068" y="132565"/>
                  <a:pt x="104064" y="132625"/>
                  <a:pt x="107043" y="132625"/>
                </a:cubicBezTo>
                <a:cubicBezTo>
                  <a:pt x="107620" y="132625"/>
                  <a:pt x="108197" y="132623"/>
                  <a:pt x="108773" y="132619"/>
                </a:cubicBezTo>
                <a:cubicBezTo>
                  <a:pt x="110198" y="132860"/>
                  <a:pt x="111596" y="133129"/>
                  <a:pt x="112994" y="133398"/>
                </a:cubicBezTo>
                <a:cubicBezTo>
                  <a:pt x="106111" y="133344"/>
                  <a:pt x="99229" y="132860"/>
                  <a:pt x="92400" y="131973"/>
                </a:cubicBezTo>
                <a:cubicBezTo>
                  <a:pt x="92212" y="131946"/>
                  <a:pt x="92024" y="131920"/>
                  <a:pt x="91836" y="131893"/>
                </a:cubicBezTo>
                <a:close/>
                <a:moveTo>
                  <a:pt x="124876" y="132027"/>
                </a:moveTo>
                <a:lnTo>
                  <a:pt x="124876" y="132027"/>
                </a:lnTo>
                <a:cubicBezTo>
                  <a:pt x="121354" y="132457"/>
                  <a:pt x="117806" y="132941"/>
                  <a:pt x="114284" y="133398"/>
                </a:cubicBezTo>
                <a:lnTo>
                  <a:pt x="114042" y="133398"/>
                </a:lnTo>
                <a:cubicBezTo>
                  <a:pt x="112778" y="133102"/>
                  <a:pt x="111515" y="132834"/>
                  <a:pt x="110225" y="132592"/>
                </a:cubicBezTo>
                <a:cubicBezTo>
                  <a:pt x="112348" y="132565"/>
                  <a:pt x="114472" y="132511"/>
                  <a:pt x="116569" y="132430"/>
                </a:cubicBezTo>
                <a:cubicBezTo>
                  <a:pt x="119338" y="132350"/>
                  <a:pt x="122107" y="132188"/>
                  <a:pt x="124876" y="132027"/>
                </a:cubicBezTo>
                <a:close/>
                <a:moveTo>
                  <a:pt x="168455" y="127618"/>
                </a:moveTo>
                <a:lnTo>
                  <a:pt x="168455" y="127618"/>
                </a:lnTo>
                <a:cubicBezTo>
                  <a:pt x="166896" y="127833"/>
                  <a:pt x="165364" y="128183"/>
                  <a:pt x="163858" y="128640"/>
                </a:cubicBezTo>
                <a:cubicBezTo>
                  <a:pt x="162487" y="129043"/>
                  <a:pt x="161143" y="129554"/>
                  <a:pt x="159799" y="130011"/>
                </a:cubicBezTo>
                <a:cubicBezTo>
                  <a:pt x="145151" y="131835"/>
                  <a:pt x="130451" y="133399"/>
                  <a:pt x="115750" y="133399"/>
                </a:cubicBezTo>
                <a:cubicBezTo>
                  <a:pt x="115503" y="133399"/>
                  <a:pt x="115257" y="133399"/>
                  <a:pt x="115010" y="133398"/>
                </a:cubicBezTo>
                <a:cubicBezTo>
                  <a:pt x="119177" y="132887"/>
                  <a:pt x="123371" y="132350"/>
                  <a:pt x="127538" y="131839"/>
                </a:cubicBezTo>
                <a:cubicBezTo>
                  <a:pt x="136006" y="131221"/>
                  <a:pt x="144421" y="130307"/>
                  <a:pt x="152836" y="129258"/>
                </a:cubicBezTo>
                <a:cubicBezTo>
                  <a:pt x="155282" y="128935"/>
                  <a:pt x="157729" y="128613"/>
                  <a:pt x="160175" y="128290"/>
                </a:cubicBezTo>
                <a:cubicBezTo>
                  <a:pt x="162944" y="128048"/>
                  <a:pt x="165713" y="127833"/>
                  <a:pt x="168455" y="127618"/>
                </a:cubicBezTo>
                <a:close/>
                <a:moveTo>
                  <a:pt x="34949" y="131624"/>
                </a:moveTo>
                <a:lnTo>
                  <a:pt x="34949" y="131624"/>
                </a:lnTo>
                <a:cubicBezTo>
                  <a:pt x="35460" y="131812"/>
                  <a:pt x="35971" y="131973"/>
                  <a:pt x="36509" y="132108"/>
                </a:cubicBezTo>
                <a:cubicBezTo>
                  <a:pt x="36939" y="132538"/>
                  <a:pt x="37342" y="132995"/>
                  <a:pt x="37691" y="133479"/>
                </a:cubicBezTo>
                <a:cubicBezTo>
                  <a:pt x="37234" y="133344"/>
                  <a:pt x="36777" y="133156"/>
                  <a:pt x="36320" y="132968"/>
                </a:cubicBezTo>
                <a:cubicBezTo>
                  <a:pt x="35890" y="132511"/>
                  <a:pt x="35433" y="132054"/>
                  <a:pt x="34949" y="131624"/>
                </a:cubicBezTo>
                <a:close/>
                <a:moveTo>
                  <a:pt x="36643" y="132108"/>
                </a:moveTo>
                <a:lnTo>
                  <a:pt x="36643" y="132108"/>
                </a:lnTo>
                <a:cubicBezTo>
                  <a:pt x="36966" y="132215"/>
                  <a:pt x="37315" y="132296"/>
                  <a:pt x="37638" y="132350"/>
                </a:cubicBezTo>
                <a:lnTo>
                  <a:pt x="38471" y="133694"/>
                </a:lnTo>
                <a:cubicBezTo>
                  <a:pt x="38283" y="133667"/>
                  <a:pt x="38095" y="133613"/>
                  <a:pt x="37907" y="133533"/>
                </a:cubicBezTo>
                <a:cubicBezTo>
                  <a:pt x="37503" y="133049"/>
                  <a:pt x="37100" y="132565"/>
                  <a:pt x="36643" y="132108"/>
                </a:cubicBezTo>
                <a:close/>
                <a:moveTo>
                  <a:pt x="78071" y="130925"/>
                </a:moveTo>
                <a:cubicBezTo>
                  <a:pt x="80518" y="131032"/>
                  <a:pt x="82964" y="131059"/>
                  <a:pt x="85411" y="131059"/>
                </a:cubicBezTo>
                <a:cubicBezTo>
                  <a:pt x="89363" y="131704"/>
                  <a:pt x="93314" y="132377"/>
                  <a:pt x="97320" y="132780"/>
                </a:cubicBezTo>
                <a:cubicBezTo>
                  <a:pt x="102401" y="133291"/>
                  <a:pt x="107536" y="133559"/>
                  <a:pt x="112644" y="133613"/>
                </a:cubicBezTo>
                <a:lnTo>
                  <a:pt x="111219" y="133801"/>
                </a:lnTo>
                <a:cubicBezTo>
                  <a:pt x="106945" y="133775"/>
                  <a:pt x="102643" y="133640"/>
                  <a:pt x="98369" y="133371"/>
                </a:cubicBezTo>
                <a:cubicBezTo>
                  <a:pt x="92911" y="133022"/>
                  <a:pt x="87481" y="132215"/>
                  <a:pt x="82077" y="131409"/>
                </a:cubicBezTo>
                <a:cubicBezTo>
                  <a:pt x="80733" y="131194"/>
                  <a:pt x="79415" y="131032"/>
                  <a:pt x="78071" y="130925"/>
                </a:cubicBezTo>
                <a:close/>
                <a:moveTo>
                  <a:pt x="114230" y="133640"/>
                </a:moveTo>
                <a:lnTo>
                  <a:pt x="115144" y="133828"/>
                </a:lnTo>
                <a:lnTo>
                  <a:pt x="111784" y="133828"/>
                </a:lnTo>
                <a:lnTo>
                  <a:pt x="113236" y="133640"/>
                </a:lnTo>
                <a:close/>
                <a:moveTo>
                  <a:pt x="37745" y="132377"/>
                </a:moveTo>
                <a:lnTo>
                  <a:pt x="37745" y="132377"/>
                </a:lnTo>
                <a:cubicBezTo>
                  <a:pt x="37960" y="132403"/>
                  <a:pt x="38175" y="132457"/>
                  <a:pt x="38417" y="132484"/>
                </a:cubicBezTo>
                <a:lnTo>
                  <a:pt x="38417" y="132511"/>
                </a:lnTo>
                <a:cubicBezTo>
                  <a:pt x="38659" y="132968"/>
                  <a:pt x="38874" y="133425"/>
                  <a:pt x="39143" y="133855"/>
                </a:cubicBezTo>
                <a:lnTo>
                  <a:pt x="38632" y="133748"/>
                </a:lnTo>
                <a:cubicBezTo>
                  <a:pt x="38337" y="133291"/>
                  <a:pt x="38041" y="132834"/>
                  <a:pt x="37745" y="132377"/>
                </a:cubicBezTo>
                <a:close/>
                <a:moveTo>
                  <a:pt x="158535" y="130414"/>
                </a:moveTo>
                <a:lnTo>
                  <a:pt x="158535" y="130414"/>
                </a:lnTo>
                <a:cubicBezTo>
                  <a:pt x="157836" y="130656"/>
                  <a:pt x="157164" y="130844"/>
                  <a:pt x="156465" y="131032"/>
                </a:cubicBezTo>
                <a:cubicBezTo>
                  <a:pt x="153857" y="131651"/>
                  <a:pt x="151223" y="132135"/>
                  <a:pt x="148561" y="132457"/>
                </a:cubicBezTo>
                <a:cubicBezTo>
                  <a:pt x="138728" y="133686"/>
                  <a:pt x="128625" y="133859"/>
                  <a:pt x="118684" y="133859"/>
                </a:cubicBezTo>
                <a:cubicBezTo>
                  <a:pt x="117754" y="133859"/>
                  <a:pt x="116825" y="133857"/>
                  <a:pt x="115897" y="133855"/>
                </a:cubicBezTo>
                <a:lnTo>
                  <a:pt x="115091" y="133640"/>
                </a:lnTo>
                <a:cubicBezTo>
                  <a:pt x="116730" y="133640"/>
                  <a:pt x="118370" y="133640"/>
                  <a:pt x="120010" y="133586"/>
                </a:cubicBezTo>
                <a:cubicBezTo>
                  <a:pt x="132915" y="133318"/>
                  <a:pt x="145738" y="131973"/>
                  <a:pt x="158535" y="130414"/>
                </a:cubicBezTo>
                <a:close/>
                <a:moveTo>
                  <a:pt x="38498" y="132511"/>
                </a:moveTo>
                <a:lnTo>
                  <a:pt x="38498" y="132511"/>
                </a:lnTo>
                <a:cubicBezTo>
                  <a:pt x="38740" y="132538"/>
                  <a:pt x="38982" y="132592"/>
                  <a:pt x="39251" y="132645"/>
                </a:cubicBezTo>
                <a:lnTo>
                  <a:pt x="39251" y="132619"/>
                </a:lnTo>
                <a:lnTo>
                  <a:pt x="39977" y="134016"/>
                </a:lnTo>
                <a:cubicBezTo>
                  <a:pt x="39735" y="133990"/>
                  <a:pt x="39520" y="133963"/>
                  <a:pt x="39331" y="133909"/>
                </a:cubicBezTo>
                <a:cubicBezTo>
                  <a:pt x="39036" y="133452"/>
                  <a:pt x="38767" y="132995"/>
                  <a:pt x="38498" y="132511"/>
                </a:cubicBezTo>
                <a:close/>
                <a:moveTo>
                  <a:pt x="39331" y="132645"/>
                </a:moveTo>
                <a:lnTo>
                  <a:pt x="39977" y="132726"/>
                </a:lnTo>
                <a:cubicBezTo>
                  <a:pt x="40219" y="133156"/>
                  <a:pt x="40407" y="133613"/>
                  <a:pt x="40622" y="134070"/>
                </a:cubicBezTo>
                <a:lnTo>
                  <a:pt x="40138" y="134043"/>
                </a:lnTo>
                <a:lnTo>
                  <a:pt x="39331" y="132645"/>
                </a:lnTo>
                <a:close/>
                <a:moveTo>
                  <a:pt x="40111" y="132726"/>
                </a:moveTo>
                <a:cubicBezTo>
                  <a:pt x="40299" y="132726"/>
                  <a:pt x="40514" y="132753"/>
                  <a:pt x="40729" y="132753"/>
                </a:cubicBezTo>
                <a:lnTo>
                  <a:pt x="40729" y="132780"/>
                </a:lnTo>
                <a:lnTo>
                  <a:pt x="41240" y="134124"/>
                </a:lnTo>
                <a:lnTo>
                  <a:pt x="40837" y="134097"/>
                </a:lnTo>
                <a:cubicBezTo>
                  <a:pt x="40595" y="133640"/>
                  <a:pt x="40353" y="133156"/>
                  <a:pt x="40111" y="132726"/>
                </a:cubicBezTo>
                <a:close/>
                <a:moveTo>
                  <a:pt x="40864" y="132780"/>
                </a:moveTo>
                <a:lnTo>
                  <a:pt x="41348" y="132807"/>
                </a:lnTo>
                <a:cubicBezTo>
                  <a:pt x="41509" y="133237"/>
                  <a:pt x="41670" y="133694"/>
                  <a:pt x="41832" y="134151"/>
                </a:cubicBezTo>
                <a:lnTo>
                  <a:pt x="41428" y="134124"/>
                </a:lnTo>
                <a:cubicBezTo>
                  <a:pt x="41240" y="133667"/>
                  <a:pt x="41052" y="133210"/>
                  <a:pt x="40864" y="132780"/>
                </a:cubicBezTo>
                <a:close/>
                <a:moveTo>
                  <a:pt x="41939" y="132807"/>
                </a:moveTo>
                <a:cubicBezTo>
                  <a:pt x="42074" y="133264"/>
                  <a:pt x="42208" y="133721"/>
                  <a:pt x="42342" y="134178"/>
                </a:cubicBezTo>
                <a:lnTo>
                  <a:pt x="42074" y="134178"/>
                </a:lnTo>
                <a:cubicBezTo>
                  <a:pt x="41885" y="133694"/>
                  <a:pt x="41697" y="133237"/>
                  <a:pt x="41509" y="132807"/>
                </a:cubicBezTo>
                <a:close/>
                <a:moveTo>
                  <a:pt x="42719" y="132780"/>
                </a:moveTo>
                <a:cubicBezTo>
                  <a:pt x="42773" y="133156"/>
                  <a:pt x="42799" y="133533"/>
                  <a:pt x="42826" y="133694"/>
                </a:cubicBezTo>
                <a:lnTo>
                  <a:pt x="42907" y="134232"/>
                </a:lnTo>
                <a:lnTo>
                  <a:pt x="42531" y="134205"/>
                </a:lnTo>
                <a:cubicBezTo>
                  <a:pt x="42396" y="133721"/>
                  <a:pt x="42235" y="133264"/>
                  <a:pt x="42100" y="132807"/>
                </a:cubicBezTo>
                <a:lnTo>
                  <a:pt x="42342" y="132807"/>
                </a:lnTo>
                <a:cubicBezTo>
                  <a:pt x="42369" y="132995"/>
                  <a:pt x="42423" y="133183"/>
                  <a:pt x="42477" y="133371"/>
                </a:cubicBezTo>
                <a:cubicBezTo>
                  <a:pt x="42477" y="133380"/>
                  <a:pt x="42480" y="133383"/>
                  <a:pt x="42484" y="133383"/>
                </a:cubicBezTo>
                <a:cubicBezTo>
                  <a:pt x="42492" y="133383"/>
                  <a:pt x="42504" y="133371"/>
                  <a:pt x="42504" y="133371"/>
                </a:cubicBezTo>
                <a:cubicBezTo>
                  <a:pt x="42450" y="133183"/>
                  <a:pt x="42396" y="132995"/>
                  <a:pt x="42369" y="132807"/>
                </a:cubicBezTo>
                <a:lnTo>
                  <a:pt x="42396" y="132780"/>
                </a:lnTo>
                <a:close/>
                <a:moveTo>
                  <a:pt x="43660" y="133129"/>
                </a:moveTo>
                <a:cubicBezTo>
                  <a:pt x="43767" y="133559"/>
                  <a:pt x="43848" y="133990"/>
                  <a:pt x="43929" y="134420"/>
                </a:cubicBezTo>
                <a:lnTo>
                  <a:pt x="43606" y="134339"/>
                </a:lnTo>
                <a:cubicBezTo>
                  <a:pt x="43579" y="134232"/>
                  <a:pt x="43579" y="134124"/>
                  <a:pt x="43579" y="134016"/>
                </a:cubicBezTo>
                <a:cubicBezTo>
                  <a:pt x="43606" y="133721"/>
                  <a:pt x="43633" y="133425"/>
                  <a:pt x="43660" y="133129"/>
                </a:cubicBezTo>
                <a:close/>
                <a:moveTo>
                  <a:pt x="42853" y="134803"/>
                </a:moveTo>
                <a:cubicBezTo>
                  <a:pt x="42840" y="134803"/>
                  <a:pt x="42826" y="134810"/>
                  <a:pt x="42826" y="134823"/>
                </a:cubicBezTo>
                <a:cubicBezTo>
                  <a:pt x="42826" y="134832"/>
                  <a:pt x="42826" y="134841"/>
                  <a:pt x="42826" y="134850"/>
                </a:cubicBezTo>
                <a:lnTo>
                  <a:pt x="42826" y="134850"/>
                </a:lnTo>
                <a:lnTo>
                  <a:pt x="42880" y="134823"/>
                </a:lnTo>
                <a:cubicBezTo>
                  <a:pt x="42880" y="134810"/>
                  <a:pt x="42867" y="134803"/>
                  <a:pt x="42853" y="134803"/>
                </a:cubicBezTo>
                <a:close/>
                <a:moveTo>
                  <a:pt x="42826" y="134850"/>
                </a:moveTo>
                <a:lnTo>
                  <a:pt x="42826" y="134850"/>
                </a:lnTo>
                <a:cubicBezTo>
                  <a:pt x="42826" y="134850"/>
                  <a:pt x="42826" y="134850"/>
                  <a:pt x="42826" y="134850"/>
                </a:cubicBezTo>
                <a:lnTo>
                  <a:pt x="42826" y="134850"/>
                </a:lnTo>
                <a:cubicBezTo>
                  <a:pt x="42826" y="134850"/>
                  <a:pt x="42826" y="134850"/>
                  <a:pt x="42826" y="134850"/>
                </a:cubicBezTo>
                <a:close/>
                <a:moveTo>
                  <a:pt x="43633" y="134527"/>
                </a:moveTo>
                <a:lnTo>
                  <a:pt x="43633" y="134527"/>
                </a:lnTo>
                <a:cubicBezTo>
                  <a:pt x="43740" y="134554"/>
                  <a:pt x="43848" y="134554"/>
                  <a:pt x="43982" y="134581"/>
                </a:cubicBezTo>
                <a:lnTo>
                  <a:pt x="43982" y="135092"/>
                </a:lnTo>
                <a:lnTo>
                  <a:pt x="43713" y="135146"/>
                </a:lnTo>
                <a:cubicBezTo>
                  <a:pt x="43713" y="134984"/>
                  <a:pt x="43660" y="134769"/>
                  <a:pt x="43633" y="134527"/>
                </a:cubicBezTo>
                <a:close/>
                <a:moveTo>
                  <a:pt x="42961" y="134420"/>
                </a:moveTo>
                <a:cubicBezTo>
                  <a:pt x="42988" y="134715"/>
                  <a:pt x="43041" y="134984"/>
                  <a:pt x="43122" y="135226"/>
                </a:cubicBezTo>
                <a:lnTo>
                  <a:pt x="42961" y="135253"/>
                </a:lnTo>
                <a:cubicBezTo>
                  <a:pt x="42880" y="135146"/>
                  <a:pt x="42853" y="134984"/>
                  <a:pt x="42826" y="134850"/>
                </a:cubicBezTo>
                <a:lnTo>
                  <a:pt x="42826" y="134850"/>
                </a:lnTo>
                <a:cubicBezTo>
                  <a:pt x="42827" y="134949"/>
                  <a:pt x="42829" y="135047"/>
                  <a:pt x="42853" y="135146"/>
                </a:cubicBezTo>
                <a:cubicBezTo>
                  <a:pt x="42773" y="134904"/>
                  <a:pt x="42692" y="134662"/>
                  <a:pt x="42611" y="134420"/>
                </a:cubicBezTo>
                <a:close/>
                <a:moveTo>
                  <a:pt x="42423" y="134420"/>
                </a:moveTo>
                <a:cubicBezTo>
                  <a:pt x="42477" y="134742"/>
                  <a:pt x="42584" y="135038"/>
                  <a:pt x="42692" y="135334"/>
                </a:cubicBezTo>
                <a:lnTo>
                  <a:pt x="42477" y="135361"/>
                </a:lnTo>
                <a:cubicBezTo>
                  <a:pt x="42369" y="135038"/>
                  <a:pt x="42289" y="134742"/>
                  <a:pt x="42154" y="134420"/>
                </a:cubicBezTo>
                <a:close/>
                <a:moveTo>
                  <a:pt x="41939" y="134447"/>
                </a:moveTo>
                <a:lnTo>
                  <a:pt x="42289" y="135414"/>
                </a:lnTo>
                <a:lnTo>
                  <a:pt x="41993" y="135468"/>
                </a:lnTo>
                <a:cubicBezTo>
                  <a:pt x="41859" y="135146"/>
                  <a:pt x="41697" y="134796"/>
                  <a:pt x="41563" y="134447"/>
                </a:cubicBezTo>
                <a:close/>
                <a:moveTo>
                  <a:pt x="40971" y="134366"/>
                </a:moveTo>
                <a:lnTo>
                  <a:pt x="40998" y="134393"/>
                </a:lnTo>
                <a:lnTo>
                  <a:pt x="41375" y="134420"/>
                </a:lnTo>
                <a:cubicBezTo>
                  <a:pt x="41509" y="134796"/>
                  <a:pt x="41643" y="135146"/>
                  <a:pt x="41778" y="135495"/>
                </a:cubicBezTo>
                <a:lnTo>
                  <a:pt x="41536" y="135549"/>
                </a:lnTo>
                <a:cubicBezTo>
                  <a:pt x="41348" y="135146"/>
                  <a:pt x="41186" y="134742"/>
                  <a:pt x="40971" y="134366"/>
                </a:cubicBezTo>
                <a:close/>
                <a:moveTo>
                  <a:pt x="43902" y="135468"/>
                </a:moveTo>
                <a:cubicBezTo>
                  <a:pt x="43902" y="135468"/>
                  <a:pt x="43929" y="135495"/>
                  <a:pt x="43929" y="135495"/>
                </a:cubicBezTo>
                <a:cubicBezTo>
                  <a:pt x="43794" y="135522"/>
                  <a:pt x="43687" y="135522"/>
                  <a:pt x="43552" y="135549"/>
                </a:cubicBezTo>
                <a:cubicBezTo>
                  <a:pt x="43525" y="135522"/>
                  <a:pt x="43525" y="135495"/>
                  <a:pt x="43525" y="135495"/>
                </a:cubicBezTo>
                <a:lnTo>
                  <a:pt x="43552" y="135495"/>
                </a:lnTo>
                <a:lnTo>
                  <a:pt x="43902" y="135468"/>
                </a:lnTo>
                <a:close/>
                <a:moveTo>
                  <a:pt x="43149" y="135549"/>
                </a:moveTo>
                <a:lnTo>
                  <a:pt x="43149" y="135603"/>
                </a:lnTo>
                <a:lnTo>
                  <a:pt x="43015" y="135603"/>
                </a:lnTo>
                <a:cubicBezTo>
                  <a:pt x="42988" y="135576"/>
                  <a:pt x="42988" y="135576"/>
                  <a:pt x="43015" y="135576"/>
                </a:cubicBezTo>
                <a:lnTo>
                  <a:pt x="43149" y="135549"/>
                </a:lnTo>
                <a:close/>
                <a:moveTo>
                  <a:pt x="40272" y="134285"/>
                </a:moveTo>
                <a:lnTo>
                  <a:pt x="40756" y="134366"/>
                </a:lnTo>
                <a:cubicBezTo>
                  <a:pt x="40918" y="134769"/>
                  <a:pt x="41106" y="135173"/>
                  <a:pt x="41294" y="135576"/>
                </a:cubicBezTo>
                <a:lnTo>
                  <a:pt x="40998" y="135630"/>
                </a:lnTo>
                <a:cubicBezTo>
                  <a:pt x="40756" y="135173"/>
                  <a:pt x="40514" y="134715"/>
                  <a:pt x="40272" y="134285"/>
                </a:cubicBezTo>
                <a:close/>
                <a:moveTo>
                  <a:pt x="32718" y="131032"/>
                </a:moveTo>
                <a:cubicBezTo>
                  <a:pt x="32933" y="131194"/>
                  <a:pt x="33175" y="131355"/>
                  <a:pt x="33390" y="131516"/>
                </a:cubicBezTo>
                <a:cubicBezTo>
                  <a:pt x="32799" y="132860"/>
                  <a:pt x="32261" y="134258"/>
                  <a:pt x="31777" y="135656"/>
                </a:cubicBezTo>
                <a:lnTo>
                  <a:pt x="29277" y="135522"/>
                </a:lnTo>
                <a:cubicBezTo>
                  <a:pt x="29707" y="135011"/>
                  <a:pt x="30137" y="134500"/>
                  <a:pt x="30487" y="133963"/>
                </a:cubicBezTo>
                <a:cubicBezTo>
                  <a:pt x="31159" y="132941"/>
                  <a:pt x="31965" y="131973"/>
                  <a:pt x="32718" y="131032"/>
                </a:cubicBezTo>
                <a:close/>
                <a:moveTo>
                  <a:pt x="39466" y="134124"/>
                </a:moveTo>
                <a:cubicBezTo>
                  <a:pt x="39681" y="134178"/>
                  <a:pt x="39869" y="134205"/>
                  <a:pt x="40084" y="134258"/>
                </a:cubicBezTo>
                <a:cubicBezTo>
                  <a:pt x="40326" y="134715"/>
                  <a:pt x="40568" y="135199"/>
                  <a:pt x="40837" y="135656"/>
                </a:cubicBezTo>
                <a:lnTo>
                  <a:pt x="40434" y="135710"/>
                </a:lnTo>
                <a:cubicBezTo>
                  <a:pt x="40084" y="135173"/>
                  <a:pt x="39762" y="134635"/>
                  <a:pt x="39439" y="134124"/>
                </a:cubicBezTo>
                <a:close/>
                <a:moveTo>
                  <a:pt x="38794" y="133963"/>
                </a:moveTo>
                <a:cubicBezTo>
                  <a:pt x="38928" y="134016"/>
                  <a:pt x="39089" y="134043"/>
                  <a:pt x="39251" y="134070"/>
                </a:cubicBezTo>
                <a:cubicBezTo>
                  <a:pt x="39573" y="134635"/>
                  <a:pt x="39896" y="135199"/>
                  <a:pt x="40245" y="135737"/>
                </a:cubicBezTo>
                <a:lnTo>
                  <a:pt x="39923" y="135764"/>
                </a:lnTo>
                <a:cubicBezTo>
                  <a:pt x="39546" y="135146"/>
                  <a:pt x="39170" y="134554"/>
                  <a:pt x="38767" y="133963"/>
                </a:cubicBezTo>
                <a:close/>
                <a:moveTo>
                  <a:pt x="38095" y="133748"/>
                </a:moveTo>
                <a:lnTo>
                  <a:pt x="38175" y="133775"/>
                </a:lnTo>
                <a:cubicBezTo>
                  <a:pt x="38337" y="133828"/>
                  <a:pt x="38471" y="133855"/>
                  <a:pt x="38632" y="133909"/>
                </a:cubicBezTo>
                <a:cubicBezTo>
                  <a:pt x="39009" y="134527"/>
                  <a:pt x="39412" y="135146"/>
                  <a:pt x="39815" y="135764"/>
                </a:cubicBezTo>
                <a:cubicBezTo>
                  <a:pt x="39600" y="135791"/>
                  <a:pt x="39439" y="135818"/>
                  <a:pt x="39278" y="135845"/>
                </a:cubicBezTo>
                <a:lnTo>
                  <a:pt x="39305" y="135818"/>
                </a:lnTo>
                <a:cubicBezTo>
                  <a:pt x="38982" y="135092"/>
                  <a:pt x="38579" y="134393"/>
                  <a:pt x="38095" y="133748"/>
                </a:cubicBezTo>
                <a:close/>
                <a:moveTo>
                  <a:pt x="36562" y="133237"/>
                </a:moveTo>
                <a:lnTo>
                  <a:pt x="36562" y="133237"/>
                </a:lnTo>
                <a:cubicBezTo>
                  <a:pt x="36966" y="133398"/>
                  <a:pt x="37423" y="133559"/>
                  <a:pt x="37880" y="133694"/>
                </a:cubicBezTo>
                <a:lnTo>
                  <a:pt x="37880" y="133721"/>
                </a:lnTo>
                <a:cubicBezTo>
                  <a:pt x="38364" y="134393"/>
                  <a:pt x="38794" y="135119"/>
                  <a:pt x="39170" y="135871"/>
                </a:cubicBezTo>
                <a:lnTo>
                  <a:pt x="38417" y="135952"/>
                </a:lnTo>
                <a:cubicBezTo>
                  <a:pt x="37933" y="134957"/>
                  <a:pt x="37288" y="134043"/>
                  <a:pt x="36562" y="133237"/>
                </a:cubicBezTo>
                <a:close/>
                <a:moveTo>
                  <a:pt x="33820" y="131785"/>
                </a:moveTo>
                <a:cubicBezTo>
                  <a:pt x="34600" y="132269"/>
                  <a:pt x="35406" y="132699"/>
                  <a:pt x="36240" y="133076"/>
                </a:cubicBezTo>
                <a:cubicBezTo>
                  <a:pt x="37046" y="133936"/>
                  <a:pt x="37745" y="134904"/>
                  <a:pt x="38310" y="135952"/>
                </a:cubicBezTo>
                <a:cubicBezTo>
                  <a:pt x="38041" y="135979"/>
                  <a:pt x="37745" y="136006"/>
                  <a:pt x="37476" y="136033"/>
                </a:cubicBezTo>
                <a:lnTo>
                  <a:pt x="36966" y="136006"/>
                </a:lnTo>
                <a:cubicBezTo>
                  <a:pt x="35272" y="135871"/>
                  <a:pt x="33578" y="135764"/>
                  <a:pt x="31858" y="135683"/>
                </a:cubicBezTo>
                <a:cubicBezTo>
                  <a:pt x="32073" y="135065"/>
                  <a:pt x="32288" y="134447"/>
                  <a:pt x="32530" y="133855"/>
                </a:cubicBezTo>
                <a:cubicBezTo>
                  <a:pt x="32557" y="133909"/>
                  <a:pt x="32617" y="133936"/>
                  <a:pt x="32678" y="133936"/>
                </a:cubicBezTo>
                <a:cubicBezTo>
                  <a:pt x="32738" y="133936"/>
                  <a:pt x="32799" y="133909"/>
                  <a:pt x="32825" y="133855"/>
                </a:cubicBezTo>
                <a:cubicBezTo>
                  <a:pt x="33148" y="133156"/>
                  <a:pt x="33471" y="132457"/>
                  <a:pt x="33820" y="131785"/>
                </a:cubicBezTo>
                <a:close/>
                <a:moveTo>
                  <a:pt x="46671" y="136006"/>
                </a:moveTo>
                <a:cubicBezTo>
                  <a:pt x="47044" y="136006"/>
                  <a:pt x="45847" y="136259"/>
                  <a:pt x="45353" y="136409"/>
                </a:cubicBezTo>
                <a:lnTo>
                  <a:pt x="45180" y="136459"/>
                </a:lnTo>
                <a:lnTo>
                  <a:pt x="45180" y="136459"/>
                </a:lnTo>
                <a:cubicBezTo>
                  <a:pt x="45191" y="136450"/>
                  <a:pt x="45186" y="136430"/>
                  <a:pt x="45165" y="136409"/>
                </a:cubicBezTo>
                <a:cubicBezTo>
                  <a:pt x="45165" y="136329"/>
                  <a:pt x="45138" y="136221"/>
                  <a:pt x="45111" y="136140"/>
                </a:cubicBezTo>
                <a:cubicBezTo>
                  <a:pt x="45434" y="136113"/>
                  <a:pt x="45757" y="136087"/>
                  <a:pt x="46052" y="136060"/>
                </a:cubicBezTo>
                <a:cubicBezTo>
                  <a:pt x="46383" y="136022"/>
                  <a:pt x="46577" y="136006"/>
                  <a:pt x="46671" y="136006"/>
                </a:cubicBezTo>
                <a:close/>
                <a:moveTo>
                  <a:pt x="28954" y="135952"/>
                </a:moveTo>
                <a:cubicBezTo>
                  <a:pt x="29841" y="136033"/>
                  <a:pt x="30702" y="136140"/>
                  <a:pt x="31589" y="136248"/>
                </a:cubicBezTo>
                <a:lnTo>
                  <a:pt x="31589" y="136275"/>
                </a:lnTo>
                <a:cubicBezTo>
                  <a:pt x="31589" y="136294"/>
                  <a:pt x="31616" y="136313"/>
                  <a:pt x="31631" y="136313"/>
                </a:cubicBezTo>
                <a:cubicBezTo>
                  <a:pt x="31638" y="136313"/>
                  <a:pt x="31643" y="136310"/>
                  <a:pt x="31643" y="136302"/>
                </a:cubicBezTo>
                <a:cubicBezTo>
                  <a:pt x="31643" y="136275"/>
                  <a:pt x="31643" y="136275"/>
                  <a:pt x="31643" y="136248"/>
                </a:cubicBezTo>
                <a:lnTo>
                  <a:pt x="32745" y="136382"/>
                </a:lnTo>
                <a:cubicBezTo>
                  <a:pt x="31347" y="136436"/>
                  <a:pt x="29976" y="136463"/>
                  <a:pt x="28578" y="136463"/>
                </a:cubicBezTo>
                <a:cubicBezTo>
                  <a:pt x="28685" y="136302"/>
                  <a:pt x="28820" y="136140"/>
                  <a:pt x="28954" y="135952"/>
                </a:cubicBezTo>
                <a:close/>
                <a:moveTo>
                  <a:pt x="28847" y="136651"/>
                </a:moveTo>
                <a:lnTo>
                  <a:pt x="28443" y="136678"/>
                </a:lnTo>
                <a:lnTo>
                  <a:pt x="28443" y="136651"/>
                </a:lnTo>
                <a:close/>
                <a:moveTo>
                  <a:pt x="25540" y="136544"/>
                </a:moveTo>
                <a:lnTo>
                  <a:pt x="25540" y="136544"/>
                </a:lnTo>
                <a:cubicBezTo>
                  <a:pt x="26320" y="136624"/>
                  <a:pt x="27099" y="136651"/>
                  <a:pt x="27879" y="136651"/>
                </a:cubicBezTo>
                <a:cubicBezTo>
                  <a:pt x="27879" y="136651"/>
                  <a:pt x="27879" y="136678"/>
                  <a:pt x="27879" y="136678"/>
                </a:cubicBezTo>
                <a:cubicBezTo>
                  <a:pt x="27502" y="136691"/>
                  <a:pt x="27133" y="136698"/>
                  <a:pt x="26763" y="136698"/>
                </a:cubicBezTo>
                <a:cubicBezTo>
                  <a:pt x="26393" y="136698"/>
                  <a:pt x="26024" y="136691"/>
                  <a:pt x="25647" y="136678"/>
                </a:cubicBezTo>
                <a:cubicBezTo>
                  <a:pt x="25567" y="136624"/>
                  <a:pt x="25540" y="136597"/>
                  <a:pt x="25540" y="136544"/>
                </a:cubicBezTo>
                <a:close/>
                <a:moveTo>
                  <a:pt x="44843" y="136167"/>
                </a:moveTo>
                <a:cubicBezTo>
                  <a:pt x="44870" y="136275"/>
                  <a:pt x="44923" y="136409"/>
                  <a:pt x="44950" y="136517"/>
                </a:cubicBezTo>
                <a:cubicBezTo>
                  <a:pt x="44950" y="136517"/>
                  <a:pt x="44977" y="136544"/>
                  <a:pt x="44977" y="136544"/>
                </a:cubicBezTo>
                <a:cubicBezTo>
                  <a:pt x="44439" y="136705"/>
                  <a:pt x="43902" y="136866"/>
                  <a:pt x="43364" y="137001"/>
                </a:cubicBezTo>
                <a:cubicBezTo>
                  <a:pt x="41993" y="137323"/>
                  <a:pt x="40595" y="137565"/>
                  <a:pt x="39197" y="137726"/>
                </a:cubicBezTo>
                <a:cubicBezTo>
                  <a:pt x="37873" y="137880"/>
                  <a:pt x="36549" y="137956"/>
                  <a:pt x="35229" y="137956"/>
                </a:cubicBezTo>
                <a:cubicBezTo>
                  <a:pt x="33548" y="137956"/>
                  <a:pt x="31874" y="137833"/>
                  <a:pt x="30218" y="137592"/>
                </a:cubicBezTo>
                <a:lnTo>
                  <a:pt x="29357" y="137458"/>
                </a:lnTo>
                <a:cubicBezTo>
                  <a:pt x="31831" y="137296"/>
                  <a:pt x="34304" y="137054"/>
                  <a:pt x="36804" y="136839"/>
                </a:cubicBezTo>
                <a:lnTo>
                  <a:pt x="37638" y="136759"/>
                </a:lnTo>
                <a:cubicBezTo>
                  <a:pt x="37853" y="136759"/>
                  <a:pt x="38092" y="136771"/>
                  <a:pt x="38331" y="136771"/>
                </a:cubicBezTo>
                <a:cubicBezTo>
                  <a:pt x="38450" y="136771"/>
                  <a:pt x="38570" y="136768"/>
                  <a:pt x="38686" y="136759"/>
                </a:cubicBezTo>
                <a:cubicBezTo>
                  <a:pt x="38700" y="136772"/>
                  <a:pt x="38713" y="136779"/>
                  <a:pt x="38727" y="136779"/>
                </a:cubicBezTo>
                <a:cubicBezTo>
                  <a:pt x="38740" y="136779"/>
                  <a:pt x="38753" y="136772"/>
                  <a:pt x="38767" y="136759"/>
                </a:cubicBezTo>
                <a:cubicBezTo>
                  <a:pt x="39627" y="136759"/>
                  <a:pt x="40514" y="136705"/>
                  <a:pt x="41375" y="136624"/>
                </a:cubicBezTo>
                <a:lnTo>
                  <a:pt x="41536" y="136866"/>
                </a:lnTo>
                <a:cubicBezTo>
                  <a:pt x="41544" y="136883"/>
                  <a:pt x="41555" y="136889"/>
                  <a:pt x="41565" y="136889"/>
                </a:cubicBezTo>
                <a:cubicBezTo>
                  <a:pt x="41588" y="136889"/>
                  <a:pt x="41608" y="136858"/>
                  <a:pt x="41590" y="136839"/>
                </a:cubicBezTo>
                <a:lnTo>
                  <a:pt x="41482" y="136597"/>
                </a:lnTo>
                <a:lnTo>
                  <a:pt x="41832" y="136570"/>
                </a:lnTo>
                <a:cubicBezTo>
                  <a:pt x="41832" y="136584"/>
                  <a:pt x="41838" y="136591"/>
                  <a:pt x="41848" y="136591"/>
                </a:cubicBezTo>
                <a:cubicBezTo>
                  <a:pt x="41859" y="136591"/>
                  <a:pt x="41872" y="136584"/>
                  <a:pt x="41885" y="136570"/>
                </a:cubicBezTo>
                <a:cubicBezTo>
                  <a:pt x="42396" y="136490"/>
                  <a:pt x="42880" y="136409"/>
                  <a:pt x="43418" y="136302"/>
                </a:cubicBezTo>
                <a:lnTo>
                  <a:pt x="43472" y="136302"/>
                </a:lnTo>
                <a:cubicBezTo>
                  <a:pt x="43740" y="136302"/>
                  <a:pt x="43982" y="136275"/>
                  <a:pt x="44251" y="136221"/>
                </a:cubicBezTo>
                <a:cubicBezTo>
                  <a:pt x="44251" y="136302"/>
                  <a:pt x="44251" y="136355"/>
                  <a:pt x="44278" y="136436"/>
                </a:cubicBezTo>
                <a:cubicBezTo>
                  <a:pt x="44290" y="136520"/>
                  <a:pt x="44344" y="136555"/>
                  <a:pt x="44406" y="136555"/>
                </a:cubicBezTo>
                <a:cubicBezTo>
                  <a:pt x="44483" y="136555"/>
                  <a:pt x="44571" y="136499"/>
                  <a:pt x="44601" y="136409"/>
                </a:cubicBezTo>
                <a:lnTo>
                  <a:pt x="44628" y="136194"/>
                </a:lnTo>
                <a:lnTo>
                  <a:pt x="44843" y="136167"/>
                </a:lnTo>
                <a:close/>
                <a:moveTo>
                  <a:pt x="82558" y="1"/>
                </a:moveTo>
                <a:cubicBezTo>
                  <a:pt x="82518" y="1"/>
                  <a:pt x="82476" y="24"/>
                  <a:pt x="82453" y="81"/>
                </a:cubicBezTo>
                <a:cubicBezTo>
                  <a:pt x="81486" y="2688"/>
                  <a:pt x="80975" y="5431"/>
                  <a:pt x="80894" y="8226"/>
                </a:cubicBezTo>
                <a:cubicBezTo>
                  <a:pt x="80813" y="6587"/>
                  <a:pt x="80760" y="4974"/>
                  <a:pt x="80679" y="3334"/>
                </a:cubicBezTo>
                <a:cubicBezTo>
                  <a:pt x="80679" y="3253"/>
                  <a:pt x="80625" y="3213"/>
                  <a:pt x="80571" y="3213"/>
                </a:cubicBezTo>
                <a:cubicBezTo>
                  <a:pt x="80518" y="3213"/>
                  <a:pt x="80464" y="3253"/>
                  <a:pt x="80464" y="3334"/>
                </a:cubicBezTo>
                <a:cubicBezTo>
                  <a:pt x="80249" y="4678"/>
                  <a:pt x="80168" y="6049"/>
                  <a:pt x="80168" y="7420"/>
                </a:cubicBezTo>
                <a:cubicBezTo>
                  <a:pt x="79899" y="6506"/>
                  <a:pt x="79604" y="5619"/>
                  <a:pt x="79227" y="4758"/>
                </a:cubicBezTo>
                <a:cubicBezTo>
                  <a:pt x="79195" y="4704"/>
                  <a:pt x="79149" y="4681"/>
                  <a:pt x="79108" y="4681"/>
                </a:cubicBezTo>
                <a:cubicBezTo>
                  <a:pt x="79047" y="4681"/>
                  <a:pt x="78996" y="4732"/>
                  <a:pt x="79012" y="4812"/>
                </a:cubicBezTo>
                <a:lnTo>
                  <a:pt x="80061" y="11237"/>
                </a:lnTo>
                <a:lnTo>
                  <a:pt x="80168" y="11748"/>
                </a:lnTo>
                <a:cubicBezTo>
                  <a:pt x="80034" y="11237"/>
                  <a:pt x="79899" y="10727"/>
                  <a:pt x="79765" y="10270"/>
                </a:cubicBezTo>
                <a:cubicBezTo>
                  <a:pt x="79281" y="8442"/>
                  <a:pt x="78743" y="6640"/>
                  <a:pt x="78125" y="4893"/>
                </a:cubicBezTo>
                <a:cubicBezTo>
                  <a:pt x="78113" y="4846"/>
                  <a:pt x="78070" y="4824"/>
                  <a:pt x="78026" y="4824"/>
                </a:cubicBezTo>
                <a:cubicBezTo>
                  <a:pt x="77969" y="4824"/>
                  <a:pt x="77910" y="4859"/>
                  <a:pt x="77910" y="4920"/>
                </a:cubicBezTo>
                <a:cubicBezTo>
                  <a:pt x="77910" y="6264"/>
                  <a:pt x="78044" y="7608"/>
                  <a:pt x="78340" y="8925"/>
                </a:cubicBezTo>
                <a:cubicBezTo>
                  <a:pt x="77883" y="8119"/>
                  <a:pt x="77399" y="7339"/>
                  <a:pt x="76888" y="6587"/>
                </a:cubicBezTo>
                <a:cubicBezTo>
                  <a:pt x="76808" y="6345"/>
                  <a:pt x="76754" y="6103"/>
                  <a:pt x="76700" y="5834"/>
                </a:cubicBezTo>
                <a:cubicBezTo>
                  <a:pt x="76678" y="5789"/>
                  <a:pt x="76632" y="5767"/>
                  <a:pt x="76586" y="5767"/>
                </a:cubicBezTo>
                <a:cubicBezTo>
                  <a:pt x="76522" y="5767"/>
                  <a:pt x="76458" y="5809"/>
                  <a:pt x="76458" y="5888"/>
                </a:cubicBezTo>
                <a:cubicBezTo>
                  <a:pt x="76485" y="6049"/>
                  <a:pt x="76512" y="6183"/>
                  <a:pt x="76539" y="6345"/>
                </a:cubicBezTo>
                <a:cubicBezTo>
                  <a:pt x="76512" y="6371"/>
                  <a:pt x="76512" y="6398"/>
                  <a:pt x="76512" y="6425"/>
                </a:cubicBezTo>
                <a:cubicBezTo>
                  <a:pt x="76566" y="6613"/>
                  <a:pt x="76620" y="6775"/>
                  <a:pt x="76673" y="6963"/>
                </a:cubicBezTo>
                <a:cubicBezTo>
                  <a:pt x="77077" y="9006"/>
                  <a:pt x="77480" y="11049"/>
                  <a:pt x="77883" y="13092"/>
                </a:cubicBezTo>
                <a:cubicBezTo>
                  <a:pt x="77991" y="13684"/>
                  <a:pt x="78098" y="14275"/>
                  <a:pt x="78179" y="14894"/>
                </a:cubicBezTo>
                <a:lnTo>
                  <a:pt x="78125" y="14652"/>
                </a:lnTo>
                <a:lnTo>
                  <a:pt x="76431" y="7769"/>
                </a:lnTo>
                <a:cubicBezTo>
                  <a:pt x="76404" y="7716"/>
                  <a:pt x="76344" y="7682"/>
                  <a:pt x="76290" y="7682"/>
                </a:cubicBezTo>
                <a:cubicBezTo>
                  <a:pt x="76236" y="7682"/>
                  <a:pt x="76189" y="7716"/>
                  <a:pt x="76189" y="7796"/>
                </a:cubicBezTo>
                <a:cubicBezTo>
                  <a:pt x="76216" y="8173"/>
                  <a:pt x="76243" y="8549"/>
                  <a:pt x="76270" y="8925"/>
                </a:cubicBezTo>
                <a:cubicBezTo>
                  <a:pt x="76216" y="8684"/>
                  <a:pt x="76162" y="8442"/>
                  <a:pt x="76109" y="8200"/>
                </a:cubicBezTo>
                <a:cubicBezTo>
                  <a:pt x="76095" y="8132"/>
                  <a:pt x="76035" y="8099"/>
                  <a:pt x="75978" y="8099"/>
                </a:cubicBezTo>
                <a:cubicBezTo>
                  <a:pt x="75921" y="8099"/>
                  <a:pt x="75867" y="8132"/>
                  <a:pt x="75867" y="8200"/>
                </a:cubicBezTo>
                <a:cubicBezTo>
                  <a:pt x="75867" y="9275"/>
                  <a:pt x="75921" y="10323"/>
                  <a:pt x="76028" y="11372"/>
                </a:cubicBezTo>
                <a:cubicBezTo>
                  <a:pt x="75786" y="10458"/>
                  <a:pt x="75544" y="9517"/>
                  <a:pt x="75329" y="8576"/>
                </a:cubicBezTo>
                <a:cubicBezTo>
                  <a:pt x="75317" y="8506"/>
                  <a:pt x="75265" y="8477"/>
                  <a:pt x="75212" y="8477"/>
                </a:cubicBezTo>
                <a:cubicBezTo>
                  <a:pt x="75143" y="8477"/>
                  <a:pt x="75072" y="8527"/>
                  <a:pt x="75087" y="8603"/>
                </a:cubicBezTo>
                <a:cubicBezTo>
                  <a:pt x="75141" y="9087"/>
                  <a:pt x="75195" y="9544"/>
                  <a:pt x="75248" y="10028"/>
                </a:cubicBezTo>
                <a:cubicBezTo>
                  <a:pt x="75060" y="9463"/>
                  <a:pt x="74845" y="8899"/>
                  <a:pt x="74630" y="8334"/>
                </a:cubicBezTo>
                <a:cubicBezTo>
                  <a:pt x="74608" y="8300"/>
                  <a:pt x="74571" y="8285"/>
                  <a:pt x="74536" y="8285"/>
                </a:cubicBezTo>
                <a:cubicBezTo>
                  <a:pt x="74487" y="8285"/>
                  <a:pt x="74442" y="8314"/>
                  <a:pt x="74442" y="8361"/>
                </a:cubicBezTo>
                <a:cubicBezTo>
                  <a:pt x="74496" y="9893"/>
                  <a:pt x="74657" y="11426"/>
                  <a:pt x="74953" y="12904"/>
                </a:cubicBezTo>
                <a:cubicBezTo>
                  <a:pt x="74415" y="11910"/>
                  <a:pt x="73824" y="10942"/>
                  <a:pt x="73205" y="9974"/>
                </a:cubicBezTo>
                <a:cubicBezTo>
                  <a:pt x="73184" y="9942"/>
                  <a:pt x="73142" y="9927"/>
                  <a:pt x="73100" y="9927"/>
                </a:cubicBezTo>
                <a:cubicBezTo>
                  <a:pt x="73036" y="9927"/>
                  <a:pt x="72974" y="9963"/>
                  <a:pt x="72990" y="10028"/>
                </a:cubicBezTo>
                <a:cubicBezTo>
                  <a:pt x="73313" y="11264"/>
                  <a:pt x="73716" y="12474"/>
                  <a:pt x="74146" y="13657"/>
                </a:cubicBezTo>
                <a:cubicBezTo>
                  <a:pt x="74066" y="13926"/>
                  <a:pt x="74012" y="14168"/>
                  <a:pt x="73931" y="14437"/>
                </a:cubicBezTo>
                <a:cubicBezTo>
                  <a:pt x="73716" y="14195"/>
                  <a:pt x="73501" y="13926"/>
                  <a:pt x="73259" y="13711"/>
                </a:cubicBezTo>
                <a:cubicBezTo>
                  <a:pt x="73236" y="13677"/>
                  <a:pt x="73205" y="13662"/>
                  <a:pt x="73173" y="13662"/>
                </a:cubicBezTo>
                <a:cubicBezTo>
                  <a:pt x="73129" y="13662"/>
                  <a:pt x="73086" y="13691"/>
                  <a:pt x="73071" y="13738"/>
                </a:cubicBezTo>
                <a:cubicBezTo>
                  <a:pt x="72829" y="14679"/>
                  <a:pt x="72990" y="15646"/>
                  <a:pt x="73474" y="16480"/>
                </a:cubicBezTo>
                <a:cubicBezTo>
                  <a:pt x="73474" y="16534"/>
                  <a:pt x="73447" y="16561"/>
                  <a:pt x="73447" y="16614"/>
                </a:cubicBezTo>
                <a:cubicBezTo>
                  <a:pt x="73313" y="16426"/>
                  <a:pt x="73205" y="16238"/>
                  <a:pt x="73098" y="16050"/>
                </a:cubicBezTo>
                <a:cubicBezTo>
                  <a:pt x="73063" y="15988"/>
                  <a:pt x="73019" y="15964"/>
                  <a:pt x="72979" y="15964"/>
                </a:cubicBezTo>
                <a:cubicBezTo>
                  <a:pt x="72896" y="15964"/>
                  <a:pt x="72828" y="16067"/>
                  <a:pt x="72883" y="16157"/>
                </a:cubicBezTo>
                <a:cubicBezTo>
                  <a:pt x="73017" y="16453"/>
                  <a:pt x="73178" y="16722"/>
                  <a:pt x="73340" y="17018"/>
                </a:cubicBezTo>
                <a:cubicBezTo>
                  <a:pt x="73340" y="17044"/>
                  <a:pt x="73340" y="17044"/>
                  <a:pt x="73313" y="17071"/>
                </a:cubicBezTo>
                <a:cubicBezTo>
                  <a:pt x="73044" y="16749"/>
                  <a:pt x="72748" y="16399"/>
                  <a:pt x="72452" y="16077"/>
                </a:cubicBezTo>
                <a:lnTo>
                  <a:pt x="72910" y="11695"/>
                </a:lnTo>
                <a:cubicBezTo>
                  <a:pt x="72924" y="11564"/>
                  <a:pt x="72821" y="11488"/>
                  <a:pt x="72719" y="11488"/>
                </a:cubicBezTo>
                <a:cubicBezTo>
                  <a:pt x="72632" y="11488"/>
                  <a:pt x="72546" y="11544"/>
                  <a:pt x="72533" y="11668"/>
                </a:cubicBezTo>
                <a:cubicBezTo>
                  <a:pt x="72103" y="13092"/>
                  <a:pt x="71727" y="14544"/>
                  <a:pt x="71404" y="16023"/>
                </a:cubicBezTo>
                <a:cubicBezTo>
                  <a:pt x="71538" y="14302"/>
                  <a:pt x="71673" y="12582"/>
                  <a:pt x="71754" y="10834"/>
                </a:cubicBezTo>
                <a:cubicBezTo>
                  <a:pt x="71754" y="10754"/>
                  <a:pt x="71693" y="10713"/>
                  <a:pt x="71629" y="10713"/>
                </a:cubicBezTo>
                <a:cubicBezTo>
                  <a:pt x="71565" y="10713"/>
                  <a:pt x="71498" y="10754"/>
                  <a:pt x="71485" y="10834"/>
                </a:cubicBezTo>
                <a:cubicBezTo>
                  <a:pt x="71055" y="13146"/>
                  <a:pt x="70732" y="15458"/>
                  <a:pt x="70490" y="17797"/>
                </a:cubicBezTo>
                <a:cubicBezTo>
                  <a:pt x="70436" y="18120"/>
                  <a:pt x="70409" y="18496"/>
                  <a:pt x="70382" y="18846"/>
                </a:cubicBezTo>
                <a:cubicBezTo>
                  <a:pt x="70409" y="17985"/>
                  <a:pt x="70436" y="17125"/>
                  <a:pt x="70463" y="16292"/>
                </a:cubicBezTo>
                <a:cubicBezTo>
                  <a:pt x="70571" y="13872"/>
                  <a:pt x="70732" y="11453"/>
                  <a:pt x="70947" y="9060"/>
                </a:cubicBezTo>
                <a:cubicBezTo>
                  <a:pt x="70961" y="8959"/>
                  <a:pt x="70891" y="8905"/>
                  <a:pt x="70818" y="8905"/>
                </a:cubicBezTo>
                <a:cubicBezTo>
                  <a:pt x="70755" y="8905"/>
                  <a:pt x="70691" y="8946"/>
                  <a:pt x="70678" y="9033"/>
                </a:cubicBezTo>
                <a:cubicBezTo>
                  <a:pt x="70356" y="10646"/>
                  <a:pt x="70114" y="12286"/>
                  <a:pt x="69899" y="13926"/>
                </a:cubicBezTo>
                <a:cubicBezTo>
                  <a:pt x="69845" y="12044"/>
                  <a:pt x="69710" y="10162"/>
                  <a:pt x="69468" y="8280"/>
                </a:cubicBezTo>
                <a:cubicBezTo>
                  <a:pt x="69443" y="8203"/>
                  <a:pt x="69373" y="8162"/>
                  <a:pt x="69305" y="8162"/>
                </a:cubicBezTo>
                <a:cubicBezTo>
                  <a:pt x="69232" y="8162"/>
                  <a:pt x="69160" y="8209"/>
                  <a:pt x="69146" y="8307"/>
                </a:cubicBezTo>
                <a:cubicBezTo>
                  <a:pt x="69146" y="9651"/>
                  <a:pt x="69146" y="10996"/>
                  <a:pt x="69173" y="12340"/>
                </a:cubicBezTo>
                <a:cubicBezTo>
                  <a:pt x="69092" y="11829"/>
                  <a:pt x="69038" y="11318"/>
                  <a:pt x="68931" y="10780"/>
                </a:cubicBezTo>
                <a:cubicBezTo>
                  <a:pt x="68906" y="10706"/>
                  <a:pt x="68842" y="10672"/>
                  <a:pt x="68777" y="10672"/>
                </a:cubicBezTo>
                <a:cubicBezTo>
                  <a:pt x="68700" y="10672"/>
                  <a:pt x="68623" y="10720"/>
                  <a:pt x="68608" y="10807"/>
                </a:cubicBezTo>
                <a:cubicBezTo>
                  <a:pt x="68581" y="11668"/>
                  <a:pt x="68581" y="12501"/>
                  <a:pt x="68608" y="13334"/>
                </a:cubicBezTo>
                <a:cubicBezTo>
                  <a:pt x="68554" y="13254"/>
                  <a:pt x="68467" y="13213"/>
                  <a:pt x="68380" y="13213"/>
                </a:cubicBezTo>
                <a:cubicBezTo>
                  <a:pt x="68292" y="13213"/>
                  <a:pt x="68205" y="13254"/>
                  <a:pt x="68151" y="13334"/>
                </a:cubicBezTo>
                <a:cubicBezTo>
                  <a:pt x="68124" y="13227"/>
                  <a:pt x="68097" y="13092"/>
                  <a:pt x="68070" y="12958"/>
                </a:cubicBezTo>
                <a:cubicBezTo>
                  <a:pt x="68044" y="12851"/>
                  <a:pt x="67990" y="12770"/>
                  <a:pt x="67882" y="12743"/>
                </a:cubicBezTo>
                <a:cubicBezTo>
                  <a:pt x="67882" y="12420"/>
                  <a:pt x="67855" y="12125"/>
                  <a:pt x="67855" y="11802"/>
                </a:cubicBezTo>
                <a:lnTo>
                  <a:pt x="67828" y="5914"/>
                </a:lnTo>
                <a:cubicBezTo>
                  <a:pt x="67828" y="5702"/>
                  <a:pt x="67672" y="5594"/>
                  <a:pt x="67516" y="5594"/>
                </a:cubicBezTo>
                <a:cubicBezTo>
                  <a:pt x="67376" y="5594"/>
                  <a:pt x="67236" y="5682"/>
                  <a:pt x="67210" y="5861"/>
                </a:cubicBezTo>
                <a:cubicBezTo>
                  <a:pt x="67103" y="6882"/>
                  <a:pt x="67049" y="7850"/>
                  <a:pt x="67022" y="8845"/>
                </a:cubicBezTo>
                <a:cubicBezTo>
                  <a:pt x="66619" y="7151"/>
                  <a:pt x="66081" y="5457"/>
                  <a:pt x="65436" y="3844"/>
                </a:cubicBezTo>
                <a:cubicBezTo>
                  <a:pt x="65402" y="3800"/>
                  <a:pt x="65354" y="3778"/>
                  <a:pt x="65310" y="3778"/>
                </a:cubicBezTo>
                <a:cubicBezTo>
                  <a:pt x="65249" y="3778"/>
                  <a:pt x="65194" y="3820"/>
                  <a:pt x="65194" y="3898"/>
                </a:cubicBezTo>
                <a:cubicBezTo>
                  <a:pt x="65113" y="5646"/>
                  <a:pt x="65167" y="7393"/>
                  <a:pt x="65382" y="9114"/>
                </a:cubicBezTo>
                <a:lnTo>
                  <a:pt x="63850" y="3871"/>
                </a:lnTo>
                <a:cubicBezTo>
                  <a:pt x="63838" y="3790"/>
                  <a:pt x="63782" y="3754"/>
                  <a:pt x="63723" y="3754"/>
                </a:cubicBezTo>
                <a:cubicBezTo>
                  <a:pt x="63646" y="3754"/>
                  <a:pt x="63565" y="3818"/>
                  <a:pt x="63581" y="3925"/>
                </a:cubicBezTo>
                <a:lnTo>
                  <a:pt x="63608" y="4140"/>
                </a:lnTo>
                <a:cubicBezTo>
                  <a:pt x="63393" y="3522"/>
                  <a:pt x="63151" y="2930"/>
                  <a:pt x="62909" y="2339"/>
                </a:cubicBezTo>
                <a:cubicBezTo>
                  <a:pt x="62869" y="2279"/>
                  <a:pt x="62810" y="2252"/>
                  <a:pt x="62754" y="2252"/>
                </a:cubicBezTo>
                <a:cubicBezTo>
                  <a:pt x="62658" y="2252"/>
                  <a:pt x="62569" y="2328"/>
                  <a:pt x="62586" y="2446"/>
                </a:cubicBezTo>
                <a:cubicBezTo>
                  <a:pt x="63285" y="5135"/>
                  <a:pt x="64038" y="7796"/>
                  <a:pt x="64898" y="10458"/>
                </a:cubicBezTo>
                <a:cubicBezTo>
                  <a:pt x="64979" y="10780"/>
                  <a:pt x="65059" y="11103"/>
                  <a:pt x="65113" y="11426"/>
                </a:cubicBezTo>
                <a:cubicBezTo>
                  <a:pt x="63608" y="8307"/>
                  <a:pt x="61887" y="5296"/>
                  <a:pt x="60005" y="2420"/>
                </a:cubicBezTo>
                <a:cubicBezTo>
                  <a:pt x="59960" y="2348"/>
                  <a:pt x="59895" y="2318"/>
                  <a:pt x="59831" y="2318"/>
                </a:cubicBezTo>
                <a:cubicBezTo>
                  <a:pt x="59704" y="2318"/>
                  <a:pt x="59584" y="2437"/>
                  <a:pt x="59656" y="2581"/>
                </a:cubicBezTo>
                <a:lnTo>
                  <a:pt x="64893" y="12414"/>
                </a:lnTo>
                <a:lnTo>
                  <a:pt x="64893" y="12414"/>
                </a:lnTo>
                <a:cubicBezTo>
                  <a:pt x="64545" y="11986"/>
                  <a:pt x="64197" y="11585"/>
                  <a:pt x="63850" y="11184"/>
                </a:cubicBezTo>
                <a:lnTo>
                  <a:pt x="63769" y="11049"/>
                </a:lnTo>
                <a:cubicBezTo>
                  <a:pt x="63151" y="10055"/>
                  <a:pt x="62479" y="9060"/>
                  <a:pt x="61753" y="8119"/>
                </a:cubicBezTo>
                <a:cubicBezTo>
                  <a:pt x="60650" y="6345"/>
                  <a:pt x="59629" y="4543"/>
                  <a:pt x="58742" y="2662"/>
                </a:cubicBezTo>
                <a:cubicBezTo>
                  <a:pt x="58696" y="2569"/>
                  <a:pt x="58618" y="2531"/>
                  <a:pt x="58541" y="2531"/>
                </a:cubicBezTo>
                <a:cubicBezTo>
                  <a:pt x="58394" y="2531"/>
                  <a:pt x="58250" y="2673"/>
                  <a:pt x="58338" y="2850"/>
                </a:cubicBezTo>
                <a:cubicBezTo>
                  <a:pt x="58715" y="3710"/>
                  <a:pt x="59118" y="4570"/>
                  <a:pt x="59548" y="5404"/>
                </a:cubicBezTo>
                <a:cubicBezTo>
                  <a:pt x="58607" y="4328"/>
                  <a:pt x="57586" y="3307"/>
                  <a:pt x="56537" y="2312"/>
                </a:cubicBezTo>
                <a:cubicBezTo>
                  <a:pt x="56477" y="2260"/>
                  <a:pt x="56403" y="2237"/>
                  <a:pt x="56331" y="2237"/>
                </a:cubicBezTo>
                <a:cubicBezTo>
                  <a:pt x="56142" y="2237"/>
                  <a:pt x="55964" y="2394"/>
                  <a:pt x="56080" y="2608"/>
                </a:cubicBezTo>
                <a:cubicBezTo>
                  <a:pt x="56268" y="2903"/>
                  <a:pt x="56483" y="3226"/>
                  <a:pt x="56698" y="3522"/>
                </a:cubicBezTo>
                <a:lnTo>
                  <a:pt x="55919" y="2769"/>
                </a:lnTo>
                <a:cubicBezTo>
                  <a:pt x="55851" y="2707"/>
                  <a:pt x="55772" y="2681"/>
                  <a:pt x="55696" y="2681"/>
                </a:cubicBezTo>
                <a:cubicBezTo>
                  <a:pt x="55441" y="2681"/>
                  <a:pt x="55207" y="2972"/>
                  <a:pt x="55435" y="3199"/>
                </a:cubicBezTo>
                <a:cubicBezTo>
                  <a:pt x="55731" y="3495"/>
                  <a:pt x="56107" y="3898"/>
                  <a:pt x="56430" y="4248"/>
                </a:cubicBezTo>
                <a:cubicBezTo>
                  <a:pt x="55838" y="3791"/>
                  <a:pt x="55220" y="3360"/>
                  <a:pt x="54575" y="2930"/>
                </a:cubicBezTo>
                <a:cubicBezTo>
                  <a:pt x="54525" y="2905"/>
                  <a:pt x="54470" y="2893"/>
                  <a:pt x="54414" y="2893"/>
                </a:cubicBezTo>
                <a:cubicBezTo>
                  <a:pt x="54290" y="2893"/>
                  <a:pt x="54165" y="2953"/>
                  <a:pt x="54091" y="3065"/>
                </a:cubicBezTo>
                <a:cubicBezTo>
                  <a:pt x="53311" y="2527"/>
                  <a:pt x="52531" y="2043"/>
                  <a:pt x="51725" y="1559"/>
                </a:cubicBezTo>
                <a:cubicBezTo>
                  <a:pt x="51673" y="1528"/>
                  <a:pt x="51614" y="1514"/>
                  <a:pt x="51556" y="1514"/>
                </a:cubicBezTo>
                <a:cubicBezTo>
                  <a:pt x="51312" y="1514"/>
                  <a:pt x="51062" y="1756"/>
                  <a:pt x="51214" y="2016"/>
                </a:cubicBezTo>
                <a:cubicBezTo>
                  <a:pt x="51322" y="2178"/>
                  <a:pt x="51402" y="2312"/>
                  <a:pt x="51510" y="2473"/>
                </a:cubicBezTo>
                <a:cubicBezTo>
                  <a:pt x="50730" y="2070"/>
                  <a:pt x="49924" y="1694"/>
                  <a:pt x="49117" y="1344"/>
                </a:cubicBezTo>
                <a:cubicBezTo>
                  <a:pt x="49081" y="1331"/>
                  <a:pt x="49047" y="1325"/>
                  <a:pt x="49015" y="1325"/>
                </a:cubicBezTo>
                <a:cubicBezTo>
                  <a:pt x="48781" y="1325"/>
                  <a:pt x="48653" y="1639"/>
                  <a:pt x="48795" y="1828"/>
                </a:cubicBezTo>
                <a:cubicBezTo>
                  <a:pt x="48956" y="2043"/>
                  <a:pt x="49117" y="2204"/>
                  <a:pt x="49278" y="2393"/>
                </a:cubicBezTo>
                <a:lnTo>
                  <a:pt x="47773" y="1721"/>
                </a:lnTo>
                <a:cubicBezTo>
                  <a:pt x="47743" y="1706"/>
                  <a:pt x="47714" y="1699"/>
                  <a:pt x="47688" y="1699"/>
                </a:cubicBezTo>
                <a:cubicBezTo>
                  <a:pt x="47526" y="1699"/>
                  <a:pt x="47446" y="1951"/>
                  <a:pt x="47585" y="2043"/>
                </a:cubicBezTo>
                <a:cubicBezTo>
                  <a:pt x="48230" y="2473"/>
                  <a:pt x="48902" y="2877"/>
                  <a:pt x="49574" y="3199"/>
                </a:cubicBezTo>
                <a:cubicBezTo>
                  <a:pt x="48902" y="3065"/>
                  <a:pt x="48230" y="2984"/>
                  <a:pt x="47558" y="2957"/>
                </a:cubicBezTo>
                <a:cubicBezTo>
                  <a:pt x="46698" y="2769"/>
                  <a:pt x="45864" y="2581"/>
                  <a:pt x="45004" y="2366"/>
                </a:cubicBezTo>
                <a:cubicBezTo>
                  <a:pt x="44984" y="2360"/>
                  <a:pt x="44964" y="2357"/>
                  <a:pt x="44945" y="2357"/>
                </a:cubicBezTo>
                <a:cubicBezTo>
                  <a:pt x="44790" y="2357"/>
                  <a:pt x="44693" y="2542"/>
                  <a:pt x="44789" y="2662"/>
                </a:cubicBezTo>
                <a:cubicBezTo>
                  <a:pt x="44870" y="2769"/>
                  <a:pt x="44977" y="2877"/>
                  <a:pt x="45058" y="2957"/>
                </a:cubicBezTo>
                <a:cubicBezTo>
                  <a:pt x="44117" y="3387"/>
                  <a:pt x="43283" y="4059"/>
                  <a:pt x="42665" y="4893"/>
                </a:cubicBezTo>
                <a:cubicBezTo>
                  <a:pt x="42585" y="4972"/>
                  <a:pt x="42683" y="5067"/>
                  <a:pt x="42771" y="5067"/>
                </a:cubicBezTo>
                <a:cubicBezTo>
                  <a:pt x="42802" y="5067"/>
                  <a:pt x="42832" y="5055"/>
                  <a:pt x="42853" y="5027"/>
                </a:cubicBezTo>
                <a:cubicBezTo>
                  <a:pt x="43176" y="4597"/>
                  <a:pt x="43498" y="4221"/>
                  <a:pt x="43875" y="3871"/>
                </a:cubicBezTo>
                <a:cubicBezTo>
                  <a:pt x="43902" y="3979"/>
                  <a:pt x="43982" y="4033"/>
                  <a:pt x="44090" y="4033"/>
                </a:cubicBezTo>
                <a:cubicBezTo>
                  <a:pt x="44466" y="3979"/>
                  <a:pt x="44870" y="3952"/>
                  <a:pt x="45246" y="3925"/>
                </a:cubicBezTo>
                <a:lnTo>
                  <a:pt x="45246" y="3925"/>
                </a:lnTo>
                <a:cubicBezTo>
                  <a:pt x="45085" y="4113"/>
                  <a:pt x="44870" y="4275"/>
                  <a:pt x="44654" y="4436"/>
                </a:cubicBezTo>
                <a:cubicBezTo>
                  <a:pt x="44278" y="4678"/>
                  <a:pt x="43929" y="4920"/>
                  <a:pt x="43579" y="5189"/>
                </a:cubicBezTo>
                <a:cubicBezTo>
                  <a:pt x="43461" y="5283"/>
                  <a:pt x="43551" y="5440"/>
                  <a:pt x="43665" y="5440"/>
                </a:cubicBezTo>
                <a:cubicBezTo>
                  <a:pt x="43681" y="5440"/>
                  <a:pt x="43697" y="5437"/>
                  <a:pt x="43713" y="5431"/>
                </a:cubicBezTo>
                <a:cubicBezTo>
                  <a:pt x="44305" y="5215"/>
                  <a:pt x="44843" y="4839"/>
                  <a:pt x="45219" y="4355"/>
                </a:cubicBezTo>
                <a:cubicBezTo>
                  <a:pt x="45515" y="4221"/>
                  <a:pt x="45864" y="4059"/>
                  <a:pt x="46160" y="3952"/>
                </a:cubicBezTo>
                <a:cubicBezTo>
                  <a:pt x="46429" y="4113"/>
                  <a:pt x="46698" y="4248"/>
                  <a:pt x="46966" y="4382"/>
                </a:cubicBezTo>
                <a:cubicBezTo>
                  <a:pt x="46725" y="4517"/>
                  <a:pt x="46429" y="4678"/>
                  <a:pt x="46160" y="4812"/>
                </a:cubicBezTo>
                <a:lnTo>
                  <a:pt x="43633" y="5673"/>
                </a:lnTo>
                <a:cubicBezTo>
                  <a:pt x="43480" y="5723"/>
                  <a:pt x="43569" y="5943"/>
                  <a:pt x="43693" y="5943"/>
                </a:cubicBezTo>
                <a:cubicBezTo>
                  <a:pt x="43700" y="5943"/>
                  <a:pt x="43706" y="5943"/>
                  <a:pt x="43713" y="5941"/>
                </a:cubicBezTo>
                <a:cubicBezTo>
                  <a:pt x="44305" y="5834"/>
                  <a:pt x="44896" y="5673"/>
                  <a:pt x="45434" y="5457"/>
                </a:cubicBezTo>
                <a:cubicBezTo>
                  <a:pt x="45581" y="5415"/>
                  <a:pt x="45745" y="5373"/>
                  <a:pt x="45899" y="5318"/>
                </a:cubicBezTo>
                <a:lnTo>
                  <a:pt x="45899" y="5318"/>
                </a:lnTo>
                <a:cubicBezTo>
                  <a:pt x="45111" y="5627"/>
                  <a:pt x="44346" y="5963"/>
                  <a:pt x="43606" y="6371"/>
                </a:cubicBezTo>
                <a:cubicBezTo>
                  <a:pt x="43467" y="6441"/>
                  <a:pt x="43547" y="6630"/>
                  <a:pt x="43675" y="6630"/>
                </a:cubicBezTo>
                <a:cubicBezTo>
                  <a:pt x="43696" y="6630"/>
                  <a:pt x="43718" y="6625"/>
                  <a:pt x="43740" y="6613"/>
                </a:cubicBezTo>
                <a:cubicBezTo>
                  <a:pt x="44762" y="6210"/>
                  <a:pt x="45757" y="5780"/>
                  <a:pt x="46751" y="5296"/>
                </a:cubicBezTo>
                <a:lnTo>
                  <a:pt x="46966" y="5242"/>
                </a:lnTo>
                <a:cubicBezTo>
                  <a:pt x="47423" y="5081"/>
                  <a:pt x="47961" y="4920"/>
                  <a:pt x="48526" y="4785"/>
                </a:cubicBezTo>
                <a:cubicBezTo>
                  <a:pt x="48735" y="4810"/>
                  <a:pt x="48948" y="4822"/>
                  <a:pt x="49161" y="4822"/>
                </a:cubicBezTo>
                <a:cubicBezTo>
                  <a:pt x="49658" y="4822"/>
                  <a:pt x="50160" y="4756"/>
                  <a:pt x="50650" y="4624"/>
                </a:cubicBezTo>
                <a:cubicBezTo>
                  <a:pt x="50703" y="4597"/>
                  <a:pt x="50784" y="4543"/>
                  <a:pt x="50784" y="4463"/>
                </a:cubicBezTo>
                <a:cubicBezTo>
                  <a:pt x="51053" y="4463"/>
                  <a:pt x="51322" y="4463"/>
                  <a:pt x="51591" y="4517"/>
                </a:cubicBezTo>
                <a:cubicBezTo>
                  <a:pt x="51806" y="4543"/>
                  <a:pt x="51940" y="4543"/>
                  <a:pt x="52021" y="4543"/>
                </a:cubicBezTo>
                <a:cubicBezTo>
                  <a:pt x="52048" y="4570"/>
                  <a:pt x="52074" y="4597"/>
                  <a:pt x="52101" y="4597"/>
                </a:cubicBezTo>
                <a:cubicBezTo>
                  <a:pt x="51967" y="4651"/>
                  <a:pt x="51832" y="4732"/>
                  <a:pt x="51698" y="4812"/>
                </a:cubicBezTo>
                <a:cubicBezTo>
                  <a:pt x="51080" y="5323"/>
                  <a:pt x="49789" y="5646"/>
                  <a:pt x="49063" y="5888"/>
                </a:cubicBezTo>
                <a:cubicBezTo>
                  <a:pt x="48848" y="5941"/>
                  <a:pt x="47450" y="6183"/>
                  <a:pt x="46375" y="6452"/>
                </a:cubicBezTo>
                <a:lnTo>
                  <a:pt x="44520" y="6613"/>
                </a:lnTo>
                <a:cubicBezTo>
                  <a:pt x="44359" y="6613"/>
                  <a:pt x="44386" y="6909"/>
                  <a:pt x="44520" y="6909"/>
                </a:cubicBezTo>
                <a:cubicBezTo>
                  <a:pt x="45300" y="6855"/>
                  <a:pt x="46106" y="6775"/>
                  <a:pt x="46886" y="6640"/>
                </a:cubicBezTo>
                <a:lnTo>
                  <a:pt x="49520" y="6398"/>
                </a:lnTo>
                <a:cubicBezTo>
                  <a:pt x="50354" y="6371"/>
                  <a:pt x="51160" y="6291"/>
                  <a:pt x="51994" y="6156"/>
                </a:cubicBezTo>
                <a:lnTo>
                  <a:pt x="51994" y="6156"/>
                </a:lnTo>
                <a:lnTo>
                  <a:pt x="51698" y="6237"/>
                </a:lnTo>
                <a:lnTo>
                  <a:pt x="51537" y="6264"/>
                </a:lnTo>
                <a:lnTo>
                  <a:pt x="45219" y="7554"/>
                </a:lnTo>
                <a:cubicBezTo>
                  <a:pt x="45058" y="7608"/>
                  <a:pt x="45111" y="7823"/>
                  <a:pt x="45273" y="7823"/>
                </a:cubicBezTo>
                <a:cubicBezTo>
                  <a:pt x="47155" y="7581"/>
                  <a:pt x="49037" y="7205"/>
                  <a:pt x="50892" y="6721"/>
                </a:cubicBezTo>
                <a:cubicBezTo>
                  <a:pt x="51133" y="6667"/>
                  <a:pt x="51402" y="6613"/>
                  <a:pt x="51644" y="6560"/>
                </a:cubicBezTo>
                <a:lnTo>
                  <a:pt x="51644" y="6560"/>
                </a:lnTo>
                <a:cubicBezTo>
                  <a:pt x="51375" y="6748"/>
                  <a:pt x="51080" y="6936"/>
                  <a:pt x="50811" y="7124"/>
                </a:cubicBezTo>
                <a:lnTo>
                  <a:pt x="50596" y="7205"/>
                </a:lnTo>
                <a:cubicBezTo>
                  <a:pt x="48875" y="7850"/>
                  <a:pt x="47101" y="8415"/>
                  <a:pt x="45327" y="8899"/>
                </a:cubicBezTo>
                <a:cubicBezTo>
                  <a:pt x="45175" y="8924"/>
                  <a:pt x="45213" y="9116"/>
                  <a:pt x="45331" y="9116"/>
                </a:cubicBezTo>
                <a:cubicBezTo>
                  <a:pt x="45338" y="9116"/>
                  <a:pt x="45346" y="9115"/>
                  <a:pt x="45353" y="9114"/>
                </a:cubicBezTo>
                <a:cubicBezTo>
                  <a:pt x="46590" y="9006"/>
                  <a:pt x="47773" y="8791"/>
                  <a:pt x="48956" y="8442"/>
                </a:cubicBezTo>
                <a:lnTo>
                  <a:pt x="48956" y="8442"/>
                </a:lnTo>
                <a:cubicBezTo>
                  <a:pt x="47881" y="9275"/>
                  <a:pt x="46832" y="10162"/>
                  <a:pt x="45864" y="11076"/>
                </a:cubicBezTo>
                <a:cubicBezTo>
                  <a:pt x="45796" y="11144"/>
                  <a:pt x="45843" y="11250"/>
                  <a:pt x="45923" y="11250"/>
                </a:cubicBezTo>
                <a:cubicBezTo>
                  <a:pt x="45938" y="11250"/>
                  <a:pt x="45955" y="11246"/>
                  <a:pt x="45972" y="11237"/>
                </a:cubicBezTo>
                <a:lnTo>
                  <a:pt x="46267" y="11103"/>
                </a:lnTo>
                <a:cubicBezTo>
                  <a:pt x="46267" y="11142"/>
                  <a:pt x="46296" y="11167"/>
                  <a:pt x="46333" y="11167"/>
                </a:cubicBezTo>
                <a:cubicBezTo>
                  <a:pt x="46346" y="11167"/>
                  <a:pt x="46361" y="11164"/>
                  <a:pt x="46375" y="11157"/>
                </a:cubicBezTo>
                <a:cubicBezTo>
                  <a:pt x="47692" y="10780"/>
                  <a:pt x="48983" y="10297"/>
                  <a:pt x="50219" y="9678"/>
                </a:cubicBezTo>
                <a:cubicBezTo>
                  <a:pt x="50595" y="9742"/>
                  <a:pt x="50974" y="9773"/>
                  <a:pt x="51351" y="9773"/>
                </a:cubicBezTo>
                <a:cubicBezTo>
                  <a:pt x="52727" y="9773"/>
                  <a:pt x="54086" y="9357"/>
                  <a:pt x="55247" y="8576"/>
                </a:cubicBezTo>
                <a:lnTo>
                  <a:pt x="57317" y="8334"/>
                </a:lnTo>
                <a:cubicBezTo>
                  <a:pt x="57344" y="8334"/>
                  <a:pt x="57639" y="8334"/>
                  <a:pt x="57989" y="8280"/>
                </a:cubicBezTo>
                <a:lnTo>
                  <a:pt x="58016" y="8280"/>
                </a:lnTo>
                <a:cubicBezTo>
                  <a:pt x="57337" y="8532"/>
                  <a:pt x="56353" y="8877"/>
                  <a:pt x="56382" y="8877"/>
                </a:cubicBezTo>
                <a:cubicBezTo>
                  <a:pt x="56384" y="8877"/>
                  <a:pt x="56390" y="8875"/>
                  <a:pt x="56403" y="8872"/>
                </a:cubicBezTo>
                <a:lnTo>
                  <a:pt x="56403" y="8872"/>
                </a:lnTo>
                <a:cubicBezTo>
                  <a:pt x="54279" y="9517"/>
                  <a:pt x="52101" y="9920"/>
                  <a:pt x="49924" y="10081"/>
                </a:cubicBezTo>
                <a:cubicBezTo>
                  <a:pt x="49762" y="10081"/>
                  <a:pt x="49789" y="10350"/>
                  <a:pt x="49924" y="10350"/>
                </a:cubicBezTo>
                <a:lnTo>
                  <a:pt x="54897" y="10135"/>
                </a:lnTo>
                <a:lnTo>
                  <a:pt x="57209" y="10055"/>
                </a:lnTo>
                <a:lnTo>
                  <a:pt x="58553" y="10001"/>
                </a:lnTo>
                <a:cubicBezTo>
                  <a:pt x="58798" y="9935"/>
                  <a:pt x="58974" y="9902"/>
                  <a:pt x="59080" y="9902"/>
                </a:cubicBezTo>
                <a:cubicBezTo>
                  <a:pt x="59277" y="9902"/>
                  <a:pt x="59236" y="10016"/>
                  <a:pt x="58957" y="10243"/>
                </a:cubicBezTo>
                <a:cubicBezTo>
                  <a:pt x="58553" y="10700"/>
                  <a:pt x="57801" y="10969"/>
                  <a:pt x="57021" y="11103"/>
                </a:cubicBezTo>
                <a:cubicBezTo>
                  <a:pt x="55220" y="11022"/>
                  <a:pt x="53446" y="10834"/>
                  <a:pt x="51671" y="10565"/>
                </a:cubicBezTo>
                <a:cubicBezTo>
                  <a:pt x="51564" y="10565"/>
                  <a:pt x="51510" y="10700"/>
                  <a:pt x="51591" y="10780"/>
                </a:cubicBezTo>
                <a:lnTo>
                  <a:pt x="51322" y="10754"/>
                </a:lnTo>
                <a:cubicBezTo>
                  <a:pt x="51307" y="10748"/>
                  <a:pt x="51293" y="10745"/>
                  <a:pt x="51280" y="10745"/>
                </a:cubicBezTo>
                <a:cubicBezTo>
                  <a:pt x="51172" y="10745"/>
                  <a:pt x="51121" y="10921"/>
                  <a:pt x="51241" y="10969"/>
                </a:cubicBezTo>
                <a:cubicBezTo>
                  <a:pt x="52935" y="11533"/>
                  <a:pt x="54628" y="11990"/>
                  <a:pt x="56376" y="12313"/>
                </a:cubicBezTo>
                <a:lnTo>
                  <a:pt x="52451" y="12098"/>
                </a:lnTo>
                <a:cubicBezTo>
                  <a:pt x="52443" y="12096"/>
                  <a:pt x="52435" y="12095"/>
                  <a:pt x="52428" y="12095"/>
                </a:cubicBezTo>
                <a:cubicBezTo>
                  <a:pt x="52311" y="12095"/>
                  <a:pt x="52272" y="12288"/>
                  <a:pt x="52424" y="12313"/>
                </a:cubicBezTo>
                <a:cubicBezTo>
                  <a:pt x="53472" y="12609"/>
                  <a:pt x="54548" y="12877"/>
                  <a:pt x="55623" y="13092"/>
                </a:cubicBezTo>
                <a:cubicBezTo>
                  <a:pt x="55091" y="13059"/>
                  <a:pt x="54560" y="13036"/>
                  <a:pt x="54028" y="13036"/>
                </a:cubicBezTo>
                <a:cubicBezTo>
                  <a:pt x="53699" y="13036"/>
                  <a:pt x="53371" y="13045"/>
                  <a:pt x="53042" y="13066"/>
                </a:cubicBezTo>
                <a:cubicBezTo>
                  <a:pt x="52908" y="13066"/>
                  <a:pt x="52854" y="13254"/>
                  <a:pt x="52988" y="13281"/>
                </a:cubicBezTo>
                <a:cubicBezTo>
                  <a:pt x="53607" y="13469"/>
                  <a:pt x="54252" y="13630"/>
                  <a:pt x="54870" y="13765"/>
                </a:cubicBezTo>
                <a:lnTo>
                  <a:pt x="55516" y="14087"/>
                </a:lnTo>
                <a:cubicBezTo>
                  <a:pt x="55381" y="14195"/>
                  <a:pt x="55381" y="14410"/>
                  <a:pt x="55542" y="14490"/>
                </a:cubicBezTo>
                <a:lnTo>
                  <a:pt x="55623" y="14544"/>
                </a:lnTo>
                <a:lnTo>
                  <a:pt x="56322" y="14867"/>
                </a:lnTo>
                <a:cubicBezTo>
                  <a:pt x="56215" y="15001"/>
                  <a:pt x="56241" y="15189"/>
                  <a:pt x="56376" y="15270"/>
                </a:cubicBezTo>
                <a:cubicBezTo>
                  <a:pt x="58016" y="16157"/>
                  <a:pt x="59736" y="16883"/>
                  <a:pt x="61511" y="17421"/>
                </a:cubicBezTo>
                <a:cubicBezTo>
                  <a:pt x="62156" y="17690"/>
                  <a:pt x="62801" y="17932"/>
                  <a:pt x="63446" y="18174"/>
                </a:cubicBezTo>
                <a:lnTo>
                  <a:pt x="63339" y="18147"/>
                </a:lnTo>
                <a:lnTo>
                  <a:pt x="57290" y="15942"/>
                </a:lnTo>
                <a:cubicBezTo>
                  <a:pt x="57258" y="15932"/>
                  <a:pt x="57228" y="15927"/>
                  <a:pt x="57200" y="15927"/>
                </a:cubicBezTo>
                <a:cubicBezTo>
                  <a:pt x="56945" y="15927"/>
                  <a:pt x="56862" y="16332"/>
                  <a:pt x="57129" y="16453"/>
                </a:cubicBezTo>
                <a:lnTo>
                  <a:pt x="57720" y="16695"/>
                </a:lnTo>
                <a:lnTo>
                  <a:pt x="57639" y="16668"/>
                </a:lnTo>
                <a:cubicBezTo>
                  <a:pt x="57608" y="16657"/>
                  <a:pt x="57577" y="16653"/>
                  <a:pt x="57549" y="16653"/>
                </a:cubicBezTo>
                <a:cubicBezTo>
                  <a:pt x="57289" y="16653"/>
                  <a:pt x="57185" y="17058"/>
                  <a:pt x="57451" y="17179"/>
                </a:cubicBezTo>
                <a:cubicBezTo>
                  <a:pt x="59736" y="18147"/>
                  <a:pt x="62075" y="18953"/>
                  <a:pt x="64468" y="19598"/>
                </a:cubicBezTo>
                <a:lnTo>
                  <a:pt x="59951" y="18846"/>
                </a:lnTo>
                <a:cubicBezTo>
                  <a:pt x="59936" y="18842"/>
                  <a:pt x="59922" y="18840"/>
                  <a:pt x="59908" y="18840"/>
                </a:cubicBezTo>
                <a:cubicBezTo>
                  <a:pt x="59730" y="18840"/>
                  <a:pt x="59698" y="19145"/>
                  <a:pt x="59898" y="19195"/>
                </a:cubicBezTo>
                <a:cubicBezTo>
                  <a:pt x="61591" y="19733"/>
                  <a:pt x="63312" y="20190"/>
                  <a:pt x="65086" y="20512"/>
                </a:cubicBezTo>
                <a:lnTo>
                  <a:pt x="64307" y="20512"/>
                </a:lnTo>
                <a:cubicBezTo>
                  <a:pt x="62747" y="19975"/>
                  <a:pt x="61107" y="19598"/>
                  <a:pt x="59441" y="19464"/>
                </a:cubicBezTo>
                <a:lnTo>
                  <a:pt x="59091" y="19303"/>
                </a:lnTo>
                <a:cubicBezTo>
                  <a:pt x="59080" y="19299"/>
                  <a:pt x="59070" y="19297"/>
                  <a:pt x="59060" y="19297"/>
                </a:cubicBezTo>
                <a:cubicBezTo>
                  <a:pt x="58998" y="19297"/>
                  <a:pt x="58960" y="19367"/>
                  <a:pt x="58984" y="19437"/>
                </a:cubicBezTo>
                <a:cubicBezTo>
                  <a:pt x="58849" y="19437"/>
                  <a:pt x="58822" y="19598"/>
                  <a:pt x="58930" y="19652"/>
                </a:cubicBezTo>
                <a:cubicBezTo>
                  <a:pt x="59279" y="19787"/>
                  <a:pt x="59602" y="19894"/>
                  <a:pt x="59925" y="20002"/>
                </a:cubicBezTo>
                <a:cubicBezTo>
                  <a:pt x="60086" y="20082"/>
                  <a:pt x="60247" y="20190"/>
                  <a:pt x="60435" y="20270"/>
                </a:cubicBezTo>
                <a:cubicBezTo>
                  <a:pt x="60382" y="20324"/>
                  <a:pt x="60382" y="20432"/>
                  <a:pt x="60435" y="20486"/>
                </a:cubicBezTo>
                <a:cubicBezTo>
                  <a:pt x="62075" y="21453"/>
                  <a:pt x="63769" y="22314"/>
                  <a:pt x="65543" y="23040"/>
                </a:cubicBezTo>
                <a:cubicBezTo>
                  <a:pt x="66189" y="23362"/>
                  <a:pt x="66834" y="23739"/>
                  <a:pt x="67506" y="24088"/>
                </a:cubicBezTo>
                <a:cubicBezTo>
                  <a:pt x="68151" y="24464"/>
                  <a:pt x="68769" y="24814"/>
                  <a:pt x="69415" y="25190"/>
                </a:cubicBezTo>
                <a:cubicBezTo>
                  <a:pt x="69412" y="25189"/>
                  <a:pt x="69411" y="25188"/>
                  <a:pt x="69410" y="25188"/>
                </a:cubicBezTo>
                <a:lnTo>
                  <a:pt x="69410" y="25188"/>
                </a:lnTo>
                <a:cubicBezTo>
                  <a:pt x="69401" y="25188"/>
                  <a:pt x="69807" y="25442"/>
                  <a:pt x="70140" y="25647"/>
                </a:cubicBezTo>
                <a:cubicBezTo>
                  <a:pt x="69872" y="25567"/>
                  <a:pt x="69549" y="25486"/>
                  <a:pt x="69468" y="25459"/>
                </a:cubicBezTo>
                <a:cubicBezTo>
                  <a:pt x="68554" y="25190"/>
                  <a:pt x="67640" y="24895"/>
                  <a:pt x="66780" y="24545"/>
                </a:cubicBezTo>
                <a:lnTo>
                  <a:pt x="60167" y="20969"/>
                </a:lnTo>
                <a:cubicBezTo>
                  <a:pt x="60136" y="20952"/>
                  <a:pt x="60106" y="20945"/>
                  <a:pt x="60079" y="20945"/>
                </a:cubicBezTo>
                <a:cubicBezTo>
                  <a:pt x="59935" y="20945"/>
                  <a:pt x="59843" y="21148"/>
                  <a:pt x="59978" y="21238"/>
                </a:cubicBezTo>
                <a:cubicBezTo>
                  <a:pt x="61914" y="22556"/>
                  <a:pt x="63984" y="23685"/>
                  <a:pt x="66162" y="24599"/>
                </a:cubicBezTo>
                <a:lnTo>
                  <a:pt x="66914" y="25002"/>
                </a:lnTo>
                <a:lnTo>
                  <a:pt x="66914" y="25002"/>
                </a:lnTo>
                <a:lnTo>
                  <a:pt x="62022" y="22690"/>
                </a:lnTo>
                <a:cubicBezTo>
                  <a:pt x="62001" y="22681"/>
                  <a:pt x="61981" y="22677"/>
                  <a:pt x="61962" y="22677"/>
                </a:cubicBezTo>
                <a:cubicBezTo>
                  <a:pt x="61807" y="22677"/>
                  <a:pt x="61717" y="22941"/>
                  <a:pt x="61860" y="23013"/>
                </a:cubicBezTo>
                <a:lnTo>
                  <a:pt x="65570" y="24868"/>
                </a:lnTo>
                <a:cubicBezTo>
                  <a:pt x="63688" y="24169"/>
                  <a:pt x="61753" y="23550"/>
                  <a:pt x="59817" y="23066"/>
                </a:cubicBezTo>
                <a:cubicBezTo>
                  <a:pt x="59799" y="23061"/>
                  <a:pt x="59781" y="23059"/>
                  <a:pt x="59764" y="23059"/>
                </a:cubicBezTo>
                <a:cubicBezTo>
                  <a:pt x="59610" y="23059"/>
                  <a:pt x="59537" y="23265"/>
                  <a:pt x="59683" y="23362"/>
                </a:cubicBezTo>
                <a:lnTo>
                  <a:pt x="59145" y="23174"/>
                </a:lnTo>
                <a:cubicBezTo>
                  <a:pt x="59129" y="23170"/>
                  <a:pt x="59113" y="23168"/>
                  <a:pt x="59098" y="23168"/>
                </a:cubicBezTo>
                <a:cubicBezTo>
                  <a:pt x="58915" y="23168"/>
                  <a:pt x="58839" y="23449"/>
                  <a:pt x="59037" y="23523"/>
                </a:cubicBezTo>
                <a:lnTo>
                  <a:pt x="66619" y="26884"/>
                </a:lnTo>
                <a:cubicBezTo>
                  <a:pt x="66027" y="26696"/>
                  <a:pt x="65409" y="26534"/>
                  <a:pt x="64791" y="26373"/>
                </a:cubicBezTo>
                <a:lnTo>
                  <a:pt x="59871" y="24599"/>
                </a:lnTo>
                <a:cubicBezTo>
                  <a:pt x="59853" y="24594"/>
                  <a:pt x="59836" y="24592"/>
                  <a:pt x="59821" y="24592"/>
                </a:cubicBezTo>
                <a:cubicBezTo>
                  <a:pt x="59644" y="24592"/>
                  <a:pt x="59591" y="24850"/>
                  <a:pt x="59763" y="24948"/>
                </a:cubicBezTo>
                <a:cubicBezTo>
                  <a:pt x="60785" y="25378"/>
                  <a:pt x="61780" y="25782"/>
                  <a:pt x="62801" y="26185"/>
                </a:cubicBezTo>
                <a:cubicBezTo>
                  <a:pt x="62022" y="26051"/>
                  <a:pt x="61242" y="25916"/>
                  <a:pt x="60462" y="25809"/>
                </a:cubicBezTo>
                <a:cubicBezTo>
                  <a:pt x="60454" y="25808"/>
                  <a:pt x="60447" y="25807"/>
                  <a:pt x="60439" y="25807"/>
                </a:cubicBezTo>
                <a:cubicBezTo>
                  <a:pt x="60247" y="25807"/>
                  <a:pt x="60255" y="26132"/>
                  <a:pt x="60462" y="26158"/>
                </a:cubicBezTo>
                <a:cubicBezTo>
                  <a:pt x="61672" y="26373"/>
                  <a:pt x="62909" y="26615"/>
                  <a:pt x="64145" y="26884"/>
                </a:cubicBezTo>
                <a:cubicBezTo>
                  <a:pt x="65033" y="27341"/>
                  <a:pt x="65947" y="27825"/>
                  <a:pt x="66861" y="28282"/>
                </a:cubicBezTo>
                <a:cubicBezTo>
                  <a:pt x="66780" y="28443"/>
                  <a:pt x="66834" y="28658"/>
                  <a:pt x="66995" y="28766"/>
                </a:cubicBezTo>
                <a:cubicBezTo>
                  <a:pt x="67398" y="29169"/>
                  <a:pt x="67828" y="29545"/>
                  <a:pt x="68259" y="29895"/>
                </a:cubicBezTo>
                <a:lnTo>
                  <a:pt x="68124" y="29841"/>
                </a:lnTo>
                <a:cubicBezTo>
                  <a:pt x="66995" y="28900"/>
                  <a:pt x="65812" y="28013"/>
                  <a:pt x="64602" y="27180"/>
                </a:cubicBezTo>
                <a:cubicBezTo>
                  <a:pt x="64583" y="27170"/>
                  <a:pt x="64563" y="27166"/>
                  <a:pt x="64543" y="27166"/>
                </a:cubicBezTo>
                <a:cubicBezTo>
                  <a:pt x="64452" y="27166"/>
                  <a:pt x="64370" y="27258"/>
                  <a:pt x="64414" y="27368"/>
                </a:cubicBezTo>
                <a:cubicBezTo>
                  <a:pt x="64737" y="27986"/>
                  <a:pt x="65140" y="28605"/>
                  <a:pt x="65597" y="29169"/>
                </a:cubicBezTo>
                <a:cubicBezTo>
                  <a:pt x="65006" y="28927"/>
                  <a:pt x="64441" y="28685"/>
                  <a:pt x="63850" y="28443"/>
                </a:cubicBezTo>
                <a:cubicBezTo>
                  <a:pt x="63581" y="28282"/>
                  <a:pt x="63312" y="28147"/>
                  <a:pt x="63043" y="27986"/>
                </a:cubicBezTo>
                <a:lnTo>
                  <a:pt x="63366" y="27690"/>
                </a:lnTo>
                <a:cubicBezTo>
                  <a:pt x="63439" y="27592"/>
                  <a:pt x="63379" y="27472"/>
                  <a:pt x="63265" y="27472"/>
                </a:cubicBezTo>
                <a:cubicBezTo>
                  <a:pt x="63254" y="27472"/>
                  <a:pt x="63243" y="27473"/>
                  <a:pt x="63231" y="27475"/>
                </a:cubicBezTo>
                <a:lnTo>
                  <a:pt x="62613" y="27771"/>
                </a:lnTo>
                <a:cubicBezTo>
                  <a:pt x="61887" y="27395"/>
                  <a:pt x="61161" y="27018"/>
                  <a:pt x="60408" y="26669"/>
                </a:cubicBezTo>
                <a:cubicBezTo>
                  <a:pt x="60390" y="26661"/>
                  <a:pt x="60372" y="26658"/>
                  <a:pt x="60355" y="26658"/>
                </a:cubicBezTo>
                <a:cubicBezTo>
                  <a:pt x="60247" y="26658"/>
                  <a:pt x="60174" y="26788"/>
                  <a:pt x="60220" y="26857"/>
                </a:cubicBezTo>
                <a:cubicBezTo>
                  <a:pt x="60301" y="27018"/>
                  <a:pt x="60408" y="27153"/>
                  <a:pt x="60489" y="27287"/>
                </a:cubicBezTo>
                <a:cubicBezTo>
                  <a:pt x="59468" y="26991"/>
                  <a:pt x="58419" y="26723"/>
                  <a:pt x="57371" y="26508"/>
                </a:cubicBezTo>
                <a:lnTo>
                  <a:pt x="55704" y="25835"/>
                </a:lnTo>
                <a:cubicBezTo>
                  <a:pt x="55686" y="25830"/>
                  <a:pt x="55669" y="25827"/>
                  <a:pt x="55653" y="25827"/>
                </a:cubicBezTo>
                <a:cubicBezTo>
                  <a:pt x="55516" y="25827"/>
                  <a:pt x="55420" y="26011"/>
                  <a:pt x="55516" y="26131"/>
                </a:cubicBezTo>
                <a:lnTo>
                  <a:pt x="55569" y="26185"/>
                </a:lnTo>
                <a:lnTo>
                  <a:pt x="55435" y="26158"/>
                </a:lnTo>
                <a:cubicBezTo>
                  <a:pt x="55166" y="26104"/>
                  <a:pt x="54870" y="26077"/>
                  <a:pt x="54602" y="26024"/>
                </a:cubicBezTo>
                <a:cubicBezTo>
                  <a:pt x="53795" y="25755"/>
                  <a:pt x="52962" y="25540"/>
                  <a:pt x="52101" y="25405"/>
                </a:cubicBezTo>
                <a:cubicBezTo>
                  <a:pt x="52128" y="25110"/>
                  <a:pt x="52074" y="24814"/>
                  <a:pt x="51913" y="24572"/>
                </a:cubicBezTo>
                <a:cubicBezTo>
                  <a:pt x="51874" y="24514"/>
                  <a:pt x="51808" y="24470"/>
                  <a:pt x="51733" y="24470"/>
                </a:cubicBezTo>
                <a:cubicBezTo>
                  <a:pt x="51704" y="24470"/>
                  <a:pt x="51674" y="24476"/>
                  <a:pt x="51644" y="24491"/>
                </a:cubicBezTo>
                <a:cubicBezTo>
                  <a:pt x="51322" y="24706"/>
                  <a:pt x="50972" y="24948"/>
                  <a:pt x="50650" y="25190"/>
                </a:cubicBezTo>
                <a:lnTo>
                  <a:pt x="50623" y="25190"/>
                </a:lnTo>
                <a:cubicBezTo>
                  <a:pt x="50608" y="25183"/>
                  <a:pt x="50592" y="25180"/>
                  <a:pt x="50575" y="25180"/>
                </a:cubicBezTo>
                <a:cubicBezTo>
                  <a:pt x="50530" y="25180"/>
                  <a:pt x="50481" y="25205"/>
                  <a:pt x="50461" y="25244"/>
                </a:cubicBezTo>
                <a:cubicBezTo>
                  <a:pt x="49144" y="25056"/>
                  <a:pt x="47854" y="24975"/>
                  <a:pt x="46509" y="24948"/>
                </a:cubicBezTo>
                <a:cubicBezTo>
                  <a:pt x="46321" y="24948"/>
                  <a:pt x="46241" y="25190"/>
                  <a:pt x="46402" y="25298"/>
                </a:cubicBezTo>
                <a:cubicBezTo>
                  <a:pt x="46644" y="25432"/>
                  <a:pt x="46886" y="25567"/>
                  <a:pt x="47101" y="25701"/>
                </a:cubicBezTo>
                <a:lnTo>
                  <a:pt x="47020" y="25809"/>
                </a:lnTo>
                <a:lnTo>
                  <a:pt x="46698" y="25835"/>
                </a:lnTo>
                <a:lnTo>
                  <a:pt x="42961" y="25432"/>
                </a:lnTo>
                <a:cubicBezTo>
                  <a:pt x="42952" y="25431"/>
                  <a:pt x="42944" y="25430"/>
                  <a:pt x="42936" y="25430"/>
                </a:cubicBezTo>
                <a:cubicBezTo>
                  <a:pt x="42794" y="25430"/>
                  <a:pt x="42754" y="25651"/>
                  <a:pt x="42907" y="25728"/>
                </a:cubicBezTo>
                <a:cubicBezTo>
                  <a:pt x="43283" y="25862"/>
                  <a:pt x="43660" y="25970"/>
                  <a:pt x="44063" y="26077"/>
                </a:cubicBezTo>
                <a:cubicBezTo>
                  <a:pt x="43929" y="26131"/>
                  <a:pt x="43794" y="26185"/>
                  <a:pt x="43660" y="26266"/>
                </a:cubicBezTo>
                <a:cubicBezTo>
                  <a:pt x="42692" y="26454"/>
                  <a:pt x="41724" y="26696"/>
                  <a:pt x="40756" y="26965"/>
                </a:cubicBezTo>
                <a:lnTo>
                  <a:pt x="38874" y="27207"/>
                </a:lnTo>
                <a:cubicBezTo>
                  <a:pt x="38713" y="27233"/>
                  <a:pt x="38740" y="27422"/>
                  <a:pt x="38874" y="27449"/>
                </a:cubicBezTo>
                <a:lnTo>
                  <a:pt x="35030" y="28739"/>
                </a:lnTo>
                <a:cubicBezTo>
                  <a:pt x="35003" y="28739"/>
                  <a:pt x="34976" y="28766"/>
                  <a:pt x="34976" y="28820"/>
                </a:cubicBezTo>
                <a:cubicBezTo>
                  <a:pt x="34945" y="28799"/>
                  <a:pt x="34915" y="28790"/>
                  <a:pt x="34887" y="28790"/>
                </a:cubicBezTo>
                <a:cubicBezTo>
                  <a:pt x="34842" y="28790"/>
                  <a:pt x="34805" y="28813"/>
                  <a:pt x="34788" y="28846"/>
                </a:cubicBezTo>
                <a:cubicBezTo>
                  <a:pt x="34573" y="29169"/>
                  <a:pt x="34358" y="29492"/>
                  <a:pt x="34116" y="29787"/>
                </a:cubicBezTo>
                <a:lnTo>
                  <a:pt x="34062" y="29814"/>
                </a:lnTo>
                <a:lnTo>
                  <a:pt x="31965" y="30836"/>
                </a:lnTo>
                <a:cubicBezTo>
                  <a:pt x="31938" y="30836"/>
                  <a:pt x="31938" y="30863"/>
                  <a:pt x="31938" y="30863"/>
                </a:cubicBezTo>
                <a:cubicBezTo>
                  <a:pt x="29573" y="31992"/>
                  <a:pt x="27529" y="33739"/>
                  <a:pt x="26051" y="35917"/>
                </a:cubicBezTo>
                <a:cubicBezTo>
                  <a:pt x="25994" y="35993"/>
                  <a:pt x="26071" y="36069"/>
                  <a:pt x="26150" y="36069"/>
                </a:cubicBezTo>
                <a:cubicBezTo>
                  <a:pt x="26182" y="36069"/>
                  <a:pt x="26215" y="36056"/>
                  <a:pt x="26239" y="36024"/>
                </a:cubicBezTo>
                <a:cubicBezTo>
                  <a:pt x="27798" y="33766"/>
                  <a:pt x="29761" y="32234"/>
                  <a:pt x="31938" y="31024"/>
                </a:cubicBezTo>
                <a:cubicBezTo>
                  <a:pt x="31965" y="31024"/>
                  <a:pt x="31992" y="31051"/>
                  <a:pt x="31992" y="31051"/>
                </a:cubicBezTo>
                <a:lnTo>
                  <a:pt x="31858" y="31212"/>
                </a:lnTo>
                <a:cubicBezTo>
                  <a:pt x="31723" y="31293"/>
                  <a:pt x="31589" y="31400"/>
                  <a:pt x="31481" y="31481"/>
                </a:cubicBezTo>
                <a:cubicBezTo>
                  <a:pt x="29546" y="32879"/>
                  <a:pt x="27771" y="34492"/>
                  <a:pt x="26212" y="36320"/>
                </a:cubicBezTo>
                <a:cubicBezTo>
                  <a:pt x="26212" y="36293"/>
                  <a:pt x="26212" y="36266"/>
                  <a:pt x="26212" y="36213"/>
                </a:cubicBezTo>
                <a:cubicBezTo>
                  <a:pt x="26212" y="36166"/>
                  <a:pt x="26176" y="36137"/>
                  <a:pt x="26140" y="36137"/>
                </a:cubicBezTo>
                <a:cubicBezTo>
                  <a:pt x="26114" y="36137"/>
                  <a:pt x="26089" y="36152"/>
                  <a:pt x="26078" y="36186"/>
                </a:cubicBezTo>
                <a:cubicBezTo>
                  <a:pt x="25970" y="36428"/>
                  <a:pt x="25863" y="36643"/>
                  <a:pt x="25755" y="36858"/>
                </a:cubicBezTo>
                <a:cubicBezTo>
                  <a:pt x="24491" y="38417"/>
                  <a:pt x="23389" y="40111"/>
                  <a:pt x="22448" y="41885"/>
                </a:cubicBezTo>
                <a:cubicBezTo>
                  <a:pt x="22429" y="41923"/>
                  <a:pt x="22464" y="41961"/>
                  <a:pt x="22495" y="41961"/>
                </a:cubicBezTo>
                <a:cubicBezTo>
                  <a:pt x="22509" y="41961"/>
                  <a:pt x="22521" y="41955"/>
                  <a:pt x="22529" y="41939"/>
                </a:cubicBezTo>
                <a:cubicBezTo>
                  <a:pt x="23362" y="40407"/>
                  <a:pt x="24330" y="38955"/>
                  <a:pt x="25432" y="37584"/>
                </a:cubicBezTo>
                <a:lnTo>
                  <a:pt x="25432" y="37584"/>
                </a:lnTo>
                <a:cubicBezTo>
                  <a:pt x="24223" y="40192"/>
                  <a:pt x="23040" y="42772"/>
                  <a:pt x="21857" y="45380"/>
                </a:cubicBezTo>
                <a:cubicBezTo>
                  <a:pt x="21822" y="45433"/>
                  <a:pt x="21878" y="45474"/>
                  <a:pt x="21936" y="45474"/>
                </a:cubicBezTo>
                <a:cubicBezTo>
                  <a:pt x="21968" y="45474"/>
                  <a:pt x="21999" y="45462"/>
                  <a:pt x="22018" y="45434"/>
                </a:cubicBezTo>
                <a:cubicBezTo>
                  <a:pt x="23093" y="43122"/>
                  <a:pt x="24142" y="40837"/>
                  <a:pt x="25190" y="38552"/>
                </a:cubicBezTo>
                <a:cubicBezTo>
                  <a:pt x="25405" y="38068"/>
                  <a:pt x="25647" y="37422"/>
                  <a:pt x="25809" y="37127"/>
                </a:cubicBezTo>
                <a:cubicBezTo>
                  <a:pt x="25863" y="37046"/>
                  <a:pt x="25916" y="36992"/>
                  <a:pt x="25970" y="36939"/>
                </a:cubicBezTo>
                <a:lnTo>
                  <a:pt x="25970" y="36939"/>
                </a:lnTo>
                <a:cubicBezTo>
                  <a:pt x="26024" y="36965"/>
                  <a:pt x="26024" y="37288"/>
                  <a:pt x="25889" y="38095"/>
                </a:cubicBezTo>
                <a:cubicBezTo>
                  <a:pt x="25674" y="39519"/>
                  <a:pt x="25298" y="40944"/>
                  <a:pt x="24760" y="42288"/>
                </a:cubicBezTo>
                <a:cubicBezTo>
                  <a:pt x="24743" y="42374"/>
                  <a:pt x="24812" y="42426"/>
                  <a:pt x="24872" y="42426"/>
                </a:cubicBezTo>
                <a:cubicBezTo>
                  <a:pt x="24907" y="42426"/>
                  <a:pt x="24939" y="42409"/>
                  <a:pt x="24948" y="42369"/>
                </a:cubicBezTo>
                <a:cubicBezTo>
                  <a:pt x="25405" y="41213"/>
                  <a:pt x="25863" y="40057"/>
                  <a:pt x="26320" y="38928"/>
                </a:cubicBezTo>
                <a:cubicBezTo>
                  <a:pt x="26696" y="38041"/>
                  <a:pt x="27045" y="36562"/>
                  <a:pt x="27691" y="35836"/>
                </a:cubicBezTo>
                <a:cubicBezTo>
                  <a:pt x="27813" y="35706"/>
                  <a:pt x="27873" y="35652"/>
                  <a:pt x="27896" y="35652"/>
                </a:cubicBezTo>
                <a:cubicBezTo>
                  <a:pt x="27949" y="35652"/>
                  <a:pt x="27801" y="35939"/>
                  <a:pt x="27744" y="36240"/>
                </a:cubicBezTo>
                <a:cubicBezTo>
                  <a:pt x="27637" y="37100"/>
                  <a:pt x="27476" y="37933"/>
                  <a:pt x="27260" y="38740"/>
                </a:cubicBezTo>
                <a:cubicBezTo>
                  <a:pt x="27260" y="38739"/>
                  <a:pt x="27260" y="38738"/>
                  <a:pt x="27260" y="38738"/>
                </a:cubicBezTo>
                <a:cubicBezTo>
                  <a:pt x="27253" y="38738"/>
                  <a:pt x="27150" y="39102"/>
                  <a:pt x="27072" y="39466"/>
                </a:cubicBezTo>
                <a:cubicBezTo>
                  <a:pt x="26992" y="39842"/>
                  <a:pt x="26857" y="40218"/>
                  <a:pt x="26723" y="40622"/>
                </a:cubicBezTo>
                <a:cubicBezTo>
                  <a:pt x="26707" y="40702"/>
                  <a:pt x="26777" y="40753"/>
                  <a:pt x="26842" y="40753"/>
                </a:cubicBezTo>
                <a:cubicBezTo>
                  <a:pt x="26886" y="40753"/>
                  <a:pt x="26927" y="40730"/>
                  <a:pt x="26938" y="40675"/>
                </a:cubicBezTo>
                <a:cubicBezTo>
                  <a:pt x="26992" y="40541"/>
                  <a:pt x="27045" y="40353"/>
                  <a:pt x="27072" y="40165"/>
                </a:cubicBezTo>
                <a:cubicBezTo>
                  <a:pt x="27153" y="40138"/>
                  <a:pt x="27529" y="38740"/>
                  <a:pt x="27556" y="38632"/>
                </a:cubicBezTo>
                <a:cubicBezTo>
                  <a:pt x="28282" y="36616"/>
                  <a:pt x="29304" y="34734"/>
                  <a:pt x="30594" y="33040"/>
                </a:cubicBezTo>
                <a:cubicBezTo>
                  <a:pt x="30863" y="32691"/>
                  <a:pt x="31266" y="32073"/>
                  <a:pt x="31535" y="31750"/>
                </a:cubicBezTo>
                <a:lnTo>
                  <a:pt x="31885" y="31508"/>
                </a:lnTo>
                <a:lnTo>
                  <a:pt x="31885" y="31508"/>
                </a:lnTo>
                <a:cubicBezTo>
                  <a:pt x="31965" y="31589"/>
                  <a:pt x="31911" y="31884"/>
                  <a:pt x="31696" y="32556"/>
                </a:cubicBezTo>
                <a:cubicBezTo>
                  <a:pt x="31508" y="33175"/>
                  <a:pt x="31266" y="33793"/>
                  <a:pt x="31024" y="34385"/>
                </a:cubicBezTo>
                <a:cubicBezTo>
                  <a:pt x="29841" y="36213"/>
                  <a:pt x="28685" y="38068"/>
                  <a:pt x="27583" y="39923"/>
                </a:cubicBezTo>
                <a:cubicBezTo>
                  <a:pt x="27543" y="40023"/>
                  <a:pt x="27622" y="40123"/>
                  <a:pt x="27710" y="40123"/>
                </a:cubicBezTo>
                <a:cubicBezTo>
                  <a:pt x="27740" y="40123"/>
                  <a:pt x="27771" y="40111"/>
                  <a:pt x="27798" y="40084"/>
                </a:cubicBezTo>
                <a:cubicBezTo>
                  <a:pt x="28228" y="39546"/>
                  <a:pt x="28658" y="38982"/>
                  <a:pt x="29035" y="38417"/>
                </a:cubicBezTo>
                <a:cubicBezTo>
                  <a:pt x="29075" y="38457"/>
                  <a:pt x="29129" y="38478"/>
                  <a:pt x="29179" y="38478"/>
                </a:cubicBezTo>
                <a:cubicBezTo>
                  <a:pt x="29230" y="38478"/>
                  <a:pt x="29277" y="38457"/>
                  <a:pt x="29304" y="38417"/>
                </a:cubicBezTo>
                <a:cubicBezTo>
                  <a:pt x="30137" y="37261"/>
                  <a:pt x="30944" y="36105"/>
                  <a:pt x="31696" y="34922"/>
                </a:cubicBezTo>
                <a:cubicBezTo>
                  <a:pt x="31911" y="34627"/>
                  <a:pt x="32126" y="34304"/>
                  <a:pt x="32368" y="34008"/>
                </a:cubicBezTo>
                <a:cubicBezTo>
                  <a:pt x="32906" y="33309"/>
                  <a:pt x="33471" y="32610"/>
                  <a:pt x="34035" y="31938"/>
                </a:cubicBezTo>
                <a:cubicBezTo>
                  <a:pt x="34277" y="31669"/>
                  <a:pt x="34707" y="31266"/>
                  <a:pt x="35138" y="30863"/>
                </a:cubicBezTo>
                <a:lnTo>
                  <a:pt x="35138" y="30863"/>
                </a:lnTo>
                <a:cubicBezTo>
                  <a:pt x="35138" y="30863"/>
                  <a:pt x="35137" y="30890"/>
                  <a:pt x="35111" y="30917"/>
                </a:cubicBezTo>
                <a:cubicBezTo>
                  <a:pt x="34842" y="31347"/>
                  <a:pt x="34546" y="31777"/>
                  <a:pt x="34223" y="32234"/>
                </a:cubicBezTo>
                <a:cubicBezTo>
                  <a:pt x="32691" y="33847"/>
                  <a:pt x="31320" y="35621"/>
                  <a:pt x="30137" y="37530"/>
                </a:cubicBezTo>
                <a:cubicBezTo>
                  <a:pt x="30061" y="37664"/>
                  <a:pt x="30161" y="37784"/>
                  <a:pt x="30284" y="37784"/>
                </a:cubicBezTo>
                <a:cubicBezTo>
                  <a:pt x="30333" y="37784"/>
                  <a:pt x="30386" y="37765"/>
                  <a:pt x="30433" y="37718"/>
                </a:cubicBezTo>
                <a:cubicBezTo>
                  <a:pt x="31911" y="35998"/>
                  <a:pt x="33309" y="34170"/>
                  <a:pt x="34600" y="32288"/>
                </a:cubicBezTo>
                <a:cubicBezTo>
                  <a:pt x="34949" y="31965"/>
                  <a:pt x="35272" y="31616"/>
                  <a:pt x="35621" y="31293"/>
                </a:cubicBezTo>
                <a:cubicBezTo>
                  <a:pt x="36562" y="30379"/>
                  <a:pt x="37638" y="29653"/>
                  <a:pt x="38606" y="28793"/>
                </a:cubicBezTo>
                <a:lnTo>
                  <a:pt x="38740" y="28685"/>
                </a:lnTo>
                <a:lnTo>
                  <a:pt x="38740" y="28685"/>
                </a:lnTo>
                <a:cubicBezTo>
                  <a:pt x="36428" y="31857"/>
                  <a:pt x="34089" y="35030"/>
                  <a:pt x="31777" y="38229"/>
                </a:cubicBezTo>
                <a:cubicBezTo>
                  <a:pt x="31681" y="38363"/>
                  <a:pt x="31790" y="38483"/>
                  <a:pt x="31909" y="38483"/>
                </a:cubicBezTo>
                <a:cubicBezTo>
                  <a:pt x="31957" y="38483"/>
                  <a:pt x="32007" y="38464"/>
                  <a:pt x="32046" y="38417"/>
                </a:cubicBezTo>
                <a:lnTo>
                  <a:pt x="32879" y="37261"/>
                </a:lnTo>
                <a:lnTo>
                  <a:pt x="33014" y="37073"/>
                </a:lnTo>
                <a:cubicBezTo>
                  <a:pt x="34546" y="34976"/>
                  <a:pt x="36105" y="32852"/>
                  <a:pt x="37638" y="30755"/>
                </a:cubicBezTo>
                <a:lnTo>
                  <a:pt x="37638" y="30755"/>
                </a:lnTo>
                <a:cubicBezTo>
                  <a:pt x="37476" y="31024"/>
                  <a:pt x="37315" y="31320"/>
                  <a:pt x="37127" y="31589"/>
                </a:cubicBezTo>
                <a:cubicBezTo>
                  <a:pt x="35783" y="33175"/>
                  <a:pt x="34627" y="34922"/>
                  <a:pt x="33686" y="36777"/>
                </a:cubicBezTo>
                <a:cubicBezTo>
                  <a:pt x="33610" y="36891"/>
                  <a:pt x="33720" y="37017"/>
                  <a:pt x="33839" y="37017"/>
                </a:cubicBezTo>
                <a:cubicBezTo>
                  <a:pt x="33890" y="37017"/>
                  <a:pt x="33942" y="36995"/>
                  <a:pt x="33981" y="36939"/>
                </a:cubicBezTo>
                <a:cubicBezTo>
                  <a:pt x="35245" y="35137"/>
                  <a:pt x="36455" y="33282"/>
                  <a:pt x="37611" y="31400"/>
                </a:cubicBezTo>
                <a:cubicBezTo>
                  <a:pt x="38337" y="30513"/>
                  <a:pt x="39170" y="29545"/>
                  <a:pt x="40057" y="28954"/>
                </a:cubicBezTo>
                <a:cubicBezTo>
                  <a:pt x="40149" y="28892"/>
                  <a:pt x="40203" y="28865"/>
                  <a:pt x="40228" y="28865"/>
                </a:cubicBezTo>
                <a:cubicBezTo>
                  <a:pt x="40368" y="28865"/>
                  <a:pt x="39652" y="29672"/>
                  <a:pt x="39493" y="29922"/>
                </a:cubicBezTo>
                <a:cubicBezTo>
                  <a:pt x="39305" y="30218"/>
                  <a:pt x="39170" y="30460"/>
                  <a:pt x="39009" y="30728"/>
                </a:cubicBezTo>
                <a:cubicBezTo>
                  <a:pt x="37530" y="32772"/>
                  <a:pt x="36240" y="34922"/>
                  <a:pt x="35164" y="37154"/>
                </a:cubicBezTo>
                <a:cubicBezTo>
                  <a:pt x="35128" y="37245"/>
                  <a:pt x="35202" y="37311"/>
                  <a:pt x="35271" y="37311"/>
                </a:cubicBezTo>
                <a:cubicBezTo>
                  <a:pt x="35304" y="37311"/>
                  <a:pt x="35335" y="37296"/>
                  <a:pt x="35353" y="37261"/>
                </a:cubicBezTo>
                <a:cubicBezTo>
                  <a:pt x="36724" y="34976"/>
                  <a:pt x="38122" y="32664"/>
                  <a:pt x="39493" y="30379"/>
                </a:cubicBezTo>
                <a:lnTo>
                  <a:pt x="39896" y="29868"/>
                </a:lnTo>
                <a:cubicBezTo>
                  <a:pt x="40219" y="29438"/>
                  <a:pt x="41697" y="28040"/>
                  <a:pt x="41724" y="27664"/>
                </a:cubicBezTo>
                <a:lnTo>
                  <a:pt x="41724" y="27664"/>
                </a:lnTo>
                <a:cubicBezTo>
                  <a:pt x="41697" y="28040"/>
                  <a:pt x="41106" y="28820"/>
                  <a:pt x="40918" y="29196"/>
                </a:cubicBezTo>
                <a:lnTo>
                  <a:pt x="36724" y="37342"/>
                </a:lnTo>
                <a:cubicBezTo>
                  <a:pt x="36697" y="37422"/>
                  <a:pt x="36643" y="37503"/>
                  <a:pt x="36616" y="37584"/>
                </a:cubicBezTo>
                <a:lnTo>
                  <a:pt x="35863" y="39035"/>
                </a:lnTo>
                <a:cubicBezTo>
                  <a:pt x="35807" y="39111"/>
                  <a:pt x="35869" y="39199"/>
                  <a:pt x="35939" y="39199"/>
                </a:cubicBezTo>
                <a:cubicBezTo>
                  <a:pt x="35969" y="39199"/>
                  <a:pt x="36001" y="39183"/>
                  <a:pt x="36025" y="39143"/>
                </a:cubicBezTo>
                <a:lnTo>
                  <a:pt x="36831" y="37664"/>
                </a:lnTo>
                <a:cubicBezTo>
                  <a:pt x="37100" y="37234"/>
                  <a:pt x="37342" y="36777"/>
                  <a:pt x="37557" y="36320"/>
                </a:cubicBezTo>
                <a:cubicBezTo>
                  <a:pt x="38256" y="35030"/>
                  <a:pt x="38955" y="33739"/>
                  <a:pt x="39654" y="32449"/>
                </a:cubicBezTo>
                <a:cubicBezTo>
                  <a:pt x="39815" y="32153"/>
                  <a:pt x="41590" y="28820"/>
                  <a:pt x="42773" y="27207"/>
                </a:cubicBezTo>
                <a:cubicBezTo>
                  <a:pt x="43015" y="27180"/>
                  <a:pt x="43230" y="27153"/>
                  <a:pt x="43418" y="27126"/>
                </a:cubicBezTo>
                <a:lnTo>
                  <a:pt x="43418" y="27126"/>
                </a:lnTo>
                <a:cubicBezTo>
                  <a:pt x="42584" y="28605"/>
                  <a:pt x="40568" y="31750"/>
                  <a:pt x="40326" y="32207"/>
                </a:cubicBezTo>
                <a:cubicBezTo>
                  <a:pt x="39305" y="34143"/>
                  <a:pt x="38364" y="36159"/>
                  <a:pt x="37557" y="38202"/>
                </a:cubicBezTo>
                <a:cubicBezTo>
                  <a:pt x="37539" y="38274"/>
                  <a:pt x="37605" y="38334"/>
                  <a:pt x="37667" y="38334"/>
                </a:cubicBezTo>
                <a:cubicBezTo>
                  <a:pt x="37697" y="38334"/>
                  <a:pt x="37727" y="38319"/>
                  <a:pt x="37745" y="38283"/>
                </a:cubicBezTo>
                <a:cubicBezTo>
                  <a:pt x="39654" y="34438"/>
                  <a:pt x="42047" y="30755"/>
                  <a:pt x="44278" y="27233"/>
                </a:cubicBezTo>
                <a:lnTo>
                  <a:pt x="44278" y="27233"/>
                </a:lnTo>
                <a:cubicBezTo>
                  <a:pt x="42181" y="30567"/>
                  <a:pt x="40434" y="34385"/>
                  <a:pt x="38606" y="38014"/>
                </a:cubicBezTo>
                <a:cubicBezTo>
                  <a:pt x="38552" y="38121"/>
                  <a:pt x="38498" y="38229"/>
                  <a:pt x="38444" y="38337"/>
                </a:cubicBezTo>
                <a:lnTo>
                  <a:pt x="38014" y="39170"/>
                </a:lnTo>
                <a:cubicBezTo>
                  <a:pt x="37957" y="39284"/>
                  <a:pt x="38061" y="39398"/>
                  <a:pt x="38156" y="39398"/>
                </a:cubicBezTo>
                <a:cubicBezTo>
                  <a:pt x="38195" y="39398"/>
                  <a:pt x="38232" y="39378"/>
                  <a:pt x="38256" y="39331"/>
                </a:cubicBezTo>
                <a:cubicBezTo>
                  <a:pt x="40299" y="35514"/>
                  <a:pt x="42665" y="31884"/>
                  <a:pt x="45273" y="28470"/>
                </a:cubicBezTo>
                <a:lnTo>
                  <a:pt x="45273" y="28470"/>
                </a:lnTo>
                <a:lnTo>
                  <a:pt x="43794" y="30594"/>
                </a:lnTo>
                <a:cubicBezTo>
                  <a:pt x="42853" y="31777"/>
                  <a:pt x="42020" y="33013"/>
                  <a:pt x="41267" y="34304"/>
                </a:cubicBezTo>
                <a:cubicBezTo>
                  <a:pt x="41172" y="34437"/>
                  <a:pt x="41292" y="34570"/>
                  <a:pt x="41418" y="34570"/>
                </a:cubicBezTo>
                <a:cubicBezTo>
                  <a:pt x="41470" y="34570"/>
                  <a:pt x="41523" y="34547"/>
                  <a:pt x="41563" y="34492"/>
                </a:cubicBezTo>
                <a:lnTo>
                  <a:pt x="43955" y="30997"/>
                </a:lnTo>
                <a:cubicBezTo>
                  <a:pt x="45058" y="29626"/>
                  <a:pt x="46267" y="28363"/>
                  <a:pt x="47612" y="27207"/>
                </a:cubicBezTo>
                <a:lnTo>
                  <a:pt x="47719" y="27207"/>
                </a:lnTo>
                <a:lnTo>
                  <a:pt x="46751" y="28470"/>
                </a:lnTo>
                <a:cubicBezTo>
                  <a:pt x="45004" y="30218"/>
                  <a:pt x="43498" y="32180"/>
                  <a:pt x="42235" y="34331"/>
                </a:cubicBezTo>
                <a:cubicBezTo>
                  <a:pt x="42121" y="34483"/>
                  <a:pt x="42262" y="34635"/>
                  <a:pt x="42402" y="34635"/>
                </a:cubicBezTo>
                <a:cubicBezTo>
                  <a:pt x="42460" y="34635"/>
                  <a:pt x="42518" y="34609"/>
                  <a:pt x="42557" y="34546"/>
                </a:cubicBezTo>
                <a:lnTo>
                  <a:pt x="46966" y="28793"/>
                </a:lnTo>
                <a:cubicBezTo>
                  <a:pt x="47477" y="28282"/>
                  <a:pt x="47988" y="27825"/>
                  <a:pt x="48526" y="27341"/>
                </a:cubicBezTo>
                <a:cubicBezTo>
                  <a:pt x="49010" y="27422"/>
                  <a:pt x="49520" y="27502"/>
                  <a:pt x="50031" y="27583"/>
                </a:cubicBezTo>
                <a:cubicBezTo>
                  <a:pt x="50031" y="27583"/>
                  <a:pt x="50004" y="27583"/>
                  <a:pt x="50004" y="27610"/>
                </a:cubicBezTo>
                <a:cubicBezTo>
                  <a:pt x="47558" y="29062"/>
                  <a:pt x="45407" y="30997"/>
                  <a:pt x="43687" y="33255"/>
                </a:cubicBezTo>
                <a:cubicBezTo>
                  <a:pt x="43581" y="33403"/>
                  <a:pt x="43723" y="33566"/>
                  <a:pt x="43880" y="33566"/>
                </a:cubicBezTo>
                <a:cubicBezTo>
                  <a:pt x="43923" y="33566"/>
                  <a:pt x="43968" y="33554"/>
                  <a:pt x="44009" y="33524"/>
                </a:cubicBezTo>
                <a:cubicBezTo>
                  <a:pt x="44386" y="33202"/>
                  <a:pt x="44762" y="32852"/>
                  <a:pt x="45138" y="32530"/>
                </a:cubicBezTo>
                <a:lnTo>
                  <a:pt x="45138" y="32530"/>
                </a:lnTo>
                <a:cubicBezTo>
                  <a:pt x="44654" y="33040"/>
                  <a:pt x="44197" y="33578"/>
                  <a:pt x="43740" y="34143"/>
                </a:cubicBezTo>
                <a:cubicBezTo>
                  <a:pt x="43657" y="34268"/>
                  <a:pt x="43767" y="34393"/>
                  <a:pt x="43884" y="34393"/>
                </a:cubicBezTo>
                <a:cubicBezTo>
                  <a:pt x="43918" y="34393"/>
                  <a:pt x="43952" y="34382"/>
                  <a:pt x="43982" y="34358"/>
                </a:cubicBezTo>
                <a:cubicBezTo>
                  <a:pt x="46644" y="32315"/>
                  <a:pt x="49198" y="30137"/>
                  <a:pt x="51617" y="27798"/>
                </a:cubicBezTo>
                <a:lnTo>
                  <a:pt x="52451" y="27906"/>
                </a:lnTo>
                <a:lnTo>
                  <a:pt x="52316" y="28094"/>
                </a:lnTo>
                <a:cubicBezTo>
                  <a:pt x="52048" y="28389"/>
                  <a:pt x="51779" y="28658"/>
                  <a:pt x="51510" y="28927"/>
                </a:cubicBezTo>
                <a:cubicBezTo>
                  <a:pt x="49198" y="30191"/>
                  <a:pt x="47128" y="31804"/>
                  <a:pt x="45380" y="33766"/>
                </a:cubicBezTo>
                <a:cubicBezTo>
                  <a:pt x="45244" y="33902"/>
                  <a:pt x="45338" y="34173"/>
                  <a:pt x="45516" y="34173"/>
                </a:cubicBezTo>
                <a:cubicBezTo>
                  <a:pt x="45549" y="34173"/>
                  <a:pt x="45585" y="34164"/>
                  <a:pt x="45622" y="34143"/>
                </a:cubicBezTo>
                <a:cubicBezTo>
                  <a:pt x="47827" y="32745"/>
                  <a:pt x="49843" y="31132"/>
                  <a:pt x="51671" y="29277"/>
                </a:cubicBezTo>
                <a:cubicBezTo>
                  <a:pt x="51913" y="29115"/>
                  <a:pt x="52182" y="28981"/>
                  <a:pt x="52451" y="28846"/>
                </a:cubicBezTo>
                <a:lnTo>
                  <a:pt x="52451" y="28846"/>
                </a:lnTo>
                <a:cubicBezTo>
                  <a:pt x="52289" y="29035"/>
                  <a:pt x="52155" y="29223"/>
                  <a:pt x="52021" y="29411"/>
                </a:cubicBezTo>
                <a:cubicBezTo>
                  <a:pt x="50408" y="30701"/>
                  <a:pt x="48956" y="32126"/>
                  <a:pt x="47665" y="33712"/>
                </a:cubicBezTo>
                <a:cubicBezTo>
                  <a:pt x="47580" y="33819"/>
                  <a:pt x="47697" y="33925"/>
                  <a:pt x="47803" y="33925"/>
                </a:cubicBezTo>
                <a:cubicBezTo>
                  <a:pt x="47831" y="33925"/>
                  <a:pt x="47858" y="33918"/>
                  <a:pt x="47881" y="33901"/>
                </a:cubicBezTo>
                <a:cubicBezTo>
                  <a:pt x="49467" y="32637"/>
                  <a:pt x="50892" y="31212"/>
                  <a:pt x="52155" y="29626"/>
                </a:cubicBezTo>
                <a:cubicBezTo>
                  <a:pt x="52558" y="29330"/>
                  <a:pt x="52962" y="29008"/>
                  <a:pt x="53392" y="28712"/>
                </a:cubicBezTo>
                <a:cubicBezTo>
                  <a:pt x="53446" y="28658"/>
                  <a:pt x="53876" y="28389"/>
                  <a:pt x="54279" y="28147"/>
                </a:cubicBezTo>
                <a:lnTo>
                  <a:pt x="54602" y="28174"/>
                </a:lnTo>
                <a:cubicBezTo>
                  <a:pt x="52585" y="30056"/>
                  <a:pt x="50730" y="32099"/>
                  <a:pt x="49010" y="34277"/>
                </a:cubicBezTo>
                <a:cubicBezTo>
                  <a:pt x="48947" y="34381"/>
                  <a:pt x="49045" y="34500"/>
                  <a:pt x="49155" y="34500"/>
                </a:cubicBezTo>
                <a:cubicBezTo>
                  <a:pt x="49187" y="34500"/>
                  <a:pt x="49221" y="34490"/>
                  <a:pt x="49252" y="34465"/>
                </a:cubicBezTo>
                <a:cubicBezTo>
                  <a:pt x="51268" y="32530"/>
                  <a:pt x="53284" y="30567"/>
                  <a:pt x="54897" y="28282"/>
                </a:cubicBezTo>
                <a:lnTo>
                  <a:pt x="54924" y="28255"/>
                </a:lnTo>
                <a:lnTo>
                  <a:pt x="54951" y="28201"/>
                </a:lnTo>
                <a:cubicBezTo>
                  <a:pt x="55220" y="28228"/>
                  <a:pt x="55462" y="28228"/>
                  <a:pt x="55704" y="28228"/>
                </a:cubicBezTo>
                <a:lnTo>
                  <a:pt x="55677" y="28255"/>
                </a:lnTo>
                <a:cubicBezTo>
                  <a:pt x="55139" y="28927"/>
                  <a:pt x="54548" y="29599"/>
                  <a:pt x="53876" y="30191"/>
                </a:cubicBezTo>
                <a:lnTo>
                  <a:pt x="51402" y="32637"/>
                </a:lnTo>
                <a:cubicBezTo>
                  <a:pt x="50515" y="33417"/>
                  <a:pt x="49682" y="34223"/>
                  <a:pt x="48848" y="35084"/>
                </a:cubicBezTo>
                <a:cubicBezTo>
                  <a:pt x="48418" y="35433"/>
                  <a:pt x="47934" y="35863"/>
                  <a:pt x="47854" y="36105"/>
                </a:cubicBezTo>
                <a:cubicBezTo>
                  <a:pt x="47719" y="36266"/>
                  <a:pt x="47531" y="36428"/>
                  <a:pt x="47397" y="36616"/>
                </a:cubicBezTo>
                <a:cubicBezTo>
                  <a:pt x="47292" y="36741"/>
                  <a:pt x="47382" y="36866"/>
                  <a:pt x="47490" y="36866"/>
                </a:cubicBezTo>
                <a:cubicBezTo>
                  <a:pt x="47521" y="36866"/>
                  <a:pt x="47554" y="36855"/>
                  <a:pt x="47585" y="36831"/>
                </a:cubicBezTo>
                <a:lnTo>
                  <a:pt x="51886" y="32556"/>
                </a:lnTo>
                <a:cubicBezTo>
                  <a:pt x="52263" y="32207"/>
                  <a:pt x="52639" y="31884"/>
                  <a:pt x="53015" y="31562"/>
                </a:cubicBezTo>
                <a:cubicBezTo>
                  <a:pt x="53983" y="30755"/>
                  <a:pt x="54978" y="29976"/>
                  <a:pt x="56026" y="29250"/>
                </a:cubicBezTo>
                <a:cubicBezTo>
                  <a:pt x="56537" y="28873"/>
                  <a:pt x="57129" y="28551"/>
                  <a:pt x="57639" y="28147"/>
                </a:cubicBezTo>
                <a:lnTo>
                  <a:pt x="57747" y="28147"/>
                </a:lnTo>
                <a:cubicBezTo>
                  <a:pt x="57424" y="28416"/>
                  <a:pt x="57021" y="28820"/>
                  <a:pt x="56914" y="28900"/>
                </a:cubicBezTo>
                <a:lnTo>
                  <a:pt x="56134" y="29734"/>
                </a:lnTo>
                <a:cubicBezTo>
                  <a:pt x="55085" y="30621"/>
                  <a:pt x="54091" y="31562"/>
                  <a:pt x="53150" y="32556"/>
                </a:cubicBezTo>
                <a:cubicBezTo>
                  <a:pt x="52316" y="33067"/>
                  <a:pt x="51537" y="33659"/>
                  <a:pt x="50838" y="34331"/>
                </a:cubicBezTo>
                <a:cubicBezTo>
                  <a:pt x="50676" y="34438"/>
                  <a:pt x="50515" y="34573"/>
                  <a:pt x="50354" y="34680"/>
                </a:cubicBezTo>
                <a:cubicBezTo>
                  <a:pt x="50300" y="34734"/>
                  <a:pt x="50300" y="34842"/>
                  <a:pt x="50408" y="34868"/>
                </a:cubicBezTo>
                <a:cubicBezTo>
                  <a:pt x="50112" y="35272"/>
                  <a:pt x="50004" y="35783"/>
                  <a:pt x="50112" y="36266"/>
                </a:cubicBezTo>
                <a:cubicBezTo>
                  <a:pt x="50134" y="36310"/>
                  <a:pt x="50192" y="36354"/>
                  <a:pt x="50256" y="36354"/>
                </a:cubicBezTo>
                <a:cubicBezTo>
                  <a:pt x="50270" y="36354"/>
                  <a:pt x="50285" y="36352"/>
                  <a:pt x="50300" y="36347"/>
                </a:cubicBezTo>
                <a:cubicBezTo>
                  <a:pt x="51564" y="35621"/>
                  <a:pt x="52800" y="34788"/>
                  <a:pt x="53929" y="33847"/>
                </a:cubicBezTo>
                <a:cubicBezTo>
                  <a:pt x="55946" y="32556"/>
                  <a:pt x="57881" y="31105"/>
                  <a:pt x="59736" y="29545"/>
                </a:cubicBezTo>
                <a:cubicBezTo>
                  <a:pt x="60301" y="29223"/>
                  <a:pt x="60892" y="28900"/>
                  <a:pt x="61457" y="28605"/>
                </a:cubicBezTo>
                <a:cubicBezTo>
                  <a:pt x="61564" y="28658"/>
                  <a:pt x="61645" y="28712"/>
                  <a:pt x="61753" y="28739"/>
                </a:cubicBezTo>
                <a:cubicBezTo>
                  <a:pt x="61349" y="29088"/>
                  <a:pt x="60973" y="29438"/>
                  <a:pt x="60570" y="29761"/>
                </a:cubicBezTo>
                <a:cubicBezTo>
                  <a:pt x="58527" y="31535"/>
                  <a:pt x="56672" y="33524"/>
                  <a:pt x="55032" y="35675"/>
                </a:cubicBezTo>
                <a:cubicBezTo>
                  <a:pt x="54986" y="35766"/>
                  <a:pt x="55056" y="35875"/>
                  <a:pt x="55143" y="35875"/>
                </a:cubicBezTo>
                <a:cubicBezTo>
                  <a:pt x="55159" y="35875"/>
                  <a:pt x="55176" y="35872"/>
                  <a:pt x="55193" y="35863"/>
                </a:cubicBezTo>
                <a:cubicBezTo>
                  <a:pt x="56349" y="35137"/>
                  <a:pt x="57451" y="34304"/>
                  <a:pt x="58446" y="33390"/>
                </a:cubicBezTo>
                <a:lnTo>
                  <a:pt x="58446" y="33390"/>
                </a:lnTo>
                <a:lnTo>
                  <a:pt x="58392" y="33471"/>
                </a:lnTo>
                <a:lnTo>
                  <a:pt x="56645" y="35675"/>
                </a:lnTo>
                <a:cubicBezTo>
                  <a:pt x="55865" y="36616"/>
                  <a:pt x="55112" y="37584"/>
                  <a:pt x="54360" y="38578"/>
                </a:cubicBezTo>
                <a:cubicBezTo>
                  <a:pt x="54333" y="38605"/>
                  <a:pt x="54333" y="38659"/>
                  <a:pt x="54360" y="38713"/>
                </a:cubicBezTo>
                <a:lnTo>
                  <a:pt x="54010" y="39009"/>
                </a:lnTo>
                <a:cubicBezTo>
                  <a:pt x="53921" y="39098"/>
                  <a:pt x="53980" y="39243"/>
                  <a:pt x="54080" y="39243"/>
                </a:cubicBezTo>
                <a:cubicBezTo>
                  <a:pt x="54100" y="39243"/>
                  <a:pt x="54122" y="39237"/>
                  <a:pt x="54144" y="39224"/>
                </a:cubicBezTo>
                <a:cubicBezTo>
                  <a:pt x="55247" y="38552"/>
                  <a:pt x="56295" y="37853"/>
                  <a:pt x="57344" y="37127"/>
                </a:cubicBezTo>
                <a:lnTo>
                  <a:pt x="57344" y="37127"/>
                </a:lnTo>
                <a:cubicBezTo>
                  <a:pt x="57075" y="37342"/>
                  <a:pt x="56833" y="37584"/>
                  <a:pt x="56564" y="37799"/>
                </a:cubicBezTo>
                <a:cubicBezTo>
                  <a:pt x="56494" y="37892"/>
                  <a:pt x="56545" y="38025"/>
                  <a:pt x="56647" y="38025"/>
                </a:cubicBezTo>
                <a:cubicBezTo>
                  <a:pt x="56663" y="38025"/>
                  <a:pt x="56680" y="38021"/>
                  <a:pt x="56698" y="38014"/>
                </a:cubicBezTo>
                <a:cubicBezTo>
                  <a:pt x="58930" y="36508"/>
                  <a:pt x="61134" y="34976"/>
                  <a:pt x="63312" y="33363"/>
                </a:cubicBezTo>
                <a:lnTo>
                  <a:pt x="63312" y="33363"/>
                </a:lnTo>
                <a:lnTo>
                  <a:pt x="62882" y="33686"/>
                </a:lnTo>
                <a:lnTo>
                  <a:pt x="58930" y="36858"/>
                </a:lnTo>
                <a:cubicBezTo>
                  <a:pt x="58204" y="37369"/>
                  <a:pt x="57236" y="38041"/>
                  <a:pt x="57182" y="38256"/>
                </a:cubicBezTo>
                <a:lnTo>
                  <a:pt x="56672" y="38686"/>
                </a:lnTo>
                <a:cubicBezTo>
                  <a:pt x="56584" y="38773"/>
                  <a:pt x="56674" y="38896"/>
                  <a:pt x="56769" y="38896"/>
                </a:cubicBezTo>
                <a:cubicBezTo>
                  <a:pt x="56790" y="38896"/>
                  <a:pt x="56813" y="38889"/>
                  <a:pt x="56833" y="38874"/>
                </a:cubicBezTo>
                <a:cubicBezTo>
                  <a:pt x="58392" y="37664"/>
                  <a:pt x="59925" y="36508"/>
                  <a:pt x="61511" y="35352"/>
                </a:cubicBezTo>
                <a:cubicBezTo>
                  <a:pt x="62936" y="34277"/>
                  <a:pt x="64522" y="33336"/>
                  <a:pt x="65947" y="32207"/>
                </a:cubicBezTo>
                <a:lnTo>
                  <a:pt x="65947" y="32207"/>
                </a:lnTo>
                <a:cubicBezTo>
                  <a:pt x="65731" y="32449"/>
                  <a:pt x="65490" y="32691"/>
                  <a:pt x="65274" y="32879"/>
                </a:cubicBezTo>
                <a:lnTo>
                  <a:pt x="63151" y="35030"/>
                </a:lnTo>
                <a:lnTo>
                  <a:pt x="60301" y="37879"/>
                </a:lnTo>
                <a:cubicBezTo>
                  <a:pt x="59978" y="38121"/>
                  <a:pt x="59683" y="38417"/>
                  <a:pt x="59414" y="38767"/>
                </a:cubicBezTo>
                <a:lnTo>
                  <a:pt x="58661" y="39546"/>
                </a:lnTo>
                <a:cubicBezTo>
                  <a:pt x="58574" y="39634"/>
                  <a:pt x="58646" y="39756"/>
                  <a:pt x="58734" y="39756"/>
                </a:cubicBezTo>
                <a:cubicBezTo>
                  <a:pt x="58754" y="39756"/>
                  <a:pt x="58775" y="39750"/>
                  <a:pt x="58795" y="39734"/>
                </a:cubicBezTo>
                <a:cubicBezTo>
                  <a:pt x="59118" y="39412"/>
                  <a:pt x="59441" y="39116"/>
                  <a:pt x="59763" y="38820"/>
                </a:cubicBezTo>
                <a:cubicBezTo>
                  <a:pt x="59817" y="38767"/>
                  <a:pt x="59871" y="38713"/>
                  <a:pt x="59951" y="38659"/>
                </a:cubicBezTo>
                <a:cubicBezTo>
                  <a:pt x="61833" y="36912"/>
                  <a:pt x="63742" y="35218"/>
                  <a:pt x="65731" y="33578"/>
                </a:cubicBezTo>
                <a:cubicBezTo>
                  <a:pt x="66027" y="33336"/>
                  <a:pt x="66350" y="33094"/>
                  <a:pt x="66646" y="32879"/>
                </a:cubicBezTo>
                <a:lnTo>
                  <a:pt x="66646" y="32879"/>
                </a:lnTo>
                <a:lnTo>
                  <a:pt x="66619" y="32906"/>
                </a:lnTo>
                <a:lnTo>
                  <a:pt x="63151" y="36535"/>
                </a:lnTo>
                <a:cubicBezTo>
                  <a:pt x="62640" y="37073"/>
                  <a:pt x="62156" y="37611"/>
                  <a:pt x="61618" y="38148"/>
                </a:cubicBezTo>
                <a:cubicBezTo>
                  <a:pt x="61107" y="38686"/>
                  <a:pt x="60650" y="39143"/>
                  <a:pt x="60167" y="39681"/>
                </a:cubicBezTo>
                <a:cubicBezTo>
                  <a:pt x="60103" y="39744"/>
                  <a:pt x="60173" y="39874"/>
                  <a:pt x="60258" y="39874"/>
                </a:cubicBezTo>
                <a:cubicBezTo>
                  <a:pt x="60281" y="39874"/>
                  <a:pt x="60305" y="39865"/>
                  <a:pt x="60328" y="39842"/>
                </a:cubicBezTo>
                <a:lnTo>
                  <a:pt x="61000" y="39116"/>
                </a:lnTo>
                <a:cubicBezTo>
                  <a:pt x="62102" y="38283"/>
                  <a:pt x="63043" y="36992"/>
                  <a:pt x="64065" y="36051"/>
                </a:cubicBezTo>
                <a:cubicBezTo>
                  <a:pt x="64817" y="35379"/>
                  <a:pt x="65570" y="34707"/>
                  <a:pt x="66350" y="34062"/>
                </a:cubicBezTo>
                <a:lnTo>
                  <a:pt x="66350" y="34062"/>
                </a:lnTo>
                <a:cubicBezTo>
                  <a:pt x="65570" y="34815"/>
                  <a:pt x="64871" y="35621"/>
                  <a:pt x="64226" y="36482"/>
                </a:cubicBezTo>
                <a:cubicBezTo>
                  <a:pt x="62129" y="38417"/>
                  <a:pt x="60193" y="40514"/>
                  <a:pt x="58876" y="43068"/>
                </a:cubicBezTo>
                <a:cubicBezTo>
                  <a:pt x="58849" y="43095"/>
                  <a:pt x="58849" y="43122"/>
                  <a:pt x="58876" y="43149"/>
                </a:cubicBezTo>
                <a:cubicBezTo>
                  <a:pt x="57586" y="43229"/>
                  <a:pt x="56322" y="43444"/>
                  <a:pt x="55085" y="43821"/>
                </a:cubicBezTo>
                <a:cubicBezTo>
                  <a:pt x="54594" y="43852"/>
                  <a:pt x="54102" y="43867"/>
                  <a:pt x="53611" y="43867"/>
                </a:cubicBezTo>
                <a:cubicBezTo>
                  <a:pt x="52384" y="43867"/>
                  <a:pt x="51160" y="43771"/>
                  <a:pt x="49951" y="43579"/>
                </a:cubicBezTo>
                <a:cubicBezTo>
                  <a:pt x="49934" y="43576"/>
                  <a:pt x="49919" y="43575"/>
                  <a:pt x="49904" y="43575"/>
                </a:cubicBezTo>
                <a:cubicBezTo>
                  <a:pt x="49647" y="43575"/>
                  <a:pt x="49589" y="43987"/>
                  <a:pt x="49843" y="44063"/>
                </a:cubicBezTo>
                <a:cubicBezTo>
                  <a:pt x="50811" y="44305"/>
                  <a:pt x="51832" y="44439"/>
                  <a:pt x="52827" y="44493"/>
                </a:cubicBezTo>
                <a:cubicBezTo>
                  <a:pt x="53015" y="44493"/>
                  <a:pt x="53177" y="44520"/>
                  <a:pt x="53365" y="44520"/>
                </a:cubicBezTo>
                <a:cubicBezTo>
                  <a:pt x="52854" y="44627"/>
                  <a:pt x="52343" y="44762"/>
                  <a:pt x="51859" y="44869"/>
                </a:cubicBezTo>
                <a:cubicBezTo>
                  <a:pt x="50327" y="44789"/>
                  <a:pt x="48821" y="44520"/>
                  <a:pt x="47397" y="44036"/>
                </a:cubicBezTo>
                <a:cubicBezTo>
                  <a:pt x="47379" y="44030"/>
                  <a:pt x="47362" y="44027"/>
                  <a:pt x="47346" y="44027"/>
                </a:cubicBezTo>
                <a:cubicBezTo>
                  <a:pt x="47215" y="44027"/>
                  <a:pt x="47142" y="44206"/>
                  <a:pt x="47262" y="44278"/>
                </a:cubicBezTo>
                <a:cubicBezTo>
                  <a:pt x="47961" y="44681"/>
                  <a:pt x="48687" y="44950"/>
                  <a:pt x="49467" y="45111"/>
                </a:cubicBezTo>
                <a:lnTo>
                  <a:pt x="46079" y="45353"/>
                </a:lnTo>
                <a:cubicBezTo>
                  <a:pt x="45918" y="45353"/>
                  <a:pt x="45918" y="45568"/>
                  <a:pt x="46079" y="45622"/>
                </a:cubicBezTo>
                <a:lnTo>
                  <a:pt x="46160" y="45649"/>
                </a:lnTo>
                <a:cubicBezTo>
                  <a:pt x="44412" y="45945"/>
                  <a:pt x="42719" y="46482"/>
                  <a:pt x="41160" y="47289"/>
                </a:cubicBezTo>
                <a:cubicBezTo>
                  <a:pt x="41025" y="47343"/>
                  <a:pt x="40998" y="47585"/>
                  <a:pt x="41186" y="47611"/>
                </a:cubicBezTo>
                <a:cubicBezTo>
                  <a:pt x="41428" y="47665"/>
                  <a:pt x="41670" y="47692"/>
                  <a:pt x="41912" y="47746"/>
                </a:cubicBezTo>
                <a:cubicBezTo>
                  <a:pt x="41052" y="47961"/>
                  <a:pt x="40192" y="48230"/>
                  <a:pt x="39331" y="48499"/>
                </a:cubicBezTo>
                <a:cubicBezTo>
                  <a:pt x="39116" y="48552"/>
                  <a:pt x="39089" y="48902"/>
                  <a:pt x="39358" y="48902"/>
                </a:cubicBezTo>
                <a:lnTo>
                  <a:pt x="39681" y="48902"/>
                </a:lnTo>
                <a:cubicBezTo>
                  <a:pt x="38982" y="49117"/>
                  <a:pt x="38283" y="49332"/>
                  <a:pt x="37557" y="49574"/>
                </a:cubicBezTo>
                <a:cubicBezTo>
                  <a:pt x="37364" y="49622"/>
                  <a:pt x="37409" y="49909"/>
                  <a:pt x="37576" y="49909"/>
                </a:cubicBezTo>
                <a:cubicBezTo>
                  <a:pt x="37595" y="49909"/>
                  <a:pt x="37616" y="49905"/>
                  <a:pt x="37638" y="49897"/>
                </a:cubicBezTo>
                <a:lnTo>
                  <a:pt x="39708" y="49278"/>
                </a:lnTo>
                <a:lnTo>
                  <a:pt x="39708" y="49278"/>
                </a:lnTo>
                <a:cubicBezTo>
                  <a:pt x="37907" y="50085"/>
                  <a:pt x="36159" y="51026"/>
                  <a:pt x="34492" y="52074"/>
                </a:cubicBezTo>
                <a:cubicBezTo>
                  <a:pt x="34344" y="52148"/>
                  <a:pt x="34377" y="52403"/>
                  <a:pt x="34550" y="52403"/>
                </a:cubicBezTo>
                <a:cubicBezTo>
                  <a:pt x="34565" y="52403"/>
                  <a:pt x="34582" y="52401"/>
                  <a:pt x="34600" y="52397"/>
                </a:cubicBezTo>
                <a:cubicBezTo>
                  <a:pt x="34707" y="52370"/>
                  <a:pt x="34815" y="52316"/>
                  <a:pt x="34949" y="52289"/>
                </a:cubicBezTo>
                <a:lnTo>
                  <a:pt x="34949" y="52289"/>
                </a:lnTo>
                <a:cubicBezTo>
                  <a:pt x="33793" y="53015"/>
                  <a:pt x="32691" y="53768"/>
                  <a:pt x="31589" y="54548"/>
                </a:cubicBezTo>
                <a:cubicBezTo>
                  <a:pt x="31424" y="54665"/>
                  <a:pt x="31568" y="54885"/>
                  <a:pt x="31732" y="54885"/>
                </a:cubicBezTo>
                <a:cubicBezTo>
                  <a:pt x="31756" y="54885"/>
                  <a:pt x="31780" y="54880"/>
                  <a:pt x="31804" y="54870"/>
                </a:cubicBezTo>
                <a:cubicBezTo>
                  <a:pt x="33202" y="54279"/>
                  <a:pt x="34573" y="53607"/>
                  <a:pt x="35917" y="52881"/>
                </a:cubicBezTo>
                <a:lnTo>
                  <a:pt x="35917" y="52881"/>
                </a:lnTo>
                <a:cubicBezTo>
                  <a:pt x="35890" y="52961"/>
                  <a:pt x="35863" y="53015"/>
                  <a:pt x="35836" y="53096"/>
                </a:cubicBezTo>
                <a:cubicBezTo>
                  <a:pt x="35353" y="53553"/>
                  <a:pt x="34869" y="54010"/>
                  <a:pt x="34412" y="54467"/>
                </a:cubicBezTo>
                <a:lnTo>
                  <a:pt x="30997" y="57155"/>
                </a:lnTo>
                <a:cubicBezTo>
                  <a:pt x="30823" y="57286"/>
                  <a:pt x="30966" y="57522"/>
                  <a:pt x="31141" y="57522"/>
                </a:cubicBezTo>
                <a:cubicBezTo>
                  <a:pt x="31182" y="57522"/>
                  <a:pt x="31225" y="57509"/>
                  <a:pt x="31266" y="57478"/>
                </a:cubicBezTo>
                <a:cubicBezTo>
                  <a:pt x="31616" y="57263"/>
                  <a:pt x="31938" y="57021"/>
                  <a:pt x="32288" y="56779"/>
                </a:cubicBezTo>
                <a:lnTo>
                  <a:pt x="32288" y="56779"/>
                </a:lnTo>
                <a:cubicBezTo>
                  <a:pt x="31374" y="57827"/>
                  <a:pt x="30540" y="58903"/>
                  <a:pt x="29707" y="60005"/>
                </a:cubicBezTo>
                <a:cubicBezTo>
                  <a:pt x="29678" y="59993"/>
                  <a:pt x="29649" y="59988"/>
                  <a:pt x="29622" y="59988"/>
                </a:cubicBezTo>
                <a:cubicBezTo>
                  <a:pt x="29519" y="59988"/>
                  <a:pt x="29427" y="60061"/>
                  <a:pt x="29384" y="60166"/>
                </a:cubicBezTo>
                <a:lnTo>
                  <a:pt x="29142" y="60811"/>
                </a:lnTo>
                <a:cubicBezTo>
                  <a:pt x="28390" y="61860"/>
                  <a:pt x="27664" y="62935"/>
                  <a:pt x="26965" y="64011"/>
                </a:cubicBezTo>
                <a:cubicBezTo>
                  <a:pt x="26946" y="64029"/>
                  <a:pt x="26966" y="64061"/>
                  <a:pt x="26989" y="64061"/>
                </a:cubicBezTo>
                <a:cubicBezTo>
                  <a:pt x="26999" y="64061"/>
                  <a:pt x="27010" y="64054"/>
                  <a:pt x="27019" y="64038"/>
                </a:cubicBezTo>
                <a:cubicBezTo>
                  <a:pt x="27637" y="63150"/>
                  <a:pt x="28255" y="62263"/>
                  <a:pt x="28900" y="61376"/>
                </a:cubicBezTo>
                <a:lnTo>
                  <a:pt x="28900" y="61376"/>
                </a:lnTo>
                <a:cubicBezTo>
                  <a:pt x="28793" y="61699"/>
                  <a:pt x="28658" y="62021"/>
                  <a:pt x="28551" y="62344"/>
                </a:cubicBezTo>
                <a:cubicBezTo>
                  <a:pt x="28524" y="62344"/>
                  <a:pt x="28470" y="62371"/>
                  <a:pt x="28470" y="62398"/>
                </a:cubicBezTo>
                <a:lnTo>
                  <a:pt x="28443" y="62425"/>
                </a:lnTo>
                <a:cubicBezTo>
                  <a:pt x="28363" y="62425"/>
                  <a:pt x="28282" y="62478"/>
                  <a:pt x="28228" y="62532"/>
                </a:cubicBezTo>
                <a:cubicBezTo>
                  <a:pt x="27798" y="63204"/>
                  <a:pt x="27341" y="63903"/>
                  <a:pt x="26911" y="64575"/>
                </a:cubicBezTo>
                <a:cubicBezTo>
                  <a:pt x="26778" y="64784"/>
                  <a:pt x="26967" y="64993"/>
                  <a:pt x="27147" y="64993"/>
                </a:cubicBezTo>
                <a:cubicBezTo>
                  <a:pt x="27221" y="64993"/>
                  <a:pt x="27294" y="64958"/>
                  <a:pt x="27341" y="64871"/>
                </a:cubicBezTo>
                <a:lnTo>
                  <a:pt x="27933" y="63984"/>
                </a:lnTo>
                <a:lnTo>
                  <a:pt x="27933" y="63984"/>
                </a:lnTo>
                <a:cubicBezTo>
                  <a:pt x="27903" y="64149"/>
                  <a:pt x="28041" y="64239"/>
                  <a:pt x="28187" y="64239"/>
                </a:cubicBezTo>
                <a:cubicBezTo>
                  <a:pt x="28302" y="64239"/>
                  <a:pt x="28423" y="64183"/>
                  <a:pt x="28470" y="64064"/>
                </a:cubicBezTo>
                <a:lnTo>
                  <a:pt x="28578" y="63742"/>
                </a:lnTo>
                <a:cubicBezTo>
                  <a:pt x="28632" y="63742"/>
                  <a:pt x="28685" y="63715"/>
                  <a:pt x="28712" y="63661"/>
                </a:cubicBezTo>
                <a:cubicBezTo>
                  <a:pt x="28900" y="63339"/>
                  <a:pt x="29089" y="62989"/>
                  <a:pt x="29277" y="62666"/>
                </a:cubicBezTo>
                <a:lnTo>
                  <a:pt x="29277" y="62666"/>
                </a:lnTo>
                <a:cubicBezTo>
                  <a:pt x="29223" y="63527"/>
                  <a:pt x="29115" y="64387"/>
                  <a:pt x="28954" y="65247"/>
                </a:cubicBezTo>
                <a:cubicBezTo>
                  <a:pt x="28924" y="65415"/>
                  <a:pt x="29075" y="65514"/>
                  <a:pt x="29221" y="65514"/>
                </a:cubicBezTo>
                <a:cubicBezTo>
                  <a:pt x="29333" y="65514"/>
                  <a:pt x="29442" y="65456"/>
                  <a:pt x="29465" y="65328"/>
                </a:cubicBezTo>
                <a:cubicBezTo>
                  <a:pt x="29841" y="63527"/>
                  <a:pt x="30379" y="61779"/>
                  <a:pt x="31051" y="60059"/>
                </a:cubicBezTo>
                <a:lnTo>
                  <a:pt x="31266" y="59763"/>
                </a:lnTo>
                <a:lnTo>
                  <a:pt x="31266" y="59763"/>
                </a:lnTo>
                <a:cubicBezTo>
                  <a:pt x="31239" y="60032"/>
                  <a:pt x="31212" y="60301"/>
                  <a:pt x="31186" y="60570"/>
                </a:cubicBezTo>
                <a:cubicBezTo>
                  <a:pt x="30729" y="61941"/>
                  <a:pt x="30325" y="63365"/>
                  <a:pt x="29976" y="64790"/>
                </a:cubicBezTo>
                <a:cubicBezTo>
                  <a:pt x="29942" y="64975"/>
                  <a:pt x="30097" y="65097"/>
                  <a:pt x="30251" y="65097"/>
                </a:cubicBezTo>
                <a:cubicBezTo>
                  <a:pt x="30344" y="65097"/>
                  <a:pt x="30436" y="65053"/>
                  <a:pt x="30487" y="64952"/>
                </a:cubicBezTo>
                <a:cubicBezTo>
                  <a:pt x="30997" y="63581"/>
                  <a:pt x="31401" y="62156"/>
                  <a:pt x="31669" y="60731"/>
                </a:cubicBezTo>
                <a:cubicBezTo>
                  <a:pt x="31885" y="60059"/>
                  <a:pt x="32100" y="59414"/>
                  <a:pt x="32342" y="58768"/>
                </a:cubicBezTo>
                <a:cubicBezTo>
                  <a:pt x="32476" y="58661"/>
                  <a:pt x="32610" y="58526"/>
                  <a:pt x="32745" y="58392"/>
                </a:cubicBezTo>
                <a:lnTo>
                  <a:pt x="32745" y="58392"/>
                </a:lnTo>
                <a:cubicBezTo>
                  <a:pt x="32530" y="60381"/>
                  <a:pt x="32126" y="62371"/>
                  <a:pt x="31589" y="64280"/>
                </a:cubicBezTo>
                <a:cubicBezTo>
                  <a:pt x="31522" y="64479"/>
                  <a:pt x="31682" y="64617"/>
                  <a:pt x="31832" y="64617"/>
                </a:cubicBezTo>
                <a:cubicBezTo>
                  <a:pt x="31925" y="64617"/>
                  <a:pt x="32015" y="64564"/>
                  <a:pt x="32046" y="64441"/>
                </a:cubicBezTo>
                <a:cubicBezTo>
                  <a:pt x="32100" y="64280"/>
                  <a:pt x="32153" y="64118"/>
                  <a:pt x="32207" y="63930"/>
                </a:cubicBezTo>
                <a:cubicBezTo>
                  <a:pt x="32242" y="63944"/>
                  <a:pt x="32278" y="63951"/>
                  <a:pt x="32314" y="63951"/>
                </a:cubicBezTo>
                <a:cubicBezTo>
                  <a:pt x="32418" y="63951"/>
                  <a:pt x="32517" y="63895"/>
                  <a:pt x="32557" y="63796"/>
                </a:cubicBezTo>
                <a:lnTo>
                  <a:pt x="32718" y="63312"/>
                </a:lnTo>
                <a:cubicBezTo>
                  <a:pt x="32718" y="63463"/>
                  <a:pt x="32844" y="63562"/>
                  <a:pt x="32972" y="63562"/>
                </a:cubicBezTo>
                <a:cubicBezTo>
                  <a:pt x="33048" y="63562"/>
                  <a:pt x="33125" y="63527"/>
                  <a:pt x="33175" y="63446"/>
                </a:cubicBezTo>
                <a:cubicBezTo>
                  <a:pt x="33632" y="62666"/>
                  <a:pt x="34035" y="61860"/>
                  <a:pt x="34358" y="61027"/>
                </a:cubicBezTo>
                <a:lnTo>
                  <a:pt x="34358" y="61027"/>
                </a:lnTo>
                <a:lnTo>
                  <a:pt x="34116" y="62156"/>
                </a:lnTo>
                <a:cubicBezTo>
                  <a:pt x="34066" y="62355"/>
                  <a:pt x="34242" y="62493"/>
                  <a:pt x="34403" y="62493"/>
                </a:cubicBezTo>
                <a:cubicBezTo>
                  <a:pt x="34502" y="62493"/>
                  <a:pt x="34596" y="62440"/>
                  <a:pt x="34627" y="62317"/>
                </a:cubicBezTo>
                <a:cubicBezTo>
                  <a:pt x="35164" y="59978"/>
                  <a:pt x="35675" y="57639"/>
                  <a:pt x="36186" y="55300"/>
                </a:cubicBezTo>
                <a:lnTo>
                  <a:pt x="36240" y="63554"/>
                </a:lnTo>
                <a:cubicBezTo>
                  <a:pt x="36226" y="63695"/>
                  <a:pt x="36337" y="63769"/>
                  <a:pt x="36447" y="63769"/>
                </a:cubicBezTo>
                <a:cubicBezTo>
                  <a:pt x="36546" y="63769"/>
                  <a:pt x="36643" y="63708"/>
                  <a:pt x="36643" y="63581"/>
                </a:cubicBezTo>
                <a:cubicBezTo>
                  <a:pt x="37073" y="60570"/>
                  <a:pt x="37342" y="57559"/>
                  <a:pt x="37530" y="54521"/>
                </a:cubicBezTo>
                <a:lnTo>
                  <a:pt x="37530" y="54736"/>
                </a:lnTo>
                <a:cubicBezTo>
                  <a:pt x="37369" y="56537"/>
                  <a:pt x="37315" y="58338"/>
                  <a:pt x="37423" y="60139"/>
                </a:cubicBezTo>
                <a:cubicBezTo>
                  <a:pt x="37423" y="60247"/>
                  <a:pt x="37423" y="60328"/>
                  <a:pt x="37450" y="60435"/>
                </a:cubicBezTo>
                <a:cubicBezTo>
                  <a:pt x="37450" y="60731"/>
                  <a:pt x="37476" y="61053"/>
                  <a:pt x="37503" y="61376"/>
                </a:cubicBezTo>
                <a:cubicBezTo>
                  <a:pt x="37503" y="61448"/>
                  <a:pt x="37563" y="61484"/>
                  <a:pt x="37635" y="61484"/>
                </a:cubicBezTo>
                <a:cubicBezTo>
                  <a:pt x="37671" y="61484"/>
                  <a:pt x="37709" y="61475"/>
                  <a:pt x="37745" y="61457"/>
                </a:cubicBezTo>
                <a:cubicBezTo>
                  <a:pt x="37772" y="61484"/>
                  <a:pt x="37802" y="61496"/>
                  <a:pt x="37831" y="61496"/>
                </a:cubicBezTo>
                <a:cubicBezTo>
                  <a:pt x="37889" y="61496"/>
                  <a:pt x="37942" y="61448"/>
                  <a:pt x="37960" y="61376"/>
                </a:cubicBezTo>
                <a:cubicBezTo>
                  <a:pt x="38014" y="60865"/>
                  <a:pt x="38095" y="60354"/>
                  <a:pt x="38149" y="59844"/>
                </a:cubicBezTo>
                <a:cubicBezTo>
                  <a:pt x="38169" y="59885"/>
                  <a:pt x="38205" y="59902"/>
                  <a:pt x="38244" y="59902"/>
                </a:cubicBezTo>
                <a:cubicBezTo>
                  <a:pt x="38306" y="59902"/>
                  <a:pt x="38374" y="59856"/>
                  <a:pt x="38390" y="59790"/>
                </a:cubicBezTo>
                <a:cubicBezTo>
                  <a:pt x="38686" y="57774"/>
                  <a:pt x="39036" y="55757"/>
                  <a:pt x="39439" y="53768"/>
                </a:cubicBezTo>
                <a:lnTo>
                  <a:pt x="39439" y="53768"/>
                </a:lnTo>
                <a:cubicBezTo>
                  <a:pt x="39358" y="54386"/>
                  <a:pt x="39251" y="55005"/>
                  <a:pt x="39143" y="55623"/>
                </a:cubicBezTo>
                <a:cubicBezTo>
                  <a:pt x="39063" y="56214"/>
                  <a:pt x="38955" y="56913"/>
                  <a:pt x="38847" y="57585"/>
                </a:cubicBezTo>
                <a:cubicBezTo>
                  <a:pt x="38767" y="57881"/>
                  <a:pt x="38740" y="58177"/>
                  <a:pt x="38713" y="58473"/>
                </a:cubicBezTo>
                <a:cubicBezTo>
                  <a:pt x="38659" y="58822"/>
                  <a:pt x="38606" y="59198"/>
                  <a:pt x="38552" y="59548"/>
                </a:cubicBezTo>
                <a:cubicBezTo>
                  <a:pt x="38538" y="59645"/>
                  <a:pt x="38610" y="59699"/>
                  <a:pt x="38687" y="59699"/>
                </a:cubicBezTo>
                <a:cubicBezTo>
                  <a:pt x="38759" y="59699"/>
                  <a:pt x="38834" y="59652"/>
                  <a:pt x="38847" y="59548"/>
                </a:cubicBezTo>
                <a:lnTo>
                  <a:pt x="38955" y="58903"/>
                </a:lnTo>
                <a:cubicBezTo>
                  <a:pt x="39089" y="58365"/>
                  <a:pt x="39170" y="57827"/>
                  <a:pt x="39197" y="57263"/>
                </a:cubicBezTo>
                <a:cubicBezTo>
                  <a:pt x="39197" y="57182"/>
                  <a:pt x="39224" y="57102"/>
                  <a:pt x="39251" y="57021"/>
                </a:cubicBezTo>
                <a:cubicBezTo>
                  <a:pt x="39331" y="56618"/>
                  <a:pt x="39412" y="56187"/>
                  <a:pt x="39493" y="55757"/>
                </a:cubicBezTo>
                <a:lnTo>
                  <a:pt x="39493" y="55757"/>
                </a:lnTo>
                <a:cubicBezTo>
                  <a:pt x="39331" y="56994"/>
                  <a:pt x="39224" y="58231"/>
                  <a:pt x="39170" y="59467"/>
                </a:cubicBezTo>
                <a:cubicBezTo>
                  <a:pt x="39170" y="59610"/>
                  <a:pt x="39282" y="59705"/>
                  <a:pt x="39396" y="59705"/>
                </a:cubicBezTo>
                <a:cubicBezTo>
                  <a:pt x="39475" y="59705"/>
                  <a:pt x="39556" y="59659"/>
                  <a:pt x="39600" y="59548"/>
                </a:cubicBezTo>
                <a:cubicBezTo>
                  <a:pt x="39627" y="59440"/>
                  <a:pt x="39654" y="59306"/>
                  <a:pt x="39708" y="59172"/>
                </a:cubicBezTo>
                <a:lnTo>
                  <a:pt x="39708" y="59172"/>
                </a:lnTo>
                <a:cubicBezTo>
                  <a:pt x="39708" y="59279"/>
                  <a:pt x="39681" y="59414"/>
                  <a:pt x="39681" y="59548"/>
                </a:cubicBezTo>
                <a:lnTo>
                  <a:pt x="39116" y="61269"/>
                </a:lnTo>
                <a:cubicBezTo>
                  <a:pt x="39083" y="61368"/>
                  <a:pt x="39163" y="61437"/>
                  <a:pt x="39241" y="61437"/>
                </a:cubicBezTo>
                <a:cubicBezTo>
                  <a:pt x="39290" y="61437"/>
                  <a:pt x="39338" y="61411"/>
                  <a:pt x="39358" y="61349"/>
                </a:cubicBezTo>
                <a:cubicBezTo>
                  <a:pt x="39493" y="61080"/>
                  <a:pt x="39600" y="60811"/>
                  <a:pt x="39735" y="60543"/>
                </a:cubicBezTo>
                <a:cubicBezTo>
                  <a:pt x="39745" y="60546"/>
                  <a:pt x="39757" y="60548"/>
                  <a:pt x="39768" y="60548"/>
                </a:cubicBezTo>
                <a:cubicBezTo>
                  <a:pt x="39842" y="60548"/>
                  <a:pt x="39923" y="60478"/>
                  <a:pt x="39923" y="60408"/>
                </a:cubicBezTo>
                <a:cubicBezTo>
                  <a:pt x="39923" y="60274"/>
                  <a:pt x="39950" y="60139"/>
                  <a:pt x="39977" y="60005"/>
                </a:cubicBezTo>
                <a:lnTo>
                  <a:pt x="40138" y="59682"/>
                </a:lnTo>
                <a:lnTo>
                  <a:pt x="40111" y="60005"/>
                </a:lnTo>
                <a:cubicBezTo>
                  <a:pt x="40098" y="60072"/>
                  <a:pt x="40145" y="60106"/>
                  <a:pt x="40198" y="60106"/>
                </a:cubicBezTo>
                <a:cubicBezTo>
                  <a:pt x="40252" y="60106"/>
                  <a:pt x="40313" y="60072"/>
                  <a:pt x="40326" y="60005"/>
                </a:cubicBezTo>
                <a:cubicBezTo>
                  <a:pt x="40407" y="59548"/>
                  <a:pt x="40487" y="59118"/>
                  <a:pt x="40568" y="58688"/>
                </a:cubicBezTo>
                <a:cubicBezTo>
                  <a:pt x="41160" y="57343"/>
                  <a:pt x="41697" y="55999"/>
                  <a:pt x="42235" y="54628"/>
                </a:cubicBezTo>
                <a:lnTo>
                  <a:pt x="42235" y="54628"/>
                </a:lnTo>
                <a:cubicBezTo>
                  <a:pt x="42154" y="55865"/>
                  <a:pt x="42154" y="57128"/>
                  <a:pt x="42181" y="58392"/>
                </a:cubicBezTo>
                <a:cubicBezTo>
                  <a:pt x="42181" y="58456"/>
                  <a:pt x="42247" y="58510"/>
                  <a:pt x="42312" y="58510"/>
                </a:cubicBezTo>
                <a:cubicBezTo>
                  <a:pt x="42357" y="58510"/>
                  <a:pt x="42401" y="58484"/>
                  <a:pt x="42423" y="58419"/>
                </a:cubicBezTo>
                <a:cubicBezTo>
                  <a:pt x="42826" y="56913"/>
                  <a:pt x="43122" y="55381"/>
                  <a:pt x="43310" y="53822"/>
                </a:cubicBezTo>
                <a:cubicBezTo>
                  <a:pt x="43391" y="54655"/>
                  <a:pt x="43498" y="55462"/>
                  <a:pt x="43552" y="56295"/>
                </a:cubicBezTo>
                <a:cubicBezTo>
                  <a:pt x="43498" y="57720"/>
                  <a:pt x="43418" y="59172"/>
                  <a:pt x="43310" y="60623"/>
                </a:cubicBezTo>
                <a:cubicBezTo>
                  <a:pt x="43310" y="60731"/>
                  <a:pt x="43406" y="60794"/>
                  <a:pt x="43494" y="60794"/>
                </a:cubicBezTo>
                <a:cubicBezTo>
                  <a:pt x="43560" y="60794"/>
                  <a:pt x="43621" y="60758"/>
                  <a:pt x="43633" y="60677"/>
                </a:cubicBezTo>
                <a:cubicBezTo>
                  <a:pt x="43955" y="59279"/>
                  <a:pt x="44036" y="57827"/>
                  <a:pt x="43902" y="56403"/>
                </a:cubicBezTo>
                <a:cubicBezTo>
                  <a:pt x="43955" y="55166"/>
                  <a:pt x="43982" y="53902"/>
                  <a:pt x="43982" y="52666"/>
                </a:cubicBezTo>
                <a:cubicBezTo>
                  <a:pt x="44251" y="53902"/>
                  <a:pt x="44547" y="55139"/>
                  <a:pt x="44735" y="56349"/>
                </a:cubicBezTo>
                <a:lnTo>
                  <a:pt x="44816" y="59467"/>
                </a:lnTo>
                <a:cubicBezTo>
                  <a:pt x="44802" y="59595"/>
                  <a:pt x="44900" y="59663"/>
                  <a:pt x="44995" y="59663"/>
                </a:cubicBezTo>
                <a:cubicBezTo>
                  <a:pt x="45081" y="59663"/>
                  <a:pt x="45165" y="59608"/>
                  <a:pt x="45165" y="59494"/>
                </a:cubicBezTo>
                <a:cubicBezTo>
                  <a:pt x="45219" y="59091"/>
                  <a:pt x="45246" y="58688"/>
                  <a:pt x="45246" y="58311"/>
                </a:cubicBezTo>
                <a:cubicBezTo>
                  <a:pt x="45273" y="58795"/>
                  <a:pt x="45300" y="59279"/>
                  <a:pt x="45327" y="59763"/>
                </a:cubicBezTo>
                <a:cubicBezTo>
                  <a:pt x="45327" y="59880"/>
                  <a:pt x="45430" y="59949"/>
                  <a:pt x="45524" y="59949"/>
                </a:cubicBezTo>
                <a:cubicBezTo>
                  <a:pt x="45603" y="59949"/>
                  <a:pt x="45676" y="59900"/>
                  <a:pt x="45676" y="59790"/>
                </a:cubicBezTo>
                <a:cubicBezTo>
                  <a:pt x="45757" y="57397"/>
                  <a:pt x="45676" y="55005"/>
                  <a:pt x="45515" y="52639"/>
                </a:cubicBezTo>
                <a:cubicBezTo>
                  <a:pt x="45515" y="51752"/>
                  <a:pt x="45515" y="50838"/>
                  <a:pt x="45542" y="49923"/>
                </a:cubicBezTo>
                <a:cubicBezTo>
                  <a:pt x="45542" y="49332"/>
                  <a:pt x="45515" y="48741"/>
                  <a:pt x="45568" y="48176"/>
                </a:cubicBezTo>
                <a:cubicBezTo>
                  <a:pt x="45595" y="47853"/>
                  <a:pt x="45622" y="47638"/>
                  <a:pt x="45649" y="47504"/>
                </a:cubicBezTo>
                <a:lnTo>
                  <a:pt x="45837" y="47450"/>
                </a:lnTo>
                <a:cubicBezTo>
                  <a:pt x="45891" y="47719"/>
                  <a:pt x="45918" y="48149"/>
                  <a:pt x="45945" y="48445"/>
                </a:cubicBezTo>
                <a:cubicBezTo>
                  <a:pt x="46052" y="50139"/>
                  <a:pt x="46160" y="51805"/>
                  <a:pt x="46241" y="53499"/>
                </a:cubicBezTo>
                <a:cubicBezTo>
                  <a:pt x="46241" y="54010"/>
                  <a:pt x="45999" y="57666"/>
                  <a:pt x="46321" y="57935"/>
                </a:cubicBezTo>
                <a:lnTo>
                  <a:pt x="46321" y="58580"/>
                </a:lnTo>
                <a:cubicBezTo>
                  <a:pt x="46321" y="58661"/>
                  <a:pt x="46402" y="58715"/>
                  <a:pt x="46483" y="58741"/>
                </a:cubicBezTo>
                <a:lnTo>
                  <a:pt x="46483" y="58930"/>
                </a:lnTo>
                <a:cubicBezTo>
                  <a:pt x="45757" y="59817"/>
                  <a:pt x="45085" y="60731"/>
                  <a:pt x="44412" y="61672"/>
                </a:cubicBezTo>
                <a:cubicBezTo>
                  <a:pt x="44371" y="61734"/>
                  <a:pt x="44426" y="61797"/>
                  <a:pt x="44490" y="61797"/>
                </a:cubicBezTo>
                <a:cubicBezTo>
                  <a:pt x="44509" y="61797"/>
                  <a:pt x="44529" y="61791"/>
                  <a:pt x="44547" y="61779"/>
                </a:cubicBezTo>
                <a:cubicBezTo>
                  <a:pt x="45165" y="61161"/>
                  <a:pt x="45810" y="60543"/>
                  <a:pt x="46456" y="59951"/>
                </a:cubicBezTo>
                <a:lnTo>
                  <a:pt x="46456" y="60139"/>
                </a:lnTo>
                <a:lnTo>
                  <a:pt x="46267" y="60408"/>
                </a:lnTo>
                <a:cubicBezTo>
                  <a:pt x="45918" y="60785"/>
                  <a:pt x="45595" y="61161"/>
                  <a:pt x="45246" y="61537"/>
                </a:cubicBezTo>
                <a:cubicBezTo>
                  <a:pt x="45219" y="61564"/>
                  <a:pt x="45219" y="61591"/>
                  <a:pt x="45246" y="61645"/>
                </a:cubicBezTo>
                <a:cubicBezTo>
                  <a:pt x="44870" y="62102"/>
                  <a:pt x="44493" y="62586"/>
                  <a:pt x="44117" y="63070"/>
                </a:cubicBezTo>
                <a:cubicBezTo>
                  <a:pt x="44056" y="63151"/>
                  <a:pt x="44148" y="63278"/>
                  <a:pt x="44231" y="63278"/>
                </a:cubicBezTo>
                <a:cubicBezTo>
                  <a:pt x="44259" y="63278"/>
                  <a:pt x="44285" y="63264"/>
                  <a:pt x="44305" y="63231"/>
                </a:cubicBezTo>
                <a:cubicBezTo>
                  <a:pt x="44789" y="62720"/>
                  <a:pt x="45246" y="62209"/>
                  <a:pt x="45730" y="61699"/>
                </a:cubicBezTo>
                <a:lnTo>
                  <a:pt x="45730" y="61699"/>
                </a:lnTo>
                <a:cubicBezTo>
                  <a:pt x="45058" y="62505"/>
                  <a:pt x="44439" y="63339"/>
                  <a:pt x="43794" y="64199"/>
                </a:cubicBezTo>
                <a:cubicBezTo>
                  <a:pt x="43732" y="64281"/>
                  <a:pt x="43829" y="64396"/>
                  <a:pt x="43926" y="64396"/>
                </a:cubicBezTo>
                <a:cubicBezTo>
                  <a:pt x="43955" y="64396"/>
                  <a:pt x="43984" y="64385"/>
                  <a:pt x="44009" y="64360"/>
                </a:cubicBezTo>
                <a:cubicBezTo>
                  <a:pt x="45058" y="63231"/>
                  <a:pt x="46133" y="62129"/>
                  <a:pt x="47182" y="60973"/>
                </a:cubicBezTo>
                <a:lnTo>
                  <a:pt x="47182" y="61027"/>
                </a:lnTo>
                <a:cubicBezTo>
                  <a:pt x="47182" y="61053"/>
                  <a:pt x="47182" y="61080"/>
                  <a:pt x="47208" y="61107"/>
                </a:cubicBezTo>
                <a:cubicBezTo>
                  <a:pt x="46805" y="61591"/>
                  <a:pt x="45111" y="63554"/>
                  <a:pt x="45192" y="63715"/>
                </a:cubicBezTo>
                <a:cubicBezTo>
                  <a:pt x="45085" y="63876"/>
                  <a:pt x="44950" y="64064"/>
                  <a:pt x="44843" y="64199"/>
                </a:cubicBezTo>
                <a:cubicBezTo>
                  <a:pt x="44743" y="64318"/>
                  <a:pt x="44864" y="64437"/>
                  <a:pt x="44977" y="64437"/>
                </a:cubicBezTo>
                <a:cubicBezTo>
                  <a:pt x="45017" y="64437"/>
                  <a:pt x="45056" y="64422"/>
                  <a:pt x="45085" y="64387"/>
                </a:cubicBezTo>
                <a:cubicBezTo>
                  <a:pt x="45380" y="63984"/>
                  <a:pt x="45676" y="63581"/>
                  <a:pt x="45999" y="63177"/>
                </a:cubicBezTo>
                <a:cubicBezTo>
                  <a:pt x="46536" y="62559"/>
                  <a:pt x="47182" y="61645"/>
                  <a:pt x="47370" y="61403"/>
                </a:cubicBezTo>
                <a:cubicBezTo>
                  <a:pt x="48499" y="60059"/>
                  <a:pt x="49655" y="58715"/>
                  <a:pt x="50865" y="57397"/>
                </a:cubicBezTo>
                <a:lnTo>
                  <a:pt x="50865" y="57397"/>
                </a:lnTo>
                <a:cubicBezTo>
                  <a:pt x="47827" y="61107"/>
                  <a:pt x="45165" y="65086"/>
                  <a:pt x="42907" y="69280"/>
                </a:cubicBezTo>
                <a:cubicBezTo>
                  <a:pt x="42887" y="69340"/>
                  <a:pt x="42927" y="69416"/>
                  <a:pt x="42983" y="69416"/>
                </a:cubicBezTo>
                <a:cubicBezTo>
                  <a:pt x="43001" y="69416"/>
                  <a:pt x="43021" y="69408"/>
                  <a:pt x="43041" y="69387"/>
                </a:cubicBezTo>
                <a:cubicBezTo>
                  <a:pt x="43929" y="68527"/>
                  <a:pt x="44654" y="67506"/>
                  <a:pt x="45192" y="66376"/>
                </a:cubicBezTo>
                <a:cubicBezTo>
                  <a:pt x="45211" y="66358"/>
                  <a:pt x="45191" y="66327"/>
                  <a:pt x="45168" y="66327"/>
                </a:cubicBezTo>
                <a:cubicBezTo>
                  <a:pt x="45158" y="66327"/>
                  <a:pt x="45147" y="66333"/>
                  <a:pt x="45138" y="66350"/>
                </a:cubicBezTo>
                <a:cubicBezTo>
                  <a:pt x="44981" y="66637"/>
                  <a:pt x="43502" y="68909"/>
                  <a:pt x="43322" y="68909"/>
                </a:cubicBezTo>
                <a:cubicBezTo>
                  <a:pt x="43317" y="68909"/>
                  <a:pt x="43313" y="68907"/>
                  <a:pt x="43310" y="68904"/>
                </a:cubicBezTo>
                <a:cubicBezTo>
                  <a:pt x="43230" y="68769"/>
                  <a:pt x="44412" y="66995"/>
                  <a:pt x="44520" y="66780"/>
                </a:cubicBezTo>
                <a:cubicBezTo>
                  <a:pt x="45542" y="65086"/>
                  <a:pt x="46617" y="63419"/>
                  <a:pt x="47773" y="61779"/>
                </a:cubicBezTo>
                <a:cubicBezTo>
                  <a:pt x="49171" y="59817"/>
                  <a:pt x="50650" y="57908"/>
                  <a:pt x="52236" y="56080"/>
                </a:cubicBezTo>
                <a:cubicBezTo>
                  <a:pt x="52264" y="56094"/>
                  <a:pt x="52293" y="56101"/>
                  <a:pt x="52323" y="56101"/>
                </a:cubicBezTo>
                <a:cubicBezTo>
                  <a:pt x="52407" y="56101"/>
                  <a:pt x="52492" y="56045"/>
                  <a:pt x="52531" y="55946"/>
                </a:cubicBezTo>
                <a:cubicBezTo>
                  <a:pt x="52558" y="55838"/>
                  <a:pt x="52558" y="55730"/>
                  <a:pt x="52585" y="55623"/>
                </a:cubicBezTo>
                <a:cubicBezTo>
                  <a:pt x="53580" y="54494"/>
                  <a:pt x="54602" y="53365"/>
                  <a:pt x="55623" y="52289"/>
                </a:cubicBezTo>
                <a:lnTo>
                  <a:pt x="55623" y="52289"/>
                </a:lnTo>
                <a:cubicBezTo>
                  <a:pt x="54655" y="53795"/>
                  <a:pt x="53822" y="55408"/>
                  <a:pt x="53069" y="57048"/>
                </a:cubicBezTo>
                <a:cubicBezTo>
                  <a:pt x="53042" y="57048"/>
                  <a:pt x="53042" y="57075"/>
                  <a:pt x="53042" y="57128"/>
                </a:cubicBezTo>
                <a:cubicBezTo>
                  <a:pt x="53042" y="57128"/>
                  <a:pt x="53042" y="57128"/>
                  <a:pt x="53042" y="57155"/>
                </a:cubicBezTo>
                <a:cubicBezTo>
                  <a:pt x="52935" y="57370"/>
                  <a:pt x="52854" y="57585"/>
                  <a:pt x="52747" y="57827"/>
                </a:cubicBezTo>
                <a:lnTo>
                  <a:pt x="52747" y="57774"/>
                </a:lnTo>
                <a:cubicBezTo>
                  <a:pt x="52747" y="57733"/>
                  <a:pt x="52713" y="57713"/>
                  <a:pt x="52679" y="57713"/>
                </a:cubicBezTo>
                <a:cubicBezTo>
                  <a:pt x="52646" y="57713"/>
                  <a:pt x="52612" y="57733"/>
                  <a:pt x="52612" y="57774"/>
                </a:cubicBezTo>
                <a:cubicBezTo>
                  <a:pt x="52612" y="57908"/>
                  <a:pt x="52612" y="58069"/>
                  <a:pt x="52612" y="58204"/>
                </a:cubicBezTo>
                <a:lnTo>
                  <a:pt x="52478" y="58526"/>
                </a:lnTo>
                <a:cubicBezTo>
                  <a:pt x="48768" y="62290"/>
                  <a:pt x="45757" y="66672"/>
                  <a:pt x="43525" y="71484"/>
                </a:cubicBezTo>
                <a:cubicBezTo>
                  <a:pt x="43506" y="71543"/>
                  <a:pt x="43570" y="71587"/>
                  <a:pt x="43628" y="71587"/>
                </a:cubicBezTo>
                <a:cubicBezTo>
                  <a:pt x="43650" y="71587"/>
                  <a:pt x="43672" y="71580"/>
                  <a:pt x="43687" y="71565"/>
                </a:cubicBezTo>
                <a:cubicBezTo>
                  <a:pt x="45407" y="70302"/>
                  <a:pt x="46483" y="68016"/>
                  <a:pt x="47665" y="66269"/>
                </a:cubicBezTo>
                <a:lnTo>
                  <a:pt x="48364" y="65247"/>
                </a:lnTo>
                <a:lnTo>
                  <a:pt x="48364" y="65247"/>
                </a:lnTo>
                <a:cubicBezTo>
                  <a:pt x="48015" y="65893"/>
                  <a:pt x="47719" y="66511"/>
                  <a:pt x="47397" y="67102"/>
                </a:cubicBezTo>
                <a:cubicBezTo>
                  <a:pt x="46348" y="69092"/>
                  <a:pt x="45380" y="71135"/>
                  <a:pt x="44547" y="73178"/>
                </a:cubicBezTo>
                <a:cubicBezTo>
                  <a:pt x="44520" y="73205"/>
                  <a:pt x="44520" y="73232"/>
                  <a:pt x="44547" y="73259"/>
                </a:cubicBezTo>
                <a:lnTo>
                  <a:pt x="44386" y="73608"/>
                </a:lnTo>
                <a:cubicBezTo>
                  <a:pt x="44332" y="73689"/>
                  <a:pt x="44386" y="73796"/>
                  <a:pt x="44466" y="73823"/>
                </a:cubicBezTo>
                <a:cubicBezTo>
                  <a:pt x="44063" y="74710"/>
                  <a:pt x="43687" y="75625"/>
                  <a:pt x="43310" y="76512"/>
                </a:cubicBezTo>
                <a:cubicBezTo>
                  <a:pt x="43269" y="76675"/>
                  <a:pt x="43383" y="76792"/>
                  <a:pt x="43511" y="76792"/>
                </a:cubicBezTo>
                <a:cubicBezTo>
                  <a:pt x="43552" y="76792"/>
                  <a:pt x="43594" y="76780"/>
                  <a:pt x="43633" y="76754"/>
                </a:cubicBezTo>
                <a:cubicBezTo>
                  <a:pt x="44547" y="75920"/>
                  <a:pt x="45300" y="74926"/>
                  <a:pt x="45864" y="73850"/>
                </a:cubicBezTo>
                <a:lnTo>
                  <a:pt x="45864" y="73850"/>
                </a:lnTo>
                <a:cubicBezTo>
                  <a:pt x="45461" y="74926"/>
                  <a:pt x="45111" y="76028"/>
                  <a:pt x="44789" y="77157"/>
                </a:cubicBezTo>
                <a:cubicBezTo>
                  <a:pt x="44756" y="77304"/>
                  <a:pt x="44862" y="77401"/>
                  <a:pt x="44968" y="77401"/>
                </a:cubicBezTo>
                <a:cubicBezTo>
                  <a:pt x="45037" y="77401"/>
                  <a:pt x="45107" y="77360"/>
                  <a:pt x="45138" y="77264"/>
                </a:cubicBezTo>
                <a:cubicBezTo>
                  <a:pt x="45273" y="76996"/>
                  <a:pt x="45434" y="76673"/>
                  <a:pt x="45568" y="76377"/>
                </a:cubicBezTo>
                <a:lnTo>
                  <a:pt x="45568" y="76377"/>
                </a:lnTo>
                <a:cubicBezTo>
                  <a:pt x="45111" y="77802"/>
                  <a:pt x="44735" y="79227"/>
                  <a:pt x="44439" y="80652"/>
                </a:cubicBezTo>
                <a:cubicBezTo>
                  <a:pt x="44421" y="80743"/>
                  <a:pt x="44501" y="80821"/>
                  <a:pt x="44572" y="80821"/>
                </a:cubicBezTo>
                <a:cubicBezTo>
                  <a:pt x="44605" y="80821"/>
                  <a:pt x="44637" y="80803"/>
                  <a:pt x="44654" y="80759"/>
                </a:cubicBezTo>
                <a:cubicBezTo>
                  <a:pt x="44923" y="80249"/>
                  <a:pt x="45192" y="79765"/>
                  <a:pt x="45461" y="79227"/>
                </a:cubicBezTo>
                <a:lnTo>
                  <a:pt x="45461" y="79227"/>
                </a:lnTo>
                <a:cubicBezTo>
                  <a:pt x="45300" y="79845"/>
                  <a:pt x="45246" y="80491"/>
                  <a:pt x="45300" y="81136"/>
                </a:cubicBezTo>
                <a:cubicBezTo>
                  <a:pt x="45300" y="81190"/>
                  <a:pt x="45347" y="81216"/>
                  <a:pt x="45397" y="81216"/>
                </a:cubicBezTo>
                <a:cubicBezTo>
                  <a:pt x="45448" y="81216"/>
                  <a:pt x="45501" y="81190"/>
                  <a:pt x="45515" y="81136"/>
                </a:cubicBezTo>
                <a:cubicBezTo>
                  <a:pt x="46106" y="79603"/>
                  <a:pt x="46698" y="78044"/>
                  <a:pt x="47235" y="76485"/>
                </a:cubicBezTo>
                <a:lnTo>
                  <a:pt x="47235" y="76485"/>
                </a:lnTo>
                <a:cubicBezTo>
                  <a:pt x="46698" y="78636"/>
                  <a:pt x="46214" y="80813"/>
                  <a:pt x="45810" y="83018"/>
                </a:cubicBezTo>
                <a:cubicBezTo>
                  <a:pt x="45810" y="83092"/>
                  <a:pt x="45875" y="83133"/>
                  <a:pt x="45938" y="83133"/>
                </a:cubicBezTo>
                <a:cubicBezTo>
                  <a:pt x="45990" y="83133"/>
                  <a:pt x="46040" y="83105"/>
                  <a:pt x="46052" y="83045"/>
                </a:cubicBezTo>
                <a:cubicBezTo>
                  <a:pt x="46187" y="82614"/>
                  <a:pt x="46294" y="82157"/>
                  <a:pt x="46429" y="81700"/>
                </a:cubicBezTo>
                <a:lnTo>
                  <a:pt x="46429" y="81700"/>
                </a:lnTo>
                <a:cubicBezTo>
                  <a:pt x="46348" y="82587"/>
                  <a:pt x="46402" y="83448"/>
                  <a:pt x="46563" y="84281"/>
                </a:cubicBezTo>
                <a:cubicBezTo>
                  <a:pt x="46592" y="84398"/>
                  <a:pt x="46709" y="84467"/>
                  <a:pt x="46818" y="84467"/>
                </a:cubicBezTo>
                <a:cubicBezTo>
                  <a:pt x="46910" y="84467"/>
                  <a:pt x="46996" y="84419"/>
                  <a:pt x="47020" y="84308"/>
                </a:cubicBezTo>
                <a:cubicBezTo>
                  <a:pt x="47235" y="83340"/>
                  <a:pt x="47450" y="82346"/>
                  <a:pt x="47639" y="81378"/>
                </a:cubicBezTo>
                <a:lnTo>
                  <a:pt x="47639" y="81378"/>
                </a:lnTo>
                <a:cubicBezTo>
                  <a:pt x="47585" y="82722"/>
                  <a:pt x="47558" y="84093"/>
                  <a:pt x="47585" y="85464"/>
                </a:cubicBezTo>
                <a:cubicBezTo>
                  <a:pt x="47585" y="85558"/>
                  <a:pt x="47667" y="85615"/>
                  <a:pt x="47751" y="85615"/>
                </a:cubicBezTo>
                <a:cubicBezTo>
                  <a:pt x="47812" y="85615"/>
                  <a:pt x="47874" y="85585"/>
                  <a:pt x="47907" y="85518"/>
                </a:cubicBezTo>
                <a:cubicBezTo>
                  <a:pt x="48096" y="85007"/>
                  <a:pt x="48230" y="84496"/>
                  <a:pt x="48338" y="83959"/>
                </a:cubicBezTo>
                <a:cubicBezTo>
                  <a:pt x="48418" y="85115"/>
                  <a:pt x="48526" y="86271"/>
                  <a:pt x="48660" y="87427"/>
                </a:cubicBezTo>
                <a:cubicBezTo>
                  <a:pt x="48690" y="87500"/>
                  <a:pt x="48760" y="87542"/>
                  <a:pt x="48826" y="87542"/>
                </a:cubicBezTo>
                <a:cubicBezTo>
                  <a:pt x="48880" y="87542"/>
                  <a:pt x="48932" y="87514"/>
                  <a:pt x="48956" y="87453"/>
                </a:cubicBezTo>
                <a:cubicBezTo>
                  <a:pt x="49090" y="86862"/>
                  <a:pt x="49225" y="86271"/>
                  <a:pt x="49305" y="85652"/>
                </a:cubicBezTo>
                <a:cubicBezTo>
                  <a:pt x="49386" y="86271"/>
                  <a:pt x="49467" y="86916"/>
                  <a:pt x="49601" y="87534"/>
                </a:cubicBezTo>
                <a:cubicBezTo>
                  <a:pt x="49613" y="87615"/>
                  <a:pt x="49674" y="87651"/>
                  <a:pt x="49736" y="87651"/>
                </a:cubicBezTo>
                <a:cubicBezTo>
                  <a:pt x="49818" y="87651"/>
                  <a:pt x="49901" y="87588"/>
                  <a:pt x="49870" y="87480"/>
                </a:cubicBezTo>
                <a:cubicBezTo>
                  <a:pt x="49762" y="86835"/>
                  <a:pt x="49655" y="86217"/>
                  <a:pt x="49574" y="85572"/>
                </a:cubicBezTo>
                <a:lnTo>
                  <a:pt x="49574" y="85572"/>
                </a:lnTo>
                <a:cubicBezTo>
                  <a:pt x="49709" y="86082"/>
                  <a:pt x="49870" y="86593"/>
                  <a:pt x="50058" y="87050"/>
                </a:cubicBezTo>
                <a:cubicBezTo>
                  <a:pt x="50068" y="87099"/>
                  <a:pt x="50106" y="87119"/>
                  <a:pt x="50149" y="87119"/>
                </a:cubicBezTo>
                <a:cubicBezTo>
                  <a:pt x="50225" y="87119"/>
                  <a:pt x="50317" y="87055"/>
                  <a:pt x="50300" y="86970"/>
                </a:cubicBezTo>
                <a:cubicBezTo>
                  <a:pt x="49709" y="84604"/>
                  <a:pt x="49413" y="82157"/>
                  <a:pt x="49440" y="79684"/>
                </a:cubicBezTo>
                <a:lnTo>
                  <a:pt x="49440" y="79684"/>
                </a:lnTo>
                <a:cubicBezTo>
                  <a:pt x="49574" y="80517"/>
                  <a:pt x="49736" y="81351"/>
                  <a:pt x="49951" y="82157"/>
                </a:cubicBezTo>
                <a:cubicBezTo>
                  <a:pt x="49924" y="82184"/>
                  <a:pt x="49924" y="82211"/>
                  <a:pt x="49951" y="82211"/>
                </a:cubicBezTo>
                <a:cubicBezTo>
                  <a:pt x="50381" y="85007"/>
                  <a:pt x="51080" y="87776"/>
                  <a:pt x="51994" y="90438"/>
                </a:cubicBezTo>
                <a:cubicBezTo>
                  <a:pt x="52003" y="90466"/>
                  <a:pt x="52026" y="90478"/>
                  <a:pt x="52050" y="90478"/>
                </a:cubicBezTo>
                <a:cubicBezTo>
                  <a:pt x="52095" y="90478"/>
                  <a:pt x="52146" y="90436"/>
                  <a:pt x="52128" y="90384"/>
                </a:cubicBezTo>
                <a:cubicBezTo>
                  <a:pt x="51375" y="88179"/>
                  <a:pt x="50488" y="85706"/>
                  <a:pt x="50273" y="83394"/>
                </a:cubicBezTo>
                <a:cubicBezTo>
                  <a:pt x="50273" y="83313"/>
                  <a:pt x="50219" y="83179"/>
                  <a:pt x="50193" y="83045"/>
                </a:cubicBezTo>
                <a:lnTo>
                  <a:pt x="50193" y="83045"/>
                </a:lnTo>
                <a:cubicBezTo>
                  <a:pt x="50623" y="84631"/>
                  <a:pt x="51214" y="86136"/>
                  <a:pt x="51967" y="87615"/>
                </a:cubicBezTo>
                <a:cubicBezTo>
                  <a:pt x="51974" y="87630"/>
                  <a:pt x="51988" y="87636"/>
                  <a:pt x="52004" y="87636"/>
                </a:cubicBezTo>
                <a:cubicBezTo>
                  <a:pt x="52043" y="87636"/>
                  <a:pt x="52094" y="87592"/>
                  <a:pt x="52074" y="87534"/>
                </a:cubicBezTo>
                <a:lnTo>
                  <a:pt x="51967" y="87238"/>
                </a:lnTo>
                <a:lnTo>
                  <a:pt x="51967" y="87238"/>
                </a:lnTo>
                <a:cubicBezTo>
                  <a:pt x="51994" y="87292"/>
                  <a:pt x="52048" y="87319"/>
                  <a:pt x="52101" y="87373"/>
                </a:cubicBezTo>
                <a:cubicBezTo>
                  <a:pt x="52116" y="87387"/>
                  <a:pt x="52136" y="87394"/>
                  <a:pt x="52157" y="87394"/>
                </a:cubicBezTo>
                <a:cubicBezTo>
                  <a:pt x="52216" y="87394"/>
                  <a:pt x="52282" y="87344"/>
                  <a:pt x="52263" y="87265"/>
                </a:cubicBezTo>
                <a:cubicBezTo>
                  <a:pt x="51806" y="85518"/>
                  <a:pt x="51375" y="83744"/>
                  <a:pt x="50918" y="81969"/>
                </a:cubicBezTo>
                <a:cubicBezTo>
                  <a:pt x="50892" y="81835"/>
                  <a:pt x="50865" y="81700"/>
                  <a:pt x="50838" y="81593"/>
                </a:cubicBezTo>
                <a:lnTo>
                  <a:pt x="50838" y="81593"/>
                </a:lnTo>
                <a:cubicBezTo>
                  <a:pt x="51080" y="82372"/>
                  <a:pt x="51349" y="83179"/>
                  <a:pt x="51617" y="83959"/>
                </a:cubicBezTo>
                <a:cubicBezTo>
                  <a:pt x="52048" y="85464"/>
                  <a:pt x="52531" y="86970"/>
                  <a:pt x="53069" y="88421"/>
                </a:cubicBezTo>
                <a:cubicBezTo>
                  <a:pt x="53087" y="88457"/>
                  <a:pt x="53114" y="88472"/>
                  <a:pt x="53141" y="88472"/>
                </a:cubicBezTo>
                <a:cubicBezTo>
                  <a:pt x="53195" y="88472"/>
                  <a:pt x="53248" y="88412"/>
                  <a:pt x="53230" y="88341"/>
                </a:cubicBezTo>
                <a:lnTo>
                  <a:pt x="52720" y="86862"/>
                </a:lnTo>
                <a:cubicBezTo>
                  <a:pt x="52451" y="85545"/>
                  <a:pt x="51832" y="84227"/>
                  <a:pt x="51483" y="82937"/>
                </a:cubicBezTo>
                <a:cubicBezTo>
                  <a:pt x="50892" y="80706"/>
                  <a:pt x="50434" y="78420"/>
                  <a:pt x="50085" y="76135"/>
                </a:cubicBezTo>
                <a:cubicBezTo>
                  <a:pt x="50058" y="75813"/>
                  <a:pt x="49870" y="75141"/>
                  <a:pt x="49924" y="74872"/>
                </a:cubicBezTo>
                <a:lnTo>
                  <a:pt x="49924" y="74872"/>
                </a:lnTo>
                <a:cubicBezTo>
                  <a:pt x="49951" y="75275"/>
                  <a:pt x="50004" y="75678"/>
                  <a:pt x="50112" y="76055"/>
                </a:cubicBezTo>
                <a:cubicBezTo>
                  <a:pt x="50408" y="77264"/>
                  <a:pt x="50730" y="78447"/>
                  <a:pt x="51080" y="79630"/>
                </a:cubicBezTo>
                <a:cubicBezTo>
                  <a:pt x="51295" y="80275"/>
                  <a:pt x="51510" y="80921"/>
                  <a:pt x="51725" y="81566"/>
                </a:cubicBezTo>
                <a:cubicBezTo>
                  <a:pt x="52101" y="82964"/>
                  <a:pt x="52478" y="84362"/>
                  <a:pt x="52935" y="85733"/>
                </a:cubicBezTo>
                <a:cubicBezTo>
                  <a:pt x="53123" y="86351"/>
                  <a:pt x="53177" y="86943"/>
                  <a:pt x="53876" y="87158"/>
                </a:cubicBezTo>
                <a:cubicBezTo>
                  <a:pt x="53881" y="87163"/>
                  <a:pt x="53887" y="87165"/>
                  <a:pt x="53893" y="87165"/>
                </a:cubicBezTo>
                <a:cubicBezTo>
                  <a:pt x="53920" y="87165"/>
                  <a:pt x="53951" y="87126"/>
                  <a:pt x="53929" y="87104"/>
                </a:cubicBezTo>
                <a:cubicBezTo>
                  <a:pt x="53661" y="86513"/>
                  <a:pt x="53392" y="85894"/>
                  <a:pt x="53150" y="85303"/>
                </a:cubicBezTo>
                <a:lnTo>
                  <a:pt x="53150" y="85303"/>
                </a:lnTo>
                <a:cubicBezTo>
                  <a:pt x="53526" y="86163"/>
                  <a:pt x="54198" y="86862"/>
                  <a:pt x="55032" y="87319"/>
                </a:cubicBezTo>
                <a:cubicBezTo>
                  <a:pt x="55041" y="87324"/>
                  <a:pt x="55052" y="87326"/>
                  <a:pt x="55062" y="87326"/>
                </a:cubicBezTo>
                <a:cubicBezTo>
                  <a:pt x="55111" y="87326"/>
                  <a:pt x="55161" y="87278"/>
                  <a:pt x="55139" y="87212"/>
                </a:cubicBezTo>
                <a:cubicBezTo>
                  <a:pt x="54439" y="85581"/>
                  <a:pt x="53792" y="83935"/>
                  <a:pt x="53196" y="82271"/>
                </a:cubicBezTo>
                <a:lnTo>
                  <a:pt x="53196" y="82271"/>
                </a:lnTo>
                <a:cubicBezTo>
                  <a:pt x="53573" y="83260"/>
                  <a:pt x="54073" y="84163"/>
                  <a:pt x="54817" y="84765"/>
                </a:cubicBezTo>
                <a:cubicBezTo>
                  <a:pt x="54822" y="84770"/>
                  <a:pt x="54828" y="84772"/>
                  <a:pt x="54834" y="84772"/>
                </a:cubicBezTo>
                <a:cubicBezTo>
                  <a:pt x="54861" y="84772"/>
                  <a:pt x="54892" y="84733"/>
                  <a:pt x="54870" y="84711"/>
                </a:cubicBezTo>
                <a:cubicBezTo>
                  <a:pt x="53714" y="83475"/>
                  <a:pt x="53338" y="81808"/>
                  <a:pt x="52827" y="80249"/>
                </a:cubicBezTo>
                <a:cubicBezTo>
                  <a:pt x="52397" y="78851"/>
                  <a:pt x="51967" y="77453"/>
                  <a:pt x="51591" y="76055"/>
                </a:cubicBezTo>
                <a:cubicBezTo>
                  <a:pt x="51214" y="74657"/>
                  <a:pt x="50892" y="73232"/>
                  <a:pt x="50676" y="71807"/>
                </a:cubicBezTo>
                <a:cubicBezTo>
                  <a:pt x="50623" y="71619"/>
                  <a:pt x="50569" y="71404"/>
                  <a:pt x="50515" y="71189"/>
                </a:cubicBezTo>
                <a:lnTo>
                  <a:pt x="50515" y="70624"/>
                </a:lnTo>
                <a:cubicBezTo>
                  <a:pt x="50596" y="70920"/>
                  <a:pt x="50676" y="71269"/>
                  <a:pt x="50703" y="71458"/>
                </a:cubicBezTo>
                <a:cubicBezTo>
                  <a:pt x="50703" y="71471"/>
                  <a:pt x="50717" y="71478"/>
                  <a:pt x="50730" y="71478"/>
                </a:cubicBezTo>
                <a:cubicBezTo>
                  <a:pt x="50744" y="71478"/>
                  <a:pt x="50757" y="71471"/>
                  <a:pt x="50757" y="71458"/>
                </a:cubicBezTo>
                <a:cubicBezTo>
                  <a:pt x="50676" y="71054"/>
                  <a:pt x="50596" y="70624"/>
                  <a:pt x="50515" y="70221"/>
                </a:cubicBezTo>
                <a:lnTo>
                  <a:pt x="50515" y="70221"/>
                </a:lnTo>
                <a:cubicBezTo>
                  <a:pt x="50558" y="70352"/>
                  <a:pt x="50596" y="70491"/>
                  <a:pt x="50632" y="70635"/>
                </a:cubicBezTo>
                <a:lnTo>
                  <a:pt x="50632" y="70635"/>
                </a:lnTo>
                <a:cubicBezTo>
                  <a:pt x="50546" y="70240"/>
                  <a:pt x="50463" y="69840"/>
                  <a:pt x="50381" y="69441"/>
                </a:cubicBezTo>
                <a:cubicBezTo>
                  <a:pt x="50542" y="68447"/>
                  <a:pt x="50730" y="67452"/>
                  <a:pt x="50918" y="66484"/>
                </a:cubicBezTo>
                <a:cubicBezTo>
                  <a:pt x="50964" y="67099"/>
                  <a:pt x="51029" y="67733"/>
                  <a:pt x="51113" y="68370"/>
                </a:cubicBezTo>
                <a:lnTo>
                  <a:pt x="51113" y="68370"/>
                </a:lnTo>
                <a:cubicBezTo>
                  <a:pt x="51073" y="68204"/>
                  <a:pt x="51031" y="68043"/>
                  <a:pt x="50999" y="67882"/>
                </a:cubicBezTo>
                <a:cubicBezTo>
                  <a:pt x="50999" y="67765"/>
                  <a:pt x="50917" y="67710"/>
                  <a:pt x="50835" y="67710"/>
                </a:cubicBezTo>
                <a:cubicBezTo>
                  <a:pt x="50748" y="67710"/>
                  <a:pt x="50663" y="67771"/>
                  <a:pt x="50676" y="67882"/>
                </a:cubicBezTo>
                <a:cubicBezTo>
                  <a:pt x="50596" y="69199"/>
                  <a:pt x="50650" y="70490"/>
                  <a:pt x="50892" y="71753"/>
                </a:cubicBezTo>
                <a:cubicBezTo>
                  <a:pt x="50837" y="71534"/>
                  <a:pt x="50784" y="71312"/>
                  <a:pt x="50733" y="71088"/>
                </a:cubicBezTo>
                <a:lnTo>
                  <a:pt x="50733" y="71088"/>
                </a:lnTo>
                <a:cubicBezTo>
                  <a:pt x="50885" y="71839"/>
                  <a:pt x="50989" y="72664"/>
                  <a:pt x="51160" y="73313"/>
                </a:cubicBezTo>
                <a:cubicBezTo>
                  <a:pt x="51349" y="74038"/>
                  <a:pt x="51537" y="74737"/>
                  <a:pt x="51725" y="75463"/>
                </a:cubicBezTo>
                <a:cubicBezTo>
                  <a:pt x="51859" y="75947"/>
                  <a:pt x="51967" y="76404"/>
                  <a:pt x="52101" y="76888"/>
                </a:cubicBezTo>
                <a:cubicBezTo>
                  <a:pt x="52585" y="78904"/>
                  <a:pt x="52962" y="81216"/>
                  <a:pt x="54171" y="82964"/>
                </a:cubicBezTo>
                <a:cubicBezTo>
                  <a:pt x="54306" y="83340"/>
                  <a:pt x="54413" y="83690"/>
                  <a:pt x="54548" y="84039"/>
                </a:cubicBezTo>
                <a:cubicBezTo>
                  <a:pt x="54548" y="84048"/>
                  <a:pt x="54554" y="84051"/>
                  <a:pt x="54562" y="84051"/>
                </a:cubicBezTo>
                <a:cubicBezTo>
                  <a:pt x="54578" y="84051"/>
                  <a:pt x="54602" y="84039"/>
                  <a:pt x="54602" y="84039"/>
                </a:cubicBezTo>
                <a:cubicBezTo>
                  <a:pt x="54494" y="83717"/>
                  <a:pt x="54386" y="83421"/>
                  <a:pt x="54252" y="83125"/>
                </a:cubicBezTo>
                <a:lnTo>
                  <a:pt x="54252" y="83125"/>
                </a:lnTo>
                <a:cubicBezTo>
                  <a:pt x="54467" y="83421"/>
                  <a:pt x="54709" y="83717"/>
                  <a:pt x="55005" y="83959"/>
                </a:cubicBezTo>
                <a:cubicBezTo>
                  <a:pt x="55035" y="83996"/>
                  <a:pt x="55076" y="84013"/>
                  <a:pt x="55117" y="84013"/>
                </a:cubicBezTo>
                <a:cubicBezTo>
                  <a:pt x="55223" y="84013"/>
                  <a:pt x="55332" y="83906"/>
                  <a:pt x="55274" y="83770"/>
                </a:cubicBezTo>
                <a:lnTo>
                  <a:pt x="55166" y="83528"/>
                </a:lnTo>
                <a:lnTo>
                  <a:pt x="55166" y="83528"/>
                </a:lnTo>
                <a:cubicBezTo>
                  <a:pt x="55178" y="83531"/>
                  <a:pt x="55189" y="83532"/>
                  <a:pt x="55201" y="83532"/>
                </a:cubicBezTo>
                <a:cubicBezTo>
                  <a:pt x="55318" y="83532"/>
                  <a:pt x="55406" y="83409"/>
                  <a:pt x="55381" y="83286"/>
                </a:cubicBezTo>
                <a:cubicBezTo>
                  <a:pt x="54610" y="81192"/>
                  <a:pt x="53898" y="79083"/>
                  <a:pt x="53265" y="76948"/>
                </a:cubicBezTo>
                <a:lnTo>
                  <a:pt x="53265" y="76948"/>
                </a:lnTo>
                <a:cubicBezTo>
                  <a:pt x="53942" y="79138"/>
                  <a:pt x="54912" y="81243"/>
                  <a:pt x="56295" y="83206"/>
                </a:cubicBezTo>
                <a:cubicBezTo>
                  <a:pt x="56310" y="83229"/>
                  <a:pt x="56332" y="83239"/>
                  <a:pt x="56355" y="83239"/>
                </a:cubicBezTo>
                <a:cubicBezTo>
                  <a:pt x="56412" y="83239"/>
                  <a:pt x="56476" y="83175"/>
                  <a:pt x="56457" y="83098"/>
                </a:cubicBezTo>
                <a:cubicBezTo>
                  <a:pt x="54575" y="78743"/>
                  <a:pt x="53096" y="74227"/>
                  <a:pt x="52074" y="69603"/>
                </a:cubicBezTo>
                <a:cubicBezTo>
                  <a:pt x="51913" y="67586"/>
                  <a:pt x="51886" y="65570"/>
                  <a:pt x="51886" y="63554"/>
                </a:cubicBezTo>
                <a:lnTo>
                  <a:pt x="51886" y="63554"/>
                </a:lnTo>
                <a:cubicBezTo>
                  <a:pt x="51913" y="64038"/>
                  <a:pt x="51940" y="64521"/>
                  <a:pt x="51994" y="65005"/>
                </a:cubicBezTo>
                <a:cubicBezTo>
                  <a:pt x="52128" y="66430"/>
                  <a:pt x="52370" y="67855"/>
                  <a:pt x="52639" y="69280"/>
                </a:cubicBezTo>
                <a:cubicBezTo>
                  <a:pt x="52747" y="70060"/>
                  <a:pt x="52881" y="70812"/>
                  <a:pt x="53042" y="71592"/>
                </a:cubicBezTo>
                <a:cubicBezTo>
                  <a:pt x="53714" y="74926"/>
                  <a:pt x="54709" y="78420"/>
                  <a:pt x="56860" y="81109"/>
                </a:cubicBezTo>
                <a:cubicBezTo>
                  <a:pt x="56875" y="81124"/>
                  <a:pt x="56894" y="81131"/>
                  <a:pt x="56913" y="81131"/>
                </a:cubicBezTo>
                <a:cubicBezTo>
                  <a:pt x="56963" y="81131"/>
                  <a:pt x="57014" y="81086"/>
                  <a:pt x="56994" y="81028"/>
                </a:cubicBezTo>
                <a:cubicBezTo>
                  <a:pt x="55085" y="77426"/>
                  <a:pt x="53687" y="73581"/>
                  <a:pt x="52854" y="69576"/>
                </a:cubicBezTo>
                <a:cubicBezTo>
                  <a:pt x="52773" y="69119"/>
                  <a:pt x="52720" y="68635"/>
                  <a:pt x="52666" y="68178"/>
                </a:cubicBezTo>
                <a:cubicBezTo>
                  <a:pt x="52478" y="66538"/>
                  <a:pt x="52370" y="64898"/>
                  <a:pt x="52397" y="63231"/>
                </a:cubicBezTo>
                <a:lnTo>
                  <a:pt x="52397" y="63070"/>
                </a:lnTo>
                <a:cubicBezTo>
                  <a:pt x="52397" y="63365"/>
                  <a:pt x="52424" y="63634"/>
                  <a:pt x="52451" y="63903"/>
                </a:cubicBezTo>
                <a:cubicBezTo>
                  <a:pt x="52424" y="63930"/>
                  <a:pt x="52424" y="63957"/>
                  <a:pt x="52424" y="63984"/>
                </a:cubicBezTo>
                <a:cubicBezTo>
                  <a:pt x="52451" y="64145"/>
                  <a:pt x="52478" y="64280"/>
                  <a:pt x="52505" y="64441"/>
                </a:cubicBezTo>
                <a:cubicBezTo>
                  <a:pt x="52693" y="65919"/>
                  <a:pt x="53015" y="67398"/>
                  <a:pt x="53446" y="68850"/>
                </a:cubicBezTo>
                <a:cubicBezTo>
                  <a:pt x="53822" y="70490"/>
                  <a:pt x="54252" y="72103"/>
                  <a:pt x="54709" y="73689"/>
                </a:cubicBezTo>
                <a:cubicBezTo>
                  <a:pt x="55381" y="76082"/>
                  <a:pt x="56107" y="78474"/>
                  <a:pt x="57828" y="80383"/>
                </a:cubicBezTo>
                <a:cubicBezTo>
                  <a:pt x="57847" y="80408"/>
                  <a:pt x="57870" y="80419"/>
                  <a:pt x="57894" y="80419"/>
                </a:cubicBezTo>
                <a:cubicBezTo>
                  <a:pt x="57971" y="80419"/>
                  <a:pt x="58050" y="80310"/>
                  <a:pt x="57989" y="80249"/>
                </a:cubicBezTo>
                <a:cubicBezTo>
                  <a:pt x="56107" y="78125"/>
                  <a:pt x="55408" y="75383"/>
                  <a:pt x="54655" y="72721"/>
                </a:cubicBezTo>
                <a:cubicBezTo>
                  <a:pt x="54602" y="72479"/>
                  <a:pt x="54548" y="72264"/>
                  <a:pt x="54467" y="72022"/>
                </a:cubicBezTo>
                <a:lnTo>
                  <a:pt x="54467" y="72022"/>
                </a:lnTo>
                <a:cubicBezTo>
                  <a:pt x="54843" y="73017"/>
                  <a:pt x="55193" y="74012"/>
                  <a:pt x="55569" y="74952"/>
                </a:cubicBezTo>
                <a:cubicBezTo>
                  <a:pt x="56053" y="76861"/>
                  <a:pt x="56752" y="78770"/>
                  <a:pt x="58204" y="79980"/>
                </a:cubicBezTo>
                <a:cubicBezTo>
                  <a:pt x="58245" y="80014"/>
                  <a:pt x="58291" y="80029"/>
                  <a:pt x="58337" y="80029"/>
                </a:cubicBezTo>
                <a:cubicBezTo>
                  <a:pt x="58471" y="80029"/>
                  <a:pt x="58600" y="79898"/>
                  <a:pt x="58580" y="79738"/>
                </a:cubicBezTo>
                <a:cubicBezTo>
                  <a:pt x="58285" y="78797"/>
                  <a:pt x="57962" y="77856"/>
                  <a:pt x="57639" y="76942"/>
                </a:cubicBezTo>
                <a:lnTo>
                  <a:pt x="57639" y="76942"/>
                </a:lnTo>
                <a:cubicBezTo>
                  <a:pt x="58043" y="77506"/>
                  <a:pt x="58527" y="78017"/>
                  <a:pt x="59064" y="78474"/>
                </a:cubicBezTo>
                <a:cubicBezTo>
                  <a:pt x="59079" y="78484"/>
                  <a:pt x="59095" y="78489"/>
                  <a:pt x="59111" y="78489"/>
                </a:cubicBezTo>
                <a:cubicBezTo>
                  <a:pt x="59180" y="78489"/>
                  <a:pt x="59242" y="78405"/>
                  <a:pt x="59199" y="78340"/>
                </a:cubicBezTo>
                <a:cubicBezTo>
                  <a:pt x="56833" y="73877"/>
                  <a:pt x="54897" y="69199"/>
                  <a:pt x="53499" y="64360"/>
                </a:cubicBezTo>
                <a:cubicBezTo>
                  <a:pt x="53284" y="63177"/>
                  <a:pt x="52988" y="61806"/>
                  <a:pt x="52773" y="61457"/>
                </a:cubicBezTo>
                <a:cubicBezTo>
                  <a:pt x="52747" y="61053"/>
                  <a:pt x="52693" y="60596"/>
                  <a:pt x="52666" y="60166"/>
                </a:cubicBezTo>
                <a:cubicBezTo>
                  <a:pt x="52773" y="59924"/>
                  <a:pt x="52854" y="59682"/>
                  <a:pt x="52935" y="59467"/>
                </a:cubicBezTo>
                <a:cubicBezTo>
                  <a:pt x="53177" y="60570"/>
                  <a:pt x="53553" y="62183"/>
                  <a:pt x="53607" y="62425"/>
                </a:cubicBezTo>
                <a:cubicBezTo>
                  <a:pt x="53687" y="62693"/>
                  <a:pt x="53768" y="62989"/>
                  <a:pt x="53849" y="63285"/>
                </a:cubicBezTo>
                <a:cubicBezTo>
                  <a:pt x="54736" y="67613"/>
                  <a:pt x="56322" y="71753"/>
                  <a:pt x="59252" y="75248"/>
                </a:cubicBezTo>
                <a:cubicBezTo>
                  <a:pt x="59267" y="75263"/>
                  <a:pt x="59287" y="75270"/>
                  <a:pt x="59305" y="75270"/>
                </a:cubicBezTo>
                <a:cubicBezTo>
                  <a:pt x="59354" y="75270"/>
                  <a:pt x="59399" y="75226"/>
                  <a:pt x="59360" y="75168"/>
                </a:cubicBezTo>
                <a:cubicBezTo>
                  <a:pt x="56914" y="71269"/>
                  <a:pt x="55032" y="67022"/>
                  <a:pt x="53795" y="62559"/>
                </a:cubicBezTo>
                <a:cubicBezTo>
                  <a:pt x="53741" y="62209"/>
                  <a:pt x="53661" y="61833"/>
                  <a:pt x="53607" y="61457"/>
                </a:cubicBezTo>
                <a:cubicBezTo>
                  <a:pt x="53499" y="60811"/>
                  <a:pt x="53419" y="60193"/>
                  <a:pt x="53338" y="59548"/>
                </a:cubicBezTo>
                <a:lnTo>
                  <a:pt x="53338" y="59548"/>
                </a:lnTo>
                <a:cubicBezTo>
                  <a:pt x="53795" y="61591"/>
                  <a:pt x="54467" y="63581"/>
                  <a:pt x="55354" y="65489"/>
                </a:cubicBezTo>
                <a:cubicBezTo>
                  <a:pt x="55704" y="66296"/>
                  <a:pt x="56134" y="67075"/>
                  <a:pt x="56564" y="67855"/>
                </a:cubicBezTo>
                <a:cubicBezTo>
                  <a:pt x="57290" y="70006"/>
                  <a:pt x="58177" y="72183"/>
                  <a:pt x="59817" y="73689"/>
                </a:cubicBezTo>
                <a:cubicBezTo>
                  <a:pt x="59840" y="73712"/>
                  <a:pt x="59867" y="73722"/>
                  <a:pt x="59893" y="73722"/>
                </a:cubicBezTo>
                <a:cubicBezTo>
                  <a:pt x="59959" y="73722"/>
                  <a:pt x="60017" y="73658"/>
                  <a:pt x="59978" y="73581"/>
                </a:cubicBezTo>
                <a:cubicBezTo>
                  <a:pt x="59010" y="71968"/>
                  <a:pt x="58016" y="70328"/>
                  <a:pt x="57129" y="68635"/>
                </a:cubicBezTo>
                <a:cubicBezTo>
                  <a:pt x="56806" y="67828"/>
                  <a:pt x="56537" y="67022"/>
                  <a:pt x="56241" y="66188"/>
                </a:cubicBezTo>
                <a:cubicBezTo>
                  <a:pt x="55704" y="64656"/>
                  <a:pt x="55166" y="63124"/>
                  <a:pt x="54709" y="61564"/>
                </a:cubicBezTo>
                <a:cubicBezTo>
                  <a:pt x="54521" y="60892"/>
                  <a:pt x="54333" y="60220"/>
                  <a:pt x="54198" y="59548"/>
                </a:cubicBezTo>
                <a:cubicBezTo>
                  <a:pt x="54144" y="59010"/>
                  <a:pt x="54118" y="58499"/>
                  <a:pt x="54091" y="57962"/>
                </a:cubicBezTo>
                <a:lnTo>
                  <a:pt x="54091" y="57962"/>
                </a:lnTo>
                <a:cubicBezTo>
                  <a:pt x="54548" y="60354"/>
                  <a:pt x="55731" y="62586"/>
                  <a:pt x="56779" y="64763"/>
                </a:cubicBezTo>
                <a:cubicBezTo>
                  <a:pt x="58096" y="67506"/>
                  <a:pt x="59575" y="70167"/>
                  <a:pt x="61242" y="72748"/>
                </a:cubicBezTo>
                <a:cubicBezTo>
                  <a:pt x="61276" y="72791"/>
                  <a:pt x="61321" y="72809"/>
                  <a:pt x="61364" y="72809"/>
                </a:cubicBezTo>
                <a:cubicBezTo>
                  <a:pt x="61456" y="72809"/>
                  <a:pt x="61539" y="72724"/>
                  <a:pt x="61484" y="72614"/>
                </a:cubicBezTo>
                <a:cubicBezTo>
                  <a:pt x="61296" y="72318"/>
                  <a:pt x="61134" y="72022"/>
                  <a:pt x="60946" y="71726"/>
                </a:cubicBezTo>
                <a:cubicBezTo>
                  <a:pt x="60839" y="71511"/>
                  <a:pt x="60677" y="71242"/>
                  <a:pt x="60570" y="71054"/>
                </a:cubicBezTo>
                <a:cubicBezTo>
                  <a:pt x="60247" y="70517"/>
                  <a:pt x="59951" y="69952"/>
                  <a:pt x="59629" y="69414"/>
                </a:cubicBezTo>
                <a:cubicBezTo>
                  <a:pt x="58769" y="67775"/>
                  <a:pt x="57958" y="66111"/>
                  <a:pt x="57200" y="64422"/>
                </a:cubicBezTo>
                <a:lnTo>
                  <a:pt x="57200" y="64422"/>
                </a:lnTo>
                <a:cubicBezTo>
                  <a:pt x="58178" y="66519"/>
                  <a:pt x="59401" y="68501"/>
                  <a:pt x="60946" y="70302"/>
                </a:cubicBezTo>
                <a:cubicBezTo>
                  <a:pt x="60981" y="70336"/>
                  <a:pt x="61024" y="70351"/>
                  <a:pt x="61068" y="70351"/>
                </a:cubicBezTo>
                <a:cubicBezTo>
                  <a:pt x="61194" y="70351"/>
                  <a:pt x="61322" y="70226"/>
                  <a:pt x="61242" y="70086"/>
                </a:cubicBezTo>
                <a:cubicBezTo>
                  <a:pt x="60167" y="68393"/>
                  <a:pt x="59199" y="66618"/>
                  <a:pt x="58338" y="64817"/>
                </a:cubicBezTo>
                <a:lnTo>
                  <a:pt x="58338" y="64817"/>
                </a:lnTo>
                <a:cubicBezTo>
                  <a:pt x="58795" y="65624"/>
                  <a:pt x="59306" y="66430"/>
                  <a:pt x="59844" y="67183"/>
                </a:cubicBezTo>
                <a:cubicBezTo>
                  <a:pt x="60597" y="68420"/>
                  <a:pt x="61511" y="69576"/>
                  <a:pt x="62505" y="70651"/>
                </a:cubicBezTo>
                <a:cubicBezTo>
                  <a:pt x="62543" y="70689"/>
                  <a:pt x="62590" y="70705"/>
                  <a:pt x="62634" y="70705"/>
                </a:cubicBezTo>
                <a:cubicBezTo>
                  <a:pt x="62748" y="70705"/>
                  <a:pt x="62851" y="70598"/>
                  <a:pt x="62774" y="70463"/>
                </a:cubicBezTo>
                <a:cubicBezTo>
                  <a:pt x="61538" y="68124"/>
                  <a:pt x="60274" y="65812"/>
                  <a:pt x="59010" y="63473"/>
                </a:cubicBezTo>
                <a:cubicBezTo>
                  <a:pt x="57935" y="60973"/>
                  <a:pt x="56887" y="58473"/>
                  <a:pt x="55892" y="55946"/>
                </a:cubicBezTo>
                <a:cubicBezTo>
                  <a:pt x="55892" y="55838"/>
                  <a:pt x="55865" y="55757"/>
                  <a:pt x="55865" y="55677"/>
                </a:cubicBezTo>
                <a:lnTo>
                  <a:pt x="55865" y="55677"/>
                </a:lnTo>
                <a:cubicBezTo>
                  <a:pt x="56376" y="56564"/>
                  <a:pt x="56887" y="57451"/>
                  <a:pt x="57397" y="58365"/>
                </a:cubicBezTo>
                <a:cubicBezTo>
                  <a:pt x="58634" y="61806"/>
                  <a:pt x="60355" y="65032"/>
                  <a:pt x="62505" y="67963"/>
                </a:cubicBezTo>
                <a:cubicBezTo>
                  <a:pt x="62542" y="68014"/>
                  <a:pt x="62591" y="68035"/>
                  <a:pt x="62640" y="68035"/>
                </a:cubicBezTo>
                <a:cubicBezTo>
                  <a:pt x="62771" y="68035"/>
                  <a:pt x="62906" y="67884"/>
                  <a:pt x="62828" y="67748"/>
                </a:cubicBezTo>
                <a:cubicBezTo>
                  <a:pt x="61161" y="64253"/>
                  <a:pt x="59333" y="60811"/>
                  <a:pt x="57424" y="57451"/>
                </a:cubicBezTo>
                <a:cubicBezTo>
                  <a:pt x="56994" y="56268"/>
                  <a:pt x="56645" y="55058"/>
                  <a:pt x="56349" y="53822"/>
                </a:cubicBezTo>
                <a:lnTo>
                  <a:pt x="56349" y="53822"/>
                </a:lnTo>
                <a:cubicBezTo>
                  <a:pt x="56376" y="53849"/>
                  <a:pt x="56376" y="53849"/>
                  <a:pt x="56403" y="53875"/>
                </a:cubicBezTo>
                <a:cubicBezTo>
                  <a:pt x="56591" y="54225"/>
                  <a:pt x="56779" y="54521"/>
                  <a:pt x="56967" y="54843"/>
                </a:cubicBezTo>
                <a:cubicBezTo>
                  <a:pt x="57666" y="57021"/>
                  <a:pt x="58634" y="59118"/>
                  <a:pt x="59871" y="61053"/>
                </a:cubicBezTo>
                <a:cubicBezTo>
                  <a:pt x="59951" y="61376"/>
                  <a:pt x="60059" y="61699"/>
                  <a:pt x="60140" y="62021"/>
                </a:cubicBezTo>
                <a:cubicBezTo>
                  <a:pt x="60151" y="62032"/>
                  <a:pt x="60171" y="62039"/>
                  <a:pt x="60191" y="62039"/>
                </a:cubicBezTo>
                <a:cubicBezTo>
                  <a:pt x="60219" y="62039"/>
                  <a:pt x="60247" y="62026"/>
                  <a:pt x="60247" y="61994"/>
                </a:cubicBezTo>
                <a:cubicBezTo>
                  <a:pt x="60247" y="61860"/>
                  <a:pt x="60220" y="61699"/>
                  <a:pt x="60193" y="61564"/>
                </a:cubicBezTo>
                <a:lnTo>
                  <a:pt x="60193" y="61564"/>
                </a:lnTo>
                <a:cubicBezTo>
                  <a:pt x="61081" y="62882"/>
                  <a:pt x="62102" y="64145"/>
                  <a:pt x="63231" y="65301"/>
                </a:cubicBezTo>
                <a:cubicBezTo>
                  <a:pt x="63247" y="65324"/>
                  <a:pt x="63270" y="65334"/>
                  <a:pt x="63296" y="65334"/>
                </a:cubicBezTo>
                <a:cubicBezTo>
                  <a:pt x="63359" y="65334"/>
                  <a:pt x="63431" y="65271"/>
                  <a:pt x="63393" y="65194"/>
                </a:cubicBezTo>
                <a:lnTo>
                  <a:pt x="61511" y="61994"/>
                </a:lnTo>
                <a:cubicBezTo>
                  <a:pt x="61511" y="61887"/>
                  <a:pt x="61484" y="61779"/>
                  <a:pt x="61457" y="61645"/>
                </a:cubicBezTo>
                <a:lnTo>
                  <a:pt x="61457" y="61645"/>
                </a:lnTo>
                <a:cubicBezTo>
                  <a:pt x="62290" y="63070"/>
                  <a:pt x="63204" y="64441"/>
                  <a:pt x="64226" y="65758"/>
                </a:cubicBezTo>
                <a:cubicBezTo>
                  <a:pt x="64241" y="65781"/>
                  <a:pt x="64265" y="65791"/>
                  <a:pt x="64290" y="65791"/>
                </a:cubicBezTo>
                <a:cubicBezTo>
                  <a:pt x="64354" y="65791"/>
                  <a:pt x="64426" y="65728"/>
                  <a:pt x="64387" y="65651"/>
                </a:cubicBezTo>
                <a:lnTo>
                  <a:pt x="63581" y="64091"/>
                </a:lnTo>
                <a:cubicBezTo>
                  <a:pt x="63608" y="64064"/>
                  <a:pt x="63608" y="64038"/>
                  <a:pt x="63581" y="64011"/>
                </a:cubicBezTo>
                <a:lnTo>
                  <a:pt x="63473" y="63742"/>
                </a:lnTo>
                <a:lnTo>
                  <a:pt x="63473" y="63742"/>
                </a:lnTo>
                <a:lnTo>
                  <a:pt x="63661" y="64118"/>
                </a:lnTo>
                <a:cubicBezTo>
                  <a:pt x="63677" y="64142"/>
                  <a:pt x="63700" y="64152"/>
                  <a:pt x="63723" y="64152"/>
                </a:cubicBezTo>
                <a:cubicBezTo>
                  <a:pt x="63780" y="64152"/>
                  <a:pt x="63842" y="64095"/>
                  <a:pt x="63823" y="64038"/>
                </a:cubicBezTo>
                <a:cubicBezTo>
                  <a:pt x="63339" y="62693"/>
                  <a:pt x="62855" y="61349"/>
                  <a:pt x="62371" y="60032"/>
                </a:cubicBezTo>
                <a:cubicBezTo>
                  <a:pt x="62344" y="59897"/>
                  <a:pt x="62317" y="59763"/>
                  <a:pt x="62290" y="59602"/>
                </a:cubicBezTo>
                <a:cubicBezTo>
                  <a:pt x="62452" y="59575"/>
                  <a:pt x="62532" y="59467"/>
                  <a:pt x="62532" y="59333"/>
                </a:cubicBezTo>
                <a:cubicBezTo>
                  <a:pt x="62507" y="58976"/>
                  <a:pt x="62481" y="58619"/>
                  <a:pt x="62456" y="58262"/>
                </a:cubicBezTo>
                <a:lnTo>
                  <a:pt x="62456" y="58262"/>
                </a:lnTo>
                <a:cubicBezTo>
                  <a:pt x="62479" y="58287"/>
                  <a:pt x="62480" y="58313"/>
                  <a:pt x="62505" y="58338"/>
                </a:cubicBezTo>
                <a:cubicBezTo>
                  <a:pt x="62909" y="60166"/>
                  <a:pt x="63366" y="62021"/>
                  <a:pt x="64414" y="63473"/>
                </a:cubicBezTo>
                <a:cubicBezTo>
                  <a:pt x="64430" y="63497"/>
                  <a:pt x="64450" y="63506"/>
                  <a:pt x="64471" y="63506"/>
                </a:cubicBezTo>
                <a:cubicBezTo>
                  <a:pt x="64522" y="63506"/>
                  <a:pt x="64575" y="63449"/>
                  <a:pt x="64575" y="63392"/>
                </a:cubicBezTo>
                <a:cubicBezTo>
                  <a:pt x="64253" y="61537"/>
                  <a:pt x="63715" y="59736"/>
                  <a:pt x="62989" y="58016"/>
                </a:cubicBezTo>
                <a:cubicBezTo>
                  <a:pt x="63043" y="57343"/>
                  <a:pt x="63043" y="56671"/>
                  <a:pt x="63070" y="55999"/>
                </a:cubicBezTo>
                <a:cubicBezTo>
                  <a:pt x="63312" y="56456"/>
                  <a:pt x="63608" y="56913"/>
                  <a:pt x="63903" y="57370"/>
                </a:cubicBezTo>
                <a:cubicBezTo>
                  <a:pt x="63957" y="57532"/>
                  <a:pt x="64038" y="57693"/>
                  <a:pt x="64092" y="57881"/>
                </a:cubicBezTo>
                <a:cubicBezTo>
                  <a:pt x="64172" y="58069"/>
                  <a:pt x="64226" y="58231"/>
                  <a:pt x="64280" y="58392"/>
                </a:cubicBezTo>
                <a:cubicBezTo>
                  <a:pt x="64387" y="58849"/>
                  <a:pt x="64468" y="59306"/>
                  <a:pt x="64575" y="59736"/>
                </a:cubicBezTo>
                <a:cubicBezTo>
                  <a:pt x="64587" y="59793"/>
                  <a:pt x="64627" y="59816"/>
                  <a:pt x="64667" y="59816"/>
                </a:cubicBezTo>
                <a:cubicBezTo>
                  <a:pt x="64723" y="59816"/>
                  <a:pt x="64779" y="59772"/>
                  <a:pt x="64764" y="59709"/>
                </a:cubicBezTo>
                <a:lnTo>
                  <a:pt x="64737" y="59521"/>
                </a:lnTo>
                <a:lnTo>
                  <a:pt x="64737" y="59521"/>
                </a:lnTo>
                <a:cubicBezTo>
                  <a:pt x="64755" y="59533"/>
                  <a:pt x="64776" y="59538"/>
                  <a:pt x="64797" y="59538"/>
                </a:cubicBezTo>
                <a:cubicBezTo>
                  <a:pt x="64868" y="59538"/>
                  <a:pt x="64940" y="59476"/>
                  <a:pt x="64898" y="59414"/>
                </a:cubicBezTo>
                <a:cubicBezTo>
                  <a:pt x="64817" y="59064"/>
                  <a:pt x="64710" y="58741"/>
                  <a:pt x="64602" y="58365"/>
                </a:cubicBezTo>
                <a:cubicBezTo>
                  <a:pt x="64575" y="58150"/>
                  <a:pt x="64522" y="57854"/>
                  <a:pt x="64468" y="57559"/>
                </a:cubicBezTo>
                <a:cubicBezTo>
                  <a:pt x="64522" y="57532"/>
                  <a:pt x="64549" y="57451"/>
                  <a:pt x="64522" y="57397"/>
                </a:cubicBezTo>
                <a:lnTo>
                  <a:pt x="64334" y="56967"/>
                </a:lnTo>
                <a:lnTo>
                  <a:pt x="64253" y="56644"/>
                </a:lnTo>
                <a:lnTo>
                  <a:pt x="64145" y="55946"/>
                </a:lnTo>
                <a:cubicBezTo>
                  <a:pt x="64145" y="55757"/>
                  <a:pt x="64118" y="55596"/>
                  <a:pt x="64092" y="55435"/>
                </a:cubicBezTo>
                <a:cubicBezTo>
                  <a:pt x="64253" y="55058"/>
                  <a:pt x="64441" y="54709"/>
                  <a:pt x="64629" y="54359"/>
                </a:cubicBezTo>
                <a:cubicBezTo>
                  <a:pt x="64710" y="55381"/>
                  <a:pt x="64817" y="56376"/>
                  <a:pt x="64952" y="57370"/>
                </a:cubicBezTo>
                <a:cubicBezTo>
                  <a:pt x="64952" y="57411"/>
                  <a:pt x="64992" y="57431"/>
                  <a:pt x="65033" y="57431"/>
                </a:cubicBezTo>
                <a:cubicBezTo>
                  <a:pt x="65073" y="57431"/>
                  <a:pt x="65113" y="57411"/>
                  <a:pt x="65113" y="57370"/>
                </a:cubicBezTo>
                <a:cubicBezTo>
                  <a:pt x="65113" y="56913"/>
                  <a:pt x="65086" y="56456"/>
                  <a:pt x="65059" y="56026"/>
                </a:cubicBezTo>
                <a:cubicBezTo>
                  <a:pt x="65274" y="55623"/>
                  <a:pt x="65463" y="55220"/>
                  <a:pt x="65651" y="54816"/>
                </a:cubicBezTo>
                <a:cubicBezTo>
                  <a:pt x="65705" y="54951"/>
                  <a:pt x="65812" y="55031"/>
                  <a:pt x="65947" y="55058"/>
                </a:cubicBezTo>
                <a:cubicBezTo>
                  <a:pt x="65516" y="56214"/>
                  <a:pt x="65167" y="57424"/>
                  <a:pt x="64871" y="58607"/>
                </a:cubicBezTo>
                <a:cubicBezTo>
                  <a:pt x="64835" y="58698"/>
                  <a:pt x="64909" y="58764"/>
                  <a:pt x="64986" y="58764"/>
                </a:cubicBezTo>
                <a:cubicBezTo>
                  <a:pt x="65023" y="58764"/>
                  <a:pt x="65060" y="58749"/>
                  <a:pt x="65086" y="58715"/>
                </a:cubicBezTo>
                <a:cubicBezTo>
                  <a:pt x="65436" y="58177"/>
                  <a:pt x="65785" y="57666"/>
                  <a:pt x="66108" y="57128"/>
                </a:cubicBezTo>
                <a:lnTo>
                  <a:pt x="66108" y="57128"/>
                </a:lnTo>
                <a:cubicBezTo>
                  <a:pt x="65812" y="58258"/>
                  <a:pt x="65543" y="59414"/>
                  <a:pt x="65382" y="60596"/>
                </a:cubicBezTo>
                <a:cubicBezTo>
                  <a:pt x="65367" y="60688"/>
                  <a:pt x="65438" y="60736"/>
                  <a:pt x="65513" y="60736"/>
                </a:cubicBezTo>
                <a:cubicBezTo>
                  <a:pt x="65569" y="60736"/>
                  <a:pt x="65628" y="60708"/>
                  <a:pt x="65651" y="60650"/>
                </a:cubicBezTo>
                <a:cubicBezTo>
                  <a:pt x="66350" y="58715"/>
                  <a:pt x="67183" y="56833"/>
                  <a:pt x="68178" y="55031"/>
                </a:cubicBezTo>
                <a:lnTo>
                  <a:pt x="68178" y="55031"/>
                </a:lnTo>
                <a:cubicBezTo>
                  <a:pt x="67345" y="56967"/>
                  <a:pt x="66592" y="58930"/>
                  <a:pt x="65920" y="60919"/>
                </a:cubicBezTo>
                <a:cubicBezTo>
                  <a:pt x="65866" y="61082"/>
                  <a:pt x="66005" y="61220"/>
                  <a:pt x="66136" y="61220"/>
                </a:cubicBezTo>
                <a:cubicBezTo>
                  <a:pt x="66199" y="61220"/>
                  <a:pt x="66261" y="61187"/>
                  <a:pt x="66296" y="61107"/>
                </a:cubicBezTo>
                <a:cubicBezTo>
                  <a:pt x="67345" y="58983"/>
                  <a:pt x="68393" y="56833"/>
                  <a:pt x="69441" y="54682"/>
                </a:cubicBezTo>
                <a:lnTo>
                  <a:pt x="69441" y="54682"/>
                </a:lnTo>
                <a:cubicBezTo>
                  <a:pt x="68958" y="56053"/>
                  <a:pt x="68474" y="57451"/>
                  <a:pt x="67990" y="58822"/>
                </a:cubicBezTo>
                <a:cubicBezTo>
                  <a:pt x="67371" y="60570"/>
                  <a:pt x="66296" y="62532"/>
                  <a:pt x="66995" y="64387"/>
                </a:cubicBezTo>
                <a:cubicBezTo>
                  <a:pt x="66834" y="65436"/>
                  <a:pt x="66780" y="66511"/>
                  <a:pt x="66888" y="67613"/>
                </a:cubicBezTo>
                <a:cubicBezTo>
                  <a:pt x="66888" y="67667"/>
                  <a:pt x="66935" y="67694"/>
                  <a:pt x="66985" y="67694"/>
                </a:cubicBezTo>
                <a:cubicBezTo>
                  <a:pt x="67035" y="67694"/>
                  <a:pt x="67089" y="67667"/>
                  <a:pt x="67103" y="67613"/>
                </a:cubicBezTo>
                <a:cubicBezTo>
                  <a:pt x="67264" y="66968"/>
                  <a:pt x="68339" y="63339"/>
                  <a:pt x="69253" y="60113"/>
                </a:cubicBezTo>
                <a:lnTo>
                  <a:pt x="69253" y="60113"/>
                </a:lnTo>
                <a:cubicBezTo>
                  <a:pt x="69253" y="60220"/>
                  <a:pt x="69226" y="60301"/>
                  <a:pt x="69226" y="60354"/>
                </a:cubicBezTo>
                <a:cubicBezTo>
                  <a:pt x="68796" y="62586"/>
                  <a:pt x="68581" y="64844"/>
                  <a:pt x="68608" y="67129"/>
                </a:cubicBezTo>
                <a:cubicBezTo>
                  <a:pt x="68608" y="67225"/>
                  <a:pt x="68693" y="67292"/>
                  <a:pt x="68773" y="67292"/>
                </a:cubicBezTo>
                <a:cubicBezTo>
                  <a:pt x="68829" y="67292"/>
                  <a:pt x="68882" y="67260"/>
                  <a:pt x="68904" y="67183"/>
                </a:cubicBezTo>
                <a:cubicBezTo>
                  <a:pt x="69280" y="65543"/>
                  <a:pt x="69657" y="63903"/>
                  <a:pt x="70033" y="62263"/>
                </a:cubicBezTo>
                <a:cubicBezTo>
                  <a:pt x="70060" y="63984"/>
                  <a:pt x="70221" y="65677"/>
                  <a:pt x="70490" y="67371"/>
                </a:cubicBezTo>
                <a:cubicBezTo>
                  <a:pt x="70516" y="67512"/>
                  <a:pt x="70627" y="67580"/>
                  <a:pt x="70739" y="67580"/>
                </a:cubicBezTo>
                <a:cubicBezTo>
                  <a:pt x="70862" y="67580"/>
                  <a:pt x="70987" y="67499"/>
                  <a:pt x="71001" y="67344"/>
                </a:cubicBezTo>
                <a:cubicBezTo>
                  <a:pt x="71055" y="66323"/>
                  <a:pt x="71135" y="65301"/>
                  <a:pt x="71189" y="64280"/>
                </a:cubicBezTo>
                <a:cubicBezTo>
                  <a:pt x="71377" y="65866"/>
                  <a:pt x="71754" y="67452"/>
                  <a:pt x="72345" y="68957"/>
                </a:cubicBezTo>
                <a:cubicBezTo>
                  <a:pt x="72378" y="69023"/>
                  <a:pt x="72441" y="69053"/>
                  <a:pt x="72506" y="69053"/>
                </a:cubicBezTo>
                <a:cubicBezTo>
                  <a:pt x="72600" y="69053"/>
                  <a:pt x="72694" y="68988"/>
                  <a:pt x="72694" y="68877"/>
                </a:cubicBezTo>
                <a:cubicBezTo>
                  <a:pt x="72748" y="67291"/>
                  <a:pt x="72641" y="65704"/>
                  <a:pt x="72426" y="64145"/>
                </a:cubicBezTo>
                <a:lnTo>
                  <a:pt x="72426" y="64145"/>
                </a:lnTo>
                <a:cubicBezTo>
                  <a:pt x="72829" y="65194"/>
                  <a:pt x="73286" y="66242"/>
                  <a:pt x="73797" y="67264"/>
                </a:cubicBezTo>
                <a:cubicBezTo>
                  <a:pt x="73823" y="67307"/>
                  <a:pt x="73863" y="67325"/>
                  <a:pt x="73904" y="67325"/>
                </a:cubicBezTo>
                <a:cubicBezTo>
                  <a:pt x="73989" y="67325"/>
                  <a:pt x="74075" y="67247"/>
                  <a:pt x="74039" y="67156"/>
                </a:cubicBezTo>
                <a:cubicBezTo>
                  <a:pt x="73850" y="66753"/>
                  <a:pt x="73689" y="66323"/>
                  <a:pt x="73528" y="65919"/>
                </a:cubicBezTo>
                <a:cubicBezTo>
                  <a:pt x="73474" y="65812"/>
                  <a:pt x="73447" y="65731"/>
                  <a:pt x="73420" y="65651"/>
                </a:cubicBezTo>
                <a:cubicBezTo>
                  <a:pt x="73151" y="64979"/>
                  <a:pt x="72910" y="64306"/>
                  <a:pt x="72721" y="63607"/>
                </a:cubicBezTo>
                <a:cubicBezTo>
                  <a:pt x="72694" y="63500"/>
                  <a:pt x="72668" y="63419"/>
                  <a:pt x="72641" y="63339"/>
                </a:cubicBezTo>
                <a:lnTo>
                  <a:pt x="72641" y="63339"/>
                </a:lnTo>
                <a:cubicBezTo>
                  <a:pt x="73232" y="64871"/>
                  <a:pt x="73958" y="66726"/>
                  <a:pt x="74039" y="66914"/>
                </a:cubicBezTo>
                <a:cubicBezTo>
                  <a:pt x="74056" y="66958"/>
                  <a:pt x="74088" y="66976"/>
                  <a:pt x="74121" y="66976"/>
                </a:cubicBezTo>
                <a:cubicBezTo>
                  <a:pt x="74189" y="66976"/>
                  <a:pt x="74263" y="66897"/>
                  <a:pt x="74227" y="66807"/>
                </a:cubicBezTo>
                <a:cubicBezTo>
                  <a:pt x="73393" y="64737"/>
                  <a:pt x="72668" y="62586"/>
                  <a:pt x="72049" y="60435"/>
                </a:cubicBezTo>
                <a:cubicBezTo>
                  <a:pt x="72038" y="60354"/>
                  <a:pt x="71981" y="60318"/>
                  <a:pt x="71923" y="60318"/>
                </a:cubicBezTo>
                <a:cubicBezTo>
                  <a:pt x="71846" y="60318"/>
                  <a:pt x="71765" y="60382"/>
                  <a:pt x="71780" y="60489"/>
                </a:cubicBezTo>
                <a:cubicBezTo>
                  <a:pt x="71915" y="61242"/>
                  <a:pt x="72049" y="61994"/>
                  <a:pt x="72237" y="62720"/>
                </a:cubicBezTo>
                <a:lnTo>
                  <a:pt x="72076" y="62156"/>
                </a:lnTo>
                <a:cubicBezTo>
                  <a:pt x="71915" y="61484"/>
                  <a:pt x="71727" y="60785"/>
                  <a:pt x="71512" y="60113"/>
                </a:cubicBezTo>
                <a:cubicBezTo>
                  <a:pt x="71512" y="60086"/>
                  <a:pt x="71485" y="60059"/>
                  <a:pt x="71458" y="60032"/>
                </a:cubicBezTo>
                <a:lnTo>
                  <a:pt x="71458" y="59709"/>
                </a:lnTo>
                <a:lnTo>
                  <a:pt x="71592" y="57693"/>
                </a:lnTo>
                <a:lnTo>
                  <a:pt x="71592" y="57720"/>
                </a:lnTo>
                <a:cubicBezTo>
                  <a:pt x="71942" y="59871"/>
                  <a:pt x="72533" y="61968"/>
                  <a:pt x="73393" y="63984"/>
                </a:cubicBezTo>
                <a:cubicBezTo>
                  <a:pt x="73407" y="64038"/>
                  <a:pt x="73454" y="64064"/>
                  <a:pt x="73504" y="64064"/>
                </a:cubicBezTo>
                <a:cubicBezTo>
                  <a:pt x="73555" y="64064"/>
                  <a:pt x="73609" y="64038"/>
                  <a:pt x="73635" y="63984"/>
                </a:cubicBezTo>
                <a:cubicBezTo>
                  <a:pt x="73985" y="65220"/>
                  <a:pt x="74307" y="66430"/>
                  <a:pt x="74603" y="67694"/>
                </a:cubicBezTo>
                <a:cubicBezTo>
                  <a:pt x="74603" y="67721"/>
                  <a:pt x="74630" y="67774"/>
                  <a:pt x="74684" y="67801"/>
                </a:cubicBezTo>
                <a:cubicBezTo>
                  <a:pt x="74630" y="68070"/>
                  <a:pt x="74576" y="68339"/>
                  <a:pt x="74523" y="68608"/>
                </a:cubicBezTo>
                <a:cubicBezTo>
                  <a:pt x="74388" y="69172"/>
                  <a:pt x="74254" y="69737"/>
                  <a:pt x="74119" y="70302"/>
                </a:cubicBezTo>
                <a:cubicBezTo>
                  <a:pt x="74039" y="70436"/>
                  <a:pt x="73985" y="70597"/>
                  <a:pt x="74039" y="70732"/>
                </a:cubicBezTo>
                <a:cubicBezTo>
                  <a:pt x="73474" y="73071"/>
                  <a:pt x="72802" y="75383"/>
                  <a:pt x="71995" y="77668"/>
                </a:cubicBezTo>
                <a:lnTo>
                  <a:pt x="71888" y="77587"/>
                </a:lnTo>
                <a:cubicBezTo>
                  <a:pt x="71878" y="77582"/>
                  <a:pt x="71868" y="77580"/>
                  <a:pt x="71860" y="77580"/>
                </a:cubicBezTo>
                <a:cubicBezTo>
                  <a:pt x="71826" y="77580"/>
                  <a:pt x="71812" y="77619"/>
                  <a:pt x="71834" y="77641"/>
                </a:cubicBezTo>
                <a:lnTo>
                  <a:pt x="71942" y="77722"/>
                </a:lnTo>
                <a:cubicBezTo>
                  <a:pt x="71942" y="77722"/>
                  <a:pt x="71942" y="77748"/>
                  <a:pt x="71942" y="77748"/>
                </a:cubicBezTo>
                <a:lnTo>
                  <a:pt x="71942" y="77775"/>
                </a:lnTo>
                <a:cubicBezTo>
                  <a:pt x="71754" y="78286"/>
                  <a:pt x="71565" y="78824"/>
                  <a:pt x="71350" y="79335"/>
                </a:cubicBezTo>
                <a:lnTo>
                  <a:pt x="71323" y="79281"/>
                </a:lnTo>
                <a:cubicBezTo>
                  <a:pt x="71311" y="79268"/>
                  <a:pt x="71297" y="79263"/>
                  <a:pt x="71284" y="79263"/>
                </a:cubicBezTo>
                <a:cubicBezTo>
                  <a:pt x="71239" y="79263"/>
                  <a:pt x="71201" y="79320"/>
                  <a:pt x="71243" y="79361"/>
                </a:cubicBezTo>
                <a:cubicBezTo>
                  <a:pt x="71296" y="79415"/>
                  <a:pt x="71270" y="79415"/>
                  <a:pt x="71296" y="79442"/>
                </a:cubicBezTo>
                <a:cubicBezTo>
                  <a:pt x="71189" y="79711"/>
                  <a:pt x="71081" y="79980"/>
                  <a:pt x="70974" y="80222"/>
                </a:cubicBezTo>
                <a:lnTo>
                  <a:pt x="70839" y="79980"/>
                </a:lnTo>
                <a:cubicBezTo>
                  <a:pt x="70821" y="79952"/>
                  <a:pt x="70792" y="79940"/>
                  <a:pt x="70765" y="79940"/>
                </a:cubicBezTo>
                <a:cubicBezTo>
                  <a:pt x="70715" y="79940"/>
                  <a:pt x="70670" y="79981"/>
                  <a:pt x="70705" y="80034"/>
                </a:cubicBezTo>
                <a:cubicBezTo>
                  <a:pt x="70759" y="80168"/>
                  <a:pt x="70839" y="80302"/>
                  <a:pt x="70893" y="80410"/>
                </a:cubicBezTo>
                <a:cubicBezTo>
                  <a:pt x="70813" y="80571"/>
                  <a:pt x="70759" y="80733"/>
                  <a:pt x="70678" y="80894"/>
                </a:cubicBezTo>
                <a:cubicBezTo>
                  <a:pt x="70678" y="80867"/>
                  <a:pt x="70678" y="80867"/>
                  <a:pt x="70678" y="80840"/>
                </a:cubicBezTo>
                <a:cubicBezTo>
                  <a:pt x="70669" y="80812"/>
                  <a:pt x="70650" y="80800"/>
                  <a:pt x="70630" y="80800"/>
                </a:cubicBezTo>
                <a:cubicBezTo>
                  <a:pt x="70593" y="80800"/>
                  <a:pt x="70553" y="80841"/>
                  <a:pt x="70571" y="80894"/>
                </a:cubicBezTo>
                <a:lnTo>
                  <a:pt x="70624" y="81082"/>
                </a:lnTo>
                <a:cubicBezTo>
                  <a:pt x="70463" y="81405"/>
                  <a:pt x="70302" y="81754"/>
                  <a:pt x="70140" y="82104"/>
                </a:cubicBezTo>
                <a:lnTo>
                  <a:pt x="70033" y="81969"/>
                </a:lnTo>
                <a:cubicBezTo>
                  <a:pt x="70017" y="81945"/>
                  <a:pt x="69995" y="81935"/>
                  <a:pt x="69975" y="81935"/>
                </a:cubicBezTo>
                <a:cubicBezTo>
                  <a:pt x="69929" y="81935"/>
                  <a:pt x="69888" y="81986"/>
                  <a:pt x="69925" y="82023"/>
                </a:cubicBezTo>
                <a:cubicBezTo>
                  <a:pt x="69952" y="82077"/>
                  <a:pt x="70006" y="82184"/>
                  <a:pt x="70060" y="82265"/>
                </a:cubicBezTo>
                <a:cubicBezTo>
                  <a:pt x="69979" y="82453"/>
                  <a:pt x="69872" y="82641"/>
                  <a:pt x="69791" y="82829"/>
                </a:cubicBezTo>
                <a:lnTo>
                  <a:pt x="69549" y="82426"/>
                </a:lnTo>
                <a:cubicBezTo>
                  <a:pt x="69549" y="82418"/>
                  <a:pt x="69544" y="82415"/>
                  <a:pt x="69538" y="82415"/>
                </a:cubicBezTo>
                <a:cubicBezTo>
                  <a:pt x="69522" y="82415"/>
                  <a:pt x="69495" y="82434"/>
                  <a:pt x="69495" y="82453"/>
                </a:cubicBezTo>
                <a:cubicBezTo>
                  <a:pt x="69603" y="82587"/>
                  <a:pt x="69683" y="82749"/>
                  <a:pt x="69737" y="82910"/>
                </a:cubicBezTo>
                <a:cubicBezTo>
                  <a:pt x="69522" y="83367"/>
                  <a:pt x="69280" y="83797"/>
                  <a:pt x="69038" y="84254"/>
                </a:cubicBezTo>
                <a:cubicBezTo>
                  <a:pt x="68931" y="84416"/>
                  <a:pt x="68850" y="84577"/>
                  <a:pt x="68742" y="84765"/>
                </a:cubicBezTo>
                <a:cubicBezTo>
                  <a:pt x="68635" y="84738"/>
                  <a:pt x="68527" y="84711"/>
                  <a:pt x="68447" y="84684"/>
                </a:cubicBezTo>
                <a:cubicBezTo>
                  <a:pt x="68439" y="84681"/>
                  <a:pt x="68432" y="84679"/>
                  <a:pt x="68426" y="84679"/>
                </a:cubicBezTo>
                <a:cubicBezTo>
                  <a:pt x="68387" y="84679"/>
                  <a:pt x="68374" y="84742"/>
                  <a:pt x="68420" y="84765"/>
                </a:cubicBezTo>
                <a:lnTo>
                  <a:pt x="68662" y="84873"/>
                </a:lnTo>
                <a:cubicBezTo>
                  <a:pt x="68501" y="85141"/>
                  <a:pt x="68339" y="85383"/>
                  <a:pt x="68178" y="85652"/>
                </a:cubicBezTo>
                <a:cubicBezTo>
                  <a:pt x="68151" y="85652"/>
                  <a:pt x="68124" y="85652"/>
                  <a:pt x="68151" y="85679"/>
                </a:cubicBezTo>
                <a:lnTo>
                  <a:pt x="68151" y="85706"/>
                </a:lnTo>
                <a:cubicBezTo>
                  <a:pt x="68070" y="85814"/>
                  <a:pt x="67990" y="85921"/>
                  <a:pt x="67936" y="86056"/>
                </a:cubicBezTo>
                <a:lnTo>
                  <a:pt x="67775" y="85948"/>
                </a:lnTo>
                <a:cubicBezTo>
                  <a:pt x="67764" y="85943"/>
                  <a:pt x="67755" y="85941"/>
                  <a:pt x="67747" y="85941"/>
                </a:cubicBezTo>
                <a:cubicBezTo>
                  <a:pt x="67713" y="85941"/>
                  <a:pt x="67699" y="85980"/>
                  <a:pt x="67721" y="86002"/>
                </a:cubicBezTo>
                <a:lnTo>
                  <a:pt x="67909" y="86109"/>
                </a:lnTo>
                <a:cubicBezTo>
                  <a:pt x="66538" y="88260"/>
                  <a:pt x="65033" y="90330"/>
                  <a:pt x="63527" y="92400"/>
                </a:cubicBezTo>
                <a:lnTo>
                  <a:pt x="63393" y="92346"/>
                </a:lnTo>
                <a:cubicBezTo>
                  <a:pt x="63382" y="92343"/>
                  <a:pt x="63371" y="92341"/>
                  <a:pt x="63362" y="92341"/>
                </a:cubicBezTo>
                <a:cubicBezTo>
                  <a:pt x="63299" y="92341"/>
                  <a:pt x="63262" y="92411"/>
                  <a:pt x="63285" y="92481"/>
                </a:cubicBezTo>
                <a:cubicBezTo>
                  <a:pt x="63312" y="92535"/>
                  <a:pt x="63339" y="92588"/>
                  <a:pt x="63366" y="92615"/>
                </a:cubicBezTo>
                <a:cubicBezTo>
                  <a:pt x="61538" y="95142"/>
                  <a:pt x="59575" y="97535"/>
                  <a:pt x="57478" y="99847"/>
                </a:cubicBezTo>
                <a:cubicBezTo>
                  <a:pt x="57129" y="100196"/>
                  <a:pt x="56806" y="100573"/>
                  <a:pt x="56457" y="100949"/>
                </a:cubicBezTo>
                <a:lnTo>
                  <a:pt x="56107" y="101326"/>
                </a:lnTo>
                <a:lnTo>
                  <a:pt x="52370" y="101406"/>
                </a:lnTo>
                <a:lnTo>
                  <a:pt x="52370" y="101406"/>
                </a:lnTo>
                <a:cubicBezTo>
                  <a:pt x="52489" y="100920"/>
                  <a:pt x="52626" y="100440"/>
                  <a:pt x="52786" y="99970"/>
                </a:cubicBezTo>
                <a:lnTo>
                  <a:pt x="52786" y="99970"/>
                </a:lnTo>
                <a:cubicBezTo>
                  <a:pt x="52620" y="100438"/>
                  <a:pt x="52472" y="100916"/>
                  <a:pt x="52343" y="101406"/>
                </a:cubicBezTo>
                <a:lnTo>
                  <a:pt x="51591" y="101406"/>
                </a:lnTo>
                <a:cubicBezTo>
                  <a:pt x="51591" y="101406"/>
                  <a:pt x="51591" y="101379"/>
                  <a:pt x="51591" y="101379"/>
                </a:cubicBezTo>
                <a:cubicBezTo>
                  <a:pt x="51608" y="101379"/>
                  <a:pt x="51602" y="101367"/>
                  <a:pt x="51589" y="101367"/>
                </a:cubicBezTo>
                <a:cubicBezTo>
                  <a:pt x="51582" y="101367"/>
                  <a:pt x="51573" y="101370"/>
                  <a:pt x="51564" y="101379"/>
                </a:cubicBezTo>
                <a:cubicBezTo>
                  <a:pt x="51268" y="101137"/>
                  <a:pt x="51214" y="100869"/>
                  <a:pt x="51429" y="100627"/>
                </a:cubicBezTo>
                <a:lnTo>
                  <a:pt x="51671" y="100062"/>
                </a:lnTo>
                <a:lnTo>
                  <a:pt x="51806" y="99793"/>
                </a:lnTo>
                <a:cubicBezTo>
                  <a:pt x="52343" y="99363"/>
                  <a:pt x="52854" y="98960"/>
                  <a:pt x="53365" y="98530"/>
                </a:cubicBezTo>
                <a:lnTo>
                  <a:pt x="53365" y="98530"/>
                </a:lnTo>
                <a:cubicBezTo>
                  <a:pt x="53145" y="98997"/>
                  <a:pt x="52953" y="99478"/>
                  <a:pt x="52786" y="99970"/>
                </a:cubicBezTo>
                <a:lnTo>
                  <a:pt x="52786" y="99970"/>
                </a:lnTo>
                <a:cubicBezTo>
                  <a:pt x="52966" y="99462"/>
                  <a:pt x="53168" y="98965"/>
                  <a:pt x="53392" y="98476"/>
                </a:cubicBezTo>
                <a:cubicBezTo>
                  <a:pt x="53437" y="98439"/>
                  <a:pt x="53482" y="98402"/>
                  <a:pt x="53528" y="98365"/>
                </a:cubicBezTo>
                <a:lnTo>
                  <a:pt x="53528" y="98365"/>
                </a:lnTo>
                <a:cubicBezTo>
                  <a:pt x="53527" y="98366"/>
                  <a:pt x="53527" y="98367"/>
                  <a:pt x="53526" y="98368"/>
                </a:cubicBezTo>
                <a:lnTo>
                  <a:pt x="53677" y="98244"/>
                </a:lnTo>
                <a:lnTo>
                  <a:pt x="53677" y="98244"/>
                </a:lnTo>
                <a:cubicBezTo>
                  <a:pt x="53627" y="98284"/>
                  <a:pt x="53577" y="98324"/>
                  <a:pt x="53528" y="98365"/>
                </a:cubicBezTo>
                <a:lnTo>
                  <a:pt x="53528" y="98365"/>
                </a:lnTo>
                <a:cubicBezTo>
                  <a:pt x="53769" y="97828"/>
                  <a:pt x="54065" y="97292"/>
                  <a:pt x="54386" y="96809"/>
                </a:cubicBezTo>
                <a:cubicBezTo>
                  <a:pt x="54386" y="96809"/>
                  <a:pt x="54386" y="96797"/>
                  <a:pt x="54378" y="96797"/>
                </a:cubicBezTo>
                <a:cubicBezTo>
                  <a:pt x="54374" y="96797"/>
                  <a:pt x="54369" y="96800"/>
                  <a:pt x="54360" y="96809"/>
                </a:cubicBezTo>
                <a:cubicBezTo>
                  <a:pt x="54010" y="97320"/>
                  <a:pt x="53714" y="97858"/>
                  <a:pt x="53446" y="98422"/>
                </a:cubicBezTo>
                <a:lnTo>
                  <a:pt x="51859" y="99713"/>
                </a:lnTo>
                <a:lnTo>
                  <a:pt x="52074" y="99229"/>
                </a:lnTo>
                <a:cubicBezTo>
                  <a:pt x="52370" y="98583"/>
                  <a:pt x="52666" y="97938"/>
                  <a:pt x="52935" y="97266"/>
                </a:cubicBezTo>
                <a:cubicBezTo>
                  <a:pt x="52935" y="97266"/>
                  <a:pt x="52935" y="97254"/>
                  <a:pt x="52927" y="97254"/>
                </a:cubicBezTo>
                <a:cubicBezTo>
                  <a:pt x="52923" y="97254"/>
                  <a:pt x="52917" y="97257"/>
                  <a:pt x="52908" y="97266"/>
                </a:cubicBezTo>
                <a:cubicBezTo>
                  <a:pt x="52720" y="97481"/>
                  <a:pt x="52505" y="97696"/>
                  <a:pt x="52289" y="97884"/>
                </a:cubicBezTo>
                <a:cubicBezTo>
                  <a:pt x="52289" y="97884"/>
                  <a:pt x="52289" y="97919"/>
                  <a:pt x="52303" y="97919"/>
                </a:cubicBezTo>
                <a:cubicBezTo>
                  <a:pt x="52307" y="97919"/>
                  <a:pt x="52311" y="97917"/>
                  <a:pt x="52316" y="97911"/>
                </a:cubicBezTo>
                <a:cubicBezTo>
                  <a:pt x="52410" y="97818"/>
                  <a:pt x="52605" y="97542"/>
                  <a:pt x="52725" y="97542"/>
                </a:cubicBezTo>
                <a:cubicBezTo>
                  <a:pt x="52743" y="97542"/>
                  <a:pt x="52759" y="97548"/>
                  <a:pt x="52773" y="97562"/>
                </a:cubicBezTo>
                <a:cubicBezTo>
                  <a:pt x="52612" y="97938"/>
                  <a:pt x="52451" y="98315"/>
                  <a:pt x="52236" y="98664"/>
                </a:cubicBezTo>
                <a:cubicBezTo>
                  <a:pt x="52074" y="99067"/>
                  <a:pt x="51832" y="99471"/>
                  <a:pt x="51617" y="99901"/>
                </a:cubicBezTo>
                <a:lnTo>
                  <a:pt x="50999" y="100385"/>
                </a:lnTo>
                <a:cubicBezTo>
                  <a:pt x="50999" y="100385"/>
                  <a:pt x="50999" y="100412"/>
                  <a:pt x="51026" y="100412"/>
                </a:cubicBezTo>
                <a:lnTo>
                  <a:pt x="51564" y="99955"/>
                </a:lnTo>
                <a:lnTo>
                  <a:pt x="51564" y="99955"/>
                </a:lnTo>
                <a:cubicBezTo>
                  <a:pt x="51402" y="100277"/>
                  <a:pt x="51268" y="100627"/>
                  <a:pt x="51187" y="100976"/>
                </a:cubicBezTo>
                <a:cubicBezTo>
                  <a:pt x="51160" y="101137"/>
                  <a:pt x="51187" y="101272"/>
                  <a:pt x="51241" y="101406"/>
                </a:cubicBezTo>
                <a:lnTo>
                  <a:pt x="48848" y="101460"/>
                </a:lnTo>
                <a:cubicBezTo>
                  <a:pt x="49252" y="101164"/>
                  <a:pt x="49682" y="100869"/>
                  <a:pt x="50085" y="100573"/>
                </a:cubicBezTo>
                <a:cubicBezTo>
                  <a:pt x="50107" y="100551"/>
                  <a:pt x="50093" y="100512"/>
                  <a:pt x="50073" y="100512"/>
                </a:cubicBezTo>
                <a:cubicBezTo>
                  <a:pt x="50068" y="100512"/>
                  <a:pt x="50063" y="100514"/>
                  <a:pt x="50058" y="100519"/>
                </a:cubicBezTo>
                <a:cubicBezTo>
                  <a:pt x="49601" y="100842"/>
                  <a:pt x="49117" y="101137"/>
                  <a:pt x="48660" y="101460"/>
                </a:cubicBezTo>
                <a:lnTo>
                  <a:pt x="46348" y="101514"/>
                </a:lnTo>
                <a:cubicBezTo>
                  <a:pt x="47450" y="100707"/>
                  <a:pt x="48633" y="100035"/>
                  <a:pt x="49870" y="99471"/>
                </a:cubicBezTo>
                <a:cubicBezTo>
                  <a:pt x="49897" y="99471"/>
                  <a:pt x="49870" y="99417"/>
                  <a:pt x="49843" y="99417"/>
                </a:cubicBezTo>
                <a:cubicBezTo>
                  <a:pt x="48553" y="99955"/>
                  <a:pt x="47316" y="100654"/>
                  <a:pt x="46214" y="101514"/>
                </a:cubicBezTo>
                <a:lnTo>
                  <a:pt x="43848" y="101568"/>
                </a:lnTo>
                <a:cubicBezTo>
                  <a:pt x="45488" y="100707"/>
                  <a:pt x="47101" y="99820"/>
                  <a:pt x="48714" y="98960"/>
                </a:cubicBezTo>
                <a:cubicBezTo>
                  <a:pt x="48741" y="98960"/>
                  <a:pt x="48741" y="98933"/>
                  <a:pt x="48714" y="98933"/>
                </a:cubicBezTo>
                <a:cubicBezTo>
                  <a:pt x="47020" y="99820"/>
                  <a:pt x="45353" y="100680"/>
                  <a:pt x="43660" y="101568"/>
                </a:cubicBezTo>
                <a:lnTo>
                  <a:pt x="42047" y="101594"/>
                </a:lnTo>
                <a:cubicBezTo>
                  <a:pt x="44654" y="100223"/>
                  <a:pt x="47343" y="98987"/>
                  <a:pt x="50085" y="97884"/>
                </a:cubicBezTo>
                <a:lnTo>
                  <a:pt x="50085" y="97858"/>
                </a:lnTo>
                <a:cubicBezTo>
                  <a:pt x="47289" y="98933"/>
                  <a:pt x="44547" y="100196"/>
                  <a:pt x="41912" y="101621"/>
                </a:cubicBezTo>
                <a:lnTo>
                  <a:pt x="40487" y="101648"/>
                </a:lnTo>
                <a:cubicBezTo>
                  <a:pt x="41240" y="101137"/>
                  <a:pt x="41993" y="100654"/>
                  <a:pt x="42773" y="100196"/>
                </a:cubicBezTo>
                <a:lnTo>
                  <a:pt x="42773" y="100196"/>
                </a:lnTo>
                <a:cubicBezTo>
                  <a:pt x="41966" y="100654"/>
                  <a:pt x="41186" y="101137"/>
                  <a:pt x="40407" y="101648"/>
                </a:cubicBezTo>
                <a:cubicBezTo>
                  <a:pt x="33363" y="101783"/>
                  <a:pt x="26293" y="101944"/>
                  <a:pt x="19249" y="102186"/>
                </a:cubicBezTo>
                <a:cubicBezTo>
                  <a:pt x="19437" y="101836"/>
                  <a:pt x="19733" y="101514"/>
                  <a:pt x="20082" y="101272"/>
                </a:cubicBezTo>
                <a:cubicBezTo>
                  <a:pt x="20126" y="101250"/>
                  <a:pt x="20099" y="101211"/>
                  <a:pt x="20059" y="101211"/>
                </a:cubicBezTo>
                <a:cubicBezTo>
                  <a:pt x="20049" y="101211"/>
                  <a:pt x="20039" y="101213"/>
                  <a:pt x="20029" y="101218"/>
                </a:cubicBezTo>
                <a:cubicBezTo>
                  <a:pt x="19679" y="101487"/>
                  <a:pt x="19383" y="101810"/>
                  <a:pt x="19168" y="102186"/>
                </a:cubicBezTo>
                <a:cubicBezTo>
                  <a:pt x="18281" y="102213"/>
                  <a:pt x="17421" y="102240"/>
                  <a:pt x="16561" y="102293"/>
                </a:cubicBezTo>
                <a:cubicBezTo>
                  <a:pt x="16453" y="102025"/>
                  <a:pt x="16346" y="101756"/>
                  <a:pt x="16265" y="101460"/>
                </a:cubicBezTo>
                <a:cubicBezTo>
                  <a:pt x="17045" y="100707"/>
                  <a:pt x="17636" y="99793"/>
                  <a:pt x="18066" y="98772"/>
                </a:cubicBezTo>
                <a:cubicBezTo>
                  <a:pt x="18066" y="98772"/>
                  <a:pt x="18054" y="98760"/>
                  <a:pt x="18046" y="98760"/>
                </a:cubicBezTo>
                <a:cubicBezTo>
                  <a:pt x="18042" y="98760"/>
                  <a:pt x="18039" y="98763"/>
                  <a:pt x="18039" y="98772"/>
                </a:cubicBezTo>
                <a:cubicBezTo>
                  <a:pt x="17609" y="99793"/>
                  <a:pt x="17018" y="100707"/>
                  <a:pt x="16238" y="101460"/>
                </a:cubicBezTo>
                <a:cubicBezTo>
                  <a:pt x="15673" y="99955"/>
                  <a:pt x="15324" y="98368"/>
                  <a:pt x="15163" y="96755"/>
                </a:cubicBezTo>
                <a:lnTo>
                  <a:pt x="15136" y="96755"/>
                </a:lnTo>
                <a:cubicBezTo>
                  <a:pt x="15270" y="98664"/>
                  <a:pt x="15727" y="100546"/>
                  <a:pt x="16480" y="102293"/>
                </a:cubicBezTo>
                <a:lnTo>
                  <a:pt x="14652" y="102347"/>
                </a:lnTo>
                <a:cubicBezTo>
                  <a:pt x="14007" y="100546"/>
                  <a:pt x="13523" y="98664"/>
                  <a:pt x="13227" y="96755"/>
                </a:cubicBezTo>
                <a:cubicBezTo>
                  <a:pt x="13227" y="96728"/>
                  <a:pt x="13214" y="96715"/>
                  <a:pt x="13200" y="96715"/>
                </a:cubicBezTo>
                <a:cubicBezTo>
                  <a:pt x="13187" y="96715"/>
                  <a:pt x="13173" y="96728"/>
                  <a:pt x="13173" y="96755"/>
                </a:cubicBezTo>
                <a:cubicBezTo>
                  <a:pt x="13469" y="98664"/>
                  <a:pt x="13926" y="100546"/>
                  <a:pt x="14598" y="102347"/>
                </a:cubicBezTo>
                <a:cubicBezTo>
                  <a:pt x="11587" y="102482"/>
                  <a:pt x="8603" y="102589"/>
                  <a:pt x="5619" y="102750"/>
                </a:cubicBezTo>
                <a:cubicBezTo>
                  <a:pt x="7716" y="99417"/>
                  <a:pt x="9840" y="96056"/>
                  <a:pt x="11937" y="92696"/>
                </a:cubicBezTo>
                <a:cubicBezTo>
                  <a:pt x="11937" y="92696"/>
                  <a:pt x="11937" y="92684"/>
                  <a:pt x="11929" y="92684"/>
                </a:cubicBezTo>
                <a:cubicBezTo>
                  <a:pt x="11925" y="92684"/>
                  <a:pt x="11919" y="92687"/>
                  <a:pt x="11910" y="92696"/>
                </a:cubicBezTo>
                <a:cubicBezTo>
                  <a:pt x="9786" y="96056"/>
                  <a:pt x="7662" y="99417"/>
                  <a:pt x="5565" y="102777"/>
                </a:cubicBezTo>
                <a:cubicBezTo>
                  <a:pt x="3925" y="102858"/>
                  <a:pt x="2285" y="102939"/>
                  <a:pt x="645" y="103046"/>
                </a:cubicBezTo>
                <a:cubicBezTo>
                  <a:pt x="323" y="103046"/>
                  <a:pt x="323" y="103638"/>
                  <a:pt x="672" y="103638"/>
                </a:cubicBezTo>
                <a:cubicBezTo>
                  <a:pt x="17636" y="103584"/>
                  <a:pt x="34600" y="102885"/>
                  <a:pt x="51537" y="102562"/>
                </a:cubicBezTo>
                <a:lnTo>
                  <a:pt x="55112" y="102482"/>
                </a:lnTo>
                <a:lnTo>
                  <a:pt x="55112" y="102482"/>
                </a:lnTo>
                <a:cubicBezTo>
                  <a:pt x="54736" y="102912"/>
                  <a:pt x="54386" y="103342"/>
                  <a:pt x="54037" y="103772"/>
                </a:cubicBezTo>
                <a:lnTo>
                  <a:pt x="45595" y="103772"/>
                </a:lnTo>
                <a:cubicBezTo>
                  <a:pt x="45568" y="103772"/>
                  <a:pt x="45568" y="103826"/>
                  <a:pt x="45595" y="103826"/>
                </a:cubicBezTo>
                <a:lnTo>
                  <a:pt x="54010" y="103826"/>
                </a:lnTo>
                <a:cubicBezTo>
                  <a:pt x="53903" y="103960"/>
                  <a:pt x="53822" y="104068"/>
                  <a:pt x="53741" y="104175"/>
                </a:cubicBezTo>
                <a:cubicBezTo>
                  <a:pt x="48768" y="104256"/>
                  <a:pt x="43821" y="104310"/>
                  <a:pt x="38874" y="104390"/>
                </a:cubicBezTo>
                <a:lnTo>
                  <a:pt x="38874" y="104417"/>
                </a:lnTo>
                <a:cubicBezTo>
                  <a:pt x="43821" y="104337"/>
                  <a:pt x="48768" y="104283"/>
                  <a:pt x="53714" y="104202"/>
                </a:cubicBezTo>
                <a:lnTo>
                  <a:pt x="53714" y="104202"/>
                </a:lnTo>
                <a:lnTo>
                  <a:pt x="53392" y="104632"/>
                </a:lnTo>
                <a:cubicBezTo>
                  <a:pt x="36347" y="104767"/>
                  <a:pt x="19276" y="104928"/>
                  <a:pt x="2231" y="105089"/>
                </a:cubicBezTo>
                <a:cubicBezTo>
                  <a:pt x="2205" y="105089"/>
                  <a:pt x="2205" y="105116"/>
                  <a:pt x="2231" y="105116"/>
                </a:cubicBezTo>
                <a:cubicBezTo>
                  <a:pt x="19249" y="105036"/>
                  <a:pt x="36294" y="104901"/>
                  <a:pt x="53311" y="104767"/>
                </a:cubicBezTo>
                <a:lnTo>
                  <a:pt x="53311" y="104767"/>
                </a:lnTo>
                <a:cubicBezTo>
                  <a:pt x="52962" y="105278"/>
                  <a:pt x="52612" y="105788"/>
                  <a:pt x="52316" y="106353"/>
                </a:cubicBezTo>
                <a:cubicBezTo>
                  <a:pt x="52289" y="106353"/>
                  <a:pt x="52289" y="106353"/>
                  <a:pt x="52263" y="106380"/>
                </a:cubicBezTo>
                <a:cubicBezTo>
                  <a:pt x="50945" y="107724"/>
                  <a:pt x="49736" y="109176"/>
                  <a:pt x="48579" y="110681"/>
                </a:cubicBezTo>
                <a:cubicBezTo>
                  <a:pt x="47639" y="111649"/>
                  <a:pt x="46698" y="112644"/>
                  <a:pt x="45784" y="113638"/>
                </a:cubicBezTo>
                <a:lnTo>
                  <a:pt x="45676" y="113531"/>
                </a:lnTo>
                <a:cubicBezTo>
                  <a:pt x="45661" y="113516"/>
                  <a:pt x="45642" y="113509"/>
                  <a:pt x="45623" y="113509"/>
                </a:cubicBezTo>
                <a:cubicBezTo>
                  <a:pt x="45575" y="113509"/>
                  <a:pt x="45530" y="113553"/>
                  <a:pt x="45568" y="113612"/>
                </a:cubicBezTo>
                <a:lnTo>
                  <a:pt x="45730" y="113746"/>
                </a:lnTo>
                <a:cubicBezTo>
                  <a:pt x="43256" y="116408"/>
                  <a:pt x="40971" y="119230"/>
                  <a:pt x="38847" y="122161"/>
                </a:cubicBezTo>
                <a:lnTo>
                  <a:pt x="38686" y="122053"/>
                </a:lnTo>
                <a:lnTo>
                  <a:pt x="38847" y="122188"/>
                </a:lnTo>
                <a:cubicBezTo>
                  <a:pt x="38471" y="122671"/>
                  <a:pt x="38149" y="123182"/>
                  <a:pt x="37799" y="123693"/>
                </a:cubicBezTo>
                <a:cubicBezTo>
                  <a:pt x="37046" y="124795"/>
                  <a:pt x="36374" y="125898"/>
                  <a:pt x="35702" y="127027"/>
                </a:cubicBezTo>
                <a:cubicBezTo>
                  <a:pt x="35191" y="127618"/>
                  <a:pt x="34680" y="128183"/>
                  <a:pt x="34170" y="128774"/>
                </a:cubicBezTo>
                <a:cubicBezTo>
                  <a:pt x="30089" y="128359"/>
                  <a:pt x="25946" y="128069"/>
                  <a:pt x="21816" y="128069"/>
                </a:cubicBezTo>
                <a:cubicBezTo>
                  <a:pt x="16586" y="128069"/>
                  <a:pt x="11377" y="128534"/>
                  <a:pt x="6345" y="129796"/>
                </a:cubicBezTo>
                <a:cubicBezTo>
                  <a:pt x="6318" y="129796"/>
                  <a:pt x="6318" y="129849"/>
                  <a:pt x="6345" y="129849"/>
                </a:cubicBezTo>
                <a:cubicBezTo>
                  <a:pt x="11016" y="128726"/>
                  <a:pt x="15687" y="128364"/>
                  <a:pt x="20369" y="128364"/>
                </a:cubicBezTo>
                <a:cubicBezTo>
                  <a:pt x="24875" y="128364"/>
                  <a:pt x="29392" y="128700"/>
                  <a:pt x="33928" y="129016"/>
                </a:cubicBezTo>
                <a:lnTo>
                  <a:pt x="33471" y="129554"/>
                </a:lnTo>
                <a:cubicBezTo>
                  <a:pt x="30836" y="129742"/>
                  <a:pt x="28201" y="129957"/>
                  <a:pt x="25567" y="130065"/>
                </a:cubicBezTo>
                <a:cubicBezTo>
                  <a:pt x="22771" y="130172"/>
                  <a:pt x="19975" y="130091"/>
                  <a:pt x="17179" y="130307"/>
                </a:cubicBezTo>
                <a:cubicBezTo>
                  <a:pt x="11480" y="130764"/>
                  <a:pt x="5807" y="131274"/>
                  <a:pt x="135" y="131866"/>
                </a:cubicBezTo>
                <a:cubicBezTo>
                  <a:pt x="0" y="131866"/>
                  <a:pt x="27" y="132081"/>
                  <a:pt x="135" y="132108"/>
                </a:cubicBezTo>
                <a:cubicBezTo>
                  <a:pt x="1465" y="132188"/>
                  <a:pt x="2796" y="132229"/>
                  <a:pt x="4130" y="132229"/>
                </a:cubicBezTo>
                <a:cubicBezTo>
                  <a:pt x="5464" y="132229"/>
                  <a:pt x="6802" y="132188"/>
                  <a:pt x="8146" y="132108"/>
                </a:cubicBezTo>
                <a:cubicBezTo>
                  <a:pt x="8375" y="132111"/>
                  <a:pt x="8605" y="132113"/>
                  <a:pt x="8835" y="132113"/>
                </a:cubicBezTo>
                <a:cubicBezTo>
                  <a:pt x="11892" y="132113"/>
                  <a:pt x="14987" y="131797"/>
                  <a:pt x="18012" y="131597"/>
                </a:cubicBezTo>
                <a:cubicBezTo>
                  <a:pt x="22610" y="131301"/>
                  <a:pt x="27260" y="131221"/>
                  <a:pt x="31831" y="130683"/>
                </a:cubicBezTo>
                <a:cubicBezTo>
                  <a:pt x="31885" y="130683"/>
                  <a:pt x="31885" y="130548"/>
                  <a:pt x="31831" y="130548"/>
                </a:cubicBezTo>
                <a:cubicBezTo>
                  <a:pt x="27556" y="130602"/>
                  <a:pt x="23255" y="131113"/>
                  <a:pt x="18980" y="131409"/>
                </a:cubicBezTo>
                <a:cubicBezTo>
                  <a:pt x="15781" y="131624"/>
                  <a:pt x="12528" y="132000"/>
                  <a:pt x="9302" y="132054"/>
                </a:cubicBezTo>
                <a:cubicBezTo>
                  <a:pt x="11883" y="131893"/>
                  <a:pt x="14491" y="131678"/>
                  <a:pt x="17071" y="131489"/>
                </a:cubicBezTo>
                <a:cubicBezTo>
                  <a:pt x="19948" y="131274"/>
                  <a:pt x="22744" y="130737"/>
                  <a:pt x="25594" y="130441"/>
                </a:cubicBezTo>
                <a:cubicBezTo>
                  <a:pt x="28148" y="130145"/>
                  <a:pt x="30729" y="129957"/>
                  <a:pt x="33283" y="129769"/>
                </a:cubicBezTo>
                <a:lnTo>
                  <a:pt x="33283" y="129769"/>
                </a:lnTo>
                <a:cubicBezTo>
                  <a:pt x="32987" y="130091"/>
                  <a:pt x="32718" y="130414"/>
                  <a:pt x="32422" y="130737"/>
                </a:cubicBezTo>
                <a:cubicBezTo>
                  <a:pt x="32395" y="130737"/>
                  <a:pt x="32368" y="130764"/>
                  <a:pt x="32368" y="130790"/>
                </a:cubicBezTo>
                <a:lnTo>
                  <a:pt x="31885" y="131328"/>
                </a:lnTo>
                <a:cubicBezTo>
                  <a:pt x="30729" y="132672"/>
                  <a:pt x="28954" y="133882"/>
                  <a:pt x="28201" y="135549"/>
                </a:cubicBezTo>
                <a:cubicBezTo>
                  <a:pt x="27556" y="135441"/>
                  <a:pt x="26911" y="135307"/>
                  <a:pt x="26266" y="135173"/>
                </a:cubicBezTo>
                <a:cubicBezTo>
                  <a:pt x="26239" y="135173"/>
                  <a:pt x="26212" y="135199"/>
                  <a:pt x="26239" y="135226"/>
                </a:cubicBezTo>
                <a:cubicBezTo>
                  <a:pt x="26884" y="135388"/>
                  <a:pt x="27529" y="135522"/>
                  <a:pt x="28175" y="135656"/>
                </a:cubicBezTo>
                <a:cubicBezTo>
                  <a:pt x="28067" y="135925"/>
                  <a:pt x="27986" y="136194"/>
                  <a:pt x="27933" y="136490"/>
                </a:cubicBezTo>
                <a:cubicBezTo>
                  <a:pt x="26911" y="136490"/>
                  <a:pt x="25943" y="136436"/>
                  <a:pt x="24948" y="136382"/>
                </a:cubicBezTo>
                <a:cubicBezTo>
                  <a:pt x="24868" y="136382"/>
                  <a:pt x="24841" y="136490"/>
                  <a:pt x="24922" y="136517"/>
                </a:cubicBezTo>
                <a:cubicBezTo>
                  <a:pt x="25083" y="136570"/>
                  <a:pt x="25244" y="136624"/>
                  <a:pt x="25405" y="136651"/>
                </a:cubicBezTo>
                <a:lnTo>
                  <a:pt x="24922" y="136624"/>
                </a:lnTo>
                <a:cubicBezTo>
                  <a:pt x="23802" y="136529"/>
                  <a:pt x="22454" y="135952"/>
                  <a:pt x="21247" y="135952"/>
                </a:cubicBezTo>
                <a:cubicBezTo>
                  <a:pt x="20745" y="135952"/>
                  <a:pt x="20267" y="136052"/>
                  <a:pt x="19841" y="136329"/>
                </a:cubicBezTo>
                <a:cubicBezTo>
                  <a:pt x="19652" y="136436"/>
                  <a:pt x="19652" y="136705"/>
                  <a:pt x="19867" y="136786"/>
                </a:cubicBezTo>
                <a:cubicBezTo>
                  <a:pt x="20943" y="137189"/>
                  <a:pt x="22072" y="137511"/>
                  <a:pt x="23228" y="137726"/>
                </a:cubicBezTo>
                <a:cubicBezTo>
                  <a:pt x="22314" y="137511"/>
                  <a:pt x="21427" y="137189"/>
                  <a:pt x="20620" y="136705"/>
                </a:cubicBezTo>
                <a:cubicBezTo>
                  <a:pt x="21696" y="136705"/>
                  <a:pt x="22959" y="137377"/>
                  <a:pt x="23981" y="137511"/>
                </a:cubicBezTo>
                <a:cubicBezTo>
                  <a:pt x="24723" y="137608"/>
                  <a:pt x="25474" y="137657"/>
                  <a:pt x="26224" y="137657"/>
                </a:cubicBezTo>
                <a:cubicBezTo>
                  <a:pt x="26724" y="137657"/>
                  <a:pt x="27223" y="137635"/>
                  <a:pt x="27718" y="137592"/>
                </a:cubicBezTo>
                <a:lnTo>
                  <a:pt x="28874" y="137538"/>
                </a:lnTo>
                <a:cubicBezTo>
                  <a:pt x="31020" y="137947"/>
                  <a:pt x="33192" y="138150"/>
                  <a:pt x="35361" y="138150"/>
                </a:cubicBezTo>
                <a:cubicBezTo>
                  <a:pt x="39467" y="138150"/>
                  <a:pt x="43562" y="137422"/>
                  <a:pt x="47450" y="135979"/>
                </a:cubicBezTo>
                <a:cubicBezTo>
                  <a:pt x="47585" y="135952"/>
                  <a:pt x="47477" y="135764"/>
                  <a:pt x="47370" y="135764"/>
                </a:cubicBezTo>
                <a:cubicBezTo>
                  <a:pt x="46832" y="135818"/>
                  <a:pt x="46267" y="135845"/>
                  <a:pt x="45730" y="135871"/>
                </a:cubicBezTo>
                <a:cubicBezTo>
                  <a:pt x="45972" y="135737"/>
                  <a:pt x="46214" y="135576"/>
                  <a:pt x="46429" y="135388"/>
                </a:cubicBezTo>
                <a:cubicBezTo>
                  <a:pt x="46717" y="135373"/>
                  <a:pt x="47005" y="135366"/>
                  <a:pt x="47293" y="135366"/>
                </a:cubicBezTo>
                <a:cubicBezTo>
                  <a:pt x="48080" y="135366"/>
                  <a:pt x="48868" y="135416"/>
                  <a:pt x="49655" y="135495"/>
                </a:cubicBezTo>
                <a:cubicBezTo>
                  <a:pt x="50219" y="135549"/>
                  <a:pt x="53069" y="135495"/>
                  <a:pt x="51510" y="136275"/>
                </a:cubicBezTo>
                <a:cubicBezTo>
                  <a:pt x="50784" y="136651"/>
                  <a:pt x="49870" y="136812"/>
                  <a:pt x="49117" y="137027"/>
                </a:cubicBezTo>
                <a:cubicBezTo>
                  <a:pt x="47047" y="137700"/>
                  <a:pt x="44923" y="138184"/>
                  <a:pt x="42799" y="138533"/>
                </a:cubicBezTo>
                <a:cubicBezTo>
                  <a:pt x="46133" y="138049"/>
                  <a:pt x="49359" y="137108"/>
                  <a:pt x="52720" y="136033"/>
                </a:cubicBezTo>
                <a:cubicBezTo>
                  <a:pt x="52800" y="136033"/>
                  <a:pt x="52827" y="135898"/>
                  <a:pt x="52720" y="135898"/>
                </a:cubicBezTo>
                <a:cubicBezTo>
                  <a:pt x="50757" y="135361"/>
                  <a:pt x="48741" y="135065"/>
                  <a:pt x="46725" y="135038"/>
                </a:cubicBezTo>
                <a:lnTo>
                  <a:pt x="46751" y="134984"/>
                </a:lnTo>
                <a:cubicBezTo>
                  <a:pt x="46897" y="134742"/>
                  <a:pt x="46737" y="134435"/>
                  <a:pt x="46468" y="134435"/>
                </a:cubicBezTo>
                <a:cubicBezTo>
                  <a:pt x="46438" y="134435"/>
                  <a:pt x="46407" y="134439"/>
                  <a:pt x="46375" y="134447"/>
                </a:cubicBezTo>
                <a:cubicBezTo>
                  <a:pt x="45945" y="134581"/>
                  <a:pt x="45515" y="134689"/>
                  <a:pt x="45085" y="134796"/>
                </a:cubicBezTo>
                <a:lnTo>
                  <a:pt x="45004" y="134769"/>
                </a:lnTo>
                <a:cubicBezTo>
                  <a:pt x="45004" y="134715"/>
                  <a:pt x="44977" y="134689"/>
                  <a:pt x="44977" y="134635"/>
                </a:cubicBezTo>
                <a:cubicBezTo>
                  <a:pt x="45058" y="133506"/>
                  <a:pt x="45219" y="132377"/>
                  <a:pt x="45407" y="131274"/>
                </a:cubicBezTo>
                <a:cubicBezTo>
                  <a:pt x="48709" y="131688"/>
                  <a:pt x="52029" y="131817"/>
                  <a:pt x="55356" y="131817"/>
                </a:cubicBezTo>
                <a:cubicBezTo>
                  <a:pt x="60808" y="131817"/>
                  <a:pt x="66281" y="131472"/>
                  <a:pt x="71729" y="131472"/>
                </a:cubicBezTo>
                <a:cubicBezTo>
                  <a:pt x="73757" y="131472"/>
                  <a:pt x="75783" y="131519"/>
                  <a:pt x="77802" y="131651"/>
                </a:cubicBezTo>
                <a:cubicBezTo>
                  <a:pt x="83260" y="132000"/>
                  <a:pt x="88637" y="132834"/>
                  <a:pt x="94067" y="133318"/>
                </a:cubicBezTo>
                <a:cubicBezTo>
                  <a:pt x="99202" y="133801"/>
                  <a:pt x="104364" y="133963"/>
                  <a:pt x="109499" y="134043"/>
                </a:cubicBezTo>
                <a:lnTo>
                  <a:pt x="106004" y="134527"/>
                </a:lnTo>
                <a:cubicBezTo>
                  <a:pt x="105977" y="134527"/>
                  <a:pt x="106004" y="134554"/>
                  <a:pt x="106004" y="134554"/>
                </a:cubicBezTo>
                <a:lnTo>
                  <a:pt x="109956" y="134043"/>
                </a:lnTo>
                <a:lnTo>
                  <a:pt x="110601" y="134043"/>
                </a:lnTo>
                <a:cubicBezTo>
                  <a:pt x="112483" y="134070"/>
                  <a:pt x="114392" y="134097"/>
                  <a:pt x="116273" y="134097"/>
                </a:cubicBezTo>
                <a:cubicBezTo>
                  <a:pt x="117268" y="134312"/>
                  <a:pt x="118263" y="134554"/>
                  <a:pt x="119231" y="134796"/>
                </a:cubicBezTo>
                <a:cubicBezTo>
                  <a:pt x="119284" y="134796"/>
                  <a:pt x="119311" y="134742"/>
                  <a:pt x="119258" y="134715"/>
                </a:cubicBezTo>
                <a:cubicBezTo>
                  <a:pt x="118478" y="134500"/>
                  <a:pt x="117698" y="134285"/>
                  <a:pt x="116919" y="134097"/>
                </a:cubicBezTo>
                <a:cubicBezTo>
                  <a:pt x="125656" y="134097"/>
                  <a:pt x="134420" y="133828"/>
                  <a:pt x="143157" y="133210"/>
                </a:cubicBezTo>
                <a:cubicBezTo>
                  <a:pt x="148480" y="132860"/>
                  <a:pt x="153777" y="132054"/>
                  <a:pt x="158992" y="130790"/>
                </a:cubicBezTo>
                <a:cubicBezTo>
                  <a:pt x="160148" y="130522"/>
                  <a:pt x="161277" y="130226"/>
                  <a:pt x="162406" y="129930"/>
                </a:cubicBezTo>
                <a:cubicBezTo>
                  <a:pt x="169531" y="129043"/>
                  <a:pt x="176682" y="128102"/>
                  <a:pt x="183806" y="127269"/>
                </a:cubicBezTo>
                <a:cubicBezTo>
                  <a:pt x="184747" y="127242"/>
                  <a:pt x="185688" y="127215"/>
                  <a:pt x="186629" y="127188"/>
                </a:cubicBezTo>
                <a:lnTo>
                  <a:pt x="184371" y="127188"/>
                </a:lnTo>
                <a:cubicBezTo>
                  <a:pt x="186790" y="126919"/>
                  <a:pt x="189210" y="126650"/>
                  <a:pt x="191629" y="126381"/>
                </a:cubicBezTo>
                <a:cubicBezTo>
                  <a:pt x="195226" y="126284"/>
                  <a:pt x="198816" y="126230"/>
                  <a:pt x="202407" y="126230"/>
                </a:cubicBezTo>
                <a:cubicBezTo>
                  <a:pt x="205766" y="126230"/>
                  <a:pt x="209125" y="126277"/>
                  <a:pt x="212491" y="126381"/>
                </a:cubicBezTo>
                <a:cubicBezTo>
                  <a:pt x="215287" y="126462"/>
                  <a:pt x="218110" y="126597"/>
                  <a:pt x="220906" y="126731"/>
                </a:cubicBezTo>
                <a:cubicBezTo>
                  <a:pt x="221255" y="126785"/>
                  <a:pt x="221632" y="126838"/>
                  <a:pt x="222008" y="126892"/>
                </a:cubicBezTo>
                <a:cubicBezTo>
                  <a:pt x="228353" y="127833"/>
                  <a:pt x="234671" y="129177"/>
                  <a:pt x="241042" y="129903"/>
                </a:cubicBezTo>
                <a:cubicBezTo>
                  <a:pt x="245008" y="130355"/>
                  <a:pt x="248984" y="130578"/>
                  <a:pt x="252964" y="130578"/>
                </a:cubicBezTo>
                <a:cubicBezTo>
                  <a:pt x="255379" y="130578"/>
                  <a:pt x="257795" y="130496"/>
                  <a:pt x="260210" y="130333"/>
                </a:cubicBezTo>
                <a:cubicBezTo>
                  <a:pt x="267388" y="129823"/>
                  <a:pt x="274540" y="128882"/>
                  <a:pt x="281610" y="127457"/>
                </a:cubicBezTo>
                <a:cubicBezTo>
                  <a:pt x="282076" y="127327"/>
                  <a:pt x="281969" y="126674"/>
                  <a:pt x="281528" y="126674"/>
                </a:cubicBezTo>
                <a:cubicBezTo>
                  <a:pt x="281511" y="126674"/>
                  <a:pt x="281493" y="126675"/>
                  <a:pt x="281476" y="126677"/>
                </a:cubicBezTo>
                <a:cubicBezTo>
                  <a:pt x="271660" y="128587"/>
                  <a:pt x="261657" y="129979"/>
                  <a:pt x="251645" y="129979"/>
                </a:cubicBezTo>
                <a:cubicBezTo>
                  <a:pt x="248549" y="129979"/>
                  <a:pt x="245452" y="129846"/>
                  <a:pt x="242359" y="129554"/>
                </a:cubicBezTo>
                <a:cubicBezTo>
                  <a:pt x="236418" y="128989"/>
                  <a:pt x="230530" y="127860"/>
                  <a:pt x="224643" y="126946"/>
                </a:cubicBezTo>
                <a:lnTo>
                  <a:pt x="224643" y="126946"/>
                </a:lnTo>
                <a:cubicBezTo>
                  <a:pt x="232143" y="127403"/>
                  <a:pt x="239644" y="127968"/>
                  <a:pt x="247172" y="128290"/>
                </a:cubicBezTo>
                <a:cubicBezTo>
                  <a:pt x="250399" y="128428"/>
                  <a:pt x="253633" y="128509"/>
                  <a:pt x="256867" y="128509"/>
                </a:cubicBezTo>
                <a:cubicBezTo>
                  <a:pt x="259964" y="128509"/>
                  <a:pt x="263061" y="128434"/>
                  <a:pt x="266152" y="128263"/>
                </a:cubicBezTo>
                <a:cubicBezTo>
                  <a:pt x="272469" y="127914"/>
                  <a:pt x="278922" y="127269"/>
                  <a:pt x="284997" y="125521"/>
                </a:cubicBezTo>
                <a:cubicBezTo>
                  <a:pt x="285454" y="125333"/>
                  <a:pt x="285320" y="124661"/>
                  <a:pt x="284836" y="124634"/>
                </a:cubicBezTo>
                <a:cubicBezTo>
                  <a:pt x="279271" y="125602"/>
                  <a:pt x="273760" y="126597"/>
                  <a:pt x="268114" y="127027"/>
                </a:cubicBezTo>
                <a:cubicBezTo>
                  <a:pt x="267765" y="125602"/>
                  <a:pt x="266017" y="125010"/>
                  <a:pt x="264700" y="124526"/>
                </a:cubicBezTo>
                <a:cubicBezTo>
                  <a:pt x="264431" y="124419"/>
                  <a:pt x="264135" y="124338"/>
                  <a:pt x="263840" y="124231"/>
                </a:cubicBezTo>
                <a:cubicBezTo>
                  <a:pt x="264636" y="124164"/>
                  <a:pt x="265414" y="124116"/>
                  <a:pt x="266204" y="124116"/>
                </a:cubicBezTo>
                <a:cubicBezTo>
                  <a:pt x="266374" y="124116"/>
                  <a:pt x="266545" y="124118"/>
                  <a:pt x="266716" y="124123"/>
                </a:cubicBezTo>
                <a:cubicBezTo>
                  <a:pt x="267093" y="124123"/>
                  <a:pt x="267120" y="123559"/>
                  <a:pt x="266770" y="123559"/>
                </a:cubicBezTo>
                <a:cubicBezTo>
                  <a:pt x="265426" y="123586"/>
                  <a:pt x="264109" y="123693"/>
                  <a:pt x="262791" y="123908"/>
                </a:cubicBezTo>
                <a:lnTo>
                  <a:pt x="262495" y="123801"/>
                </a:lnTo>
                <a:cubicBezTo>
                  <a:pt x="263840" y="123451"/>
                  <a:pt x="265130" y="122967"/>
                  <a:pt x="266340" y="122322"/>
                </a:cubicBezTo>
                <a:cubicBezTo>
                  <a:pt x="266386" y="122276"/>
                  <a:pt x="266373" y="122209"/>
                  <a:pt x="266316" y="122209"/>
                </a:cubicBezTo>
                <a:cubicBezTo>
                  <a:pt x="266307" y="122209"/>
                  <a:pt x="266297" y="122211"/>
                  <a:pt x="266286" y="122214"/>
                </a:cubicBezTo>
                <a:cubicBezTo>
                  <a:pt x="264888" y="122833"/>
                  <a:pt x="263410" y="123290"/>
                  <a:pt x="261877" y="123612"/>
                </a:cubicBezTo>
                <a:lnTo>
                  <a:pt x="261796" y="123586"/>
                </a:lnTo>
                <a:cubicBezTo>
                  <a:pt x="262012" y="123532"/>
                  <a:pt x="262254" y="123478"/>
                  <a:pt x="262469" y="123397"/>
                </a:cubicBezTo>
                <a:cubicBezTo>
                  <a:pt x="262516" y="123397"/>
                  <a:pt x="262500" y="123312"/>
                  <a:pt x="262477" y="123312"/>
                </a:cubicBezTo>
                <a:cubicBezTo>
                  <a:pt x="262475" y="123312"/>
                  <a:pt x="262472" y="123314"/>
                  <a:pt x="262469" y="123317"/>
                </a:cubicBezTo>
                <a:cubicBezTo>
                  <a:pt x="262173" y="123397"/>
                  <a:pt x="261904" y="123451"/>
                  <a:pt x="261608" y="123532"/>
                </a:cubicBezTo>
                <a:cubicBezTo>
                  <a:pt x="259726" y="122967"/>
                  <a:pt x="257845" y="122510"/>
                  <a:pt x="255909" y="122134"/>
                </a:cubicBezTo>
                <a:cubicBezTo>
                  <a:pt x="254645" y="121865"/>
                  <a:pt x="253382" y="121677"/>
                  <a:pt x="252091" y="121489"/>
                </a:cubicBezTo>
                <a:lnTo>
                  <a:pt x="260856" y="120628"/>
                </a:lnTo>
                <a:lnTo>
                  <a:pt x="260856" y="120628"/>
                </a:lnTo>
                <a:lnTo>
                  <a:pt x="251769" y="121435"/>
                </a:lnTo>
                <a:cubicBezTo>
                  <a:pt x="249914" y="121166"/>
                  <a:pt x="248059" y="120951"/>
                  <a:pt x="246177" y="120816"/>
                </a:cubicBezTo>
                <a:cubicBezTo>
                  <a:pt x="253247" y="120306"/>
                  <a:pt x="260318" y="119822"/>
                  <a:pt x="267415" y="119365"/>
                </a:cubicBezTo>
                <a:cubicBezTo>
                  <a:pt x="267442" y="119365"/>
                  <a:pt x="267442" y="119284"/>
                  <a:pt x="267415" y="119284"/>
                </a:cubicBezTo>
                <a:cubicBezTo>
                  <a:pt x="260130" y="119795"/>
                  <a:pt x="252844" y="120279"/>
                  <a:pt x="245559" y="120763"/>
                </a:cubicBezTo>
                <a:cubicBezTo>
                  <a:pt x="243112" y="120575"/>
                  <a:pt x="240639" y="120467"/>
                  <a:pt x="238165" y="120413"/>
                </a:cubicBezTo>
                <a:cubicBezTo>
                  <a:pt x="236796" y="120391"/>
                  <a:pt x="235426" y="120378"/>
                  <a:pt x="234056" y="120378"/>
                </a:cubicBezTo>
                <a:cubicBezTo>
                  <a:pt x="232119" y="120378"/>
                  <a:pt x="230182" y="120404"/>
                  <a:pt x="228245" y="120467"/>
                </a:cubicBezTo>
                <a:cubicBezTo>
                  <a:pt x="228917" y="120386"/>
                  <a:pt x="229616" y="120279"/>
                  <a:pt x="230288" y="120198"/>
                </a:cubicBezTo>
                <a:cubicBezTo>
                  <a:pt x="240746" y="118988"/>
                  <a:pt x="251258" y="118531"/>
                  <a:pt x="261743" y="118047"/>
                </a:cubicBezTo>
                <a:cubicBezTo>
                  <a:pt x="261770" y="118047"/>
                  <a:pt x="261770" y="117994"/>
                  <a:pt x="261743" y="117994"/>
                </a:cubicBezTo>
                <a:cubicBezTo>
                  <a:pt x="252763" y="118397"/>
                  <a:pt x="243757" y="118800"/>
                  <a:pt x="234805" y="119660"/>
                </a:cubicBezTo>
                <a:cubicBezTo>
                  <a:pt x="232574" y="119876"/>
                  <a:pt x="230369" y="120171"/>
                  <a:pt x="228165" y="120467"/>
                </a:cubicBezTo>
                <a:cubicBezTo>
                  <a:pt x="218997" y="120709"/>
                  <a:pt x="209857" y="121489"/>
                  <a:pt x="200743" y="122483"/>
                </a:cubicBezTo>
                <a:lnTo>
                  <a:pt x="198646" y="122725"/>
                </a:lnTo>
                <a:cubicBezTo>
                  <a:pt x="198700" y="122698"/>
                  <a:pt x="198754" y="122698"/>
                  <a:pt x="198807" y="122671"/>
                </a:cubicBezTo>
                <a:cubicBezTo>
                  <a:pt x="198834" y="122671"/>
                  <a:pt x="198861" y="122645"/>
                  <a:pt x="198834" y="122618"/>
                </a:cubicBezTo>
                <a:cubicBezTo>
                  <a:pt x="198695" y="122453"/>
                  <a:pt x="198495" y="122372"/>
                  <a:pt x="198295" y="122372"/>
                </a:cubicBezTo>
                <a:cubicBezTo>
                  <a:pt x="198071" y="122372"/>
                  <a:pt x="197847" y="122473"/>
                  <a:pt x="197705" y="122671"/>
                </a:cubicBezTo>
                <a:cubicBezTo>
                  <a:pt x="197678" y="122698"/>
                  <a:pt x="197705" y="122725"/>
                  <a:pt x="197732" y="122752"/>
                </a:cubicBezTo>
                <a:cubicBezTo>
                  <a:pt x="197759" y="122752"/>
                  <a:pt x="197813" y="122779"/>
                  <a:pt x="197866" y="122806"/>
                </a:cubicBezTo>
                <a:cubicBezTo>
                  <a:pt x="197705" y="122806"/>
                  <a:pt x="197544" y="122779"/>
                  <a:pt x="197382" y="122752"/>
                </a:cubicBezTo>
                <a:cubicBezTo>
                  <a:pt x="196899" y="122645"/>
                  <a:pt x="196468" y="122456"/>
                  <a:pt x="196092" y="122134"/>
                </a:cubicBezTo>
                <a:lnTo>
                  <a:pt x="196092" y="122134"/>
                </a:lnTo>
                <a:cubicBezTo>
                  <a:pt x="196549" y="122537"/>
                  <a:pt x="197140" y="122779"/>
                  <a:pt x="197759" y="122806"/>
                </a:cubicBezTo>
                <a:cubicBezTo>
                  <a:pt x="193377" y="123317"/>
                  <a:pt x="189022" y="123881"/>
                  <a:pt x="184666" y="124473"/>
                </a:cubicBezTo>
                <a:cubicBezTo>
                  <a:pt x="181836" y="124194"/>
                  <a:pt x="179026" y="123836"/>
                  <a:pt x="176218" y="123466"/>
                </a:cubicBezTo>
                <a:lnTo>
                  <a:pt x="176218" y="123466"/>
                </a:lnTo>
                <a:cubicBezTo>
                  <a:pt x="178847" y="123864"/>
                  <a:pt x="181501" y="124234"/>
                  <a:pt x="184156" y="124526"/>
                </a:cubicBezTo>
                <a:lnTo>
                  <a:pt x="184021" y="124553"/>
                </a:lnTo>
                <a:cubicBezTo>
                  <a:pt x="183659" y="124556"/>
                  <a:pt x="183296" y="124557"/>
                  <a:pt x="182933" y="124557"/>
                </a:cubicBezTo>
                <a:cubicBezTo>
                  <a:pt x="179236" y="124557"/>
                  <a:pt x="175540" y="124441"/>
                  <a:pt x="171843" y="124392"/>
                </a:cubicBezTo>
                <a:cubicBezTo>
                  <a:pt x="172380" y="124285"/>
                  <a:pt x="172918" y="124177"/>
                  <a:pt x="173483" y="124043"/>
                </a:cubicBezTo>
                <a:cubicBezTo>
                  <a:pt x="173509" y="124043"/>
                  <a:pt x="173509" y="123989"/>
                  <a:pt x="173483" y="123962"/>
                </a:cubicBezTo>
                <a:cubicBezTo>
                  <a:pt x="172676" y="124096"/>
                  <a:pt x="171870" y="124258"/>
                  <a:pt x="171063" y="124392"/>
                </a:cubicBezTo>
                <a:cubicBezTo>
                  <a:pt x="169262" y="124392"/>
                  <a:pt x="167461" y="124392"/>
                  <a:pt x="165686" y="124419"/>
                </a:cubicBezTo>
                <a:cubicBezTo>
                  <a:pt x="159799" y="124580"/>
                  <a:pt x="153911" y="124983"/>
                  <a:pt x="148050" y="125494"/>
                </a:cubicBezTo>
                <a:cubicBezTo>
                  <a:pt x="142889" y="125225"/>
                  <a:pt x="137727" y="124903"/>
                  <a:pt x="132565" y="124500"/>
                </a:cubicBezTo>
                <a:cubicBezTo>
                  <a:pt x="120783" y="123555"/>
                  <a:pt x="109058" y="122949"/>
                  <a:pt x="97263" y="122949"/>
                </a:cubicBezTo>
                <a:cubicBezTo>
                  <a:pt x="94955" y="122949"/>
                  <a:pt x="92644" y="122973"/>
                  <a:pt x="90330" y="123021"/>
                </a:cubicBezTo>
                <a:cubicBezTo>
                  <a:pt x="75894" y="123290"/>
                  <a:pt x="61511" y="124285"/>
                  <a:pt x="47101" y="125333"/>
                </a:cubicBezTo>
                <a:cubicBezTo>
                  <a:pt x="48042" y="122887"/>
                  <a:pt x="49198" y="120548"/>
                  <a:pt x="50542" y="118316"/>
                </a:cubicBezTo>
                <a:lnTo>
                  <a:pt x="50838" y="117832"/>
                </a:lnTo>
                <a:cubicBezTo>
                  <a:pt x="50999" y="117564"/>
                  <a:pt x="51160" y="117322"/>
                  <a:pt x="51322" y="117080"/>
                </a:cubicBezTo>
                <a:cubicBezTo>
                  <a:pt x="51537" y="117160"/>
                  <a:pt x="51779" y="117214"/>
                  <a:pt x="52021" y="117268"/>
                </a:cubicBezTo>
                <a:cubicBezTo>
                  <a:pt x="52028" y="117270"/>
                  <a:pt x="52035" y="117271"/>
                  <a:pt x="52043" y="117271"/>
                </a:cubicBezTo>
                <a:cubicBezTo>
                  <a:pt x="52119" y="117271"/>
                  <a:pt x="52199" y="117155"/>
                  <a:pt x="52101" y="117106"/>
                </a:cubicBezTo>
                <a:cubicBezTo>
                  <a:pt x="51886" y="116999"/>
                  <a:pt x="51698" y="116891"/>
                  <a:pt x="51510" y="116784"/>
                </a:cubicBezTo>
                <a:cubicBezTo>
                  <a:pt x="51967" y="116058"/>
                  <a:pt x="52451" y="115332"/>
                  <a:pt x="52935" y="114633"/>
                </a:cubicBezTo>
                <a:cubicBezTo>
                  <a:pt x="54548" y="112267"/>
                  <a:pt x="56349" y="109982"/>
                  <a:pt x="58177" y="107724"/>
                </a:cubicBezTo>
                <a:cubicBezTo>
                  <a:pt x="58984" y="106702"/>
                  <a:pt x="59790" y="105708"/>
                  <a:pt x="60570" y="104686"/>
                </a:cubicBezTo>
                <a:cubicBezTo>
                  <a:pt x="74684" y="104579"/>
                  <a:pt x="88798" y="104444"/>
                  <a:pt x="102939" y="104337"/>
                </a:cubicBezTo>
                <a:lnTo>
                  <a:pt x="140146" y="104041"/>
                </a:lnTo>
                <a:lnTo>
                  <a:pt x="156142" y="104068"/>
                </a:lnTo>
                <a:cubicBezTo>
                  <a:pt x="153723" y="104202"/>
                  <a:pt x="151330" y="104310"/>
                  <a:pt x="148911" y="104390"/>
                </a:cubicBezTo>
                <a:cubicBezTo>
                  <a:pt x="145564" y="104518"/>
                  <a:pt x="142218" y="104565"/>
                  <a:pt x="138871" y="104565"/>
                </a:cubicBezTo>
                <a:cubicBezTo>
                  <a:pt x="134448" y="104565"/>
                  <a:pt x="130025" y="104482"/>
                  <a:pt x="125602" y="104390"/>
                </a:cubicBezTo>
                <a:cubicBezTo>
                  <a:pt x="125548" y="104390"/>
                  <a:pt x="125548" y="104471"/>
                  <a:pt x="125602" y="104471"/>
                </a:cubicBezTo>
                <a:cubicBezTo>
                  <a:pt x="133479" y="104713"/>
                  <a:pt x="141356" y="104767"/>
                  <a:pt x="149233" y="104794"/>
                </a:cubicBezTo>
                <a:cubicBezTo>
                  <a:pt x="151619" y="104811"/>
                  <a:pt x="154004" y="104840"/>
                  <a:pt x="156388" y="104840"/>
                </a:cubicBezTo>
                <a:cubicBezTo>
                  <a:pt x="161392" y="104840"/>
                  <a:pt x="166388" y="104714"/>
                  <a:pt x="171359" y="104095"/>
                </a:cubicBezTo>
                <a:lnTo>
                  <a:pt x="222788" y="104202"/>
                </a:lnTo>
                <a:cubicBezTo>
                  <a:pt x="238999" y="104444"/>
                  <a:pt x="255210" y="104713"/>
                  <a:pt x="271421" y="105062"/>
                </a:cubicBezTo>
                <a:cubicBezTo>
                  <a:pt x="271502" y="105062"/>
                  <a:pt x="271502" y="104955"/>
                  <a:pt x="271421" y="104955"/>
                </a:cubicBezTo>
                <a:cubicBezTo>
                  <a:pt x="257952" y="104659"/>
                  <a:pt x="244483" y="104417"/>
                  <a:pt x="231014" y="104229"/>
                </a:cubicBezTo>
                <a:lnTo>
                  <a:pt x="231014" y="104229"/>
                </a:lnTo>
                <a:cubicBezTo>
                  <a:pt x="246258" y="104256"/>
                  <a:pt x="261528" y="104283"/>
                  <a:pt x="276798" y="104310"/>
                </a:cubicBezTo>
                <a:cubicBezTo>
                  <a:pt x="276825" y="104310"/>
                  <a:pt x="276825" y="104283"/>
                  <a:pt x="276798" y="104283"/>
                </a:cubicBezTo>
                <a:cubicBezTo>
                  <a:pt x="259296" y="104229"/>
                  <a:pt x="241795" y="104175"/>
                  <a:pt x="224293" y="104122"/>
                </a:cubicBezTo>
                <a:cubicBezTo>
                  <a:pt x="210636" y="103933"/>
                  <a:pt x="196979" y="103799"/>
                  <a:pt x="183322" y="103691"/>
                </a:cubicBezTo>
                <a:lnTo>
                  <a:pt x="203593" y="103530"/>
                </a:lnTo>
                <a:lnTo>
                  <a:pt x="259995" y="103073"/>
                </a:lnTo>
                <a:cubicBezTo>
                  <a:pt x="260049" y="103073"/>
                  <a:pt x="260076" y="102939"/>
                  <a:pt x="259995" y="102939"/>
                </a:cubicBezTo>
                <a:lnTo>
                  <a:pt x="175902" y="103611"/>
                </a:lnTo>
                <a:cubicBezTo>
                  <a:pt x="167165" y="103557"/>
                  <a:pt x="158454" y="103530"/>
                  <a:pt x="149717" y="103503"/>
                </a:cubicBezTo>
                <a:cubicBezTo>
                  <a:pt x="153777" y="103476"/>
                  <a:pt x="157836" y="103342"/>
                  <a:pt x="161869" y="102939"/>
                </a:cubicBezTo>
                <a:cubicBezTo>
                  <a:pt x="161869" y="102939"/>
                  <a:pt x="161896" y="102939"/>
                  <a:pt x="161896" y="102912"/>
                </a:cubicBezTo>
                <a:cubicBezTo>
                  <a:pt x="164826" y="102912"/>
                  <a:pt x="167729" y="102831"/>
                  <a:pt x="170633" y="102589"/>
                </a:cubicBezTo>
                <a:cubicBezTo>
                  <a:pt x="170767" y="102589"/>
                  <a:pt x="170740" y="102374"/>
                  <a:pt x="170633" y="102374"/>
                </a:cubicBezTo>
                <a:cubicBezTo>
                  <a:pt x="167253" y="102074"/>
                  <a:pt x="163849" y="101991"/>
                  <a:pt x="160442" y="101991"/>
                </a:cubicBezTo>
                <a:cubicBezTo>
                  <a:pt x="157752" y="101991"/>
                  <a:pt x="155060" y="102043"/>
                  <a:pt x="152379" y="102078"/>
                </a:cubicBezTo>
                <a:lnTo>
                  <a:pt x="147056" y="102132"/>
                </a:lnTo>
                <a:cubicBezTo>
                  <a:pt x="150174" y="101971"/>
                  <a:pt x="153293" y="101836"/>
                  <a:pt x="156438" y="101810"/>
                </a:cubicBezTo>
                <a:cubicBezTo>
                  <a:pt x="158107" y="101791"/>
                  <a:pt x="159789" y="101760"/>
                  <a:pt x="161475" y="101760"/>
                </a:cubicBezTo>
                <a:cubicBezTo>
                  <a:pt x="162233" y="101760"/>
                  <a:pt x="162992" y="101766"/>
                  <a:pt x="163751" y="101783"/>
                </a:cubicBezTo>
                <a:cubicBezTo>
                  <a:pt x="165135" y="101815"/>
                  <a:pt x="166683" y="101972"/>
                  <a:pt x="168188" y="101972"/>
                </a:cubicBezTo>
                <a:cubicBezTo>
                  <a:pt x="169196" y="101972"/>
                  <a:pt x="170184" y="101902"/>
                  <a:pt x="171090" y="101675"/>
                </a:cubicBezTo>
                <a:cubicBezTo>
                  <a:pt x="171171" y="101648"/>
                  <a:pt x="171224" y="101568"/>
                  <a:pt x="171197" y="101487"/>
                </a:cubicBezTo>
                <a:lnTo>
                  <a:pt x="173940" y="101487"/>
                </a:lnTo>
                <a:lnTo>
                  <a:pt x="173913" y="101621"/>
                </a:lnTo>
                <a:cubicBezTo>
                  <a:pt x="173897" y="101637"/>
                  <a:pt x="173909" y="101652"/>
                  <a:pt x="173926" y="101652"/>
                </a:cubicBezTo>
                <a:cubicBezTo>
                  <a:pt x="173939" y="101652"/>
                  <a:pt x="173955" y="101644"/>
                  <a:pt x="173966" y="101621"/>
                </a:cubicBezTo>
                <a:cubicBezTo>
                  <a:pt x="173966" y="101594"/>
                  <a:pt x="173993" y="101541"/>
                  <a:pt x="174020" y="101487"/>
                </a:cubicBezTo>
                <a:lnTo>
                  <a:pt x="175606" y="101487"/>
                </a:lnTo>
                <a:cubicBezTo>
                  <a:pt x="175526" y="101675"/>
                  <a:pt x="175472" y="101863"/>
                  <a:pt x="175391" y="102051"/>
                </a:cubicBezTo>
                <a:cubicBezTo>
                  <a:pt x="175391" y="102067"/>
                  <a:pt x="175409" y="102083"/>
                  <a:pt x="175430" y="102083"/>
                </a:cubicBezTo>
                <a:cubicBezTo>
                  <a:pt x="175444" y="102083"/>
                  <a:pt x="175461" y="102074"/>
                  <a:pt x="175472" y="102051"/>
                </a:cubicBezTo>
                <a:cubicBezTo>
                  <a:pt x="175526" y="101863"/>
                  <a:pt x="175606" y="101675"/>
                  <a:pt x="175687" y="101487"/>
                </a:cubicBezTo>
                <a:lnTo>
                  <a:pt x="177085" y="101487"/>
                </a:lnTo>
                <a:lnTo>
                  <a:pt x="177031" y="101568"/>
                </a:lnTo>
                <a:cubicBezTo>
                  <a:pt x="177012" y="101587"/>
                  <a:pt x="177020" y="101606"/>
                  <a:pt x="177045" y="101606"/>
                </a:cubicBezTo>
                <a:cubicBezTo>
                  <a:pt x="177056" y="101606"/>
                  <a:pt x="177069" y="101602"/>
                  <a:pt x="177085" y="101594"/>
                </a:cubicBezTo>
                <a:lnTo>
                  <a:pt x="177193" y="101487"/>
                </a:lnTo>
                <a:cubicBezTo>
                  <a:pt x="186091" y="101541"/>
                  <a:pt x="195017" y="101594"/>
                  <a:pt x="203915" y="101675"/>
                </a:cubicBezTo>
                <a:cubicBezTo>
                  <a:pt x="211497" y="101756"/>
                  <a:pt x="219078" y="101836"/>
                  <a:pt x="226659" y="101944"/>
                </a:cubicBezTo>
                <a:lnTo>
                  <a:pt x="226175" y="102401"/>
                </a:lnTo>
                <a:cubicBezTo>
                  <a:pt x="226154" y="102401"/>
                  <a:pt x="226167" y="102435"/>
                  <a:pt x="226186" y="102435"/>
                </a:cubicBezTo>
                <a:cubicBezTo>
                  <a:pt x="226191" y="102435"/>
                  <a:pt x="226197" y="102433"/>
                  <a:pt x="226202" y="102428"/>
                </a:cubicBezTo>
                <a:cubicBezTo>
                  <a:pt x="226363" y="102267"/>
                  <a:pt x="226552" y="102132"/>
                  <a:pt x="226713" y="101998"/>
                </a:cubicBezTo>
                <a:cubicBezTo>
                  <a:pt x="228944" y="102025"/>
                  <a:pt x="231202" y="102051"/>
                  <a:pt x="233434" y="102078"/>
                </a:cubicBezTo>
                <a:lnTo>
                  <a:pt x="233057" y="102804"/>
                </a:lnTo>
                <a:cubicBezTo>
                  <a:pt x="233057" y="102823"/>
                  <a:pt x="233071" y="102842"/>
                  <a:pt x="233088" y="102842"/>
                </a:cubicBezTo>
                <a:cubicBezTo>
                  <a:pt x="233096" y="102842"/>
                  <a:pt x="233103" y="102839"/>
                  <a:pt x="233111" y="102831"/>
                </a:cubicBezTo>
                <a:lnTo>
                  <a:pt x="233488" y="102078"/>
                </a:lnTo>
                <a:lnTo>
                  <a:pt x="235504" y="102132"/>
                </a:lnTo>
                <a:cubicBezTo>
                  <a:pt x="235316" y="102428"/>
                  <a:pt x="235154" y="102750"/>
                  <a:pt x="234966" y="103073"/>
                </a:cubicBezTo>
                <a:cubicBezTo>
                  <a:pt x="234966" y="103092"/>
                  <a:pt x="234980" y="103111"/>
                  <a:pt x="234997" y="103111"/>
                </a:cubicBezTo>
                <a:cubicBezTo>
                  <a:pt x="235004" y="103111"/>
                  <a:pt x="235012" y="103108"/>
                  <a:pt x="235020" y="103100"/>
                </a:cubicBezTo>
                <a:cubicBezTo>
                  <a:pt x="235208" y="102777"/>
                  <a:pt x="235396" y="102428"/>
                  <a:pt x="235585" y="102132"/>
                </a:cubicBezTo>
                <a:lnTo>
                  <a:pt x="238918" y="102186"/>
                </a:lnTo>
                <a:lnTo>
                  <a:pt x="238569" y="102401"/>
                </a:lnTo>
                <a:cubicBezTo>
                  <a:pt x="238542" y="102428"/>
                  <a:pt x="238569" y="102455"/>
                  <a:pt x="238596" y="102455"/>
                </a:cubicBezTo>
                <a:lnTo>
                  <a:pt x="239026" y="102186"/>
                </a:lnTo>
                <a:cubicBezTo>
                  <a:pt x="246392" y="102293"/>
                  <a:pt x="253758" y="102428"/>
                  <a:pt x="261124" y="102589"/>
                </a:cubicBezTo>
                <a:cubicBezTo>
                  <a:pt x="262012" y="102589"/>
                  <a:pt x="262146" y="101245"/>
                  <a:pt x="261259" y="101218"/>
                </a:cubicBezTo>
                <a:cubicBezTo>
                  <a:pt x="255990" y="101111"/>
                  <a:pt x="250720" y="101003"/>
                  <a:pt x="245451" y="100922"/>
                </a:cubicBezTo>
                <a:cubicBezTo>
                  <a:pt x="250828" y="97884"/>
                  <a:pt x="256258" y="95062"/>
                  <a:pt x="262012" y="92696"/>
                </a:cubicBezTo>
                <a:lnTo>
                  <a:pt x="262012" y="92669"/>
                </a:lnTo>
                <a:cubicBezTo>
                  <a:pt x="256285" y="95008"/>
                  <a:pt x="250586" y="97669"/>
                  <a:pt x="245317" y="100922"/>
                </a:cubicBezTo>
                <a:lnTo>
                  <a:pt x="243811" y="100895"/>
                </a:lnTo>
                <a:cubicBezTo>
                  <a:pt x="248865" y="97589"/>
                  <a:pt x="254135" y="94658"/>
                  <a:pt x="259565" y="92104"/>
                </a:cubicBezTo>
                <a:cubicBezTo>
                  <a:pt x="259609" y="92083"/>
                  <a:pt x="259582" y="92043"/>
                  <a:pt x="259570" y="92043"/>
                </a:cubicBezTo>
                <a:cubicBezTo>
                  <a:pt x="259567" y="92043"/>
                  <a:pt x="259565" y="92046"/>
                  <a:pt x="259565" y="92051"/>
                </a:cubicBezTo>
                <a:cubicBezTo>
                  <a:pt x="254027" y="94551"/>
                  <a:pt x="248704" y="97508"/>
                  <a:pt x="243650" y="100895"/>
                </a:cubicBezTo>
                <a:lnTo>
                  <a:pt x="241123" y="100842"/>
                </a:lnTo>
                <a:cubicBezTo>
                  <a:pt x="247440" y="96890"/>
                  <a:pt x="253785" y="93018"/>
                  <a:pt x="260425" y="89550"/>
                </a:cubicBezTo>
                <a:cubicBezTo>
                  <a:pt x="260425" y="89550"/>
                  <a:pt x="260425" y="89524"/>
                  <a:pt x="260425" y="89524"/>
                </a:cubicBezTo>
                <a:cubicBezTo>
                  <a:pt x="253758" y="92965"/>
                  <a:pt x="247118" y="96648"/>
                  <a:pt x="240881" y="100842"/>
                </a:cubicBezTo>
                <a:lnTo>
                  <a:pt x="240343" y="100842"/>
                </a:lnTo>
                <a:cubicBezTo>
                  <a:pt x="240639" y="100062"/>
                  <a:pt x="240908" y="99282"/>
                  <a:pt x="241230" y="98503"/>
                </a:cubicBezTo>
                <a:cubicBezTo>
                  <a:pt x="247440" y="94766"/>
                  <a:pt x="253678" y="91110"/>
                  <a:pt x="259941" y="87480"/>
                </a:cubicBezTo>
                <a:lnTo>
                  <a:pt x="259941" y="87480"/>
                </a:lnTo>
                <a:cubicBezTo>
                  <a:pt x="253678" y="91056"/>
                  <a:pt x="247440" y="94712"/>
                  <a:pt x="241257" y="98449"/>
                </a:cubicBezTo>
                <a:cubicBezTo>
                  <a:pt x="241741" y="97185"/>
                  <a:pt x="242252" y="95949"/>
                  <a:pt x="242789" y="94712"/>
                </a:cubicBezTo>
                <a:cubicBezTo>
                  <a:pt x="248059" y="91244"/>
                  <a:pt x="253409" y="87857"/>
                  <a:pt x="258812" y="84550"/>
                </a:cubicBezTo>
                <a:lnTo>
                  <a:pt x="258812" y="84523"/>
                </a:lnTo>
                <a:cubicBezTo>
                  <a:pt x="253409" y="87830"/>
                  <a:pt x="248059" y="91217"/>
                  <a:pt x="242789" y="94685"/>
                </a:cubicBezTo>
                <a:cubicBezTo>
                  <a:pt x="243542" y="92911"/>
                  <a:pt x="244376" y="91137"/>
                  <a:pt x="245290" y="89416"/>
                </a:cubicBezTo>
                <a:cubicBezTo>
                  <a:pt x="245308" y="89397"/>
                  <a:pt x="245288" y="89366"/>
                  <a:pt x="245266" y="89366"/>
                </a:cubicBezTo>
                <a:cubicBezTo>
                  <a:pt x="245255" y="89366"/>
                  <a:pt x="245244" y="89372"/>
                  <a:pt x="245236" y="89389"/>
                </a:cubicBezTo>
                <a:cubicBezTo>
                  <a:pt x="244295" y="91163"/>
                  <a:pt x="243408" y="92965"/>
                  <a:pt x="242574" y="94820"/>
                </a:cubicBezTo>
                <a:lnTo>
                  <a:pt x="242537" y="94844"/>
                </a:lnTo>
                <a:lnTo>
                  <a:pt x="242537" y="94844"/>
                </a:lnTo>
                <a:cubicBezTo>
                  <a:pt x="242540" y="94836"/>
                  <a:pt x="242544" y="94828"/>
                  <a:pt x="242548" y="94820"/>
                </a:cubicBezTo>
                <a:lnTo>
                  <a:pt x="242548" y="94820"/>
                </a:lnTo>
                <a:lnTo>
                  <a:pt x="241499" y="95519"/>
                </a:lnTo>
                <a:lnTo>
                  <a:pt x="242537" y="94844"/>
                </a:lnTo>
                <a:lnTo>
                  <a:pt x="242537" y="94844"/>
                </a:lnTo>
                <a:cubicBezTo>
                  <a:pt x="242003" y="96073"/>
                  <a:pt x="241496" y="97301"/>
                  <a:pt x="241015" y="98557"/>
                </a:cubicBezTo>
                <a:lnTo>
                  <a:pt x="239375" y="99551"/>
                </a:lnTo>
                <a:cubicBezTo>
                  <a:pt x="240101" y="98207"/>
                  <a:pt x="240800" y="96863"/>
                  <a:pt x="241499" y="95519"/>
                </a:cubicBezTo>
                <a:cubicBezTo>
                  <a:pt x="242388" y="93804"/>
                  <a:pt x="243260" y="92073"/>
                  <a:pt x="244142" y="90365"/>
                </a:cubicBezTo>
                <a:lnTo>
                  <a:pt x="244142" y="90365"/>
                </a:lnTo>
                <a:cubicBezTo>
                  <a:pt x="243943" y="90703"/>
                  <a:pt x="243719" y="91038"/>
                  <a:pt x="243623" y="91217"/>
                </a:cubicBezTo>
                <a:lnTo>
                  <a:pt x="242413" y="93502"/>
                </a:lnTo>
                <a:cubicBezTo>
                  <a:pt x="242037" y="94228"/>
                  <a:pt x="241660" y="94954"/>
                  <a:pt x="241257" y="95680"/>
                </a:cubicBezTo>
                <a:cubicBezTo>
                  <a:pt x="240531" y="97024"/>
                  <a:pt x="239832" y="98341"/>
                  <a:pt x="239133" y="99686"/>
                </a:cubicBezTo>
                <a:lnTo>
                  <a:pt x="238730" y="99928"/>
                </a:lnTo>
                <a:lnTo>
                  <a:pt x="238730" y="99955"/>
                </a:lnTo>
                <a:lnTo>
                  <a:pt x="239080" y="99739"/>
                </a:lnTo>
                <a:lnTo>
                  <a:pt x="239080" y="99739"/>
                </a:lnTo>
                <a:lnTo>
                  <a:pt x="238569" y="100788"/>
                </a:lnTo>
                <a:lnTo>
                  <a:pt x="236391" y="100761"/>
                </a:lnTo>
                <a:cubicBezTo>
                  <a:pt x="237816" y="98288"/>
                  <a:pt x="239241" y="95814"/>
                  <a:pt x="240639" y="93314"/>
                </a:cubicBezTo>
                <a:cubicBezTo>
                  <a:pt x="241042" y="93045"/>
                  <a:pt x="241445" y="92777"/>
                  <a:pt x="241849" y="92535"/>
                </a:cubicBezTo>
                <a:cubicBezTo>
                  <a:pt x="241895" y="92511"/>
                  <a:pt x="241861" y="92448"/>
                  <a:pt x="241834" y="92448"/>
                </a:cubicBezTo>
                <a:cubicBezTo>
                  <a:pt x="241830" y="92448"/>
                  <a:pt x="241825" y="92450"/>
                  <a:pt x="241822" y="92454"/>
                </a:cubicBezTo>
                <a:lnTo>
                  <a:pt x="240719" y="93153"/>
                </a:lnTo>
                <a:cubicBezTo>
                  <a:pt x="241284" y="92185"/>
                  <a:pt x="241849" y="91190"/>
                  <a:pt x="242413" y="90196"/>
                </a:cubicBezTo>
                <a:cubicBezTo>
                  <a:pt x="242432" y="90177"/>
                  <a:pt x="242411" y="90158"/>
                  <a:pt x="242387" y="90158"/>
                </a:cubicBezTo>
                <a:cubicBezTo>
                  <a:pt x="242377" y="90158"/>
                  <a:pt x="242367" y="90161"/>
                  <a:pt x="242359" y="90169"/>
                </a:cubicBezTo>
                <a:lnTo>
                  <a:pt x="240558" y="93287"/>
                </a:lnTo>
                <a:cubicBezTo>
                  <a:pt x="239295" y="94094"/>
                  <a:pt x="238031" y="94954"/>
                  <a:pt x="236794" y="95814"/>
                </a:cubicBezTo>
                <a:lnTo>
                  <a:pt x="238273" y="92965"/>
                </a:lnTo>
                <a:cubicBezTo>
                  <a:pt x="238287" y="92956"/>
                  <a:pt x="238300" y="92947"/>
                  <a:pt x="238314" y="92938"/>
                </a:cubicBezTo>
                <a:lnTo>
                  <a:pt x="238314" y="92938"/>
                </a:lnTo>
                <a:lnTo>
                  <a:pt x="238300" y="92965"/>
                </a:lnTo>
                <a:cubicBezTo>
                  <a:pt x="238411" y="92883"/>
                  <a:pt x="238524" y="92802"/>
                  <a:pt x="238638" y="92722"/>
                </a:cubicBezTo>
                <a:lnTo>
                  <a:pt x="238638" y="92722"/>
                </a:lnTo>
                <a:cubicBezTo>
                  <a:pt x="238531" y="92795"/>
                  <a:pt x="238423" y="92867"/>
                  <a:pt x="238314" y="92938"/>
                </a:cubicBezTo>
                <a:lnTo>
                  <a:pt x="238314" y="92938"/>
                </a:lnTo>
                <a:lnTo>
                  <a:pt x="240155" y="89416"/>
                </a:lnTo>
                <a:cubicBezTo>
                  <a:pt x="240155" y="89389"/>
                  <a:pt x="240128" y="89389"/>
                  <a:pt x="240128" y="89389"/>
                </a:cubicBezTo>
                <a:lnTo>
                  <a:pt x="238219" y="93018"/>
                </a:lnTo>
                <a:cubicBezTo>
                  <a:pt x="234778" y="95411"/>
                  <a:pt x="231444" y="97965"/>
                  <a:pt x="228218" y="100654"/>
                </a:cubicBezTo>
                <a:cubicBezTo>
                  <a:pt x="218271" y="100519"/>
                  <a:pt x="208351" y="100412"/>
                  <a:pt x="198404" y="100331"/>
                </a:cubicBezTo>
                <a:cubicBezTo>
                  <a:pt x="199211" y="98906"/>
                  <a:pt x="200205" y="97562"/>
                  <a:pt x="201361" y="96379"/>
                </a:cubicBezTo>
                <a:cubicBezTo>
                  <a:pt x="201383" y="96357"/>
                  <a:pt x="201370" y="96318"/>
                  <a:pt x="201335" y="96318"/>
                </a:cubicBezTo>
                <a:cubicBezTo>
                  <a:pt x="201327" y="96318"/>
                  <a:pt x="201318" y="96320"/>
                  <a:pt x="201307" y="96325"/>
                </a:cubicBezTo>
                <a:cubicBezTo>
                  <a:pt x="200125" y="97508"/>
                  <a:pt x="199130" y="98852"/>
                  <a:pt x="198350" y="100331"/>
                </a:cubicBezTo>
                <a:lnTo>
                  <a:pt x="197087" y="100331"/>
                </a:lnTo>
                <a:cubicBezTo>
                  <a:pt x="197705" y="98422"/>
                  <a:pt x="198592" y="96621"/>
                  <a:pt x="199748" y="95008"/>
                </a:cubicBezTo>
                <a:cubicBezTo>
                  <a:pt x="199768" y="94969"/>
                  <a:pt x="199744" y="94944"/>
                  <a:pt x="199730" y="94944"/>
                </a:cubicBezTo>
                <a:cubicBezTo>
                  <a:pt x="199725" y="94944"/>
                  <a:pt x="199721" y="94947"/>
                  <a:pt x="199721" y="94954"/>
                </a:cubicBezTo>
                <a:cubicBezTo>
                  <a:pt x="198512" y="96594"/>
                  <a:pt x="197597" y="98395"/>
                  <a:pt x="197033" y="100331"/>
                </a:cubicBezTo>
                <a:cubicBezTo>
                  <a:pt x="194775" y="100331"/>
                  <a:pt x="192490" y="100304"/>
                  <a:pt x="190231" y="100304"/>
                </a:cubicBezTo>
                <a:cubicBezTo>
                  <a:pt x="191629" y="99551"/>
                  <a:pt x="193027" y="98799"/>
                  <a:pt x="194452" y="98073"/>
                </a:cubicBezTo>
                <a:lnTo>
                  <a:pt x="194452" y="98073"/>
                </a:lnTo>
                <a:cubicBezTo>
                  <a:pt x="193000" y="98799"/>
                  <a:pt x="191575" y="99524"/>
                  <a:pt x="190151" y="100304"/>
                </a:cubicBezTo>
                <a:lnTo>
                  <a:pt x="188995" y="100304"/>
                </a:lnTo>
                <a:cubicBezTo>
                  <a:pt x="192328" y="98234"/>
                  <a:pt x="195743" y="96271"/>
                  <a:pt x="199264" y="94497"/>
                </a:cubicBezTo>
                <a:lnTo>
                  <a:pt x="199264" y="94470"/>
                </a:lnTo>
                <a:cubicBezTo>
                  <a:pt x="195689" y="96218"/>
                  <a:pt x="192221" y="98180"/>
                  <a:pt x="188860" y="100304"/>
                </a:cubicBezTo>
                <a:lnTo>
                  <a:pt x="188134" y="100304"/>
                </a:lnTo>
                <a:lnTo>
                  <a:pt x="188645" y="98772"/>
                </a:lnTo>
                <a:cubicBezTo>
                  <a:pt x="191172" y="97347"/>
                  <a:pt x="193753" y="96003"/>
                  <a:pt x="196388" y="94739"/>
                </a:cubicBezTo>
                <a:cubicBezTo>
                  <a:pt x="196415" y="94739"/>
                  <a:pt x="196388" y="94712"/>
                  <a:pt x="196361" y="94712"/>
                </a:cubicBezTo>
                <a:cubicBezTo>
                  <a:pt x="193753" y="95922"/>
                  <a:pt x="191172" y="97212"/>
                  <a:pt x="188672" y="98637"/>
                </a:cubicBezTo>
                <a:lnTo>
                  <a:pt x="189237" y="97051"/>
                </a:lnTo>
                <a:cubicBezTo>
                  <a:pt x="191656" y="95492"/>
                  <a:pt x="194183" y="94094"/>
                  <a:pt x="196764" y="92857"/>
                </a:cubicBezTo>
                <a:lnTo>
                  <a:pt x="196764" y="92830"/>
                </a:lnTo>
                <a:cubicBezTo>
                  <a:pt x="194183" y="94040"/>
                  <a:pt x="191683" y="95411"/>
                  <a:pt x="189290" y="96970"/>
                </a:cubicBezTo>
                <a:cubicBezTo>
                  <a:pt x="189720" y="95707"/>
                  <a:pt x="190178" y="94443"/>
                  <a:pt x="190661" y="93207"/>
                </a:cubicBezTo>
                <a:lnTo>
                  <a:pt x="190608" y="93207"/>
                </a:lnTo>
                <a:cubicBezTo>
                  <a:pt x="190124" y="94497"/>
                  <a:pt x="189613" y="95761"/>
                  <a:pt x="189156" y="97051"/>
                </a:cubicBezTo>
                <a:cubicBezTo>
                  <a:pt x="188161" y="97696"/>
                  <a:pt x="187167" y="98395"/>
                  <a:pt x="186172" y="99094"/>
                </a:cubicBezTo>
                <a:cubicBezTo>
                  <a:pt x="186360" y="97535"/>
                  <a:pt x="186683" y="95976"/>
                  <a:pt x="187167" y="94497"/>
                </a:cubicBezTo>
                <a:cubicBezTo>
                  <a:pt x="187355" y="94349"/>
                  <a:pt x="187543" y="94201"/>
                  <a:pt x="187734" y="94057"/>
                </a:cubicBezTo>
                <a:lnTo>
                  <a:pt x="187734" y="94057"/>
                </a:lnTo>
                <a:cubicBezTo>
                  <a:pt x="187554" y="94186"/>
                  <a:pt x="187374" y="94315"/>
                  <a:pt x="187193" y="94443"/>
                </a:cubicBezTo>
                <a:cubicBezTo>
                  <a:pt x="187408" y="93744"/>
                  <a:pt x="187677" y="93045"/>
                  <a:pt x="187973" y="92346"/>
                </a:cubicBezTo>
                <a:cubicBezTo>
                  <a:pt x="187990" y="92313"/>
                  <a:pt x="187965" y="92290"/>
                  <a:pt x="187944" y="92290"/>
                </a:cubicBezTo>
                <a:cubicBezTo>
                  <a:pt x="187931" y="92290"/>
                  <a:pt x="187919" y="92299"/>
                  <a:pt x="187919" y="92319"/>
                </a:cubicBezTo>
                <a:cubicBezTo>
                  <a:pt x="187597" y="93045"/>
                  <a:pt x="187301" y="93771"/>
                  <a:pt x="187059" y="94524"/>
                </a:cubicBezTo>
                <a:cubicBezTo>
                  <a:pt x="187039" y="94539"/>
                  <a:pt x="187019" y="94553"/>
                  <a:pt x="187000" y="94568"/>
                </a:cubicBezTo>
                <a:lnTo>
                  <a:pt x="187000" y="94568"/>
                </a:lnTo>
                <a:cubicBezTo>
                  <a:pt x="187002" y="94562"/>
                  <a:pt x="187003" y="94557"/>
                  <a:pt x="187005" y="94551"/>
                </a:cubicBezTo>
                <a:lnTo>
                  <a:pt x="187005" y="94551"/>
                </a:lnTo>
                <a:cubicBezTo>
                  <a:pt x="186642" y="94820"/>
                  <a:pt x="186278" y="95096"/>
                  <a:pt x="185915" y="95375"/>
                </a:cubicBezTo>
                <a:lnTo>
                  <a:pt x="185915" y="95375"/>
                </a:lnTo>
                <a:cubicBezTo>
                  <a:pt x="186277" y="95104"/>
                  <a:pt x="186638" y="94836"/>
                  <a:pt x="187000" y="94568"/>
                </a:cubicBezTo>
                <a:lnTo>
                  <a:pt x="187000" y="94568"/>
                </a:lnTo>
                <a:cubicBezTo>
                  <a:pt x="186519" y="96068"/>
                  <a:pt x="186198" y="97595"/>
                  <a:pt x="186064" y="99175"/>
                </a:cubicBezTo>
                <a:cubicBezTo>
                  <a:pt x="185634" y="99498"/>
                  <a:pt x="185177" y="99847"/>
                  <a:pt x="184747" y="100170"/>
                </a:cubicBezTo>
                <a:cubicBezTo>
                  <a:pt x="184728" y="100189"/>
                  <a:pt x="184736" y="100208"/>
                  <a:pt x="184752" y="100208"/>
                </a:cubicBezTo>
                <a:cubicBezTo>
                  <a:pt x="184758" y="100208"/>
                  <a:pt x="184766" y="100204"/>
                  <a:pt x="184774" y="100196"/>
                </a:cubicBezTo>
                <a:cubicBezTo>
                  <a:pt x="185204" y="99874"/>
                  <a:pt x="185634" y="99551"/>
                  <a:pt x="186064" y="99256"/>
                </a:cubicBezTo>
                <a:lnTo>
                  <a:pt x="186064" y="99256"/>
                </a:lnTo>
                <a:cubicBezTo>
                  <a:pt x="186010" y="99578"/>
                  <a:pt x="186010" y="99928"/>
                  <a:pt x="185984" y="100250"/>
                </a:cubicBezTo>
                <a:lnTo>
                  <a:pt x="184666" y="100250"/>
                </a:lnTo>
                <a:cubicBezTo>
                  <a:pt x="184666" y="100223"/>
                  <a:pt x="184693" y="100196"/>
                  <a:pt x="184720" y="100170"/>
                </a:cubicBezTo>
                <a:cubicBezTo>
                  <a:pt x="184730" y="100150"/>
                  <a:pt x="184733" y="100145"/>
                  <a:pt x="184732" y="100145"/>
                </a:cubicBezTo>
                <a:lnTo>
                  <a:pt x="184732" y="100145"/>
                </a:lnTo>
                <a:cubicBezTo>
                  <a:pt x="184731" y="100145"/>
                  <a:pt x="184727" y="100151"/>
                  <a:pt x="184723" y="100151"/>
                </a:cubicBezTo>
                <a:cubicBezTo>
                  <a:pt x="184721" y="100151"/>
                  <a:pt x="184720" y="100149"/>
                  <a:pt x="184720" y="100143"/>
                </a:cubicBezTo>
                <a:lnTo>
                  <a:pt x="184639" y="100062"/>
                </a:lnTo>
                <a:cubicBezTo>
                  <a:pt x="184613" y="100062"/>
                  <a:pt x="184586" y="100062"/>
                  <a:pt x="184613" y="100089"/>
                </a:cubicBezTo>
                <a:cubicBezTo>
                  <a:pt x="184371" y="99874"/>
                  <a:pt x="184371" y="99282"/>
                  <a:pt x="184451" y="98691"/>
                </a:cubicBezTo>
                <a:lnTo>
                  <a:pt x="184451" y="98691"/>
                </a:lnTo>
                <a:cubicBezTo>
                  <a:pt x="184344" y="99229"/>
                  <a:pt x="184209" y="99847"/>
                  <a:pt x="184451" y="100250"/>
                </a:cubicBezTo>
                <a:lnTo>
                  <a:pt x="178429" y="100223"/>
                </a:lnTo>
                <a:cubicBezTo>
                  <a:pt x="180499" y="98126"/>
                  <a:pt x="182704" y="96137"/>
                  <a:pt x="185043" y="94282"/>
                </a:cubicBezTo>
                <a:lnTo>
                  <a:pt x="185043" y="94282"/>
                </a:lnTo>
                <a:cubicBezTo>
                  <a:pt x="184962" y="94927"/>
                  <a:pt x="184881" y="95546"/>
                  <a:pt x="184801" y="96164"/>
                </a:cubicBezTo>
                <a:cubicBezTo>
                  <a:pt x="183376" y="97266"/>
                  <a:pt x="181978" y="98422"/>
                  <a:pt x="180634" y="99632"/>
                </a:cubicBezTo>
                <a:cubicBezTo>
                  <a:pt x="180634" y="99651"/>
                  <a:pt x="180634" y="99670"/>
                  <a:pt x="180643" y="99670"/>
                </a:cubicBezTo>
                <a:cubicBezTo>
                  <a:pt x="180647" y="99670"/>
                  <a:pt x="180653" y="99667"/>
                  <a:pt x="180661" y="99659"/>
                </a:cubicBezTo>
                <a:cubicBezTo>
                  <a:pt x="182005" y="98503"/>
                  <a:pt x="183376" y="97347"/>
                  <a:pt x="184774" y="96245"/>
                </a:cubicBezTo>
                <a:lnTo>
                  <a:pt x="184774" y="96245"/>
                </a:lnTo>
                <a:cubicBezTo>
                  <a:pt x="184720" y="96755"/>
                  <a:pt x="184666" y="97239"/>
                  <a:pt x="184613" y="97750"/>
                </a:cubicBezTo>
                <a:cubicBezTo>
                  <a:pt x="184666" y="97427"/>
                  <a:pt x="184720" y="97185"/>
                  <a:pt x="184747" y="96997"/>
                </a:cubicBezTo>
                <a:cubicBezTo>
                  <a:pt x="184774" y="96755"/>
                  <a:pt x="184801" y="96487"/>
                  <a:pt x="184828" y="96218"/>
                </a:cubicBezTo>
                <a:cubicBezTo>
                  <a:pt x="185190" y="95936"/>
                  <a:pt x="185553" y="95654"/>
                  <a:pt x="185915" y="95375"/>
                </a:cubicBezTo>
                <a:lnTo>
                  <a:pt x="185915" y="95375"/>
                </a:lnTo>
                <a:cubicBezTo>
                  <a:pt x="185570" y="95634"/>
                  <a:pt x="185226" y="95896"/>
                  <a:pt x="184881" y="96164"/>
                </a:cubicBezTo>
                <a:lnTo>
                  <a:pt x="185096" y="94282"/>
                </a:lnTo>
                <a:cubicBezTo>
                  <a:pt x="185930" y="93637"/>
                  <a:pt x="186736" y="93018"/>
                  <a:pt x="187597" y="92427"/>
                </a:cubicBezTo>
                <a:cubicBezTo>
                  <a:pt x="187618" y="92427"/>
                  <a:pt x="187605" y="92393"/>
                  <a:pt x="187585" y="92393"/>
                </a:cubicBezTo>
                <a:cubicBezTo>
                  <a:pt x="187581" y="92393"/>
                  <a:pt x="187575" y="92395"/>
                  <a:pt x="187570" y="92400"/>
                </a:cubicBezTo>
                <a:cubicBezTo>
                  <a:pt x="186736" y="92965"/>
                  <a:pt x="185930" y="93556"/>
                  <a:pt x="185123" y="94174"/>
                </a:cubicBezTo>
                <a:cubicBezTo>
                  <a:pt x="185150" y="93986"/>
                  <a:pt x="185150" y="93825"/>
                  <a:pt x="185177" y="93664"/>
                </a:cubicBezTo>
                <a:cubicBezTo>
                  <a:pt x="185177" y="93650"/>
                  <a:pt x="185170" y="93644"/>
                  <a:pt x="185164" y="93644"/>
                </a:cubicBezTo>
                <a:cubicBezTo>
                  <a:pt x="185157" y="93644"/>
                  <a:pt x="185150" y="93650"/>
                  <a:pt x="185150" y="93664"/>
                </a:cubicBezTo>
                <a:lnTo>
                  <a:pt x="185070" y="94201"/>
                </a:lnTo>
                <a:cubicBezTo>
                  <a:pt x="182650" y="96029"/>
                  <a:pt x="180392" y="98073"/>
                  <a:pt x="178295" y="100250"/>
                </a:cubicBezTo>
                <a:lnTo>
                  <a:pt x="176225" y="100250"/>
                </a:lnTo>
                <a:cubicBezTo>
                  <a:pt x="178886" y="97347"/>
                  <a:pt x="181736" y="94632"/>
                  <a:pt x="184801" y="92131"/>
                </a:cubicBezTo>
                <a:cubicBezTo>
                  <a:pt x="184822" y="92131"/>
                  <a:pt x="184809" y="92097"/>
                  <a:pt x="184790" y="92097"/>
                </a:cubicBezTo>
                <a:cubicBezTo>
                  <a:pt x="184785" y="92097"/>
                  <a:pt x="184779" y="92099"/>
                  <a:pt x="184774" y="92104"/>
                </a:cubicBezTo>
                <a:cubicBezTo>
                  <a:pt x="181709" y="94605"/>
                  <a:pt x="178859" y="97320"/>
                  <a:pt x="176198" y="100223"/>
                </a:cubicBezTo>
                <a:lnTo>
                  <a:pt x="176494" y="99417"/>
                </a:lnTo>
                <a:cubicBezTo>
                  <a:pt x="176547" y="99390"/>
                  <a:pt x="176574" y="99309"/>
                  <a:pt x="176547" y="99229"/>
                </a:cubicBezTo>
                <a:cubicBezTo>
                  <a:pt x="176816" y="98557"/>
                  <a:pt x="177085" y="97884"/>
                  <a:pt x="177354" y="97212"/>
                </a:cubicBezTo>
                <a:cubicBezTo>
                  <a:pt x="179263" y="94820"/>
                  <a:pt x="181333" y="92561"/>
                  <a:pt x="183564" y="90438"/>
                </a:cubicBezTo>
                <a:cubicBezTo>
                  <a:pt x="183564" y="90411"/>
                  <a:pt x="183564" y="90384"/>
                  <a:pt x="183537" y="90384"/>
                </a:cubicBezTo>
                <a:cubicBezTo>
                  <a:pt x="181360" y="92454"/>
                  <a:pt x="179316" y="94658"/>
                  <a:pt x="177435" y="96970"/>
                </a:cubicBezTo>
                <a:cubicBezTo>
                  <a:pt x="178133" y="95250"/>
                  <a:pt x="178832" y="93556"/>
                  <a:pt x="179585" y="91836"/>
                </a:cubicBezTo>
                <a:lnTo>
                  <a:pt x="179558" y="91836"/>
                </a:lnTo>
                <a:cubicBezTo>
                  <a:pt x="178779" y="93610"/>
                  <a:pt x="178026" y="95357"/>
                  <a:pt x="177300" y="97132"/>
                </a:cubicBezTo>
                <a:cubicBezTo>
                  <a:pt x="176789" y="97777"/>
                  <a:pt x="176305" y="98422"/>
                  <a:pt x="175795" y="99094"/>
                </a:cubicBezTo>
                <a:cubicBezTo>
                  <a:pt x="175580" y="99067"/>
                  <a:pt x="175364" y="99040"/>
                  <a:pt x="175122" y="99014"/>
                </a:cubicBezTo>
                <a:cubicBezTo>
                  <a:pt x="176225" y="96325"/>
                  <a:pt x="177139" y="93556"/>
                  <a:pt x="177838" y="90733"/>
                </a:cubicBezTo>
                <a:lnTo>
                  <a:pt x="177838" y="90733"/>
                </a:lnTo>
                <a:cubicBezTo>
                  <a:pt x="177085" y="93556"/>
                  <a:pt x="176171" y="96298"/>
                  <a:pt x="175069" y="98987"/>
                </a:cubicBezTo>
                <a:cubicBezTo>
                  <a:pt x="174746" y="98933"/>
                  <a:pt x="174450" y="98852"/>
                  <a:pt x="174128" y="98772"/>
                </a:cubicBezTo>
                <a:cubicBezTo>
                  <a:pt x="174128" y="98583"/>
                  <a:pt x="174047" y="98395"/>
                  <a:pt x="173886" y="98261"/>
                </a:cubicBezTo>
                <a:cubicBezTo>
                  <a:pt x="174827" y="95976"/>
                  <a:pt x="175633" y="93637"/>
                  <a:pt x="176359" y="91298"/>
                </a:cubicBezTo>
                <a:lnTo>
                  <a:pt x="179021" y="89819"/>
                </a:lnTo>
                <a:lnTo>
                  <a:pt x="179021" y="89792"/>
                </a:lnTo>
                <a:lnTo>
                  <a:pt x="176386" y="91217"/>
                </a:lnTo>
                <a:cubicBezTo>
                  <a:pt x="176520" y="90841"/>
                  <a:pt x="176628" y="90464"/>
                  <a:pt x="176736" y="90061"/>
                </a:cubicBezTo>
                <a:cubicBezTo>
                  <a:pt x="176736" y="90061"/>
                  <a:pt x="176724" y="90049"/>
                  <a:pt x="176716" y="90049"/>
                </a:cubicBezTo>
                <a:cubicBezTo>
                  <a:pt x="176712" y="90049"/>
                  <a:pt x="176709" y="90052"/>
                  <a:pt x="176709" y="90061"/>
                </a:cubicBezTo>
                <a:cubicBezTo>
                  <a:pt x="176574" y="90464"/>
                  <a:pt x="176467" y="90868"/>
                  <a:pt x="176332" y="91244"/>
                </a:cubicBezTo>
                <a:lnTo>
                  <a:pt x="174289" y="92373"/>
                </a:lnTo>
                <a:cubicBezTo>
                  <a:pt x="174450" y="91943"/>
                  <a:pt x="174585" y="91513"/>
                  <a:pt x="174719" y="91056"/>
                </a:cubicBezTo>
                <a:lnTo>
                  <a:pt x="174719" y="91056"/>
                </a:lnTo>
                <a:cubicBezTo>
                  <a:pt x="174698" y="91066"/>
                  <a:pt x="174677" y="91076"/>
                  <a:pt x="174656" y="91087"/>
                </a:cubicBezTo>
                <a:lnTo>
                  <a:pt x="174656" y="91087"/>
                </a:lnTo>
                <a:cubicBezTo>
                  <a:pt x="174523" y="91508"/>
                  <a:pt x="174366" y="91953"/>
                  <a:pt x="174208" y="92373"/>
                </a:cubicBezTo>
                <a:lnTo>
                  <a:pt x="172273" y="93422"/>
                </a:lnTo>
                <a:lnTo>
                  <a:pt x="171735" y="93717"/>
                </a:lnTo>
                <a:cubicBezTo>
                  <a:pt x="171923" y="93260"/>
                  <a:pt x="172085" y="92803"/>
                  <a:pt x="172273" y="92373"/>
                </a:cubicBezTo>
                <a:cubicBezTo>
                  <a:pt x="172462" y="92260"/>
                  <a:pt x="172649" y="92149"/>
                  <a:pt x="172836" y="92042"/>
                </a:cubicBezTo>
                <a:lnTo>
                  <a:pt x="172836" y="92042"/>
                </a:lnTo>
                <a:cubicBezTo>
                  <a:pt x="172684" y="92125"/>
                  <a:pt x="172532" y="92209"/>
                  <a:pt x="172380" y="92293"/>
                </a:cubicBezTo>
                <a:cubicBezTo>
                  <a:pt x="172703" y="91459"/>
                  <a:pt x="173052" y="90626"/>
                  <a:pt x="173402" y="89792"/>
                </a:cubicBezTo>
                <a:cubicBezTo>
                  <a:pt x="174988" y="88851"/>
                  <a:pt x="176601" y="87964"/>
                  <a:pt x="178241" y="87104"/>
                </a:cubicBezTo>
                <a:lnTo>
                  <a:pt x="178241" y="87077"/>
                </a:lnTo>
                <a:cubicBezTo>
                  <a:pt x="176655" y="87884"/>
                  <a:pt x="175042" y="88744"/>
                  <a:pt x="173483" y="89631"/>
                </a:cubicBezTo>
                <a:lnTo>
                  <a:pt x="173698" y="89147"/>
                </a:lnTo>
                <a:cubicBezTo>
                  <a:pt x="173698" y="89134"/>
                  <a:pt x="173691" y="89127"/>
                  <a:pt x="173684" y="89127"/>
                </a:cubicBezTo>
                <a:cubicBezTo>
                  <a:pt x="173677" y="89127"/>
                  <a:pt x="173671" y="89134"/>
                  <a:pt x="173671" y="89147"/>
                </a:cubicBezTo>
                <a:cubicBezTo>
                  <a:pt x="173590" y="89308"/>
                  <a:pt x="173509" y="89497"/>
                  <a:pt x="173429" y="89685"/>
                </a:cubicBezTo>
                <a:cubicBezTo>
                  <a:pt x="171251" y="90922"/>
                  <a:pt x="169154" y="92266"/>
                  <a:pt x="167111" y="93744"/>
                </a:cubicBezTo>
                <a:cubicBezTo>
                  <a:pt x="169154" y="92373"/>
                  <a:pt x="171197" y="91056"/>
                  <a:pt x="173294" y="89792"/>
                </a:cubicBezTo>
                <a:lnTo>
                  <a:pt x="173294" y="89792"/>
                </a:lnTo>
                <a:cubicBezTo>
                  <a:pt x="172945" y="90626"/>
                  <a:pt x="172595" y="91459"/>
                  <a:pt x="172246" y="92293"/>
                </a:cubicBezTo>
                <a:cubicBezTo>
                  <a:pt x="170955" y="92992"/>
                  <a:pt x="169719" y="93744"/>
                  <a:pt x="168482" y="94551"/>
                </a:cubicBezTo>
                <a:lnTo>
                  <a:pt x="168160" y="94363"/>
                </a:lnTo>
                <a:lnTo>
                  <a:pt x="168536" y="94174"/>
                </a:lnTo>
                <a:cubicBezTo>
                  <a:pt x="168582" y="94151"/>
                  <a:pt x="168569" y="94088"/>
                  <a:pt x="168513" y="94088"/>
                </a:cubicBezTo>
                <a:cubicBezTo>
                  <a:pt x="168504" y="94088"/>
                  <a:pt x="168493" y="94090"/>
                  <a:pt x="168482" y="94094"/>
                </a:cubicBezTo>
                <a:lnTo>
                  <a:pt x="168025" y="94282"/>
                </a:lnTo>
                <a:lnTo>
                  <a:pt x="167111" y="93744"/>
                </a:lnTo>
                <a:cubicBezTo>
                  <a:pt x="166815" y="93556"/>
                  <a:pt x="166493" y="93368"/>
                  <a:pt x="166197" y="93153"/>
                </a:cubicBezTo>
                <a:cubicBezTo>
                  <a:pt x="169799" y="90196"/>
                  <a:pt x="173536" y="87373"/>
                  <a:pt x="177408" y="84765"/>
                </a:cubicBezTo>
                <a:lnTo>
                  <a:pt x="177408" y="84765"/>
                </a:lnTo>
                <a:cubicBezTo>
                  <a:pt x="173509" y="87319"/>
                  <a:pt x="169746" y="90115"/>
                  <a:pt x="166170" y="93153"/>
                </a:cubicBezTo>
                <a:cubicBezTo>
                  <a:pt x="165767" y="92884"/>
                  <a:pt x="165390" y="92615"/>
                  <a:pt x="165014" y="92293"/>
                </a:cubicBezTo>
                <a:cubicBezTo>
                  <a:pt x="165175" y="92212"/>
                  <a:pt x="165337" y="92131"/>
                  <a:pt x="165471" y="92051"/>
                </a:cubicBezTo>
                <a:cubicBezTo>
                  <a:pt x="165543" y="92027"/>
                  <a:pt x="165508" y="91939"/>
                  <a:pt x="165462" y="91939"/>
                </a:cubicBezTo>
                <a:cubicBezTo>
                  <a:pt x="165456" y="91939"/>
                  <a:pt x="165450" y="91940"/>
                  <a:pt x="165444" y="91943"/>
                </a:cubicBezTo>
                <a:lnTo>
                  <a:pt x="164907" y="92212"/>
                </a:lnTo>
                <a:cubicBezTo>
                  <a:pt x="164665" y="91997"/>
                  <a:pt x="164423" y="91755"/>
                  <a:pt x="164208" y="91513"/>
                </a:cubicBezTo>
                <a:lnTo>
                  <a:pt x="164315" y="91459"/>
                </a:lnTo>
                <a:cubicBezTo>
                  <a:pt x="164387" y="91435"/>
                  <a:pt x="164352" y="91347"/>
                  <a:pt x="164287" y="91347"/>
                </a:cubicBezTo>
                <a:cubicBezTo>
                  <a:pt x="164279" y="91347"/>
                  <a:pt x="164270" y="91349"/>
                  <a:pt x="164261" y="91352"/>
                </a:cubicBezTo>
                <a:lnTo>
                  <a:pt x="164100" y="91432"/>
                </a:lnTo>
                <a:cubicBezTo>
                  <a:pt x="163858" y="91110"/>
                  <a:pt x="163616" y="90787"/>
                  <a:pt x="163401" y="90438"/>
                </a:cubicBezTo>
                <a:cubicBezTo>
                  <a:pt x="163653" y="90340"/>
                  <a:pt x="163897" y="90249"/>
                  <a:pt x="163987" y="90249"/>
                </a:cubicBezTo>
                <a:cubicBezTo>
                  <a:pt x="164019" y="90249"/>
                  <a:pt x="164031" y="90260"/>
                  <a:pt x="164017" y="90287"/>
                </a:cubicBezTo>
                <a:lnTo>
                  <a:pt x="164017" y="90287"/>
                </a:lnTo>
                <a:lnTo>
                  <a:pt x="164396" y="89954"/>
                </a:lnTo>
                <a:lnTo>
                  <a:pt x="164396" y="89927"/>
                </a:lnTo>
                <a:cubicBezTo>
                  <a:pt x="164046" y="90061"/>
                  <a:pt x="163670" y="90223"/>
                  <a:pt x="163320" y="90357"/>
                </a:cubicBezTo>
                <a:cubicBezTo>
                  <a:pt x="163105" y="90007"/>
                  <a:pt x="162917" y="89631"/>
                  <a:pt x="162756" y="89255"/>
                </a:cubicBezTo>
                <a:cubicBezTo>
                  <a:pt x="162702" y="89093"/>
                  <a:pt x="162675" y="88959"/>
                  <a:pt x="162675" y="88798"/>
                </a:cubicBezTo>
                <a:lnTo>
                  <a:pt x="162998" y="88690"/>
                </a:lnTo>
                <a:cubicBezTo>
                  <a:pt x="163020" y="88668"/>
                  <a:pt x="163006" y="88629"/>
                  <a:pt x="162986" y="88629"/>
                </a:cubicBezTo>
                <a:cubicBezTo>
                  <a:pt x="162981" y="88629"/>
                  <a:pt x="162976" y="88631"/>
                  <a:pt x="162971" y="88636"/>
                </a:cubicBezTo>
                <a:lnTo>
                  <a:pt x="162675" y="88744"/>
                </a:lnTo>
                <a:cubicBezTo>
                  <a:pt x="162621" y="87991"/>
                  <a:pt x="162971" y="87158"/>
                  <a:pt x="162460" y="86539"/>
                </a:cubicBezTo>
                <a:cubicBezTo>
                  <a:pt x="162180" y="86204"/>
                  <a:pt x="161864" y="86072"/>
                  <a:pt x="161538" y="86072"/>
                </a:cubicBezTo>
                <a:cubicBezTo>
                  <a:pt x="161237" y="86072"/>
                  <a:pt x="160929" y="86184"/>
                  <a:pt x="160632" y="86351"/>
                </a:cubicBezTo>
                <a:cubicBezTo>
                  <a:pt x="160609" y="86374"/>
                  <a:pt x="160626" y="86437"/>
                  <a:pt x="160648" y="86437"/>
                </a:cubicBezTo>
                <a:cubicBezTo>
                  <a:pt x="160651" y="86437"/>
                  <a:pt x="160655" y="86436"/>
                  <a:pt x="160659" y="86432"/>
                </a:cubicBezTo>
                <a:cubicBezTo>
                  <a:pt x="160847" y="86486"/>
                  <a:pt x="161035" y="86539"/>
                  <a:pt x="161197" y="86593"/>
                </a:cubicBezTo>
                <a:cubicBezTo>
                  <a:pt x="161385" y="86647"/>
                  <a:pt x="161546" y="86728"/>
                  <a:pt x="161707" y="86835"/>
                </a:cubicBezTo>
                <a:cubicBezTo>
                  <a:pt x="156438" y="88475"/>
                  <a:pt x="151330" y="90545"/>
                  <a:pt x="146410" y="93018"/>
                </a:cubicBezTo>
                <a:cubicBezTo>
                  <a:pt x="146491" y="92857"/>
                  <a:pt x="146572" y="92696"/>
                  <a:pt x="146652" y="92535"/>
                </a:cubicBezTo>
                <a:cubicBezTo>
                  <a:pt x="151249" y="89981"/>
                  <a:pt x="156115" y="87964"/>
                  <a:pt x="161197" y="86593"/>
                </a:cubicBezTo>
                <a:lnTo>
                  <a:pt x="161197" y="86593"/>
                </a:lnTo>
                <a:cubicBezTo>
                  <a:pt x="156142" y="87911"/>
                  <a:pt x="151276" y="89873"/>
                  <a:pt x="146706" y="92427"/>
                </a:cubicBezTo>
                <a:cubicBezTo>
                  <a:pt x="146760" y="92266"/>
                  <a:pt x="146841" y="92078"/>
                  <a:pt x="146867" y="91916"/>
                </a:cubicBezTo>
                <a:cubicBezTo>
                  <a:pt x="146921" y="91755"/>
                  <a:pt x="146975" y="91540"/>
                  <a:pt x="147029" y="91379"/>
                </a:cubicBezTo>
                <a:cubicBezTo>
                  <a:pt x="147038" y="91374"/>
                  <a:pt x="147048" y="91370"/>
                  <a:pt x="147057" y="91366"/>
                </a:cubicBezTo>
                <a:lnTo>
                  <a:pt x="147057" y="91366"/>
                </a:lnTo>
                <a:cubicBezTo>
                  <a:pt x="147057" y="91370"/>
                  <a:pt x="147056" y="91374"/>
                  <a:pt x="147056" y="91379"/>
                </a:cubicBezTo>
                <a:lnTo>
                  <a:pt x="147105" y="91346"/>
                </a:lnTo>
                <a:lnTo>
                  <a:pt x="147105" y="91346"/>
                </a:lnTo>
                <a:cubicBezTo>
                  <a:pt x="147089" y="91352"/>
                  <a:pt x="147073" y="91359"/>
                  <a:pt x="147057" y="91366"/>
                </a:cubicBezTo>
                <a:lnTo>
                  <a:pt x="147057" y="91366"/>
                </a:lnTo>
                <a:cubicBezTo>
                  <a:pt x="147085" y="91183"/>
                  <a:pt x="147137" y="91026"/>
                  <a:pt x="147190" y="90895"/>
                </a:cubicBezTo>
                <a:cubicBezTo>
                  <a:pt x="147432" y="90760"/>
                  <a:pt x="147701" y="90626"/>
                  <a:pt x="147943" y="90491"/>
                </a:cubicBezTo>
                <a:cubicBezTo>
                  <a:pt x="148400" y="90276"/>
                  <a:pt x="148857" y="90061"/>
                  <a:pt x="149341" y="89819"/>
                </a:cubicBezTo>
                <a:cubicBezTo>
                  <a:pt x="150362" y="89335"/>
                  <a:pt x="151384" y="88878"/>
                  <a:pt x="152432" y="88448"/>
                </a:cubicBezTo>
                <a:lnTo>
                  <a:pt x="152755" y="88314"/>
                </a:lnTo>
                <a:lnTo>
                  <a:pt x="152755" y="88314"/>
                </a:lnTo>
                <a:cubicBezTo>
                  <a:pt x="150900" y="89067"/>
                  <a:pt x="149045" y="89873"/>
                  <a:pt x="147217" y="90787"/>
                </a:cubicBezTo>
                <a:cubicBezTo>
                  <a:pt x="147244" y="90680"/>
                  <a:pt x="147271" y="90572"/>
                  <a:pt x="147324" y="90464"/>
                </a:cubicBezTo>
                <a:lnTo>
                  <a:pt x="147539" y="90330"/>
                </a:lnTo>
                <a:cubicBezTo>
                  <a:pt x="147611" y="90282"/>
                  <a:pt x="147555" y="90191"/>
                  <a:pt x="147485" y="90191"/>
                </a:cubicBezTo>
                <a:cubicBezTo>
                  <a:pt x="147476" y="90191"/>
                  <a:pt x="147468" y="90193"/>
                  <a:pt x="147459" y="90196"/>
                </a:cubicBezTo>
                <a:cubicBezTo>
                  <a:pt x="147781" y="89631"/>
                  <a:pt x="148319" y="89228"/>
                  <a:pt x="148964" y="89093"/>
                </a:cubicBezTo>
                <a:cubicBezTo>
                  <a:pt x="150766" y="88556"/>
                  <a:pt x="152594" y="88099"/>
                  <a:pt x="154422" y="87642"/>
                </a:cubicBezTo>
                <a:lnTo>
                  <a:pt x="154422" y="87642"/>
                </a:lnTo>
                <a:cubicBezTo>
                  <a:pt x="154238" y="87715"/>
                  <a:pt x="154050" y="87789"/>
                  <a:pt x="153861" y="87864"/>
                </a:cubicBezTo>
                <a:lnTo>
                  <a:pt x="153861" y="87864"/>
                </a:lnTo>
                <a:cubicBezTo>
                  <a:pt x="154116" y="87767"/>
                  <a:pt x="154374" y="87675"/>
                  <a:pt x="154637" y="87588"/>
                </a:cubicBezTo>
                <a:cubicBezTo>
                  <a:pt x="156868" y="87023"/>
                  <a:pt x="159126" y="86486"/>
                  <a:pt x="161358" y="85867"/>
                </a:cubicBezTo>
                <a:cubicBezTo>
                  <a:pt x="161431" y="85843"/>
                  <a:pt x="161416" y="85729"/>
                  <a:pt x="161351" y="85729"/>
                </a:cubicBezTo>
                <a:cubicBezTo>
                  <a:pt x="161345" y="85729"/>
                  <a:pt x="161338" y="85730"/>
                  <a:pt x="161331" y="85733"/>
                </a:cubicBezTo>
                <a:cubicBezTo>
                  <a:pt x="159449" y="86190"/>
                  <a:pt x="157594" y="86674"/>
                  <a:pt x="155739" y="87158"/>
                </a:cubicBezTo>
                <a:cubicBezTo>
                  <a:pt x="156680" y="86808"/>
                  <a:pt x="157621" y="86486"/>
                  <a:pt x="158589" y="86136"/>
                </a:cubicBezTo>
                <a:lnTo>
                  <a:pt x="158589" y="86136"/>
                </a:lnTo>
                <a:cubicBezTo>
                  <a:pt x="157513" y="86486"/>
                  <a:pt x="156465" y="86835"/>
                  <a:pt x="155417" y="87238"/>
                </a:cubicBezTo>
                <a:cubicBezTo>
                  <a:pt x="153346" y="87776"/>
                  <a:pt x="151276" y="88314"/>
                  <a:pt x="149233" y="88878"/>
                </a:cubicBezTo>
                <a:cubicBezTo>
                  <a:pt x="148238" y="89120"/>
                  <a:pt x="147378" y="89362"/>
                  <a:pt x="146894" y="90330"/>
                </a:cubicBezTo>
                <a:lnTo>
                  <a:pt x="146894" y="90357"/>
                </a:lnTo>
                <a:cubicBezTo>
                  <a:pt x="146652" y="90411"/>
                  <a:pt x="146383" y="90464"/>
                  <a:pt x="146115" y="90464"/>
                </a:cubicBezTo>
                <a:cubicBezTo>
                  <a:pt x="146088" y="90464"/>
                  <a:pt x="146034" y="90491"/>
                  <a:pt x="146034" y="90518"/>
                </a:cubicBezTo>
                <a:cubicBezTo>
                  <a:pt x="145980" y="90653"/>
                  <a:pt x="145926" y="90787"/>
                  <a:pt x="145900" y="90895"/>
                </a:cubicBezTo>
                <a:cubicBezTo>
                  <a:pt x="144260" y="91782"/>
                  <a:pt x="142754" y="92857"/>
                  <a:pt x="141410" y="94121"/>
                </a:cubicBezTo>
                <a:cubicBezTo>
                  <a:pt x="141141" y="94121"/>
                  <a:pt x="140872" y="94148"/>
                  <a:pt x="140577" y="94148"/>
                </a:cubicBezTo>
                <a:cubicBezTo>
                  <a:pt x="140577" y="94134"/>
                  <a:pt x="140563" y="94127"/>
                  <a:pt x="140550" y="94127"/>
                </a:cubicBezTo>
                <a:cubicBezTo>
                  <a:pt x="140536" y="94127"/>
                  <a:pt x="140523" y="94134"/>
                  <a:pt x="140523" y="94148"/>
                </a:cubicBezTo>
                <a:lnTo>
                  <a:pt x="140469" y="94148"/>
                </a:lnTo>
                <a:lnTo>
                  <a:pt x="139904" y="94174"/>
                </a:lnTo>
                <a:cubicBezTo>
                  <a:pt x="139904" y="94155"/>
                  <a:pt x="139891" y="94136"/>
                  <a:pt x="139874" y="94136"/>
                </a:cubicBezTo>
                <a:cubicBezTo>
                  <a:pt x="139866" y="94136"/>
                  <a:pt x="139859" y="94140"/>
                  <a:pt x="139851" y="94148"/>
                </a:cubicBezTo>
                <a:lnTo>
                  <a:pt x="139743" y="94174"/>
                </a:lnTo>
                <a:lnTo>
                  <a:pt x="139447" y="94174"/>
                </a:lnTo>
                <a:cubicBezTo>
                  <a:pt x="142001" y="91970"/>
                  <a:pt x="144717" y="89900"/>
                  <a:pt x="147539" y="88018"/>
                </a:cubicBezTo>
                <a:cubicBezTo>
                  <a:pt x="147566" y="88018"/>
                  <a:pt x="147539" y="87964"/>
                  <a:pt x="147513" y="87964"/>
                </a:cubicBezTo>
                <a:cubicBezTo>
                  <a:pt x="144636" y="89873"/>
                  <a:pt x="141894" y="91943"/>
                  <a:pt x="139313" y="94201"/>
                </a:cubicBezTo>
                <a:lnTo>
                  <a:pt x="138372" y="94255"/>
                </a:lnTo>
                <a:cubicBezTo>
                  <a:pt x="138990" y="93314"/>
                  <a:pt x="139582" y="92400"/>
                  <a:pt x="140173" y="91513"/>
                </a:cubicBezTo>
                <a:cubicBezTo>
                  <a:pt x="142727" y="89739"/>
                  <a:pt x="145416" y="88206"/>
                  <a:pt x="148212" y="86889"/>
                </a:cubicBezTo>
                <a:cubicBezTo>
                  <a:pt x="148233" y="86889"/>
                  <a:pt x="148220" y="86855"/>
                  <a:pt x="148200" y="86855"/>
                </a:cubicBezTo>
                <a:cubicBezTo>
                  <a:pt x="148195" y="86855"/>
                  <a:pt x="148190" y="86857"/>
                  <a:pt x="148185" y="86862"/>
                </a:cubicBezTo>
                <a:cubicBezTo>
                  <a:pt x="145416" y="88152"/>
                  <a:pt x="142754" y="89658"/>
                  <a:pt x="140254" y="91405"/>
                </a:cubicBezTo>
                <a:cubicBezTo>
                  <a:pt x="140845" y="90518"/>
                  <a:pt x="141437" y="89658"/>
                  <a:pt x="142082" y="88798"/>
                </a:cubicBezTo>
                <a:cubicBezTo>
                  <a:pt x="142862" y="87722"/>
                  <a:pt x="143722" y="86701"/>
                  <a:pt x="144636" y="85706"/>
                </a:cubicBezTo>
                <a:cubicBezTo>
                  <a:pt x="145039" y="85276"/>
                  <a:pt x="145443" y="84873"/>
                  <a:pt x="145846" y="84469"/>
                </a:cubicBezTo>
                <a:lnTo>
                  <a:pt x="145980" y="84335"/>
                </a:lnTo>
                <a:lnTo>
                  <a:pt x="145846" y="84389"/>
                </a:lnTo>
                <a:cubicBezTo>
                  <a:pt x="143588" y="86566"/>
                  <a:pt x="141598" y="88986"/>
                  <a:pt x="139904" y="91647"/>
                </a:cubicBezTo>
                <a:cubicBezTo>
                  <a:pt x="138695" y="92481"/>
                  <a:pt x="137539" y="93368"/>
                  <a:pt x="136383" y="94336"/>
                </a:cubicBezTo>
                <a:lnTo>
                  <a:pt x="135711" y="94336"/>
                </a:lnTo>
                <a:cubicBezTo>
                  <a:pt x="138480" y="90922"/>
                  <a:pt x="141356" y="87615"/>
                  <a:pt x="144367" y="84416"/>
                </a:cubicBezTo>
                <a:cubicBezTo>
                  <a:pt x="144389" y="84416"/>
                  <a:pt x="144376" y="84381"/>
                  <a:pt x="144356" y="84381"/>
                </a:cubicBezTo>
                <a:cubicBezTo>
                  <a:pt x="144351" y="84381"/>
                  <a:pt x="144346" y="84383"/>
                  <a:pt x="144340" y="84389"/>
                </a:cubicBezTo>
                <a:cubicBezTo>
                  <a:pt x="141329" y="87588"/>
                  <a:pt x="138426" y="90895"/>
                  <a:pt x="135684" y="94336"/>
                </a:cubicBezTo>
                <a:lnTo>
                  <a:pt x="134259" y="94390"/>
                </a:lnTo>
                <a:cubicBezTo>
                  <a:pt x="136705" y="91244"/>
                  <a:pt x="139044" y="88018"/>
                  <a:pt x="141410" y="84819"/>
                </a:cubicBezTo>
                <a:cubicBezTo>
                  <a:pt x="143668" y="83663"/>
                  <a:pt x="145926" y="82561"/>
                  <a:pt x="148185" y="81512"/>
                </a:cubicBezTo>
                <a:cubicBezTo>
                  <a:pt x="148212" y="81512"/>
                  <a:pt x="148212" y="81458"/>
                  <a:pt x="148185" y="81458"/>
                </a:cubicBezTo>
                <a:cubicBezTo>
                  <a:pt x="145926" y="82507"/>
                  <a:pt x="143695" y="83609"/>
                  <a:pt x="141491" y="84738"/>
                </a:cubicBezTo>
                <a:lnTo>
                  <a:pt x="142566" y="83286"/>
                </a:lnTo>
                <a:cubicBezTo>
                  <a:pt x="142586" y="83247"/>
                  <a:pt x="142562" y="83222"/>
                  <a:pt x="142538" y="83222"/>
                </a:cubicBezTo>
                <a:cubicBezTo>
                  <a:pt x="142529" y="83222"/>
                  <a:pt x="142519" y="83226"/>
                  <a:pt x="142512" y="83233"/>
                </a:cubicBezTo>
                <a:cubicBezTo>
                  <a:pt x="142109" y="83770"/>
                  <a:pt x="141706" y="84308"/>
                  <a:pt x="141302" y="84819"/>
                </a:cubicBezTo>
                <a:cubicBezTo>
                  <a:pt x="140335" y="85330"/>
                  <a:pt x="139367" y="85840"/>
                  <a:pt x="138399" y="86351"/>
                </a:cubicBezTo>
                <a:cubicBezTo>
                  <a:pt x="139098" y="85464"/>
                  <a:pt x="139824" y="84604"/>
                  <a:pt x="140603" y="83770"/>
                </a:cubicBezTo>
                <a:cubicBezTo>
                  <a:pt x="140625" y="83749"/>
                  <a:pt x="140594" y="83709"/>
                  <a:pt x="140567" y="83709"/>
                </a:cubicBezTo>
                <a:cubicBezTo>
                  <a:pt x="140561" y="83709"/>
                  <a:pt x="140555" y="83711"/>
                  <a:pt x="140550" y="83717"/>
                </a:cubicBezTo>
                <a:cubicBezTo>
                  <a:pt x="139770" y="84604"/>
                  <a:pt x="139017" y="85491"/>
                  <a:pt x="138265" y="86405"/>
                </a:cubicBezTo>
                <a:cubicBezTo>
                  <a:pt x="134555" y="88421"/>
                  <a:pt x="130871" y="90572"/>
                  <a:pt x="127296" y="92803"/>
                </a:cubicBezTo>
                <a:cubicBezTo>
                  <a:pt x="127269" y="92803"/>
                  <a:pt x="127296" y="92857"/>
                  <a:pt x="127296" y="92857"/>
                </a:cubicBezTo>
                <a:cubicBezTo>
                  <a:pt x="130871" y="90599"/>
                  <a:pt x="134501" y="88502"/>
                  <a:pt x="138211" y="86513"/>
                </a:cubicBezTo>
                <a:lnTo>
                  <a:pt x="138211" y="86513"/>
                </a:lnTo>
                <a:cubicBezTo>
                  <a:pt x="137377" y="87534"/>
                  <a:pt x="136598" y="88583"/>
                  <a:pt x="135818" y="89631"/>
                </a:cubicBezTo>
                <a:cubicBezTo>
                  <a:pt x="135065" y="90706"/>
                  <a:pt x="134286" y="91782"/>
                  <a:pt x="133479" y="92830"/>
                </a:cubicBezTo>
                <a:cubicBezTo>
                  <a:pt x="133103" y="93314"/>
                  <a:pt x="132726" y="93798"/>
                  <a:pt x="132377" y="94282"/>
                </a:cubicBezTo>
                <a:lnTo>
                  <a:pt x="132269" y="94443"/>
                </a:lnTo>
                <a:lnTo>
                  <a:pt x="131060" y="94497"/>
                </a:lnTo>
                <a:cubicBezTo>
                  <a:pt x="130576" y="94416"/>
                  <a:pt x="130092" y="94363"/>
                  <a:pt x="129581" y="94282"/>
                </a:cubicBezTo>
                <a:cubicBezTo>
                  <a:pt x="129581" y="94282"/>
                  <a:pt x="129554" y="94309"/>
                  <a:pt x="129581" y="94309"/>
                </a:cubicBezTo>
                <a:cubicBezTo>
                  <a:pt x="129984" y="94390"/>
                  <a:pt x="130388" y="94443"/>
                  <a:pt x="130818" y="94497"/>
                </a:cubicBezTo>
                <a:cubicBezTo>
                  <a:pt x="129796" y="94551"/>
                  <a:pt x="128801" y="94605"/>
                  <a:pt x="127807" y="94658"/>
                </a:cubicBezTo>
                <a:lnTo>
                  <a:pt x="127323" y="94685"/>
                </a:lnTo>
                <a:cubicBezTo>
                  <a:pt x="127323" y="94664"/>
                  <a:pt x="127305" y="94624"/>
                  <a:pt x="127284" y="94624"/>
                </a:cubicBezTo>
                <a:cubicBezTo>
                  <a:pt x="127279" y="94624"/>
                  <a:pt x="127274" y="94626"/>
                  <a:pt x="127269" y="94632"/>
                </a:cubicBezTo>
                <a:lnTo>
                  <a:pt x="127081" y="94712"/>
                </a:lnTo>
                <a:cubicBezTo>
                  <a:pt x="126005" y="94766"/>
                  <a:pt x="124930" y="94847"/>
                  <a:pt x="123882" y="94954"/>
                </a:cubicBezTo>
                <a:lnTo>
                  <a:pt x="124876" y="94658"/>
                </a:lnTo>
                <a:cubicBezTo>
                  <a:pt x="124876" y="94658"/>
                  <a:pt x="124876" y="94632"/>
                  <a:pt x="124876" y="94632"/>
                </a:cubicBezTo>
                <a:lnTo>
                  <a:pt x="123613" y="95008"/>
                </a:lnTo>
                <a:cubicBezTo>
                  <a:pt x="121731" y="95169"/>
                  <a:pt x="119876" y="95384"/>
                  <a:pt x="117994" y="95626"/>
                </a:cubicBezTo>
                <a:cubicBezTo>
                  <a:pt x="118801" y="94954"/>
                  <a:pt x="119715" y="94363"/>
                  <a:pt x="120655" y="93852"/>
                </a:cubicBezTo>
                <a:cubicBezTo>
                  <a:pt x="120677" y="93852"/>
                  <a:pt x="120664" y="93817"/>
                  <a:pt x="120644" y="93817"/>
                </a:cubicBezTo>
                <a:cubicBezTo>
                  <a:pt x="120639" y="93817"/>
                  <a:pt x="120634" y="93820"/>
                  <a:pt x="120629" y="93825"/>
                </a:cubicBezTo>
                <a:cubicBezTo>
                  <a:pt x="119661" y="94309"/>
                  <a:pt x="118747" y="94900"/>
                  <a:pt x="117940" y="95599"/>
                </a:cubicBezTo>
                <a:cubicBezTo>
                  <a:pt x="117940" y="95626"/>
                  <a:pt x="117940" y="95626"/>
                  <a:pt x="117940" y="95626"/>
                </a:cubicBezTo>
                <a:lnTo>
                  <a:pt x="117886" y="95626"/>
                </a:lnTo>
                <a:cubicBezTo>
                  <a:pt x="117322" y="95680"/>
                  <a:pt x="116784" y="95788"/>
                  <a:pt x="116220" y="95922"/>
                </a:cubicBezTo>
                <a:cubicBezTo>
                  <a:pt x="117806" y="94470"/>
                  <a:pt x="119392" y="93072"/>
                  <a:pt x="121059" y="91755"/>
                </a:cubicBezTo>
                <a:cubicBezTo>
                  <a:pt x="121086" y="91755"/>
                  <a:pt x="121059" y="91728"/>
                  <a:pt x="121032" y="91728"/>
                </a:cubicBezTo>
                <a:cubicBezTo>
                  <a:pt x="119338" y="93072"/>
                  <a:pt x="117671" y="94470"/>
                  <a:pt x="116112" y="95949"/>
                </a:cubicBezTo>
                <a:cubicBezTo>
                  <a:pt x="115951" y="96003"/>
                  <a:pt x="115789" y="96056"/>
                  <a:pt x="115628" y="96137"/>
                </a:cubicBezTo>
                <a:cubicBezTo>
                  <a:pt x="115610" y="96135"/>
                  <a:pt x="115592" y="96135"/>
                  <a:pt x="115574" y="96135"/>
                </a:cubicBezTo>
                <a:cubicBezTo>
                  <a:pt x="115270" y="96135"/>
                  <a:pt x="114977" y="96343"/>
                  <a:pt x="114875" y="96648"/>
                </a:cubicBezTo>
                <a:lnTo>
                  <a:pt x="114849" y="96675"/>
                </a:lnTo>
                <a:cubicBezTo>
                  <a:pt x="115091" y="96191"/>
                  <a:pt x="115306" y="95707"/>
                  <a:pt x="115548" y="95250"/>
                </a:cubicBezTo>
                <a:cubicBezTo>
                  <a:pt x="117349" y="93529"/>
                  <a:pt x="119123" y="91809"/>
                  <a:pt x="120924" y="90061"/>
                </a:cubicBezTo>
                <a:lnTo>
                  <a:pt x="120924" y="90061"/>
                </a:lnTo>
                <a:cubicBezTo>
                  <a:pt x="119150" y="91755"/>
                  <a:pt x="117376" y="93449"/>
                  <a:pt x="115601" y="95169"/>
                </a:cubicBezTo>
                <a:cubicBezTo>
                  <a:pt x="116273" y="93825"/>
                  <a:pt x="116892" y="92508"/>
                  <a:pt x="117537" y="91163"/>
                </a:cubicBezTo>
                <a:cubicBezTo>
                  <a:pt x="117557" y="91124"/>
                  <a:pt x="117533" y="91099"/>
                  <a:pt x="117509" y="91099"/>
                </a:cubicBezTo>
                <a:cubicBezTo>
                  <a:pt x="117500" y="91099"/>
                  <a:pt x="117490" y="91103"/>
                  <a:pt x="117483" y="91110"/>
                </a:cubicBezTo>
                <a:cubicBezTo>
                  <a:pt x="116784" y="92535"/>
                  <a:pt x="116085" y="93959"/>
                  <a:pt x="115386" y="95384"/>
                </a:cubicBezTo>
                <a:lnTo>
                  <a:pt x="114875" y="95868"/>
                </a:lnTo>
                <a:cubicBezTo>
                  <a:pt x="114849" y="95895"/>
                  <a:pt x="114875" y="95922"/>
                  <a:pt x="114902" y="95922"/>
                </a:cubicBezTo>
                <a:lnTo>
                  <a:pt x="115359" y="95465"/>
                </a:lnTo>
                <a:lnTo>
                  <a:pt x="115359" y="95465"/>
                </a:lnTo>
                <a:cubicBezTo>
                  <a:pt x="115117" y="95922"/>
                  <a:pt x="114929" y="96379"/>
                  <a:pt x="114714" y="96836"/>
                </a:cubicBezTo>
                <a:cubicBezTo>
                  <a:pt x="114633" y="96917"/>
                  <a:pt x="114580" y="96970"/>
                  <a:pt x="114526" y="97078"/>
                </a:cubicBezTo>
                <a:cubicBezTo>
                  <a:pt x="114445" y="97105"/>
                  <a:pt x="114392" y="97159"/>
                  <a:pt x="114311" y="97212"/>
                </a:cubicBezTo>
                <a:cubicBezTo>
                  <a:pt x="114069" y="97401"/>
                  <a:pt x="113881" y="97669"/>
                  <a:pt x="113800" y="97965"/>
                </a:cubicBezTo>
                <a:cubicBezTo>
                  <a:pt x="113746" y="98126"/>
                  <a:pt x="113719" y="98288"/>
                  <a:pt x="113746" y="98449"/>
                </a:cubicBezTo>
                <a:cubicBezTo>
                  <a:pt x="113236" y="98772"/>
                  <a:pt x="112671" y="99040"/>
                  <a:pt x="112106" y="99256"/>
                </a:cubicBezTo>
                <a:cubicBezTo>
                  <a:pt x="112590" y="98341"/>
                  <a:pt x="113101" y="97454"/>
                  <a:pt x="113585" y="96567"/>
                </a:cubicBezTo>
                <a:lnTo>
                  <a:pt x="113585" y="96567"/>
                </a:lnTo>
                <a:cubicBezTo>
                  <a:pt x="113074" y="97454"/>
                  <a:pt x="112563" y="98341"/>
                  <a:pt x="112053" y="99256"/>
                </a:cubicBezTo>
                <a:cubicBezTo>
                  <a:pt x="111757" y="99336"/>
                  <a:pt x="111461" y="99417"/>
                  <a:pt x="111139" y="99498"/>
                </a:cubicBezTo>
                <a:cubicBezTo>
                  <a:pt x="112241" y="97696"/>
                  <a:pt x="113316" y="95868"/>
                  <a:pt x="114418" y="94040"/>
                </a:cubicBezTo>
                <a:lnTo>
                  <a:pt x="114392" y="94040"/>
                </a:lnTo>
                <a:cubicBezTo>
                  <a:pt x="113289" y="95868"/>
                  <a:pt x="112160" y="97696"/>
                  <a:pt x="111058" y="99524"/>
                </a:cubicBezTo>
                <a:cubicBezTo>
                  <a:pt x="110493" y="99632"/>
                  <a:pt x="109956" y="99686"/>
                  <a:pt x="109391" y="99686"/>
                </a:cubicBezTo>
                <a:cubicBezTo>
                  <a:pt x="109284" y="99686"/>
                  <a:pt x="109203" y="99713"/>
                  <a:pt x="109122" y="99793"/>
                </a:cubicBezTo>
                <a:cubicBezTo>
                  <a:pt x="110332" y="97858"/>
                  <a:pt x="111569" y="95976"/>
                  <a:pt x="112886" y="94094"/>
                </a:cubicBezTo>
                <a:cubicBezTo>
                  <a:pt x="112886" y="94094"/>
                  <a:pt x="112886" y="94082"/>
                  <a:pt x="112878" y="94082"/>
                </a:cubicBezTo>
                <a:cubicBezTo>
                  <a:pt x="112874" y="94082"/>
                  <a:pt x="112868" y="94085"/>
                  <a:pt x="112859" y="94094"/>
                </a:cubicBezTo>
                <a:cubicBezTo>
                  <a:pt x="111569" y="95922"/>
                  <a:pt x="110332" y="97804"/>
                  <a:pt x="109122" y="99713"/>
                </a:cubicBezTo>
                <a:cubicBezTo>
                  <a:pt x="109230" y="98772"/>
                  <a:pt x="109391" y="97804"/>
                  <a:pt x="109579" y="96890"/>
                </a:cubicBezTo>
                <a:cubicBezTo>
                  <a:pt x="110601" y="95196"/>
                  <a:pt x="111596" y="93502"/>
                  <a:pt x="112590" y="91836"/>
                </a:cubicBezTo>
                <a:cubicBezTo>
                  <a:pt x="112590" y="91817"/>
                  <a:pt x="112577" y="91798"/>
                  <a:pt x="112569" y="91798"/>
                </a:cubicBezTo>
                <a:cubicBezTo>
                  <a:pt x="112566" y="91798"/>
                  <a:pt x="112563" y="91801"/>
                  <a:pt x="112563" y="91809"/>
                </a:cubicBezTo>
                <a:cubicBezTo>
                  <a:pt x="111569" y="93449"/>
                  <a:pt x="110601" y="95089"/>
                  <a:pt x="109633" y="96728"/>
                </a:cubicBezTo>
                <a:cubicBezTo>
                  <a:pt x="109875" y="95519"/>
                  <a:pt x="110171" y="94336"/>
                  <a:pt x="110574" y="93180"/>
                </a:cubicBezTo>
                <a:lnTo>
                  <a:pt x="110574" y="93180"/>
                </a:lnTo>
                <a:cubicBezTo>
                  <a:pt x="110144" y="94390"/>
                  <a:pt x="109767" y="95626"/>
                  <a:pt x="109499" y="96890"/>
                </a:cubicBezTo>
                <a:cubicBezTo>
                  <a:pt x="109042" y="97669"/>
                  <a:pt x="108558" y="98449"/>
                  <a:pt x="108101" y="99229"/>
                </a:cubicBezTo>
                <a:cubicBezTo>
                  <a:pt x="108101" y="99248"/>
                  <a:pt x="108101" y="99267"/>
                  <a:pt x="108110" y="99267"/>
                </a:cubicBezTo>
                <a:cubicBezTo>
                  <a:pt x="108114" y="99267"/>
                  <a:pt x="108120" y="99263"/>
                  <a:pt x="108128" y="99256"/>
                </a:cubicBezTo>
                <a:cubicBezTo>
                  <a:pt x="108585" y="98530"/>
                  <a:pt x="109015" y="97777"/>
                  <a:pt x="109445" y="97051"/>
                </a:cubicBezTo>
                <a:lnTo>
                  <a:pt x="109445" y="97051"/>
                </a:lnTo>
                <a:cubicBezTo>
                  <a:pt x="109257" y="97965"/>
                  <a:pt x="109095" y="98906"/>
                  <a:pt x="109015" y="99847"/>
                </a:cubicBezTo>
                <a:lnTo>
                  <a:pt x="108880" y="100035"/>
                </a:lnTo>
                <a:cubicBezTo>
                  <a:pt x="108880" y="100054"/>
                  <a:pt x="108894" y="100073"/>
                  <a:pt x="108911" y="100073"/>
                </a:cubicBezTo>
                <a:cubicBezTo>
                  <a:pt x="108918" y="100073"/>
                  <a:pt x="108926" y="100070"/>
                  <a:pt x="108934" y="100062"/>
                </a:cubicBezTo>
                <a:cubicBezTo>
                  <a:pt x="108934" y="100035"/>
                  <a:pt x="108961" y="100008"/>
                  <a:pt x="108988" y="99981"/>
                </a:cubicBezTo>
                <a:lnTo>
                  <a:pt x="108988" y="99981"/>
                </a:lnTo>
                <a:cubicBezTo>
                  <a:pt x="108961" y="100062"/>
                  <a:pt x="108961" y="100170"/>
                  <a:pt x="108988" y="100250"/>
                </a:cubicBezTo>
                <a:cubicBezTo>
                  <a:pt x="108988" y="100331"/>
                  <a:pt x="108988" y="100385"/>
                  <a:pt x="108961" y="100465"/>
                </a:cubicBezTo>
                <a:lnTo>
                  <a:pt x="107724" y="100465"/>
                </a:lnTo>
                <a:cubicBezTo>
                  <a:pt x="108235" y="97777"/>
                  <a:pt x="108773" y="95115"/>
                  <a:pt x="109499" y="92481"/>
                </a:cubicBezTo>
                <a:cubicBezTo>
                  <a:pt x="109499" y="92448"/>
                  <a:pt x="109478" y="92425"/>
                  <a:pt x="109456" y="92425"/>
                </a:cubicBezTo>
                <a:cubicBezTo>
                  <a:pt x="109442" y="92425"/>
                  <a:pt x="109428" y="92433"/>
                  <a:pt x="109418" y="92454"/>
                </a:cubicBezTo>
                <a:cubicBezTo>
                  <a:pt x="108665" y="95089"/>
                  <a:pt x="108074" y="97777"/>
                  <a:pt x="107644" y="100465"/>
                </a:cubicBezTo>
                <a:lnTo>
                  <a:pt x="106192" y="100465"/>
                </a:lnTo>
                <a:cubicBezTo>
                  <a:pt x="106622" y="97831"/>
                  <a:pt x="107267" y="95250"/>
                  <a:pt x="108101" y="92723"/>
                </a:cubicBezTo>
                <a:lnTo>
                  <a:pt x="108289" y="92588"/>
                </a:lnTo>
                <a:lnTo>
                  <a:pt x="108289" y="92561"/>
                </a:lnTo>
                <a:lnTo>
                  <a:pt x="108128" y="92696"/>
                </a:lnTo>
                <a:lnTo>
                  <a:pt x="108181" y="92481"/>
                </a:lnTo>
                <a:cubicBezTo>
                  <a:pt x="108181" y="92449"/>
                  <a:pt x="108172" y="92436"/>
                  <a:pt x="108159" y="92436"/>
                </a:cubicBezTo>
                <a:cubicBezTo>
                  <a:pt x="108150" y="92436"/>
                  <a:pt x="108139" y="92443"/>
                  <a:pt x="108128" y="92454"/>
                </a:cubicBezTo>
                <a:cubicBezTo>
                  <a:pt x="108101" y="92561"/>
                  <a:pt x="108074" y="92642"/>
                  <a:pt x="108047" y="92750"/>
                </a:cubicBezTo>
                <a:cubicBezTo>
                  <a:pt x="107402" y="93234"/>
                  <a:pt x="106756" y="93717"/>
                  <a:pt x="106165" y="94228"/>
                </a:cubicBezTo>
                <a:cubicBezTo>
                  <a:pt x="106246" y="93798"/>
                  <a:pt x="106326" y="93341"/>
                  <a:pt x="106434" y="92911"/>
                </a:cubicBezTo>
                <a:cubicBezTo>
                  <a:pt x="106434" y="92897"/>
                  <a:pt x="106420" y="92891"/>
                  <a:pt x="106407" y="92891"/>
                </a:cubicBezTo>
                <a:cubicBezTo>
                  <a:pt x="106394" y="92891"/>
                  <a:pt x="106380" y="92897"/>
                  <a:pt x="106380" y="92911"/>
                </a:cubicBezTo>
                <a:cubicBezTo>
                  <a:pt x="106273" y="93368"/>
                  <a:pt x="106192" y="93852"/>
                  <a:pt x="106084" y="94309"/>
                </a:cubicBezTo>
                <a:cubicBezTo>
                  <a:pt x="104364" y="95707"/>
                  <a:pt x="102805" y="97266"/>
                  <a:pt x="101380" y="98933"/>
                </a:cubicBezTo>
                <a:cubicBezTo>
                  <a:pt x="101361" y="98952"/>
                  <a:pt x="101369" y="98971"/>
                  <a:pt x="101384" y="98971"/>
                </a:cubicBezTo>
                <a:cubicBezTo>
                  <a:pt x="101391" y="98971"/>
                  <a:pt x="101399" y="98968"/>
                  <a:pt x="101407" y="98960"/>
                </a:cubicBezTo>
                <a:cubicBezTo>
                  <a:pt x="102831" y="97320"/>
                  <a:pt x="104391" y="95788"/>
                  <a:pt x="106057" y="94390"/>
                </a:cubicBezTo>
                <a:lnTo>
                  <a:pt x="106057" y="94390"/>
                </a:lnTo>
                <a:cubicBezTo>
                  <a:pt x="105600" y="96406"/>
                  <a:pt x="105143" y="98449"/>
                  <a:pt x="104740" y="100492"/>
                </a:cubicBezTo>
                <a:cubicBezTo>
                  <a:pt x="102724" y="100519"/>
                  <a:pt x="100708" y="100519"/>
                  <a:pt x="98691" y="100546"/>
                </a:cubicBezTo>
                <a:cubicBezTo>
                  <a:pt x="98906" y="100331"/>
                  <a:pt x="99121" y="100116"/>
                  <a:pt x="99283" y="99847"/>
                </a:cubicBezTo>
                <a:cubicBezTo>
                  <a:pt x="99363" y="99739"/>
                  <a:pt x="99390" y="99632"/>
                  <a:pt x="99390" y="99498"/>
                </a:cubicBezTo>
                <a:cubicBezTo>
                  <a:pt x="99444" y="99444"/>
                  <a:pt x="99498" y="99390"/>
                  <a:pt x="99552" y="99336"/>
                </a:cubicBezTo>
                <a:cubicBezTo>
                  <a:pt x="99639" y="99249"/>
                  <a:pt x="99567" y="99126"/>
                  <a:pt x="99465" y="99126"/>
                </a:cubicBezTo>
                <a:cubicBezTo>
                  <a:pt x="99441" y="99126"/>
                  <a:pt x="99416" y="99133"/>
                  <a:pt x="99390" y="99148"/>
                </a:cubicBezTo>
                <a:lnTo>
                  <a:pt x="99310" y="99202"/>
                </a:lnTo>
                <a:cubicBezTo>
                  <a:pt x="99310" y="99175"/>
                  <a:pt x="99283" y="99121"/>
                  <a:pt x="99256" y="99094"/>
                </a:cubicBezTo>
                <a:cubicBezTo>
                  <a:pt x="99444" y="99014"/>
                  <a:pt x="99632" y="98933"/>
                  <a:pt x="99847" y="98906"/>
                </a:cubicBezTo>
                <a:cubicBezTo>
                  <a:pt x="99874" y="98906"/>
                  <a:pt x="99874" y="98879"/>
                  <a:pt x="99847" y="98879"/>
                </a:cubicBezTo>
                <a:cubicBezTo>
                  <a:pt x="99741" y="98847"/>
                  <a:pt x="99635" y="98832"/>
                  <a:pt x="99531" y="98832"/>
                </a:cubicBezTo>
                <a:cubicBezTo>
                  <a:pt x="99371" y="98832"/>
                  <a:pt x="99214" y="98868"/>
                  <a:pt x="99068" y="98933"/>
                </a:cubicBezTo>
                <a:cubicBezTo>
                  <a:pt x="98987" y="98879"/>
                  <a:pt x="98879" y="98852"/>
                  <a:pt x="98799" y="98852"/>
                </a:cubicBezTo>
                <a:lnTo>
                  <a:pt x="98261" y="98852"/>
                </a:lnTo>
                <a:lnTo>
                  <a:pt x="98154" y="98664"/>
                </a:lnTo>
                <a:cubicBezTo>
                  <a:pt x="98019" y="98315"/>
                  <a:pt x="97831" y="97938"/>
                  <a:pt x="97616" y="97616"/>
                </a:cubicBezTo>
                <a:cubicBezTo>
                  <a:pt x="97885" y="97320"/>
                  <a:pt x="98046" y="96917"/>
                  <a:pt x="98019" y="96513"/>
                </a:cubicBezTo>
                <a:cubicBezTo>
                  <a:pt x="98043" y="96248"/>
                  <a:pt x="97830" y="96048"/>
                  <a:pt x="97592" y="96048"/>
                </a:cubicBezTo>
                <a:cubicBezTo>
                  <a:pt x="97564" y="96048"/>
                  <a:pt x="97536" y="96051"/>
                  <a:pt x="97508" y="96056"/>
                </a:cubicBezTo>
                <a:cubicBezTo>
                  <a:pt x="97428" y="96083"/>
                  <a:pt x="97347" y="96083"/>
                  <a:pt x="97266" y="96137"/>
                </a:cubicBezTo>
                <a:cubicBezTo>
                  <a:pt x="97186" y="96137"/>
                  <a:pt x="97105" y="96164"/>
                  <a:pt x="97051" y="96218"/>
                </a:cubicBezTo>
                <a:lnTo>
                  <a:pt x="96971" y="96271"/>
                </a:lnTo>
                <a:cubicBezTo>
                  <a:pt x="96917" y="96298"/>
                  <a:pt x="96890" y="96325"/>
                  <a:pt x="96863" y="96352"/>
                </a:cubicBezTo>
                <a:lnTo>
                  <a:pt x="96783" y="96406"/>
                </a:lnTo>
                <a:cubicBezTo>
                  <a:pt x="96191" y="96675"/>
                  <a:pt x="95895" y="97347"/>
                  <a:pt x="96110" y="97965"/>
                </a:cubicBezTo>
                <a:cubicBezTo>
                  <a:pt x="96181" y="98106"/>
                  <a:pt x="96333" y="98185"/>
                  <a:pt x="96496" y="98185"/>
                </a:cubicBezTo>
                <a:cubicBezTo>
                  <a:pt x="96520" y="98185"/>
                  <a:pt x="96544" y="98184"/>
                  <a:pt x="96567" y="98180"/>
                </a:cubicBezTo>
                <a:lnTo>
                  <a:pt x="96621" y="98180"/>
                </a:lnTo>
                <a:cubicBezTo>
                  <a:pt x="96594" y="98422"/>
                  <a:pt x="96594" y="98664"/>
                  <a:pt x="96621" y="98906"/>
                </a:cubicBezTo>
                <a:cubicBezTo>
                  <a:pt x="95143" y="98933"/>
                  <a:pt x="93664" y="98987"/>
                  <a:pt x="92212" y="99014"/>
                </a:cubicBezTo>
                <a:cubicBezTo>
                  <a:pt x="92454" y="98745"/>
                  <a:pt x="92723" y="98503"/>
                  <a:pt x="93019" y="98261"/>
                </a:cubicBezTo>
                <a:cubicBezTo>
                  <a:pt x="93288" y="97992"/>
                  <a:pt x="93503" y="97858"/>
                  <a:pt x="93745" y="97696"/>
                </a:cubicBezTo>
                <a:lnTo>
                  <a:pt x="93745" y="97696"/>
                </a:lnTo>
                <a:cubicBezTo>
                  <a:pt x="93530" y="97965"/>
                  <a:pt x="93341" y="98261"/>
                  <a:pt x="93099" y="98557"/>
                </a:cubicBezTo>
                <a:cubicBezTo>
                  <a:pt x="93059" y="98617"/>
                  <a:pt x="93125" y="98693"/>
                  <a:pt x="93194" y="98693"/>
                </a:cubicBezTo>
                <a:cubicBezTo>
                  <a:pt x="93217" y="98693"/>
                  <a:pt x="93241" y="98684"/>
                  <a:pt x="93261" y="98664"/>
                </a:cubicBezTo>
                <a:cubicBezTo>
                  <a:pt x="93745" y="98288"/>
                  <a:pt x="94148" y="97804"/>
                  <a:pt x="94417" y="97239"/>
                </a:cubicBezTo>
                <a:cubicBezTo>
                  <a:pt x="94766" y="97024"/>
                  <a:pt x="95089" y="96809"/>
                  <a:pt x="95438" y="96594"/>
                </a:cubicBezTo>
                <a:cubicBezTo>
                  <a:pt x="96030" y="96218"/>
                  <a:pt x="96863" y="95707"/>
                  <a:pt x="96729" y="94873"/>
                </a:cubicBezTo>
                <a:cubicBezTo>
                  <a:pt x="96567" y="93959"/>
                  <a:pt x="95411" y="93072"/>
                  <a:pt x="94820" y="92454"/>
                </a:cubicBezTo>
                <a:cubicBezTo>
                  <a:pt x="94712" y="92346"/>
                  <a:pt x="94605" y="92239"/>
                  <a:pt x="94497" y="92158"/>
                </a:cubicBezTo>
                <a:lnTo>
                  <a:pt x="94551" y="92078"/>
                </a:lnTo>
                <a:cubicBezTo>
                  <a:pt x="94572" y="92057"/>
                  <a:pt x="94545" y="92006"/>
                  <a:pt x="94508" y="92006"/>
                </a:cubicBezTo>
                <a:cubicBezTo>
                  <a:pt x="94496" y="92006"/>
                  <a:pt x="94483" y="92011"/>
                  <a:pt x="94470" y="92024"/>
                </a:cubicBezTo>
                <a:lnTo>
                  <a:pt x="94417" y="92078"/>
                </a:lnTo>
                <a:cubicBezTo>
                  <a:pt x="94282" y="91943"/>
                  <a:pt x="94148" y="91782"/>
                  <a:pt x="93987" y="91647"/>
                </a:cubicBezTo>
                <a:lnTo>
                  <a:pt x="94040" y="91594"/>
                </a:lnTo>
                <a:cubicBezTo>
                  <a:pt x="94078" y="91537"/>
                  <a:pt x="94036" y="91480"/>
                  <a:pt x="93988" y="91480"/>
                </a:cubicBezTo>
                <a:cubicBezTo>
                  <a:pt x="93969" y="91480"/>
                  <a:pt x="93949" y="91489"/>
                  <a:pt x="93933" y="91513"/>
                </a:cubicBezTo>
                <a:lnTo>
                  <a:pt x="93879" y="91540"/>
                </a:lnTo>
                <a:cubicBezTo>
                  <a:pt x="93476" y="91163"/>
                  <a:pt x="93019" y="90760"/>
                  <a:pt x="92589" y="90411"/>
                </a:cubicBezTo>
                <a:lnTo>
                  <a:pt x="92696" y="90223"/>
                </a:lnTo>
                <a:cubicBezTo>
                  <a:pt x="92696" y="90223"/>
                  <a:pt x="92684" y="90211"/>
                  <a:pt x="92668" y="90211"/>
                </a:cubicBezTo>
                <a:cubicBezTo>
                  <a:pt x="92660" y="90211"/>
                  <a:pt x="92651" y="90214"/>
                  <a:pt x="92642" y="90223"/>
                </a:cubicBezTo>
                <a:cubicBezTo>
                  <a:pt x="92642" y="90223"/>
                  <a:pt x="92589" y="90330"/>
                  <a:pt x="92535" y="90384"/>
                </a:cubicBezTo>
                <a:cubicBezTo>
                  <a:pt x="92427" y="90276"/>
                  <a:pt x="92320" y="90169"/>
                  <a:pt x="92185" y="90088"/>
                </a:cubicBezTo>
                <a:cubicBezTo>
                  <a:pt x="92212" y="90061"/>
                  <a:pt x="92212" y="90034"/>
                  <a:pt x="92239" y="90007"/>
                </a:cubicBezTo>
                <a:cubicBezTo>
                  <a:pt x="92239" y="89986"/>
                  <a:pt x="92222" y="89946"/>
                  <a:pt x="92201" y="89946"/>
                </a:cubicBezTo>
                <a:cubicBezTo>
                  <a:pt x="92196" y="89946"/>
                  <a:pt x="92190" y="89949"/>
                  <a:pt x="92185" y="89954"/>
                </a:cubicBezTo>
                <a:lnTo>
                  <a:pt x="92132" y="90034"/>
                </a:lnTo>
                <a:cubicBezTo>
                  <a:pt x="91970" y="89927"/>
                  <a:pt x="91836" y="89819"/>
                  <a:pt x="91701" y="89712"/>
                </a:cubicBezTo>
                <a:lnTo>
                  <a:pt x="91621" y="89470"/>
                </a:lnTo>
                <a:cubicBezTo>
                  <a:pt x="91621" y="89451"/>
                  <a:pt x="91594" y="89432"/>
                  <a:pt x="91578" y="89432"/>
                </a:cubicBezTo>
                <a:cubicBezTo>
                  <a:pt x="91572" y="89432"/>
                  <a:pt x="91567" y="89435"/>
                  <a:pt x="91567" y="89443"/>
                </a:cubicBezTo>
                <a:cubicBezTo>
                  <a:pt x="91540" y="89497"/>
                  <a:pt x="91513" y="89524"/>
                  <a:pt x="91486" y="89577"/>
                </a:cubicBezTo>
                <a:cubicBezTo>
                  <a:pt x="91325" y="89470"/>
                  <a:pt x="91164" y="89335"/>
                  <a:pt x="91002" y="89228"/>
                </a:cubicBezTo>
                <a:lnTo>
                  <a:pt x="91002" y="89255"/>
                </a:lnTo>
                <a:lnTo>
                  <a:pt x="91459" y="89631"/>
                </a:lnTo>
                <a:lnTo>
                  <a:pt x="91352" y="89819"/>
                </a:lnTo>
                <a:lnTo>
                  <a:pt x="91352" y="89739"/>
                </a:lnTo>
                <a:cubicBezTo>
                  <a:pt x="91341" y="89637"/>
                  <a:pt x="91268" y="89593"/>
                  <a:pt x="91190" y="89593"/>
                </a:cubicBezTo>
                <a:cubicBezTo>
                  <a:pt x="91081" y="89593"/>
                  <a:pt x="90960" y="89679"/>
                  <a:pt x="90976" y="89819"/>
                </a:cubicBezTo>
                <a:cubicBezTo>
                  <a:pt x="91002" y="90061"/>
                  <a:pt x="91002" y="90196"/>
                  <a:pt x="91029" y="90411"/>
                </a:cubicBezTo>
                <a:cubicBezTo>
                  <a:pt x="90760" y="90868"/>
                  <a:pt x="90572" y="91325"/>
                  <a:pt x="90411" y="91836"/>
                </a:cubicBezTo>
                <a:cubicBezTo>
                  <a:pt x="90411" y="91855"/>
                  <a:pt x="90424" y="91874"/>
                  <a:pt x="90442" y="91874"/>
                </a:cubicBezTo>
                <a:cubicBezTo>
                  <a:pt x="90449" y="91874"/>
                  <a:pt x="90457" y="91870"/>
                  <a:pt x="90465" y="91862"/>
                </a:cubicBezTo>
                <a:cubicBezTo>
                  <a:pt x="90680" y="91459"/>
                  <a:pt x="90868" y="91083"/>
                  <a:pt x="91029" y="90653"/>
                </a:cubicBezTo>
                <a:cubicBezTo>
                  <a:pt x="91083" y="91110"/>
                  <a:pt x="91110" y="91540"/>
                  <a:pt x="91164" y="91970"/>
                </a:cubicBezTo>
                <a:cubicBezTo>
                  <a:pt x="91110" y="92158"/>
                  <a:pt x="91056" y="92319"/>
                  <a:pt x="91029" y="92481"/>
                </a:cubicBezTo>
                <a:cubicBezTo>
                  <a:pt x="91029" y="92512"/>
                  <a:pt x="91039" y="92525"/>
                  <a:pt x="91052" y="92525"/>
                </a:cubicBezTo>
                <a:cubicBezTo>
                  <a:pt x="91061" y="92525"/>
                  <a:pt x="91072" y="92519"/>
                  <a:pt x="91083" y="92508"/>
                </a:cubicBezTo>
                <a:lnTo>
                  <a:pt x="91191" y="92239"/>
                </a:lnTo>
                <a:cubicBezTo>
                  <a:pt x="91191" y="92346"/>
                  <a:pt x="91191" y="92454"/>
                  <a:pt x="91218" y="92561"/>
                </a:cubicBezTo>
                <a:lnTo>
                  <a:pt x="91029" y="92911"/>
                </a:lnTo>
                <a:cubicBezTo>
                  <a:pt x="91010" y="92930"/>
                  <a:pt x="91032" y="92949"/>
                  <a:pt x="91046" y="92949"/>
                </a:cubicBezTo>
                <a:cubicBezTo>
                  <a:pt x="91052" y="92949"/>
                  <a:pt x="91056" y="92946"/>
                  <a:pt x="91056" y="92938"/>
                </a:cubicBezTo>
                <a:lnTo>
                  <a:pt x="91218" y="92669"/>
                </a:lnTo>
                <a:lnTo>
                  <a:pt x="91298" y="93422"/>
                </a:lnTo>
                <a:cubicBezTo>
                  <a:pt x="91271" y="93475"/>
                  <a:pt x="91244" y="93502"/>
                  <a:pt x="91218" y="93556"/>
                </a:cubicBezTo>
                <a:cubicBezTo>
                  <a:pt x="91199" y="93575"/>
                  <a:pt x="91220" y="93594"/>
                  <a:pt x="91243" y="93594"/>
                </a:cubicBezTo>
                <a:cubicBezTo>
                  <a:pt x="91253" y="93594"/>
                  <a:pt x="91263" y="93591"/>
                  <a:pt x="91271" y="93583"/>
                </a:cubicBezTo>
                <a:lnTo>
                  <a:pt x="91298" y="93529"/>
                </a:lnTo>
                <a:lnTo>
                  <a:pt x="91352" y="94040"/>
                </a:lnTo>
                <a:cubicBezTo>
                  <a:pt x="91298" y="94174"/>
                  <a:pt x="91244" y="94309"/>
                  <a:pt x="91191" y="94470"/>
                </a:cubicBezTo>
                <a:cubicBezTo>
                  <a:pt x="91191" y="94489"/>
                  <a:pt x="91216" y="94520"/>
                  <a:pt x="91241" y="94520"/>
                </a:cubicBezTo>
                <a:cubicBezTo>
                  <a:pt x="91252" y="94520"/>
                  <a:pt x="91263" y="94514"/>
                  <a:pt x="91271" y="94497"/>
                </a:cubicBezTo>
                <a:cubicBezTo>
                  <a:pt x="91298" y="94470"/>
                  <a:pt x="91352" y="94363"/>
                  <a:pt x="91379" y="94309"/>
                </a:cubicBezTo>
                <a:lnTo>
                  <a:pt x="91433" y="94927"/>
                </a:lnTo>
                <a:cubicBezTo>
                  <a:pt x="91352" y="95035"/>
                  <a:pt x="91271" y="95169"/>
                  <a:pt x="91164" y="95304"/>
                </a:cubicBezTo>
                <a:cubicBezTo>
                  <a:pt x="91109" y="95395"/>
                  <a:pt x="91166" y="95449"/>
                  <a:pt x="91225" y="95449"/>
                </a:cubicBezTo>
                <a:cubicBezTo>
                  <a:pt x="91253" y="95449"/>
                  <a:pt x="91281" y="95437"/>
                  <a:pt x="91298" y="95411"/>
                </a:cubicBezTo>
                <a:lnTo>
                  <a:pt x="91459" y="95196"/>
                </a:lnTo>
                <a:lnTo>
                  <a:pt x="91486" y="95411"/>
                </a:lnTo>
                <a:cubicBezTo>
                  <a:pt x="91406" y="95572"/>
                  <a:pt x="91325" y="95814"/>
                  <a:pt x="91540" y="95814"/>
                </a:cubicBezTo>
                <a:cubicBezTo>
                  <a:pt x="91540" y="96003"/>
                  <a:pt x="91567" y="96191"/>
                  <a:pt x="91594" y="96352"/>
                </a:cubicBezTo>
                <a:lnTo>
                  <a:pt x="91567" y="96406"/>
                </a:lnTo>
                <a:cubicBezTo>
                  <a:pt x="91567" y="96433"/>
                  <a:pt x="91567" y="96460"/>
                  <a:pt x="91594" y="96460"/>
                </a:cubicBezTo>
                <a:lnTo>
                  <a:pt x="91701" y="97374"/>
                </a:lnTo>
                <a:lnTo>
                  <a:pt x="91701" y="97401"/>
                </a:lnTo>
                <a:cubicBezTo>
                  <a:pt x="91675" y="97401"/>
                  <a:pt x="91701" y="97427"/>
                  <a:pt x="91728" y="97454"/>
                </a:cubicBezTo>
                <a:lnTo>
                  <a:pt x="91728" y="97562"/>
                </a:lnTo>
                <a:cubicBezTo>
                  <a:pt x="91621" y="97696"/>
                  <a:pt x="91567" y="97858"/>
                  <a:pt x="91567" y="98019"/>
                </a:cubicBezTo>
                <a:cubicBezTo>
                  <a:pt x="91567" y="98073"/>
                  <a:pt x="91594" y="98100"/>
                  <a:pt x="91648" y="98126"/>
                </a:cubicBezTo>
                <a:lnTo>
                  <a:pt x="91701" y="98126"/>
                </a:lnTo>
                <a:cubicBezTo>
                  <a:pt x="91621" y="98207"/>
                  <a:pt x="91540" y="98288"/>
                  <a:pt x="91486" y="98368"/>
                </a:cubicBezTo>
                <a:cubicBezTo>
                  <a:pt x="91421" y="98433"/>
                  <a:pt x="91479" y="98586"/>
                  <a:pt x="91574" y="98586"/>
                </a:cubicBezTo>
                <a:cubicBezTo>
                  <a:pt x="91597" y="98586"/>
                  <a:pt x="91622" y="98577"/>
                  <a:pt x="91648" y="98557"/>
                </a:cubicBezTo>
                <a:lnTo>
                  <a:pt x="91809" y="98395"/>
                </a:lnTo>
                <a:lnTo>
                  <a:pt x="91809" y="98449"/>
                </a:lnTo>
                <a:lnTo>
                  <a:pt x="91675" y="98610"/>
                </a:lnTo>
                <a:cubicBezTo>
                  <a:pt x="91601" y="98708"/>
                  <a:pt x="91706" y="98829"/>
                  <a:pt x="91807" y="98829"/>
                </a:cubicBezTo>
                <a:cubicBezTo>
                  <a:pt x="91817" y="98829"/>
                  <a:pt x="91826" y="98828"/>
                  <a:pt x="91836" y="98825"/>
                </a:cubicBezTo>
                <a:cubicBezTo>
                  <a:pt x="91836" y="98906"/>
                  <a:pt x="91863" y="98960"/>
                  <a:pt x="91863" y="99040"/>
                </a:cubicBezTo>
                <a:cubicBezTo>
                  <a:pt x="90519" y="99094"/>
                  <a:pt x="89174" y="99121"/>
                  <a:pt x="87857" y="99202"/>
                </a:cubicBezTo>
                <a:cubicBezTo>
                  <a:pt x="87723" y="99202"/>
                  <a:pt x="87615" y="99229"/>
                  <a:pt x="87508" y="99309"/>
                </a:cubicBezTo>
                <a:cubicBezTo>
                  <a:pt x="87427" y="99256"/>
                  <a:pt x="87373" y="99229"/>
                  <a:pt x="87266" y="99202"/>
                </a:cubicBezTo>
                <a:cubicBezTo>
                  <a:pt x="87257" y="99199"/>
                  <a:pt x="87249" y="99198"/>
                  <a:pt x="87241" y="99198"/>
                </a:cubicBezTo>
                <a:cubicBezTo>
                  <a:pt x="87175" y="99198"/>
                  <a:pt x="87140" y="99291"/>
                  <a:pt x="87212" y="99363"/>
                </a:cubicBezTo>
                <a:lnTo>
                  <a:pt x="87346" y="99444"/>
                </a:lnTo>
                <a:cubicBezTo>
                  <a:pt x="87319" y="99471"/>
                  <a:pt x="87266" y="99524"/>
                  <a:pt x="87266" y="99578"/>
                </a:cubicBezTo>
                <a:cubicBezTo>
                  <a:pt x="87024" y="99524"/>
                  <a:pt x="86809" y="99498"/>
                  <a:pt x="86593" y="99471"/>
                </a:cubicBezTo>
                <a:cubicBezTo>
                  <a:pt x="86513" y="99471"/>
                  <a:pt x="86513" y="99551"/>
                  <a:pt x="86593" y="99551"/>
                </a:cubicBezTo>
                <a:lnTo>
                  <a:pt x="86701" y="99578"/>
                </a:lnTo>
                <a:cubicBezTo>
                  <a:pt x="86620" y="99605"/>
                  <a:pt x="86620" y="99713"/>
                  <a:pt x="86701" y="99766"/>
                </a:cubicBezTo>
                <a:cubicBezTo>
                  <a:pt x="86862" y="99847"/>
                  <a:pt x="87024" y="99955"/>
                  <a:pt x="87212" y="100062"/>
                </a:cubicBezTo>
                <a:cubicBezTo>
                  <a:pt x="87266" y="100170"/>
                  <a:pt x="87346" y="100277"/>
                  <a:pt x="87454" y="100358"/>
                </a:cubicBezTo>
                <a:cubicBezTo>
                  <a:pt x="87642" y="100465"/>
                  <a:pt x="87857" y="100600"/>
                  <a:pt x="88045" y="100707"/>
                </a:cubicBezTo>
                <a:cubicBezTo>
                  <a:pt x="82131" y="100788"/>
                  <a:pt x="76216" y="100895"/>
                  <a:pt x="70302" y="101030"/>
                </a:cubicBezTo>
                <a:cubicBezTo>
                  <a:pt x="70463" y="100196"/>
                  <a:pt x="70732" y="99363"/>
                  <a:pt x="71055" y="98610"/>
                </a:cubicBezTo>
                <a:cubicBezTo>
                  <a:pt x="71834" y="98046"/>
                  <a:pt x="72614" y="97508"/>
                  <a:pt x="73367" y="96944"/>
                </a:cubicBezTo>
                <a:cubicBezTo>
                  <a:pt x="73393" y="96944"/>
                  <a:pt x="73367" y="96917"/>
                  <a:pt x="73340" y="96917"/>
                </a:cubicBezTo>
                <a:cubicBezTo>
                  <a:pt x="72614" y="97454"/>
                  <a:pt x="71861" y="97938"/>
                  <a:pt x="71135" y="98449"/>
                </a:cubicBezTo>
                <a:cubicBezTo>
                  <a:pt x="71377" y="97884"/>
                  <a:pt x="71673" y="97347"/>
                  <a:pt x="72049" y="96836"/>
                </a:cubicBezTo>
                <a:lnTo>
                  <a:pt x="73582" y="95841"/>
                </a:lnTo>
                <a:lnTo>
                  <a:pt x="73582" y="95814"/>
                </a:lnTo>
                <a:lnTo>
                  <a:pt x="72103" y="96755"/>
                </a:lnTo>
                <a:cubicBezTo>
                  <a:pt x="72237" y="96594"/>
                  <a:pt x="72345" y="96406"/>
                  <a:pt x="72479" y="96271"/>
                </a:cubicBezTo>
                <a:cubicBezTo>
                  <a:pt x="72519" y="96232"/>
                  <a:pt x="72486" y="96207"/>
                  <a:pt x="72455" y="96207"/>
                </a:cubicBezTo>
                <a:cubicBezTo>
                  <a:pt x="72444" y="96207"/>
                  <a:pt x="72433" y="96210"/>
                  <a:pt x="72426" y="96218"/>
                </a:cubicBezTo>
                <a:cubicBezTo>
                  <a:pt x="72237" y="96433"/>
                  <a:pt x="72076" y="96648"/>
                  <a:pt x="71915" y="96890"/>
                </a:cubicBezTo>
                <a:lnTo>
                  <a:pt x="65328" y="101111"/>
                </a:lnTo>
                <a:lnTo>
                  <a:pt x="63984" y="101137"/>
                </a:lnTo>
                <a:lnTo>
                  <a:pt x="72022" y="95572"/>
                </a:lnTo>
                <a:cubicBezTo>
                  <a:pt x="72044" y="95572"/>
                  <a:pt x="72031" y="95538"/>
                  <a:pt x="72011" y="95538"/>
                </a:cubicBezTo>
                <a:cubicBezTo>
                  <a:pt x="72006" y="95538"/>
                  <a:pt x="72001" y="95540"/>
                  <a:pt x="71995" y="95546"/>
                </a:cubicBezTo>
                <a:lnTo>
                  <a:pt x="63930" y="101137"/>
                </a:lnTo>
                <a:lnTo>
                  <a:pt x="63151" y="101137"/>
                </a:lnTo>
                <a:cubicBezTo>
                  <a:pt x="63312" y="100895"/>
                  <a:pt x="63500" y="100680"/>
                  <a:pt x="63661" y="100438"/>
                </a:cubicBezTo>
                <a:lnTo>
                  <a:pt x="72533" y="94067"/>
                </a:lnTo>
                <a:cubicBezTo>
                  <a:pt x="72552" y="94048"/>
                  <a:pt x="72544" y="94029"/>
                  <a:pt x="72519" y="94029"/>
                </a:cubicBezTo>
                <a:cubicBezTo>
                  <a:pt x="72509" y="94029"/>
                  <a:pt x="72495" y="94032"/>
                  <a:pt x="72479" y="94040"/>
                </a:cubicBezTo>
                <a:lnTo>
                  <a:pt x="63742" y="100304"/>
                </a:lnTo>
                <a:cubicBezTo>
                  <a:pt x="64092" y="99847"/>
                  <a:pt x="64441" y="99363"/>
                  <a:pt x="64764" y="98852"/>
                </a:cubicBezTo>
                <a:cubicBezTo>
                  <a:pt x="65731" y="98019"/>
                  <a:pt x="66726" y="97239"/>
                  <a:pt x="67775" y="96513"/>
                </a:cubicBezTo>
                <a:lnTo>
                  <a:pt x="67775" y="96513"/>
                </a:lnTo>
                <a:cubicBezTo>
                  <a:pt x="66753" y="97212"/>
                  <a:pt x="65731" y="97992"/>
                  <a:pt x="64791" y="98825"/>
                </a:cubicBezTo>
                <a:cubicBezTo>
                  <a:pt x="65490" y="97804"/>
                  <a:pt x="66162" y="96809"/>
                  <a:pt x="66807" y="95788"/>
                </a:cubicBezTo>
                <a:lnTo>
                  <a:pt x="66914" y="95626"/>
                </a:lnTo>
                <a:cubicBezTo>
                  <a:pt x="66954" y="95581"/>
                  <a:pt x="66993" y="95536"/>
                  <a:pt x="67033" y="95491"/>
                </a:cubicBezTo>
                <a:lnTo>
                  <a:pt x="67033" y="95491"/>
                </a:lnTo>
                <a:cubicBezTo>
                  <a:pt x="68418" y="93519"/>
                  <a:pt x="69749" y="91521"/>
                  <a:pt x="71028" y="89497"/>
                </a:cubicBezTo>
                <a:cubicBezTo>
                  <a:pt x="73797" y="85088"/>
                  <a:pt x="75894" y="80302"/>
                  <a:pt x="77292" y="75302"/>
                </a:cubicBezTo>
                <a:cubicBezTo>
                  <a:pt x="77292" y="75329"/>
                  <a:pt x="77292" y="75356"/>
                  <a:pt x="77318" y="75383"/>
                </a:cubicBezTo>
                <a:cubicBezTo>
                  <a:pt x="77334" y="75398"/>
                  <a:pt x="77358" y="75414"/>
                  <a:pt x="77376" y="75414"/>
                </a:cubicBezTo>
                <a:cubicBezTo>
                  <a:pt x="77390" y="75414"/>
                  <a:pt x="77399" y="75405"/>
                  <a:pt x="77399" y="75383"/>
                </a:cubicBezTo>
                <a:lnTo>
                  <a:pt x="77399" y="75006"/>
                </a:lnTo>
                <a:cubicBezTo>
                  <a:pt x="77399" y="74952"/>
                  <a:pt x="77426" y="74872"/>
                  <a:pt x="77426" y="74818"/>
                </a:cubicBezTo>
                <a:cubicBezTo>
                  <a:pt x="77480" y="74952"/>
                  <a:pt x="77534" y="75114"/>
                  <a:pt x="77587" y="75248"/>
                </a:cubicBezTo>
                <a:cubicBezTo>
                  <a:pt x="77614" y="75275"/>
                  <a:pt x="77641" y="75275"/>
                  <a:pt x="77668" y="75275"/>
                </a:cubicBezTo>
                <a:cubicBezTo>
                  <a:pt x="77507" y="75813"/>
                  <a:pt x="77507" y="76350"/>
                  <a:pt x="77614" y="76888"/>
                </a:cubicBezTo>
                <a:cubicBezTo>
                  <a:pt x="77636" y="76954"/>
                  <a:pt x="77677" y="77003"/>
                  <a:pt x="77735" y="77003"/>
                </a:cubicBezTo>
                <a:cubicBezTo>
                  <a:pt x="77748" y="77003"/>
                  <a:pt x="77761" y="77000"/>
                  <a:pt x="77776" y="76996"/>
                </a:cubicBezTo>
                <a:lnTo>
                  <a:pt x="77776" y="76996"/>
                </a:lnTo>
                <a:cubicBezTo>
                  <a:pt x="77695" y="77345"/>
                  <a:pt x="77883" y="77695"/>
                  <a:pt x="78233" y="77802"/>
                </a:cubicBezTo>
                <a:cubicBezTo>
                  <a:pt x="78246" y="77809"/>
                  <a:pt x="78259" y="77812"/>
                  <a:pt x="78272" y="77812"/>
                </a:cubicBezTo>
                <a:cubicBezTo>
                  <a:pt x="78312" y="77812"/>
                  <a:pt x="78347" y="77782"/>
                  <a:pt x="78367" y="77722"/>
                </a:cubicBezTo>
                <a:cubicBezTo>
                  <a:pt x="79039" y="75490"/>
                  <a:pt x="79899" y="73286"/>
                  <a:pt x="80706" y="71081"/>
                </a:cubicBezTo>
                <a:cubicBezTo>
                  <a:pt x="80787" y="70866"/>
                  <a:pt x="80867" y="70624"/>
                  <a:pt x="80948" y="70409"/>
                </a:cubicBezTo>
                <a:lnTo>
                  <a:pt x="80948" y="70409"/>
                </a:lnTo>
                <a:cubicBezTo>
                  <a:pt x="80383" y="72398"/>
                  <a:pt x="79846" y="74361"/>
                  <a:pt x="79281" y="76350"/>
                </a:cubicBezTo>
                <a:cubicBezTo>
                  <a:pt x="78878" y="77722"/>
                  <a:pt x="78259" y="79119"/>
                  <a:pt x="78905" y="80517"/>
                </a:cubicBezTo>
                <a:cubicBezTo>
                  <a:pt x="78924" y="80557"/>
                  <a:pt x="78958" y="80582"/>
                  <a:pt x="78996" y="80582"/>
                </a:cubicBezTo>
                <a:cubicBezTo>
                  <a:pt x="79010" y="80582"/>
                  <a:pt x="79025" y="80578"/>
                  <a:pt x="79039" y="80571"/>
                </a:cubicBezTo>
                <a:lnTo>
                  <a:pt x="79039" y="80571"/>
                </a:lnTo>
                <a:cubicBezTo>
                  <a:pt x="78932" y="80948"/>
                  <a:pt x="78851" y="81351"/>
                  <a:pt x="78797" y="81754"/>
                </a:cubicBezTo>
                <a:cubicBezTo>
                  <a:pt x="78797" y="81835"/>
                  <a:pt x="78770" y="81915"/>
                  <a:pt x="78743" y="81996"/>
                </a:cubicBezTo>
                <a:cubicBezTo>
                  <a:pt x="78663" y="81996"/>
                  <a:pt x="78636" y="82157"/>
                  <a:pt x="78743" y="82157"/>
                </a:cubicBezTo>
                <a:cubicBezTo>
                  <a:pt x="78716" y="82453"/>
                  <a:pt x="78824" y="82776"/>
                  <a:pt x="79039" y="82964"/>
                </a:cubicBezTo>
                <a:cubicBezTo>
                  <a:pt x="79071" y="82996"/>
                  <a:pt x="79111" y="83011"/>
                  <a:pt x="79150" y="83011"/>
                </a:cubicBezTo>
                <a:cubicBezTo>
                  <a:pt x="79209" y="83011"/>
                  <a:pt x="79265" y="82975"/>
                  <a:pt x="79281" y="82910"/>
                </a:cubicBezTo>
                <a:cubicBezTo>
                  <a:pt x="79335" y="82749"/>
                  <a:pt x="79389" y="82614"/>
                  <a:pt x="79442" y="82453"/>
                </a:cubicBezTo>
                <a:lnTo>
                  <a:pt x="79442" y="82453"/>
                </a:lnTo>
                <a:cubicBezTo>
                  <a:pt x="79281" y="83313"/>
                  <a:pt x="79281" y="84147"/>
                  <a:pt x="79953" y="84469"/>
                </a:cubicBezTo>
                <a:cubicBezTo>
                  <a:pt x="79963" y="84472"/>
                  <a:pt x="79972" y="84473"/>
                  <a:pt x="79980" y="84473"/>
                </a:cubicBezTo>
                <a:cubicBezTo>
                  <a:pt x="80069" y="84473"/>
                  <a:pt x="80107" y="84355"/>
                  <a:pt x="80034" y="84281"/>
                </a:cubicBezTo>
                <a:cubicBezTo>
                  <a:pt x="79173" y="83555"/>
                  <a:pt x="80061" y="81270"/>
                  <a:pt x="80249" y="80437"/>
                </a:cubicBezTo>
                <a:cubicBezTo>
                  <a:pt x="80410" y="79738"/>
                  <a:pt x="80571" y="79066"/>
                  <a:pt x="80733" y="78367"/>
                </a:cubicBezTo>
                <a:cubicBezTo>
                  <a:pt x="80894" y="77856"/>
                  <a:pt x="81028" y="77345"/>
                  <a:pt x="81163" y="76807"/>
                </a:cubicBezTo>
                <a:cubicBezTo>
                  <a:pt x="81539" y="75517"/>
                  <a:pt x="81943" y="74227"/>
                  <a:pt x="82400" y="72963"/>
                </a:cubicBezTo>
                <a:cubicBezTo>
                  <a:pt x="82400" y="73178"/>
                  <a:pt x="82400" y="73393"/>
                  <a:pt x="82426" y="73635"/>
                </a:cubicBezTo>
                <a:cubicBezTo>
                  <a:pt x="82373" y="73635"/>
                  <a:pt x="82346" y="73689"/>
                  <a:pt x="82346" y="73716"/>
                </a:cubicBezTo>
                <a:cubicBezTo>
                  <a:pt x="82050" y="75221"/>
                  <a:pt x="81808" y="76727"/>
                  <a:pt x="81593" y="78232"/>
                </a:cubicBezTo>
                <a:lnTo>
                  <a:pt x="81593" y="78259"/>
                </a:lnTo>
                <a:cubicBezTo>
                  <a:pt x="81324" y="78904"/>
                  <a:pt x="81190" y="79603"/>
                  <a:pt x="81002" y="80275"/>
                </a:cubicBezTo>
                <a:cubicBezTo>
                  <a:pt x="80968" y="80343"/>
                  <a:pt x="81040" y="80400"/>
                  <a:pt x="81105" y="80400"/>
                </a:cubicBezTo>
                <a:cubicBezTo>
                  <a:pt x="81143" y="80400"/>
                  <a:pt x="81180" y="80379"/>
                  <a:pt x="81190" y="80329"/>
                </a:cubicBezTo>
                <a:cubicBezTo>
                  <a:pt x="81270" y="80034"/>
                  <a:pt x="81351" y="79765"/>
                  <a:pt x="81459" y="79469"/>
                </a:cubicBezTo>
                <a:lnTo>
                  <a:pt x="81459" y="79469"/>
                </a:lnTo>
                <a:cubicBezTo>
                  <a:pt x="81244" y="81216"/>
                  <a:pt x="81109" y="82991"/>
                  <a:pt x="81002" y="84738"/>
                </a:cubicBezTo>
                <a:cubicBezTo>
                  <a:pt x="81002" y="84862"/>
                  <a:pt x="81096" y="84954"/>
                  <a:pt x="81201" y="84954"/>
                </a:cubicBezTo>
                <a:cubicBezTo>
                  <a:pt x="81233" y="84954"/>
                  <a:pt x="81266" y="84945"/>
                  <a:pt x="81297" y="84926"/>
                </a:cubicBezTo>
                <a:cubicBezTo>
                  <a:pt x="81324" y="85357"/>
                  <a:pt x="81539" y="85787"/>
                  <a:pt x="81862" y="86082"/>
                </a:cubicBezTo>
                <a:cubicBezTo>
                  <a:pt x="81891" y="86097"/>
                  <a:pt x="81921" y="86104"/>
                  <a:pt x="81952" y="86104"/>
                </a:cubicBezTo>
                <a:cubicBezTo>
                  <a:pt x="82034" y="86104"/>
                  <a:pt x="82111" y="86054"/>
                  <a:pt x="82131" y="85975"/>
                </a:cubicBezTo>
                <a:cubicBezTo>
                  <a:pt x="82453" y="84792"/>
                  <a:pt x="82642" y="83555"/>
                  <a:pt x="82722" y="82346"/>
                </a:cubicBezTo>
                <a:cubicBezTo>
                  <a:pt x="82803" y="84147"/>
                  <a:pt x="83018" y="85975"/>
                  <a:pt x="83314" y="87749"/>
                </a:cubicBezTo>
                <a:cubicBezTo>
                  <a:pt x="83337" y="87864"/>
                  <a:pt x="83418" y="87915"/>
                  <a:pt x="83502" y="87915"/>
                </a:cubicBezTo>
                <a:cubicBezTo>
                  <a:pt x="83615" y="87915"/>
                  <a:pt x="83732" y="87823"/>
                  <a:pt x="83717" y="87669"/>
                </a:cubicBezTo>
                <a:lnTo>
                  <a:pt x="83556" y="86002"/>
                </a:lnTo>
                <a:lnTo>
                  <a:pt x="83556" y="86002"/>
                </a:lnTo>
                <a:cubicBezTo>
                  <a:pt x="83599" y="86045"/>
                  <a:pt x="83655" y="86066"/>
                  <a:pt x="83708" y="86066"/>
                </a:cubicBezTo>
                <a:cubicBezTo>
                  <a:pt x="83788" y="86066"/>
                  <a:pt x="83862" y="86018"/>
                  <a:pt x="83878" y="85921"/>
                </a:cubicBezTo>
                <a:cubicBezTo>
                  <a:pt x="83932" y="85437"/>
                  <a:pt x="84066" y="84846"/>
                  <a:pt x="84093" y="84281"/>
                </a:cubicBezTo>
                <a:cubicBezTo>
                  <a:pt x="84362" y="85249"/>
                  <a:pt x="84738" y="86163"/>
                  <a:pt x="85169" y="87050"/>
                </a:cubicBezTo>
                <a:cubicBezTo>
                  <a:pt x="85199" y="87110"/>
                  <a:pt x="85251" y="87137"/>
                  <a:pt x="85303" y="87137"/>
                </a:cubicBezTo>
                <a:cubicBezTo>
                  <a:pt x="85392" y="87137"/>
                  <a:pt x="85481" y="87061"/>
                  <a:pt x="85464" y="86943"/>
                </a:cubicBezTo>
                <a:cubicBezTo>
                  <a:pt x="85384" y="86513"/>
                  <a:pt x="84954" y="84227"/>
                  <a:pt x="84523" y="82104"/>
                </a:cubicBezTo>
                <a:lnTo>
                  <a:pt x="84523" y="82104"/>
                </a:lnTo>
                <a:cubicBezTo>
                  <a:pt x="85088" y="83555"/>
                  <a:pt x="85679" y="84926"/>
                  <a:pt x="85841" y="85168"/>
                </a:cubicBezTo>
                <a:cubicBezTo>
                  <a:pt x="85871" y="85228"/>
                  <a:pt x="85930" y="85255"/>
                  <a:pt x="85991" y="85255"/>
                </a:cubicBezTo>
                <a:cubicBezTo>
                  <a:pt x="86093" y="85255"/>
                  <a:pt x="86197" y="85179"/>
                  <a:pt x="86163" y="85061"/>
                </a:cubicBezTo>
                <a:cubicBezTo>
                  <a:pt x="86111" y="84773"/>
                  <a:pt x="86033" y="84486"/>
                  <a:pt x="85955" y="84198"/>
                </a:cubicBezTo>
                <a:lnTo>
                  <a:pt x="85955" y="84198"/>
                </a:lnTo>
                <a:cubicBezTo>
                  <a:pt x="85965" y="84217"/>
                  <a:pt x="85983" y="84236"/>
                  <a:pt x="86002" y="84254"/>
                </a:cubicBezTo>
                <a:cubicBezTo>
                  <a:pt x="86033" y="84293"/>
                  <a:pt x="86073" y="84309"/>
                  <a:pt x="86113" y="84309"/>
                </a:cubicBezTo>
                <a:cubicBezTo>
                  <a:pt x="86213" y="84309"/>
                  <a:pt x="86317" y="84208"/>
                  <a:pt x="86298" y="84093"/>
                </a:cubicBezTo>
                <a:cubicBezTo>
                  <a:pt x="86110" y="83125"/>
                  <a:pt x="85921" y="82184"/>
                  <a:pt x="85679" y="81243"/>
                </a:cubicBezTo>
                <a:lnTo>
                  <a:pt x="85679" y="81243"/>
                </a:lnTo>
                <a:cubicBezTo>
                  <a:pt x="85975" y="81862"/>
                  <a:pt x="86298" y="82453"/>
                  <a:pt x="86647" y="83045"/>
                </a:cubicBezTo>
                <a:cubicBezTo>
                  <a:pt x="86677" y="83104"/>
                  <a:pt x="86729" y="83131"/>
                  <a:pt x="86782" y="83131"/>
                </a:cubicBezTo>
                <a:cubicBezTo>
                  <a:pt x="86871" y="83131"/>
                  <a:pt x="86960" y="83055"/>
                  <a:pt x="86943" y="82937"/>
                </a:cubicBezTo>
                <a:cubicBezTo>
                  <a:pt x="86701" y="81862"/>
                  <a:pt x="86432" y="80786"/>
                  <a:pt x="86110" y="79738"/>
                </a:cubicBezTo>
                <a:lnTo>
                  <a:pt x="86110" y="79738"/>
                </a:lnTo>
                <a:cubicBezTo>
                  <a:pt x="86486" y="80464"/>
                  <a:pt x="86862" y="81190"/>
                  <a:pt x="87239" y="81889"/>
                </a:cubicBezTo>
                <a:cubicBezTo>
                  <a:pt x="87280" y="81961"/>
                  <a:pt x="87350" y="81994"/>
                  <a:pt x="87417" y="81994"/>
                </a:cubicBezTo>
                <a:cubicBezTo>
                  <a:pt x="87523" y="81994"/>
                  <a:pt x="87621" y="81913"/>
                  <a:pt x="87588" y="81781"/>
                </a:cubicBezTo>
                <a:cubicBezTo>
                  <a:pt x="87292" y="80786"/>
                  <a:pt x="86943" y="79765"/>
                  <a:pt x="86620" y="78797"/>
                </a:cubicBezTo>
                <a:lnTo>
                  <a:pt x="86620" y="78797"/>
                </a:lnTo>
                <a:cubicBezTo>
                  <a:pt x="86862" y="79173"/>
                  <a:pt x="87158" y="79550"/>
                  <a:pt x="87481" y="79899"/>
                </a:cubicBezTo>
                <a:cubicBezTo>
                  <a:pt x="87514" y="79933"/>
                  <a:pt x="87559" y="79948"/>
                  <a:pt x="87602" y="79948"/>
                </a:cubicBezTo>
                <a:cubicBezTo>
                  <a:pt x="87697" y="79948"/>
                  <a:pt x="87786" y="79875"/>
                  <a:pt x="87749" y="79765"/>
                </a:cubicBezTo>
                <a:cubicBezTo>
                  <a:pt x="87669" y="79469"/>
                  <a:pt x="87561" y="79173"/>
                  <a:pt x="87481" y="78878"/>
                </a:cubicBezTo>
                <a:lnTo>
                  <a:pt x="87481" y="78878"/>
                </a:lnTo>
                <a:cubicBezTo>
                  <a:pt x="87508" y="78958"/>
                  <a:pt x="87534" y="79012"/>
                  <a:pt x="87561" y="79093"/>
                </a:cubicBezTo>
                <a:cubicBezTo>
                  <a:pt x="87601" y="79162"/>
                  <a:pt x="87662" y="79191"/>
                  <a:pt x="87722" y="79191"/>
                </a:cubicBezTo>
                <a:cubicBezTo>
                  <a:pt x="87826" y="79191"/>
                  <a:pt x="87928" y="79104"/>
                  <a:pt x="87911" y="78985"/>
                </a:cubicBezTo>
                <a:cubicBezTo>
                  <a:pt x="87615" y="77641"/>
                  <a:pt x="87239" y="76324"/>
                  <a:pt x="86782" y="75060"/>
                </a:cubicBezTo>
                <a:lnTo>
                  <a:pt x="86782" y="75060"/>
                </a:lnTo>
                <a:cubicBezTo>
                  <a:pt x="87185" y="75759"/>
                  <a:pt x="87642" y="76431"/>
                  <a:pt x="88153" y="77076"/>
                </a:cubicBezTo>
                <a:cubicBezTo>
                  <a:pt x="88194" y="77118"/>
                  <a:pt x="88249" y="77136"/>
                  <a:pt x="88303" y="77136"/>
                </a:cubicBezTo>
                <a:cubicBezTo>
                  <a:pt x="88423" y="77136"/>
                  <a:pt x="88539" y="77045"/>
                  <a:pt x="88502" y="76915"/>
                </a:cubicBezTo>
                <a:cubicBezTo>
                  <a:pt x="88314" y="76324"/>
                  <a:pt x="88099" y="75759"/>
                  <a:pt x="87884" y="75194"/>
                </a:cubicBezTo>
                <a:lnTo>
                  <a:pt x="87884" y="75194"/>
                </a:lnTo>
                <a:cubicBezTo>
                  <a:pt x="88153" y="75544"/>
                  <a:pt x="88422" y="75893"/>
                  <a:pt x="88690" y="76243"/>
                </a:cubicBezTo>
                <a:cubicBezTo>
                  <a:pt x="88722" y="76290"/>
                  <a:pt x="88763" y="76310"/>
                  <a:pt x="88802" y="76310"/>
                </a:cubicBezTo>
                <a:cubicBezTo>
                  <a:pt x="88899" y="76310"/>
                  <a:pt x="88989" y="76196"/>
                  <a:pt x="88932" y="76082"/>
                </a:cubicBezTo>
                <a:cubicBezTo>
                  <a:pt x="88341" y="74630"/>
                  <a:pt x="87669" y="73205"/>
                  <a:pt x="86970" y="71807"/>
                </a:cubicBezTo>
                <a:lnTo>
                  <a:pt x="86970" y="71807"/>
                </a:lnTo>
                <a:cubicBezTo>
                  <a:pt x="87534" y="72667"/>
                  <a:pt x="88099" y="73528"/>
                  <a:pt x="88664" y="74361"/>
                </a:cubicBezTo>
                <a:cubicBezTo>
                  <a:pt x="88687" y="74400"/>
                  <a:pt x="88725" y="74417"/>
                  <a:pt x="88765" y="74417"/>
                </a:cubicBezTo>
                <a:cubicBezTo>
                  <a:pt x="88863" y="74417"/>
                  <a:pt x="88978" y="74322"/>
                  <a:pt x="88959" y="74227"/>
                </a:cubicBezTo>
                <a:cubicBezTo>
                  <a:pt x="88368" y="72345"/>
                  <a:pt x="87642" y="70543"/>
                  <a:pt x="86809" y="68796"/>
                </a:cubicBezTo>
                <a:lnTo>
                  <a:pt x="86809" y="68796"/>
                </a:lnTo>
                <a:cubicBezTo>
                  <a:pt x="87051" y="69092"/>
                  <a:pt x="87292" y="69387"/>
                  <a:pt x="87588" y="69683"/>
                </a:cubicBezTo>
                <a:cubicBezTo>
                  <a:pt x="87749" y="70167"/>
                  <a:pt x="87911" y="70651"/>
                  <a:pt x="87991" y="71135"/>
                </a:cubicBezTo>
                <a:cubicBezTo>
                  <a:pt x="88015" y="71216"/>
                  <a:pt x="88082" y="71252"/>
                  <a:pt x="88148" y="71252"/>
                </a:cubicBezTo>
                <a:cubicBezTo>
                  <a:pt x="88235" y="71252"/>
                  <a:pt x="88318" y="71188"/>
                  <a:pt x="88287" y="71081"/>
                </a:cubicBezTo>
                <a:cubicBezTo>
                  <a:pt x="88233" y="70759"/>
                  <a:pt x="88153" y="70463"/>
                  <a:pt x="88072" y="70167"/>
                </a:cubicBezTo>
                <a:lnTo>
                  <a:pt x="88072" y="70167"/>
                </a:lnTo>
                <a:cubicBezTo>
                  <a:pt x="88233" y="70302"/>
                  <a:pt x="88368" y="70436"/>
                  <a:pt x="88529" y="70543"/>
                </a:cubicBezTo>
                <a:cubicBezTo>
                  <a:pt x="88564" y="70571"/>
                  <a:pt x="88599" y="70583"/>
                  <a:pt x="88631" y="70583"/>
                </a:cubicBezTo>
                <a:cubicBezTo>
                  <a:pt x="88722" y="70583"/>
                  <a:pt x="88791" y="70489"/>
                  <a:pt x="88771" y="70409"/>
                </a:cubicBezTo>
                <a:cubicBezTo>
                  <a:pt x="88637" y="69414"/>
                  <a:pt x="88314" y="68473"/>
                  <a:pt x="87830" y="67640"/>
                </a:cubicBezTo>
                <a:lnTo>
                  <a:pt x="87830" y="67640"/>
                </a:lnTo>
                <a:cubicBezTo>
                  <a:pt x="88045" y="67801"/>
                  <a:pt x="88260" y="67963"/>
                  <a:pt x="88475" y="68151"/>
                </a:cubicBezTo>
                <a:cubicBezTo>
                  <a:pt x="88500" y="68166"/>
                  <a:pt x="88526" y="68172"/>
                  <a:pt x="88553" y="68172"/>
                </a:cubicBezTo>
                <a:cubicBezTo>
                  <a:pt x="88670" y="68172"/>
                  <a:pt x="88783" y="68041"/>
                  <a:pt x="88717" y="67909"/>
                </a:cubicBezTo>
                <a:cubicBezTo>
                  <a:pt x="88448" y="67452"/>
                  <a:pt x="88180" y="67022"/>
                  <a:pt x="87884" y="66565"/>
                </a:cubicBezTo>
                <a:lnTo>
                  <a:pt x="87884" y="66565"/>
                </a:lnTo>
                <a:cubicBezTo>
                  <a:pt x="88126" y="66645"/>
                  <a:pt x="88368" y="66672"/>
                  <a:pt x="88610" y="66699"/>
                </a:cubicBezTo>
                <a:cubicBezTo>
                  <a:pt x="88744" y="67694"/>
                  <a:pt x="88905" y="68662"/>
                  <a:pt x="89094" y="69656"/>
                </a:cubicBezTo>
                <a:cubicBezTo>
                  <a:pt x="89106" y="69717"/>
                  <a:pt x="89151" y="69745"/>
                  <a:pt x="89199" y="69745"/>
                </a:cubicBezTo>
                <a:cubicBezTo>
                  <a:pt x="89257" y="69745"/>
                  <a:pt x="89321" y="69703"/>
                  <a:pt x="89336" y="69629"/>
                </a:cubicBezTo>
                <a:cubicBezTo>
                  <a:pt x="89336" y="68769"/>
                  <a:pt x="89336" y="67909"/>
                  <a:pt x="89309" y="67049"/>
                </a:cubicBezTo>
                <a:lnTo>
                  <a:pt x="89309" y="67049"/>
                </a:lnTo>
                <a:cubicBezTo>
                  <a:pt x="89443" y="67963"/>
                  <a:pt x="89551" y="68904"/>
                  <a:pt x="89685" y="69845"/>
                </a:cubicBezTo>
                <a:cubicBezTo>
                  <a:pt x="89708" y="69914"/>
                  <a:pt x="89792" y="69984"/>
                  <a:pt x="89867" y="69984"/>
                </a:cubicBezTo>
                <a:cubicBezTo>
                  <a:pt x="89878" y="69984"/>
                  <a:pt x="89889" y="69983"/>
                  <a:pt x="89900" y="69979"/>
                </a:cubicBezTo>
                <a:cubicBezTo>
                  <a:pt x="90062" y="69952"/>
                  <a:pt x="90223" y="69898"/>
                  <a:pt x="90330" y="69764"/>
                </a:cubicBezTo>
                <a:lnTo>
                  <a:pt x="90330" y="69764"/>
                </a:lnTo>
                <a:cubicBezTo>
                  <a:pt x="90303" y="70328"/>
                  <a:pt x="90250" y="70893"/>
                  <a:pt x="90223" y="71458"/>
                </a:cubicBezTo>
                <a:cubicBezTo>
                  <a:pt x="90223" y="71529"/>
                  <a:pt x="90295" y="71577"/>
                  <a:pt x="90358" y="71577"/>
                </a:cubicBezTo>
                <a:cubicBezTo>
                  <a:pt x="90390" y="71577"/>
                  <a:pt x="90420" y="71565"/>
                  <a:pt x="90438" y="71538"/>
                </a:cubicBezTo>
                <a:cubicBezTo>
                  <a:pt x="90868" y="71027"/>
                  <a:pt x="91164" y="70409"/>
                  <a:pt x="91325" y="69764"/>
                </a:cubicBezTo>
                <a:cubicBezTo>
                  <a:pt x="91379" y="71135"/>
                  <a:pt x="91567" y="72479"/>
                  <a:pt x="91863" y="73796"/>
                </a:cubicBezTo>
                <a:cubicBezTo>
                  <a:pt x="91876" y="73864"/>
                  <a:pt x="91937" y="73897"/>
                  <a:pt x="91994" y="73897"/>
                </a:cubicBezTo>
                <a:cubicBezTo>
                  <a:pt x="92051" y="73897"/>
                  <a:pt x="92105" y="73864"/>
                  <a:pt x="92105" y="73796"/>
                </a:cubicBezTo>
                <a:lnTo>
                  <a:pt x="92132" y="73124"/>
                </a:lnTo>
                <a:cubicBezTo>
                  <a:pt x="92212" y="73554"/>
                  <a:pt x="92454" y="73931"/>
                  <a:pt x="92804" y="74146"/>
                </a:cubicBezTo>
                <a:cubicBezTo>
                  <a:pt x="92833" y="74168"/>
                  <a:pt x="92867" y="74178"/>
                  <a:pt x="92901" y="74178"/>
                </a:cubicBezTo>
                <a:cubicBezTo>
                  <a:pt x="92990" y="74178"/>
                  <a:pt x="93080" y="74109"/>
                  <a:pt x="93099" y="74012"/>
                </a:cubicBezTo>
                <a:cubicBezTo>
                  <a:pt x="93099" y="73313"/>
                  <a:pt x="93126" y="72614"/>
                  <a:pt x="93126" y="71941"/>
                </a:cubicBezTo>
                <a:cubicBezTo>
                  <a:pt x="93207" y="72694"/>
                  <a:pt x="93314" y="73420"/>
                  <a:pt x="93422" y="74173"/>
                </a:cubicBezTo>
                <a:cubicBezTo>
                  <a:pt x="93395" y="74442"/>
                  <a:pt x="93368" y="74710"/>
                  <a:pt x="93341" y="74979"/>
                </a:cubicBezTo>
                <a:cubicBezTo>
                  <a:pt x="93341" y="75059"/>
                  <a:pt x="93399" y="75111"/>
                  <a:pt x="93462" y="75111"/>
                </a:cubicBezTo>
                <a:cubicBezTo>
                  <a:pt x="93505" y="75111"/>
                  <a:pt x="93551" y="75087"/>
                  <a:pt x="93583" y="75033"/>
                </a:cubicBezTo>
                <a:cubicBezTo>
                  <a:pt x="93664" y="75571"/>
                  <a:pt x="93745" y="76082"/>
                  <a:pt x="93852" y="76592"/>
                </a:cubicBezTo>
                <a:cubicBezTo>
                  <a:pt x="93852" y="76660"/>
                  <a:pt x="93899" y="76693"/>
                  <a:pt x="93946" y="76693"/>
                </a:cubicBezTo>
                <a:cubicBezTo>
                  <a:pt x="93993" y="76693"/>
                  <a:pt x="94040" y="76660"/>
                  <a:pt x="94040" y="76592"/>
                </a:cubicBezTo>
                <a:lnTo>
                  <a:pt x="94040" y="76297"/>
                </a:lnTo>
                <a:cubicBezTo>
                  <a:pt x="94094" y="77211"/>
                  <a:pt x="94202" y="78098"/>
                  <a:pt x="94336" y="78958"/>
                </a:cubicBezTo>
                <a:cubicBezTo>
                  <a:pt x="94336" y="79025"/>
                  <a:pt x="94391" y="79073"/>
                  <a:pt x="94455" y="79073"/>
                </a:cubicBezTo>
                <a:cubicBezTo>
                  <a:pt x="94469" y="79073"/>
                  <a:pt x="94483" y="79070"/>
                  <a:pt x="94497" y="79066"/>
                </a:cubicBezTo>
                <a:cubicBezTo>
                  <a:pt x="95035" y="78904"/>
                  <a:pt x="95465" y="78474"/>
                  <a:pt x="95626" y="77937"/>
                </a:cubicBezTo>
                <a:cubicBezTo>
                  <a:pt x="95653" y="78044"/>
                  <a:pt x="95680" y="78152"/>
                  <a:pt x="95680" y="78259"/>
                </a:cubicBezTo>
                <a:cubicBezTo>
                  <a:pt x="95706" y="78337"/>
                  <a:pt x="95769" y="78377"/>
                  <a:pt x="95831" y="78377"/>
                </a:cubicBezTo>
                <a:cubicBezTo>
                  <a:pt x="95897" y="78377"/>
                  <a:pt x="95962" y="78330"/>
                  <a:pt x="95976" y="78232"/>
                </a:cubicBezTo>
                <a:lnTo>
                  <a:pt x="96110" y="75544"/>
                </a:lnTo>
                <a:cubicBezTo>
                  <a:pt x="96272" y="77130"/>
                  <a:pt x="96514" y="78716"/>
                  <a:pt x="96863" y="80275"/>
                </a:cubicBezTo>
                <a:cubicBezTo>
                  <a:pt x="96876" y="80326"/>
                  <a:pt x="96925" y="80353"/>
                  <a:pt x="96975" y="80353"/>
                </a:cubicBezTo>
                <a:cubicBezTo>
                  <a:pt x="97032" y="80353"/>
                  <a:pt x="97091" y="80320"/>
                  <a:pt x="97105" y="80249"/>
                </a:cubicBezTo>
                <a:cubicBezTo>
                  <a:pt x="97159" y="79254"/>
                  <a:pt x="97186" y="78286"/>
                  <a:pt x="97186" y="77291"/>
                </a:cubicBezTo>
                <a:cubicBezTo>
                  <a:pt x="97428" y="78878"/>
                  <a:pt x="97750" y="80491"/>
                  <a:pt x="98154" y="82077"/>
                </a:cubicBezTo>
                <a:cubicBezTo>
                  <a:pt x="98180" y="82130"/>
                  <a:pt x="98234" y="82157"/>
                  <a:pt x="98281" y="82157"/>
                </a:cubicBezTo>
                <a:cubicBezTo>
                  <a:pt x="98328" y="82157"/>
                  <a:pt x="98369" y="82130"/>
                  <a:pt x="98369" y="82077"/>
                </a:cubicBezTo>
                <a:cubicBezTo>
                  <a:pt x="98342" y="80491"/>
                  <a:pt x="98288" y="78931"/>
                  <a:pt x="98207" y="77372"/>
                </a:cubicBezTo>
                <a:lnTo>
                  <a:pt x="98207" y="77372"/>
                </a:lnTo>
                <a:cubicBezTo>
                  <a:pt x="98422" y="78474"/>
                  <a:pt x="98638" y="79550"/>
                  <a:pt x="98906" y="80652"/>
                </a:cubicBezTo>
                <a:cubicBezTo>
                  <a:pt x="98918" y="80712"/>
                  <a:pt x="98963" y="80740"/>
                  <a:pt x="99006" y="80740"/>
                </a:cubicBezTo>
                <a:cubicBezTo>
                  <a:pt x="99059" y="80740"/>
                  <a:pt x="99109" y="80699"/>
                  <a:pt x="99095" y="80625"/>
                </a:cubicBezTo>
                <a:cubicBezTo>
                  <a:pt x="98960" y="79227"/>
                  <a:pt x="98853" y="77829"/>
                  <a:pt x="98718" y="76458"/>
                </a:cubicBezTo>
                <a:lnTo>
                  <a:pt x="98718" y="76458"/>
                </a:lnTo>
                <a:cubicBezTo>
                  <a:pt x="99068" y="78770"/>
                  <a:pt x="99713" y="81001"/>
                  <a:pt x="100654" y="83152"/>
                </a:cubicBezTo>
                <a:cubicBezTo>
                  <a:pt x="100677" y="83187"/>
                  <a:pt x="100721" y="83207"/>
                  <a:pt x="100763" y="83207"/>
                </a:cubicBezTo>
                <a:cubicBezTo>
                  <a:pt x="100818" y="83207"/>
                  <a:pt x="100869" y="83174"/>
                  <a:pt x="100869" y="83098"/>
                </a:cubicBezTo>
                <a:cubicBezTo>
                  <a:pt x="100815" y="82104"/>
                  <a:pt x="100761" y="81109"/>
                  <a:pt x="100734" y="80114"/>
                </a:cubicBezTo>
                <a:lnTo>
                  <a:pt x="100734" y="80007"/>
                </a:lnTo>
                <a:cubicBezTo>
                  <a:pt x="100734" y="80007"/>
                  <a:pt x="100761" y="79980"/>
                  <a:pt x="100761" y="79980"/>
                </a:cubicBezTo>
                <a:lnTo>
                  <a:pt x="101514" y="82803"/>
                </a:lnTo>
                <a:cubicBezTo>
                  <a:pt x="101525" y="82836"/>
                  <a:pt x="101551" y="82851"/>
                  <a:pt x="101576" y="82851"/>
                </a:cubicBezTo>
                <a:cubicBezTo>
                  <a:pt x="101612" y="82851"/>
                  <a:pt x="101649" y="82823"/>
                  <a:pt x="101649" y="82776"/>
                </a:cubicBezTo>
                <a:cubicBezTo>
                  <a:pt x="100708" y="77426"/>
                  <a:pt x="99256" y="72183"/>
                  <a:pt x="97347" y="67102"/>
                </a:cubicBezTo>
                <a:lnTo>
                  <a:pt x="97320" y="66860"/>
                </a:lnTo>
                <a:cubicBezTo>
                  <a:pt x="97293" y="66807"/>
                  <a:pt x="97266" y="66780"/>
                  <a:pt x="97213" y="66780"/>
                </a:cubicBezTo>
                <a:cubicBezTo>
                  <a:pt x="97078" y="66376"/>
                  <a:pt x="96917" y="66000"/>
                  <a:pt x="96756" y="65597"/>
                </a:cubicBezTo>
                <a:lnTo>
                  <a:pt x="96756" y="65597"/>
                </a:lnTo>
                <a:cubicBezTo>
                  <a:pt x="97240" y="66403"/>
                  <a:pt x="97697" y="67210"/>
                  <a:pt x="98207" y="68016"/>
                </a:cubicBezTo>
                <a:cubicBezTo>
                  <a:pt x="98772" y="69737"/>
                  <a:pt x="99874" y="71431"/>
                  <a:pt x="100627" y="73124"/>
                </a:cubicBezTo>
                <a:cubicBezTo>
                  <a:pt x="101057" y="74092"/>
                  <a:pt x="101487" y="75060"/>
                  <a:pt x="101890" y="76055"/>
                </a:cubicBezTo>
                <a:cubicBezTo>
                  <a:pt x="102186" y="76779"/>
                  <a:pt x="103124" y="78227"/>
                  <a:pt x="103074" y="78981"/>
                </a:cubicBezTo>
                <a:lnTo>
                  <a:pt x="103074" y="78981"/>
                </a:lnTo>
                <a:cubicBezTo>
                  <a:pt x="103092" y="78652"/>
                  <a:pt x="101997" y="77343"/>
                  <a:pt x="101649" y="76754"/>
                </a:cubicBezTo>
                <a:cubicBezTo>
                  <a:pt x="101165" y="75141"/>
                  <a:pt x="100492" y="73608"/>
                  <a:pt x="99686" y="72157"/>
                </a:cubicBezTo>
                <a:cubicBezTo>
                  <a:pt x="99665" y="72115"/>
                  <a:pt x="99625" y="72098"/>
                  <a:pt x="99585" y="72098"/>
                </a:cubicBezTo>
                <a:cubicBezTo>
                  <a:pt x="99520" y="72098"/>
                  <a:pt x="99454" y="72144"/>
                  <a:pt x="99471" y="72210"/>
                </a:cubicBezTo>
                <a:cubicBezTo>
                  <a:pt x="99982" y="73796"/>
                  <a:pt x="100627" y="75302"/>
                  <a:pt x="101407" y="76754"/>
                </a:cubicBezTo>
                <a:cubicBezTo>
                  <a:pt x="101433" y="76834"/>
                  <a:pt x="101460" y="76888"/>
                  <a:pt x="101487" y="76969"/>
                </a:cubicBezTo>
                <a:cubicBezTo>
                  <a:pt x="101729" y="77802"/>
                  <a:pt x="101917" y="78636"/>
                  <a:pt x="102052" y="79496"/>
                </a:cubicBezTo>
                <a:cubicBezTo>
                  <a:pt x="102119" y="79853"/>
                  <a:pt x="102501" y="81471"/>
                  <a:pt x="102182" y="81471"/>
                </a:cubicBezTo>
                <a:cubicBezTo>
                  <a:pt x="102117" y="81471"/>
                  <a:pt x="102023" y="81403"/>
                  <a:pt x="101890" y="81243"/>
                </a:cubicBezTo>
                <a:cubicBezTo>
                  <a:pt x="101875" y="81228"/>
                  <a:pt x="101859" y="81221"/>
                  <a:pt x="101845" y="81221"/>
                </a:cubicBezTo>
                <a:cubicBezTo>
                  <a:pt x="101812" y="81221"/>
                  <a:pt x="101791" y="81259"/>
                  <a:pt x="101810" y="81297"/>
                </a:cubicBezTo>
                <a:lnTo>
                  <a:pt x="102347" y="82104"/>
                </a:lnTo>
                <a:cubicBezTo>
                  <a:pt x="102376" y="82132"/>
                  <a:pt x="102407" y="82143"/>
                  <a:pt x="102436" y="82143"/>
                </a:cubicBezTo>
                <a:cubicBezTo>
                  <a:pt x="102490" y="82143"/>
                  <a:pt x="102536" y="82102"/>
                  <a:pt x="102536" y="82050"/>
                </a:cubicBezTo>
                <a:cubicBezTo>
                  <a:pt x="102482" y="80491"/>
                  <a:pt x="102240" y="78958"/>
                  <a:pt x="101864" y="77480"/>
                </a:cubicBezTo>
                <a:lnTo>
                  <a:pt x="101864" y="77480"/>
                </a:lnTo>
                <a:cubicBezTo>
                  <a:pt x="102294" y="78205"/>
                  <a:pt x="102805" y="78931"/>
                  <a:pt x="103315" y="79630"/>
                </a:cubicBezTo>
                <a:cubicBezTo>
                  <a:pt x="103338" y="79652"/>
                  <a:pt x="103364" y="79662"/>
                  <a:pt x="103389" y="79662"/>
                </a:cubicBezTo>
                <a:cubicBezTo>
                  <a:pt x="103456" y="79662"/>
                  <a:pt x="103516" y="79593"/>
                  <a:pt x="103477" y="79496"/>
                </a:cubicBezTo>
                <a:cubicBezTo>
                  <a:pt x="102455" y="76754"/>
                  <a:pt x="101299" y="74065"/>
                  <a:pt x="100089" y="71404"/>
                </a:cubicBezTo>
                <a:lnTo>
                  <a:pt x="100089" y="71404"/>
                </a:lnTo>
                <a:cubicBezTo>
                  <a:pt x="100976" y="72963"/>
                  <a:pt x="101890" y="74522"/>
                  <a:pt x="102885" y="76028"/>
                </a:cubicBezTo>
                <a:cubicBezTo>
                  <a:pt x="102912" y="76064"/>
                  <a:pt x="102948" y="76079"/>
                  <a:pt x="102982" y="76079"/>
                </a:cubicBezTo>
                <a:cubicBezTo>
                  <a:pt x="103049" y="76079"/>
                  <a:pt x="103109" y="76019"/>
                  <a:pt x="103073" y="75947"/>
                </a:cubicBezTo>
                <a:cubicBezTo>
                  <a:pt x="102751" y="75275"/>
                  <a:pt x="102401" y="74576"/>
                  <a:pt x="102052" y="73904"/>
                </a:cubicBezTo>
                <a:cubicBezTo>
                  <a:pt x="102132" y="73877"/>
                  <a:pt x="102159" y="73850"/>
                  <a:pt x="102159" y="73770"/>
                </a:cubicBezTo>
                <a:cubicBezTo>
                  <a:pt x="101622" y="71915"/>
                  <a:pt x="100654" y="70221"/>
                  <a:pt x="99659" y="68581"/>
                </a:cubicBezTo>
                <a:lnTo>
                  <a:pt x="99659" y="68581"/>
                </a:lnTo>
                <a:cubicBezTo>
                  <a:pt x="100385" y="69629"/>
                  <a:pt x="101138" y="70651"/>
                  <a:pt x="101890" y="71673"/>
                </a:cubicBezTo>
                <a:cubicBezTo>
                  <a:pt x="101906" y="71695"/>
                  <a:pt x="101927" y="71705"/>
                  <a:pt x="101950" y="71705"/>
                </a:cubicBezTo>
                <a:cubicBezTo>
                  <a:pt x="102005" y="71705"/>
                  <a:pt x="102063" y="71642"/>
                  <a:pt x="102025" y="71565"/>
                </a:cubicBezTo>
                <a:cubicBezTo>
                  <a:pt x="101037" y="69433"/>
                  <a:pt x="99898" y="67377"/>
                  <a:pt x="98633" y="65396"/>
                </a:cubicBezTo>
                <a:lnTo>
                  <a:pt x="98633" y="65396"/>
                </a:lnTo>
                <a:cubicBezTo>
                  <a:pt x="98644" y="65400"/>
                  <a:pt x="98658" y="65402"/>
                  <a:pt x="98673" y="65402"/>
                </a:cubicBezTo>
                <a:cubicBezTo>
                  <a:pt x="98745" y="65402"/>
                  <a:pt x="98839" y="65347"/>
                  <a:pt x="98799" y="65247"/>
                </a:cubicBezTo>
                <a:lnTo>
                  <a:pt x="98422" y="64629"/>
                </a:lnTo>
                <a:lnTo>
                  <a:pt x="98422" y="64629"/>
                </a:lnTo>
                <a:cubicBezTo>
                  <a:pt x="99121" y="65462"/>
                  <a:pt x="99874" y="66269"/>
                  <a:pt x="100627" y="67049"/>
                </a:cubicBezTo>
                <a:cubicBezTo>
                  <a:pt x="100667" y="67088"/>
                  <a:pt x="100713" y="67105"/>
                  <a:pt x="100758" y="67105"/>
                </a:cubicBezTo>
                <a:cubicBezTo>
                  <a:pt x="100895" y="67105"/>
                  <a:pt x="101017" y="66948"/>
                  <a:pt x="100896" y="66807"/>
                </a:cubicBezTo>
                <a:lnTo>
                  <a:pt x="98611" y="63661"/>
                </a:lnTo>
                <a:lnTo>
                  <a:pt x="98611" y="63661"/>
                </a:lnTo>
                <a:cubicBezTo>
                  <a:pt x="98633" y="63675"/>
                  <a:pt x="98657" y="63681"/>
                  <a:pt x="98679" y="63681"/>
                </a:cubicBezTo>
                <a:cubicBezTo>
                  <a:pt x="98792" y="63681"/>
                  <a:pt x="98888" y="63536"/>
                  <a:pt x="98799" y="63446"/>
                </a:cubicBezTo>
                <a:cubicBezTo>
                  <a:pt x="98530" y="63097"/>
                  <a:pt x="98288" y="62801"/>
                  <a:pt x="98019" y="62478"/>
                </a:cubicBezTo>
                <a:cubicBezTo>
                  <a:pt x="98046" y="62425"/>
                  <a:pt x="98046" y="62371"/>
                  <a:pt x="98019" y="62317"/>
                </a:cubicBezTo>
                <a:cubicBezTo>
                  <a:pt x="97562" y="61672"/>
                  <a:pt x="97051" y="61027"/>
                  <a:pt x="96567" y="60381"/>
                </a:cubicBezTo>
                <a:lnTo>
                  <a:pt x="96567" y="60381"/>
                </a:lnTo>
                <a:cubicBezTo>
                  <a:pt x="97293" y="61000"/>
                  <a:pt x="98046" y="61591"/>
                  <a:pt x="98799" y="62156"/>
                </a:cubicBezTo>
                <a:cubicBezTo>
                  <a:pt x="98824" y="62171"/>
                  <a:pt x="98849" y="62177"/>
                  <a:pt x="98873" y="62177"/>
                </a:cubicBezTo>
                <a:cubicBezTo>
                  <a:pt x="98976" y="62177"/>
                  <a:pt x="99052" y="62055"/>
                  <a:pt x="98987" y="61968"/>
                </a:cubicBezTo>
                <a:cubicBezTo>
                  <a:pt x="98476" y="61322"/>
                  <a:pt x="97992" y="60704"/>
                  <a:pt x="97481" y="60086"/>
                </a:cubicBezTo>
                <a:lnTo>
                  <a:pt x="97481" y="60086"/>
                </a:lnTo>
                <a:lnTo>
                  <a:pt x="97643" y="60193"/>
                </a:lnTo>
                <a:cubicBezTo>
                  <a:pt x="97665" y="60207"/>
                  <a:pt x="97689" y="60213"/>
                  <a:pt x="97711" y="60213"/>
                </a:cubicBezTo>
                <a:cubicBezTo>
                  <a:pt x="97823" y="60213"/>
                  <a:pt x="97916" y="60068"/>
                  <a:pt x="97804" y="59978"/>
                </a:cubicBezTo>
                <a:cubicBezTo>
                  <a:pt x="97105" y="59010"/>
                  <a:pt x="96379" y="58069"/>
                  <a:pt x="95626" y="57155"/>
                </a:cubicBezTo>
                <a:lnTo>
                  <a:pt x="95626" y="57155"/>
                </a:lnTo>
                <a:cubicBezTo>
                  <a:pt x="95868" y="57343"/>
                  <a:pt x="96137" y="57559"/>
                  <a:pt x="96406" y="57747"/>
                </a:cubicBezTo>
                <a:cubicBezTo>
                  <a:pt x="96434" y="57769"/>
                  <a:pt x="96462" y="57779"/>
                  <a:pt x="96488" y="57779"/>
                </a:cubicBezTo>
                <a:cubicBezTo>
                  <a:pt x="96587" y="57779"/>
                  <a:pt x="96658" y="57638"/>
                  <a:pt x="96594" y="57532"/>
                </a:cubicBezTo>
                <a:cubicBezTo>
                  <a:pt x="95815" y="56564"/>
                  <a:pt x="95008" y="55623"/>
                  <a:pt x="94202" y="54709"/>
                </a:cubicBezTo>
                <a:cubicBezTo>
                  <a:pt x="94255" y="54682"/>
                  <a:pt x="94282" y="54601"/>
                  <a:pt x="94255" y="54548"/>
                </a:cubicBezTo>
                <a:cubicBezTo>
                  <a:pt x="93368" y="53445"/>
                  <a:pt x="92427" y="52424"/>
                  <a:pt x="91459" y="51429"/>
                </a:cubicBezTo>
                <a:lnTo>
                  <a:pt x="91459" y="51429"/>
                </a:lnTo>
                <a:cubicBezTo>
                  <a:pt x="91474" y="51431"/>
                  <a:pt x="91487" y="51432"/>
                  <a:pt x="91500" y="51432"/>
                </a:cubicBezTo>
                <a:cubicBezTo>
                  <a:pt x="91638" y="51432"/>
                  <a:pt x="91724" y="51310"/>
                  <a:pt x="91675" y="51187"/>
                </a:cubicBezTo>
                <a:cubicBezTo>
                  <a:pt x="91406" y="50515"/>
                  <a:pt x="91110" y="49843"/>
                  <a:pt x="90814" y="49171"/>
                </a:cubicBezTo>
                <a:lnTo>
                  <a:pt x="90814" y="49171"/>
                </a:lnTo>
                <a:cubicBezTo>
                  <a:pt x="91540" y="50112"/>
                  <a:pt x="92293" y="51026"/>
                  <a:pt x="93099" y="51913"/>
                </a:cubicBezTo>
                <a:cubicBezTo>
                  <a:pt x="93127" y="51940"/>
                  <a:pt x="93161" y="51952"/>
                  <a:pt x="93196" y="51952"/>
                </a:cubicBezTo>
                <a:cubicBezTo>
                  <a:pt x="93297" y="51952"/>
                  <a:pt x="93401" y="51852"/>
                  <a:pt x="93341" y="51752"/>
                </a:cubicBezTo>
                <a:lnTo>
                  <a:pt x="90599" y="47477"/>
                </a:lnTo>
                <a:lnTo>
                  <a:pt x="89282" y="45407"/>
                </a:lnTo>
                <a:lnTo>
                  <a:pt x="89282" y="45407"/>
                </a:lnTo>
                <a:cubicBezTo>
                  <a:pt x="89820" y="45998"/>
                  <a:pt x="90330" y="46536"/>
                  <a:pt x="90572" y="46832"/>
                </a:cubicBezTo>
                <a:lnTo>
                  <a:pt x="93798" y="50864"/>
                </a:lnTo>
                <a:cubicBezTo>
                  <a:pt x="93814" y="50888"/>
                  <a:pt x="93837" y="50898"/>
                  <a:pt x="93860" y="50898"/>
                </a:cubicBezTo>
                <a:cubicBezTo>
                  <a:pt x="93915" y="50898"/>
                  <a:pt x="93971" y="50841"/>
                  <a:pt x="93933" y="50784"/>
                </a:cubicBezTo>
                <a:cubicBezTo>
                  <a:pt x="93046" y="49278"/>
                  <a:pt x="92078" y="47853"/>
                  <a:pt x="91056" y="46455"/>
                </a:cubicBezTo>
                <a:lnTo>
                  <a:pt x="91056" y="46455"/>
                </a:lnTo>
                <a:cubicBezTo>
                  <a:pt x="92024" y="47370"/>
                  <a:pt x="93046" y="48230"/>
                  <a:pt x="94121" y="49009"/>
                </a:cubicBezTo>
                <a:cubicBezTo>
                  <a:pt x="94144" y="49027"/>
                  <a:pt x="94168" y="49034"/>
                  <a:pt x="94189" y="49034"/>
                </a:cubicBezTo>
                <a:cubicBezTo>
                  <a:pt x="94266" y="49034"/>
                  <a:pt x="94319" y="48938"/>
                  <a:pt x="94255" y="48875"/>
                </a:cubicBezTo>
                <a:cubicBezTo>
                  <a:pt x="93234" y="47531"/>
                  <a:pt x="92132" y="46267"/>
                  <a:pt x="90949" y="45084"/>
                </a:cubicBezTo>
                <a:lnTo>
                  <a:pt x="90949" y="45084"/>
                </a:lnTo>
                <a:cubicBezTo>
                  <a:pt x="91755" y="45676"/>
                  <a:pt x="92562" y="46267"/>
                  <a:pt x="93368" y="46859"/>
                </a:cubicBezTo>
                <a:cubicBezTo>
                  <a:pt x="94282" y="48821"/>
                  <a:pt x="95223" y="50811"/>
                  <a:pt x="96137" y="52800"/>
                </a:cubicBezTo>
                <a:cubicBezTo>
                  <a:pt x="96167" y="52860"/>
                  <a:pt x="96223" y="52887"/>
                  <a:pt x="96279" y="52887"/>
                </a:cubicBezTo>
                <a:cubicBezTo>
                  <a:pt x="96373" y="52887"/>
                  <a:pt x="96467" y="52811"/>
                  <a:pt x="96433" y="52693"/>
                </a:cubicBezTo>
                <a:cubicBezTo>
                  <a:pt x="96218" y="51832"/>
                  <a:pt x="95949" y="50999"/>
                  <a:pt x="95680" y="50165"/>
                </a:cubicBezTo>
                <a:lnTo>
                  <a:pt x="95680" y="50165"/>
                </a:lnTo>
                <a:cubicBezTo>
                  <a:pt x="96137" y="51187"/>
                  <a:pt x="96648" y="52209"/>
                  <a:pt x="97159" y="53230"/>
                </a:cubicBezTo>
                <a:cubicBezTo>
                  <a:pt x="97185" y="53274"/>
                  <a:pt x="97223" y="53292"/>
                  <a:pt x="97259" y="53292"/>
                </a:cubicBezTo>
                <a:cubicBezTo>
                  <a:pt x="97336" y="53292"/>
                  <a:pt x="97410" y="53213"/>
                  <a:pt x="97374" y="53123"/>
                </a:cubicBezTo>
                <a:cubicBezTo>
                  <a:pt x="97240" y="52800"/>
                  <a:pt x="97132" y="52504"/>
                  <a:pt x="97024" y="52182"/>
                </a:cubicBezTo>
                <a:lnTo>
                  <a:pt x="97024" y="52182"/>
                </a:lnTo>
                <a:cubicBezTo>
                  <a:pt x="97159" y="52477"/>
                  <a:pt x="97293" y="52746"/>
                  <a:pt x="97428" y="53042"/>
                </a:cubicBezTo>
                <a:lnTo>
                  <a:pt x="98180" y="55058"/>
                </a:lnTo>
                <a:cubicBezTo>
                  <a:pt x="98200" y="55107"/>
                  <a:pt x="98237" y="55127"/>
                  <a:pt x="98275" y="55127"/>
                </a:cubicBezTo>
                <a:cubicBezTo>
                  <a:pt x="98342" y="55127"/>
                  <a:pt x="98413" y="55064"/>
                  <a:pt x="98396" y="54978"/>
                </a:cubicBezTo>
                <a:cubicBezTo>
                  <a:pt x="98396" y="54924"/>
                  <a:pt x="98369" y="54843"/>
                  <a:pt x="98369" y="54763"/>
                </a:cubicBezTo>
                <a:lnTo>
                  <a:pt x="98369" y="54763"/>
                </a:lnTo>
                <a:lnTo>
                  <a:pt x="98396" y="54843"/>
                </a:lnTo>
                <a:cubicBezTo>
                  <a:pt x="98430" y="54895"/>
                  <a:pt x="98487" y="54925"/>
                  <a:pt x="98545" y="54925"/>
                </a:cubicBezTo>
                <a:cubicBezTo>
                  <a:pt x="98577" y="54925"/>
                  <a:pt x="98609" y="54916"/>
                  <a:pt x="98638" y="54897"/>
                </a:cubicBezTo>
                <a:cubicBezTo>
                  <a:pt x="98664" y="54951"/>
                  <a:pt x="98718" y="55005"/>
                  <a:pt x="98745" y="55058"/>
                </a:cubicBezTo>
                <a:cubicBezTo>
                  <a:pt x="98785" y="55139"/>
                  <a:pt x="98859" y="55174"/>
                  <a:pt x="98934" y="55174"/>
                </a:cubicBezTo>
                <a:cubicBezTo>
                  <a:pt x="99058" y="55174"/>
                  <a:pt x="99182" y="55075"/>
                  <a:pt x="99148" y="54924"/>
                </a:cubicBezTo>
                <a:cubicBezTo>
                  <a:pt x="98584" y="52155"/>
                  <a:pt x="97616" y="49466"/>
                  <a:pt x="96245" y="46966"/>
                </a:cubicBezTo>
                <a:cubicBezTo>
                  <a:pt x="96245" y="46912"/>
                  <a:pt x="96245" y="46859"/>
                  <a:pt x="96218" y="46805"/>
                </a:cubicBezTo>
                <a:cubicBezTo>
                  <a:pt x="96406" y="46778"/>
                  <a:pt x="96460" y="46536"/>
                  <a:pt x="96325" y="46429"/>
                </a:cubicBezTo>
                <a:lnTo>
                  <a:pt x="96164" y="46321"/>
                </a:lnTo>
                <a:cubicBezTo>
                  <a:pt x="96084" y="45918"/>
                  <a:pt x="96057" y="45515"/>
                  <a:pt x="96003" y="45111"/>
                </a:cubicBezTo>
                <a:lnTo>
                  <a:pt x="96003" y="45111"/>
                </a:lnTo>
                <a:cubicBezTo>
                  <a:pt x="96998" y="47289"/>
                  <a:pt x="97858" y="49520"/>
                  <a:pt x="98584" y="51805"/>
                </a:cubicBezTo>
                <a:cubicBezTo>
                  <a:pt x="99068" y="54413"/>
                  <a:pt x="99659" y="56967"/>
                  <a:pt x="100385" y="59521"/>
                </a:cubicBezTo>
                <a:cubicBezTo>
                  <a:pt x="100419" y="59634"/>
                  <a:pt x="100514" y="59685"/>
                  <a:pt x="100609" y="59685"/>
                </a:cubicBezTo>
                <a:cubicBezTo>
                  <a:pt x="100741" y="59685"/>
                  <a:pt x="100873" y="59586"/>
                  <a:pt x="100842" y="59414"/>
                </a:cubicBezTo>
                <a:cubicBezTo>
                  <a:pt x="100385" y="56456"/>
                  <a:pt x="99686" y="53526"/>
                  <a:pt x="98745" y="50676"/>
                </a:cubicBezTo>
                <a:cubicBezTo>
                  <a:pt x="98745" y="50649"/>
                  <a:pt x="98745" y="50622"/>
                  <a:pt x="98718" y="50596"/>
                </a:cubicBezTo>
                <a:cubicBezTo>
                  <a:pt x="98611" y="49950"/>
                  <a:pt x="98476" y="49332"/>
                  <a:pt x="98369" y="48687"/>
                </a:cubicBezTo>
                <a:cubicBezTo>
                  <a:pt x="98369" y="48606"/>
                  <a:pt x="98342" y="48472"/>
                  <a:pt x="98288" y="48284"/>
                </a:cubicBezTo>
                <a:lnTo>
                  <a:pt x="98288" y="48284"/>
                </a:lnTo>
                <a:cubicBezTo>
                  <a:pt x="98422" y="48714"/>
                  <a:pt x="98557" y="49090"/>
                  <a:pt x="98638" y="49332"/>
                </a:cubicBezTo>
                <a:lnTo>
                  <a:pt x="99767" y="53795"/>
                </a:lnTo>
                <a:cubicBezTo>
                  <a:pt x="99874" y="54359"/>
                  <a:pt x="100009" y="54924"/>
                  <a:pt x="100197" y="55462"/>
                </a:cubicBezTo>
                <a:cubicBezTo>
                  <a:pt x="100251" y="55757"/>
                  <a:pt x="100331" y="56026"/>
                  <a:pt x="100412" y="56322"/>
                </a:cubicBezTo>
                <a:cubicBezTo>
                  <a:pt x="100425" y="56376"/>
                  <a:pt x="100479" y="56403"/>
                  <a:pt x="100533" y="56403"/>
                </a:cubicBezTo>
                <a:cubicBezTo>
                  <a:pt x="100587" y="56403"/>
                  <a:pt x="100640" y="56376"/>
                  <a:pt x="100654" y="56322"/>
                </a:cubicBezTo>
                <a:cubicBezTo>
                  <a:pt x="100815" y="57155"/>
                  <a:pt x="100950" y="57989"/>
                  <a:pt x="101138" y="58822"/>
                </a:cubicBezTo>
                <a:cubicBezTo>
                  <a:pt x="101161" y="58903"/>
                  <a:pt x="101219" y="58939"/>
                  <a:pt x="101277" y="58939"/>
                </a:cubicBezTo>
                <a:cubicBezTo>
                  <a:pt x="101355" y="58939"/>
                  <a:pt x="101433" y="58876"/>
                  <a:pt x="101433" y="58768"/>
                </a:cubicBezTo>
                <a:cubicBezTo>
                  <a:pt x="101138" y="56698"/>
                  <a:pt x="100815" y="54628"/>
                  <a:pt x="100466" y="52531"/>
                </a:cubicBezTo>
                <a:cubicBezTo>
                  <a:pt x="100466" y="52343"/>
                  <a:pt x="100439" y="52155"/>
                  <a:pt x="100412" y="51967"/>
                </a:cubicBezTo>
                <a:cubicBezTo>
                  <a:pt x="100389" y="51625"/>
                  <a:pt x="100366" y="51303"/>
                  <a:pt x="100344" y="50968"/>
                </a:cubicBezTo>
                <a:lnTo>
                  <a:pt x="100344" y="50968"/>
                </a:lnTo>
                <a:cubicBezTo>
                  <a:pt x="100693" y="53863"/>
                  <a:pt x="101199" y="56732"/>
                  <a:pt x="101810" y="59575"/>
                </a:cubicBezTo>
                <a:cubicBezTo>
                  <a:pt x="101843" y="59640"/>
                  <a:pt x="101906" y="59670"/>
                  <a:pt x="101970" y="59670"/>
                </a:cubicBezTo>
                <a:cubicBezTo>
                  <a:pt x="102064" y="59670"/>
                  <a:pt x="102159" y="59606"/>
                  <a:pt x="102159" y="59494"/>
                </a:cubicBezTo>
                <a:cubicBezTo>
                  <a:pt x="102052" y="58311"/>
                  <a:pt x="101944" y="57102"/>
                  <a:pt x="101810" y="55919"/>
                </a:cubicBezTo>
                <a:lnTo>
                  <a:pt x="101810" y="55919"/>
                </a:lnTo>
                <a:lnTo>
                  <a:pt x="102240" y="58822"/>
                </a:lnTo>
                <a:cubicBezTo>
                  <a:pt x="102263" y="58937"/>
                  <a:pt x="102349" y="58988"/>
                  <a:pt x="102437" y="58988"/>
                </a:cubicBezTo>
                <a:cubicBezTo>
                  <a:pt x="102555" y="58988"/>
                  <a:pt x="102674" y="58896"/>
                  <a:pt x="102643" y="58741"/>
                </a:cubicBezTo>
                <a:lnTo>
                  <a:pt x="102321" y="55892"/>
                </a:lnTo>
                <a:lnTo>
                  <a:pt x="102321" y="55892"/>
                </a:lnTo>
                <a:cubicBezTo>
                  <a:pt x="102589" y="56913"/>
                  <a:pt x="102858" y="57935"/>
                  <a:pt x="103181" y="58957"/>
                </a:cubicBezTo>
                <a:cubicBezTo>
                  <a:pt x="103215" y="59092"/>
                  <a:pt x="103319" y="59151"/>
                  <a:pt x="103423" y="59151"/>
                </a:cubicBezTo>
                <a:cubicBezTo>
                  <a:pt x="103568" y="59151"/>
                  <a:pt x="103712" y="59036"/>
                  <a:pt x="103665" y="58849"/>
                </a:cubicBezTo>
                <a:cubicBezTo>
                  <a:pt x="103611" y="58392"/>
                  <a:pt x="103530" y="57935"/>
                  <a:pt x="103477" y="57478"/>
                </a:cubicBezTo>
                <a:lnTo>
                  <a:pt x="103477" y="57478"/>
                </a:lnTo>
                <a:cubicBezTo>
                  <a:pt x="103745" y="58123"/>
                  <a:pt x="104068" y="58741"/>
                  <a:pt x="104418" y="59387"/>
                </a:cubicBezTo>
                <a:cubicBezTo>
                  <a:pt x="104468" y="59477"/>
                  <a:pt x="104566" y="59518"/>
                  <a:pt x="104665" y="59518"/>
                </a:cubicBezTo>
                <a:cubicBezTo>
                  <a:pt x="104831" y="59518"/>
                  <a:pt x="104996" y="59401"/>
                  <a:pt x="104928" y="59198"/>
                </a:cubicBezTo>
                <a:lnTo>
                  <a:pt x="103799" y="56026"/>
                </a:lnTo>
                <a:lnTo>
                  <a:pt x="103799" y="56026"/>
                </a:lnTo>
                <a:cubicBezTo>
                  <a:pt x="104202" y="56994"/>
                  <a:pt x="104579" y="57962"/>
                  <a:pt x="104955" y="58930"/>
                </a:cubicBezTo>
                <a:cubicBezTo>
                  <a:pt x="105170" y="60408"/>
                  <a:pt x="105493" y="61860"/>
                  <a:pt x="105977" y="63285"/>
                </a:cubicBezTo>
                <a:cubicBezTo>
                  <a:pt x="105977" y="63312"/>
                  <a:pt x="105977" y="63312"/>
                  <a:pt x="105977" y="63339"/>
                </a:cubicBezTo>
                <a:cubicBezTo>
                  <a:pt x="105995" y="63404"/>
                  <a:pt x="106040" y="63430"/>
                  <a:pt x="106090" y="63430"/>
                </a:cubicBezTo>
                <a:cubicBezTo>
                  <a:pt x="106185" y="63430"/>
                  <a:pt x="106299" y="63336"/>
                  <a:pt x="106299" y="63231"/>
                </a:cubicBezTo>
                <a:cubicBezTo>
                  <a:pt x="106192" y="61349"/>
                  <a:pt x="106057" y="59440"/>
                  <a:pt x="105923" y="57559"/>
                </a:cubicBezTo>
                <a:lnTo>
                  <a:pt x="105923" y="57559"/>
                </a:lnTo>
                <a:cubicBezTo>
                  <a:pt x="106353" y="60059"/>
                  <a:pt x="106891" y="62505"/>
                  <a:pt x="107536" y="64952"/>
                </a:cubicBezTo>
                <a:cubicBezTo>
                  <a:pt x="107560" y="65059"/>
                  <a:pt x="107643" y="65108"/>
                  <a:pt x="107724" y="65108"/>
                </a:cubicBezTo>
                <a:cubicBezTo>
                  <a:pt x="107826" y="65108"/>
                  <a:pt x="107927" y="65032"/>
                  <a:pt x="107912" y="64898"/>
                </a:cubicBezTo>
                <a:lnTo>
                  <a:pt x="107912" y="64844"/>
                </a:lnTo>
                <a:cubicBezTo>
                  <a:pt x="107964" y="64881"/>
                  <a:pt x="108021" y="64897"/>
                  <a:pt x="108077" y="64897"/>
                </a:cubicBezTo>
                <a:cubicBezTo>
                  <a:pt x="108225" y="64897"/>
                  <a:pt x="108362" y="64778"/>
                  <a:pt x="108343" y="64602"/>
                </a:cubicBezTo>
                <a:cubicBezTo>
                  <a:pt x="108343" y="64468"/>
                  <a:pt x="108316" y="64333"/>
                  <a:pt x="108289" y="64226"/>
                </a:cubicBezTo>
                <a:lnTo>
                  <a:pt x="108289" y="64226"/>
                </a:lnTo>
                <a:cubicBezTo>
                  <a:pt x="108477" y="64710"/>
                  <a:pt x="108638" y="65194"/>
                  <a:pt x="108827" y="65677"/>
                </a:cubicBezTo>
                <a:cubicBezTo>
                  <a:pt x="108870" y="65765"/>
                  <a:pt x="108961" y="65813"/>
                  <a:pt x="109052" y="65813"/>
                </a:cubicBezTo>
                <a:cubicBezTo>
                  <a:pt x="109130" y="65813"/>
                  <a:pt x="109207" y="65778"/>
                  <a:pt x="109257" y="65704"/>
                </a:cubicBezTo>
                <a:cubicBezTo>
                  <a:pt x="109284" y="65893"/>
                  <a:pt x="109337" y="66081"/>
                  <a:pt x="109391" y="66269"/>
                </a:cubicBezTo>
                <a:cubicBezTo>
                  <a:pt x="109660" y="67828"/>
                  <a:pt x="109902" y="69361"/>
                  <a:pt x="110171" y="70920"/>
                </a:cubicBezTo>
                <a:cubicBezTo>
                  <a:pt x="110183" y="70983"/>
                  <a:pt x="110232" y="71011"/>
                  <a:pt x="110280" y="71011"/>
                </a:cubicBezTo>
                <a:cubicBezTo>
                  <a:pt x="110333" y="71011"/>
                  <a:pt x="110386" y="70977"/>
                  <a:pt x="110386" y="70920"/>
                </a:cubicBezTo>
                <a:cubicBezTo>
                  <a:pt x="110413" y="69146"/>
                  <a:pt x="110413" y="67344"/>
                  <a:pt x="110440" y="65516"/>
                </a:cubicBezTo>
                <a:cubicBezTo>
                  <a:pt x="110440" y="65489"/>
                  <a:pt x="110440" y="65462"/>
                  <a:pt x="110440" y="65436"/>
                </a:cubicBezTo>
                <a:cubicBezTo>
                  <a:pt x="110601" y="68205"/>
                  <a:pt x="110923" y="70974"/>
                  <a:pt x="111434" y="73716"/>
                </a:cubicBezTo>
                <a:cubicBezTo>
                  <a:pt x="111447" y="73793"/>
                  <a:pt x="111509" y="73827"/>
                  <a:pt x="111567" y="73827"/>
                </a:cubicBezTo>
                <a:cubicBezTo>
                  <a:pt x="111631" y="73827"/>
                  <a:pt x="111690" y="73786"/>
                  <a:pt x="111676" y="73716"/>
                </a:cubicBezTo>
                <a:cubicBezTo>
                  <a:pt x="111676" y="72614"/>
                  <a:pt x="111622" y="71538"/>
                  <a:pt x="111542" y="70436"/>
                </a:cubicBezTo>
                <a:lnTo>
                  <a:pt x="111542" y="70436"/>
                </a:lnTo>
                <a:lnTo>
                  <a:pt x="112214" y="73877"/>
                </a:lnTo>
                <a:cubicBezTo>
                  <a:pt x="112225" y="73958"/>
                  <a:pt x="112277" y="73994"/>
                  <a:pt x="112332" y="73994"/>
                </a:cubicBezTo>
                <a:cubicBezTo>
                  <a:pt x="112404" y="73994"/>
                  <a:pt x="112483" y="73931"/>
                  <a:pt x="112483" y="73823"/>
                </a:cubicBezTo>
                <a:cubicBezTo>
                  <a:pt x="112429" y="73554"/>
                  <a:pt x="112295" y="72345"/>
                  <a:pt x="112106" y="71001"/>
                </a:cubicBezTo>
                <a:cubicBezTo>
                  <a:pt x="112106" y="71001"/>
                  <a:pt x="112106" y="70974"/>
                  <a:pt x="112106" y="70974"/>
                </a:cubicBezTo>
                <a:cubicBezTo>
                  <a:pt x="112133" y="70866"/>
                  <a:pt x="112133" y="70759"/>
                  <a:pt x="112160" y="70651"/>
                </a:cubicBezTo>
                <a:cubicBezTo>
                  <a:pt x="112456" y="72049"/>
                  <a:pt x="112752" y="73339"/>
                  <a:pt x="112805" y="73608"/>
                </a:cubicBezTo>
                <a:cubicBezTo>
                  <a:pt x="112817" y="73689"/>
                  <a:pt x="112878" y="73725"/>
                  <a:pt x="112940" y="73725"/>
                </a:cubicBezTo>
                <a:cubicBezTo>
                  <a:pt x="113022" y="73725"/>
                  <a:pt x="113105" y="73662"/>
                  <a:pt x="113074" y="73554"/>
                </a:cubicBezTo>
                <a:cubicBezTo>
                  <a:pt x="112967" y="72694"/>
                  <a:pt x="112832" y="71834"/>
                  <a:pt x="112698" y="70947"/>
                </a:cubicBezTo>
                <a:cubicBezTo>
                  <a:pt x="112698" y="70889"/>
                  <a:pt x="112628" y="70844"/>
                  <a:pt x="112559" y="70844"/>
                </a:cubicBezTo>
                <a:cubicBezTo>
                  <a:pt x="112532" y="70844"/>
                  <a:pt x="112505" y="70851"/>
                  <a:pt x="112483" y="70866"/>
                </a:cubicBezTo>
                <a:lnTo>
                  <a:pt x="112483" y="70839"/>
                </a:lnTo>
                <a:lnTo>
                  <a:pt x="112241" y="69683"/>
                </a:lnTo>
                <a:cubicBezTo>
                  <a:pt x="112268" y="69361"/>
                  <a:pt x="112268" y="69011"/>
                  <a:pt x="112241" y="68688"/>
                </a:cubicBezTo>
                <a:lnTo>
                  <a:pt x="112241" y="68688"/>
                </a:lnTo>
                <a:lnTo>
                  <a:pt x="113666" y="74119"/>
                </a:lnTo>
                <a:cubicBezTo>
                  <a:pt x="113677" y="74173"/>
                  <a:pt x="113718" y="74197"/>
                  <a:pt x="113762" y="74197"/>
                </a:cubicBezTo>
                <a:cubicBezTo>
                  <a:pt x="113827" y="74197"/>
                  <a:pt x="113897" y="74145"/>
                  <a:pt x="113881" y="74065"/>
                </a:cubicBezTo>
                <a:cubicBezTo>
                  <a:pt x="113289" y="71834"/>
                  <a:pt x="112725" y="69629"/>
                  <a:pt x="112133" y="67398"/>
                </a:cubicBezTo>
                <a:cubicBezTo>
                  <a:pt x="112080" y="67022"/>
                  <a:pt x="112026" y="66672"/>
                  <a:pt x="111972" y="66296"/>
                </a:cubicBezTo>
                <a:lnTo>
                  <a:pt x="111972" y="66296"/>
                </a:lnTo>
                <a:cubicBezTo>
                  <a:pt x="112026" y="66430"/>
                  <a:pt x="112080" y="66565"/>
                  <a:pt x="112133" y="66699"/>
                </a:cubicBezTo>
                <a:cubicBezTo>
                  <a:pt x="112698" y="68178"/>
                  <a:pt x="113262" y="69656"/>
                  <a:pt x="113854" y="71135"/>
                </a:cubicBezTo>
                <a:cubicBezTo>
                  <a:pt x="113864" y="71174"/>
                  <a:pt x="113899" y="71192"/>
                  <a:pt x="113938" y="71192"/>
                </a:cubicBezTo>
                <a:cubicBezTo>
                  <a:pt x="114006" y="71192"/>
                  <a:pt x="114086" y="71139"/>
                  <a:pt x="114069" y="71054"/>
                </a:cubicBezTo>
                <a:cubicBezTo>
                  <a:pt x="113558" y="68877"/>
                  <a:pt x="112859" y="66726"/>
                  <a:pt x="111999" y="64656"/>
                </a:cubicBezTo>
                <a:cubicBezTo>
                  <a:pt x="111649" y="63661"/>
                  <a:pt x="111192" y="62693"/>
                  <a:pt x="110708" y="61752"/>
                </a:cubicBezTo>
                <a:cubicBezTo>
                  <a:pt x="110574" y="61457"/>
                  <a:pt x="110440" y="61188"/>
                  <a:pt x="110332" y="60892"/>
                </a:cubicBezTo>
                <a:lnTo>
                  <a:pt x="110332" y="60892"/>
                </a:lnTo>
                <a:cubicBezTo>
                  <a:pt x="110520" y="61188"/>
                  <a:pt x="110735" y="61457"/>
                  <a:pt x="110923" y="61752"/>
                </a:cubicBezTo>
                <a:cubicBezTo>
                  <a:pt x="111622" y="62774"/>
                  <a:pt x="112375" y="63769"/>
                  <a:pt x="113155" y="64710"/>
                </a:cubicBezTo>
                <a:cubicBezTo>
                  <a:pt x="113197" y="64758"/>
                  <a:pt x="113244" y="64778"/>
                  <a:pt x="113288" y="64778"/>
                </a:cubicBezTo>
                <a:cubicBezTo>
                  <a:pt x="113416" y="64778"/>
                  <a:pt x="113523" y="64614"/>
                  <a:pt x="113424" y="64495"/>
                </a:cubicBezTo>
                <a:cubicBezTo>
                  <a:pt x="112886" y="63822"/>
                  <a:pt x="112348" y="63124"/>
                  <a:pt x="111838" y="62425"/>
                </a:cubicBezTo>
                <a:cubicBezTo>
                  <a:pt x="110923" y="61161"/>
                  <a:pt x="110090" y="59817"/>
                  <a:pt x="109337" y="58446"/>
                </a:cubicBezTo>
                <a:lnTo>
                  <a:pt x="109337" y="58446"/>
                </a:lnTo>
                <a:cubicBezTo>
                  <a:pt x="110574" y="60113"/>
                  <a:pt x="111864" y="61726"/>
                  <a:pt x="113182" y="63312"/>
                </a:cubicBezTo>
                <a:cubicBezTo>
                  <a:pt x="113205" y="63351"/>
                  <a:pt x="113243" y="63367"/>
                  <a:pt x="113281" y="63367"/>
                </a:cubicBezTo>
                <a:cubicBezTo>
                  <a:pt x="113374" y="63367"/>
                  <a:pt x="113473" y="63272"/>
                  <a:pt x="113397" y="63177"/>
                </a:cubicBezTo>
                <a:cubicBezTo>
                  <a:pt x="113020" y="62559"/>
                  <a:pt x="112644" y="61968"/>
                  <a:pt x="112268" y="61376"/>
                </a:cubicBezTo>
                <a:lnTo>
                  <a:pt x="112268" y="61376"/>
                </a:lnTo>
                <a:cubicBezTo>
                  <a:pt x="112590" y="61752"/>
                  <a:pt x="112940" y="62102"/>
                  <a:pt x="113289" y="62478"/>
                </a:cubicBezTo>
                <a:cubicBezTo>
                  <a:pt x="113322" y="62511"/>
                  <a:pt x="113358" y="62525"/>
                  <a:pt x="113392" y="62525"/>
                </a:cubicBezTo>
                <a:cubicBezTo>
                  <a:pt x="113498" y="62525"/>
                  <a:pt x="113586" y="62392"/>
                  <a:pt x="113504" y="62290"/>
                </a:cubicBezTo>
                <a:cubicBezTo>
                  <a:pt x="112752" y="61188"/>
                  <a:pt x="112026" y="60086"/>
                  <a:pt x="111300" y="58983"/>
                </a:cubicBezTo>
                <a:lnTo>
                  <a:pt x="111300" y="58983"/>
                </a:lnTo>
                <a:cubicBezTo>
                  <a:pt x="111864" y="59655"/>
                  <a:pt x="112483" y="60274"/>
                  <a:pt x="113155" y="60865"/>
                </a:cubicBezTo>
                <a:cubicBezTo>
                  <a:pt x="113214" y="60925"/>
                  <a:pt x="113294" y="60951"/>
                  <a:pt x="113375" y="60951"/>
                </a:cubicBezTo>
                <a:cubicBezTo>
                  <a:pt x="113586" y="60951"/>
                  <a:pt x="113802" y="60769"/>
                  <a:pt x="113666" y="60516"/>
                </a:cubicBezTo>
                <a:cubicBezTo>
                  <a:pt x="113289" y="59924"/>
                  <a:pt x="112940" y="59333"/>
                  <a:pt x="112563" y="58741"/>
                </a:cubicBezTo>
                <a:cubicBezTo>
                  <a:pt x="112752" y="58553"/>
                  <a:pt x="112778" y="58284"/>
                  <a:pt x="112590" y="58069"/>
                </a:cubicBezTo>
                <a:cubicBezTo>
                  <a:pt x="112375" y="57827"/>
                  <a:pt x="112187" y="57559"/>
                  <a:pt x="111972" y="57290"/>
                </a:cubicBezTo>
                <a:cubicBezTo>
                  <a:pt x="112268" y="57182"/>
                  <a:pt x="112348" y="56806"/>
                  <a:pt x="112187" y="56564"/>
                </a:cubicBezTo>
                <a:cubicBezTo>
                  <a:pt x="111838" y="56134"/>
                  <a:pt x="111488" y="55704"/>
                  <a:pt x="111139" y="55273"/>
                </a:cubicBezTo>
                <a:lnTo>
                  <a:pt x="111139" y="55273"/>
                </a:lnTo>
                <a:cubicBezTo>
                  <a:pt x="111488" y="55569"/>
                  <a:pt x="111891" y="55838"/>
                  <a:pt x="112268" y="56107"/>
                </a:cubicBezTo>
                <a:cubicBezTo>
                  <a:pt x="112301" y="56130"/>
                  <a:pt x="112336" y="56141"/>
                  <a:pt x="112371" y="56141"/>
                </a:cubicBezTo>
                <a:cubicBezTo>
                  <a:pt x="112536" y="56141"/>
                  <a:pt x="112692" y="55912"/>
                  <a:pt x="112537" y="55757"/>
                </a:cubicBezTo>
                <a:cubicBezTo>
                  <a:pt x="111622" y="54897"/>
                  <a:pt x="110682" y="54064"/>
                  <a:pt x="109714" y="53230"/>
                </a:cubicBezTo>
                <a:lnTo>
                  <a:pt x="109714" y="53230"/>
                </a:lnTo>
                <a:lnTo>
                  <a:pt x="110655" y="53822"/>
                </a:lnTo>
                <a:cubicBezTo>
                  <a:pt x="110673" y="53834"/>
                  <a:pt x="110694" y="53839"/>
                  <a:pt x="110715" y="53839"/>
                </a:cubicBezTo>
                <a:cubicBezTo>
                  <a:pt x="110788" y="53839"/>
                  <a:pt x="110864" y="53777"/>
                  <a:pt x="110843" y="53714"/>
                </a:cubicBezTo>
                <a:lnTo>
                  <a:pt x="110843" y="53714"/>
                </a:lnTo>
                <a:cubicBezTo>
                  <a:pt x="110950" y="53768"/>
                  <a:pt x="111031" y="53822"/>
                  <a:pt x="111139" y="53875"/>
                </a:cubicBezTo>
                <a:cubicBezTo>
                  <a:pt x="111158" y="53885"/>
                  <a:pt x="111178" y="53890"/>
                  <a:pt x="111197" y="53890"/>
                </a:cubicBezTo>
                <a:cubicBezTo>
                  <a:pt x="111280" y="53890"/>
                  <a:pt x="111344" y="53802"/>
                  <a:pt x="111300" y="53714"/>
                </a:cubicBezTo>
                <a:cubicBezTo>
                  <a:pt x="110009" y="51214"/>
                  <a:pt x="107536" y="49977"/>
                  <a:pt x="105036" y="48929"/>
                </a:cubicBezTo>
                <a:cubicBezTo>
                  <a:pt x="104848" y="48821"/>
                  <a:pt x="104633" y="48741"/>
                  <a:pt x="104444" y="48660"/>
                </a:cubicBezTo>
                <a:cubicBezTo>
                  <a:pt x="104256" y="48579"/>
                  <a:pt x="104122" y="48391"/>
                  <a:pt x="103987" y="48284"/>
                </a:cubicBezTo>
                <a:cubicBezTo>
                  <a:pt x="103938" y="48246"/>
                  <a:pt x="103876" y="48226"/>
                  <a:pt x="103816" y="48226"/>
                </a:cubicBezTo>
                <a:cubicBezTo>
                  <a:pt x="103748" y="48226"/>
                  <a:pt x="103681" y="48253"/>
                  <a:pt x="103638" y="48310"/>
                </a:cubicBezTo>
                <a:lnTo>
                  <a:pt x="103315" y="48176"/>
                </a:lnTo>
                <a:cubicBezTo>
                  <a:pt x="102482" y="47558"/>
                  <a:pt x="101649" y="46966"/>
                  <a:pt x="100788" y="46402"/>
                </a:cubicBezTo>
                <a:lnTo>
                  <a:pt x="100788" y="46402"/>
                </a:lnTo>
                <a:cubicBezTo>
                  <a:pt x="101380" y="46644"/>
                  <a:pt x="101971" y="46859"/>
                  <a:pt x="102536" y="47074"/>
                </a:cubicBezTo>
                <a:lnTo>
                  <a:pt x="103288" y="47370"/>
                </a:lnTo>
                <a:cubicBezTo>
                  <a:pt x="104337" y="47773"/>
                  <a:pt x="105359" y="48122"/>
                  <a:pt x="106434" y="48445"/>
                </a:cubicBezTo>
                <a:cubicBezTo>
                  <a:pt x="106810" y="48606"/>
                  <a:pt x="107187" y="48687"/>
                  <a:pt x="107590" y="48741"/>
                </a:cubicBezTo>
                <a:cubicBezTo>
                  <a:pt x="107778" y="48794"/>
                  <a:pt x="107993" y="48848"/>
                  <a:pt x="108208" y="48902"/>
                </a:cubicBezTo>
                <a:cubicBezTo>
                  <a:pt x="108228" y="48907"/>
                  <a:pt x="108246" y="48909"/>
                  <a:pt x="108262" y="48909"/>
                </a:cubicBezTo>
                <a:cubicBezTo>
                  <a:pt x="108431" y="48909"/>
                  <a:pt x="108460" y="48682"/>
                  <a:pt x="108289" y="48633"/>
                </a:cubicBezTo>
                <a:cubicBezTo>
                  <a:pt x="106246" y="48095"/>
                  <a:pt x="104256" y="47423"/>
                  <a:pt x="102294" y="46671"/>
                </a:cubicBezTo>
                <a:cubicBezTo>
                  <a:pt x="101487" y="46321"/>
                  <a:pt x="100708" y="45918"/>
                  <a:pt x="99928" y="45488"/>
                </a:cubicBezTo>
                <a:cubicBezTo>
                  <a:pt x="99820" y="45434"/>
                  <a:pt x="99713" y="45353"/>
                  <a:pt x="99605" y="45299"/>
                </a:cubicBezTo>
                <a:lnTo>
                  <a:pt x="99605" y="45299"/>
                </a:lnTo>
                <a:cubicBezTo>
                  <a:pt x="100412" y="45622"/>
                  <a:pt x="101326" y="45918"/>
                  <a:pt x="102132" y="46187"/>
                </a:cubicBezTo>
                <a:cubicBezTo>
                  <a:pt x="104202" y="46966"/>
                  <a:pt x="106380" y="47531"/>
                  <a:pt x="108585" y="47880"/>
                </a:cubicBezTo>
                <a:cubicBezTo>
                  <a:pt x="108746" y="47880"/>
                  <a:pt x="108773" y="47665"/>
                  <a:pt x="108638" y="47638"/>
                </a:cubicBezTo>
                <a:lnTo>
                  <a:pt x="99767" y="44977"/>
                </a:lnTo>
                <a:lnTo>
                  <a:pt x="99498" y="44869"/>
                </a:lnTo>
                <a:lnTo>
                  <a:pt x="100466" y="45084"/>
                </a:lnTo>
                <a:lnTo>
                  <a:pt x="103584" y="45783"/>
                </a:lnTo>
                <a:cubicBezTo>
                  <a:pt x="104229" y="46052"/>
                  <a:pt x="104928" y="46214"/>
                  <a:pt x="105654" y="46267"/>
                </a:cubicBezTo>
                <a:lnTo>
                  <a:pt x="106676" y="46509"/>
                </a:lnTo>
                <a:cubicBezTo>
                  <a:pt x="106684" y="46511"/>
                  <a:pt x="106693" y="46511"/>
                  <a:pt x="106701" y="46511"/>
                </a:cubicBezTo>
                <a:cubicBezTo>
                  <a:pt x="106845" y="46511"/>
                  <a:pt x="106909" y="46293"/>
                  <a:pt x="106756" y="46267"/>
                </a:cubicBezTo>
                <a:lnTo>
                  <a:pt x="100950" y="44923"/>
                </a:lnTo>
                <a:cubicBezTo>
                  <a:pt x="100600" y="44842"/>
                  <a:pt x="97939" y="44090"/>
                  <a:pt x="96352" y="43713"/>
                </a:cubicBezTo>
                <a:lnTo>
                  <a:pt x="96621" y="43713"/>
                </a:lnTo>
                <a:cubicBezTo>
                  <a:pt x="97858" y="43901"/>
                  <a:pt x="99498" y="44197"/>
                  <a:pt x="99901" y="44251"/>
                </a:cubicBezTo>
                <a:cubicBezTo>
                  <a:pt x="102132" y="44654"/>
                  <a:pt x="104310" y="45165"/>
                  <a:pt x="106461" y="45810"/>
                </a:cubicBezTo>
                <a:cubicBezTo>
                  <a:pt x="106470" y="45812"/>
                  <a:pt x="106478" y="45813"/>
                  <a:pt x="106487" y="45813"/>
                </a:cubicBezTo>
                <a:cubicBezTo>
                  <a:pt x="106608" y="45813"/>
                  <a:pt x="106694" y="45645"/>
                  <a:pt x="106568" y="45595"/>
                </a:cubicBezTo>
                <a:cubicBezTo>
                  <a:pt x="104444" y="44493"/>
                  <a:pt x="102159" y="44009"/>
                  <a:pt x="99847" y="43633"/>
                </a:cubicBezTo>
                <a:cubicBezTo>
                  <a:pt x="100035" y="43579"/>
                  <a:pt x="100224" y="43552"/>
                  <a:pt x="100439" y="43498"/>
                </a:cubicBezTo>
                <a:cubicBezTo>
                  <a:pt x="100566" y="43473"/>
                  <a:pt x="100549" y="43254"/>
                  <a:pt x="100409" y="43254"/>
                </a:cubicBezTo>
                <a:cubicBezTo>
                  <a:pt x="100402" y="43254"/>
                  <a:pt x="100393" y="43255"/>
                  <a:pt x="100385" y="43256"/>
                </a:cubicBezTo>
                <a:cubicBezTo>
                  <a:pt x="99874" y="43310"/>
                  <a:pt x="99363" y="43364"/>
                  <a:pt x="98879" y="43391"/>
                </a:cubicBezTo>
                <a:cubicBezTo>
                  <a:pt x="98449" y="43283"/>
                  <a:pt x="98019" y="43203"/>
                  <a:pt x="97562" y="43176"/>
                </a:cubicBezTo>
                <a:lnTo>
                  <a:pt x="93046" y="42315"/>
                </a:lnTo>
                <a:cubicBezTo>
                  <a:pt x="92239" y="42073"/>
                  <a:pt x="91459" y="41831"/>
                  <a:pt x="90653" y="41643"/>
                </a:cubicBezTo>
                <a:lnTo>
                  <a:pt x="90653" y="41616"/>
                </a:lnTo>
                <a:cubicBezTo>
                  <a:pt x="90035" y="40649"/>
                  <a:pt x="89389" y="39708"/>
                  <a:pt x="88717" y="38794"/>
                </a:cubicBezTo>
                <a:lnTo>
                  <a:pt x="88717" y="38794"/>
                </a:lnTo>
                <a:cubicBezTo>
                  <a:pt x="89470" y="39277"/>
                  <a:pt x="90303" y="39681"/>
                  <a:pt x="91137" y="40003"/>
                </a:cubicBezTo>
                <a:cubicBezTo>
                  <a:pt x="91154" y="40009"/>
                  <a:pt x="91171" y="40012"/>
                  <a:pt x="91187" y="40012"/>
                </a:cubicBezTo>
                <a:cubicBezTo>
                  <a:pt x="91319" y="40012"/>
                  <a:pt x="91391" y="39830"/>
                  <a:pt x="91271" y="39734"/>
                </a:cubicBezTo>
                <a:cubicBezTo>
                  <a:pt x="89954" y="38955"/>
                  <a:pt x="88664" y="38095"/>
                  <a:pt x="87400" y="37181"/>
                </a:cubicBezTo>
                <a:lnTo>
                  <a:pt x="87346" y="37127"/>
                </a:lnTo>
                <a:lnTo>
                  <a:pt x="87346" y="37127"/>
                </a:lnTo>
                <a:cubicBezTo>
                  <a:pt x="89067" y="38175"/>
                  <a:pt x="90868" y="39089"/>
                  <a:pt x="92750" y="39815"/>
                </a:cubicBezTo>
                <a:cubicBezTo>
                  <a:pt x="92767" y="39820"/>
                  <a:pt x="92783" y="39822"/>
                  <a:pt x="92798" y="39822"/>
                </a:cubicBezTo>
                <a:cubicBezTo>
                  <a:pt x="92951" y="39822"/>
                  <a:pt x="93004" y="39595"/>
                  <a:pt x="92857" y="39546"/>
                </a:cubicBezTo>
                <a:cubicBezTo>
                  <a:pt x="91191" y="38820"/>
                  <a:pt x="89604" y="38014"/>
                  <a:pt x="88072" y="37073"/>
                </a:cubicBezTo>
                <a:cubicBezTo>
                  <a:pt x="87749" y="36858"/>
                  <a:pt x="87427" y="36643"/>
                  <a:pt x="87104" y="36455"/>
                </a:cubicBezTo>
                <a:lnTo>
                  <a:pt x="87104" y="36455"/>
                </a:lnTo>
                <a:cubicBezTo>
                  <a:pt x="89363" y="37664"/>
                  <a:pt x="91728" y="38686"/>
                  <a:pt x="94148" y="39466"/>
                </a:cubicBezTo>
                <a:cubicBezTo>
                  <a:pt x="94164" y="39471"/>
                  <a:pt x="94179" y="39473"/>
                  <a:pt x="94193" y="39473"/>
                </a:cubicBezTo>
                <a:cubicBezTo>
                  <a:pt x="94323" y="39473"/>
                  <a:pt x="94374" y="39270"/>
                  <a:pt x="94229" y="39197"/>
                </a:cubicBezTo>
                <a:cubicBezTo>
                  <a:pt x="92185" y="38310"/>
                  <a:pt x="90196" y="37288"/>
                  <a:pt x="88260" y="36186"/>
                </a:cubicBezTo>
                <a:cubicBezTo>
                  <a:pt x="87642" y="35836"/>
                  <a:pt x="87051" y="35460"/>
                  <a:pt x="86459" y="35084"/>
                </a:cubicBezTo>
                <a:lnTo>
                  <a:pt x="86459" y="35084"/>
                </a:lnTo>
                <a:cubicBezTo>
                  <a:pt x="87723" y="35648"/>
                  <a:pt x="89147" y="36051"/>
                  <a:pt x="90303" y="36455"/>
                </a:cubicBezTo>
                <a:cubicBezTo>
                  <a:pt x="91755" y="36965"/>
                  <a:pt x="93207" y="37396"/>
                  <a:pt x="94686" y="37772"/>
                </a:cubicBezTo>
                <a:lnTo>
                  <a:pt x="96030" y="38578"/>
                </a:lnTo>
                <a:cubicBezTo>
                  <a:pt x="96061" y="38597"/>
                  <a:pt x="96096" y="38606"/>
                  <a:pt x="96131" y="38606"/>
                </a:cubicBezTo>
                <a:cubicBezTo>
                  <a:pt x="96249" y="38606"/>
                  <a:pt x="96367" y="38508"/>
                  <a:pt x="96325" y="38363"/>
                </a:cubicBezTo>
                <a:lnTo>
                  <a:pt x="96245" y="38148"/>
                </a:lnTo>
                <a:lnTo>
                  <a:pt x="96272" y="38148"/>
                </a:lnTo>
                <a:cubicBezTo>
                  <a:pt x="96292" y="38155"/>
                  <a:pt x="96310" y="38158"/>
                  <a:pt x="96327" y="38158"/>
                </a:cubicBezTo>
                <a:cubicBezTo>
                  <a:pt x="96378" y="38158"/>
                  <a:pt x="96413" y="38128"/>
                  <a:pt x="96433" y="38068"/>
                </a:cubicBezTo>
                <a:cubicBezTo>
                  <a:pt x="96621" y="38014"/>
                  <a:pt x="96675" y="37799"/>
                  <a:pt x="96541" y="37664"/>
                </a:cubicBezTo>
                <a:lnTo>
                  <a:pt x="96487" y="37611"/>
                </a:lnTo>
                <a:cubicBezTo>
                  <a:pt x="96621" y="37503"/>
                  <a:pt x="96621" y="37288"/>
                  <a:pt x="96487" y="37207"/>
                </a:cubicBezTo>
                <a:cubicBezTo>
                  <a:pt x="96137" y="36965"/>
                  <a:pt x="95761" y="36723"/>
                  <a:pt x="95411" y="36508"/>
                </a:cubicBezTo>
                <a:lnTo>
                  <a:pt x="95411" y="36508"/>
                </a:lnTo>
                <a:cubicBezTo>
                  <a:pt x="95842" y="36670"/>
                  <a:pt x="96272" y="36831"/>
                  <a:pt x="96702" y="36992"/>
                </a:cubicBezTo>
                <a:cubicBezTo>
                  <a:pt x="96737" y="37004"/>
                  <a:pt x="96772" y="37010"/>
                  <a:pt x="96805" y="37010"/>
                </a:cubicBezTo>
                <a:cubicBezTo>
                  <a:pt x="96994" y="37010"/>
                  <a:pt x="97124" y="36826"/>
                  <a:pt x="97078" y="36643"/>
                </a:cubicBezTo>
                <a:lnTo>
                  <a:pt x="97266" y="36643"/>
                </a:lnTo>
                <a:cubicBezTo>
                  <a:pt x="97481" y="36643"/>
                  <a:pt x="97508" y="36320"/>
                  <a:pt x="97266" y="36293"/>
                </a:cubicBezTo>
                <a:cubicBezTo>
                  <a:pt x="97024" y="36240"/>
                  <a:pt x="96756" y="36186"/>
                  <a:pt x="96514" y="36132"/>
                </a:cubicBezTo>
                <a:cubicBezTo>
                  <a:pt x="95331" y="35299"/>
                  <a:pt x="94094" y="34546"/>
                  <a:pt x="92804" y="33847"/>
                </a:cubicBezTo>
                <a:lnTo>
                  <a:pt x="92804" y="33847"/>
                </a:lnTo>
                <a:cubicBezTo>
                  <a:pt x="93718" y="34089"/>
                  <a:pt x="94659" y="34331"/>
                  <a:pt x="95573" y="34546"/>
                </a:cubicBezTo>
                <a:cubicBezTo>
                  <a:pt x="96225" y="34709"/>
                  <a:pt x="96902" y="34799"/>
                  <a:pt x="97579" y="34799"/>
                </a:cubicBezTo>
                <a:cubicBezTo>
                  <a:pt x="97906" y="34799"/>
                  <a:pt x="98233" y="34778"/>
                  <a:pt x="98557" y="34734"/>
                </a:cubicBezTo>
                <a:cubicBezTo>
                  <a:pt x="99175" y="34922"/>
                  <a:pt x="99820" y="35084"/>
                  <a:pt x="100439" y="35245"/>
                </a:cubicBezTo>
                <a:cubicBezTo>
                  <a:pt x="100460" y="35252"/>
                  <a:pt x="100480" y="35255"/>
                  <a:pt x="100498" y="35255"/>
                </a:cubicBezTo>
                <a:cubicBezTo>
                  <a:pt x="100546" y="35255"/>
                  <a:pt x="100580" y="35230"/>
                  <a:pt x="100600" y="35191"/>
                </a:cubicBezTo>
                <a:cubicBezTo>
                  <a:pt x="100788" y="35326"/>
                  <a:pt x="100976" y="35433"/>
                  <a:pt x="101165" y="35567"/>
                </a:cubicBezTo>
                <a:cubicBezTo>
                  <a:pt x="101229" y="35622"/>
                  <a:pt x="101296" y="35646"/>
                  <a:pt x="101359" y="35646"/>
                </a:cubicBezTo>
                <a:cubicBezTo>
                  <a:pt x="101637" y="35646"/>
                  <a:pt x="101848" y="35195"/>
                  <a:pt x="101541" y="34976"/>
                </a:cubicBezTo>
                <a:cubicBezTo>
                  <a:pt x="101111" y="34653"/>
                  <a:pt x="100654" y="34331"/>
                  <a:pt x="100197" y="34008"/>
                </a:cubicBezTo>
                <a:lnTo>
                  <a:pt x="100304" y="33928"/>
                </a:lnTo>
                <a:cubicBezTo>
                  <a:pt x="100412" y="33847"/>
                  <a:pt x="100358" y="33659"/>
                  <a:pt x="100197" y="33632"/>
                </a:cubicBezTo>
                <a:lnTo>
                  <a:pt x="99552" y="33551"/>
                </a:lnTo>
                <a:cubicBezTo>
                  <a:pt x="98933" y="33121"/>
                  <a:pt x="98315" y="32691"/>
                  <a:pt x="97670" y="32261"/>
                </a:cubicBezTo>
                <a:lnTo>
                  <a:pt x="97670" y="32261"/>
                </a:lnTo>
                <a:cubicBezTo>
                  <a:pt x="98369" y="32583"/>
                  <a:pt x="99095" y="32879"/>
                  <a:pt x="99847" y="33121"/>
                </a:cubicBezTo>
                <a:cubicBezTo>
                  <a:pt x="100331" y="33390"/>
                  <a:pt x="100788" y="33632"/>
                  <a:pt x="101272" y="33901"/>
                </a:cubicBezTo>
                <a:cubicBezTo>
                  <a:pt x="101336" y="33941"/>
                  <a:pt x="101405" y="33959"/>
                  <a:pt x="101471" y="33959"/>
                </a:cubicBezTo>
                <a:cubicBezTo>
                  <a:pt x="101628" y="33959"/>
                  <a:pt x="101772" y="33856"/>
                  <a:pt x="101810" y="33686"/>
                </a:cubicBezTo>
                <a:lnTo>
                  <a:pt x="101917" y="33712"/>
                </a:lnTo>
                <a:cubicBezTo>
                  <a:pt x="102858" y="34304"/>
                  <a:pt x="103799" y="34895"/>
                  <a:pt x="104767" y="35460"/>
                </a:cubicBezTo>
                <a:cubicBezTo>
                  <a:pt x="104807" y="35494"/>
                  <a:pt x="104856" y="35509"/>
                  <a:pt x="104906" y="35509"/>
                </a:cubicBezTo>
                <a:cubicBezTo>
                  <a:pt x="105054" y="35509"/>
                  <a:pt x="105211" y="35373"/>
                  <a:pt x="105170" y="35191"/>
                </a:cubicBezTo>
                <a:cubicBezTo>
                  <a:pt x="104955" y="34519"/>
                  <a:pt x="104606" y="33874"/>
                  <a:pt x="104122" y="33336"/>
                </a:cubicBezTo>
                <a:lnTo>
                  <a:pt x="104122" y="33336"/>
                </a:lnTo>
                <a:cubicBezTo>
                  <a:pt x="104901" y="33820"/>
                  <a:pt x="105708" y="34304"/>
                  <a:pt x="106515" y="34788"/>
                </a:cubicBezTo>
                <a:cubicBezTo>
                  <a:pt x="106540" y="34799"/>
                  <a:pt x="106566" y="34804"/>
                  <a:pt x="106590" y="34804"/>
                </a:cubicBezTo>
                <a:cubicBezTo>
                  <a:pt x="106741" y="34804"/>
                  <a:pt x="106842" y="34608"/>
                  <a:pt x="106703" y="34492"/>
                </a:cubicBezTo>
                <a:cubicBezTo>
                  <a:pt x="106461" y="34304"/>
                  <a:pt x="106219" y="34089"/>
                  <a:pt x="105977" y="33901"/>
                </a:cubicBezTo>
                <a:lnTo>
                  <a:pt x="105977" y="33901"/>
                </a:lnTo>
                <a:cubicBezTo>
                  <a:pt x="106326" y="34089"/>
                  <a:pt x="106622" y="34277"/>
                  <a:pt x="106972" y="34465"/>
                </a:cubicBezTo>
                <a:cubicBezTo>
                  <a:pt x="107010" y="34489"/>
                  <a:pt x="107047" y="34499"/>
                  <a:pt x="107081" y="34499"/>
                </a:cubicBezTo>
                <a:cubicBezTo>
                  <a:pt x="107241" y="34499"/>
                  <a:pt x="107342" y="34275"/>
                  <a:pt x="107187" y="34143"/>
                </a:cubicBezTo>
                <a:lnTo>
                  <a:pt x="104982" y="32422"/>
                </a:lnTo>
                <a:lnTo>
                  <a:pt x="104982" y="32422"/>
                </a:lnTo>
                <a:cubicBezTo>
                  <a:pt x="105842" y="32825"/>
                  <a:pt x="106730" y="33175"/>
                  <a:pt x="107644" y="33497"/>
                </a:cubicBezTo>
                <a:cubicBezTo>
                  <a:pt x="107680" y="33508"/>
                  <a:pt x="107714" y="33513"/>
                  <a:pt x="107745" y="33513"/>
                </a:cubicBezTo>
                <a:cubicBezTo>
                  <a:pt x="107945" y="33513"/>
                  <a:pt x="108036" y="33307"/>
                  <a:pt x="107966" y="33121"/>
                </a:cubicBezTo>
                <a:lnTo>
                  <a:pt x="107966" y="33121"/>
                </a:lnTo>
                <a:cubicBezTo>
                  <a:pt x="108907" y="34089"/>
                  <a:pt x="109875" y="35030"/>
                  <a:pt x="110870" y="35917"/>
                </a:cubicBezTo>
                <a:cubicBezTo>
                  <a:pt x="110892" y="35951"/>
                  <a:pt x="110929" y="35966"/>
                  <a:pt x="110968" y="35966"/>
                </a:cubicBezTo>
                <a:cubicBezTo>
                  <a:pt x="111022" y="35966"/>
                  <a:pt x="111080" y="35937"/>
                  <a:pt x="111112" y="35890"/>
                </a:cubicBezTo>
                <a:lnTo>
                  <a:pt x="112456" y="37315"/>
                </a:lnTo>
                <a:cubicBezTo>
                  <a:pt x="112492" y="37358"/>
                  <a:pt x="112536" y="37377"/>
                  <a:pt x="112579" y="37377"/>
                </a:cubicBezTo>
                <a:cubicBezTo>
                  <a:pt x="112694" y="37377"/>
                  <a:pt x="112796" y="37244"/>
                  <a:pt x="112698" y="37127"/>
                </a:cubicBezTo>
                <a:cubicBezTo>
                  <a:pt x="112537" y="36939"/>
                  <a:pt x="112375" y="36750"/>
                  <a:pt x="112241" y="36589"/>
                </a:cubicBezTo>
                <a:cubicBezTo>
                  <a:pt x="112160" y="36320"/>
                  <a:pt x="111730" y="35890"/>
                  <a:pt x="111273" y="35460"/>
                </a:cubicBezTo>
                <a:lnTo>
                  <a:pt x="110225" y="34196"/>
                </a:lnTo>
                <a:cubicBezTo>
                  <a:pt x="110251" y="34143"/>
                  <a:pt x="110251" y="34089"/>
                  <a:pt x="110225" y="34035"/>
                </a:cubicBezTo>
                <a:cubicBezTo>
                  <a:pt x="110251" y="33981"/>
                  <a:pt x="110278" y="33928"/>
                  <a:pt x="110251" y="33874"/>
                </a:cubicBezTo>
                <a:lnTo>
                  <a:pt x="110225" y="33686"/>
                </a:lnTo>
                <a:lnTo>
                  <a:pt x="110225" y="33686"/>
                </a:lnTo>
                <a:cubicBezTo>
                  <a:pt x="110466" y="33874"/>
                  <a:pt x="110708" y="34062"/>
                  <a:pt x="110977" y="34277"/>
                </a:cubicBezTo>
                <a:cubicBezTo>
                  <a:pt x="110994" y="34285"/>
                  <a:pt x="111012" y="34289"/>
                  <a:pt x="111031" y="34289"/>
                </a:cubicBezTo>
                <a:cubicBezTo>
                  <a:pt x="111130" y="34289"/>
                  <a:pt x="111238" y="34180"/>
                  <a:pt x="111192" y="34089"/>
                </a:cubicBezTo>
                <a:lnTo>
                  <a:pt x="111192" y="34089"/>
                </a:lnTo>
                <a:cubicBezTo>
                  <a:pt x="111569" y="34465"/>
                  <a:pt x="111945" y="34815"/>
                  <a:pt x="112348" y="35191"/>
                </a:cubicBezTo>
                <a:cubicBezTo>
                  <a:pt x="112375" y="35218"/>
                  <a:pt x="112409" y="35231"/>
                  <a:pt x="112442" y="35231"/>
                </a:cubicBezTo>
                <a:cubicBezTo>
                  <a:pt x="112476" y="35231"/>
                  <a:pt x="112510" y="35218"/>
                  <a:pt x="112537" y="35191"/>
                </a:cubicBezTo>
                <a:lnTo>
                  <a:pt x="112778" y="35433"/>
                </a:lnTo>
                <a:cubicBezTo>
                  <a:pt x="113289" y="36186"/>
                  <a:pt x="113854" y="36912"/>
                  <a:pt x="114472" y="37611"/>
                </a:cubicBezTo>
                <a:cubicBezTo>
                  <a:pt x="114495" y="37644"/>
                  <a:pt x="114531" y="37659"/>
                  <a:pt x="114568" y="37659"/>
                </a:cubicBezTo>
                <a:cubicBezTo>
                  <a:pt x="114620" y="37659"/>
                  <a:pt x="114672" y="37631"/>
                  <a:pt x="114687" y="37584"/>
                </a:cubicBezTo>
                <a:cubicBezTo>
                  <a:pt x="115010" y="38175"/>
                  <a:pt x="115306" y="38767"/>
                  <a:pt x="115628" y="39358"/>
                </a:cubicBezTo>
                <a:cubicBezTo>
                  <a:pt x="115656" y="39423"/>
                  <a:pt x="115704" y="39450"/>
                  <a:pt x="115750" y="39450"/>
                </a:cubicBezTo>
                <a:cubicBezTo>
                  <a:pt x="115838" y="39450"/>
                  <a:pt x="115923" y="39356"/>
                  <a:pt x="115870" y="39251"/>
                </a:cubicBezTo>
                <a:cubicBezTo>
                  <a:pt x="115091" y="37557"/>
                  <a:pt x="114230" y="35890"/>
                  <a:pt x="113316" y="34277"/>
                </a:cubicBezTo>
                <a:lnTo>
                  <a:pt x="113316" y="34277"/>
                </a:lnTo>
                <a:lnTo>
                  <a:pt x="116408" y="39009"/>
                </a:lnTo>
                <a:cubicBezTo>
                  <a:pt x="116439" y="39061"/>
                  <a:pt x="116491" y="39085"/>
                  <a:pt x="116541" y="39085"/>
                </a:cubicBezTo>
                <a:cubicBezTo>
                  <a:pt x="116619" y="39085"/>
                  <a:pt x="116693" y="39026"/>
                  <a:pt x="116677" y="38928"/>
                </a:cubicBezTo>
                <a:lnTo>
                  <a:pt x="116677" y="38901"/>
                </a:lnTo>
                <a:lnTo>
                  <a:pt x="116757" y="39009"/>
                </a:lnTo>
                <a:cubicBezTo>
                  <a:pt x="116789" y="39041"/>
                  <a:pt x="116826" y="39054"/>
                  <a:pt x="116862" y="39054"/>
                </a:cubicBezTo>
                <a:cubicBezTo>
                  <a:pt x="116975" y="39054"/>
                  <a:pt x="117075" y="38916"/>
                  <a:pt x="116972" y="38794"/>
                </a:cubicBezTo>
                <a:cubicBezTo>
                  <a:pt x="116865" y="38659"/>
                  <a:pt x="116677" y="38363"/>
                  <a:pt x="116381" y="37933"/>
                </a:cubicBezTo>
                <a:cubicBezTo>
                  <a:pt x="116273" y="37664"/>
                  <a:pt x="116193" y="37396"/>
                  <a:pt x="116085" y="37127"/>
                </a:cubicBezTo>
                <a:lnTo>
                  <a:pt x="116085" y="37127"/>
                </a:lnTo>
                <a:cubicBezTo>
                  <a:pt x="116757" y="37933"/>
                  <a:pt x="117322" y="38578"/>
                  <a:pt x="117456" y="38767"/>
                </a:cubicBezTo>
                <a:cubicBezTo>
                  <a:pt x="117500" y="38810"/>
                  <a:pt x="117545" y="38828"/>
                  <a:pt x="117587" y="38828"/>
                </a:cubicBezTo>
                <a:cubicBezTo>
                  <a:pt x="117700" y="38828"/>
                  <a:pt x="117784" y="38696"/>
                  <a:pt x="117725" y="38578"/>
                </a:cubicBezTo>
                <a:lnTo>
                  <a:pt x="116515" y="36616"/>
                </a:lnTo>
                <a:cubicBezTo>
                  <a:pt x="115924" y="34600"/>
                  <a:pt x="114633" y="32718"/>
                  <a:pt x="113047" y="31185"/>
                </a:cubicBezTo>
                <a:lnTo>
                  <a:pt x="113047" y="31185"/>
                </a:lnTo>
                <a:cubicBezTo>
                  <a:pt x="113424" y="31400"/>
                  <a:pt x="113827" y="31642"/>
                  <a:pt x="114257" y="31831"/>
                </a:cubicBezTo>
                <a:cubicBezTo>
                  <a:pt x="114281" y="31850"/>
                  <a:pt x="114305" y="31858"/>
                  <a:pt x="114329" y="31858"/>
                </a:cubicBezTo>
                <a:cubicBezTo>
                  <a:pt x="114438" y="31858"/>
                  <a:pt x="114524" y="31682"/>
                  <a:pt x="114392" y="31616"/>
                </a:cubicBezTo>
                <a:cubicBezTo>
                  <a:pt x="114203" y="31427"/>
                  <a:pt x="114015" y="31266"/>
                  <a:pt x="113827" y="31105"/>
                </a:cubicBezTo>
                <a:cubicBezTo>
                  <a:pt x="114123" y="31051"/>
                  <a:pt x="114365" y="30836"/>
                  <a:pt x="114499" y="30540"/>
                </a:cubicBezTo>
                <a:cubicBezTo>
                  <a:pt x="114537" y="30425"/>
                  <a:pt x="114439" y="30324"/>
                  <a:pt x="114350" y="30324"/>
                </a:cubicBezTo>
                <a:cubicBezTo>
                  <a:pt x="114314" y="30324"/>
                  <a:pt x="114280" y="30340"/>
                  <a:pt x="114257" y="30379"/>
                </a:cubicBezTo>
                <a:lnTo>
                  <a:pt x="113182" y="30648"/>
                </a:lnTo>
                <a:cubicBezTo>
                  <a:pt x="113158" y="30629"/>
                  <a:pt x="113134" y="30621"/>
                  <a:pt x="113112" y="30621"/>
                </a:cubicBezTo>
                <a:cubicBezTo>
                  <a:pt x="113008" y="30621"/>
                  <a:pt x="112937" y="30796"/>
                  <a:pt x="113047" y="30863"/>
                </a:cubicBezTo>
                <a:lnTo>
                  <a:pt x="113074" y="30917"/>
                </a:lnTo>
                <a:lnTo>
                  <a:pt x="113074" y="30917"/>
                </a:lnTo>
                <a:lnTo>
                  <a:pt x="112994" y="30863"/>
                </a:lnTo>
                <a:cubicBezTo>
                  <a:pt x="112106" y="30325"/>
                  <a:pt x="111273" y="29680"/>
                  <a:pt x="110493" y="28954"/>
                </a:cubicBezTo>
                <a:lnTo>
                  <a:pt x="110305" y="28793"/>
                </a:lnTo>
                <a:lnTo>
                  <a:pt x="110520" y="28846"/>
                </a:lnTo>
                <a:cubicBezTo>
                  <a:pt x="110655" y="28927"/>
                  <a:pt x="110762" y="28981"/>
                  <a:pt x="110897" y="29035"/>
                </a:cubicBezTo>
                <a:cubicBezTo>
                  <a:pt x="111703" y="29304"/>
                  <a:pt x="112563" y="29492"/>
                  <a:pt x="113424" y="29572"/>
                </a:cubicBezTo>
                <a:cubicBezTo>
                  <a:pt x="113558" y="29572"/>
                  <a:pt x="113612" y="29330"/>
                  <a:pt x="113451" y="29304"/>
                </a:cubicBezTo>
                <a:cubicBezTo>
                  <a:pt x="112510" y="29088"/>
                  <a:pt x="111569" y="28873"/>
                  <a:pt x="110628" y="28631"/>
                </a:cubicBezTo>
                <a:lnTo>
                  <a:pt x="110359" y="28524"/>
                </a:lnTo>
                <a:lnTo>
                  <a:pt x="111246" y="28685"/>
                </a:lnTo>
                <a:cubicBezTo>
                  <a:pt x="111273" y="28685"/>
                  <a:pt x="111327" y="28685"/>
                  <a:pt x="111381" y="28658"/>
                </a:cubicBezTo>
                <a:cubicBezTo>
                  <a:pt x="111676" y="28712"/>
                  <a:pt x="111972" y="28766"/>
                  <a:pt x="112295" y="28820"/>
                </a:cubicBezTo>
                <a:cubicBezTo>
                  <a:pt x="112303" y="28821"/>
                  <a:pt x="112311" y="28822"/>
                  <a:pt x="112319" y="28822"/>
                </a:cubicBezTo>
                <a:cubicBezTo>
                  <a:pt x="112458" y="28822"/>
                  <a:pt x="112476" y="28602"/>
                  <a:pt x="112348" y="28551"/>
                </a:cubicBezTo>
                <a:cubicBezTo>
                  <a:pt x="110601" y="27879"/>
                  <a:pt x="108800" y="27341"/>
                  <a:pt x="106972" y="26911"/>
                </a:cubicBezTo>
                <a:lnTo>
                  <a:pt x="105063" y="26293"/>
                </a:lnTo>
                <a:lnTo>
                  <a:pt x="108235" y="25835"/>
                </a:lnTo>
                <a:cubicBezTo>
                  <a:pt x="108522" y="25809"/>
                  <a:pt x="108455" y="25404"/>
                  <a:pt x="108181" y="25404"/>
                </a:cubicBezTo>
                <a:cubicBezTo>
                  <a:pt x="108172" y="25404"/>
                  <a:pt x="108163" y="25405"/>
                  <a:pt x="108154" y="25405"/>
                </a:cubicBezTo>
                <a:lnTo>
                  <a:pt x="102374" y="25970"/>
                </a:lnTo>
                <a:cubicBezTo>
                  <a:pt x="102321" y="25970"/>
                  <a:pt x="102267" y="25970"/>
                  <a:pt x="102213" y="25997"/>
                </a:cubicBezTo>
                <a:lnTo>
                  <a:pt x="100654" y="26158"/>
                </a:lnTo>
                <a:cubicBezTo>
                  <a:pt x="100573" y="26158"/>
                  <a:pt x="100492" y="26239"/>
                  <a:pt x="100492" y="26319"/>
                </a:cubicBezTo>
                <a:cubicBezTo>
                  <a:pt x="99659" y="26454"/>
                  <a:pt x="98853" y="26588"/>
                  <a:pt x="98019" y="26723"/>
                </a:cubicBezTo>
                <a:cubicBezTo>
                  <a:pt x="97643" y="26696"/>
                  <a:pt x="97266" y="26696"/>
                  <a:pt x="96890" y="26696"/>
                </a:cubicBezTo>
                <a:cubicBezTo>
                  <a:pt x="97401" y="26454"/>
                  <a:pt x="97912" y="26185"/>
                  <a:pt x="98422" y="25889"/>
                </a:cubicBezTo>
                <a:cubicBezTo>
                  <a:pt x="98570" y="25815"/>
                  <a:pt x="98537" y="25560"/>
                  <a:pt x="98365" y="25560"/>
                </a:cubicBezTo>
                <a:cubicBezTo>
                  <a:pt x="98349" y="25560"/>
                  <a:pt x="98333" y="25562"/>
                  <a:pt x="98315" y="25567"/>
                </a:cubicBezTo>
                <a:cubicBezTo>
                  <a:pt x="96809" y="25916"/>
                  <a:pt x="95304" y="26400"/>
                  <a:pt x="93852" y="26965"/>
                </a:cubicBezTo>
                <a:cubicBezTo>
                  <a:pt x="94497" y="26454"/>
                  <a:pt x="95089" y="25862"/>
                  <a:pt x="95626" y="25217"/>
                </a:cubicBezTo>
                <a:cubicBezTo>
                  <a:pt x="95653" y="25217"/>
                  <a:pt x="95653" y="25163"/>
                  <a:pt x="95653" y="25136"/>
                </a:cubicBezTo>
                <a:cubicBezTo>
                  <a:pt x="95895" y="24895"/>
                  <a:pt x="96137" y="24626"/>
                  <a:pt x="96352" y="24357"/>
                </a:cubicBezTo>
                <a:cubicBezTo>
                  <a:pt x="96379" y="24303"/>
                  <a:pt x="96379" y="24222"/>
                  <a:pt x="96325" y="24196"/>
                </a:cubicBezTo>
                <a:cubicBezTo>
                  <a:pt x="96083" y="24000"/>
                  <a:pt x="95826" y="23918"/>
                  <a:pt x="95561" y="23918"/>
                </a:cubicBezTo>
                <a:cubicBezTo>
                  <a:pt x="94444" y="23918"/>
                  <a:pt x="93203" y="25383"/>
                  <a:pt x="92508" y="25970"/>
                </a:cubicBezTo>
                <a:lnTo>
                  <a:pt x="91917" y="26454"/>
                </a:lnTo>
                <a:cubicBezTo>
                  <a:pt x="92132" y="26212"/>
                  <a:pt x="92347" y="25970"/>
                  <a:pt x="92562" y="25728"/>
                </a:cubicBezTo>
                <a:cubicBezTo>
                  <a:pt x="92646" y="25643"/>
                  <a:pt x="92548" y="25542"/>
                  <a:pt x="92450" y="25542"/>
                </a:cubicBezTo>
                <a:cubicBezTo>
                  <a:pt x="92423" y="25542"/>
                  <a:pt x="92396" y="25549"/>
                  <a:pt x="92374" y="25567"/>
                </a:cubicBezTo>
                <a:cubicBezTo>
                  <a:pt x="91379" y="26427"/>
                  <a:pt x="90384" y="27287"/>
                  <a:pt x="89416" y="28201"/>
                </a:cubicBezTo>
                <a:cubicBezTo>
                  <a:pt x="89631" y="27959"/>
                  <a:pt x="89820" y="27717"/>
                  <a:pt x="90035" y="27475"/>
                </a:cubicBezTo>
                <a:cubicBezTo>
                  <a:pt x="90160" y="27330"/>
                  <a:pt x="89994" y="27119"/>
                  <a:pt x="89826" y="27119"/>
                </a:cubicBezTo>
                <a:cubicBezTo>
                  <a:pt x="89777" y="27119"/>
                  <a:pt x="89728" y="27137"/>
                  <a:pt x="89685" y="27180"/>
                </a:cubicBezTo>
                <a:cubicBezTo>
                  <a:pt x="88422" y="28605"/>
                  <a:pt x="87158" y="30056"/>
                  <a:pt x="85868" y="31481"/>
                </a:cubicBezTo>
                <a:lnTo>
                  <a:pt x="85733" y="31589"/>
                </a:lnTo>
                <a:cubicBezTo>
                  <a:pt x="85706" y="31616"/>
                  <a:pt x="85679" y="31669"/>
                  <a:pt x="85679" y="31696"/>
                </a:cubicBezTo>
                <a:cubicBezTo>
                  <a:pt x="85142" y="32315"/>
                  <a:pt x="84577" y="32933"/>
                  <a:pt x="84039" y="33551"/>
                </a:cubicBezTo>
                <a:cubicBezTo>
                  <a:pt x="83986" y="33551"/>
                  <a:pt x="83932" y="33605"/>
                  <a:pt x="83932" y="33686"/>
                </a:cubicBezTo>
                <a:cubicBezTo>
                  <a:pt x="83636" y="34008"/>
                  <a:pt x="83314" y="34358"/>
                  <a:pt x="83018" y="34707"/>
                </a:cubicBezTo>
                <a:cubicBezTo>
                  <a:pt x="82964" y="34707"/>
                  <a:pt x="82910" y="34734"/>
                  <a:pt x="82883" y="34761"/>
                </a:cubicBezTo>
                <a:cubicBezTo>
                  <a:pt x="82857" y="34842"/>
                  <a:pt x="82830" y="34895"/>
                  <a:pt x="82803" y="34976"/>
                </a:cubicBezTo>
                <a:lnTo>
                  <a:pt x="82722" y="35030"/>
                </a:lnTo>
                <a:cubicBezTo>
                  <a:pt x="82695" y="35084"/>
                  <a:pt x="82668" y="35137"/>
                  <a:pt x="82668" y="35191"/>
                </a:cubicBezTo>
                <a:cubicBezTo>
                  <a:pt x="82561" y="35379"/>
                  <a:pt x="82480" y="35594"/>
                  <a:pt x="82373" y="35809"/>
                </a:cubicBezTo>
                <a:cubicBezTo>
                  <a:pt x="82319" y="35890"/>
                  <a:pt x="82265" y="35944"/>
                  <a:pt x="82238" y="36024"/>
                </a:cubicBezTo>
                <a:lnTo>
                  <a:pt x="82131" y="36159"/>
                </a:lnTo>
                <a:cubicBezTo>
                  <a:pt x="82561" y="35245"/>
                  <a:pt x="82991" y="34358"/>
                  <a:pt x="83421" y="33471"/>
                </a:cubicBezTo>
                <a:cubicBezTo>
                  <a:pt x="83476" y="33361"/>
                  <a:pt x="83394" y="33263"/>
                  <a:pt x="83310" y="33263"/>
                </a:cubicBezTo>
                <a:cubicBezTo>
                  <a:pt x="83271" y="33263"/>
                  <a:pt x="83232" y="33285"/>
                  <a:pt x="83206" y="33336"/>
                </a:cubicBezTo>
                <a:cubicBezTo>
                  <a:pt x="82534" y="34519"/>
                  <a:pt x="81835" y="35675"/>
                  <a:pt x="81082" y="36831"/>
                </a:cubicBezTo>
                <a:cubicBezTo>
                  <a:pt x="80975" y="36965"/>
                  <a:pt x="80894" y="37073"/>
                  <a:pt x="80787" y="37207"/>
                </a:cubicBezTo>
                <a:cubicBezTo>
                  <a:pt x="81217" y="36428"/>
                  <a:pt x="81593" y="35594"/>
                  <a:pt x="81996" y="34868"/>
                </a:cubicBezTo>
                <a:lnTo>
                  <a:pt x="84147" y="30997"/>
                </a:lnTo>
                <a:cubicBezTo>
                  <a:pt x="84204" y="30903"/>
                  <a:pt x="84115" y="30795"/>
                  <a:pt x="84019" y="30795"/>
                </a:cubicBezTo>
                <a:cubicBezTo>
                  <a:pt x="83979" y="30795"/>
                  <a:pt x="83937" y="30815"/>
                  <a:pt x="83905" y="30863"/>
                </a:cubicBezTo>
                <a:cubicBezTo>
                  <a:pt x="83072" y="32153"/>
                  <a:pt x="82158" y="33390"/>
                  <a:pt x="81190" y="34600"/>
                </a:cubicBezTo>
                <a:cubicBezTo>
                  <a:pt x="80894" y="34976"/>
                  <a:pt x="80545" y="35352"/>
                  <a:pt x="80195" y="35702"/>
                </a:cubicBezTo>
                <a:lnTo>
                  <a:pt x="80195" y="35541"/>
                </a:lnTo>
                <a:cubicBezTo>
                  <a:pt x="81620" y="33390"/>
                  <a:pt x="83179" y="31347"/>
                  <a:pt x="84900" y="29384"/>
                </a:cubicBezTo>
                <a:cubicBezTo>
                  <a:pt x="85034" y="29277"/>
                  <a:pt x="85169" y="29115"/>
                  <a:pt x="85276" y="28954"/>
                </a:cubicBezTo>
                <a:cubicBezTo>
                  <a:pt x="85464" y="28739"/>
                  <a:pt x="85653" y="28551"/>
                  <a:pt x="85841" y="28336"/>
                </a:cubicBezTo>
                <a:cubicBezTo>
                  <a:pt x="85926" y="28251"/>
                  <a:pt x="85826" y="28115"/>
                  <a:pt x="85727" y="28115"/>
                </a:cubicBezTo>
                <a:cubicBezTo>
                  <a:pt x="85701" y="28115"/>
                  <a:pt x="85675" y="28125"/>
                  <a:pt x="85653" y="28147"/>
                </a:cubicBezTo>
                <a:lnTo>
                  <a:pt x="85115" y="28739"/>
                </a:lnTo>
                <a:cubicBezTo>
                  <a:pt x="84954" y="28900"/>
                  <a:pt x="84765" y="29062"/>
                  <a:pt x="84631" y="29277"/>
                </a:cubicBezTo>
                <a:lnTo>
                  <a:pt x="81835" y="32288"/>
                </a:lnTo>
                <a:lnTo>
                  <a:pt x="84013" y="29680"/>
                </a:lnTo>
                <a:cubicBezTo>
                  <a:pt x="85115" y="28336"/>
                  <a:pt x="86298" y="27072"/>
                  <a:pt x="86728" y="25352"/>
                </a:cubicBezTo>
                <a:cubicBezTo>
                  <a:pt x="86769" y="25270"/>
                  <a:pt x="86686" y="25189"/>
                  <a:pt x="86609" y="25189"/>
                </a:cubicBezTo>
                <a:cubicBezTo>
                  <a:pt x="86584" y="25189"/>
                  <a:pt x="86559" y="25197"/>
                  <a:pt x="86540" y="25217"/>
                </a:cubicBezTo>
                <a:cubicBezTo>
                  <a:pt x="85007" y="26911"/>
                  <a:pt x="83582" y="28712"/>
                  <a:pt x="82292" y="30594"/>
                </a:cubicBezTo>
                <a:lnTo>
                  <a:pt x="83314" y="28658"/>
                </a:lnTo>
                <a:cubicBezTo>
                  <a:pt x="83556" y="28228"/>
                  <a:pt x="84120" y="27314"/>
                  <a:pt x="84093" y="27180"/>
                </a:cubicBezTo>
                <a:lnTo>
                  <a:pt x="84416" y="26615"/>
                </a:lnTo>
                <a:cubicBezTo>
                  <a:pt x="84452" y="26505"/>
                  <a:pt x="84377" y="26408"/>
                  <a:pt x="84299" y="26408"/>
                </a:cubicBezTo>
                <a:cubicBezTo>
                  <a:pt x="84263" y="26408"/>
                  <a:pt x="84227" y="26429"/>
                  <a:pt x="84201" y="26481"/>
                </a:cubicBezTo>
                <a:lnTo>
                  <a:pt x="83771" y="27287"/>
                </a:lnTo>
                <a:cubicBezTo>
                  <a:pt x="83582" y="27556"/>
                  <a:pt x="83448" y="27825"/>
                  <a:pt x="83314" y="28121"/>
                </a:cubicBezTo>
                <a:lnTo>
                  <a:pt x="80383" y="33605"/>
                </a:lnTo>
                <a:cubicBezTo>
                  <a:pt x="80330" y="33686"/>
                  <a:pt x="80276" y="33766"/>
                  <a:pt x="80222" y="33847"/>
                </a:cubicBezTo>
                <a:lnTo>
                  <a:pt x="80088" y="34035"/>
                </a:lnTo>
                <a:cubicBezTo>
                  <a:pt x="80061" y="33686"/>
                  <a:pt x="80034" y="33309"/>
                  <a:pt x="80034" y="32960"/>
                </a:cubicBezTo>
                <a:cubicBezTo>
                  <a:pt x="80249" y="32395"/>
                  <a:pt x="80545" y="31831"/>
                  <a:pt x="80840" y="31293"/>
                </a:cubicBezTo>
                <a:cubicBezTo>
                  <a:pt x="81701" y="29626"/>
                  <a:pt x="82615" y="27932"/>
                  <a:pt x="83609" y="26319"/>
                </a:cubicBezTo>
                <a:cubicBezTo>
                  <a:pt x="83717" y="26158"/>
                  <a:pt x="83798" y="25997"/>
                  <a:pt x="83905" y="25835"/>
                </a:cubicBezTo>
                <a:cubicBezTo>
                  <a:pt x="84147" y="25432"/>
                  <a:pt x="84389" y="25029"/>
                  <a:pt x="84631" y="24626"/>
                </a:cubicBezTo>
                <a:cubicBezTo>
                  <a:pt x="84658" y="24572"/>
                  <a:pt x="84658" y="24491"/>
                  <a:pt x="84577" y="24464"/>
                </a:cubicBezTo>
                <a:lnTo>
                  <a:pt x="86593" y="21991"/>
                </a:lnTo>
                <a:cubicBezTo>
                  <a:pt x="86655" y="21909"/>
                  <a:pt x="86575" y="21794"/>
                  <a:pt x="86485" y="21794"/>
                </a:cubicBezTo>
                <a:cubicBezTo>
                  <a:pt x="86458" y="21794"/>
                  <a:pt x="86430" y="21805"/>
                  <a:pt x="86405" y="21830"/>
                </a:cubicBezTo>
                <a:cubicBezTo>
                  <a:pt x="85169" y="23040"/>
                  <a:pt x="83959" y="24303"/>
                  <a:pt x="82803" y="25594"/>
                </a:cubicBezTo>
                <a:cubicBezTo>
                  <a:pt x="84308" y="23577"/>
                  <a:pt x="85787" y="21534"/>
                  <a:pt x="87212" y="19464"/>
                </a:cubicBezTo>
                <a:cubicBezTo>
                  <a:pt x="87274" y="19381"/>
                  <a:pt x="87193" y="19267"/>
                  <a:pt x="87104" y="19267"/>
                </a:cubicBezTo>
                <a:cubicBezTo>
                  <a:pt x="87077" y="19267"/>
                  <a:pt x="87049" y="19278"/>
                  <a:pt x="87024" y="19303"/>
                </a:cubicBezTo>
                <a:cubicBezTo>
                  <a:pt x="85088" y="21346"/>
                  <a:pt x="83367" y="23577"/>
                  <a:pt x="81862" y="25970"/>
                </a:cubicBezTo>
                <a:cubicBezTo>
                  <a:pt x="82534" y="24706"/>
                  <a:pt x="83260" y="23443"/>
                  <a:pt x="83959" y="22206"/>
                </a:cubicBezTo>
                <a:cubicBezTo>
                  <a:pt x="84765" y="21077"/>
                  <a:pt x="85545" y="19948"/>
                  <a:pt x="86271" y="18765"/>
                </a:cubicBezTo>
                <a:cubicBezTo>
                  <a:pt x="86359" y="18633"/>
                  <a:pt x="86267" y="18502"/>
                  <a:pt x="86143" y="18502"/>
                </a:cubicBezTo>
                <a:cubicBezTo>
                  <a:pt x="86115" y="18502"/>
                  <a:pt x="86085" y="18508"/>
                  <a:pt x="86056" y="18523"/>
                </a:cubicBezTo>
                <a:lnTo>
                  <a:pt x="86190" y="18335"/>
                </a:lnTo>
                <a:cubicBezTo>
                  <a:pt x="86647" y="17824"/>
                  <a:pt x="87104" y="17340"/>
                  <a:pt x="87534" y="16829"/>
                </a:cubicBezTo>
                <a:cubicBezTo>
                  <a:pt x="87680" y="16684"/>
                  <a:pt x="87552" y="16473"/>
                  <a:pt x="87412" y="16473"/>
                </a:cubicBezTo>
                <a:cubicBezTo>
                  <a:pt x="87371" y="16473"/>
                  <a:pt x="87329" y="16491"/>
                  <a:pt x="87292" y="16534"/>
                </a:cubicBezTo>
                <a:cubicBezTo>
                  <a:pt x="86136" y="17770"/>
                  <a:pt x="85007" y="19034"/>
                  <a:pt x="83905" y="20324"/>
                </a:cubicBezTo>
                <a:cubicBezTo>
                  <a:pt x="85007" y="18819"/>
                  <a:pt x="86136" y="17313"/>
                  <a:pt x="87239" y="15808"/>
                </a:cubicBezTo>
                <a:cubicBezTo>
                  <a:pt x="87363" y="15658"/>
                  <a:pt x="87211" y="15509"/>
                  <a:pt x="87038" y="15509"/>
                </a:cubicBezTo>
                <a:cubicBezTo>
                  <a:pt x="87025" y="15509"/>
                  <a:pt x="87011" y="15510"/>
                  <a:pt x="86997" y="15512"/>
                </a:cubicBezTo>
                <a:lnTo>
                  <a:pt x="87669" y="14571"/>
                </a:lnTo>
                <a:cubicBezTo>
                  <a:pt x="87723" y="14517"/>
                  <a:pt x="87723" y="14437"/>
                  <a:pt x="87669" y="14383"/>
                </a:cubicBezTo>
                <a:lnTo>
                  <a:pt x="89551" y="12689"/>
                </a:lnTo>
                <a:cubicBezTo>
                  <a:pt x="89631" y="12609"/>
                  <a:pt x="89658" y="12447"/>
                  <a:pt x="89551" y="12367"/>
                </a:cubicBezTo>
                <a:lnTo>
                  <a:pt x="90868" y="11318"/>
                </a:lnTo>
                <a:cubicBezTo>
                  <a:pt x="91002" y="11184"/>
                  <a:pt x="90949" y="10942"/>
                  <a:pt x="90760" y="10888"/>
                </a:cubicBezTo>
                <a:lnTo>
                  <a:pt x="90895" y="10754"/>
                </a:lnTo>
                <a:cubicBezTo>
                  <a:pt x="91051" y="10597"/>
                  <a:pt x="90948" y="10311"/>
                  <a:pt x="90754" y="10311"/>
                </a:cubicBezTo>
                <a:cubicBezTo>
                  <a:pt x="90715" y="10311"/>
                  <a:pt x="90672" y="10323"/>
                  <a:pt x="90626" y="10350"/>
                </a:cubicBezTo>
                <a:cubicBezTo>
                  <a:pt x="89309" y="11076"/>
                  <a:pt x="88045" y="11856"/>
                  <a:pt x="86809" y="12716"/>
                </a:cubicBezTo>
                <a:cubicBezTo>
                  <a:pt x="87723" y="11910"/>
                  <a:pt x="88583" y="11076"/>
                  <a:pt x="89470" y="10243"/>
                </a:cubicBezTo>
                <a:lnTo>
                  <a:pt x="90922" y="9759"/>
                </a:lnTo>
                <a:cubicBezTo>
                  <a:pt x="91048" y="9708"/>
                  <a:pt x="90984" y="9515"/>
                  <a:pt x="90864" y="9515"/>
                </a:cubicBezTo>
                <a:cubicBezTo>
                  <a:pt x="90857" y="9515"/>
                  <a:pt x="90849" y="9515"/>
                  <a:pt x="90841" y="9517"/>
                </a:cubicBezTo>
                <a:lnTo>
                  <a:pt x="90062" y="9651"/>
                </a:lnTo>
                <a:lnTo>
                  <a:pt x="90088" y="9624"/>
                </a:lnTo>
                <a:cubicBezTo>
                  <a:pt x="90142" y="9544"/>
                  <a:pt x="90196" y="9463"/>
                  <a:pt x="90169" y="9383"/>
                </a:cubicBezTo>
                <a:lnTo>
                  <a:pt x="90653" y="9167"/>
                </a:lnTo>
                <a:cubicBezTo>
                  <a:pt x="90794" y="9097"/>
                  <a:pt x="90730" y="8884"/>
                  <a:pt x="90586" y="8884"/>
                </a:cubicBezTo>
                <a:cubicBezTo>
                  <a:pt x="90565" y="8884"/>
                  <a:pt x="90543" y="8888"/>
                  <a:pt x="90519" y="8899"/>
                </a:cubicBezTo>
                <a:cubicBezTo>
                  <a:pt x="90142" y="9060"/>
                  <a:pt x="89766" y="9221"/>
                  <a:pt x="89363" y="9383"/>
                </a:cubicBezTo>
                <a:cubicBezTo>
                  <a:pt x="89228" y="9409"/>
                  <a:pt x="89094" y="9463"/>
                  <a:pt x="88959" y="9517"/>
                </a:cubicBezTo>
                <a:lnTo>
                  <a:pt x="89040" y="9436"/>
                </a:lnTo>
                <a:cubicBezTo>
                  <a:pt x="89147" y="9330"/>
                  <a:pt x="89050" y="9155"/>
                  <a:pt x="88925" y="9155"/>
                </a:cubicBezTo>
                <a:cubicBezTo>
                  <a:pt x="88892" y="9155"/>
                  <a:pt x="88858" y="9167"/>
                  <a:pt x="88825" y="9194"/>
                </a:cubicBezTo>
                <a:cubicBezTo>
                  <a:pt x="88556" y="9436"/>
                  <a:pt x="88287" y="9705"/>
                  <a:pt x="87991" y="9947"/>
                </a:cubicBezTo>
                <a:lnTo>
                  <a:pt x="87723" y="10081"/>
                </a:lnTo>
                <a:lnTo>
                  <a:pt x="87212" y="10323"/>
                </a:lnTo>
                <a:cubicBezTo>
                  <a:pt x="86540" y="10512"/>
                  <a:pt x="85868" y="10700"/>
                  <a:pt x="85196" y="10915"/>
                </a:cubicBezTo>
                <a:lnTo>
                  <a:pt x="85545" y="10700"/>
                </a:lnTo>
                <a:cubicBezTo>
                  <a:pt x="87292" y="9705"/>
                  <a:pt x="88959" y="8576"/>
                  <a:pt x="90492" y="7312"/>
                </a:cubicBezTo>
                <a:cubicBezTo>
                  <a:pt x="90582" y="7245"/>
                  <a:pt x="90501" y="7139"/>
                  <a:pt x="90410" y="7139"/>
                </a:cubicBezTo>
                <a:cubicBezTo>
                  <a:pt x="90392" y="7139"/>
                  <a:pt x="90374" y="7143"/>
                  <a:pt x="90357" y="7151"/>
                </a:cubicBezTo>
                <a:lnTo>
                  <a:pt x="86029" y="10108"/>
                </a:lnTo>
                <a:lnTo>
                  <a:pt x="85464" y="10485"/>
                </a:lnTo>
                <a:lnTo>
                  <a:pt x="85088" y="10727"/>
                </a:lnTo>
                <a:cubicBezTo>
                  <a:pt x="84604" y="10969"/>
                  <a:pt x="84066" y="11184"/>
                  <a:pt x="83582" y="11426"/>
                </a:cubicBezTo>
                <a:cubicBezTo>
                  <a:pt x="83744" y="11237"/>
                  <a:pt x="83905" y="11103"/>
                  <a:pt x="84066" y="10915"/>
                </a:cubicBezTo>
                <a:cubicBezTo>
                  <a:pt x="85921" y="9167"/>
                  <a:pt x="87696" y="7339"/>
                  <a:pt x="89389" y="5431"/>
                </a:cubicBezTo>
                <a:cubicBezTo>
                  <a:pt x="89451" y="5369"/>
                  <a:pt x="89403" y="5260"/>
                  <a:pt x="89341" y="5260"/>
                </a:cubicBezTo>
                <a:cubicBezTo>
                  <a:pt x="89321" y="5260"/>
                  <a:pt x="89301" y="5271"/>
                  <a:pt x="89282" y="5296"/>
                </a:cubicBezTo>
                <a:cubicBezTo>
                  <a:pt x="88287" y="6210"/>
                  <a:pt x="87346" y="7151"/>
                  <a:pt x="86405" y="8092"/>
                </a:cubicBezTo>
                <a:lnTo>
                  <a:pt x="91352" y="2903"/>
                </a:lnTo>
                <a:cubicBezTo>
                  <a:pt x="91415" y="2840"/>
                  <a:pt x="91363" y="2744"/>
                  <a:pt x="91298" y="2744"/>
                </a:cubicBezTo>
                <a:cubicBezTo>
                  <a:pt x="91281" y="2744"/>
                  <a:pt x="91262" y="2752"/>
                  <a:pt x="91244" y="2769"/>
                </a:cubicBezTo>
                <a:cubicBezTo>
                  <a:pt x="90330" y="3576"/>
                  <a:pt x="89443" y="4382"/>
                  <a:pt x="88583" y="5242"/>
                </a:cubicBezTo>
                <a:lnTo>
                  <a:pt x="91379" y="2124"/>
                </a:lnTo>
                <a:cubicBezTo>
                  <a:pt x="91420" y="2061"/>
                  <a:pt x="91381" y="1999"/>
                  <a:pt x="91324" y="1999"/>
                </a:cubicBezTo>
                <a:cubicBezTo>
                  <a:pt x="91308" y="1999"/>
                  <a:pt x="91289" y="2004"/>
                  <a:pt x="91271" y="2016"/>
                </a:cubicBezTo>
                <a:cubicBezTo>
                  <a:pt x="88717" y="4086"/>
                  <a:pt x="86378" y="6398"/>
                  <a:pt x="84255" y="8925"/>
                </a:cubicBezTo>
                <a:cubicBezTo>
                  <a:pt x="84873" y="7850"/>
                  <a:pt x="85518" y="6829"/>
                  <a:pt x="86244" y="5834"/>
                </a:cubicBezTo>
                <a:cubicBezTo>
                  <a:pt x="86943" y="5108"/>
                  <a:pt x="87588" y="4301"/>
                  <a:pt x="88126" y="3468"/>
                </a:cubicBezTo>
                <a:cubicBezTo>
                  <a:pt x="88395" y="3145"/>
                  <a:pt x="88664" y="2850"/>
                  <a:pt x="88932" y="2554"/>
                </a:cubicBezTo>
                <a:cubicBezTo>
                  <a:pt x="88954" y="2532"/>
                  <a:pt x="88941" y="2493"/>
                  <a:pt x="88906" y="2493"/>
                </a:cubicBezTo>
                <a:cubicBezTo>
                  <a:pt x="88898" y="2493"/>
                  <a:pt x="88889" y="2495"/>
                  <a:pt x="88879" y="2500"/>
                </a:cubicBezTo>
                <a:cubicBezTo>
                  <a:pt x="88717" y="2635"/>
                  <a:pt x="88583" y="2796"/>
                  <a:pt x="88448" y="2930"/>
                </a:cubicBezTo>
                <a:cubicBezTo>
                  <a:pt x="88852" y="2231"/>
                  <a:pt x="89201" y="1532"/>
                  <a:pt x="89497" y="807"/>
                </a:cubicBezTo>
                <a:cubicBezTo>
                  <a:pt x="89533" y="735"/>
                  <a:pt x="89485" y="687"/>
                  <a:pt x="89425" y="687"/>
                </a:cubicBezTo>
                <a:cubicBezTo>
                  <a:pt x="89395" y="687"/>
                  <a:pt x="89363" y="699"/>
                  <a:pt x="89336" y="726"/>
                </a:cubicBezTo>
                <a:cubicBezTo>
                  <a:pt x="88879" y="1264"/>
                  <a:pt x="84819" y="5968"/>
                  <a:pt x="83582" y="7528"/>
                </a:cubicBezTo>
                <a:lnTo>
                  <a:pt x="83717" y="7124"/>
                </a:lnTo>
                <a:cubicBezTo>
                  <a:pt x="84712" y="5269"/>
                  <a:pt x="87077" y="1102"/>
                  <a:pt x="87373" y="457"/>
                </a:cubicBezTo>
                <a:cubicBezTo>
                  <a:pt x="87411" y="400"/>
                  <a:pt x="87342" y="343"/>
                  <a:pt x="87279" y="343"/>
                </a:cubicBezTo>
                <a:cubicBezTo>
                  <a:pt x="87253" y="343"/>
                  <a:pt x="87228" y="353"/>
                  <a:pt x="87212" y="376"/>
                </a:cubicBezTo>
                <a:cubicBezTo>
                  <a:pt x="86083" y="1936"/>
                  <a:pt x="85088" y="3602"/>
                  <a:pt x="84255" y="5377"/>
                </a:cubicBezTo>
                <a:cubicBezTo>
                  <a:pt x="84792" y="3683"/>
                  <a:pt x="85303" y="1989"/>
                  <a:pt x="85841" y="296"/>
                </a:cubicBezTo>
                <a:cubicBezTo>
                  <a:pt x="85859" y="224"/>
                  <a:pt x="85805" y="176"/>
                  <a:pt x="85751" y="176"/>
                </a:cubicBezTo>
                <a:cubicBezTo>
                  <a:pt x="85724" y="176"/>
                  <a:pt x="85697" y="188"/>
                  <a:pt x="85679" y="215"/>
                </a:cubicBezTo>
                <a:cubicBezTo>
                  <a:pt x="84523" y="1586"/>
                  <a:pt x="83636" y="3172"/>
                  <a:pt x="83045" y="4866"/>
                </a:cubicBezTo>
                <a:cubicBezTo>
                  <a:pt x="83072" y="4059"/>
                  <a:pt x="83099" y="3253"/>
                  <a:pt x="83099" y="2473"/>
                </a:cubicBezTo>
                <a:cubicBezTo>
                  <a:pt x="83099" y="2413"/>
                  <a:pt x="83056" y="2378"/>
                  <a:pt x="83009" y="2378"/>
                </a:cubicBezTo>
                <a:cubicBezTo>
                  <a:pt x="82973" y="2378"/>
                  <a:pt x="82934" y="2399"/>
                  <a:pt x="82910" y="2446"/>
                </a:cubicBezTo>
                <a:cubicBezTo>
                  <a:pt x="82749" y="2850"/>
                  <a:pt x="82615" y="3280"/>
                  <a:pt x="82480" y="3683"/>
                </a:cubicBezTo>
                <a:cubicBezTo>
                  <a:pt x="82534" y="2500"/>
                  <a:pt x="82588" y="1290"/>
                  <a:pt x="82668" y="108"/>
                </a:cubicBezTo>
                <a:cubicBezTo>
                  <a:pt x="82668" y="45"/>
                  <a:pt x="82614" y="1"/>
                  <a:pt x="8255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39" name="PlaceHolder 1"/>
          <p:cNvSpPr>
            <a:spLocks noGrp="1"/>
          </p:cNvSpPr>
          <p:nvPr>
            <p:ph type="title"/>
          </p:nvPr>
        </p:nvSpPr>
        <p:spPr>
          <a:xfrm>
            <a:off x="3984120" y="549360"/>
            <a:ext cx="4223520" cy="222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40" name="Google Shape;451;p8"/>
          <p:cNvSpPr/>
          <p:nvPr/>
        </p:nvSpPr>
        <p:spPr>
          <a:xfrm>
            <a:off x="1833480" y="2039400"/>
            <a:ext cx="28800" cy="27720"/>
          </a:xfrm>
          <a:custGeom>
            <a:avLst/>
            <a:gdLst>
              <a:gd name="textAreaLeft" fmla="*/ 0 w 28800"/>
              <a:gd name="textAreaRight" fmla="*/ 29160 w 2880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969" h="942">
                <a:moveTo>
                  <a:pt x="968" y="0"/>
                </a:moveTo>
                <a:lnTo>
                  <a:pt x="404" y="538"/>
                </a:lnTo>
                <a:lnTo>
                  <a:pt x="0" y="941"/>
                </a:lnTo>
                <a:cubicBezTo>
                  <a:pt x="350" y="646"/>
                  <a:pt x="672" y="350"/>
                  <a:pt x="96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040" bIns="14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1" name="Google Shape;452;p8"/>
          <p:cNvSpPr/>
          <p:nvPr/>
        </p:nvSpPr>
        <p:spPr>
          <a:xfrm>
            <a:off x="1896480" y="1991880"/>
            <a:ext cx="9360" cy="11880"/>
          </a:xfrm>
          <a:custGeom>
            <a:avLst/>
            <a:gdLst>
              <a:gd name="textAreaLeft" fmla="*/ 0 w 9360"/>
              <a:gd name="textAreaRight" fmla="*/ 9720 w 936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323" h="404">
                <a:moveTo>
                  <a:pt x="323" y="0"/>
                </a:moveTo>
                <a:lnTo>
                  <a:pt x="323" y="0"/>
                </a:lnTo>
                <a:cubicBezTo>
                  <a:pt x="215" y="135"/>
                  <a:pt x="108" y="269"/>
                  <a:pt x="0" y="404"/>
                </a:cubicBezTo>
                <a:cubicBezTo>
                  <a:pt x="188" y="215"/>
                  <a:pt x="323" y="54"/>
                  <a:pt x="32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2" name="Google Shape;453;p8"/>
          <p:cNvSpPr/>
          <p:nvPr/>
        </p:nvSpPr>
        <p:spPr>
          <a:xfrm>
            <a:off x="1440000" y="2162520"/>
            <a:ext cx="340560" cy="494640"/>
          </a:xfrm>
          <a:custGeom>
            <a:avLst/>
            <a:gdLst>
              <a:gd name="textAreaLeft" fmla="*/ 0 w 340560"/>
              <a:gd name="textAreaRight" fmla="*/ 340920 w 340560"/>
              <a:gd name="textAreaTop" fmla="*/ 0 h 494640"/>
              <a:gd name="textAreaBottom" fmla="*/ 495000 h 494640"/>
            </a:gdLst>
            <a:ahLst/>
            <a:cxnLst/>
            <a:rect l="textAreaLeft" t="textAreaTop" r="textAreaRight" b="textAreaBottom"/>
            <a:pathLst>
              <a:path w="11381" h="16535">
                <a:moveTo>
                  <a:pt x="11290" y="0"/>
                </a:moveTo>
                <a:cubicBezTo>
                  <a:pt x="11271" y="0"/>
                  <a:pt x="11250" y="7"/>
                  <a:pt x="11235" y="23"/>
                </a:cubicBezTo>
                <a:cubicBezTo>
                  <a:pt x="7175" y="5238"/>
                  <a:pt x="3411" y="10722"/>
                  <a:pt x="24" y="16422"/>
                </a:cubicBezTo>
                <a:cubicBezTo>
                  <a:pt x="1" y="16468"/>
                  <a:pt x="18" y="16535"/>
                  <a:pt x="75" y="16535"/>
                </a:cubicBezTo>
                <a:cubicBezTo>
                  <a:pt x="84" y="16535"/>
                  <a:pt x="94" y="16533"/>
                  <a:pt x="105" y="16529"/>
                </a:cubicBezTo>
                <a:cubicBezTo>
                  <a:pt x="320" y="16476"/>
                  <a:pt x="562" y="16422"/>
                  <a:pt x="777" y="16368"/>
                </a:cubicBezTo>
                <a:cubicBezTo>
                  <a:pt x="830" y="16368"/>
                  <a:pt x="830" y="16260"/>
                  <a:pt x="777" y="16260"/>
                </a:cubicBezTo>
                <a:cubicBezTo>
                  <a:pt x="732" y="16268"/>
                  <a:pt x="692" y="16271"/>
                  <a:pt x="658" y="16271"/>
                </a:cubicBezTo>
                <a:cubicBezTo>
                  <a:pt x="73" y="16271"/>
                  <a:pt x="923" y="15246"/>
                  <a:pt x="1126" y="14916"/>
                </a:cubicBezTo>
                <a:cubicBezTo>
                  <a:pt x="1556" y="14190"/>
                  <a:pt x="1986" y="13491"/>
                  <a:pt x="2417" y="12792"/>
                </a:cubicBezTo>
                <a:cubicBezTo>
                  <a:pt x="3358" y="11314"/>
                  <a:pt x="4325" y="9835"/>
                  <a:pt x="5320" y="8383"/>
                </a:cubicBezTo>
                <a:cubicBezTo>
                  <a:pt x="7256" y="5561"/>
                  <a:pt x="9272" y="2792"/>
                  <a:pt x="11342" y="76"/>
                </a:cubicBezTo>
                <a:cubicBezTo>
                  <a:pt x="11380" y="38"/>
                  <a:pt x="11338" y="0"/>
                  <a:pt x="1129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3" name="Google Shape;454;p8"/>
          <p:cNvSpPr/>
          <p:nvPr/>
        </p:nvSpPr>
        <p:spPr>
          <a:xfrm>
            <a:off x="912600" y="4699080"/>
            <a:ext cx="424080" cy="21600"/>
          </a:xfrm>
          <a:custGeom>
            <a:avLst/>
            <a:gdLst>
              <a:gd name="textAreaLeft" fmla="*/ 0 w 424080"/>
              <a:gd name="textAreaRight" fmla="*/ 424440 w 424080"/>
              <a:gd name="textAreaTop" fmla="*/ 0 h 21600"/>
              <a:gd name="textAreaBottom" fmla="*/ 21960 h 21600"/>
            </a:gdLst>
            <a:ahLst/>
            <a:cxnLst/>
            <a:rect l="textAreaLeft" t="textAreaTop" r="textAreaRight" b="textAreaBottom"/>
            <a:pathLst>
              <a:path w="14168" h="737">
                <a:moveTo>
                  <a:pt x="0" y="1"/>
                </a:moveTo>
                <a:cubicBezTo>
                  <a:pt x="3119" y="297"/>
                  <a:pt x="6291" y="189"/>
                  <a:pt x="9409" y="566"/>
                </a:cubicBezTo>
                <a:cubicBezTo>
                  <a:pt x="10505" y="677"/>
                  <a:pt x="11600" y="737"/>
                  <a:pt x="12695" y="737"/>
                </a:cubicBezTo>
                <a:cubicBezTo>
                  <a:pt x="13186" y="737"/>
                  <a:pt x="13677" y="725"/>
                  <a:pt x="14168" y="700"/>
                </a:cubicBezTo>
                <a:cubicBezTo>
                  <a:pt x="13845" y="700"/>
                  <a:pt x="13523" y="712"/>
                  <a:pt x="13192" y="712"/>
                </a:cubicBezTo>
                <a:cubicBezTo>
                  <a:pt x="13027" y="712"/>
                  <a:pt x="12860" y="709"/>
                  <a:pt x="12689" y="700"/>
                </a:cubicBezTo>
                <a:cubicBezTo>
                  <a:pt x="9625" y="646"/>
                  <a:pt x="6587" y="109"/>
                  <a:pt x="3495" y="82"/>
                </a:cubicBezTo>
                <a:cubicBezTo>
                  <a:pt x="2339" y="82"/>
                  <a:pt x="1183" y="82"/>
                  <a:pt x="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0" bIns="1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4" name="Google Shape;455;p8"/>
          <p:cNvSpPr/>
          <p:nvPr/>
        </p:nvSpPr>
        <p:spPr>
          <a:xfrm>
            <a:off x="1337760" y="4712040"/>
            <a:ext cx="77760" cy="7560"/>
          </a:xfrm>
          <a:custGeom>
            <a:avLst/>
            <a:gdLst>
              <a:gd name="textAreaLeft" fmla="*/ 0 w 77760"/>
              <a:gd name="textAreaRight" fmla="*/ 78120 w 77760"/>
              <a:gd name="textAreaTop" fmla="*/ 0 h 7560"/>
              <a:gd name="textAreaBottom" fmla="*/ 7920 h 7560"/>
            </a:gdLst>
            <a:ahLst/>
            <a:cxnLst/>
            <a:rect l="textAreaLeft" t="textAreaTop" r="textAreaRight" b="textAreaBottom"/>
            <a:pathLst>
              <a:path w="2609" h="269">
                <a:moveTo>
                  <a:pt x="2609" y="0"/>
                </a:moveTo>
                <a:lnTo>
                  <a:pt x="2609" y="0"/>
                </a:lnTo>
                <a:cubicBezTo>
                  <a:pt x="1748" y="108"/>
                  <a:pt x="861" y="215"/>
                  <a:pt x="1" y="269"/>
                </a:cubicBezTo>
                <a:cubicBezTo>
                  <a:pt x="861" y="215"/>
                  <a:pt x="1748" y="135"/>
                  <a:pt x="2609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5" name="Google Shape;456;p8"/>
          <p:cNvSpPr/>
          <p:nvPr/>
        </p:nvSpPr>
        <p:spPr>
          <a:xfrm>
            <a:off x="829800" y="4687920"/>
            <a:ext cx="82440" cy="10800"/>
          </a:xfrm>
          <a:custGeom>
            <a:avLst/>
            <a:gdLst>
              <a:gd name="textAreaLeft" fmla="*/ 0 w 82440"/>
              <a:gd name="textAreaRight" fmla="*/ 82800 w 82440"/>
              <a:gd name="textAreaTop" fmla="*/ 0 h 10800"/>
              <a:gd name="textAreaBottom" fmla="*/ 11160 h 10800"/>
            </a:gdLst>
            <a:ahLst/>
            <a:cxnLst/>
            <a:rect l="textAreaLeft" t="textAreaTop" r="textAreaRight" b="textAreaBottom"/>
            <a:pathLst>
              <a:path w="2770" h="377">
                <a:moveTo>
                  <a:pt x="0" y="1"/>
                </a:moveTo>
                <a:lnTo>
                  <a:pt x="0" y="1"/>
                </a:lnTo>
                <a:cubicBezTo>
                  <a:pt x="914" y="216"/>
                  <a:pt x="1828" y="350"/>
                  <a:pt x="2769" y="377"/>
                </a:cubicBezTo>
                <a:cubicBezTo>
                  <a:pt x="1855" y="296"/>
                  <a:pt x="914" y="189"/>
                  <a:pt x="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00" bIns="5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6" name="Google Shape;457;p8"/>
          <p:cNvSpPr/>
          <p:nvPr/>
        </p:nvSpPr>
        <p:spPr>
          <a:xfrm>
            <a:off x="2184480" y="3152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28">
                <a:moveTo>
                  <a:pt x="1" y="1"/>
                </a:moveTo>
                <a:lnTo>
                  <a:pt x="1" y="28"/>
                </a:lnTo>
                <a:cubicBezTo>
                  <a:pt x="1" y="28"/>
                  <a:pt x="1" y="1"/>
                  <a:pt x="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7" name="Google Shape;458;p8"/>
          <p:cNvSpPr/>
          <p:nvPr/>
        </p:nvSpPr>
        <p:spPr>
          <a:xfrm>
            <a:off x="2364840" y="2891880"/>
            <a:ext cx="2880" cy="360"/>
          </a:xfrm>
          <a:custGeom>
            <a:avLst/>
            <a:gdLst>
              <a:gd name="textAreaLeft" fmla="*/ 0 w 2880"/>
              <a:gd name="textAreaRight" fmla="*/ 3240 w 288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09" h="28">
                <a:moveTo>
                  <a:pt x="1" y="1"/>
                </a:moveTo>
                <a:lnTo>
                  <a:pt x="55" y="27"/>
                </a:lnTo>
                <a:lnTo>
                  <a:pt x="108" y="27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8" name="Google Shape;459;p8"/>
          <p:cNvSpPr/>
          <p:nvPr/>
        </p:nvSpPr>
        <p:spPr>
          <a:xfrm>
            <a:off x="2206440" y="3184920"/>
            <a:ext cx="17280" cy="44640"/>
          </a:xfrm>
          <a:custGeom>
            <a:avLst/>
            <a:gdLst>
              <a:gd name="textAreaLeft" fmla="*/ 0 w 17280"/>
              <a:gd name="textAreaRight" fmla="*/ 17640 w 17280"/>
              <a:gd name="textAreaTop" fmla="*/ 0 h 44640"/>
              <a:gd name="textAreaBottom" fmla="*/ 45000 h 44640"/>
            </a:gdLst>
            <a:ahLst/>
            <a:cxnLst/>
            <a:rect l="textAreaLeft" t="textAreaTop" r="textAreaRight" b="textAreaBottom"/>
            <a:pathLst>
              <a:path w="593" h="1506">
                <a:moveTo>
                  <a:pt x="1" y="0"/>
                </a:moveTo>
                <a:cubicBezTo>
                  <a:pt x="216" y="457"/>
                  <a:pt x="404" y="914"/>
                  <a:pt x="538" y="1398"/>
                </a:cubicBezTo>
                <a:cubicBezTo>
                  <a:pt x="565" y="1452"/>
                  <a:pt x="565" y="1479"/>
                  <a:pt x="592" y="1506"/>
                </a:cubicBezTo>
                <a:cubicBezTo>
                  <a:pt x="431" y="968"/>
                  <a:pt x="243" y="457"/>
                  <a:pt x="1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49" name="Google Shape;460;p8"/>
          <p:cNvSpPr/>
          <p:nvPr/>
        </p:nvSpPr>
        <p:spPr>
          <a:xfrm>
            <a:off x="1433520" y="4190760"/>
            <a:ext cx="14040" cy="36000"/>
          </a:xfrm>
          <a:custGeom>
            <a:avLst/>
            <a:gdLst>
              <a:gd name="textAreaLeft" fmla="*/ 0 w 14040"/>
              <a:gd name="textAreaRight" fmla="*/ 14400 w 1404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484" h="1213">
                <a:moveTo>
                  <a:pt x="307" y="1"/>
                </a:moveTo>
                <a:cubicBezTo>
                  <a:pt x="271" y="1"/>
                  <a:pt x="235" y="16"/>
                  <a:pt x="215" y="46"/>
                </a:cubicBezTo>
                <a:cubicBezTo>
                  <a:pt x="54" y="234"/>
                  <a:pt x="0" y="449"/>
                  <a:pt x="27" y="664"/>
                </a:cubicBezTo>
                <a:cubicBezTo>
                  <a:pt x="54" y="879"/>
                  <a:pt x="161" y="1095"/>
                  <a:pt x="349" y="1202"/>
                </a:cubicBezTo>
                <a:cubicBezTo>
                  <a:pt x="370" y="1209"/>
                  <a:pt x="388" y="1212"/>
                  <a:pt x="405" y="1212"/>
                </a:cubicBezTo>
                <a:cubicBezTo>
                  <a:pt x="454" y="1212"/>
                  <a:pt x="484" y="1182"/>
                  <a:pt x="484" y="1121"/>
                </a:cubicBezTo>
                <a:cubicBezTo>
                  <a:pt x="484" y="960"/>
                  <a:pt x="430" y="772"/>
                  <a:pt x="430" y="638"/>
                </a:cubicBezTo>
                <a:cubicBezTo>
                  <a:pt x="403" y="449"/>
                  <a:pt x="403" y="288"/>
                  <a:pt x="430" y="127"/>
                </a:cubicBezTo>
                <a:cubicBezTo>
                  <a:pt x="430" y="43"/>
                  <a:pt x="367" y="1"/>
                  <a:pt x="30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0" name="Google Shape;461;p8"/>
          <p:cNvSpPr/>
          <p:nvPr/>
        </p:nvSpPr>
        <p:spPr>
          <a:xfrm>
            <a:off x="1467360" y="4217760"/>
            <a:ext cx="19440" cy="8640"/>
          </a:xfrm>
          <a:custGeom>
            <a:avLst/>
            <a:gdLst>
              <a:gd name="textAreaLeft" fmla="*/ 0 w 19440"/>
              <a:gd name="textAreaRight" fmla="*/ 19800 w 19440"/>
              <a:gd name="textAreaTop" fmla="*/ 0 h 8640"/>
              <a:gd name="textAreaBottom" fmla="*/ 9000 h 8640"/>
            </a:gdLst>
            <a:ahLst/>
            <a:cxnLst/>
            <a:rect l="textAreaLeft" t="textAreaTop" r="textAreaRight" b="textAreaBottom"/>
            <a:pathLst>
              <a:path w="667" h="301">
                <a:moveTo>
                  <a:pt x="81" y="0"/>
                </a:moveTo>
                <a:cubicBezTo>
                  <a:pt x="6" y="0"/>
                  <a:pt x="1" y="138"/>
                  <a:pt x="85" y="138"/>
                </a:cubicBezTo>
                <a:cubicBezTo>
                  <a:pt x="92" y="138"/>
                  <a:pt x="99" y="137"/>
                  <a:pt x="108" y="135"/>
                </a:cubicBezTo>
                <a:cubicBezTo>
                  <a:pt x="242" y="215"/>
                  <a:pt x="403" y="269"/>
                  <a:pt x="565" y="296"/>
                </a:cubicBezTo>
                <a:cubicBezTo>
                  <a:pt x="574" y="299"/>
                  <a:pt x="582" y="300"/>
                  <a:pt x="589" y="300"/>
                </a:cubicBezTo>
                <a:cubicBezTo>
                  <a:pt x="650" y="300"/>
                  <a:pt x="666" y="212"/>
                  <a:pt x="618" y="189"/>
                </a:cubicBezTo>
                <a:cubicBezTo>
                  <a:pt x="511" y="135"/>
                  <a:pt x="403" y="108"/>
                  <a:pt x="269" y="81"/>
                </a:cubicBezTo>
                <a:cubicBezTo>
                  <a:pt x="269" y="54"/>
                  <a:pt x="269" y="54"/>
                  <a:pt x="242" y="54"/>
                </a:cubicBez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1" name="Google Shape;462;p8"/>
          <p:cNvSpPr/>
          <p:nvPr/>
        </p:nvSpPr>
        <p:spPr>
          <a:xfrm>
            <a:off x="1322280" y="4377960"/>
            <a:ext cx="25200" cy="65160"/>
          </a:xfrm>
          <a:custGeom>
            <a:avLst/>
            <a:gdLst>
              <a:gd name="textAreaLeft" fmla="*/ 0 w 25200"/>
              <a:gd name="textAreaRight" fmla="*/ 25560 w 25200"/>
              <a:gd name="textAreaTop" fmla="*/ 0 h 65160"/>
              <a:gd name="textAreaBottom" fmla="*/ 65520 h 65160"/>
            </a:gdLst>
            <a:ahLst/>
            <a:cxnLst/>
            <a:rect l="textAreaLeft" t="textAreaTop" r="textAreaRight" b="textAreaBottom"/>
            <a:pathLst>
              <a:path w="852" h="2189">
                <a:moveTo>
                  <a:pt x="724" y="0"/>
                </a:moveTo>
                <a:cubicBezTo>
                  <a:pt x="693" y="0"/>
                  <a:pt x="663" y="15"/>
                  <a:pt x="645" y="51"/>
                </a:cubicBezTo>
                <a:cubicBezTo>
                  <a:pt x="350" y="616"/>
                  <a:pt x="0" y="1503"/>
                  <a:pt x="242" y="2148"/>
                </a:cubicBezTo>
                <a:cubicBezTo>
                  <a:pt x="255" y="2175"/>
                  <a:pt x="282" y="2188"/>
                  <a:pt x="309" y="2188"/>
                </a:cubicBezTo>
                <a:cubicBezTo>
                  <a:pt x="336" y="2188"/>
                  <a:pt x="363" y="2175"/>
                  <a:pt x="376" y="2148"/>
                </a:cubicBezTo>
                <a:cubicBezTo>
                  <a:pt x="457" y="1825"/>
                  <a:pt x="430" y="1503"/>
                  <a:pt x="484" y="1180"/>
                </a:cubicBezTo>
                <a:cubicBezTo>
                  <a:pt x="538" y="804"/>
                  <a:pt x="672" y="454"/>
                  <a:pt x="833" y="132"/>
                </a:cubicBezTo>
                <a:cubicBezTo>
                  <a:pt x="851" y="60"/>
                  <a:pt x="786" y="0"/>
                  <a:pt x="72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760" bIns="32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2" name="Google Shape;463;p8"/>
          <p:cNvSpPr/>
          <p:nvPr/>
        </p:nvSpPr>
        <p:spPr>
          <a:xfrm>
            <a:off x="1626840" y="3895200"/>
            <a:ext cx="7560" cy="49320"/>
          </a:xfrm>
          <a:custGeom>
            <a:avLst/>
            <a:gdLst>
              <a:gd name="textAreaLeft" fmla="*/ 0 w 7560"/>
              <a:gd name="textAreaRight" fmla="*/ 7920 w 7560"/>
              <a:gd name="textAreaTop" fmla="*/ 0 h 49320"/>
              <a:gd name="textAreaBottom" fmla="*/ 49680 h 49320"/>
            </a:gdLst>
            <a:ahLst/>
            <a:cxnLst/>
            <a:rect l="textAreaLeft" t="textAreaTop" r="textAreaRight" b="textAreaBottom"/>
            <a:pathLst>
              <a:path w="269" h="1664">
                <a:moveTo>
                  <a:pt x="145" y="1"/>
                </a:moveTo>
                <a:cubicBezTo>
                  <a:pt x="94" y="1"/>
                  <a:pt x="40" y="34"/>
                  <a:pt x="27" y="101"/>
                </a:cubicBezTo>
                <a:cubicBezTo>
                  <a:pt x="0" y="612"/>
                  <a:pt x="27" y="1123"/>
                  <a:pt x="81" y="1634"/>
                </a:cubicBezTo>
                <a:cubicBezTo>
                  <a:pt x="91" y="1654"/>
                  <a:pt x="109" y="1663"/>
                  <a:pt x="128" y="1663"/>
                </a:cubicBezTo>
                <a:cubicBezTo>
                  <a:pt x="158" y="1663"/>
                  <a:pt x="188" y="1640"/>
                  <a:pt x="188" y="1607"/>
                </a:cubicBezTo>
                <a:cubicBezTo>
                  <a:pt x="269" y="1123"/>
                  <a:pt x="269" y="612"/>
                  <a:pt x="242" y="101"/>
                </a:cubicBezTo>
                <a:cubicBezTo>
                  <a:pt x="242" y="34"/>
                  <a:pt x="195" y="1"/>
                  <a:pt x="14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840" bIns="24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3" name="Google Shape;464;p8"/>
          <p:cNvSpPr/>
          <p:nvPr/>
        </p:nvSpPr>
        <p:spPr>
          <a:xfrm>
            <a:off x="1657440" y="3885480"/>
            <a:ext cx="6840" cy="48960"/>
          </a:xfrm>
          <a:custGeom>
            <a:avLst/>
            <a:gdLst>
              <a:gd name="textAreaLeft" fmla="*/ 0 w 6840"/>
              <a:gd name="textAreaRight" fmla="*/ 7200 w 6840"/>
              <a:gd name="textAreaTop" fmla="*/ 0 h 48960"/>
              <a:gd name="textAreaBottom" fmla="*/ 49320 h 48960"/>
            </a:gdLst>
            <a:ahLst/>
            <a:cxnLst/>
            <a:rect l="textAreaLeft" t="textAreaTop" r="textAreaRight" b="textAreaBottom"/>
            <a:pathLst>
              <a:path w="243" h="1647">
                <a:moveTo>
                  <a:pt x="122" y="0"/>
                </a:moveTo>
                <a:cubicBezTo>
                  <a:pt x="75" y="0"/>
                  <a:pt x="28" y="34"/>
                  <a:pt x="28" y="101"/>
                </a:cubicBezTo>
                <a:cubicBezTo>
                  <a:pt x="1" y="585"/>
                  <a:pt x="28" y="1096"/>
                  <a:pt x="81" y="1606"/>
                </a:cubicBezTo>
                <a:cubicBezTo>
                  <a:pt x="81" y="1633"/>
                  <a:pt x="102" y="1647"/>
                  <a:pt x="125" y="1647"/>
                </a:cubicBezTo>
                <a:cubicBezTo>
                  <a:pt x="149" y="1647"/>
                  <a:pt x="176" y="1633"/>
                  <a:pt x="189" y="1606"/>
                </a:cubicBezTo>
                <a:cubicBezTo>
                  <a:pt x="243" y="1096"/>
                  <a:pt x="243" y="585"/>
                  <a:pt x="216" y="101"/>
                </a:cubicBezTo>
                <a:cubicBezTo>
                  <a:pt x="216" y="34"/>
                  <a:pt x="169" y="0"/>
                  <a:pt x="12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480" bIns="24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4" name="Google Shape;465;p8"/>
          <p:cNvSpPr/>
          <p:nvPr/>
        </p:nvSpPr>
        <p:spPr>
          <a:xfrm>
            <a:off x="1675800" y="3896640"/>
            <a:ext cx="7560" cy="17640"/>
          </a:xfrm>
          <a:custGeom>
            <a:avLst/>
            <a:gdLst>
              <a:gd name="textAreaLeft" fmla="*/ 0 w 7560"/>
              <a:gd name="textAreaRight" fmla="*/ 7920 w 756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269" h="596">
                <a:moveTo>
                  <a:pt x="197" y="1"/>
                </a:moveTo>
                <a:cubicBezTo>
                  <a:pt x="176" y="1"/>
                  <a:pt x="154" y="10"/>
                  <a:pt x="135" y="29"/>
                </a:cubicBezTo>
                <a:cubicBezTo>
                  <a:pt x="81" y="217"/>
                  <a:pt x="54" y="378"/>
                  <a:pt x="0" y="539"/>
                </a:cubicBezTo>
                <a:cubicBezTo>
                  <a:pt x="0" y="573"/>
                  <a:pt x="21" y="596"/>
                  <a:pt x="43" y="596"/>
                </a:cubicBezTo>
                <a:cubicBezTo>
                  <a:pt x="56" y="596"/>
                  <a:pt x="70" y="587"/>
                  <a:pt x="81" y="566"/>
                </a:cubicBezTo>
                <a:cubicBezTo>
                  <a:pt x="161" y="405"/>
                  <a:pt x="215" y="244"/>
                  <a:pt x="269" y="82"/>
                </a:cubicBezTo>
                <a:cubicBezTo>
                  <a:pt x="269" y="30"/>
                  <a:pt x="235" y="1"/>
                  <a:pt x="19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5" name="Google Shape;466;p8"/>
          <p:cNvSpPr/>
          <p:nvPr/>
        </p:nvSpPr>
        <p:spPr>
          <a:xfrm>
            <a:off x="1815120" y="3684600"/>
            <a:ext cx="3600" cy="23040"/>
          </a:xfrm>
          <a:custGeom>
            <a:avLst/>
            <a:gdLst>
              <a:gd name="textAreaLeft" fmla="*/ 0 w 3600"/>
              <a:gd name="textAreaRight" fmla="*/ 3960 w 360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135" h="784">
                <a:moveTo>
                  <a:pt x="67" y="0"/>
                </a:moveTo>
                <a:cubicBezTo>
                  <a:pt x="34" y="0"/>
                  <a:pt x="0" y="21"/>
                  <a:pt x="0" y="61"/>
                </a:cubicBezTo>
                <a:cubicBezTo>
                  <a:pt x="0" y="303"/>
                  <a:pt x="0" y="518"/>
                  <a:pt x="27" y="733"/>
                </a:cubicBezTo>
                <a:cubicBezTo>
                  <a:pt x="27" y="769"/>
                  <a:pt x="43" y="784"/>
                  <a:pt x="61" y="784"/>
                </a:cubicBezTo>
                <a:cubicBezTo>
                  <a:pt x="83" y="784"/>
                  <a:pt x="108" y="763"/>
                  <a:pt x="108" y="733"/>
                </a:cubicBezTo>
                <a:cubicBezTo>
                  <a:pt x="134" y="518"/>
                  <a:pt x="134" y="303"/>
                  <a:pt x="134" y="61"/>
                </a:cubicBezTo>
                <a:cubicBezTo>
                  <a:pt x="134" y="21"/>
                  <a:pt x="101" y="0"/>
                  <a:pt x="6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6" name="Google Shape;467;p8"/>
          <p:cNvSpPr/>
          <p:nvPr/>
        </p:nvSpPr>
        <p:spPr>
          <a:xfrm>
            <a:off x="1852200" y="36968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7" name="Google Shape;468;p8"/>
          <p:cNvSpPr/>
          <p:nvPr/>
        </p:nvSpPr>
        <p:spPr>
          <a:xfrm>
            <a:off x="2114280" y="3251520"/>
            <a:ext cx="24480" cy="50760"/>
          </a:xfrm>
          <a:custGeom>
            <a:avLst/>
            <a:gdLst>
              <a:gd name="textAreaLeft" fmla="*/ 0 w 24480"/>
              <a:gd name="textAreaRight" fmla="*/ 24840 w 24480"/>
              <a:gd name="textAreaTop" fmla="*/ 0 h 50760"/>
              <a:gd name="textAreaBottom" fmla="*/ 51120 h 50760"/>
            </a:gdLst>
            <a:ahLst/>
            <a:cxnLst/>
            <a:rect l="textAreaLeft" t="textAreaTop" r="textAreaRight" b="textAreaBottom"/>
            <a:pathLst>
              <a:path w="835" h="1703">
                <a:moveTo>
                  <a:pt x="124" y="0"/>
                </a:moveTo>
                <a:cubicBezTo>
                  <a:pt x="70" y="0"/>
                  <a:pt x="1" y="57"/>
                  <a:pt x="39" y="114"/>
                </a:cubicBezTo>
                <a:cubicBezTo>
                  <a:pt x="254" y="652"/>
                  <a:pt x="442" y="1163"/>
                  <a:pt x="738" y="1673"/>
                </a:cubicBezTo>
                <a:cubicBezTo>
                  <a:pt x="748" y="1694"/>
                  <a:pt x="766" y="1703"/>
                  <a:pt x="783" y="1703"/>
                </a:cubicBezTo>
                <a:cubicBezTo>
                  <a:pt x="811" y="1703"/>
                  <a:pt x="835" y="1680"/>
                  <a:pt x="818" y="1647"/>
                </a:cubicBezTo>
                <a:cubicBezTo>
                  <a:pt x="657" y="1082"/>
                  <a:pt x="415" y="571"/>
                  <a:pt x="173" y="34"/>
                </a:cubicBezTo>
                <a:cubicBezTo>
                  <a:pt x="165" y="10"/>
                  <a:pt x="146" y="0"/>
                  <a:pt x="12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8" name="Google Shape;469;p8"/>
          <p:cNvSpPr/>
          <p:nvPr/>
        </p:nvSpPr>
        <p:spPr>
          <a:xfrm>
            <a:off x="2154240" y="3245760"/>
            <a:ext cx="17640" cy="43560"/>
          </a:xfrm>
          <a:custGeom>
            <a:avLst/>
            <a:gdLst>
              <a:gd name="textAreaLeft" fmla="*/ 0 w 17640"/>
              <a:gd name="textAreaRight" fmla="*/ 18000 w 17640"/>
              <a:gd name="textAreaTop" fmla="*/ 0 h 43560"/>
              <a:gd name="textAreaBottom" fmla="*/ 43920 h 43560"/>
            </a:gdLst>
            <a:ahLst/>
            <a:cxnLst/>
            <a:rect l="textAreaLeft" t="textAreaTop" r="textAreaRight" b="textAreaBottom"/>
            <a:pathLst>
              <a:path w="600" h="1467">
                <a:moveTo>
                  <a:pt x="85" y="0"/>
                </a:moveTo>
                <a:cubicBezTo>
                  <a:pt x="40" y="0"/>
                  <a:pt x="1" y="42"/>
                  <a:pt x="18" y="94"/>
                </a:cubicBezTo>
                <a:cubicBezTo>
                  <a:pt x="126" y="551"/>
                  <a:pt x="287" y="1008"/>
                  <a:pt x="502" y="1438"/>
                </a:cubicBezTo>
                <a:cubicBezTo>
                  <a:pt x="512" y="1457"/>
                  <a:pt x="528" y="1466"/>
                  <a:pt x="544" y="1466"/>
                </a:cubicBezTo>
                <a:cubicBezTo>
                  <a:pt x="573" y="1466"/>
                  <a:pt x="600" y="1437"/>
                  <a:pt x="583" y="1385"/>
                </a:cubicBezTo>
                <a:cubicBezTo>
                  <a:pt x="475" y="927"/>
                  <a:pt x="341" y="470"/>
                  <a:pt x="152" y="40"/>
                </a:cubicBezTo>
                <a:cubicBezTo>
                  <a:pt x="134" y="12"/>
                  <a:pt x="108" y="0"/>
                  <a:pt x="8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960" bIns="21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9" name="Google Shape;470;p8"/>
          <p:cNvSpPr/>
          <p:nvPr/>
        </p:nvSpPr>
        <p:spPr>
          <a:xfrm>
            <a:off x="5724360" y="4367520"/>
            <a:ext cx="570600" cy="6120"/>
          </a:xfrm>
          <a:custGeom>
            <a:avLst/>
            <a:gdLst>
              <a:gd name="textAreaLeft" fmla="*/ 0 w 570600"/>
              <a:gd name="textAreaRight" fmla="*/ 570960 w 570600"/>
              <a:gd name="textAreaTop" fmla="*/ 0 h 6120"/>
              <a:gd name="textAreaBottom" fmla="*/ 6480 h 6120"/>
            </a:gdLst>
            <a:ahLst/>
            <a:cxnLst/>
            <a:rect l="textAreaLeft" t="textAreaTop" r="textAreaRight" b="textAreaBottom"/>
            <a:pathLst>
              <a:path w="19062" h="216">
                <a:moveTo>
                  <a:pt x="19061" y="1"/>
                </a:moveTo>
                <a:cubicBezTo>
                  <a:pt x="12717" y="55"/>
                  <a:pt x="6345" y="55"/>
                  <a:pt x="1" y="216"/>
                </a:cubicBezTo>
                <a:cubicBezTo>
                  <a:pt x="6345" y="162"/>
                  <a:pt x="12717" y="81"/>
                  <a:pt x="1906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0" name="Google Shape;471;p8"/>
          <p:cNvSpPr/>
          <p:nvPr/>
        </p:nvSpPr>
        <p:spPr>
          <a:xfrm>
            <a:off x="6295320" y="4365000"/>
            <a:ext cx="195480" cy="2160"/>
          </a:xfrm>
          <a:custGeom>
            <a:avLst/>
            <a:gdLst>
              <a:gd name="textAreaLeft" fmla="*/ 0 w 195480"/>
              <a:gd name="textAreaRight" fmla="*/ 195840 w 195480"/>
              <a:gd name="textAreaTop" fmla="*/ 0 h 2160"/>
              <a:gd name="textAreaBottom" fmla="*/ 2520 h 2160"/>
            </a:gdLst>
            <a:ahLst/>
            <a:cxnLst/>
            <a:rect l="textAreaLeft" t="textAreaTop" r="textAreaRight" b="textAreaBottom"/>
            <a:pathLst>
              <a:path w="6534" h="81">
                <a:moveTo>
                  <a:pt x="6533" y="0"/>
                </a:moveTo>
                <a:lnTo>
                  <a:pt x="0" y="81"/>
                </a:lnTo>
                <a:cubicBezTo>
                  <a:pt x="2178" y="81"/>
                  <a:pt x="4356" y="54"/>
                  <a:pt x="6533" y="27"/>
                </a:cubicBezTo>
                <a:lnTo>
                  <a:pt x="6533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1" name="Google Shape;472;p8"/>
          <p:cNvSpPr/>
          <p:nvPr/>
        </p:nvSpPr>
        <p:spPr>
          <a:xfrm>
            <a:off x="1922040" y="4440600"/>
            <a:ext cx="41400" cy="360"/>
          </a:xfrm>
          <a:custGeom>
            <a:avLst/>
            <a:gdLst>
              <a:gd name="textAreaLeft" fmla="*/ 0 w 41400"/>
              <a:gd name="textAreaRight" fmla="*/ 41760 w 414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399" h="28">
                <a:moveTo>
                  <a:pt x="27" y="0"/>
                </a:moveTo>
                <a:cubicBezTo>
                  <a:pt x="1" y="0"/>
                  <a:pt x="1" y="27"/>
                  <a:pt x="27" y="27"/>
                </a:cubicBezTo>
                <a:lnTo>
                  <a:pt x="1372" y="27"/>
                </a:lnTo>
                <a:cubicBezTo>
                  <a:pt x="1399" y="27"/>
                  <a:pt x="1399" y="0"/>
                  <a:pt x="137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2" name="Google Shape;473;p8"/>
          <p:cNvSpPr/>
          <p:nvPr/>
        </p:nvSpPr>
        <p:spPr>
          <a:xfrm>
            <a:off x="2022120" y="4437360"/>
            <a:ext cx="21240" cy="3600"/>
          </a:xfrm>
          <a:custGeom>
            <a:avLst/>
            <a:gdLst>
              <a:gd name="textAreaLeft" fmla="*/ 0 w 21240"/>
              <a:gd name="textAreaRight" fmla="*/ 21600 w 21240"/>
              <a:gd name="textAreaTop" fmla="*/ 0 h 3600"/>
              <a:gd name="textAreaBottom" fmla="*/ 3960 h 3600"/>
            </a:gdLst>
            <a:ahLst/>
            <a:cxnLst/>
            <a:rect l="textAreaLeft" t="textAreaTop" r="textAreaRight" b="textAreaBottom"/>
            <a:pathLst>
              <a:path w="727" h="136">
                <a:moveTo>
                  <a:pt x="27" y="1"/>
                </a:moveTo>
                <a:cubicBezTo>
                  <a:pt x="27" y="1"/>
                  <a:pt x="0" y="28"/>
                  <a:pt x="27" y="28"/>
                </a:cubicBezTo>
                <a:lnTo>
                  <a:pt x="726" y="135"/>
                </a:lnTo>
                <a:cubicBezTo>
                  <a:pt x="511" y="81"/>
                  <a:pt x="269" y="54"/>
                  <a:pt x="2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" bIns="1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3" name="Google Shape;474;p8"/>
          <p:cNvSpPr/>
          <p:nvPr/>
        </p:nvSpPr>
        <p:spPr>
          <a:xfrm>
            <a:off x="8060760" y="4169520"/>
            <a:ext cx="40680" cy="360"/>
          </a:xfrm>
          <a:custGeom>
            <a:avLst/>
            <a:gdLst>
              <a:gd name="textAreaLeft" fmla="*/ 0 w 40680"/>
              <a:gd name="textAreaRight" fmla="*/ 41040 w 4068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372" h="28">
                <a:moveTo>
                  <a:pt x="27" y="0"/>
                </a:moveTo>
                <a:cubicBezTo>
                  <a:pt x="27" y="0"/>
                  <a:pt x="0" y="27"/>
                  <a:pt x="27" y="27"/>
                </a:cubicBezTo>
                <a:lnTo>
                  <a:pt x="1371" y="27"/>
                </a:lnTo>
                <a:lnTo>
                  <a:pt x="1371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4" name="Google Shape;475;p8"/>
          <p:cNvSpPr/>
          <p:nvPr/>
        </p:nvSpPr>
        <p:spPr>
          <a:xfrm>
            <a:off x="403200" y="4336560"/>
            <a:ext cx="775440" cy="37800"/>
          </a:xfrm>
          <a:custGeom>
            <a:avLst/>
            <a:gdLst>
              <a:gd name="textAreaLeft" fmla="*/ 0 w 775440"/>
              <a:gd name="textAreaRight" fmla="*/ 775800 w 77544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909" h="1278">
                <a:moveTo>
                  <a:pt x="25857" y="1"/>
                </a:moveTo>
                <a:cubicBezTo>
                  <a:pt x="25851" y="1"/>
                  <a:pt x="25844" y="2"/>
                  <a:pt x="25836" y="6"/>
                </a:cubicBezTo>
                <a:cubicBezTo>
                  <a:pt x="23570" y="1020"/>
                  <a:pt x="20976" y="1222"/>
                  <a:pt x="18386" y="1222"/>
                </a:cubicBezTo>
                <a:cubicBezTo>
                  <a:pt x="16680" y="1222"/>
                  <a:pt x="14974" y="1134"/>
                  <a:pt x="13365" y="1134"/>
                </a:cubicBezTo>
                <a:cubicBezTo>
                  <a:pt x="13274" y="1134"/>
                  <a:pt x="13183" y="1135"/>
                  <a:pt x="13093" y="1135"/>
                </a:cubicBezTo>
                <a:cubicBezTo>
                  <a:pt x="8738" y="1135"/>
                  <a:pt x="4356" y="1135"/>
                  <a:pt x="27" y="1216"/>
                </a:cubicBezTo>
                <a:cubicBezTo>
                  <a:pt x="0" y="1216"/>
                  <a:pt x="0" y="1243"/>
                  <a:pt x="27" y="1270"/>
                </a:cubicBezTo>
                <a:cubicBezTo>
                  <a:pt x="941" y="1275"/>
                  <a:pt x="1856" y="1277"/>
                  <a:pt x="2772" y="1277"/>
                </a:cubicBezTo>
                <a:cubicBezTo>
                  <a:pt x="6651" y="1277"/>
                  <a:pt x="10544" y="1238"/>
                  <a:pt x="14437" y="1216"/>
                </a:cubicBezTo>
                <a:cubicBezTo>
                  <a:pt x="14550" y="1215"/>
                  <a:pt x="14663" y="1215"/>
                  <a:pt x="14776" y="1215"/>
                </a:cubicBezTo>
                <a:cubicBezTo>
                  <a:pt x="15991" y="1215"/>
                  <a:pt x="17249" y="1257"/>
                  <a:pt x="18513" y="1257"/>
                </a:cubicBezTo>
                <a:cubicBezTo>
                  <a:pt x="21047" y="1257"/>
                  <a:pt x="23601" y="1086"/>
                  <a:pt x="25863" y="60"/>
                </a:cubicBezTo>
                <a:cubicBezTo>
                  <a:pt x="25909" y="60"/>
                  <a:pt x="25896" y="1"/>
                  <a:pt x="258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5" name="Google Shape;476;p8"/>
          <p:cNvSpPr/>
          <p:nvPr/>
        </p:nvSpPr>
        <p:spPr>
          <a:xfrm>
            <a:off x="2918880" y="39078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28" h="27">
                <a:moveTo>
                  <a:pt x="1" y="0"/>
                </a:moveTo>
                <a:cubicBezTo>
                  <a:pt x="1" y="0"/>
                  <a:pt x="1" y="27"/>
                  <a:pt x="1" y="27"/>
                </a:cubicBezTo>
                <a:cubicBezTo>
                  <a:pt x="1" y="27"/>
                  <a:pt x="28" y="0"/>
                  <a:pt x="1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6" name="Google Shape;477;p8"/>
          <p:cNvSpPr/>
          <p:nvPr/>
        </p:nvSpPr>
        <p:spPr>
          <a:xfrm>
            <a:off x="3768120" y="4155120"/>
            <a:ext cx="693720" cy="23400"/>
          </a:xfrm>
          <a:custGeom>
            <a:avLst/>
            <a:gdLst>
              <a:gd name="textAreaLeft" fmla="*/ 0 w 693720"/>
              <a:gd name="textAreaRight" fmla="*/ 694080 w 693720"/>
              <a:gd name="textAreaTop" fmla="*/ 0 h 23400"/>
              <a:gd name="textAreaBottom" fmla="*/ 23760 h 23400"/>
            </a:gdLst>
            <a:ahLst/>
            <a:cxnLst/>
            <a:rect l="textAreaLeft" t="textAreaTop" r="textAreaRight" b="textAreaBottom"/>
            <a:pathLst>
              <a:path w="23175" h="799">
                <a:moveTo>
                  <a:pt x="15743" y="0"/>
                </a:moveTo>
                <a:cubicBezTo>
                  <a:pt x="10487" y="0"/>
                  <a:pt x="5225" y="269"/>
                  <a:pt x="1" y="799"/>
                </a:cubicBezTo>
                <a:cubicBezTo>
                  <a:pt x="6214" y="411"/>
                  <a:pt x="12409" y="126"/>
                  <a:pt x="18601" y="126"/>
                </a:cubicBezTo>
                <a:cubicBezTo>
                  <a:pt x="20126" y="126"/>
                  <a:pt x="21650" y="143"/>
                  <a:pt x="23175" y="181"/>
                </a:cubicBezTo>
                <a:cubicBezTo>
                  <a:pt x="20702" y="60"/>
                  <a:pt x="18223" y="0"/>
                  <a:pt x="1574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7" name="Google Shape;478;p8"/>
          <p:cNvSpPr/>
          <p:nvPr/>
        </p:nvSpPr>
        <p:spPr>
          <a:xfrm>
            <a:off x="3744720" y="4178880"/>
            <a:ext cx="22320" cy="2160"/>
          </a:xfrm>
          <a:custGeom>
            <a:avLst/>
            <a:gdLst>
              <a:gd name="textAreaLeft" fmla="*/ 0 w 22320"/>
              <a:gd name="textAreaRight" fmla="*/ 22680 w 22320"/>
              <a:gd name="textAreaTop" fmla="*/ 0 h 2160"/>
              <a:gd name="textAreaBottom" fmla="*/ 2520 h 2160"/>
            </a:gdLst>
            <a:ahLst/>
            <a:cxnLst/>
            <a:rect l="textAreaLeft" t="textAreaTop" r="textAreaRight" b="textAreaBottom"/>
            <a:pathLst>
              <a:path w="754" h="82">
                <a:moveTo>
                  <a:pt x="754" y="1"/>
                </a:moveTo>
                <a:lnTo>
                  <a:pt x="28" y="28"/>
                </a:lnTo>
                <a:cubicBezTo>
                  <a:pt x="1" y="55"/>
                  <a:pt x="1" y="82"/>
                  <a:pt x="28" y="82"/>
                </a:cubicBezTo>
                <a:lnTo>
                  <a:pt x="75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8" name="Google Shape;479;p8"/>
          <p:cNvSpPr/>
          <p:nvPr/>
        </p:nvSpPr>
        <p:spPr>
          <a:xfrm>
            <a:off x="2687760" y="4107600"/>
            <a:ext cx="460080" cy="52920"/>
          </a:xfrm>
          <a:custGeom>
            <a:avLst/>
            <a:gdLst>
              <a:gd name="textAreaLeft" fmla="*/ 0 w 460080"/>
              <a:gd name="textAreaRight" fmla="*/ 460440 w 460080"/>
              <a:gd name="textAreaTop" fmla="*/ 0 h 52920"/>
              <a:gd name="textAreaBottom" fmla="*/ 53280 h 52920"/>
            </a:gdLst>
            <a:ahLst/>
            <a:cxnLst/>
            <a:rect l="textAreaLeft" t="textAreaTop" r="textAreaRight" b="textAreaBottom"/>
            <a:pathLst>
              <a:path w="15378" h="1775">
                <a:moveTo>
                  <a:pt x="15378" y="0"/>
                </a:moveTo>
                <a:cubicBezTo>
                  <a:pt x="10270" y="565"/>
                  <a:pt x="5162" y="1129"/>
                  <a:pt x="54" y="1721"/>
                </a:cubicBezTo>
                <a:cubicBezTo>
                  <a:pt x="0" y="1721"/>
                  <a:pt x="27" y="1775"/>
                  <a:pt x="54" y="1775"/>
                </a:cubicBezTo>
                <a:cubicBezTo>
                  <a:pt x="5162" y="1210"/>
                  <a:pt x="10270" y="592"/>
                  <a:pt x="1537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69" name="Google Shape;480;p8"/>
          <p:cNvSpPr/>
          <p:nvPr/>
        </p:nvSpPr>
        <p:spPr>
          <a:xfrm>
            <a:off x="4085280" y="3979080"/>
            <a:ext cx="3785760" cy="133200"/>
          </a:xfrm>
          <a:custGeom>
            <a:avLst/>
            <a:gdLst>
              <a:gd name="textAreaLeft" fmla="*/ 0 w 3785760"/>
              <a:gd name="textAreaRight" fmla="*/ 3786120 w 3785760"/>
              <a:gd name="textAreaTop" fmla="*/ 0 h 133200"/>
              <a:gd name="textAreaBottom" fmla="*/ 133560 h 133200"/>
            </a:gdLst>
            <a:ahLst/>
            <a:cxnLst/>
            <a:rect l="textAreaLeft" t="textAreaTop" r="textAreaRight" b="textAreaBottom"/>
            <a:pathLst>
              <a:path w="126437" h="4461">
                <a:moveTo>
                  <a:pt x="21969" y="0"/>
                </a:moveTo>
                <a:cubicBezTo>
                  <a:pt x="14638" y="0"/>
                  <a:pt x="7308" y="408"/>
                  <a:pt x="1" y="1011"/>
                </a:cubicBezTo>
                <a:cubicBezTo>
                  <a:pt x="7071" y="474"/>
                  <a:pt x="14115" y="124"/>
                  <a:pt x="21185" y="97"/>
                </a:cubicBezTo>
                <a:cubicBezTo>
                  <a:pt x="21401" y="96"/>
                  <a:pt x="21616" y="96"/>
                  <a:pt x="21831" y="96"/>
                </a:cubicBezTo>
                <a:cubicBezTo>
                  <a:pt x="32899" y="96"/>
                  <a:pt x="43766" y="1440"/>
                  <a:pt x="54737" y="2732"/>
                </a:cubicBezTo>
                <a:cubicBezTo>
                  <a:pt x="64640" y="3885"/>
                  <a:pt x="74605" y="4461"/>
                  <a:pt x="84578" y="4461"/>
                </a:cubicBezTo>
                <a:cubicBezTo>
                  <a:pt x="86003" y="4461"/>
                  <a:pt x="87428" y="4449"/>
                  <a:pt x="88853" y="4426"/>
                </a:cubicBezTo>
                <a:cubicBezTo>
                  <a:pt x="101380" y="4264"/>
                  <a:pt x="113882" y="3404"/>
                  <a:pt x="126383" y="2544"/>
                </a:cubicBezTo>
                <a:cubicBezTo>
                  <a:pt x="126436" y="2544"/>
                  <a:pt x="126409" y="2490"/>
                  <a:pt x="126383" y="2490"/>
                </a:cubicBezTo>
                <a:cubicBezTo>
                  <a:pt x="112433" y="3430"/>
                  <a:pt x="98443" y="4350"/>
                  <a:pt x="84462" y="4350"/>
                </a:cubicBezTo>
                <a:cubicBezTo>
                  <a:pt x="75648" y="4350"/>
                  <a:pt x="66838" y="3984"/>
                  <a:pt x="58043" y="3028"/>
                </a:cubicBezTo>
                <a:cubicBezTo>
                  <a:pt x="46860" y="1791"/>
                  <a:pt x="35783" y="151"/>
                  <a:pt x="24492" y="17"/>
                </a:cubicBezTo>
                <a:cubicBezTo>
                  <a:pt x="23651" y="6"/>
                  <a:pt x="22810" y="0"/>
                  <a:pt x="21969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600" bIns="66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0" name="Google Shape;481;p8"/>
          <p:cNvSpPr/>
          <p:nvPr/>
        </p:nvSpPr>
        <p:spPr>
          <a:xfrm>
            <a:off x="3148200" y="4010040"/>
            <a:ext cx="936720" cy="97200"/>
          </a:xfrm>
          <a:custGeom>
            <a:avLst/>
            <a:gdLst>
              <a:gd name="textAreaLeft" fmla="*/ 0 w 936720"/>
              <a:gd name="textAreaRight" fmla="*/ 937080 w 936720"/>
              <a:gd name="textAreaTop" fmla="*/ 0 h 97200"/>
              <a:gd name="textAreaBottom" fmla="*/ 97560 h 97200"/>
            </a:gdLst>
            <a:ahLst/>
            <a:cxnLst/>
            <a:rect l="textAreaLeft" t="textAreaTop" r="textAreaRight" b="textAreaBottom"/>
            <a:pathLst>
              <a:path w="31294" h="3254">
                <a:moveTo>
                  <a:pt x="31294" y="0"/>
                </a:moveTo>
                <a:lnTo>
                  <a:pt x="31294" y="0"/>
                </a:lnTo>
                <a:cubicBezTo>
                  <a:pt x="20836" y="780"/>
                  <a:pt x="10405" y="2017"/>
                  <a:pt x="1" y="3253"/>
                </a:cubicBezTo>
                <a:cubicBezTo>
                  <a:pt x="7448" y="2393"/>
                  <a:pt x="14922" y="1586"/>
                  <a:pt x="22368" y="834"/>
                </a:cubicBezTo>
                <a:cubicBezTo>
                  <a:pt x="25353" y="511"/>
                  <a:pt x="28310" y="242"/>
                  <a:pt x="3129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600" bIns="48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1" name="Google Shape;482;p8"/>
          <p:cNvSpPr/>
          <p:nvPr/>
        </p:nvSpPr>
        <p:spPr>
          <a:xfrm>
            <a:off x="2053440" y="4179960"/>
            <a:ext cx="131040" cy="360"/>
          </a:xfrm>
          <a:custGeom>
            <a:avLst/>
            <a:gdLst>
              <a:gd name="textAreaLeft" fmla="*/ 0 w 131040"/>
              <a:gd name="textAreaRight" fmla="*/ 131400 w 1310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383" h="1">
                <a:moveTo>
                  <a:pt x="1" y="1"/>
                </a:moveTo>
                <a:lnTo>
                  <a:pt x="4383" y="1"/>
                </a:lnTo>
                <a:lnTo>
                  <a:pt x="4383" y="1"/>
                </a:lnTo>
                <a:lnTo>
                  <a:pt x="1" y="1"/>
                </a:lnTo>
                <a:cubicBezTo>
                  <a:pt x="1" y="1"/>
                  <a:pt x="1" y="1"/>
                  <a:pt x="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2" name="Google Shape;483;p8"/>
          <p:cNvSpPr/>
          <p:nvPr/>
        </p:nvSpPr>
        <p:spPr>
          <a:xfrm>
            <a:off x="5230800" y="4262760"/>
            <a:ext cx="56160" cy="19080"/>
          </a:xfrm>
          <a:custGeom>
            <a:avLst/>
            <a:gdLst>
              <a:gd name="textAreaLeft" fmla="*/ 0 w 56160"/>
              <a:gd name="textAreaRight" fmla="*/ 56520 w 56160"/>
              <a:gd name="textAreaTop" fmla="*/ 0 h 19080"/>
              <a:gd name="textAreaBottom" fmla="*/ 19440 h 19080"/>
            </a:gdLst>
            <a:ahLst/>
            <a:cxnLst/>
            <a:rect l="textAreaLeft" t="textAreaTop" r="textAreaRight" b="textAreaBottom"/>
            <a:pathLst>
              <a:path w="1883" h="653">
                <a:moveTo>
                  <a:pt x="1479" y="1"/>
                </a:moveTo>
                <a:cubicBezTo>
                  <a:pt x="1113" y="207"/>
                  <a:pt x="668" y="335"/>
                  <a:pt x="228" y="335"/>
                </a:cubicBezTo>
                <a:cubicBezTo>
                  <a:pt x="152" y="335"/>
                  <a:pt x="76" y="331"/>
                  <a:pt x="1" y="323"/>
                </a:cubicBezTo>
                <a:lnTo>
                  <a:pt x="1" y="323"/>
                </a:lnTo>
                <a:cubicBezTo>
                  <a:pt x="116" y="542"/>
                  <a:pt x="300" y="652"/>
                  <a:pt x="548" y="652"/>
                </a:cubicBezTo>
                <a:cubicBezTo>
                  <a:pt x="881" y="652"/>
                  <a:pt x="1329" y="455"/>
                  <a:pt x="1883" y="55"/>
                </a:cubicBezTo>
                <a:cubicBezTo>
                  <a:pt x="1748" y="55"/>
                  <a:pt x="1614" y="28"/>
                  <a:pt x="1479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720" bIns="9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3" name="Google Shape;484;p8"/>
          <p:cNvSpPr/>
          <p:nvPr/>
        </p:nvSpPr>
        <p:spPr>
          <a:xfrm>
            <a:off x="5287320" y="4256280"/>
            <a:ext cx="77760" cy="8280"/>
          </a:xfrm>
          <a:custGeom>
            <a:avLst/>
            <a:gdLst>
              <a:gd name="textAreaLeft" fmla="*/ 0 w 77760"/>
              <a:gd name="textAreaRight" fmla="*/ 78120 w 7776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2609" h="288">
                <a:moveTo>
                  <a:pt x="1598" y="1"/>
                </a:moveTo>
                <a:cubicBezTo>
                  <a:pt x="1145" y="1"/>
                  <a:pt x="689" y="73"/>
                  <a:pt x="216" y="136"/>
                </a:cubicBezTo>
                <a:lnTo>
                  <a:pt x="1" y="271"/>
                </a:lnTo>
                <a:cubicBezTo>
                  <a:pt x="131" y="282"/>
                  <a:pt x="265" y="287"/>
                  <a:pt x="402" y="287"/>
                </a:cubicBezTo>
                <a:cubicBezTo>
                  <a:pt x="1062" y="287"/>
                  <a:pt x="1775" y="173"/>
                  <a:pt x="2274" y="173"/>
                </a:cubicBezTo>
                <a:cubicBezTo>
                  <a:pt x="2378" y="173"/>
                  <a:pt x="2472" y="178"/>
                  <a:pt x="2555" y="190"/>
                </a:cubicBezTo>
                <a:cubicBezTo>
                  <a:pt x="2608" y="190"/>
                  <a:pt x="2608" y="136"/>
                  <a:pt x="2555" y="136"/>
                </a:cubicBezTo>
                <a:cubicBezTo>
                  <a:pt x="2233" y="36"/>
                  <a:pt x="1916" y="1"/>
                  <a:pt x="159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4" name="Google Shape;485;p8"/>
          <p:cNvSpPr/>
          <p:nvPr/>
        </p:nvSpPr>
        <p:spPr>
          <a:xfrm>
            <a:off x="5090760" y="4206600"/>
            <a:ext cx="201960" cy="66960"/>
          </a:xfrm>
          <a:custGeom>
            <a:avLst/>
            <a:gdLst>
              <a:gd name="textAreaLeft" fmla="*/ 0 w 201960"/>
              <a:gd name="textAreaRight" fmla="*/ 202320 w 201960"/>
              <a:gd name="textAreaTop" fmla="*/ 0 h 66960"/>
              <a:gd name="textAreaBottom" fmla="*/ 67320 h 66960"/>
            </a:gdLst>
            <a:ahLst/>
            <a:cxnLst/>
            <a:rect l="textAreaLeft" t="textAreaTop" r="textAreaRight" b="textAreaBottom"/>
            <a:pathLst>
              <a:path w="6762" h="2253">
                <a:moveTo>
                  <a:pt x="5994" y="0"/>
                </a:moveTo>
                <a:cubicBezTo>
                  <a:pt x="5943" y="0"/>
                  <a:pt x="5890" y="6"/>
                  <a:pt x="5834" y="20"/>
                </a:cubicBezTo>
                <a:cubicBezTo>
                  <a:pt x="5242" y="154"/>
                  <a:pt x="5189" y="988"/>
                  <a:pt x="5457" y="1391"/>
                </a:cubicBezTo>
                <a:cubicBezTo>
                  <a:pt x="5484" y="1418"/>
                  <a:pt x="5511" y="1472"/>
                  <a:pt x="5538" y="1498"/>
                </a:cubicBezTo>
                <a:lnTo>
                  <a:pt x="5404" y="1552"/>
                </a:lnTo>
                <a:cubicBezTo>
                  <a:pt x="5324" y="1526"/>
                  <a:pt x="5243" y="1512"/>
                  <a:pt x="5161" y="1512"/>
                </a:cubicBezTo>
                <a:cubicBezTo>
                  <a:pt x="4909" y="1512"/>
                  <a:pt x="4646" y="1638"/>
                  <a:pt x="4382" y="1902"/>
                </a:cubicBezTo>
                <a:cubicBezTo>
                  <a:pt x="3752" y="2037"/>
                  <a:pt x="3121" y="2097"/>
                  <a:pt x="2475" y="2097"/>
                </a:cubicBezTo>
                <a:cubicBezTo>
                  <a:pt x="2349" y="2097"/>
                  <a:pt x="2223" y="2094"/>
                  <a:pt x="2097" y="2090"/>
                </a:cubicBezTo>
                <a:cubicBezTo>
                  <a:pt x="1398" y="1956"/>
                  <a:pt x="699" y="1794"/>
                  <a:pt x="0" y="1606"/>
                </a:cubicBezTo>
                <a:lnTo>
                  <a:pt x="0" y="1606"/>
                </a:lnTo>
                <a:cubicBezTo>
                  <a:pt x="134" y="1687"/>
                  <a:pt x="269" y="1767"/>
                  <a:pt x="403" y="1848"/>
                </a:cubicBezTo>
                <a:cubicBezTo>
                  <a:pt x="989" y="2134"/>
                  <a:pt x="1666" y="2253"/>
                  <a:pt x="2366" y="2253"/>
                </a:cubicBezTo>
                <a:cubicBezTo>
                  <a:pt x="2982" y="2253"/>
                  <a:pt x="3616" y="2160"/>
                  <a:pt x="4221" y="2009"/>
                </a:cubicBezTo>
                <a:lnTo>
                  <a:pt x="4221" y="2009"/>
                </a:lnTo>
                <a:lnTo>
                  <a:pt x="4059" y="2063"/>
                </a:lnTo>
                <a:cubicBezTo>
                  <a:pt x="4033" y="2090"/>
                  <a:pt x="4033" y="2171"/>
                  <a:pt x="4086" y="2171"/>
                </a:cubicBezTo>
                <a:cubicBezTo>
                  <a:pt x="4275" y="2171"/>
                  <a:pt x="4463" y="2197"/>
                  <a:pt x="4678" y="2197"/>
                </a:cubicBezTo>
                <a:cubicBezTo>
                  <a:pt x="4651" y="2144"/>
                  <a:pt x="4624" y="2090"/>
                  <a:pt x="4624" y="2036"/>
                </a:cubicBezTo>
                <a:cubicBezTo>
                  <a:pt x="4597" y="2009"/>
                  <a:pt x="4570" y="1956"/>
                  <a:pt x="4597" y="1929"/>
                </a:cubicBezTo>
                <a:cubicBezTo>
                  <a:pt x="4732" y="1875"/>
                  <a:pt x="4893" y="1821"/>
                  <a:pt x="5027" y="1794"/>
                </a:cubicBezTo>
                <a:lnTo>
                  <a:pt x="5054" y="1794"/>
                </a:lnTo>
                <a:cubicBezTo>
                  <a:pt x="5511" y="1714"/>
                  <a:pt x="5673" y="1660"/>
                  <a:pt x="5538" y="1606"/>
                </a:cubicBezTo>
                <a:lnTo>
                  <a:pt x="5619" y="1579"/>
                </a:lnTo>
                <a:cubicBezTo>
                  <a:pt x="5780" y="1714"/>
                  <a:pt x="5968" y="1821"/>
                  <a:pt x="6156" y="1875"/>
                </a:cubicBezTo>
                <a:cubicBezTo>
                  <a:pt x="6372" y="1714"/>
                  <a:pt x="6533" y="1472"/>
                  <a:pt x="6613" y="1230"/>
                </a:cubicBezTo>
                <a:cubicBezTo>
                  <a:pt x="6761" y="762"/>
                  <a:pt x="6548" y="0"/>
                  <a:pt x="599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5" name="Google Shape;486;p8"/>
          <p:cNvSpPr/>
          <p:nvPr/>
        </p:nvSpPr>
        <p:spPr>
          <a:xfrm>
            <a:off x="5077800" y="4222080"/>
            <a:ext cx="9360" cy="15120"/>
          </a:xfrm>
          <a:custGeom>
            <a:avLst/>
            <a:gdLst>
              <a:gd name="textAreaLeft" fmla="*/ 0 w 9360"/>
              <a:gd name="textAreaRight" fmla="*/ 9720 w 936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324" h="522">
                <a:moveTo>
                  <a:pt x="269" y="0"/>
                </a:moveTo>
                <a:cubicBezTo>
                  <a:pt x="259" y="0"/>
                  <a:pt x="250" y="3"/>
                  <a:pt x="243" y="11"/>
                </a:cubicBezTo>
                <a:cubicBezTo>
                  <a:pt x="82" y="118"/>
                  <a:pt x="1" y="333"/>
                  <a:pt x="28" y="521"/>
                </a:cubicBezTo>
                <a:cubicBezTo>
                  <a:pt x="135" y="387"/>
                  <a:pt x="243" y="226"/>
                  <a:pt x="323" y="64"/>
                </a:cubicBezTo>
                <a:cubicBezTo>
                  <a:pt x="323" y="25"/>
                  <a:pt x="295" y="0"/>
                  <a:pt x="269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6" name="Google Shape;487;p8"/>
          <p:cNvSpPr/>
          <p:nvPr/>
        </p:nvSpPr>
        <p:spPr>
          <a:xfrm>
            <a:off x="4461120" y="4160520"/>
            <a:ext cx="764640" cy="108720"/>
          </a:xfrm>
          <a:custGeom>
            <a:avLst/>
            <a:gdLst>
              <a:gd name="textAreaLeft" fmla="*/ 0 w 764640"/>
              <a:gd name="textAreaRight" fmla="*/ 765000 w 764640"/>
              <a:gd name="textAreaTop" fmla="*/ 0 h 108720"/>
              <a:gd name="textAreaBottom" fmla="*/ 109080 h 108720"/>
            </a:gdLst>
            <a:ahLst/>
            <a:cxnLst/>
            <a:rect l="textAreaLeft" t="textAreaTop" r="textAreaRight" b="textAreaBottom"/>
            <a:pathLst>
              <a:path w="25541" h="3648">
                <a:moveTo>
                  <a:pt x="16965" y="1399"/>
                </a:moveTo>
                <a:lnTo>
                  <a:pt x="17341" y="1452"/>
                </a:lnTo>
                <a:cubicBezTo>
                  <a:pt x="17260" y="1533"/>
                  <a:pt x="17180" y="1641"/>
                  <a:pt x="17126" y="1748"/>
                </a:cubicBezTo>
                <a:cubicBezTo>
                  <a:pt x="17045" y="1721"/>
                  <a:pt x="16965" y="1641"/>
                  <a:pt x="16911" y="1587"/>
                </a:cubicBezTo>
                <a:cubicBezTo>
                  <a:pt x="16938" y="1533"/>
                  <a:pt x="16938" y="1452"/>
                  <a:pt x="16965" y="1399"/>
                </a:cubicBezTo>
                <a:close/>
                <a:moveTo>
                  <a:pt x="1" y="1"/>
                </a:moveTo>
                <a:lnTo>
                  <a:pt x="1" y="1"/>
                </a:lnTo>
                <a:cubicBezTo>
                  <a:pt x="5351" y="216"/>
                  <a:pt x="10674" y="673"/>
                  <a:pt x="15970" y="1264"/>
                </a:cubicBezTo>
                <a:cubicBezTo>
                  <a:pt x="15620" y="1721"/>
                  <a:pt x="15620" y="2340"/>
                  <a:pt x="15970" y="2770"/>
                </a:cubicBezTo>
                <a:cubicBezTo>
                  <a:pt x="15643" y="3031"/>
                  <a:pt x="15228" y="3169"/>
                  <a:pt x="14825" y="3169"/>
                </a:cubicBezTo>
                <a:cubicBezTo>
                  <a:pt x="14731" y="3169"/>
                  <a:pt x="14637" y="3161"/>
                  <a:pt x="14545" y="3146"/>
                </a:cubicBezTo>
                <a:cubicBezTo>
                  <a:pt x="14432" y="3155"/>
                  <a:pt x="14322" y="3159"/>
                  <a:pt x="14216" y="3159"/>
                </a:cubicBezTo>
                <a:cubicBezTo>
                  <a:pt x="13026" y="3159"/>
                  <a:pt x="12218" y="2603"/>
                  <a:pt x="11749" y="1345"/>
                </a:cubicBezTo>
                <a:cubicBezTo>
                  <a:pt x="11749" y="1328"/>
                  <a:pt x="11741" y="1322"/>
                  <a:pt x="11731" y="1322"/>
                </a:cubicBezTo>
                <a:cubicBezTo>
                  <a:pt x="11709" y="1322"/>
                  <a:pt x="11677" y="1353"/>
                  <a:pt x="11695" y="1372"/>
                </a:cubicBezTo>
                <a:cubicBezTo>
                  <a:pt x="12185" y="2701"/>
                  <a:pt x="13267" y="3336"/>
                  <a:pt x="14341" y="3336"/>
                </a:cubicBezTo>
                <a:cubicBezTo>
                  <a:pt x="14917" y="3336"/>
                  <a:pt x="15491" y="3153"/>
                  <a:pt x="15970" y="2797"/>
                </a:cubicBezTo>
                <a:cubicBezTo>
                  <a:pt x="16077" y="2931"/>
                  <a:pt x="16239" y="3065"/>
                  <a:pt x="16400" y="3146"/>
                </a:cubicBezTo>
                <a:cubicBezTo>
                  <a:pt x="16602" y="3230"/>
                  <a:pt x="16803" y="3272"/>
                  <a:pt x="17011" y="3272"/>
                </a:cubicBezTo>
                <a:cubicBezTo>
                  <a:pt x="17136" y="3272"/>
                  <a:pt x="17264" y="3257"/>
                  <a:pt x="17395" y="3227"/>
                </a:cubicBezTo>
                <a:cubicBezTo>
                  <a:pt x="17669" y="3522"/>
                  <a:pt x="18042" y="3648"/>
                  <a:pt x="18445" y="3648"/>
                </a:cubicBezTo>
                <a:cubicBezTo>
                  <a:pt x="19069" y="3648"/>
                  <a:pt x="19765" y="3345"/>
                  <a:pt x="20271" y="2904"/>
                </a:cubicBezTo>
                <a:cubicBezTo>
                  <a:pt x="19787" y="2770"/>
                  <a:pt x="19277" y="2608"/>
                  <a:pt x="18820" y="2474"/>
                </a:cubicBezTo>
                <a:cubicBezTo>
                  <a:pt x="19035" y="2232"/>
                  <a:pt x="19035" y="1882"/>
                  <a:pt x="18846" y="1614"/>
                </a:cubicBezTo>
                <a:lnTo>
                  <a:pt x="18846" y="1614"/>
                </a:lnTo>
                <a:cubicBezTo>
                  <a:pt x="21105" y="1882"/>
                  <a:pt x="23336" y="2178"/>
                  <a:pt x="25541" y="2474"/>
                </a:cubicBezTo>
                <a:cubicBezTo>
                  <a:pt x="23282" y="2151"/>
                  <a:pt x="21051" y="1829"/>
                  <a:pt x="18793" y="1533"/>
                </a:cubicBezTo>
                <a:cubicBezTo>
                  <a:pt x="18739" y="1479"/>
                  <a:pt x="18685" y="1425"/>
                  <a:pt x="18631" y="1399"/>
                </a:cubicBezTo>
                <a:cubicBezTo>
                  <a:pt x="18463" y="1244"/>
                  <a:pt x="18243" y="1163"/>
                  <a:pt x="18021" y="1163"/>
                </a:cubicBezTo>
                <a:cubicBezTo>
                  <a:pt x="17819" y="1163"/>
                  <a:pt x="17615" y="1231"/>
                  <a:pt x="17448" y="1372"/>
                </a:cubicBezTo>
                <a:lnTo>
                  <a:pt x="16991" y="1291"/>
                </a:lnTo>
                <a:cubicBezTo>
                  <a:pt x="17045" y="1184"/>
                  <a:pt x="17072" y="1076"/>
                  <a:pt x="17099" y="968"/>
                </a:cubicBezTo>
                <a:cubicBezTo>
                  <a:pt x="17099" y="942"/>
                  <a:pt x="17072" y="888"/>
                  <a:pt x="17045" y="888"/>
                </a:cubicBezTo>
                <a:cubicBezTo>
                  <a:pt x="16968" y="870"/>
                  <a:pt x="16889" y="861"/>
                  <a:pt x="16811" y="861"/>
                </a:cubicBezTo>
                <a:cubicBezTo>
                  <a:pt x="16534" y="861"/>
                  <a:pt x="16260" y="968"/>
                  <a:pt x="16050" y="1157"/>
                </a:cubicBezTo>
                <a:cubicBezTo>
                  <a:pt x="13201" y="834"/>
                  <a:pt x="10378" y="511"/>
                  <a:pt x="7501" y="323"/>
                </a:cubicBezTo>
                <a:cubicBezTo>
                  <a:pt x="5001" y="162"/>
                  <a:pt x="2501" y="54"/>
                  <a:pt x="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360" bIns="54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7" name="Google Shape;488;p8"/>
          <p:cNvSpPr/>
          <p:nvPr/>
        </p:nvSpPr>
        <p:spPr>
          <a:xfrm>
            <a:off x="5068440" y="4237920"/>
            <a:ext cx="22320" cy="15840"/>
          </a:xfrm>
          <a:custGeom>
            <a:avLst/>
            <a:gdLst>
              <a:gd name="textAreaLeft" fmla="*/ 0 w 22320"/>
              <a:gd name="textAreaRight" fmla="*/ 22680 w 2232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753" h="539">
                <a:moveTo>
                  <a:pt x="350" y="0"/>
                </a:moveTo>
                <a:cubicBezTo>
                  <a:pt x="242" y="135"/>
                  <a:pt x="135" y="242"/>
                  <a:pt x="0" y="350"/>
                </a:cubicBezTo>
                <a:lnTo>
                  <a:pt x="753" y="538"/>
                </a:lnTo>
                <a:cubicBezTo>
                  <a:pt x="565" y="404"/>
                  <a:pt x="430" y="216"/>
                  <a:pt x="35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8" name="Google Shape;489;p8"/>
          <p:cNvSpPr/>
          <p:nvPr/>
        </p:nvSpPr>
        <p:spPr>
          <a:xfrm>
            <a:off x="6681600" y="4218480"/>
            <a:ext cx="62280" cy="11880"/>
          </a:xfrm>
          <a:custGeom>
            <a:avLst/>
            <a:gdLst>
              <a:gd name="textAreaLeft" fmla="*/ 0 w 62280"/>
              <a:gd name="textAreaRight" fmla="*/ 62640 w 62280"/>
              <a:gd name="textAreaTop" fmla="*/ 0 h 11880"/>
              <a:gd name="textAreaBottom" fmla="*/ 12240 h 11880"/>
            </a:gdLst>
            <a:ahLst/>
            <a:cxnLst/>
            <a:rect l="textAreaLeft" t="textAreaTop" r="textAreaRight" b="textAreaBottom"/>
            <a:pathLst>
              <a:path w="2092" h="411">
                <a:moveTo>
                  <a:pt x="1620" y="0"/>
                </a:moveTo>
                <a:cubicBezTo>
                  <a:pt x="1064" y="0"/>
                  <a:pt x="509" y="121"/>
                  <a:pt x="22" y="376"/>
                </a:cubicBezTo>
                <a:cubicBezTo>
                  <a:pt x="0" y="376"/>
                  <a:pt x="13" y="410"/>
                  <a:pt x="33" y="410"/>
                </a:cubicBezTo>
                <a:cubicBezTo>
                  <a:pt x="38" y="410"/>
                  <a:pt x="43" y="408"/>
                  <a:pt x="49" y="403"/>
                </a:cubicBezTo>
                <a:cubicBezTo>
                  <a:pt x="534" y="170"/>
                  <a:pt x="1070" y="54"/>
                  <a:pt x="1616" y="54"/>
                </a:cubicBezTo>
                <a:cubicBezTo>
                  <a:pt x="1765" y="54"/>
                  <a:pt x="1915" y="63"/>
                  <a:pt x="2065" y="80"/>
                </a:cubicBezTo>
                <a:cubicBezTo>
                  <a:pt x="2092" y="80"/>
                  <a:pt x="2092" y="26"/>
                  <a:pt x="2065" y="26"/>
                </a:cubicBezTo>
                <a:cubicBezTo>
                  <a:pt x="1917" y="9"/>
                  <a:pt x="1769" y="0"/>
                  <a:pt x="162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" bIns="6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79" name="Google Shape;490;p8"/>
          <p:cNvSpPr/>
          <p:nvPr/>
        </p:nvSpPr>
        <p:spPr>
          <a:xfrm>
            <a:off x="3904200" y="4298760"/>
            <a:ext cx="194400" cy="41400"/>
          </a:xfrm>
          <a:custGeom>
            <a:avLst/>
            <a:gdLst>
              <a:gd name="textAreaLeft" fmla="*/ 0 w 194400"/>
              <a:gd name="textAreaRight" fmla="*/ 194760 w 194400"/>
              <a:gd name="textAreaTop" fmla="*/ 0 h 41400"/>
              <a:gd name="textAreaBottom" fmla="*/ 41760 h 41400"/>
            </a:gdLst>
            <a:ahLst/>
            <a:cxnLst/>
            <a:rect l="textAreaLeft" t="textAreaTop" r="textAreaRight" b="textAreaBottom"/>
            <a:pathLst>
              <a:path w="6499" h="1399">
                <a:moveTo>
                  <a:pt x="1414" y="701"/>
                </a:moveTo>
                <a:cubicBezTo>
                  <a:pt x="1346" y="720"/>
                  <a:pt x="1279" y="739"/>
                  <a:pt x="1211" y="757"/>
                </a:cubicBezTo>
                <a:cubicBezTo>
                  <a:pt x="1286" y="747"/>
                  <a:pt x="1353" y="727"/>
                  <a:pt x="1414" y="701"/>
                </a:cubicBezTo>
                <a:close/>
                <a:moveTo>
                  <a:pt x="1583" y="1"/>
                </a:moveTo>
                <a:cubicBezTo>
                  <a:pt x="1091" y="1"/>
                  <a:pt x="606" y="291"/>
                  <a:pt x="404" y="811"/>
                </a:cubicBezTo>
                <a:cubicBezTo>
                  <a:pt x="404" y="865"/>
                  <a:pt x="431" y="892"/>
                  <a:pt x="458" y="919"/>
                </a:cubicBezTo>
                <a:lnTo>
                  <a:pt x="539" y="946"/>
                </a:lnTo>
                <a:cubicBezTo>
                  <a:pt x="377" y="972"/>
                  <a:pt x="189" y="999"/>
                  <a:pt x="28" y="1053"/>
                </a:cubicBezTo>
                <a:cubicBezTo>
                  <a:pt x="1" y="1053"/>
                  <a:pt x="28" y="1107"/>
                  <a:pt x="55" y="1107"/>
                </a:cubicBezTo>
                <a:lnTo>
                  <a:pt x="566" y="946"/>
                </a:lnTo>
                <a:cubicBezTo>
                  <a:pt x="1425" y="1248"/>
                  <a:pt x="2322" y="1398"/>
                  <a:pt x="3218" y="1398"/>
                </a:cubicBezTo>
                <a:cubicBezTo>
                  <a:pt x="4313" y="1398"/>
                  <a:pt x="5406" y="1174"/>
                  <a:pt x="6426" y="731"/>
                </a:cubicBezTo>
                <a:cubicBezTo>
                  <a:pt x="6498" y="707"/>
                  <a:pt x="6463" y="619"/>
                  <a:pt x="6398" y="619"/>
                </a:cubicBezTo>
                <a:cubicBezTo>
                  <a:pt x="6390" y="619"/>
                  <a:pt x="6381" y="620"/>
                  <a:pt x="6373" y="623"/>
                </a:cubicBezTo>
                <a:cubicBezTo>
                  <a:pt x="5391" y="1041"/>
                  <a:pt x="4336" y="1262"/>
                  <a:pt x="3274" y="1262"/>
                </a:cubicBezTo>
                <a:cubicBezTo>
                  <a:pt x="2765" y="1262"/>
                  <a:pt x="2254" y="1211"/>
                  <a:pt x="1748" y="1107"/>
                </a:cubicBezTo>
                <a:cubicBezTo>
                  <a:pt x="1265" y="1026"/>
                  <a:pt x="888" y="1080"/>
                  <a:pt x="1049" y="811"/>
                </a:cubicBezTo>
                <a:cubicBezTo>
                  <a:pt x="1130" y="704"/>
                  <a:pt x="1211" y="596"/>
                  <a:pt x="1291" y="515"/>
                </a:cubicBezTo>
                <a:cubicBezTo>
                  <a:pt x="1419" y="244"/>
                  <a:pt x="1528" y="105"/>
                  <a:pt x="1624" y="105"/>
                </a:cubicBezTo>
                <a:cubicBezTo>
                  <a:pt x="1689" y="105"/>
                  <a:pt x="1748" y="170"/>
                  <a:pt x="1802" y="300"/>
                </a:cubicBezTo>
                <a:cubicBezTo>
                  <a:pt x="1990" y="462"/>
                  <a:pt x="1964" y="542"/>
                  <a:pt x="1668" y="542"/>
                </a:cubicBezTo>
                <a:cubicBezTo>
                  <a:pt x="1587" y="607"/>
                  <a:pt x="1506" y="662"/>
                  <a:pt x="1414" y="701"/>
                </a:cubicBezTo>
                <a:lnTo>
                  <a:pt x="1414" y="701"/>
                </a:lnTo>
                <a:cubicBezTo>
                  <a:pt x="1749" y="605"/>
                  <a:pt x="2081" y="497"/>
                  <a:pt x="2394" y="408"/>
                </a:cubicBezTo>
                <a:cubicBezTo>
                  <a:pt x="2421" y="408"/>
                  <a:pt x="2447" y="354"/>
                  <a:pt x="2421" y="327"/>
                </a:cubicBezTo>
                <a:cubicBezTo>
                  <a:pt x="2178" y="105"/>
                  <a:pt x="1879" y="1"/>
                  <a:pt x="1583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880" bIns="20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0" name="Google Shape;491;p8"/>
          <p:cNvSpPr/>
          <p:nvPr/>
        </p:nvSpPr>
        <p:spPr>
          <a:xfrm>
            <a:off x="1963080" y="4419000"/>
            <a:ext cx="26280" cy="6840"/>
          </a:xfrm>
          <a:custGeom>
            <a:avLst/>
            <a:gdLst>
              <a:gd name="textAreaLeft" fmla="*/ 0 w 26280"/>
              <a:gd name="textAreaRight" fmla="*/ 26640 w 26280"/>
              <a:gd name="textAreaTop" fmla="*/ 0 h 6840"/>
              <a:gd name="textAreaBottom" fmla="*/ 7200 h 6840"/>
            </a:gdLst>
            <a:ahLst/>
            <a:cxnLst/>
            <a:rect l="textAreaLeft" t="textAreaTop" r="textAreaRight" b="textAreaBottom"/>
            <a:pathLst>
              <a:path w="888" h="243">
                <a:moveTo>
                  <a:pt x="646" y="0"/>
                </a:moveTo>
                <a:lnTo>
                  <a:pt x="646" y="0"/>
                </a:lnTo>
                <a:cubicBezTo>
                  <a:pt x="431" y="54"/>
                  <a:pt x="216" y="108"/>
                  <a:pt x="1" y="108"/>
                </a:cubicBezTo>
                <a:cubicBezTo>
                  <a:pt x="296" y="189"/>
                  <a:pt x="565" y="215"/>
                  <a:pt x="888" y="242"/>
                </a:cubicBezTo>
                <a:cubicBezTo>
                  <a:pt x="780" y="215"/>
                  <a:pt x="727" y="162"/>
                  <a:pt x="646" y="135"/>
                </a:cubicBezTo>
                <a:cubicBezTo>
                  <a:pt x="619" y="108"/>
                  <a:pt x="619" y="81"/>
                  <a:pt x="619" y="54"/>
                </a:cubicBezTo>
                <a:cubicBezTo>
                  <a:pt x="619" y="27"/>
                  <a:pt x="619" y="27"/>
                  <a:pt x="646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1" name="Google Shape;492;p8"/>
          <p:cNvSpPr/>
          <p:nvPr/>
        </p:nvSpPr>
        <p:spPr>
          <a:xfrm>
            <a:off x="1982520" y="4404600"/>
            <a:ext cx="21240" cy="14040"/>
          </a:xfrm>
          <a:custGeom>
            <a:avLst/>
            <a:gdLst>
              <a:gd name="textAreaLeft" fmla="*/ 0 w 21240"/>
              <a:gd name="textAreaRight" fmla="*/ 21600 w 2124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727" h="485">
                <a:moveTo>
                  <a:pt x="646" y="0"/>
                </a:moveTo>
                <a:cubicBezTo>
                  <a:pt x="270" y="54"/>
                  <a:pt x="135" y="135"/>
                  <a:pt x="1" y="484"/>
                </a:cubicBezTo>
                <a:cubicBezTo>
                  <a:pt x="243" y="377"/>
                  <a:pt x="485" y="269"/>
                  <a:pt x="673" y="108"/>
                </a:cubicBezTo>
                <a:cubicBezTo>
                  <a:pt x="727" y="54"/>
                  <a:pt x="673" y="0"/>
                  <a:pt x="646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2" name="Google Shape;493;p8"/>
          <p:cNvSpPr/>
          <p:nvPr/>
        </p:nvSpPr>
        <p:spPr>
          <a:xfrm>
            <a:off x="4917600" y="4588920"/>
            <a:ext cx="56160" cy="15120"/>
          </a:xfrm>
          <a:custGeom>
            <a:avLst/>
            <a:gdLst>
              <a:gd name="textAreaLeft" fmla="*/ 0 w 56160"/>
              <a:gd name="textAreaRight" fmla="*/ 56520 w 56160"/>
              <a:gd name="textAreaTop" fmla="*/ 0 h 15120"/>
              <a:gd name="textAreaBottom" fmla="*/ 15480 h 15120"/>
            </a:gdLst>
            <a:ahLst/>
            <a:cxnLst/>
            <a:rect l="textAreaLeft" t="textAreaTop" r="textAreaRight" b="textAreaBottom"/>
            <a:pathLst>
              <a:path w="1883" h="512">
                <a:moveTo>
                  <a:pt x="1802" y="1"/>
                </a:moveTo>
                <a:cubicBezTo>
                  <a:pt x="1238" y="55"/>
                  <a:pt x="646" y="162"/>
                  <a:pt x="108" y="350"/>
                </a:cubicBezTo>
                <a:cubicBezTo>
                  <a:pt x="1" y="377"/>
                  <a:pt x="28" y="512"/>
                  <a:pt x="135" y="512"/>
                </a:cubicBezTo>
                <a:cubicBezTo>
                  <a:pt x="700" y="431"/>
                  <a:pt x="1264" y="297"/>
                  <a:pt x="1829" y="135"/>
                </a:cubicBezTo>
                <a:cubicBezTo>
                  <a:pt x="1883" y="108"/>
                  <a:pt x="1883" y="1"/>
                  <a:pt x="180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60" bIns="7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3" name="Google Shape;494;p8"/>
          <p:cNvSpPr/>
          <p:nvPr/>
        </p:nvSpPr>
        <p:spPr>
          <a:xfrm>
            <a:off x="5358960" y="4559760"/>
            <a:ext cx="140400" cy="84960"/>
          </a:xfrm>
          <a:custGeom>
            <a:avLst/>
            <a:gdLst>
              <a:gd name="textAreaLeft" fmla="*/ 0 w 140400"/>
              <a:gd name="textAreaRight" fmla="*/ 140760 w 140400"/>
              <a:gd name="textAreaTop" fmla="*/ 0 h 84960"/>
              <a:gd name="textAreaBottom" fmla="*/ 85320 h 84960"/>
            </a:gdLst>
            <a:ahLst/>
            <a:cxnLst/>
            <a:rect l="textAreaLeft" t="textAreaTop" r="textAreaRight" b="textAreaBottom"/>
            <a:pathLst>
              <a:path w="4706" h="2848">
                <a:moveTo>
                  <a:pt x="3173" y="376"/>
                </a:moveTo>
                <a:lnTo>
                  <a:pt x="4194" y="538"/>
                </a:lnTo>
                <a:cubicBezTo>
                  <a:pt x="4087" y="645"/>
                  <a:pt x="3979" y="753"/>
                  <a:pt x="3845" y="887"/>
                </a:cubicBezTo>
                <a:lnTo>
                  <a:pt x="2985" y="403"/>
                </a:lnTo>
                <a:lnTo>
                  <a:pt x="3173" y="376"/>
                </a:lnTo>
                <a:close/>
                <a:moveTo>
                  <a:pt x="2608" y="484"/>
                </a:moveTo>
                <a:lnTo>
                  <a:pt x="3307" y="833"/>
                </a:lnTo>
                <a:lnTo>
                  <a:pt x="3710" y="1022"/>
                </a:lnTo>
                <a:cubicBezTo>
                  <a:pt x="3046" y="1664"/>
                  <a:pt x="2253" y="2234"/>
                  <a:pt x="1393" y="2234"/>
                </a:cubicBezTo>
                <a:cubicBezTo>
                  <a:pt x="1210" y="2234"/>
                  <a:pt x="1023" y="2208"/>
                  <a:pt x="834" y="2151"/>
                </a:cubicBezTo>
                <a:cubicBezTo>
                  <a:pt x="807" y="1989"/>
                  <a:pt x="861" y="1828"/>
                  <a:pt x="941" y="1694"/>
                </a:cubicBezTo>
                <a:lnTo>
                  <a:pt x="1882" y="1102"/>
                </a:lnTo>
                <a:cubicBezTo>
                  <a:pt x="1929" y="1079"/>
                  <a:pt x="1895" y="1016"/>
                  <a:pt x="1851" y="1016"/>
                </a:cubicBezTo>
                <a:cubicBezTo>
                  <a:pt x="1844" y="1016"/>
                  <a:pt x="1836" y="1018"/>
                  <a:pt x="1828" y="1022"/>
                </a:cubicBezTo>
                <a:lnTo>
                  <a:pt x="1210" y="1344"/>
                </a:lnTo>
                <a:cubicBezTo>
                  <a:pt x="1318" y="1210"/>
                  <a:pt x="1452" y="1075"/>
                  <a:pt x="1613" y="968"/>
                </a:cubicBezTo>
                <a:cubicBezTo>
                  <a:pt x="1909" y="726"/>
                  <a:pt x="2259" y="565"/>
                  <a:pt x="2608" y="484"/>
                </a:cubicBezTo>
                <a:close/>
                <a:moveTo>
                  <a:pt x="3979" y="1156"/>
                </a:moveTo>
                <a:cubicBezTo>
                  <a:pt x="4087" y="1210"/>
                  <a:pt x="4194" y="1290"/>
                  <a:pt x="4194" y="1317"/>
                </a:cubicBezTo>
                <a:cubicBezTo>
                  <a:pt x="4302" y="1667"/>
                  <a:pt x="2662" y="2285"/>
                  <a:pt x="2420" y="2366"/>
                </a:cubicBezTo>
                <a:cubicBezTo>
                  <a:pt x="2097" y="2527"/>
                  <a:pt x="1775" y="2581"/>
                  <a:pt x="1425" y="2581"/>
                </a:cubicBezTo>
                <a:lnTo>
                  <a:pt x="1345" y="2554"/>
                </a:lnTo>
                <a:cubicBezTo>
                  <a:pt x="2312" y="2554"/>
                  <a:pt x="3226" y="1882"/>
                  <a:pt x="3979" y="1156"/>
                </a:cubicBezTo>
                <a:close/>
                <a:moveTo>
                  <a:pt x="2232" y="0"/>
                </a:moveTo>
                <a:cubicBezTo>
                  <a:pt x="2097" y="0"/>
                  <a:pt x="2044" y="161"/>
                  <a:pt x="2151" y="215"/>
                </a:cubicBezTo>
                <a:lnTo>
                  <a:pt x="2393" y="350"/>
                </a:lnTo>
                <a:cubicBezTo>
                  <a:pt x="2151" y="430"/>
                  <a:pt x="1909" y="565"/>
                  <a:pt x="1694" y="699"/>
                </a:cubicBezTo>
                <a:cubicBezTo>
                  <a:pt x="1345" y="914"/>
                  <a:pt x="1022" y="1210"/>
                  <a:pt x="780" y="1532"/>
                </a:cubicBezTo>
                <a:lnTo>
                  <a:pt x="108" y="1882"/>
                </a:lnTo>
                <a:cubicBezTo>
                  <a:pt x="0" y="1936"/>
                  <a:pt x="0" y="2070"/>
                  <a:pt x="108" y="2151"/>
                </a:cubicBezTo>
                <a:cubicBezTo>
                  <a:pt x="269" y="2285"/>
                  <a:pt x="484" y="2366"/>
                  <a:pt x="672" y="2446"/>
                </a:cubicBezTo>
                <a:cubicBezTo>
                  <a:pt x="836" y="2735"/>
                  <a:pt x="1120" y="2847"/>
                  <a:pt x="1463" y="2847"/>
                </a:cubicBezTo>
                <a:cubicBezTo>
                  <a:pt x="2529" y="2847"/>
                  <a:pt x="4171" y="1763"/>
                  <a:pt x="4598" y="1479"/>
                </a:cubicBezTo>
                <a:cubicBezTo>
                  <a:pt x="4651" y="1452"/>
                  <a:pt x="4705" y="1344"/>
                  <a:pt x="4598" y="1290"/>
                </a:cubicBezTo>
                <a:lnTo>
                  <a:pt x="4114" y="995"/>
                </a:lnTo>
                <a:cubicBezTo>
                  <a:pt x="4275" y="860"/>
                  <a:pt x="4409" y="699"/>
                  <a:pt x="4544" y="538"/>
                </a:cubicBezTo>
                <a:cubicBezTo>
                  <a:pt x="4624" y="457"/>
                  <a:pt x="4571" y="323"/>
                  <a:pt x="4463" y="323"/>
                </a:cubicBezTo>
                <a:lnTo>
                  <a:pt x="2232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480" bIns="42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4" name="Google Shape;495;p8"/>
          <p:cNvSpPr/>
          <p:nvPr/>
        </p:nvSpPr>
        <p:spPr>
          <a:xfrm>
            <a:off x="5513760" y="4592520"/>
            <a:ext cx="33840" cy="28800"/>
          </a:xfrm>
          <a:custGeom>
            <a:avLst/>
            <a:gdLst>
              <a:gd name="textAreaLeft" fmla="*/ 0 w 33840"/>
              <a:gd name="textAreaRight" fmla="*/ 34200 w 338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143" h="970">
                <a:moveTo>
                  <a:pt x="797" y="0"/>
                </a:moveTo>
                <a:cubicBezTo>
                  <a:pt x="367" y="0"/>
                  <a:pt x="1" y="407"/>
                  <a:pt x="94" y="893"/>
                </a:cubicBezTo>
                <a:cubicBezTo>
                  <a:pt x="125" y="946"/>
                  <a:pt x="177" y="970"/>
                  <a:pt x="227" y="970"/>
                </a:cubicBezTo>
                <a:cubicBezTo>
                  <a:pt x="305" y="970"/>
                  <a:pt x="379" y="911"/>
                  <a:pt x="362" y="813"/>
                </a:cubicBezTo>
                <a:cubicBezTo>
                  <a:pt x="282" y="490"/>
                  <a:pt x="927" y="544"/>
                  <a:pt x="1061" y="463"/>
                </a:cubicBezTo>
                <a:cubicBezTo>
                  <a:pt x="1142" y="410"/>
                  <a:pt x="1142" y="302"/>
                  <a:pt x="1061" y="248"/>
                </a:cubicBezTo>
                <a:cubicBezTo>
                  <a:pt x="1061" y="221"/>
                  <a:pt x="1035" y="221"/>
                  <a:pt x="1008" y="194"/>
                </a:cubicBezTo>
                <a:cubicBezTo>
                  <a:pt x="1088" y="168"/>
                  <a:pt x="1088" y="60"/>
                  <a:pt x="1008" y="33"/>
                </a:cubicBezTo>
                <a:cubicBezTo>
                  <a:pt x="937" y="11"/>
                  <a:pt x="866" y="0"/>
                  <a:pt x="79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5" name="Google Shape;496;p8"/>
          <p:cNvSpPr/>
          <p:nvPr/>
        </p:nvSpPr>
        <p:spPr>
          <a:xfrm>
            <a:off x="5616360" y="4525200"/>
            <a:ext cx="18000" cy="13320"/>
          </a:xfrm>
          <a:custGeom>
            <a:avLst/>
            <a:gdLst>
              <a:gd name="textAreaLeft" fmla="*/ 0 w 18000"/>
              <a:gd name="textAreaRight" fmla="*/ 18360 w 1800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619" h="458">
                <a:moveTo>
                  <a:pt x="323" y="0"/>
                </a:moveTo>
                <a:cubicBezTo>
                  <a:pt x="27" y="0"/>
                  <a:pt x="0" y="457"/>
                  <a:pt x="296" y="457"/>
                </a:cubicBezTo>
                <a:cubicBezTo>
                  <a:pt x="592" y="457"/>
                  <a:pt x="619" y="0"/>
                  <a:pt x="32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6" name="Google Shape;497;p8"/>
          <p:cNvSpPr/>
          <p:nvPr/>
        </p:nvSpPr>
        <p:spPr>
          <a:xfrm>
            <a:off x="6129360" y="4463280"/>
            <a:ext cx="187200" cy="110160"/>
          </a:xfrm>
          <a:custGeom>
            <a:avLst/>
            <a:gdLst>
              <a:gd name="textAreaLeft" fmla="*/ 0 w 187200"/>
              <a:gd name="textAreaRight" fmla="*/ 187560 w 187200"/>
              <a:gd name="textAreaTop" fmla="*/ 0 h 110160"/>
              <a:gd name="textAreaBottom" fmla="*/ 110520 h 110160"/>
            </a:gdLst>
            <a:ahLst/>
            <a:cxnLst/>
            <a:rect l="textAreaLeft" t="textAreaTop" r="textAreaRight" b="textAreaBottom"/>
            <a:pathLst>
              <a:path w="6265" h="3696">
                <a:moveTo>
                  <a:pt x="4920" y="1723"/>
                </a:moveTo>
                <a:cubicBezTo>
                  <a:pt x="4947" y="1776"/>
                  <a:pt x="4974" y="1803"/>
                  <a:pt x="4974" y="1830"/>
                </a:cubicBezTo>
                <a:lnTo>
                  <a:pt x="4893" y="1857"/>
                </a:lnTo>
                <a:cubicBezTo>
                  <a:pt x="4893" y="1803"/>
                  <a:pt x="4893" y="1749"/>
                  <a:pt x="4920" y="1723"/>
                </a:cubicBezTo>
                <a:close/>
                <a:moveTo>
                  <a:pt x="5055" y="2260"/>
                </a:moveTo>
                <a:cubicBezTo>
                  <a:pt x="5055" y="2314"/>
                  <a:pt x="5055" y="2341"/>
                  <a:pt x="5055" y="2395"/>
                </a:cubicBezTo>
                <a:cubicBezTo>
                  <a:pt x="4920" y="2448"/>
                  <a:pt x="4786" y="2448"/>
                  <a:pt x="4651" y="2448"/>
                </a:cubicBezTo>
                <a:cubicBezTo>
                  <a:pt x="4786" y="2368"/>
                  <a:pt x="4920" y="2314"/>
                  <a:pt x="5055" y="2260"/>
                </a:cubicBezTo>
                <a:close/>
                <a:moveTo>
                  <a:pt x="2393" y="1803"/>
                </a:moveTo>
                <a:cubicBezTo>
                  <a:pt x="2501" y="1803"/>
                  <a:pt x="2608" y="1803"/>
                  <a:pt x="2716" y="1830"/>
                </a:cubicBezTo>
                <a:cubicBezTo>
                  <a:pt x="2581" y="1991"/>
                  <a:pt x="2447" y="2126"/>
                  <a:pt x="2259" y="2233"/>
                </a:cubicBezTo>
                <a:cubicBezTo>
                  <a:pt x="2017" y="2395"/>
                  <a:pt x="1775" y="2502"/>
                  <a:pt x="1533" y="2610"/>
                </a:cubicBezTo>
                <a:cubicBezTo>
                  <a:pt x="1264" y="2126"/>
                  <a:pt x="1990" y="1803"/>
                  <a:pt x="2393" y="1803"/>
                </a:cubicBezTo>
                <a:close/>
                <a:moveTo>
                  <a:pt x="3415" y="593"/>
                </a:moveTo>
                <a:cubicBezTo>
                  <a:pt x="3791" y="593"/>
                  <a:pt x="4140" y="835"/>
                  <a:pt x="4275" y="1185"/>
                </a:cubicBezTo>
                <a:cubicBezTo>
                  <a:pt x="4382" y="1534"/>
                  <a:pt x="4302" y="1911"/>
                  <a:pt x="4060" y="2180"/>
                </a:cubicBezTo>
                <a:cubicBezTo>
                  <a:pt x="4006" y="2260"/>
                  <a:pt x="3952" y="2314"/>
                  <a:pt x="3899" y="2368"/>
                </a:cubicBezTo>
                <a:lnTo>
                  <a:pt x="3845" y="2395"/>
                </a:lnTo>
                <a:cubicBezTo>
                  <a:pt x="3442" y="2771"/>
                  <a:pt x="2877" y="2959"/>
                  <a:pt x="2312" y="2959"/>
                </a:cubicBezTo>
                <a:lnTo>
                  <a:pt x="2205" y="2959"/>
                </a:lnTo>
                <a:cubicBezTo>
                  <a:pt x="2501" y="2798"/>
                  <a:pt x="2769" y="2610"/>
                  <a:pt x="3011" y="2395"/>
                </a:cubicBezTo>
                <a:cubicBezTo>
                  <a:pt x="3146" y="2260"/>
                  <a:pt x="3253" y="2126"/>
                  <a:pt x="3334" y="1991"/>
                </a:cubicBezTo>
                <a:cubicBezTo>
                  <a:pt x="3549" y="2045"/>
                  <a:pt x="3737" y="2099"/>
                  <a:pt x="3952" y="2153"/>
                </a:cubicBezTo>
                <a:cubicBezTo>
                  <a:pt x="4087" y="2153"/>
                  <a:pt x="4114" y="2018"/>
                  <a:pt x="4060" y="1938"/>
                </a:cubicBezTo>
                <a:cubicBezTo>
                  <a:pt x="3925" y="1723"/>
                  <a:pt x="3737" y="1561"/>
                  <a:pt x="3549" y="1400"/>
                </a:cubicBezTo>
                <a:cubicBezTo>
                  <a:pt x="3603" y="1131"/>
                  <a:pt x="3549" y="862"/>
                  <a:pt x="3415" y="593"/>
                </a:cubicBezTo>
                <a:close/>
                <a:moveTo>
                  <a:pt x="3483" y="0"/>
                </a:moveTo>
                <a:cubicBezTo>
                  <a:pt x="3230" y="0"/>
                  <a:pt x="2974" y="75"/>
                  <a:pt x="2743" y="244"/>
                </a:cubicBezTo>
                <a:cubicBezTo>
                  <a:pt x="2635" y="351"/>
                  <a:pt x="2608" y="540"/>
                  <a:pt x="2716" y="674"/>
                </a:cubicBezTo>
                <a:cubicBezTo>
                  <a:pt x="2850" y="782"/>
                  <a:pt x="2931" y="916"/>
                  <a:pt x="2984" y="1077"/>
                </a:cubicBezTo>
                <a:lnTo>
                  <a:pt x="2796" y="997"/>
                </a:lnTo>
                <a:cubicBezTo>
                  <a:pt x="2796" y="916"/>
                  <a:pt x="2716" y="835"/>
                  <a:pt x="2635" y="808"/>
                </a:cubicBezTo>
                <a:cubicBezTo>
                  <a:pt x="2431" y="781"/>
                  <a:pt x="2212" y="763"/>
                  <a:pt x="1990" y="763"/>
                </a:cubicBezTo>
                <a:cubicBezTo>
                  <a:pt x="1336" y="763"/>
                  <a:pt x="664" y="925"/>
                  <a:pt x="323" y="1507"/>
                </a:cubicBezTo>
                <a:cubicBezTo>
                  <a:pt x="0" y="2018"/>
                  <a:pt x="54" y="2852"/>
                  <a:pt x="619" y="3174"/>
                </a:cubicBezTo>
                <a:cubicBezTo>
                  <a:pt x="753" y="3228"/>
                  <a:pt x="888" y="3255"/>
                  <a:pt x="1022" y="3282"/>
                </a:cubicBezTo>
                <a:cubicBezTo>
                  <a:pt x="1374" y="3540"/>
                  <a:pt x="1807" y="3695"/>
                  <a:pt x="2269" y="3695"/>
                </a:cubicBezTo>
                <a:cubicBezTo>
                  <a:pt x="2336" y="3695"/>
                  <a:pt x="2405" y="3692"/>
                  <a:pt x="2474" y="3685"/>
                </a:cubicBezTo>
                <a:cubicBezTo>
                  <a:pt x="3146" y="3604"/>
                  <a:pt x="3764" y="3309"/>
                  <a:pt x="4275" y="2879"/>
                </a:cubicBezTo>
                <a:cubicBezTo>
                  <a:pt x="4382" y="2905"/>
                  <a:pt x="4490" y="2905"/>
                  <a:pt x="4624" y="2905"/>
                </a:cubicBezTo>
                <a:cubicBezTo>
                  <a:pt x="4839" y="2879"/>
                  <a:pt x="5055" y="2879"/>
                  <a:pt x="5270" y="2879"/>
                </a:cubicBezTo>
                <a:cubicBezTo>
                  <a:pt x="5305" y="2890"/>
                  <a:pt x="5340" y="2896"/>
                  <a:pt x="5373" y="2896"/>
                </a:cubicBezTo>
                <a:cubicBezTo>
                  <a:pt x="5569" y="2896"/>
                  <a:pt x="5723" y="2709"/>
                  <a:pt x="5700" y="2502"/>
                </a:cubicBezTo>
                <a:cubicBezTo>
                  <a:pt x="5673" y="2395"/>
                  <a:pt x="5619" y="2260"/>
                  <a:pt x="5592" y="2153"/>
                </a:cubicBezTo>
                <a:cubicBezTo>
                  <a:pt x="5727" y="2126"/>
                  <a:pt x="5888" y="2126"/>
                  <a:pt x="6049" y="2126"/>
                </a:cubicBezTo>
                <a:cubicBezTo>
                  <a:pt x="6264" y="2126"/>
                  <a:pt x="6264" y="1803"/>
                  <a:pt x="6049" y="1803"/>
                </a:cubicBezTo>
                <a:cubicBezTo>
                  <a:pt x="5908" y="1772"/>
                  <a:pt x="5766" y="1759"/>
                  <a:pt x="5624" y="1759"/>
                </a:cubicBezTo>
                <a:cubicBezTo>
                  <a:pt x="5524" y="1759"/>
                  <a:pt x="5424" y="1765"/>
                  <a:pt x="5323" y="1776"/>
                </a:cubicBezTo>
                <a:cubicBezTo>
                  <a:pt x="5243" y="1696"/>
                  <a:pt x="5162" y="1615"/>
                  <a:pt x="5081" y="1561"/>
                </a:cubicBezTo>
                <a:cubicBezTo>
                  <a:pt x="5059" y="1539"/>
                  <a:pt x="5036" y="1530"/>
                  <a:pt x="5015" y="1530"/>
                </a:cubicBezTo>
                <a:cubicBezTo>
                  <a:pt x="4987" y="1530"/>
                  <a:pt x="4963" y="1546"/>
                  <a:pt x="4947" y="1561"/>
                </a:cubicBezTo>
                <a:cubicBezTo>
                  <a:pt x="4947" y="1507"/>
                  <a:pt x="4947" y="1427"/>
                  <a:pt x="4947" y="1373"/>
                </a:cubicBezTo>
                <a:cubicBezTo>
                  <a:pt x="4887" y="599"/>
                  <a:pt x="4197" y="0"/>
                  <a:pt x="348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5080" bIns="55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7" name="Google Shape;498;p8"/>
          <p:cNvSpPr/>
          <p:nvPr/>
        </p:nvSpPr>
        <p:spPr>
          <a:xfrm>
            <a:off x="6107760" y="4448880"/>
            <a:ext cx="46800" cy="23040"/>
          </a:xfrm>
          <a:custGeom>
            <a:avLst/>
            <a:gdLst>
              <a:gd name="textAreaLeft" fmla="*/ 0 w 46800"/>
              <a:gd name="textAreaRight" fmla="*/ 47160 w 4680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1571" h="776">
                <a:moveTo>
                  <a:pt x="380" y="1"/>
                </a:moveTo>
                <a:cubicBezTo>
                  <a:pt x="218" y="1"/>
                  <a:pt x="93" y="72"/>
                  <a:pt x="54" y="314"/>
                </a:cubicBezTo>
                <a:cubicBezTo>
                  <a:pt x="0" y="475"/>
                  <a:pt x="54" y="636"/>
                  <a:pt x="162" y="744"/>
                </a:cubicBezTo>
                <a:cubicBezTo>
                  <a:pt x="198" y="765"/>
                  <a:pt x="234" y="775"/>
                  <a:pt x="268" y="775"/>
                </a:cubicBezTo>
                <a:cubicBezTo>
                  <a:pt x="361" y="775"/>
                  <a:pt x="438" y="701"/>
                  <a:pt x="458" y="583"/>
                </a:cubicBezTo>
                <a:cubicBezTo>
                  <a:pt x="458" y="529"/>
                  <a:pt x="377" y="502"/>
                  <a:pt x="350" y="502"/>
                </a:cubicBezTo>
                <a:cubicBezTo>
                  <a:pt x="323" y="502"/>
                  <a:pt x="323" y="475"/>
                  <a:pt x="350" y="448"/>
                </a:cubicBezTo>
                <a:cubicBezTo>
                  <a:pt x="350" y="344"/>
                  <a:pt x="366" y="304"/>
                  <a:pt x="424" y="304"/>
                </a:cubicBezTo>
                <a:cubicBezTo>
                  <a:pt x="440" y="304"/>
                  <a:pt x="460" y="308"/>
                  <a:pt x="484" y="314"/>
                </a:cubicBezTo>
                <a:cubicBezTo>
                  <a:pt x="731" y="352"/>
                  <a:pt x="938" y="470"/>
                  <a:pt x="1152" y="470"/>
                </a:cubicBezTo>
                <a:cubicBezTo>
                  <a:pt x="1240" y="470"/>
                  <a:pt x="1331" y="450"/>
                  <a:pt x="1425" y="394"/>
                </a:cubicBezTo>
                <a:cubicBezTo>
                  <a:pt x="1571" y="322"/>
                  <a:pt x="1498" y="118"/>
                  <a:pt x="1364" y="118"/>
                </a:cubicBezTo>
                <a:cubicBezTo>
                  <a:pt x="1349" y="118"/>
                  <a:pt x="1334" y="120"/>
                  <a:pt x="1318" y="125"/>
                </a:cubicBezTo>
                <a:cubicBezTo>
                  <a:pt x="1273" y="145"/>
                  <a:pt x="1223" y="152"/>
                  <a:pt x="1169" y="152"/>
                </a:cubicBezTo>
                <a:cubicBezTo>
                  <a:pt x="930" y="152"/>
                  <a:pt x="616" y="1"/>
                  <a:pt x="38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8" name="Google Shape;499;p8"/>
          <p:cNvSpPr/>
          <p:nvPr/>
        </p:nvSpPr>
        <p:spPr>
          <a:xfrm>
            <a:off x="4622400" y="4657320"/>
            <a:ext cx="41400" cy="28800"/>
          </a:xfrm>
          <a:custGeom>
            <a:avLst/>
            <a:gdLst>
              <a:gd name="textAreaLeft" fmla="*/ 0 w 41400"/>
              <a:gd name="textAreaRight" fmla="*/ 41760 w 4140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89" h="975">
                <a:moveTo>
                  <a:pt x="324" y="1"/>
                </a:moveTo>
                <a:cubicBezTo>
                  <a:pt x="306" y="1"/>
                  <a:pt x="288" y="1"/>
                  <a:pt x="269" y="2"/>
                </a:cubicBezTo>
                <a:cubicBezTo>
                  <a:pt x="1" y="29"/>
                  <a:pt x="27" y="459"/>
                  <a:pt x="296" y="459"/>
                </a:cubicBezTo>
                <a:cubicBezTo>
                  <a:pt x="337" y="452"/>
                  <a:pt x="379" y="449"/>
                  <a:pt x="421" y="449"/>
                </a:cubicBezTo>
                <a:cubicBezTo>
                  <a:pt x="550" y="449"/>
                  <a:pt x="686" y="479"/>
                  <a:pt x="807" y="540"/>
                </a:cubicBezTo>
                <a:cubicBezTo>
                  <a:pt x="968" y="620"/>
                  <a:pt x="1076" y="755"/>
                  <a:pt x="1157" y="916"/>
                </a:cubicBezTo>
                <a:cubicBezTo>
                  <a:pt x="1177" y="957"/>
                  <a:pt x="1217" y="975"/>
                  <a:pt x="1258" y="975"/>
                </a:cubicBezTo>
                <a:cubicBezTo>
                  <a:pt x="1323" y="975"/>
                  <a:pt x="1388" y="929"/>
                  <a:pt x="1372" y="862"/>
                </a:cubicBezTo>
                <a:cubicBezTo>
                  <a:pt x="1268" y="344"/>
                  <a:pt x="815" y="1"/>
                  <a:pt x="324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89" name="Google Shape;500;p8"/>
          <p:cNvSpPr/>
          <p:nvPr/>
        </p:nvSpPr>
        <p:spPr>
          <a:xfrm>
            <a:off x="1848240" y="4574880"/>
            <a:ext cx="132480" cy="53280"/>
          </a:xfrm>
          <a:custGeom>
            <a:avLst/>
            <a:gdLst>
              <a:gd name="textAreaLeft" fmla="*/ 0 w 132480"/>
              <a:gd name="textAreaRight" fmla="*/ 132840 w 132480"/>
              <a:gd name="textAreaTop" fmla="*/ 0 h 53280"/>
              <a:gd name="textAreaBottom" fmla="*/ 53640 h 53280"/>
            </a:gdLst>
            <a:ahLst/>
            <a:cxnLst/>
            <a:rect l="textAreaLeft" t="textAreaTop" r="textAreaRight" b="textAreaBottom"/>
            <a:pathLst>
              <a:path w="4437" h="1787">
                <a:moveTo>
                  <a:pt x="1694" y="437"/>
                </a:moveTo>
                <a:cubicBezTo>
                  <a:pt x="1721" y="464"/>
                  <a:pt x="1748" y="518"/>
                  <a:pt x="1775" y="545"/>
                </a:cubicBezTo>
                <a:lnTo>
                  <a:pt x="2232" y="921"/>
                </a:lnTo>
                <a:cubicBezTo>
                  <a:pt x="2077" y="978"/>
                  <a:pt x="1915" y="1005"/>
                  <a:pt x="1752" y="1005"/>
                </a:cubicBezTo>
                <a:cubicBezTo>
                  <a:pt x="1380" y="1005"/>
                  <a:pt x="1007" y="861"/>
                  <a:pt x="726" y="598"/>
                </a:cubicBezTo>
                <a:cubicBezTo>
                  <a:pt x="1049" y="518"/>
                  <a:pt x="1371" y="464"/>
                  <a:pt x="1694" y="437"/>
                </a:cubicBezTo>
                <a:close/>
                <a:moveTo>
                  <a:pt x="2420" y="0"/>
                </a:moveTo>
                <a:cubicBezTo>
                  <a:pt x="2296" y="0"/>
                  <a:pt x="2170" y="11"/>
                  <a:pt x="2043" y="34"/>
                </a:cubicBezTo>
                <a:cubicBezTo>
                  <a:pt x="1896" y="20"/>
                  <a:pt x="1746" y="14"/>
                  <a:pt x="1596" y="14"/>
                </a:cubicBezTo>
                <a:cubicBezTo>
                  <a:pt x="1145" y="14"/>
                  <a:pt x="686" y="74"/>
                  <a:pt x="242" y="195"/>
                </a:cubicBezTo>
                <a:cubicBezTo>
                  <a:pt x="81" y="222"/>
                  <a:pt x="0" y="383"/>
                  <a:pt x="81" y="545"/>
                </a:cubicBezTo>
                <a:cubicBezTo>
                  <a:pt x="421" y="1156"/>
                  <a:pt x="1061" y="1500"/>
                  <a:pt x="1724" y="1500"/>
                </a:cubicBezTo>
                <a:cubicBezTo>
                  <a:pt x="2110" y="1500"/>
                  <a:pt x="2504" y="1383"/>
                  <a:pt x="2850" y="1136"/>
                </a:cubicBezTo>
                <a:cubicBezTo>
                  <a:pt x="2984" y="1055"/>
                  <a:pt x="2931" y="840"/>
                  <a:pt x="2823" y="733"/>
                </a:cubicBezTo>
                <a:lnTo>
                  <a:pt x="2474" y="464"/>
                </a:lnTo>
                <a:cubicBezTo>
                  <a:pt x="3092" y="464"/>
                  <a:pt x="3656" y="786"/>
                  <a:pt x="3925" y="1351"/>
                </a:cubicBezTo>
                <a:cubicBezTo>
                  <a:pt x="3683" y="1351"/>
                  <a:pt x="3441" y="1270"/>
                  <a:pt x="3253" y="1136"/>
                </a:cubicBezTo>
                <a:cubicBezTo>
                  <a:pt x="3236" y="1128"/>
                  <a:pt x="3219" y="1124"/>
                  <a:pt x="3202" y="1124"/>
                </a:cubicBezTo>
                <a:cubicBezTo>
                  <a:pt x="3109" y="1124"/>
                  <a:pt x="3024" y="1233"/>
                  <a:pt x="3092" y="1324"/>
                </a:cubicBezTo>
                <a:cubicBezTo>
                  <a:pt x="3306" y="1624"/>
                  <a:pt x="3639" y="1787"/>
                  <a:pt x="3983" y="1787"/>
                </a:cubicBezTo>
                <a:cubicBezTo>
                  <a:pt x="4071" y="1787"/>
                  <a:pt x="4160" y="1776"/>
                  <a:pt x="4248" y="1754"/>
                </a:cubicBezTo>
                <a:cubicBezTo>
                  <a:pt x="4382" y="1727"/>
                  <a:pt x="4436" y="1620"/>
                  <a:pt x="4436" y="1485"/>
                </a:cubicBezTo>
                <a:cubicBezTo>
                  <a:pt x="4176" y="587"/>
                  <a:pt x="3333" y="0"/>
                  <a:pt x="242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6640" bIns="26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0" name="Google Shape;501;p8"/>
          <p:cNvSpPr/>
          <p:nvPr/>
        </p:nvSpPr>
        <p:spPr>
          <a:xfrm>
            <a:off x="821160" y="4538160"/>
            <a:ext cx="35640" cy="8280"/>
          </a:xfrm>
          <a:custGeom>
            <a:avLst/>
            <a:gdLst>
              <a:gd name="textAreaLeft" fmla="*/ 0 w 35640"/>
              <a:gd name="textAreaRight" fmla="*/ 36000 w 35640"/>
              <a:gd name="textAreaTop" fmla="*/ 0 h 8280"/>
              <a:gd name="textAreaBottom" fmla="*/ 8640 h 8280"/>
            </a:gdLst>
            <a:ahLst/>
            <a:cxnLst/>
            <a:rect l="textAreaLeft" t="textAreaTop" r="textAreaRight" b="textAreaBottom"/>
            <a:pathLst>
              <a:path w="1205" h="286">
                <a:moveTo>
                  <a:pt x="128" y="1"/>
                </a:moveTo>
                <a:cubicBezTo>
                  <a:pt x="1" y="1"/>
                  <a:pt x="24" y="286"/>
                  <a:pt x="165" y="286"/>
                </a:cubicBezTo>
                <a:cubicBezTo>
                  <a:pt x="186" y="286"/>
                  <a:pt x="210" y="280"/>
                  <a:pt x="236" y="265"/>
                </a:cubicBezTo>
                <a:cubicBezTo>
                  <a:pt x="282" y="230"/>
                  <a:pt x="358" y="221"/>
                  <a:pt x="442" y="221"/>
                </a:cubicBezTo>
                <a:cubicBezTo>
                  <a:pt x="554" y="221"/>
                  <a:pt x="682" y="238"/>
                  <a:pt x="774" y="238"/>
                </a:cubicBezTo>
                <a:lnTo>
                  <a:pt x="962" y="238"/>
                </a:lnTo>
                <a:cubicBezTo>
                  <a:pt x="989" y="238"/>
                  <a:pt x="1150" y="184"/>
                  <a:pt x="1177" y="184"/>
                </a:cubicBezTo>
                <a:cubicBezTo>
                  <a:pt x="1204" y="184"/>
                  <a:pt x="1204" y="131"/>
                  <a:pt x="1177" y="131"/>
                </a:cubicBezTo>
                <a:cubicBezTo>
                  <a:pt x="1150" y="131"/>
                  <a:pt x="1070" y="104"/>
                  <a:pt x="1016" y="104"/>
                </a:cubicBezTo>
                <a:cubicBezTo>
                  <a:pt x="935" y="77"/>
                  <a:pt x="828" y="77"/>
                  <a:pt x="747" y="77"/>
                </a:cubicBezTo>
                <a:cubicBezTo>
                  <a:pt x="700" y="85"/>
                  <a:pt x="650" y="88"/>
                  <a:pt x="600" y="88"/>
                </a:cubicBezTo>
                <a:cubicBezTo>
                  <a:pt x="478" y="88"/>
                  <a:pt x="350" y="69"/>
                  <a:pt x="236" y="50"/>
                </a:cubicBezTo>
                <a:cubicBezTo>
                  <a:pt x="192" y="15"/>
                  <a:pt x="156" y="1"/>
                  <a:pt x="12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" bIns="4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1" name="Google Shape;502;p8"/>
          <p:cNvSpPr/>
          <p:nvPr/>
        </p:nvSpPr>
        <p:spPr>
          <a:xfrm>
            <a:off x="531720" y="4580280"/>
            <a:ext cx="84960" cy="44640"/>
          </a:xfrm>
          <a:custGeom>
            <a:avLst/>
            <a:gdLst>
              <a:gd name="textAreaLeft" fmla="*/ 0 w 84960"/>
              <a:gd name="textAreaRight" fmla="*/ 85320 w 84960"/>
              <a:gd name="textAreaTop" fmla="*/ 0 h 44640"/>
              <a:gd name="textAreaBottom" fmla="*/ 45000 h 44640"/>
            </a:gdLst>
            <a:ahLst/>
            <a:cxnLst/>
            <a:rect l="textAreaLeft" t="textAreaTop" r="textAreaRight" b="textAreaBottom"/>
            <a:pathLst>
              <a:path w="2844" h="1506">
                <a:moveTo>
                  <a:pt x="743" y="0"/>
                </a:moveTo>
                <a:cubicBezTo>
                  <a:pt x="728" y="0"/>
                  <a:pt x="712" y="6"/>
                  <a:pt x="700" y="18"/>
                </a:cubicBezTo>
                <a:cubicBezTo>
                  <a:pt x="324" y="368"/>
                  <a:pt x="82" y="851"/>
                  <a:pt x="1" y="1362"/>
                </a:cubicBezTo>
                <a:cubicBezTo>
                  <a:pt x="1" y="1416"/>
                  <a:pt x="28" y="1470"/>
                  <a:pt x="108" y="1470"/>
                </a:cubicBezTo>
                <a:cubicBezTo>
                  <a:pt x="314" y="1494"/>
                  <a:pt x="520" y="1506"/>
                  <a:pt x="725" y="1506"/>
                </a:cubicBezTo>
                <a:cubicBezTo>
                  <a:pt x="1431" y="1506"/>
                  <a:pt x="2130" y="1364"/>
                  <a:pt x="2797" y="1093"/>
                </a:cubicBezTo>
                <a:cubicBezTo>
                  <a:pt x="2843" y="1070"/>
                  <a:pt x="2810" y="1007"/>
                  <a:pt x="2765" y="1007"/>
                </a:cubicBezTo>
                <a:cubicBezTo>
                  <a:pt x="2758" y="1007"/>
                  <a:pt x="2751" y="1009"/>
                  <a:pt x="2743" y="1013"/>
                </a:cubicBezTo>
                <a:cubicBezTo>
                  <a:pt x="2167" y="1205"/>
                  <a:pt x="1577" y="1301"/>
                  <a:pt x="983" y="1301"/>
                </a:cubicBezTo>
                <a:cubicBezTo>
                  <a:pt x="746" y="1301"/>
                  <a:pt x="508" y="1285"/>
                  <a:pt x="270" y="1255"/>
                </a:cubicBezTo>
                <a:cubicBezTo>
                  <a:pt x="377" y="851"/>
                  <a:pt x="565" y="448"/>
                  <a:pt x="807" y="99"/>
                </a:cubicBezTo>
                <a:cubicBezTo>
                  <a:pt x="849" y="57"/>
                  <a:pt x="795" y="0"/>
                  <a:pt x="74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320" bIns="22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2" name="Google Shape;503;p8"/>
          <p:cNvSpPr/>
          <p:nvPr/>
        </p:nvSpPr>
        <p:spPr>
          <a:xfrm>
            <a:off x="3929040" y="34214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3" name="Google Shape;504;p8"/>
          <p:cNvSpPr/>
          <p:nvPr/>
        </p:nvSpPr>
        <p:spPr>
          <a:xfrm>
            <a:off x="3784320" y="3462480"/>
            <a:ext cx="51840" cy="23760"/>
          </a:xfrm>
          <a:custGeom>
            <a:avLst/>
            <a:gdLst>
              <a:gd name="textAreaLeft" fmla="*/ 0 w 51840"/>
              <a:gd name="textAreaRight" fmla="*/ 52200 w 5184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748" h="807">
                <a:moveTo>
                  <a:pt x="1748" y="0"/>
                </a:moveTo>
                <a:lnTo>
                  <a:pt x="1748" y="0"/>
                </a:lnTo>
                <a:cubicBezTo>
                  <a:pt x="1156" y="296"/>
                  <a:pt x="592" y="565"/>
                  <a:pt x="0" y="807"/>
                </a:cubicBezTo>
                <a:cubicBezTo>
                  <a:pt x="592" y="592"/>
                  <a:pt x="1183" y="323"/>
                  <a:pt x="174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4" name="Google Shape;505;p8"/>
          <p:cNvSpPr/>
          <p:nvPr/>
        </p:nvSpPr>
        <p:spPr>
          <a:xfrm>
            <a:off x="3923640" y="3417480"/>
            <a:ext cx="10800" cy="14040"/>
          </a:xfrm>
          <a:custGeom>
            <a:avLst/>
            <a:gdLst>
              <a:gd name="textAreaLeft" fmla="*/ 0 w 10800"/>
              <a:gd name="textAreaRight" fmla="*/ 11160 w 10800"/>
              <a:gd name="textAreaTop" fmla="*/ 0 h 14040"/>
              <a:gd name="textAreaBottom" fmla="*/ 14400 h 14040"/>
            </a:gdLst>
            <a:ahLst/>
            <a:cxnLst/>
            <a:rect l="textAreaLeft" t="textAreaTop" r="textAreaRight" b="textAreaBottom"/>
            <a:pathLst>
              <a:path w="377" h="485">
                <a:moveTo>
                  <a:pt x="377" y="1"/>
                </a:moveTo>
                <a:cubicBezTo>
                  <a:pt x="269" y="162"/>
                  <a:pt x="135" y="323"/>
                  <a:pt x="0" y="485"/>
                </a:cubicBezTo>
                <a:cubicBezTo>
                  <a:pt x="135" y="323"/>
                  <a:pt x="269" y="189"/>
                  <a:pt x="37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0" bIns="7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5" name="Google Shape;506;p8"/>
          <p:cNvSpPr/>
          <p:nvPr/>
        </p:nvSpPr>
        <p:spPr>
          <a:xfrm>
            <a:off x="4895280" y="3146040"/>
            <a:ext cx="360" cy="1440"/>
          </a:xfrm>
          <a:custGeom>
            <a:avLst/>
            <a:gdLst>
              <a:gd name="textAreaLeft" fmla="*/ 0 w 360"/>
              <a:gd name="textAreaRight" fmla="*/ 720 w 360"/>
              <a:gd name="textAreaTop" fmla="*/ 0 h 1440"/>
              <a:gd name="textAreaBottom" fmla="*/ 1800 h 1440"/>
            </a:gdLst>
            <a:ahLst/>
            <a:cxnLst/>
            <a:rect l="textAreaLeft" t="textAreaTop" r="textAreaRight" b="textAreaBottom"/>
            <a:pathLst>
              <a:path w="1" h="55">
                <a:moveTo>
                  <a:pt x="0" y="55"/>
                </a:moveTo>
                <a:lnTo>
                  <a:pt x="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6" name="Google Shape;507;p8"/>
          <p:cNvSpPr/>
          <p:nvPr/>
        </p:nvSpPr>
        <p:spPr>
          <a:xfrm>
            <a:off x="4883760" y="3135600"/>
            <a:ext cx="23760" cy="7560"/>
          </a:xfrm>
          <a:custGeom>
            <a:avLst/>
            <a:gdLst>
              <a:gd name="textAreaLeft" fmla="*/ 0 w 23760"/>
              <a:gd name="textAreaRight" fmla="*/ 24120 w 23760"/>
              <a:gd name="textAreaTop" fmla="*/ 0 h 7560"/>
              <a:gd name="textAreaBottom" fmla="*/ 7920 h 7560"/>
            </a:gdLst>
            <a:ahLst/>
            <a:cxnLst/>
            <a:rect l="textAreaLeft" t="textAreaTop" r="textAreaRight" b="textAreaBottom"/>
            <a:pathLst>
              <a:path w="808" h="270">
                <a:moveTo>
                  <a:pt x="780" y="0"/>
                </a:moveTo>
                <a:lnTo>
                  <a:pt x="1" y="269"/>
                </a:lnTo>
                <a:cubicBezTo>
                  <a:pt x="270" y="189"/>
                  <a:pt x="512" y="108"/>
                  <a:pt x="780" y="54"/>
                </a:cubicBezTo>
                <a:cubicBezTo>
                  <a:pt x="807" y="27"/>
                  <a:pt x="780" y="0"/>
                  <a:pt x="78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7" name="Google Shape;508;p8"/>
          <p:cNvSpPr/>
          <p:nvPr/>
        </p:nvSpPr>
        <p:spPr>
          <a:xfrm>
            <a:off x="3632760" y="3717720"/>
            <a:ext cx="1415880" cy="64080"/>
          </a:xfrm>
          <a:custGeom>
            <a:avLst/>
            <a:gdLst>
              <a:gd name="textAreaLeft" fmla="*/ 0 w 1415880"/>
              <a:gd name="textAreaRight" fmla="*/ 1416240 w 1415880"/>
              <a:gd name="textAreaTop" fmla="*/ 0 h 64080"/>
              <a:gd name="textAreaBottom" fmla="*/ 64440 h 64080"/>
            </a:gdLst>
            <a:ahLst/>
            <a:cxnLst/>
            <a:rect l="textAreaLeft" t="textAreaTop" r="textAreaRight" b="textAreaBottom"/>
            <a:pathLst>
              <a:path w="47290" h="2152">
                <a:moveTo>
                  <a:pt x="47101" y="0"/>
                </a:moveTo>
                <a:cubicBezTo>
                  <a:pt x="43014" y="0"/>
                  <a:pt x="38928" y="350"/>
                  <a:pt x="34842" y="646"/>
                </a:cubicBezTo>
                <a:cubicBezTo>
                  <a:pt x="33707" y="501"/>
                  <a:pt x="32569" y="452"/>
                  <a:pt x="31429" y="452"/>
                </a:cubicBezTo>
                <a:cubicBezTo>
                  <a:pt x="29599" y="452"/>
                  <a:pt x="27766" y="579"/>
                  <a:pt x="25943" y="646"/>
                </a:cubicBezTo>
                <a:cubicBezTo>
                  <a:pt x="23255" y="753"/>
                  <a:pt x="20566" y="861"/>
                  <a:pt x="17878" y="1076"/>
                </a:cubicBezTo>
                <a:lnTo>
                  <a:pt x="17824" y="1076"/>
                </a:lnTo>
                <a:cubicBezTo>
                  <a:pt x="15781" y="1022"/>
                  <a:pt x="13711" y="968"/>
                  <a:pt x="11668" y="914"/>
                </a:cubicBezTo>
                <a:cubicBezTo>
                  <a:pt x="11641" y="914"/>
                  <a:pt x="11641" y="941"/>
                  <a:pt x="11668" y="941"/>
                </a:cubicBezTo>
                <a:cubicBezTo>
                  <a:pt x="13442" y="1022"/>
                  <a:pt x="15216" y="1103"/>
                  <a:pt x="16991" y="1130"/>
                </a:cubicBezTo>
                <a:cubicBezTo>
                  <a:pt x="11345" y="1587"/>
                  <a:pt x="5673" y="1694"/>
                  <a:pt x="27" y="2124"/>
                </a:cubicBezTo>
                <a:cubicBezTo>
                  <a:pt x="0" y="2124"/>
                  <a:pt x="0" y="2151"/>
                  <a:pt x="27" y="2151"/>
                </a:cubicBezTo>
                <a:cubicBezTo>
                  <a:pt x="5536" y="2151"/>
                  <a:pt x="11022" y="1876"/>
                  <a:pt x="16528" y="1876"/>
                </a:cubicBezTo>
                <a:cubicBezTo>
                  <a:pt x="16987" y="1876"/>
                  <a:pt x="17446" y="1878"/>
                  <a:pt x="17905" y="1882"/>
                </a:cubicBezTo>
                <a:cubicBezTo>
                  <a:pt x="18209" y="1885"/>
                  <a:pt x="18512" y="1886"/>
                  <a:pt x="18816" y="1886"/>
                </a:cubicBezTo>
                <a:cubicBezTo>
                  <a:pt x="21389" y="1886"/>
                  <a:pt x="23962" y="1790"/>
                  <a:pt x="26535" y="1694"/>
                </a:cubicBezTo>
                <a:cubicBezTo>
                  <a:pt x="28954" y="1613"/>
                  <a:pt x="31401" y="1613"/>
                  <a:pt x="33793" y="1237"/>
                </a:cubicBezTo>
                <a:cubicBezTo>
                  <a:pt x="38256" y="1210"/>
                  <a:pt x="42799" y="1076"/>
                  <a:pt x="47128" y="323"/>
                </a:cubicBezTo>
                <a:cubicBezTo>
                  <a:pt x="47289" y="296"/>
                  <a:pt x="47289" y="27"/>
                  <a:pt x="47101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040" bIns="3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8" name="Google Shape;509;p8"/>
          <p:cNvSpPr/>
          <p:nvPr/>
        </p:nvSpPr>
        <p:spPr>
          <a:xfrm>
            <a:off x="3894480" y="3707280"/>
            <a:ext cx="822240" cy="24840"/>
          </a:xfrm>
          <a:custGeom>
            <a:avLst/>
            <a:gdLst>
              <a:gd name="textAreaLeft" fmla="*/ 0 w 822240"/>
              <a:gd name="textAreaRight" fmla="*/ 822600 w 822240"/>
              <a:gd name="textAreaTop" fmla="*/ 0 h 24840"/>
              <a:gd name="textAreaBottom" fmla="*/ 25200 h 24840"/>
            </a:gdLst>
            <a:ahLst/>
            <a:cxnLst/>
            <a:rect l="textAreaLeft" t="textAreaTop" r="textAreaRight" b="textAreaBottom"/>
            <a:pathLst>
              <a:path w="27476" h="836">
                <a:moveTo>
                  <a:pt x="19433" y="0"/>
                </a:moveTo>
                <a:cubicBezTo>
                  <a:pt x="16554" y="0"/>
                  <a:pt x="13633" y="291"/>
                  <a:pt x="10781" y="355"/>
                </a:cubicBezTo>
                <a:cubicBezTo>
                  <a:pt x="8993" y="396"/>
                  <a:pt x="7199" y="409"/>
                  <a:pt x="5404" y="409"/>
                </a:cubicBezTo>
                <a:cubicBezTo>
                  <a:pt x="3610" y="409"/>
                  <a:pt x="1815" y="396"/>
                  <a:pt x="27" y="382"/>
                </a:cubicBezTo>
                <a:cubicBezTo>
                  <a:pt x="0" y="382"/>
                  <a:pt x="0" y="436"/>
                  <a:pt x="27" y="436"/>
                </a:cubicBezTo>
                <a:cubicBezTo>
                  <a:pt x="3710" y="517"/>
                  <a:pt x="7420" y="517"/>
                  <a:pt x="11103" y="517"/>
                </a:cubicBezTo>
                <a:cubicBezTo>
                  <a:pt x="12842" y="517"/>
                  <a:pt x="14628" y="576"/>
                  <a:pt x="16415" y="576"/>
                </a:cubicBezTo>
                <a:cubicBezTo>
                  <a:pt x="17308" y="576"/>
                  <a:pt x="18201" y="562"/>
                  <a:pt x="19088" y="517"/>
                </a:cubicBezTo>
                <a:cubicBezTo>
                  <a:pt x="20943" y="664"/>
                  <a:pt x="22873" y="836"/>
                  <a:pt x="24767" y="836"/>
                </a:cubicBezTo>
                <a:cubicBezTo>
                  <a:pt x="25645" y="836"/>
                  <a:pt x="26516" y="799"/>
                  <a:pt x="27368" y="705"/>
                </a:cubicBezTo>
                <a:cubicBezTo>
                  <a:pt x="27476" y="705"/>
                  <a:pt x="27449" y="517"/>
                  <a:pt x="27368" y="517"/>
                </a:cubicBezTo>
                <a:cubicBezTo>
                  <a:pt x="26278" y="443"/>
                  <a:pt x="25181" y="426"/>
                  <a:pt x="24082" y="426"/>
                </a:cubicBezTo>
                <a:cubicBezTo>
                  <a:pt x="23065" y="426"/>
                  <a:pt x="22046" y="441"/>
                  <a:pt x="21026" y="441"/>
                </a:cubicBezTo>
                <a:cubicBezTo>
                  <a:pt x="20729" y="441"/>
                  <a:pt x="20433" y="439"/>
                  <a:pt x="20137" y="436"/>
                </a:cubicBezTo>
                <a:cubicBezTo>
                  <a:pt x="20620" y="382"/>
                  <a:pt x="21077" y="329"/>
                  <a:pt x="21561" y="275"/>
                </a:cubicBezTo>
                <a:cubicBezTo>
                  <a:pt x="21696" y="248"/>
                  <a:pt x="21669" y="60"/>
                  <a:pt x="21534" y="60"/>
                </a:cubicBezTo>
                <a:cubicBezTo>
                  <a:pt x="20838" y="17"/>
                  <a:pt x="20136" y="0"/>
                  <a:pt x="1943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99" name="Google Shape;510;p8"/>
          <p:cNvSpPr/>
          <p:nvPr/>
        </p:nvSpPr>
        <p:spPr>
          <a:xfrm>
            <a:off x="4317120" y="3773520"/>
            <a:ext cx="748440" cy="25200"/>
          </a:xfrm>
          <a:custGeom>
            <a:avLst/>
            <a:gdLst>
              <a:gd name="textAreaLeft" fmla="*/ 0 w 748440"/>
              <a:gd name="textAreaRight" fmla="*/ 748800 w 74844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5003" h="856">
                <a:moveTo>
                  <a:pt x="21828" y="1"/>
                </a:moveTo>
                <a:cubicBezTo>
                  <a:pt x="18710" y="1"/>
                  <a:pt x="15547" y="264"/>
                  <a:pt x="12475" y="345"/>
                </a:cubicBezTo>
                <a:cubicBezTo>
                  <a:pt x="8361" y="479"/>
                  <a:pt x="4168" y="641"/>
                  <a:pt x="27" y="802"/>
                </a:cubicBezTo>
                <a:cubicBezTo>
                  <a:pt x="0" y="802"/>
                  <a:pt x="0" y="856"/>
                  <a:pt x="27" y="856"/>
                </a:cubicBezTo>
                <a:cubicBezTo>
                  <a:pt x="4275" y="721"/>
                  <a:pt x="8523" y="587"/>
                  <a:pt x="12770" y="506"/>
                </a:cubicBezTo>
                <a:cubicBezTo>
                  <a:pt x="13552" y="485"/>
                  <a:pt x="14337" y="479"/>
                  <a:pt x="15123" y="479"/>
                </a:cubicBezTo>
                <a:cubicBezTo>
                  <a:pt x="16540" y="479"/>
                  <a:pt x="17961" y="500"/>
                  <a:pt x="19380" y="500"/>
                </a:cubicBezTo>
                <a:cubicBezTo>
                  <a:pt x="21238" y="500"/>
                  <a:pt x="23091" y="463"/>
                  <a:pt x="24922" y="291"/>
                </a:cubicBezTo>
                <a:cubicBezTo>
                  <a:pt x="25003" y="264"/>
                  <a:pt x="25003" y="103"/>
                  <a:pt x="24895" y="103"/>
                </a:cubicBezTo>
                <a:cubicBezTo>
                  <a:pt x="23881" y="30"/>
                  <a:pt x="22857" y="1"/>
                  <a:pt x="2182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600" bIns="12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0" name="Google Shape;511;p8"/>
          <p:cNvSpPr/>
          <p:nvPr/>
        </p:nvSpPr>
        <p:spPr>
          <a:xfrm>
            <a:off x="4183560" y="3798360"/>
            <a:ext cx="862560" cy="37440"/>
          </a:xfrm>
          <a:custGeom>
            <a:avLst/>
            <a:gdLst>
              <a:gd name="textAreaLeft" fmla="*/ 0 w 862560"/>
              <a:gd name="textAreaRight" fmla="*/ 862920 w 8625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28821" h="1265">
                <a:moveTo>
                  <a:pt x="28498" y="1"/>
                </a:moveTo>
                <a:cubicBezTo>
                  <a:pt x="26186" y="1"/>
                  <a:pt x="23847" y="458"/>
                  <a:pt x="21535" y="512"/>
                </a:cubicBezTo>
                <a:cubicBezTo>
                  <a:pt x="21057" y="522"/>
                  <a:pt x="20579" y="526"/>
                  <a:pt x="20102" y="526"/>
                </a:cubicBezTo>
                <a:cubicBezTo>
                  <a:pt x="18133" y="526"/>
                  <a:pt x="16164" y="453"/>
                  <a:pt x="14195" y="431"/>
                </a:cubicBezTo>
                <a:cubicBezTo>
                  <a:pt x="13272" y="426"/>
                  <a:pt x="12348" y="422"/>
                  <a:pt x="11425" y="422"/>
                </a:cubicBezTo>
                <a:cubicBezTo>
                  <a:pt x="7618" y="422"/>
                  <a:pt x="3814" y="493"/>
                  <a:pt x="28" y="861"/>
                </a:cubicBezTo>
                <a:cubicBezTo>
                  <a:pt x="1" y="861"/>
                  <a:pt x="1" y="915"/>
                  <a:pt x="28" y="915"/>
                </a:cubicBezTo>
                <a:cubicBezTo>
                  <a:pt x="2541" y="740"/>
                  <a:pt x="5062" y="653"/>
                  <a:pt x="7582" y="653"/>
                </a:cubicBezTo>
                <a:cubicBezTo>
                  <a:pt x="10102" y="653"/>
                  <a:pt x="12623" y="740"/>
                  <a:pt x="15136" y="915"/>
                </a:cubicBezTo>
                <a:cubicBezTo>
                  <a:pt x="17475" y="1076"/>
                  <a:pt x="19814" y="1237"/>
                  <a:pt x="22126" y="1237"/>
                </a:cubicBezTo>
                <a:cubicBezTo>
                  <a:pt x="24223" y="1211"/>
                  <a:pt x="26589" y="1264"/>
                  <a:pt x="28578" y="539"/>
                </a:cubicBezTo>
                <a:cubicBezTo>
                  <a:pt x="28820" y="404"/>
                  <a:pt x="28767" y="28"/>
                  <a:pt x="2849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1" name="Google Shape;512;p8"/>
          <p:cNvSpPr/>
          <p:nvPr/>
        </p:nvSpPr>
        <p:spPr>
          <a:xfrm>
            <a:off x="4322160" y="3864600"/>
            <a:ext cx="493920" cy="21960"/>
          </a:xfrm>
          <a:custGeom>
            <a:avLst/>
            <a:gdLst>
              <a:gd name="textAreaLeft" fmla="*/ 0 w 493920"/>
              <a:gd name="textAreaRight" fmla="*/ 494280 w 49392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16508" h="750">
                <a:moveTo>
                  <a:pt x="15217" y="0"/>
                </a:moveTo>
                <a:cubicBezTo>
                  <a:pt x="12861" y="0"/>
                  <a:pt x="10508" y="231"/>
                  <a:pt x="8174" y="346"/>
                </a:cubicBezTo>
                <a:cubicBezTo>
                  <a:pt x="6588" y="444"/>
                  <a:pt x="4874" y="671"/>
                  <a:pt x="3199" y="671"/>
                </a:cubicBezTo>
                <a:cubicBezTo>
                  <a:pt x="2119" y="671"/>
                  <a:pt x="1056" y="577"/>
                  <a:pt x="55" y="292"/>
                </a:cubicBezTo>
                <a:cubicBezTo>
                  <a:pt x="28" y="292"/>
                  <a:pt x="1" y="346"/>
                  <a:pt x="28" y="346"/>
                </a:cubicBezTo>
                <a:cubicBezTo>
                  <a:pt x="1095" y="656"/>
                  <a:pt x="2212" y="750"/>
                  <a:pt x="3340" y="750"/>
                </a:cubicBezTo>
                <a:cubicBezTo>
                  <a:pt x="4853" y="750"/>
                  <a:pt x="6387" y="580"/>
                  <a:pt x="7851" y="534"/>
                </a:cubicBezTo>
                <a:cubicBezTo>
                  <a:pt x="10701" y="453"/>
                  <a:pt x="13604" y="480"/>
                  <a:pt x="16454" y="131"/>
                </a:cubicBezTo>
                <a:cubicBezTo>
                  <a:pt x="16508" y="131"/>
                  <a:pt x="16508" y="50"/>
                  <a:pt x="16454" y="23"/>
                </a:cubicBezTo>
                <a:cubicBezTo>
                  <a:pt x="16042" y="7"/>
                  <a:pt x="15630" y="0"/>
                  <a:pt x="1521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2" name="Google Shape;513;p8"/>
          <p:cNvSpPr/>
          <p:nvPr/>
        </p:nvSpPr>
        <p:spPr>
          <a:xfrm>
            <a:off x="5095800" y="3732480"/>
            <a:ext cx="183960" cy="13320"/>
          </a:xfrm>
          <a:custGeom>
            <a:avLst/>
            <a:gdLst>
              <a:gd name="textAreaLeft" fmla="*/ 0 w 183960"/>
              <a:gd name="textAreaRight" fmla="*/ 184320 w 18396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6157" h="452">
                <a:moveTo>
                  <a:pt x="4609" y="1"/>
                </a:moveTo>
                <a:cubicBezTo>
                  <a:pt x="3075" y="1"/>
                  <a:pt x="1512" y="214"/>
                  <a:pt x="27" y="398"/>
                </a:cubicBezTo>
                <a:cubicBezTo>
                  <a:pt x="0" y="398"/>
                  <a:pt x="0" y="451"/>
                  <a:pt x="27" y="451"/>
                </a:cubicBezTo>
                <a:cubicBezTo>
                  <a:pt x="2043" y="290"/>
                  <a:pt x="4060" y="398"/>
                  <a:pt x="6076" y="209"/>
                </a:cubicBezTo>
                <a:cubicBezTo>
                  <a:pt x="6157" y="209"/>
                  <a:pt x="6157" y="75"/>
                  <a:pt x="6076" y="75"/>
                </a:cubicBezTo>
                <a:cubicBezTo>
                  <a:pt x="5592" y="23"/>
                  <a:pt x="5102" y="1"/>
                  <a:pt x="4609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3" name="Google Shape;514;p8"/>
          <p:cNvSpPr/>
          <p:nvPr/>
        </p:nvSpPr>
        <p:spPr>
          <a:xfrm>
            <a:off x="8326440" y="2306880"/>
            <a:ext cx="314280" cy="159840"/>
          </a:xfrm>
          <a:custGeom>
            <a:avLst/>
            <a:gdLst>
              <a:gd name="textAreaLeft" fmla="*/ 0 w 314280"/>
              <a:gd name="textAreaRight" fmla="*/ 314640 w 314280"/>
              <a:gd name="textAreaTop" fmla="*/ 0 h 159840"/>
              <a:gd name="textAreaBottom" fmla="*/ 160200 h 159840"/>
            </a:gdLst>
            <a:ahLst/>
            <a:cxnLst/>
            <a:rect l="textAreaLeft" t="textAreaTop" r="textAreaRight" b="textAreaBottom"/>
            <a:pathLst>
              <a:path w="10503" h="5354">
                <a:moveTo>
                  <a:pt x="8467" y="1"/>
                </a:moveTo>
                <a:cubicBezTo>
                  <a:pt x="8205" y="1"/>
                  <a:pt x="7952" y="46"/>
                  <a:pt x="7733" y="141"/>
                </a:cubicBezTo>
                <a:cubicBezTo>
                  <a:pt x="6846" y="544"/>
                  <a:pt x="6254" y="1539"/>
                  <a:pt x="6147" y="2560"/>
                </a:cubicBezTo>
                <a:cubicBezTo>
                  <a:pt x="5548" y="1883"/>
                  <a:pt x="4646" y="1484"/>
                  <a:pt x="3735" y="1484"/>
                </a:cubicBezTo>
                <a:cubicBezTo>
                  <a:pt x="3706" y="1484"/>
                  <a:pt x="3676" y="1484"/>
                  <a:pt x="3647" y="1485"/>
                </a:cubicBezTo>
                <a:cubicBezTo>
                  <a:pt x="1792" y="1539"/>
                  <a:pt x="609" y="3098"/>
                  <a:pt x="17" y="4657"/>
                </a:cubicBezTo>
                <a:cubicBezTo>
                  <a:pt x="1" y="4691"/>
                  <a:pt x="25" y="4713"/>
                  <a:pt x="53" y="4713"/>
                </a:cubicBezTo>
                <a:cubicBezTo>
                  <a:pt x="70" y="4713"/>
                  <a:pt x="88" y="4705"/>
                  <a:pt x="98" y="4684"/>
                </a:cubicBezTo>
                <a:cubicBezTo>
                  <a:pt x="689" y="3394"/>
                  <a:pt x="1872" y="2184"/>
                  <a:pt x="3378" y="2130"/>
                </a:cubicBezTo>
                <a:cubicBezTo>
                  <a:pt x="3408" y="2129"/>
                  <a:pt x="3438" y="2129"/>
                  <a:pt x="3467" y="2129"/>
                </a:cubicBezTo>
                <a:cubicBezTo>
                  <a:pt x="4267" y="2129"/>
                  <a:pt x="5011" y="2475"/>
                  <a:pt x="5555" y="3071"/>
                </a:cubicBezTo>
                <a:cubicBezTo>
                  <a:pt x="4507" y="3340"/>
                  <a:pt x="3593" y="4039"/>
                  <a:pt x="3432" y="5114"/>
                </a:cubicBezTo>
                <a:cubicBezTo>
                  <a:pt x="3410" y="5242"/>
                  <a:pt x="3524" y="5353"/>
                  <a:pt x="3640" y="5353"/>
                </a:cubicBezTo>
                <a:cubicBezTo>
                  <a:pt x="3670" y="5353"/>
                  <a:pt x="3700" y="5346"/>
                  <a:pt x="3727" y="5329"/>
                </a:cubicBezTo>
                <a:cubicBezTo>
                  <a:pt x="4346" y="4953"/>
                  <a:pt x="4856" y="4442"/>
                  <a:pt x="5502" y="4146"/>
                </a:cubicBezTo>
                <a:cubicBezTo>
                  <a:pt x="5744" y="4039"/>
                  <a:pt x="5986" y="3958"/>
                  <a:pt x="6227" y="3905"/>
                </a:cubicBezTo>
                <a:cubicBezTo>
                  <a:pt x="6254" y="3931"/>
                  <a:pt x="6308" y="3931"/>
                  <a:pt x="6362" y="3931"/>
                </a:cubicBezTo>
                <a:lnTo>
                  <a:pt x="6416" y="4066"/>
                </a:lnTo>
                <a:cubicBezTo>
                  <a:pt x="6440" y="4140"/>
                  <a:pt x="6505" y="4174"/>
                  <a:pt x="6569" y="4174"/>
                </a:cubicBezTo>
                <a:cubicBezTo>
                  <a:pt x="6646" y="4174"/>
                  <a:pt x="6724" y="4126"/>
                  <a:pt x="6738" y="4039"/>
                </a:cubicBezTo>
                <a:cubicBezTo>
                  <a:pt x="6765" y="3958"/>
                  <a:pt x="6792" y="3878"/>
                  <a:pt x="6792" y="3770"/>
                </a:cubicBezTo>
                <a:cubicBezTo>
                  <a:pt x="7058" y="3751"/>
                  <a:pt x="7311" y="3732"/>
                  <a:pt x="7569" y="3732"/>
                </a:cubicBezTo>
                <a:cubicBezTo>
                  <a:pt x="7676" y="3732"/>
                  <a:pt x="7784" y="3735"/>
                  <a:pt x="7894" y="3743"/>
                </a:cubicBezTo>
                <a:cubicBezTo>
                  <a:pt x="8190" y="3743"/>
                  <a:pt x="8271" y="3313"/>
                  <a:pt x="8002" y="3206"/>
                </a:cubicBezTo>
                <a:cubicBezTo>
                  <a:pt x="7652" y="3071"/>
                  <a:pt x="7303" y="2990"/>
                  <a:pt x="6953" y="2964"/>
                </a:cubicBezTo>
                <a:cubicBezTo>
                  <a:pt x="7061" y="2291"/>
                  <a:pt x="7249" y="1646"/>
                  <a:pt x="7787" y="1189"/>
                </a:cubicBezTo>
                <a:cubicBezTo>
                  <a:pt x="8149" y="897"/>
                  <a:pt x="8578" y="742"/>
                  <a:pt x="8991" y="742"/>
                </a:cubicBezTo>
                <a:cubicBezTo>
                  <a:pt x="9527" y="742"/>
                  <a:pt x="10037" y="1004"/>
                  <a:pt x="10341" y="1566"/>
                </a:cubicBezTo>
                <a:cubicBezTo>
                  <a:pt x="10359" y="1594"/>
                  <a:pt x="10385" y="1606"/>
                  <a:pt x="10410" y="1606"/>
                </a:cubicBezTo>
                <a:cubicBezTo>
                  <a:pt x="10456" y="1606"/>
                  <a:pt x="10502" y="1564"/>
                  <a:pt x="10502" y="1512"/>
                </a:cubicBezTo>
                <a:cubicBezTo>
                  <a:pt x="10439" y="568"/>
                  <a:pt x="9395" y="1"/>
                  <a:pt x="846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920" bIns="79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4" name="Google Shape;515;p8"/>
          <p:cNvSpPr/>
          <p:nvPr/>
        </p:nvSpPr>
        <p:spPr>
          <a:xfrm>
            <a:off x="8560440" y="1934640"/>
            <a:ext cx="262080" cy="174600"/>
          </a:xfrm>
          <a:custGeom>
            <a:avLst/>
            <a:gdLst>
              <a:gd name="textAreaLeft" fmla="*/ 0 w 262080"/>
              <a:gd name="textAreaRight" fmla="*/ 262440 w 262080"/>
              <a:gd name="textAreaTop" fmla="*/ 0 h 174600"/>
              <a:gd name="textAreaBottom" fmla="*/ 174960 h 174600"/>
            </a:gdLst>
            <a:ahLst/>
            <a:cxnLst/>
            <a:rect l="textAreaLeft" t="textAreaTop" r="textAreaRight" b="textAreaBottom"/>
            <a:pathLst>
              <a:path w="8761" h="5848">
                <a:moveTo>
                  <a:pt x="7152" y="1"/>
                </a:moveTo>
                <a:cubicBezTo>
                  <a:pt x="6603" y="1"/>
                  <a:pt x="6049" y="188"/>
                  <a:pt x="5646" y="539"/>
                </a:cubicBezTo>
                <a:cubicBezTo>
                  <a:pt x="5136" y="1023"/>
                  <a:pt x="4813" y="1695"/>
                  <a:pt x="4813" y="2394"/>
                </a:cubicBezTo>
                <a:cubicBezTo>
                  <a:pt x="4362" y="2109"/>
                  <a:pt x="3853" y="1966"/>
                  <a:pt x="3341" y="1966"/>
                </a:cubicBezTo>
                <a:cubicBezTo>
                  <a:pt x="2937" y="1966"/>
                  <a:pt x="2531" y="2055"/>
                  <a:pt x="2152" y="2233"/>
                </a:cubicBezTo>
                <a:cubicBezTo>
                  <a:pt x="861" y="2824"/>
                  <a:pt x="1" y="4303"/>
                  <a:pt x="485" y="5701"/>
                </a:cubicBezTo>
                <a:cubicBezTo>
                  <a:pt x="500" y="5791"/>
                  <a:pt x="581" y="5847"/>
                  <a:pt x="660" y="5847"/>
                </a:cubicBezTo>
                <a:cubicBezTo>
                  <a:pt x="723" y="5847"/>
                  <a:pt x="783" y="5811"/>
                  <a:pt x="807" y="5728"/>
                </a:cubicBezTo>
                <a:cubicBezTo>
                  <a:pt x="1049" y="4760"/>
                  <a:pt x="1506" y="3765"/>
                  <a:pt x="2420" y="3254"/>
                </a:cubicBezTo>
                <a:cubicBezTo>
                  <a:pt x="2887" y="2995"/>
                  <a:pt x="3419" y="2869"/>
                  <a:pt x="3954" y="2869"/>
                </a:cubicBezTo>
                <a:cubicBezTo>
                  <a:pt x="4252" y="2869"/>
                  <a:pt x="4551" y="2909"/>
                  <a:pt x="4840" y="2986"/>
                </a:cubicBezTo>
                <a:cubicBezTo>
                  <a:pt x="4598" y="3093"/>
                  <a:pt x="4383" y="3228"/>
                  <a:pt x="4168" y="3362"/>
                </a:cubicBezTo>
                <a:cubicBezTo>
                  <a:pt x="3657" y="3711"/>
                  <a:pt x="2743" y="4276"/>
                  <a:pt x="2743" y="4975"/>
                </a:cubicBezTo>
                <a:cubicBezTo>
                  <a:pt x="2743" y="5071"/>
                  <a:pt x="2829" y="5167"/>
                  <a:pt x="2924" y="5167"/>
                </a:cubicBezTo>
                <a:cubicBezTo>
                  <a:pt x="2935" y="5167"/>
                  <a:pt x="2947" y="5166"/>
                  <a:pt x="2958" y="5163"/>
                </a:cubicBezTo>
                <a:cubicBezTo>
                  <a:pt x="3576" y="5056"/>
                  <a:pt x="4060" y="4330"/>
                  <a:pt x="4571" y="3980"/>
                </a:cubicBezTo>
                <a:cubicBezTo>
                  <a:pt x="4786" y="3846"/>
                  <a:pt x="5001" y="3711"/>
                  <a:pt x="5216" y="3604"/>
                </a:cubicBezTo>
                <a:lnTo>
                  <a:pt x="5324" y="3711"/>
                </a:lnTo>
                <a:cubicBezTo>
                  <a:pt x="5384" y="3780"/>
                  <a:pt x="5460" y="3810"/>
                  <a:pt x="5535" y="3810"/>
                </a:cubicBezTo>
                <a:cubicBezTo>
                  <a:pt x="5696" y="3810"/>
                  <a:pt x="5853" y="3671"/>
                  <a:pt x="5835" y="3469"/>
                </a:cubicBezTo>
                <a:lnTo>
                  <a:pt x="5835" y="3416"/>
                </a:lnTo>
                <a:cubicBezTo>
                  <a:pt x="5888" y="3389"/>
                  <a:pt x="5915" y="3335"/>
                  <a:pt x="5862" y="3281"/>
                </a:cubicBezTo>
                <a:lnTo>
                  <a:pt x="5835" y="3254"/>
                </a:lnTo>
                <a:cubicBezTo>
                  <a:pt x="6050" y="3147"/>
                  <a:pt x="6238" y="3012"/>
                  <a:pt x="6426" y="2851"/>
                </a:cubicBezTo>
                <a:cubicBezTo>
                  <a:pt x="6480" y="2797"/>
                  <a:pt x="6426" y="2717"/>
                  <a:pt x="6372" y="2690"/>
                </a:cubicBezTo>
                <a:cubicBezTo>
                  <a:pt x="6265" y="2676"/>
                  <a:pt x="6164" y="2670"/>
                  <a:pt x="6067" y="2670"/>
                </a:cubicBezTo>
                <a:cubicBezTo>
                  <a:pt x="5969" y="2670"/>
                  <a:pt x="5875" y="2676"/>
                  <a:pt x="5781" y="2690"/>
                </a:cubicBezTo>
                <a:cubicBezTo>
                  <a:pt x="5754" y="2179"/>
                  <a:pt x="5942" y="1668"/>
                  <a:pt x="6319" y="1319"/>
                </a:cubicBezTo>
                <a:cubicBezTo>
                  <a:pt x="6748" y="945"/>
                  <a:pt x="7295" y="740"/>
                  <a:pt x="7850" y="740"/>
                </a:cubicBezTo>
                <a:cubicBezTo>
                  <a:pt x="8094" y="740"/>
                  <a:pt x="8339" y="780"/>
                  <a:pt x="8577" y="862"/>
                </a:cubicBezTo>
                <a:cubicBezTo>
                  <a:pt x="8586" y="864"/>
                  <a:pt x="8596" y="865"/>
                  <a:pt x="8605" y="865"/>
                </a:cubicBezTo>
                <a:cubicBezTo>
                  <a:pt x="8698" y="865"/>
                  <a:pt x="8760" y="747"/>
                  <a:pt x="8711" y="674"/>
                </a:cubicBezTo>
                <a:cubicBezTo>
                  <a:pt x="8322" y="215"/>
                  <a:pt x="7740" y="1"/>
                  <a:pt x="715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7480" bIns="87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5" name="Google Shape;516;p8"/>
          <p:cNvSpPr/>
          <p:nvPr/>
        </p:nvSpPr>
        <p:spPr>
          <a:xfrm>
            <a:off x="324360" y="1980720"/>
            <a:ext cx="217800" cy="150480"/>
          </a:xfrm>
          <a:custGeom>
            <a:avLst/>
            <a:gdLst>
              <a:gd name="textAreaLeft" fmla="*/ 0 w 217800"/>
              <a:gd name="textAreaRight" fmla="*/ 218160 w 217800"/>
              <a:gd name="textAreaTop" fmla="*/ 0 h 150480"/>
              <a:gd name="textAreaBottom" fmla="*/ 150840 h 150480"/>
            </a:gdLst>
            <a:ahLst/>
            <a:cxnLst/>
            <a:rect l="textAreaLeft" t="textAreaTop" r="textAreaRight" b="textAreaBottom"/>
            <a:pathLst>
              <a:path w="7280" h="5035">
                <a:moveTo>
                  <a:pt x="6272" y="1"/>
                </a:moveTo>
                <a:cubicBezTo>
                  <a:pt x="6039" y="1"/>
                  <a:pt x="5803" y="60"/>
                  <a:pt x="5626" y="178"/>
                </a:cubicBezTo>
                <a:cubicBezTo>
                  <a:pt x="5008" y="582"/>
                  <a:pt x="4578" y="1200"/>
                  <a:pt x="4417" y="1899"/>
                </a:cubicBezTo>
                <a:cubicBezTo>
                  <a:pt x="4069" y="1763"/>
                  <a:pt x="3712" y="1695"/>
                  <a:pt x="3357" y="1695"/>
                </a:cubicBezTo>
                <a:cubicBezTo>
                  <a:pt x="3081" y="1695"/>
                  <a:pt x="2805" y="1736"/>
                  <a:pt x="2535" y="1818"/>
                </a:cubicBezTo>
                <a:cubicBezTo>
                  <a:pt x="1352" y="2195"/>
                  <a:pt x="518" y="3351"/>
                  <a:pt x="61" y="4453"/>
                </a:cubicBezTo>
                <a:cubicBezTo>
                  <a:pt x="1" y="4574"/>
                  <a:pt x="107" y="4680"/>
                  <a:pt x="220" y="4680"/>
                </a:cubicBezTo>
                <a:cubicBezTo>
                  <a:pt x="258" y="4680"/>
                  <a:pt x="297" y="4668"/>
                  <a:pt x="330" y="4641"/>
                </a:cubicBezTo>
                <a:cubicBezTo>
                  <a:pt x="1029" y="4050"/>
                  <a:pt x="1594" y="3324"/>
                  <a:pt x="2454" y="2948"/>
                </a:cubicBezTo>
                <a:cubicBezTo>
                  <a:pt x="2741" y="2811"/>
                  <a:pt x="3054" y="2743"/>
                  <a:pt x="3373" y="2743"/>
                </a:cubicBezTo>
                <a:cubicBezTo>
                  <a:pt x="3622" y="2743"/>
                  <a:pt x="3874" y="2785"/>
                  <a:pt x="4121" y="2867"/>
                </a:cubicBezTo>
                <a:cubicBezTo>
                  <a:pt x="3341" y="3351"/>
                  <a:pt x="2723" y="4050"/>
                  <a:pt x="2320" y="4883"/>
                </a:cubicBezTo>
                <a:cubicBezTo>
                  <a:pt x="2299" y="4967"/>
                  <a:pt x="2376" y="5035"/>
                  <a:pt x="2449" y="5035"/>
                </a:cubicBezTo>
                <a:cubicBezTo>
                  <a:pt x="2470" y="5035"/>
                  <a:pt x="2490" y="5029"/>
                  <a:pt x="2508" y="5018"/>
                </a:cubicBezTo>
                <a:cubicBezTo>
                  <a:pt x="3019" y="4507"/>
                  <a:pt x="3529" y="4050"/>
                  <a:pt x="4094" y="3620"/>
                </a:cubicBezTo>
                <a:cubicBezTo>
                  <a:pt x="4336" y="3431"/>
                  <a:pt x="4605" y="3270"/>
                  <a:pt x="4874" y="3136"/>
                </a:cubicBezTo>
                <a:cubicBezTo>
                  <a:pt x="4954" y="3136"/>
                  <a:pt x="5035" y="3082"/>
                  <a:pt x="5089" y="3028"/>
                </a:cubicBezTo>
                <a:cubicBezTo>
                  <a:pt x="5411" y="2867"/>
                  <a:pt x="5734" y="2679"/>
                  <a:pt x="6056" y="2517"/>
                </a:cubicBezTo>
                <a:cubicBezTo>
                  <a:pt x="6229" y="2443"/>
                  <a:pt x="6153" y="2188"/>
                  <a:pt x="5994" y="2188"/>
                </a:cubicBezTo>
                <a:cubicBezTo>
                  <a:pt x="5979" y="2188"/>
                  <a:pt x="5964" y="2190"/>
                  <a:pt x="5949" y="2195"/>
                </a:cubicBezTo>
                <a:cubicBezTo>
                  <a:pt x="5626" y="2222"/>
                  <a:pt x="5304" y="2302"/>
                  <a:pt x="4981" y="2410"/>
                </a:cubicBezTo>
                <a:cubicBezTo>
                  <a:pt x="5035" y="2168"/>
                  <a:pt x="5116" y="1899"/>
                  <a:pt x="5250" y="1684"/>
                </a:cubicBezTo>
                <a:cubicBezTo>
                  <a:pt x="5411" y="1422"/>
                  <a:pt x="6130" y="512"/>
                  <a:pt x="6594" y="512"/>
                </a:cubicBezTo>
                <a:cubicBezTo>
                  <a:pt x="6749" y="512"/>
                  <a:pt x="6876" y="614"/>
                  <a:pt x="6944" y="877"/>
                </a:cubicBezTo>
                <a:cubicBezTo>
                  <a:pt x="6944" y="921"/>
                  <a:pt x="6990" y="948"/>
                  <a:pt x="7037" y="948"/>
                </a:cubicBezTo>
                <a:cubicBezTo>
                  <a:pt x="7078" y="948"/>
                  <a:pt x="7119" y="927"/>
                  <a:pt x="7132" y="877"/>
                </a:cubicBezTo>
                <a:cubicBezTo>
                  <a:pt x="7279" y="287"/>
                  <a:pt x="6781" y="1"/>
                  <a:pt x="627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5240" bIns="75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6" name="Google Shape;517;p8"/>
          <p:cNvSpPr/>
          <p:nvPr/>
        </p:nvSpPr>
        <p:spPr>
          <a:xfrm>
            <a:off x="1064160" y="215640"/>
            <a:ext cx="240120" cy="138240"/>
          </a:xfrm>
          <a:custGeom>
            <a:avLst/>
            <a:gdLst>
              <a:gd name="textAreaLeft" fmla="*/ 0 w 240120"/>
              <a:gd name="textAreaRight" fmla="*/ 240480 w 240120"/>
              <a:gd name="textAreaTop" fmla="*/ 0 h 138240"/>
              <a:gd name="textAreaBottom" fmla="*/ 138600 h 138240"/>
            </a:gdLst>
            <a:ahLst/>
            <a:cxnLst/>
            <a:rect l="textAreaLeft" t="textAreaTop" r="textAreaRight" b="textAreaBottom"/>
            <a:pathLst>
              <a:path w="8025" h="4623">
                <a:moveTo>
                  <a:pt x="6547" y="1"/>
                </a:moveTo>
                <a:cubicBezTo>
                  <a:pt x="6420" y="1"/>
                  <a:pt x="6292" y="13"/>
                  <a:pt x="6170" y="39"/>
                </a:cubicBezTo>
                <a:cubicBezTo>
                  <a:pt x="5363" y="227"/>
                  <a:pt x="4718" y="845"/>
                  <a:pt x="4530" y="1652"/>
                </a:cubicBezTo>
                <a:cubicBezTo>
                  <a:pt x="4258" y="1565"/>
                  <a:pt x="3962" y="1524"/>
                  <a:pt x="3656" y="1524"/>
                </a:cubicBezTo>
                <a:cubicBezTo>
                  <a:pt x="1970" y="1524"/>
                  <a:pt x="1" y="2776"/>
                  <a:pt x="228" y="4528"/>
                </a:cubicBezTo>
                <a:cubicBezTo>
                  <a:pt x="228" y="4596"/>
                  <a:pt x="275" y="4622"/>
                  <a:pt x="326" y="4622"/>
                </a:cubicBezTo>
                <a:cubicBezTo>
                  <a:pt x="376" y="4622"/>
                  <a:pt x="430" y="4596"/>
                  <a:pt x="443" y="4555"/>
                </a:cubicBezTo>
                <a:cubicBezTo>
                  <a:pt x="847" y="3668"/>
                  <a:pt x="1223" y="2915"/>
                  <a:pt x="2083" y="2405"/>
                </a:cubicBezTo>
                <a:cubicBezTo>
                  <a:pt x="2563" y="2109"/>
                  <a:pt x="3119" y="1966"/>
                  <a:pt x="3681" y="1966"/>
                </a:cubicBezTo>
                <a:cubicBezTo>
                  <a:pt x="3938" y="1966"/>
                  <a:pt x="4196" y="1996"/>
                  <a:pt x="4449" y="2055"/>
                </a:cubicBezTo>
                <a:cubicBezTo>
                  <a:pt x="4449" y="2109"/>
                  <a:pt x="4422" y="2163"/>
                  <a:pt x="4422" y="2216"/>
                </a:cubicBezTo>
                <a:cubicBezTo>
                  <a:pt x="3723" y="2566"/>
                  <a:pt x="3132" y="3104"/>
                  <a:pt x="2782" y="3803"/>
                </a:cubicBezTo>
                <a:cubicBezTo>
                  <a:pt x="2744" y="3880"/>
                  <a:pt x="2816" y="3943"/>
                  <a:pt x="2879" y="3943"/>
                </a:cubicBezTo>
                <a:cubicBezTo>
                  <a:pt x="2904" y="3943"/>
                  <a:pt x="2928" y="3933"/>
                  <a:pt x="2944" y="3910"/>
                </a:cubicBezTo>
                <a:cubicBezTo>
                  <a:pt x="3454" y="3507"/>
                  <a:pt x="3831" y="3023"/>
                  <a:pt x="4368" y="2673"/>
                </a:cubicBezTo>
                <a:cubicBezTo>
                  <a:pt x="4879" y="2324"/>
                  <a:pt x="5444" y="2055"/>
                  <a:pt x="6035" y="1867"/>
                </a:cubicBezTo>
                <a:cubicBezTo>
                  <a:pt x="6161" y="1817"/>
                  <a:pt x="6099" y="1649"/>
                  <a:pt x="5980" y="1649"/>
                </a:cubicBezTo>
                <a:cubicBezTo>
                  <a:pt x="5972" y="1649"/>
                  <a:pt x="5963" y="1650"/>
                  <a:pt x="5955" y="1652"/>
                </a:cubicBezTo>
                <a:cubicBezTo>
                  <a:pt x="5632" y="1706"/>
                  <a:pt x="5309" y="1813"/>
                  <a:pt x="5014" y="1948"/>
                </a:cubicBezTo>
                <a:cubicBezTo>
                  <a:pt x="5014" y="1867"/>
                  <a:pt x="4960" y="1813"/>
                  <a:pt x="4906" y="1813"/>
                </a:cubicBezTo>
                <a:lnTo>
                  <a:pt x="4879" y="1813"/>
                </a:lnTo>
                <a:cubicBezTo>
                  <a:pt x="5121" y="1249"/>
                  <a:pt x="5578" y="818"/>
                  <a:pt x="6143" y="603"/>
                </a:cubicBezTo>
                <a:cubicBezTo>
                  <a:pt x="6276" y="570"/>
                  <a:pt x="6411" y="554"/>
                  <a:pt x="6545" y="554"/>
                </a:cubicBezTo>
                <a:cubicBezTo>
                  <a:pt x="7055" y="554"/>
                  <a:pt x="7544" y="790"/>
                  <a:pt x="7863" y="1195"/>
                </a:cubicBezTo>
                <a:cubicBezTo>
                  <a:pt x="7879" y="1218"/>
                  <a:pt x="7899" y="1228"/>
                  <a:pt x="7920" y="1228"/>
                </a:cubicBezTo>
                <a:cubicBezTo>
                  <a:pt x="7971" y="1228"/>
                  <a:pt x="8025" y="1171"/>
                  <a:pt x="8025" y="1114"/>
                </a:cubicBezTo>
                <a:cubicBezTo>
                  <a:pt x="7934" y="366"/>
                  <a:pt x="7232" y="1"/>
                  <a:pt x="654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9120" bIns="69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7" name="Google Shape;518;p8"/>
          <p:cNvSpPr/>
          <p:nvPr/>
        </p:nvSpPr>
        <p:spPr>
          <a:xfrm>
            <a:off x="8556480" y="408240"/>
            <a:ext cx="270000" cy="160200"/>
          </a:xfrm>
          <a:custGeom>
            <a:avLst/>
            <a:gdLst>
              <a:gd name="textAreaLeft" fmla="*/ 0 w 270000"/>
              <a:gd name="textAreaRight" fmla="*/ 270360 w 270000"/>
              <a:gd name="textAreaTop" fmla="*/ 0 h 160200"/>
              <a:gd name="textAreaBottom" fmla="*/ 160560 h 160200"/>
            </a:gdLst>
            <a:ahLst/>
            <a:cxnLst/>
            <a:rect l="textAreaLeft" t="textAreaTop" r="textAreaRight" b="textAreaBottom"/>
            <a:pathLst>
              <a:path w="9034" h="5363">
                <a:moveTo>
                  <a:pt x="7679" y="1"/>
                </a:moveTo>
                <a:cubicBezTo>
                  <a:pt x="6308" y="1"/>
                  <a:pt x="4898" y="841"/>
                  <a:pt x="4221" y="2009"/>
                </a:cubicBezTo>
                <a:cubicBezTo>
                  <a:pt x="3972" y="1849"/>
                  <a:pt x="3653" y="1783"/>
                  <a:pt x="3314" y="1783"/>
                </a:cubicBezTo>
                <a:cubicBezTo>
                  <a:pt x="2629" y="1783"/>
                  <a:pt x="1866" y="2053"/>
                  <a:pt x="1452" y="2358"/>
                </a:cubicBezTo>
                <a:cubicBezTo>
                  <a:pt x="565" y="3031"/>
                  <a:pt x="1" y="4294"/>
                  <a:pt x="485" y="5343"/>
                </a:cubicBezTo>
                <a:cubicBezTo>
                  <a:pt x="498" y="5356"/>
                  <a:pt x="518" y="5363"/>
                  <a:pt x="535" y="5363"/>
                </a:cubicBezTo>
                <a:cubicBezTo>
                  <a:pt x="552" y="5363"/>
                  <a:pt x="565" y="5356"/>
                  <a:pt x="565" y="5343"/>
                </a:cubicBezTo>
                <a:cubicBezTo>
                  <a:pt x="646" y="4321"/>
                  <a:pt x="861" y="3272"/>
                  <a:pt x="1829" y="2708"/>
                </a:cubicBezTo>
                <a:cubicBezTo>
                  <a:pt x="2216" y="2490"/>
                  <a:pt x="2668" y="2381"/>
                  <a:pt x="3108" y="2381"/>
                </a:cubicBezTo>
                <a:cubicBezTo>
                  <a:pt x="3157" y="2381"/>
                  <a:pt x="3205" y="2383"/>
                  <a:pt x="3254" y="2385"/>
                </a:cubicBezTo>
                <a:cubicBezTo>
                  <a:pt x="3522" y="2412"/>
                  <a:pt x="3764" y="2466"/>
                  <a:pt x="4033" y="2547"/>
                </a:cubicBezTo>
                <a:lnTo>
                  <a:pt x="3926" y="2600"/>
                </a:lnTo>
                <a:cubicBezTo>
                  <a:pt x="3334" y="2923"/>
                  <a:pt x="2904" y="3514"/>
                  <a:pt x="2797" y="4213"/>
                </a:cubicBezTo>
                <a:cubicBezTo>
                  <a:pt x="2797" y="4298"/>
                  <a:pt x="2861" y="4351"/>
                  <a:pt x="2929" y="4351"/>
                </a:cubicBezTo>
                <a:cubicBezTo>
                  <a:pt x="2968" y="4351"/>
                  <a:pt x="3009" y="4334"/>
                  <a:pt x="3039" y="4294"/>
                </a:cubicBezTo>
                <a:cubicBezTo>
                  <a:pt x="3361" y="3783"/>
                  <a:pt x="3791" y="3353"/>
                  <a:pt x="4302" y="3031"/>
                </a:cubicBezTo>
                <a:cubicBezTo>
                  <a:pt x="4571" y="2896"/>
                  <a:pt x="4840" y="2789"/>
                  <a:pt x="5136" y="2735"/>
                </a:cubicBezTo>
                <a:cubicBezTo>
                  <a:pt x="5324" y="2654"/>
                  <a:pt x="5539" y="2600"/>
                  <a:pt x="5781" y="2547"/>
                </a:cubicBezTo>
                <a:cubicBezTo>
                  <a:pt x="5834" y="2547"/>
                  <a:pt x="5888" y="2439"/>
                  <a:pt x="5808" y="2412"/>
                </a:cubicBezTo>
                <a:cubicBezTo>
                  <a:pt x="5489" y="2339"/>
                  <a:pt x="5349" y="2220"/>
                  <a:pt x="5042" y="2220"/>
                </a:cubicBezTo>
                <a:cubicBezTo>
                  <a:pt x="5012" y="2220"/>
                  <a:pt x="4981" y="2222"/>
                  <a:pt x="4947" y="2224"/>
                </a:cubicBezTo>
                <a:cubicBezTo>
                  <a:pt x="4813" y="2251"/>
                  <a:pt x="4678" y="2278"/>
                  <a:pt x="4544" y="2332"/>
                </a:cubicBezTo>
                <a:cubicBezTo>
                  <a:pt x="4571" y="2251"/>
                  <a:pt x="4598" y="2170"/>
                  <a:pt x="4625" y="2090"/>
                </a:cubicBezTo>
                <a:cubicBezTo>
                  <a:pt x="4759" y="1848"/>
                  <a:pt x="4947" y="1659"/>
                  <a:pt x="5162" y="1471"/>
                </a:cubicBezTo>
                <a:cubicBezTo>
                  <a:pt x="5512" y="1176"/>
                  <a:pt x="5888" y="934"/>
                  <a:pt x="6292" y="772"/>
                </a:cubicBezTo>
                <a:cubicBezTo>
                  <a:pt x="6967" y="511"/>
                  <a:pt x="7677" y="373"/>
                  <a:pt x="8395" y="373"/>
                </a:cubicBezTo>
                <a:cubicBezTo>
                  <a:pt x="8563" y="373"/>
                  <a:pt x="8731" y="381"/>
                  <a:pt x="8899" y="396"/>
                </a:cubicBezTo>
                <a:cubicBezTo>
                  <a:pt x="9007" y="396"/>
                  <a:pt x="9034" y="261"/>
                  <a:pt x="8926" y="261"/>
                </a:cubicBezTo>
                <a:cubicBezTo>
                  <a:pt x="8530" y="83"/>
                  <a:pt x="8106" y="1"/>
                  <a:pt x="7679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8" name="Google Shape;519;p8"/>
          <p:cNvSpPr/>
          <p:nvPr/>
        </p:nvSpPr>
        <p:spPr>
          <a:xfrm>
            <a:off x="3388320" y="331200"/>
            <a:ext cx="246600" cy="76680"/>
          </a:xfrm>
          <a:custGeom>
            <a:avLst/>
            <a:gdLst>
              <a:gd name="textAreaLeft" fmla="*/ 0 w 246600"/>
              <a:gd name="textAreaRight" fmla="*/ 246960 w 246600"/>
              <a:gd name="textAreaTop" fmla="*/ 0 h 76680"/>
              <a:gd name="textAreaBottom" fmla="*/ 77040 h 76680"/>
            </a:gdLst>
            <a:ahLst/>
            <a:cxnLst/>
            <a:rect l="textAreaLeft" t="textAreaTop" r="textAreaRight" b="textAreaBottom"/>
            <a:pathLst>
              <a:path w="8250" h="2571">
                <a:moveTo>
                  <a:pt x="2456" y="0"/>
                </a:moveTo>
                <a:cubicBezTo>
                  <a:pt x="2426" y="0"/>
                  <a:pt x="2396" y="1"/>
                  <a:pt x="2367" y="2"/>
                </a:cubicBezTo>
                <a:cubicBezTo>
                  <a:pt x="1265" y="56"/>
                  <a:pt x="55" y="862"/>
                  <a:pt x="1" y="2045"/>
                </a:cubicBezTo>
                <a:cubicBezTo>
                  <a:pt x="1" y="2149"/>
                  <a:pt x="79" y="2209"/>
                  <a:pt x="150" y="2209"/>
                </a:cubicBezTo>
                <a:cubicBezTo>
                  <a:pt x="188" y="2209"/>
                  <a:pt x="224" y="2191"/>
                  <a:pt x="243" y="2153"/>
                </a:cubicBezTo>
                <a:cubicBezTo>
                  <a:pt x="700" y="1534"/>
                  <a:pt x="1157" y="1024"/>
                  <a:pt x="1910" y="782"/>
                </a:cubicBezTo>
                <a:cubicBezTo>
                  <a:pt x="2021" y="742"/>
                  <a:pt x="2204" y="719"/>
                  <a:pt x="2414" y="719"/>
                </a:cubicBezTo>
                <a:cubicBezTo>
                  <a:pt x="2916" y="719"/>
                  <a:pt x="3567" y="852"/>
                  <a:pt x="3738" y="1212"/>
                </a:cubicBezTo>
                <a:cubicBezTo>
                  <a:pt x="3738" y="1212"/>
                  <a:pt x="3738" y="1239"/>
                  <a:pt x="3765" y="1265"/>
                </a:cubicBezTo>
                <a:cubicBezTo>
                  <a:pt x="3765" y="1319"/>
                  <a:pt x="3765" y="1346"/>
                  <a:pt x="3765" y="1400"/>
                </a:cubicBezTo>
                <a:cubicBezTo>
                  <a:pt x="3646" y="1383"/>
                  <a:pt x="3526" y="1374"/>
                  <a:pt x="3407" y="1374"/>
                </a:cubicBezTo>
                <a:cubicBezTo>
                  <a:pt x="3150" y="1374"/>
                  <a:pt x="2893" y="1416"/>
                  <a:pt x="2636" y="1507"/>
                </a:cubicBezTo>
                <a:cubicBezTo>
                  <a:pt x="2528" y="1561"/>
                  <a:pt x="2555" y="1723"/>
                  <a:pt x="2689" y="1723"/>
                </a:cubicBezTo>
                <a:cubicBezTo>
                  <a:pt x="2761" y="1718"/>
                  <a:pt x="2833" y="1716"/>
                  <a:pt x="2904" y="1716"/>
                </a:cubicBezTo>
                <a:cubicBezTo>
                  <a:pt x="3263" y="1716"/>
                  <a:pt x="3621" y="1772"/>
                  <a:pt x="3980" y="1884"/>
                </a:cubicBezTo>
                <a:cubicBezTo>
                  <a:pt x="4383" y="2072"/>
                  <a:pt x="4759" y="2287"/>
                  <a:pt x="5136" y="2556"/>
                </a:cubicBezTo>
                <a:cubicBezTo>
                  <a:pt x="5151" y="2566"/>
                  <a:pt x="5167" y="2570"/>
                  <a:pt x="5183" y="2570"/>
                </a:cubicBezTo>
                <a:cubicBezTo>
                  <a:pt x="5251" y="2570"/>
                  <a:pt x="5314" y="2487"/>
                  <a:pt x="5270" y="2421"/>
                </a:cubicBezTo>
                <a:cubicBezTo>
                  <a:pt x="5028" y="1911"/>
                  <a:pt x="4544" y="1561"/>
                  <a:pt x="4007" y="1454"/>
                </a:cubicBezTo>
                <a:cubicBezTo>
                  <a:pt x="4034" y="1346"/>
                  <a:pt x="4060" y="1239"/>
                  <a:pt x="4060" y="1131"/>
                </a:cubicBezTo>
                <a:cubicBezTo>
                  <a:pt x="4453" y="674"/>
                  <a:pt x="4906" y="508"/>
                  <a:pt x="5384" y="508"/>
                </a:cubicBezTo>
                <a:cubicBezTo>
                  <a:pt x="6283" y="508"/>
                  <a:pt x="7268" y="1093"/>
                  <a:pt x="8093" y="1427"/>
                </a:cubicBezTo>
                <a:cubicBezTo>
                  <a:pt x="8100" y="1429"/>
                  <a:pt x="8107" y="1430"/>
                  <a:pt x="8115" y="1430"/>
                </a:cubicBezTo>
                <a:cubicBezTo>
                  <a:pt x="8187" y="1430"/>
                  <a:pt x="8250" y="1314"/>
                  <a:pt x="8201" y="1265"/>
                </a:cubicBezTo>
                <a:cubicBezTo>
                  <a:pt x="7525" y="658"/>
                  <a:pt x="6458" y="124"/>
                  <a:pt x="5491" y="124"/>
                </a:cubicBezTo>
                <a:cubicBezTo>
                  <a:pt x="4918" y="124"/>
                  <a:pt x="4380" y="311"/>
                  <a:pt x="3980" y="782"/>
                </a:cubicBezTo>
                <a:cubicBezTo>
                  <a:pt x="3775" y="268"/>
                  <a:pt x="3079" y="0"/>
                  <a:pt x="2456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520" bIns="38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09" name="Google Shape;520;p8"/>
          <p:cNvSpPr/>
          <p:nvPr/>
        </p:nvSpPr>
        <p:spPr>
          <a:xfrm>
            <a:off x="319320" y="4295160"/>
            <a:ext cx="879480" cy="45360"/>
          </a:xfrm>
          <a:custGeom>
            <a:avLst/>
            <a:gdLst>
              <a:gd name="textAreaLeft" fmla="*/ 0 w 879480"/>
              <a:gd name="textAreaRight" fmla="*/ 879840 w 87948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29385" h="1528">
                <a:moveTo>
                  <a:pt x="7912" y="1"/>
                </a:moveTo>
                <a:cubicBezTo>
                  <a:pt x="5133" y="1"/>
                  <a:pt x="2342" y="282"/>
                  <a:pt x="1" y="1501"/>
                </a:cubicBezTo>
                <a:lnTo>
                  <a:pt x="1" y="1528"/>
                </a:lnTo>
                <a:cubicBezTo>
                  <a:pt x="2447" y="264"/>
                  <a:pt x="5135" y="210"/>
                  <a:pt x="7824" y="183"/>
                </a:cubicBezTo>
                <a:cubicBezTo>
                  <a:pt x="10351" y="183"/>
                  <a:pt x="12851" y="237"/>
                  <a:pt x="15351" y="345"/>
                </a:cubicBezTo>
                <a:cubicBezTo>
                  <a:pt x="17852" y="452"/>
                  <a:pt x="20352" y="640"/>
                  <a:pt x="22852" y="856"/>
                </a:cubicBezTo>
                <a:cubicBezTo>
                  <a:pt x="23957" y="965"/>
                  <a:pt x="25062" y="1081"/>
                  <a:pt x="26164" y="1081"/>
                </a:cubicBezTo>
                <a:cubicBezTo>
                  <a:pt x="27233" y="1081"/>
                  <a:pt x="28299" y="971"/>
                  <a:pt x="29358" y="640"/>
                </a:cubicBezTo>
                <a:cubicBezTo>
                  <a:pt x="29385" y="640"/>
                  <a:pt x="29385" y="587"/>
                  <a:pt x="29358" y="587"/>
                </a:cubicBezTo>
                <a:cubicBezTo>
                  <a:pt x="28218" y="843"/>
                  <a:pt x="27099" y="932"/>
                  <a:pt x="25982" y="932"/>
                </a:cubicBezTo>
                <a:cubicBezTo>
                  <a:pt x="24517" y="932"/>
                  <a:pt x="23057" y="778"/>
                  <a:pt x="21562" y="640"/>
                </a:cubicBezTo>
                <a:cubicBezTo>
                  <a:pt x="18846" y="425"/>
                  <a:pt x="16131" y="264"/>
                  <a:pt x="13389" y="183"/>
                </a:cubicBezTo>
                <a:cubicBezTo>
                  <a:pt x="11664" y="129"/>
                  <a:pt x="9791" y="1"/>
                  <a:pt x="791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0" name="Google Shape;521;p8"/>
          <p:cNvSpPr/>
          <p:nvPr/>
        </p:nvSpPr>
        <p:spPr>
          <a:xfrm>
            <a:off x="634320" y="3996720"/>
            <a:ext cx="699120" cy="7920"/>
          </a:xfrm>
          <a:custGeom>
            <a:avLst/>
            <a:gdLst>
              <a:gd name="textAreaLeft" fmla="*/ 0 w 699120"/>
              <a:gd name="textAreaRight" fmla="*/ 699480 w 699120"/>
              <a:gd name="textAreaTop" fmla="*/ 0 h 7920"/>
              <a:gd name="textAreaBottom" fmla="*/ 8280 h 7920"/>
            </a:gdLst>
            <a:ahLst/>
            <a:cxnLst/>
            <a:rect l="textAreaLeft" t="textAreaTop" r="textAreaRight" b="textAreaBottom"/>
            <a:pathLst>
              <a:path w="23363" h="278">
                <a:moveTo>
                  <a:pt x="20794" y="1"/>
                </a:moveTo>
                <a:cubicBezTo>
                  <a:pt x="13888" y="1"/>
                  <a:pt x="6950" y="182"/>
                  <a:pt x="53" y="278"/>
                </a:cubicBezTo>
                <a:lnTo>
                  <a:pt x="53" y="278"/>
                </a:lnTo>
                <a:cubicBezTo>
                  <a:pt x="7805" y="224"/>
                  <a:pt x="15584" y="278"/>
                  <a:pt x="23309" y="63"/>
                </a:cubicBezTo>
                <a:cubicBezTo>
                  <a:pt x="23336" y="63"/>
                  <a:pt x="23362" y="9"/>
                  <a:pt x="23309" y="9"/>
                </a:cubicBezTo>
                <a:cubicBezTo>
                  <a:pt x="22471" y="3"/>
                  <a:pt x="21633" y="1"/>
                  <a:pt x="20794" y="1"/>
                </a:cubicBezTo>
                <a:close/>
                <a:moveTo>
                  <a:pt x="53" y="278"/>
                </a:moveTo>
                <a:lnTo>
                  <a:pt x="53" y="278"/>
                </a:lnTo>
                <a:cubicBezTo>
                  <a:pt x="36" y="278"/>
                  <a:pt x="18" y="278"/>
                  <a:pt x="0" y="278"/>
                </a:cubicBezTo>
                <a:lnTo>
                  <a:pt x="27" y="278"/>
                </a:lnTo>
                <a:cubicBezTo>
                  <a:pt x="36" y="278"/>
                  <a:pt x="45" y="278"/>
                  <a:pt x="53" y="278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1" name="Google Shape;522;p8"/>
          <p:cNvSpPr/>
          <p:nvPr/>
        </p:nvSpPr>
        <p:spPr>
          <a:xfrm>
            <a:off x="1224360" y="3903840"/>
            <a:ext cx="55080" cy="7560"/>
          </a:xfrm>
          <a:custGeom>
            <a:avLst/>
            <a:gdLst>
              <a:gd name="textAreaLeft" fmla="*/ 0 w 55080"/>
              <a:gd name="textAreaRight" fmla="*/ 55440 w 55080"/>
              <a:gd name="textAreaTop" fmla="*/ 0 h 7560"/>
              <a:gd name="textAreaBottom" fmla="*/ 7920 h 7560"/>
            </a:gdLst>
            <a:ahLst/>
            <a:cxnLst/>
            <a:rect l="textAreaLeft" t="textAreaTop" r="textAreaRight" b="textAreaBottom"/>
            <a:pathLst>
              <a:path w="1856" h="270">
                <a:moveTo>
                  <a:pt x="1828" y="1"/>
                </a:moveTo>
                <a:cubicBezTo>
                  <a:pt x="1237" y="54"/>
                  <a:pt x="618" y="135"/>
                  <a:pt x="27" y="216"/>
                </a:cubicBezTo>
                <a:cubicBezTo>
                  <a:pt x="0" y="216"/>
                  <a:pt x="0" y="269"/>
                  <a:pt x="27" y="269"/>
                </a:cubicBezTo>
                <a:cubicBezTo>
                  <a:pt x="618" y="189"/>
                  <a:pt x="1237" y="135"/>
                  <a:pt x="1828" y="28"/>
                </a:cubicBezTo>
                <a:cubicBezTo>
                  <a:pt x="1855" y="28"/>
                  <a:pt x="1855" y="1"/>
                  <a:pt x="182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" bIns="3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2" name="Google Shape;523;p8"/>
          <p:cNvSpPr/>
          <p:nvPr/>
        </p:nvSpPr>
        <p:spPr>
          <a:xfrm>
            <a:off x="2157120" y="3884400"/>
            <a:ext cx="2825280" cy="55080"/>
          </a:xfrm>
          <a:custGeom>
            <a:avLst/>
            <a:gdLst>
              <a:gd name="textAreaLeft" fmla="*/ 0 w 2825280"/>
              <a:gd name="textAreaRight" fmla="*/ 2825640 w 2825280"/>
              <a:gd name="textAreaTop" fmla="*/ 0 h 55080"/>
              <a:gd name="textAreaBottom" fmla="*/ 55440 h 55080"/>
            </a:gdLst>
            <a:ahLst/>
            <a:cxnLst/>
            <a:rect l="textAreaLeft" t="textAreaTop" r="textAreaRight" b="textAreaBottom"/>
            <a:pathLst>
              <a:path w="94364" h="1855">
                <a:moveTo>
                  <a:pt x="30724" y="1"/>
                </a:moveTo>
                <a:cubicBezTo>
                  <a:pt x="27232" y="1"/>
                  <a:pt x="23738" y="47"/>
                  <a:pt x="20244" y="161"/>
                </a:cubicBezTo>
                <a:cubicBezTo>
                  <a:pt x="13470" y="349"/>
                  <a:pt x="6722" y="913"/>
                  <a:pt x="28" y="1801"/>
                </a:cubicBezTo>
                <a:cubicBezTo>
                  <a:pt x="1" y="1801"/>
                  <a:pt x="1" y="1854"/>
                  <a:pt x="28" y="1854"/>
                </a:cubicBezTo>
                <a:cubicBezTo>
                  <a:pt x="9788" y="518"/>
                  <a:pt x="19586" y="121"/>
                  <a:pt x="29400" y="121"/>
                </a:cubicBezTo>
                <a:cubicBezTo>
                  <a:pt x="43757" y="121"/>
                  <a:pt x="58149" y="971"/>
                  <a:pt x="72507" y="971"/>
                </a:cubicBezTo>
                <a:cubicBezTo>
                  <a:pt x="73018" y="971"/>
                  <a:pt x="73529" y="969"/>
                  <a:pt x="74039" y="967"/>
                </a:cubicBezTo>
                <a:cubicBezTo>
                  <a:pt x="80787" y="967"/>
                  <a:pt x="87589" y="752"/>
                  <a:pt x="94337" y="80"/>
                </a:cubicBezTo>
                <a:cubicBezTo>
                  <a:pt x="94364" y="80"/>
                  <a:pt x="94364" y="26"/>
                  <a:pt x="94337" y="26"/>
                </a:cubicBezTo>
                <a:cubicBezTo>
                  <a:pt x="87337" y="575"/>
                  <a:pt x="80340" y="758"/>
                  <a:pt x="73343" y="758"/>
                </a:cubicBezTo>
                <a:cubicBezTo>
                  <a:pt x="59137" y="758"/>
                  <a:pt x="44934" y="1"/>
                  <a:pt x="30724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720" bIns="27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3" name="Google Shape;524;p8"/>
          <p:cNvSpPr/>
          <p:nvPr/>
        </p:nvSpPr>
        <p:spPr>
          <a:xfrm>
            <a:off x="331560" y="3052440"/>
            <a:ext cx="203400" cy="193680"/>
          </a:xfrm>
          <a:custGeom>
            <a:avLst/>
            <a:gdLst>
              <a:gd name="textAreaLeft" fmla="*/ 0 w 203400"/>
              <a:gd name="textAreaRight" fmla="*/ 203760 w 203400"/>
              <a:gd name="textAreaTop" fmla="*/ 0 h 193680"/>
              <a:gd name="textAreaBottom" fmla="*/ 194040 h 193680"/>
            </a:gdLst>
            <a:ahLst/>
            <a:cxnLst/>
            <a:rect l="textAreaLeft" t="textAreaTop" r="textAreaRight" b="textAreaBottom"/>
            <a:pathLst>
              <a:path w="6803" h="6476">
                <a:moveTo>
                  <a:pt x="6793" y="0"/>
                </a:moveTo>
                <a:cubicBezTo>
                  <a:pt x="6789" y="0"/>
                  <a:pt x="6783" y="3"/>
                  <a:pt x="6776" y="11"/>
                </a:cubicBezTo>
                <a:cubicBezTo>
                  <a:pt x="4383" y="2028"/>
                  <a:pt x="2125" y="4178"/>
                  <a:pt x="1" y="6463"/>
                </a:cubicBezTo>
                <a:cubicBezTo>
                  <a:pt x="1" y="6463"/>
                  <a:pt x="1" y="6475"/>
                  <a:pt x="9" y="6475"/>
                </a:cubicBezTo>
                <a:cubicBezTo>
                  <a:pt x="13" y="6475"/>
                  <a:pt x="19" y="6472"/>
                  <a:pt x="28" y="6463"/>
                </a:cubicBezTo>
                <a:cubicBezTo>
                  <a:pt x="2178" y="4232"/>
                  <a:pt x="4410" y="2054"/>
                  <a:pt x="6802" y="38"/>
                </a:cubicBezTo>
                <a:cubicBezTo>
                  <a:pt x="6802" y="19"/>
                  <a:pt x="6802" y="0"/>
                  <a:pt x="679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4" name="Google Shape;525;p8"/>
          <p:cNvSpPr/>
          <p:nvPr/>
        </p:nvSpPr>
        <p:spPr>
          <a:xfrm>
            <a:off x="370800" y="3041280"/>
            <a:ext cx="239400" cy="223560"/>
          </a:xfrm>
          <a:custGeom>
            <a:avLst/>
            <a:gdLst>
              <a:gd name="textAreaLeft" fmla="*/ 0 w 239400"/>
              <a:gd name="textAreaRight" fmla="*/ 239760 w 239400"/>
              <a:gd name="textAreaTop" fmla="*/ 0 h 223560"/>
              <a:gd name="textAreaBottom" fmla="*/ 223920 h 223560"/>
            </a:gdLst>
            <a:ahLst/>
            <a:cxnLst/>
            <a:rect l="textAreaLeft" t="textAreaTop" r="textAreaRight" b="textAreaBottom"/>
            <a:pathLst>
              <a:path w="8007" h="7482">
                <a:moveTo>
                  <a:pt x="7973" y="0"/>
                </a:moveTo>
                <a:cubicBezTo>
                  <a:pt x="7969" y="0"/>
                  <a:pt x="7963" y="3"/>
                  <a:pt x="7958" y="8"/>
                </a:cubicBezTo>
                <a:cubicBezTo>
                  <a:pt x="5189" y="2374"/>
                  <a:pt x="2527" y="4847"/>
                  <a:pt x="0" y="7455"/>
                </a:cubicBezTo>
                <a:cubicBezTo>
                  <a:pt x="0" y="7455"/>
                  <a:pt x="0" y="7472"/>
                  <a:pt x="0" y="7482"/>
                </a:cubicBezTo>
                <a:cubicBezTo>
                  <a:pt x="2554" y="4874"/>
                  <a:pt x="5216" y="2401"/>
                  <a:pt x="7985" y="35"/>
                </a:cubicBezTo>
                <a:cubicBezTo>
                  <a:pt x="8006" y="35"/>
                  <a:pt x="7993" y="0"/>
                  <a:pt x="797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5" name="Google Shape;526;p8"/>
          <p:cNvSpPr/>
          <p:nvPr/>
        </p:nvSpPr>
        <p:spPr>
          <a:xfrm>
            <a:off x="269640" y="3072960"/>
            <a:ext cx="365760" cy="367920"/>
          </a:xfrm>
          <a:custGeom>
            <a:avLst/>
            <a:gdLst>
              <a:gd name="textAreaLeft" fmla="*/ 0 w 365760"/>
              <a:gd name="textAreaRight" fmla="*/ 366120 w 365760"/>
              <a:gd name="textAreaTop" fmla="*/ 0 h 367920"/>
              <a:gd name="textAreaBottom" fmla="*/ 368280 h 367920"/>
            </a:gdLst>
            <a:ahLst/>
            <a:cxnLst/>
            <a:rect l="textAreaLeft" t="textAreaTop" r="textAreaRight" b="textAreaBottom"/>
            <a:pathLst>
              <a:path w="12225" h="12298">
                <a:moveTo>
                  <a:pt x="12198" y="0"/>
                </a:moveTo>
                <a:cubicBezTo>
                  <a:pt x="7682" y="3603"/>
                  <a:pt x="3595" y="7716"/>
                  <a:pt x="20" y="12259"/>
                </a:cubicBezTo>
                <a:cubicBezTo>
                  <a:pt x="1" y="12278"/>
                  <a:pt x="22" y="12297"/>
                  <a:pt x="46" y="12297"/>
                </a:cubicBezTo>
                <a:cubicBezTo>
                  <a:pt x="55" y="12297"/>
                  <a:pt x="66" y="12294"/>
                  <a:pt x="73" y="12286"/>
                </a:cubicBezTo>
                <a:cubicBezTo>
                  <a:pt x="3649" y="7770"/>
                  <a:pt x="7735" y="3657"/>
                  <a:pt x="12225" y="27"/>
                </a:cubicBezTo>
                <a:lnTo>
                  <a:pt x="1219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6" name="Google Shape;527;p8"/>
          <p:cNvSpPr/>
          <p:nvPr/>
        </p:nvSpPr>
        <p:spPr>
          <a:xfrm>
            <a:off x="270360" y="3211560"/>
            <a:ext cx="246600" cy="418320"/>
          </a:xfrm>
          <a:custGeom>
            <a:avLst/>
            <a:gdLst>
              <a:gd name="textAreaLeft" fmla="*/ 0 w 246600"/>
              <a:gd name="textAreaRight" fmla="*/ 246960 w 246600"/>
              <a:gd name="textAreaTop" fmla="*/ 0 h 418320"/>
              <a:gd name="textAreaBottom" fmla="*/ 418680 h 418320"/>
            </a:gdLst>
            <a:ahLst/>
            <a:cxnLst/>
            <a:rect l="textAreaLeft" t="textAreaTop" r="textAreaRight" b="textAreaBottom"/>
            <a:pathLst>
              <a:path w="8247" h="13977">
                <a:moveTo>
                  <a:pt x="8246" y="0"/>
                </a:moveTo>
                <a:lnTo>
                  <a:pt x="8246" y="0"/>
                </a:lnTo>
                <a:cubicBezTo>
                  <a:pt x="5477" y="4651"/>
                  <a:pt x="2735" y="9275"/>
                  <a:pt x="20" y="13926"/>
                </a:cubicBezTo>
                <a:cubicBezTo>
                  <a:pt x="1" y="13945"/>
                  <a:pt x="21" y="13976"/>
                  <a:pt x="35" y="13976"/>
                </a:cubicBezTo>
                <a:cubicBezTo>
                  <a:pt x="41" y="13976"/>
                  <a:pt x="46" y="13970"/>
                  <a:pt x="46" y="13953"/>
                </a:cubicBezTo>
                <a:cubicBezTo>
                  <a:pt x="2789" y="9329"/>
                  <a:pt x="5531" y="4678"/>
                  <a:pt x="8246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7" name="Google Shape;528;p8"/>
          <p:cNvSpPr/>
          <p:nvPr/>
        </p:nvSpPr>
        <p:spPr>
          <a:xfrm>
            <a:off x="485280" y="3407760"/>
            <a:ext cx="15840" cy="22320"/>
          </a:xfrm>
          <a:custGeom>
            <a:avLst/>
            <a:gdLst>
              <a:gd name="textAreaLeft" fmla="*/ 0 w 15840"/>
              <a:gd name="textAreaRight" fmla="*/ 16200 w 15840"/>
              <a:gd name="textAreaTop" fmla="*/ 0 h 22320"/>
              <a:gd name="textAreaBottom" fmla="*/ 22680 h 22320"/>
            </a:gdLst>
            <a:ahLst/>
            <a:cxnLst/>
            <a:rect l="textAreaLeft" t="textAreaTop" r="textAreaRight" b="textAreaBottom"/>
            <a:pathLst>
              <a:path w="539" h="753">
                <a:moveTo>
                  <a:pt x="511" y="0"/>
                </a:moveTo>
                <a:lnTo>
                  <a:pt x="1" y="753"/>
                </a:lnTo>
                <a:cubicBezTo>
                  <a:pt x="189" y="511"/>
                  <a:pt x="350" y="269"/>
                  <a:pt x="538" y="27"/>
                </a:cubicBezTo>
                <a:cubicBezTo>
                  <a:pt x="538" y="0"/>
                  <a:pt x="511" y="0"/>
                  <a:pt x="511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160" bIns="11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8" name="Google Shape;529;p8"/>
          <p:cNvSpPr/>
          <p:nvPr/>
        </p:nvSpPr>
        <p:spPr>
          <a:xfrm>
            <a:off x="353520" y="3552120"/>
            <a:ext cx="50760" cy="85320"/>
          </a:xfrm>
          <a:custGeom>
            <a:avLst/>
            <a:gdLst>
              <a:gd name="textAreaLeft" fmla="*/ 0 w 50760"/>
              <a:gd name="textAreaRight" fmla="*/ 51120 w 5076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1706" h="2862">
                <a:moveTo>
                  <a:pt x="1705" y="1"/>
                </a:moveTo>
                <a:cubicBezTo>
                  <a:pt x="1114" y="941"/>
                  <a:pt x="549" y="1855"/>
                  <a:pt x="38" y="2823"/>
                </a:cubicBezTo>
                <a:cubicBezTo>
                  <a:pt x="0" y="2842"/>
                  <a:pt x="3" y="2861"/>
                  <a:pt x="17" y="2861"/>
                </a:cubicBezTo>
                <a:cubicBezTo>
                  <a:pt x="23" y="2861"/>
                  <a:pt x="31" y="2858"/>
                  <a:pt x="38" y="2850"/>
                </a:cubicBezTo>
                <a:cubicBezTo>
                  <a:pt x="576" y="1909"/>
                  <a:pt x="1114" y="941"/>
                  <a:pt x="17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19" name="Google Shape;530;p8"/>
          <p:cNvSpPr/>
          <p:nvPr/>
        </p:nvSpPr>
        <p:spPr>
          <a:xfrm>
            <a:off x="403920" y="3427920"/>
            <a:ext cx="143640" cy="201600"/>
          </a:xfrm>
          <a:custGeom>
            <a:avLst/>
            <a:gdLst>
              <a:gd name="textAreaLeft" fmla="*/ 0 w 143640"/>
              <a:gd name="textAreaRight" fmla="*/ 144000 w 143640"/>
              <a:gd name="textAreaTop" fmla="*/ 0 h 201600"/>
              <a:gd name="textAreaBottom" fmla="*/ 201960 h 201600"/>
            </a:gdLst>
            <a:ahLst/>
            <a:cxnLst/>
            <a:rect l="textAreaLeft" t="textAreaTop" r="textAreaRight" b="textAreaBottom"/>
            <a:pathLst>
              <a:path w="4813" h="6742">
                <a:moveTo>
                  <a:pt x="2608" y="0"/>
                </a:moveTo>
                <a:lnTo>
                  <a:pt x="2638" y="74"/>
                </a:lnTo>
                <a:lnTo>
                  <a:pt x="2638" y="74"/>
                </a:lnTo>
                <a:cubicBezTo>
                  <a:pt x="2630" y="34"/>
                  <a:pt x="2623" y="0"/>
                  <a:pt x="2608" y="0"/>
                </a:cubicBezTo>
                <a:close/>
                <a:moveTo>
                  <a:pt x="3307" y="2608"/>
                </a:moveTo>
                <a:cubicBezTo>
                  <a:pt x="3229" y="2694"/>
                  <a:pt x="3151" y="2781"/>
                  <a:pt x="3073" y="2868"/>
                </a:cubicBezTo>
                <a:lnTo>
                  <a:pt x="3073" y="2868"/>
                </a:lnTo>
                <a:cubicBezTo>
                  <a:pt x="3153" y="2787"/>
                  <a:pt x="3232" y="2707"/>
                  <a:pt x="3313" y="2628"/>
                </a:cubicBezTo>
                <a:lnTo>
                  <a:pt x="3313" y="2628"/>
                </a:lnTo>
                <a:cubicBezTo>
                  <a:pt x="3311" y="2622"/>
                  <a:pt x="3309" y="2615"/>
                  <a:pt x="3307" y="2608"/>
                </a:cubicBezTo>
                <a:close/>
                <a:moveTo>
                  <a:pt x="2662" y="162"/>
                </a:moveTo>
                <a:cubicBezTo>
                  <a:pt x="1721" y="1452"/>
                  <a:pt x="834" y="2769"/>
                  <a:pt x="0" y="4140"/>
                </a:cubicBezTo>
                <a:cubicBezTo>
                  <a:pt x="861" y="2796"/>
                  <a:pt x="1748" y="1479"/>
                  <a:pt x="2662" y="162"/>
                </a:cubicBezTo>
                <a:close/>
                <a:moveTo>
                  <a:pt x="3073" y="2868"/>
                </a:moveTo>
                <a:cubicBezTo>
                  <a:pt x="2001" y="3960"/>
                  <a:pt x="1068" y="5185"/>
                  <a:pt x="296" y="6479"/>
                </a:cubicBezTo>
                <a:cubicBezTo>
                  <a:pt x="277" y="6498"/>
                  <a:pt x="285" y="6517"/>
                  <a:pt x="301" y="6517"/>
                </a:cubicBezTo>
                <a:cubicBezTo>
                  <a:pt x="307" y="6517"/>
                  <a:pt x="315" y="6514"/>
                  <a:pt x="323" y="6506"/>
                </a:cubicBezTo>
                <a:cubicBezTo>
                  <a:pt x="1147" y="5233"/>
                  <a:pt x="2064" y="4005"/>
                  <a:pt x="3073" y="2868"/>
                </a:cubicBezTo>
                <a:close/>
                <a:moveTo>
                  <a:pt x="2638" y="74"/>
                </a:moveTo>
                <a:cubicBezTo>
                  <a:pt x="2644" y="104"/>
                  <a:pt x="2650" y="138"/>
                  <a:pt x="2662" y="162"/>
                </a:cubicBezTo>
                <a:cubicBezTo>
                  <a:pt x="2877" y="968"/>
                  <a:pt x="3092" y="1801"/>
                  <a:pt x="3334" y="2608"/>
                </a:cubicBezTo>
                <a:cubicBezTo>
                  <a:pt x="3327" y="2615"/>
                  <a:pt x="3320" y="2622"/>
                  <a:pt x="3313" y="2628"/>
                </a:cubicBezTo>
                <a:lnTo>
                  <a:pt x="3313" y="2628"/>
                </a:lnTo>
                <a:cubicBezTo>
                  <a:pt x="3714" y="3993"/>
                  <a:pt x="4089" y="5384"/>
                  <a:pt x="4517" y="6721"/>
                </a:cubicBezTo>
                <a:cubicBezTo>
                  <a:pt x="4517" y="6735"/>
                  <a:pt x="4524" y="6741"/>
                  <a:pt x="4530" y="6741"/>
                </a:cubicBezTo>
                <a:cubicBezTo>
                  <a:pt x="4537" y="6741"/>
                  <a:pt x="4544" y="6735"/>
                  <a:pt x="4544" y="6721"/>
                </a:cubicBezTo>
                <a:cubicBezTo>
                  <a:pt x="4651" y="6506"/>
                  <a:pt x="4732" y="6291"/>
                  <a:pt x="4813" y="6049"/>
                </a:cubicBezTo>
                <a:cubicBezTo>
                  <a:pt x="4813" y="6036"/>
                  <a:pt x="4806" y="6029"/>
                  <a:pt x="4799" y="6029"/>
                </a:cubicBezTo>
                <a:cubicBezTo>
                  <a:pt x="4792" y="6029"/>
                  <a:pt x="4786" y="6036"/>
                  <a:pt x="4786" y="6049"/>
                </a:cubicBezTo>
                <a:cubicBezTo>
                  <a:pt x="4695" y="6249"/>
                  <a:pt x="4616" y="6328"/>
                  <a:pt x="4546" y="6328"/>
                </a:cubicBezTo>
                <a:cubicBezTo>
                  <a:pt x="4324" y="6328"/>
                  <a:pt x="4195" y="5535"/>
                  <a:pt x="4114" y="5269"/>
                </a:cubicBezTo>
                <a:cubicBezTo>
                  <a:pt x="3925" y="4732"/>
                  <a:pt x="3764" y="4167"/>
                  <a:pt x="3603" y="3603"/>
                </a:cubicBezTo>
                <a:cubicBezTo>
                  <a:pt x="3522" y="3253"/>
                  <a:pt x="3415" y="2931"/>
                  <a:pt x="3334" y="2581"/>
                </a:cubicBezTo>
                <a:cubicBezTo>
                  <a:pt x="3092" y="1775"/>
                  <a:pt x="2877" y="968"/>
                  <a:pt x="2662" y="135"/>
                </a:cubicBezTo>
                <a:lnTo>
                  <a:pt x="2638" y="74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0" name="Google Shape;531;p8"/>
          <p:cNvSpPr/>
          <p:nvPr/>
        </p:nvSpPr>
        <p:spPr>
          <a:xfrm>
            <a:off x="527760" y="34552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1" name="Google Shape;532;p8"/>
          <p:cNvSpPr/>
          <p:nvPr/>
        </p:nvSpPr>
        <p:spPr>
          <a:xfrm>
            <a:off x="667800" y="3575160"/>
            <a:ext cx="27000" cy="40680"/>
          </a:xfrm>
          <a:custGeom>
            <a:avLst/>
            <a:gdLst>
              <a:gd name="textAreaLeft" fmla="*/ 0 w 27000"/>
              <a:gd name="textAreaRight" fmla="*/ 27360 w 27000"/>
              <a:gd name="textAreaTop" fmla="*/ 0 h 40680"/>
              <a:gd name="textAreaBottom" fmla="*/ 41040 h 40680"/>
            </a:gdLst>
            <a:ahLst/>
            <a:cxnLst/>
            <a:rect l="textAreaLeft" t="textAreaTop" r="textAreaRight" b="textAreaBottom"/>
            <a:pathLst>
              <a:path w="915" h="1373">
                <a:moveTo>
                  <a:pt x="0" y="1345"/>
                </a:moveTo>
                <a:lnTo>
                  <a:pt x="914" y="1"/>
                </a:lnTo>
                <a:lnTo>
                  <a:pt x="914" y="1"/>
                </a:lnTo>
                <a:lnTo>
                  <a:pt x="0" y="1345"/>
                </a:lnTo>
                <a:cubicBezTo>
                  <a:pt x="0" y="1345"/>
                  <a:pt x="0" y="1372"/>
                  <a:pt x="0" y="134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520" bIns="20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2" name="Google Shape;533;p8"/>
          <p:cNvSpPr/>
          <p:nvPr/>
        </p:nvSpPr>
        <p:spPr>
          <a:xfrm>
            <a:off x="1565640" y="3353760"/>
            <a:ext cx="128520" cy="140760"/>
          </a:xfrm>
          <a:custGeom>
            <a:avLst/>
            <a:gdLst>
              <a:gd name="textAreaLeft" fmla="*/ 0 w 128520"/>
              <a:gd name="textAreaRight" fmla="*/ 128880 w 128520"/>
              <a:gd name="textAreaTop" fmla="*/ 0 h 140760"/>
              <a:gd name="textAreaBottom" fmla="*/ 141120 h 140760"/>
            </a:gdLst>
            <a:ahLst/>
            <a:cxnLst/>
            <a:rect l="textAreaLeft" t="textAreaTop" r="textAreaRight" b="textAreaBottom"/>
            <a:pathLst>
              <a:path w="4302" h="4716">
                <a:moveTo>
                  <a:pt x="4301" y="1"/>
                </a:moveTo>
                <a:cubicBezTo>
                  <a:pt x="2608" y="1318"/>
                  <a:pt x="1157" y="2904"/>
                  <a:pt x="1" y="4678"/>
                </a:cubicBezTo>
                <a:cubicBezTo>
                  <a:pt x="1" y="4697"/>
                  <a:pt x="14" y="4716"/>
                  <a:pt x="22" y="4716"/>
                </a:cubicBezTo>
                <a:cubicBezTo>
                  <a:pt x="26" y="4716"/>
                  <a:pt x="28" y="4712"/>
                  <a:pt x="28" y="4705"/>
                </a:cubicBezTo>
                <a:cubicBezTo>
                  <a:pt x="1184" y="2904"/>
                  <a:pt x="2608" y="1318"/>
                  <a:pt x="430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560" bIns="70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3" name="Google Shape;534;p8"/>
          <p:cNvSpPr/>
          <p:nvPr/>
        </p:nvSpPr>
        <p:spPr>
          <a:xfrm>
            <a:off x="1620360" y="3375000"/>
            <a:ext cx="155160" cy="141480"/>
          </a:xfrm>
          <a:custGeom>
            <a:avLst/>
            <a:gdLst>
              <a:gd name="textAreaLeft" fmla="*/ 0 w 155160"/>
              <a:gd name="textAreaRight" fmla="*/ 155520 w 155160"/>
              <a:gd name="textAreaTop" fmla="*/ 0 h 141480"/>
              <a:gd name="textAreaBottom" fmla="*/ 141840 h 141480"/>
            </a:gdLst>
            <a:ahLst/>
            <a:cxnLst/>
            <a:rect l="textAreaLeft" t="textAreaTop" r="textAreaRight" b="textAreaBottom"/>
            <a:pathLst>
              <a:path w="5189" h="4733">
                <a:moveTo>
                  <a:pt x="5189" y="1"/>
                </a:moveTo>
                <a:cubicBezTo>
                  <a:pt x="3199" y="1238"/>
                  <a:pt x="1452" y="2851"/>
                  <a:pt x="27" y="4706"/>
                </a:cubicBezTo>
                <a:cubicBezTo>
                  <a:pt x="0" y="4732"/>
                  <a:pt x="27" y="4732"/>
                  <a:pt x="54" y="4732"/>
                </a:cubicBezTo>
                <a:cubicBezTo>
                  <a:pt x="1479" y="2877"/>
                  <a:pt x="3226" y="1264"/>
                  <a:pt x="5189" y="28"/>
                </a:cubicBezTo>
                <a:cubicBezTo>
                  <a:pt x="5189" y="28"/>
                  <a:pt x="5189" y="1"/>
                  <a:pt x="5189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920" bIns="70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4" name="Google Shape;535;p8"/>
          <p:cNvSpPr/>
          <p:nvPr/>
        </p:nvSpPr>
        <p:spPr>
          <a:xfrm>
            <a:off x="1594440" y="3420000"/>
            <a:ext cx="179280" cy="177120"/>
          </a:xfrm>
          <a:custGeom>
            <a:avLst/>
            <a:gdLst>
              <a:gd name="textAreaLeft" fmla="*/ 0 w 179280"/>
              <a:gd name="textAreaRight" fmla="*/ 179640 w 179280"/>
              <a:gd name="textAreaTop" fmla="*/ 0 h 177120"/>
              <a:gd name="textAreaBottom" fmla="*/ 177480 h 177120"/>
            </a:gdLst>
            <a:ahLst/>
            <a:cxnLst/>
            <a:rect l="textAreaLeft" t="textAreaTop" r="textAreaRight" b="textAreaBottom"/>
            <a:pathLst>
              <a:path w="5996" h="5927">
                <a:moveTo>
                  <a:pt x="5996" y="0"/>
                </a:moveTo>
                <a:cubicBezTo>
                  <a:pt x="3818" y="1775"/>
                  <a:pt x="1829" y="3764"/>
                  <a:pt x="1" y="5915"/>
                </a:cubicBezTo>
                <a:cubicBezTo>
                  <a:pt x="1" y="5915"/>
                  <a:pt x="1" y="5927"/>
                  <a:pt x="9" y="5927"/>
                </a:cubicBezTo>
                <a:cubicBezTo>
                  <a:pt x="13" y="5927"/>
                  <a:pt x="19" y="5924"/>
                  <a:pt x="28" y="5915"/>
                </a:cubicBezTo>
                <a:cubicBezTo>
                  <a:pt x="1829" y="3764"/>
                  <a:pt x="3845" y="1775"/>
                  <a:pt x="5996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8560" bIns="88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5" name="Google Shape;536;p8"/>
          <p:cNvSpPr/>
          <p:nvPr/>
        </p:nvSpPr>
        <p:spPr>
          <a:xfrm>
            <a:off x="1272600" y="3446640"/>
            <a:ext cx="262080" cy="109080"/>
          </a:xfrm>
          <a:custGeom>
            <a:avLst/>
            <a:gdLst>
              <a:gd name="textAreaLeft" fmla="*/ 0 w 262080"/>
              <a:gd name="textAreaRight" fmla="*/ 262440 w 262080"/>
              <a:gd name="textAreaTop" fmla="*/ 0 h 109080"/>
              <a:gd name="textAreaBottom" fmla="*/ 109440 h 109080"/>
            </a:gdLst>
            <a:ahLst/>
            <a:cxnLst/>
            <a:rect l="textAreaLeft" t="textAreaTop" r="textAreaRight" b="textAreaBottom"/>
            <a:pathLst>
              <a:path w="8765" h="3657">
                <a:moveTo>
                  <a:pt x="8738" y="1"/>
                </a:moveTo>
                <a:cubicBezTo>
                  <a:pt x="5753" y="1022"/>
                  <a:pt x="2823" y="2232"/>
                  <a:pt x="0" y="3630"/>
                </a:cubicBezTo>
                <a:lnTo>
                  <a:pt x="0" y="3657"/>
                </a:lnTo>
                <a:cubicBezTo>
                  <a:pt x="2823" y="2259"/>
                  <a:pt x="5753" y="1049"/>
                  <a:pt x="8738" y="27"/>
                </a:cubicBezTo>
                <a:cubicBezTo>
                  <a:pt x="8764" y="27"/>
                  <a:pt x="8738" y="1"/>
                  <a:pt x="873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720" bIns="54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6" name="Google Shape;537;p8"/>
          <p:cNvSpPr/>
          <p:nvPr/>
        </p:nvSpPr>
        <p:spPr>
          <a:xfrm>
            <a:off x="1358640" y="3456000"/>
            <a:ext cx="215280" cy="98640"/>
          </a:xfrm>
          <a:custGeom>
            <a:avLst/>
            <a:gdLst>
              <a:gd name="textAreaLeft" fmla="*/ 0 w 215280"/>
              <a:gd name="textAreaRight" fmla="*/ 215640 w 215280"/>
              <a:gd name="textAreaTop" fmla="*/ 0 h 98640"/>
              <a:gd name="textAreaBottom" fmla="*/ 99000 h 98640"/>
            </a:gdLst>
            <a:ahLst/>
            <a:cxnLst/>
            <a:rect l="textAreaLeft" t="textAreaTop" r="textAreaRight" b="textAreaBottom"/>
            <a:pathLst>
              <a:path w="7206" h="3307">
                <a:moveTo>
                  <a:pt x="7206" y="0"/>
                </a:moveTo>
                <a:cubicBezTo>
                  <a:pt x="4679" y="780"/>
                  <a:pt x="2259" y="1882"/>
                  <a:pt x="1" y="3280"/>
                </a:cubicBezTo>
                <a:lnTo>
                  <a:pt x="1" y="3307"/>
                </a:lnTo>
                <a:cubicBezTo>
                  <a:pt x="2259" y="1936"/>
                  <a:pt x="4679" y="834"/>
                  <a:pt x="7206" y="27"/>
                </a:cubicBezTo>
                <a:lnTo>
                  <a:pt x="7206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9320" bIns="49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7" name="Google Shape;538;p8"/>
          <p:cNvSpPr/>
          <p:nvPr/>
        </p:nvSpPr>
        <p:spPr>
          <a:xfrm>
            <a:off x="1415160" y="3492360"/>
            <a:ext cx="132480" cy="72000"/>
          </a:xfrm>
          <a:custGeom>
            <a:avLst/>
            <a:gdLst>
              <a:gd name="textAreaLeft" fmla="*/ 0 w 132480"/>
              <a:gd name="textAreaRight" fmla="*/ 132840 w 132480"/>
              <a:gd name="textAreaTop" fmla="*/ 0 h 72000"/>
              <a:gd name="textAreaBottom" fmla="*/ 72360 h 72000"/>
            </a:gdLst>
            <a:ahLst/>
            <a:cxnLst/>
            <a:rect l="textAreaLeft" t="textAreaTop" r="textAreaRight" b="textAreaBottom"/>
            <a:pathLst>
              <a:path w="4437" h="2421">
                <a:moveTo>
                  <a:pt x="4437" y="1"/>
                </a:moveTo>
                <a:lnTo>
                  <a:pt x="4437" y="1"/>
                </a:lnTo>
                <a:cubicBezTo>
                  <a:pt x="2931" y="727"/>
                  <a:pt x="1426" y="1533"/>
                  <a:pt x="1" y="2420"/>
                </a:cubicBezTo>
                <a:cubicBezTo>
                  <a:pt x="1452" y="1560"/>
                  <a:pt x="2931" y="754"/>
                  <a:pt x="443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0" bIns="36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8" name="Google Shape;539;p8"/>
          <p:cNvSpPr/>
          <p:nvPr/>
        </p:nvSpPr>
        <p:spPr>
          <a:xfrm>
            <a:off x="1548000" y="3479400"/>
            <a:ext cx="26280" cy="12600"/>
          </a:xfrm>
          <a:custGeom>
            <a:avLst/>
            <a:gdLst>
              <a:gd name="textAreaLeft" fmla="*/ 0 w 26280"/>
              <a:gd name="textAreaRight" fmla="*/ 26640 w 2628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888" h="431">
                <a:moveTo>
                  <a:pt x="834" y="1"/>
                </a:moveTo>
                <a:lnTo>
                  <a:pt x="1" y="431"/>
                </a:lnTo>
                <a:cubicBezTo>
                  <a:pt x="296" y="297"/>
                  <a:pt x="565" y="162"/>
                  <a:pt x="834" y="28"/>
                </a:cubicBezTo>
                <a:cubicBezTo>
                  <a:pt x="888" y="28"/>
                  <a:pt x="861" y="1"/>
                  <a:pt x="834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29" name="Google Shape;540;p8"/>
          <p:cNvSpPr/>
          <p:nvPr/>
        </p:nvSpPr>
        <p:spPr>
          <a:xfrm>
            <a:off x="1749240" y="3489840"/>
            <a:ext cx="61560" cy="105120"/>
          </a:xfrm>
          <a:custGeom>
            <a:avLst/>
            <a:gdLst>
              <a:gd name="textAreaLeft" fmla="*/ 0 w 61560"/>
              <a:gd name="textAreaRight" fmla="*/ 61920 w 61560"/>
              <a:gd name="textAreaTop" fmla="*/ 0 h 105120"/>
              <a:gd name="textAreaBottom" fmla="*/ 105480 h 105120"/>
            </a:gdLst>
            <a:ahLst/>
            <a:cxnLst/>
            <a:rect l="textAreaLeft" t="textAreaTop" r="textAreaRight" b="textAreaBottom"/>
            <a:pathLst>
              <a:path w="2071" h="3524">
                <a:moveTo>
                  <a:pt x="2057" y="1"/>
                </a:moveTo>
                <a:cubicBezTo>
                  <a:pt x="2053" y="1"/>
                  <a:pt x="2049" y="3"/>
                  <a:pt x="2044" y="8"/>
                </a:cubicBezTo>
                <a:cubicBezTo>
                  <a:pt x="1103" y="1003"/>
                  <a:pt x="404" y="2186"/>
                  <a:pt x="1" y="3503"/>
                </a:cubicBezTo>
                <a:cubicBezTo>
                  <a:pt x="1" y="3517"/>
                  <a:pt x="7" y="3523"/>
                  <a:pt x="17" y="3523"/>
                </a:cubicBezTo>
                <a:cubicBezTo>
                  <a:pt x="27" y="3523"/>
                  <a:pt x="41" y="3517"/>
                  <a:pt x="54" y="3503"/>
                </a:cubicBezTo>
                <a:cubicBezTo>
                  <a:pt x="431" y="2213"/>
                  <a:pt x="1130" y="1030"/>
                  <a:pt x="2071" y="35"/>
                </a:cubicBezTo>
                <a:cubicBezTo>
                  <a:pt x="2071" y="35"/>
                  <a:pt x="2071" y="1"/>
                  <a:pt x="205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2560" bIns="52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0" name="Google Shape;541;p8"/>
          <p:cNvSpPr/>
          <p:nvPr/>
        </p:nvSpPr>
        <p:spPr>
          <a:xfrm>
            <a:off x="1787760" y="3501720"/>
            <a:ext cx="48960" cy="87840"/>
          </a:xfrm>
          <a:custGeom>
            <a:avLst/>
            <a:gdLst>
              <a:gd name="textAreaLeft" fmla="*/ 0 w 48960"/>
              <a:gd name="textAreaRight" fmla="*/ 49320 w 48960"/>
              <a:gd name="textAreaTop" fmla="*/ 0 h 87840"/>
              <a:gd name="textAreaBottom" fmla="*/ 88200 h 87840"/>
            </a:gdLst>
            <a:ahLst/>
            <a:cxnLst/>
            <a:rect l="textAreaLeft" t="textAreaTop" r="textAreaRight" b="textAreaBottom"/>
            <a:pathLst>
              <a:path w="1641" h="2942">
                <a:moveTo>
                  <a:pt x="1622" y="0"/>
                </a:moveTo>
                <a:cubicBezTo>
                  <a:pt x="1614" y="0"/>
                  <a:pt x="1603" y="4"/>
                  <a:pt x="1587" y="12"/>
                </a:cubicBezTo>
                <a:cubicBezTo>
                  <a:pt x="834" y="845"/>
                  <a:pt x="297" y="1840"/>
                  <a:pt x="1" y="2915"/>
                </a:cubicBezTo>
                <a:cubicBezTo>
                  <a:pt x="1" y="2942"/>
                  <a:pt x="28" y="2942"/>
                  <a:pt x="28" y="2942"/>
                </a:cubicBezTo>
                <a:cubicBezTo>
                  <a:pt x="350" y="1867"/>
                  <a:pt x="888" y="872"/>
                  <a:pt x="1641" y="38"/>
                </a:cubicBezTo>
                <a:cubicBezTo>
                  <a:pt x="1641" y="19"/>
                  <a:pt x="1641" y="0"/>
                  <a:pt x="162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920" bIns="43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1" name="Google Shape;542;p8"/>
          <p:cNvSpPr/>
          <p:nvPr/>
        </p:nvSpPr>
        <p:spPr>
          <a:xfrm>
            <a:off x="1848960" y="3341160"/>
            <a:ext cx="33480" cy="39960"/>
          </a:xfrm>
          <a:custGeom>
            <a:avLst/>
            <a:gdLst>
              <a:gd name="textAreaLeft" fmla="*/ 0 w 33480"/>
              <a:gd name="textAreaRight" fmla="*/ 33840 w 33480"/>
              <a:gd name="textAreaTop" fmla="*/ 0 h 39960"/>
              <a:gd name="textAreaBottom" fmla="*/ 40320 h 39960"/>
            </a:gdLst>
            <a:ahLst/>
            <a:cxnLst/>
            <a:rect l="textAreaLeft" t="textAreaTop" r="textAreaRight" b="textAreaBottom"/>
            <a:pathLst>
              <a:path w="1130" h="1345">
                <a:moveTo>
                  <a:pt x="1129" y="1"/>
                </a:moveTo>
                <a:lnTo>
                  <a:pt x="0" y="1345"/>
                </a:lnTo>
                <a:lnTo>
                  <a:pt x="0" y="1345"/>
                </a:lnTo>
                <a:lnTo>
                  <a:pt x="1129" y="1"/>
                </a:lnTo>
                <a:cubicBezTo>
                  <a:pt x="1129" y="1"/>
                  <a:pt x="1129" y="1"/>
                  <a:pt x="1129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0160" bIns="20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2" name="Google Shape;543;p8"/>
          <p:cNvSpPr/>
          <p:nvPr/>
        </p:nvSpPr>
        <p:spPr>
          <a:xfrm>
            <a:off x="1781280" y="3481920"/>
            <a:ext cx="1440" cy="360"/>
          </a:xfrm>
          <a:custGeom>
            <a:avLst/>
            <a:gdLst>
              <a:gd name="textAreaLeft" fmla="*/ 0 w 1440"/>
              <a:gd name="textAreaRight" fmla="*/ 1800 w 1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55" h="28">
                <a:moveTo>
                  <a:pt x="28" y="0"/>
                </a:moveTo>
                <a:cubicBezTo>
                  <a:pt x="1" y="0"/>
                  <a:pt x="1" y="27"/>
                  <a:pt x="28" y="27"/>
                </a:cubicBezTo>
                <a:cubicBezTo>
                  <a:pt x="55" y="27"/>
                  <a:pt x="55" y="0"/>
                  <a:pt x="2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3" name="Google Shape;544;p8"/>
          <p:cNvSpPr/>
          <p:nvPr/>
        </p:nvSpPr>
        <p:spPr>
          <a:xfrm>
            <a:off x="1852200" y="3373920"/>
            <a:ext cx="74520" cy="66600"/>
          </a:xfrm>
          <a:custGeom>
            <a:avLst/>
            <a:gdLst>
              <a:gd name="textAreaLeft" fmla="*/ 0 w 74520"/>
              <a:gd name="textAreaRight" fmla="*/ 74880 w 74520"/>
              <a:gd name="textAreaTop" fmla="*/ 0 h 66600"/>
              <a:gd name="textAreaBottom" fmla="*/ 66960 h 66600"/>
            </a:gdLst>
            <a:ahLst/>
            <a:cxnLst/>
            <a:rect l="textAreaLeft" t="textAreaTop" r="textAreaRight" b="textAreaBottom"/>
            <a:pathLst>
              <a:path w="2501" h="2233">
                <a:moveTo>
                  <a:pt x="2501" y="1"/>
                </a:moveTo>
                <a:cubicBezTo>
                  <a:pt x="1587" y="646"/>
                  <a:pt x="727" y="1399"/>
                  <a:pt x="1" y="2232"/>
                </a:cubicBezTo>
                <a:cubicBezTo>
                  <a:pt x="780" y="1453"/>
                  <a:pt x="1614" y="700"/>
                  <a:pt x="250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3480" bIns="33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4" name="Google Shape;545;p8"/>
          <p:cNvSpPr/>
          <p:nvPr/>
        </p:nvSpPr>
        <p:spPr>
          <a:xfrm>
            <a:off x="1821600" y="3440880"/>
            <a:ext cx="30240" cy="34560"/>
          </a:xfrm>
          <a:custGeom>
            <a:avLst/>
            <a:gdLst>
              <a:gd name="textAreaLeft" fmla="*/ 0 w 30240"/>
              <a:gd name="textAreaRight" fmla="*/ 30600 w 30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022" h="1168">
                <a:moveTo>
                  <a:pt x="1022" y="0"/>
                </a:moveTo>
                <a:lnTo>
                  <a:pt x="1022" y="0"/>
                </a:lnTo>
                <a:cubicBezTo>
                  <a:pt x="645" y="377"/>
                  <a:pt x="323" y="753"/>
                  <a:pt x="0" y="1129"/>
                </a:cubicBezTo>
                <a:cubicBezTo>
                  <a:pt x="0" y="1148"/>
                  <a:pt x="14" y="1168"/>
                  <a:pt x="21" y="1168"/>
                </a:cubicBezTo>
                <a:cubicBezTo>
                  <a:pt x="25" y="1168"/>
                  <a:pt x="27" y="1164"/>
                  <a:pt x="27" y="1156"/>
                </a:cubicBezTo>
                <a:cubicBezTo>
                  <a:pt x="350" y="780"/>
                  <a:pt x="672" y="377"/>
                  <a:pt x="102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5" name="Google Shape;546;p8"/>
          <p:cNvSpPr/>
          <p:nvPr/>
        </p:nvSpPr>
        <p:spPr>
          <a:xfrm>
            <a:off x="1927080" y="3367080"/>
            <a:ext cx="9360" cy="6480"/>
          </a:xfrm>
          <a:custGeom>
            <a:avLst/>
            <a:gdLst>
              <a:gd name="textAreaLeft" fmla="*/ 0 w 9360"/>
              <a:gd name="textAreaRight" fmla="*/ 9720 w 9360"/>
              <a:gd name="textAreaTop" fmla="*/ 0 h 6480"/>
              <a:gd name="textAreaBottom" fmla="*/ 6840 h 6480"/>
            </a:gdLst>
            <a:ahLst/>
            <a:cxnLst/>
            <a:rect l="textAreaLeft" t="textAreaTop" r="textAreaRight" b="textAreaBottom"/>
            <a:pathLst>
              <a:path w="324" h="227">
                <a:moveTo>
                  <a:pt x="302" y="1"/>
                </a:moveTo>
                <a:cubicBezTo>
                  <a:pt x="299" y="1"/>
                  <a:pt x="297" y="4"/>
                  <a:pt x="297" y="12"/>
                </a:cubicBezTo>
                <a:lnTo>
                  <a:pt x="1" y="227"/>
                </a:lnTo>
                <a:cubicBezTo>
                  <a:pt x="108" y="173"/>
                  <a:pt x="216" y="93"/>
                  <a:pt x="324" y="39"/>
                </a:cubicBezTo>
                <a:cubicBezTo>
                  <a:pt x="324" y="20"/>
                  <a:pt x="310" y="1"/>
                  <a:pt x="30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240" bIns="3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6" name="Google Shape;547;p8"/>
          <p:cNvSpPr/>
          <p:nvPr/>
        </p:nvSpPr>
        <p:spPr>
          <a:xfrm>
            <a:off x="1833120" y="3400920"/>
            <a:ext cx="110520" cy="106560"/>
          </a:xfrm>
          <a:custGeom>
            <a:avLst/>
            <a:gdLst>
              <a:gd name="textAreaLeft" fmla="*/ 0 w 110520"/>
              <a:gd name="textAreaRight" fmla="*/ 110880 w 110520"/>
              <a:gd name="textAreaTop" fmla="*/ 0 h 106560"/>
              <a:gd name="textAreaBottom" fmla="*/ 106920 h 106560"/>
            </a:gdLst>
            <a:ahLst/>
            <a:cxnLst/>
            <a:rect l="textAreaLeft" t="textAreaTop" r="textAreaRight" b="textAreaBottom"/>
            <a:pathLst>
              <a:path w="3703" h="3572">
                <a:moveTo>
                  <a:pt x="3681" y="1"/>
                </a:moveTo>
                <a:cubicBezTo>
                  <a:pt x="3678" y="1"/>
                  <a:pt x="3676" y="4"/>
                  <a:pt x="3676" y="12"/>
                </a:cubicBezTo>
                <a:lnTo>
                  <a:pt x="19" y="3534"/>
                </a:lnTo>
                <a:cubicBezTo>
                  <a:pt x="0" y="3553"/>
                  <a:pt x="8" y="3572"/>
                  <a:pt x="24" y="3572"/>
                </a:cubicBezTo>
                <a:cubicBezTo>
                  <a:pt x="30" y="3572"/>
                  <a:pt x="38" y="3569"/>
                  <a:pt x="46" y="3561"/>
                </a:cubicBezTo>
                <a:lnTo>
                  <a:pt x="3702" y="39"/>
                </a:lnTo>
                <a:cubicBezTo>
                  <a:pt x="3702" y="20"/>
                  <a:pt x="3689" y="1"/>
                  <a:pt x="368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3280" bIns="53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7" name="Google Shape;548;p8"/>
          <p:cNvSpPr/>
          <p:nvPr/>
        </p:nvSpPr>
        <p:spPr>
          <a:xfrm>
            <a:off x="1825920" y="3454200"/>
            <a:ext cx="98280" cy="79200"/>
          </a:xfrm>
          <a:custGeom>
            <a:avLst/>
            <a:gdLst>
              <a:gd name="textAreaLeft" fmla="*/ 0 w 98280"/>
              <a:gd name="textAreaRight" fmla="*/ 98640 w 98280"/>
              <a:gd name="textAreaTop" fmla="*/ 0 h 79200"/>
              <a:gd name="textAreaBottom" fmla="*/ 79560 h 79200"/>
            </a:gdLst>
            <a:ahLst/>
            <a:cxnLst/>
            <a:rect l="textAreaLeft" t="textAreaTop" r="textAreaRight" b="textAreaBottom"/>
            <a:pathLst>
              <a:path w="3295" h="2654">
                <a:moveTo>
                  <a:pt x="3246" y="0"/>
                </a:moveTo>
                <a:cubicBezTo>
                  <a:pt x="3238" y="0"/>
                  <a:pt x="3229" y="2"/>
                  <a:pt x="3219" y="7"/>
                </a:cubicBezTo>
                <a:lnTo>
                  <a:pt x="19" y="2615"/>
                </a:lnTo>
                <a:cubicBezTo>
                  <a:pt x="0" y="2634"/>
                  <a:pt x="8" y="2653"/>
                  <a:pt x="24" y="2653"/>
                </a:cubicBezTo>
                <a:cubicBezTo>
                  <a:pt x="31" y="2653"/>
                  <a:pt x="38" y="2650"/>
                  <a:pt x="46" y="2642"/>
                </a:cubicBezTo>
                <a:lnTo>
                  <a:pt x="3272" y="61"/>
                </a:lnTo>
                <a:cubicBezTo>
                  <a:pt x="3294" y="39"/>
                  <a:pt x="3281" y="0"/>
                  <a:pt x="3246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9600" bIns="39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8" name="Google Shape;549;p8"/>
          <p:cNvSpPr/>
          <p:nvPr/>
        </p:nvSpPr>
        <p:spPr>
          <a:xfrm>
            <a:off x="2284560" y="3361320"/>
            <a:ext cx="1440" cy="360"/>
          </a:xfrm>
          <a:custGeom>
            <a:avLst/>
            <a:gdLst>
              <a:gd name="textAreaLeft" fmla="*/ 0 w 1440"/>
              <a:gd name="textAreaRight" fmla="*/ 1800 w 1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55" h="28">
                <a:moveTo>
                  <a:pt x="27" y="1"/>
                </a:moveTo>
                <a:cubicBezTo>
                  <a:pt x="0" y="1"/>
                  <a:pt x="0" y="28"/>
                  <a:pt x="27" y="28"/>
                </a:cubicBezTo>
                <a:cubicBezTo>
                  <a:pt x="54" y="28"/>
                  <a:pt x="54" y="1"/>
                  <a:pt x="2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39" name="Google Shape;550;p8"/>
          <p:cNvSpPr/>
          <p:nvPr/>
        </p:nvSpPr>
        <p:spPr>
          <a:xfrm>
            <a:off x="2294280" y="3488400"/>
            <a:ext cx="52560" cy="86040"/>
          </a:xfrm>
          <a:custGeom>
            <a:avLst/>
            <a:gdLst>
              <a:gd name="textAreaLeft" fmla="*/ 0 w 52560"/>
              <a:gd name="textAreaRight" fmla="*/ 52920 w 52560"/>
              <a:gd name="textAreaTop" fmla="*/ 0 h 86040"/>
              <a:gd name="textAreaBottom" fmla="*/ 86400 h 86040"/>
            </a:gdLst>
            <a:ahLst/>
            <a:cxnLst/>
            <a:rect l="textAreaLeft" t="textAreaTop" r="textAreaRight" b="textAreaBottom"/>
            <a:pathLst>
              <a:path w="1767" h="2885">
                <a:moveTo>
                  <a:pt x="1745" y="0"/>
                </a:moveTo>
                <a:cubicBezTo>
                  <a:pt x="1738" y="0"/>
                  <a:pt x="1730" y="7"/>
                  <a:pt x="1722" y="23"/>
                </a:cubicBezTo>
                <a:cubicBezTo>
                  <a:pt x="1103" y="937"/>
                  <a:pt x="512" y="1878"/>
                  <a:pt x="1" y="2846"/>
                </a:cubicBezTo>
                <a:cubicBezTo>
                  <a:pt x="1" y="2865"/>
                  <a:pt x="14" y="2884"/>
                  <a:pt x="22" y="2884"/>
                </a:cubicBezTo>
                <a:cubicBezTo>
                  <a:pt x="26" y="2884"/>
                  <a:pt x="28" y="2881"/>
                  <a:pt x="28" y="2873"/>
                </a:cubicBezTo>
                <a:cubicBezTo>
                  <a:pt x="592" y="1905"/>
                  <a:pt x="1157" y="964"/>
                  <a:pt x="1748" y="50"/>
                </a:cubicBezTo>
                <a:cubicBezTo>
                  <a:pt x="1767" y="32"/>
                  <a:pt x="1760" y="0"/>
                  <a:pt x="174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3200" bIns="43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0" name="Google Shape;551;p8"/>
          <p:cNvSpPr/>
          <p:nvPr/>
        </p:nvSpPr>
        <p:spPr>
          <a:xfrm>
            <a:off x="2363760" y="3494160"/>
            <a:ext cx="56880" cy="68040"/>
          </a:xfrm>
          <a:custGeom>
            <a:avLst/>
            <a:gdLst>
              <a:gd name="textAreaLeft" fmla="*/ 0 w 56880"/>
              <a:gd name="textAreaRight" fmla="*/ 57240 w 56880"/>
              <a:gd name="textAreaTop" fmla="*/ 0 h 68040"/>
              <a:gd name="textAreaBottom" fmla="*/ 68400 h 68040"/>
            </a:gdLst>
            <a:ahLst/>
            <a:cxnLst/>
            <a:rect l="textAreaLeft" t="textAreaTop" r="textAreaRight" b="textAreaBottom"/>
            <a:pathLst>
              <a:path w="1916" h="2288">
                <a:moveTo>
                  <a:pt x="1858" y="0"/>
                </a:moveTo>
                <a:cubicBezTo>
                  <a:pt x="1847" y="0"/>
                  <a:pt x="1834" y="6"/>
                  <a:pt x="1821" y="19"/>
                </a:cubicBezTo>
                <a:cubicBezTo>
                  <a:pt x="1122" y="664"/>
                  <a:pt x="531" y="1417"/>
                  <a:pt x="20" y="2250"/>
                </a:cubicBezTo>
                <a:cubicBezTo>
                  <a:pt x="1" y="2269"/>
                  <a:pt x="22" y="2288"/>
                  <a:pt x="36" y="2288"/>
                </a:cubicBezTo>
                <a:cubicBezTo>
                  <a:pt x="42" y="2288"/>
                  <a:pt x="47" y="2285"/>
                  <a:pt x="47" y="2277"/>
                </a:cubicBezTo>
                <a:cubicBezTo>
                  <a:pt x="611" y="1497"/>
                  <a:pt x="1230" y="744"/>
                  <a:pt x="1875" y="72"/>
                </a:cubicBezTo>
                <a:cubicBezTo>
                  <a:pt x="1916" y="52"/>
                  <a:pt x="1895" y="0"/>
                  <a:pt x="185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1" name="Google Shape;552;p8"/>
          <p:cNvSpPr/>
          <p:nvPr/>
        </p:nvSpPr>
        <p:spPr>
          <a:xfrm>
            <a:off x="3116880" y="3314160"/>
            <a:ext cx="162000" cy="169200"/>
          </a:xfrm>
          <a:custGeom>
            <a:avLst/>
            <a:gdLst>
              <a:gd name="textAreaLeft" fmla="*/ 0 w 162000"/>
              <a:gd name="textAreaRight" fmla="*/ 162360 w 162000"/>
              <a:gd name="textAreaTop" fmla="*/ 0 h 169200"/>
              <a:gd name="textAreaBottom" fmla="*/ 169560 h 169200"/>
            </a:gdLst>
            <a:ahLst/>
            <a:cxnLst/>
            <a:rect l="textAreaLeft" t="textAreaTop" r="textAreaRight" b="textAreaBottom"/>
            <a:pathLst>
              <a:path w="5424" h="5658">
                <a:moveTo>
                  <a:pt x="5400" y="0"/>
                </a:moveTo>
                <a:cubicBezTo>
                  <a:pt x="5393" y="0"/>
                  <a:pt x="5385" y="4"/>
                  <a:pt x="5377" y="12"/>
                </a:cubicBezTo>
                <a:cubicBezTo>
                  <a:pt x="3603" y="1867"/>
                  <a:pt x="1748" y="3695"/>
                  <a:pt x="0" y="5603"/>
                </a:cubicBezTo>
                <a:cubicBezTo>
                  <a:pt x="0" y="5630"/>
                  <a:pt x="0" y="5657"/>
                  <a:pt x="27" y="5657"/>
                </a:cubicBezTo>
                <a:cubicBezTo>
                  <a:pt x="1882" y="3829"/>
                  <a:pt x="3630" y="1920"/>
                  <a:pt x="5404" y="38"/>
                </a:cubicBezTo>
                <a:cubicBezTo>
                  <a:pt x="5423" y="19"/>
                  <a:pt x="5415" y="0"/>
                  <a:pt x="540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4600" bIns="84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2" name="Google Shape;553;p8"/>
          <p:cNvSpPr/>
          <p:nvPr/>
        </p:nvSpPr>
        <p:spPr>
          <a:xfrm>
            <a:off x="3229560" y="3319920"/>
            <a:ext cx="109800" cy="108720"/>
          </a:xfrm>
          <a:custGeom>
            <a:avLst/>
            <a:gdLst>
              <a:gd name="textAreaLeft" fmla="*/ 0 w 109800"/>
              <a:gd name="textAreaRight" fmla="*/ 110160 w 109800"/>
              <a:gd name="textAreaTop" fmla="*/ 0 h 108720"/>
              <a:gd name="textAreaBottom" fmla="*/ 109080 h 108720"/>
            </a:gdLst>
            <a:ahLst/>
            <a:cxnLst/>
            <a:rect l="textAreaLeft" t="textAreaTop" r="textAreaRight" b="textAreaBottom"/>
            <a:pathLst>
              <a:path w="3674" h="3645">
                <a:moveTo>
                  <a:pt x="3625" y="0"/>
                </a:moveTo>
                <a:cubicBezTo>
                  <a:pt x="3617" y="0"/>
                  <a:pt x="3608" y="3"/>
                  <a:pt x="3598" y="8"/>
                </a:cubicBezTo>
                <a:cubicBezTo>
                  <a:pt x="2415" y="1218"/>
                  <a:pt x="1205" y="2400"/>
                  <a:pt x="22" y="3583"/>
                </a:cubicBezTo>
                <a:cubicBezTo>
                  <a:pt x="0" y="3605"/>
                  <a:pt x="14" y="3644"/>
                  <a:pt x="34" y="3644"/>
                </a:cubicBezTo>
                <a:cubicBezTo>
                  <a:pt x="39" y="3644"/>
                  <a:pt x="44" y="3642"/>
                  <a:pt x="49" y="3637"/>
                </a:cubicBezTo>
                <a:cubicBezTo>
                  <a:pt x="1259" y="2454"/>
                  <a:pt x="2442" y="1244"/>
                  <a:pt x="3651" y="62"/>
                </a:cubicBezTo>
                <a:cubicBezTo>
                  <a:pt x="3673" y="40"/>
                  <a:pt x="3660" y="0"/>
                  <a:pt x="362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4360" bIns="54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3" name="Google Shape;554;p8"/>
          <p:cNvSpPr/>
          <p:nvPr/>
        </p:nvSpPr>
        <p:spPr>
          <a:xfrm>
            <a:off x="3538080" y="3267000"/>
            <a:ext cx="73800" cy="222120"/>
          </a:xfrm>
          <a:custGeom>
            <a:avLst/>
            <a:gdLst>
              <a:gd name="textAreaLeft" fmla="*/ 0 w 73800"/>
              <a:gd name="textAreaRight" fmla="*/ 74160 w 73800"/>
              <a:gd name="textAreaTop" fmla="*/ 0 h 222120"/>
              <a:gd name="textAreaBottom" fmla="*/ 222480 h 222120"/>
            </a:gdLst>
            <a:ahLst/>
            <a:cxnLst/>
            <a:rect l="textAreaLeft" t="textAreaTop" r="textAreaRight" b="textAreaBottom"/>
            <a:pathLst>
              <a:path w="2475" h="7434">
                <a:moveTo>
                  <a:pt x="2474" y="0"/>
                </a:moveTo>
                <a:lnTo>
                  <a:pt x="1" y="7394"/>
                </a:lnTo>
                <a:cubicBezTo>
                  <a:pt x="1" y="7420"/>
                  <a:pt x="7" y="7434"/>
                  <a:pt x="18" y="7434"/>
                </a:cubicBezTo>
                <a:cubicBezTo>
                  <a:pt x="28" y="7434"/>
                  <a:pt x="41" y="7420"/>
                  <a:pt x="55" y="7394"/>
                </a:cubicBezTo>
                <a:cubicBezTo>
                  <a:pt x="861" y="4947"/>
                  <a:pt x="1668" y="2474"/>
                  <a:pt x="247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4" name="Google Shape;555;p8"/>
          <p:cNvSpPr/>
          <p:nvPr/>
        </p:nvSpPr>
        <p:spPr>
          <a:xfrm>
            <a:off x="3631320" y="3393360"/>
            <a:ext cx="3600" cy="2160"/>
          </a:xfrm>
          <a:custGeom>
            <a:avLst/>
            <a:gdLst>
              <a:gd name="textAreaLeft" fmla="*/ 0 w 3600"/>
              <a:gd name="textAreaRight" fmla="*/ 3960 w 3600"/>
              <a:gd name="textAreaTop" fmla="*/ 0 h 2160"/>
              <a:gd name="textAreaBottom" fmla="*/ 2520 h 2160"/>
            </a:gdLst>
            <a:ahLst/>
            <a:cxnLst/>
            <a:rect l="textAreaLeft" t="textAreaTop" r="textAreaRight" b="textAreaBottom"/>
            <a:pathLst>
              <a:path w="135" h="81">
                <a:moveTo>
                  <a:pt x="81" y="0"/>
                </a:moveTo>
                <a:cubicBezTo>
                  <a:pt x="0" y="0"/>
                  <a:pt x="27" y="81"/>
                  <a:pt x="81" y="81"/>
                </a:cubicBezTo>
                <a:cubicBezTo>
                  <a:pt x="135" y="81"/>
                  <a:pt x="135" y="0"/>
                  <a:pt x="81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080" bIns="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5" name="Google Shape;556;p8"/>
          <p:cNvSpPr/>
          <p:nvPr/>
        </p:nvSpPr>
        <p:spPr>
          <a:xfrm>
            <a:off x="3458880" y="3053520"/>
            <a:ext cx="189000" cy="186480"/>
          </a:xfrm>
          <a:custGeom>
            <a:avLst/>
            <a:gdLst>
              <a:gd name="textAreaLeft" fmla="*/ 0 w 189000"/>
              <a:gd name="textAreaRight" fmla="*/ 189360 w 189000"/>
              <a:gd name="textAreaTop" fmla="*/ 0 h 186480"/>
              <a:gd name="textAreaBottom" fmla="*/ 186840 h 186480"/>
            </a:gdLst>
            <a:ahLst/>
            <a:cxnLst/>
            <a:rect l="textAreaLeft" t="textAreaTop" r="textAreaRight" b="textAreaBottom"/>
            <a:pathLst>
              <a:path w="6318" h="6238">
                <a:moveTo>
                  <a:pt x="6318" y="0"/>
                </a:moveTo>
                <a:lnTo>
                  <a:pt x="0" y="6237"/>
                </a:lnTo>
                <a:lnTo>
                  <a:pt x="6318" y="0"/>
                </a:lnTo>
                <a:cubicBezTo>
                  <a:pt x="6318" y="0"/>
                  <a:pt x="6318" y="0"/>
                  <a:pt x="631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6" name="Google Shape;557;p8"/>
          <p:cNvSpPr/>
          <p:nvPr/>
        </p:nvSpPr>
        <p:spPr>
          <a:xfrm>
            <a:off x="3450240" y="3113640"/>
            <a:ext cx="234360" cy="199800"/>
          </a:xfrm>
          <a:custGeom>
            <a:avLst/>
            <a:gdLst>
              <a:gd name="textAreaLeft" fmla="*/ 0 w 234360"/>
              <a:gd name="textAreaRight" fmla="*/ 234720 w 234360"/>
              <a:gd name="textAreaTop" fmla="*/ 0 h 199800"/>
              <a:gd name="textAreaBottom" fmla="*/ 200160 h 199800"/>
            </a:gdLst>
            <a:ahLst/>
            <a:cxnLst/>
            <a:rect l="textAreaLeft" t="textAreaTop" r="textAreaRight" b="textAreaBottom"/>
            <a:pathLst>
              <a:path w="7838" h="6687">
                <a:moveTo>
                  <a:pt x="7804" y="1"/>
                </a:moveTo>
                <a:cubicBezTo>
                  <a:pt x="7800" y="1"/>
                  <a:pt x="7794" y="3"/>
                  <a:pt x="7789" y="8"/>
                </a:cubicBezTo>
                <a:cubicBezTo>
                  <a:pt x="4832" y="1756"/>
                  <a:pt x="2197" y="4014"/>
                  <a:pt x="19" y="6649"/>
                </a:cubicBezTo>
                <a:cubicBezTo>
                  <a:pt x="0" y="6668"/>
                  <a:pt x="8" y="6687"/>
                  <a:pt x="24" y="6687"/>
                </a:cubicBezTo>
                <a:cubicBezTo>
                  <a:pt x="30" y="6687"/>
                  <a:pt x="38" y="6684"/>
                  <a:pt x="46" y="6676"/>
                </a:cubicBezTo>
                <a:cubicBezTo>
                  <a:pt x="2251" y="4041"/>
                  <a:pt x="4858" y="1810"/>
                  <a:pt x="7816" y="35"/>
                </a:cubicBezTo>
                <a:cubicBezTo>
                  <a:pt x="7837" y="35"/>
                  <a:pt x="7824" y="1"/>
                  <a:pt x="7804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7" name="Google Shape;558;p8"/>
          <p:cNvSpPr/>
          <p:nvPr/>
        </p:nvSpPr>
        <p:spPr>
          <a:xfrm>
            <a:off x="3511440" y="3206520"/>
            <a:ext cx="162360" cy="133920"/>
          </a:xfrm>
          <a:custGeom>
            <a:avLst/>
            <a:gdLst>
              <a:gd name="textAreaLeft" fmla="*/ 0 w 162360"/>
              <a:gd name="textAreaRight" fmla="*/ 162720 w 162360"/>
              <a:gd name="textAreaTop" fmla="*/ 0 h 133920"/>
              <a:gd name="textAreaBottom" fmla="*/ 134280 h 133920"/>
            </a:gdLst>
            <a:ahLst/>
            <a:cxnLst/>
            <a:rect l="textAreaLeft" t="textAreaTop" r="textAreaRight" b="textAreaBottom"/>
            <a:pathLst>
              <a:path w="5432" h="4490">
                <a:moveTo>
                  <a:pt x="5404" y="0"/>
                </a:moveTo>
                <a:cubicBezTo>
                  <a:pt x="3791" y="1694"/>
                  <a:pt x="1990" y="3172"/>
                  <a:pt x="27" y="4436"/>
                </a:cubicBezTo>
                <a:cubicBezTo>
                  <a:pt x="1" y="4436"/>
                  <a:pt x="27" y="4490"/>
                  <a:pt x="27" y="4490"/>
                </a:cubicBezTo>
                <a:cubicBezTo>
                  <a:pt x="1990" y="3199"/>
                  <a:pt x="3791" y="1694"/>
                  <a:pt x="5404" y="27"/>
                </a:cubicBezTo>
                <a:cubicBezTo>
                  <a:pt x="5404" y="27"/>
                  <a:pt x="5431" y="0"/>
                  <a:pt x="540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8" name="Google Shape;559;p8"/>
          <p:cNvSpPr/>
          <p:nvPr/>
        </p:nvSpPr>
        <p:spPr>
          <a:xfrm>
            <a:off x="4388760" y="2953800"/>
            <a:ext cx="27000" cy="15840"/>
          </a:xfrm>
          <a:custGeom>
            <a:avLst/>
            <a:gdLst>
              <a:gd name="textAreaLeft" fmla="*/ 0 w 27000"/>
              <a:gd name="textAreaRight" fmla="*/ 27360 w 27000"/>
              <a:gd name="textAreaTop" fmla="*/ 0 h 15840"/>
              <a:gd name="textAreaBottom" fmla="*/ 16200 h 15840"/>
            </a:gdLst>
            <a:ahLst/>
            <a:cxnLst/>
            <a:rect l="textAreaLeft" t="textAreaTop" r="textAreaRight" b="textAreaBottom"/>
            <a:pathLst>
              <a:path w="915" h="539">
                <a:moveTo>
                  <a:pt x="914" y="1"/>
                </a:moveTo>
                <a:cubicBezTo>
                  <a:pt x="592" y="189"/>
                  <a:pt x="296" y="350"/>
                  <a:pt x="0" y="538"/>
                </a:cubicBezTo>
                <a:cubicBezTo>
                  <a:pt x="296" y="377"/>
                  <a:pt x="592" y="189"/>
                  <a:pt x="914" y="27"/>
                </a:cubicBezTo>
                <a:cubicBezTo>
                  <a:pt x="914" y="27"/>
                  <a:pt x="914" y="11"/>
                  <a:pt x="914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49" name="Google Shape;560;p8"/>
          <p:cNvSpPr/>
          <p:nvPr/>
        </p:nvSpPr>
        <p:spPr>
          <a:xfrm>
            <a:off x="3972600" y="3114720"/>
            <a:ext cx="167760" cy="97920"/>
          </a:xfrm>
          <a:custGeom>
            <a:avLst/>
            <a:gdLst>
              <a:gd name="textAreaLeft" fmla="*/ 0 w 167760"/>
              <a:gd name="textAreaRight" fmla="*/ 168120 w 167760"/>
              <a:gd name="textAreaTop" fmla="*/ 0 h 97920"/>
              <a:gd name="textAreaBottom" fmla="*/ 98280 h 97920"/>
            </a:gdLst>
            <a:ahLst/>
            <a:cxnLst/>
            <a:rect l="textAreaLeft" t="textAreaTop" r="textAreaRight" b="textAreaBottom"/>
            <a:pathLst>
              <a:path w="5619" h="3281">
                <a:moveTo>
                  <a:pt x="5619" y="0"/>
                </a:moveTo>
                <a:lnTo>
                  <a:pt x="5619" y="0"/>
                </a:lnTo>
                <a:cubicBezTo>
                  <a:pt x="3764" y="1076"/>
                  <a:pt x="1882" y="2151"/>
                  <a:pt x="27" y="3226"/>
                </a:cubicBezTo>
                <a:cubicBezTo>
                  <a:pt x="0" y="3253"/>
                  <a:pt x="0" y="3280"/>
                  <a:pt x="27" y="3280"/>
                </a:cubicBezTo>
                <a:lnTo>
                  <a:pt x="1049" y="2958"/>
                </a:lnTo>
                <a:cubicBezTo>
                  <a:pt x="1049" y="2958"/>
                  <a:pt x="1049" y="2931"/>
                  <a:pt x="1049" y="2931"/>
                </a:cubicBezTo>
                <a:cubicBezTo>
                  <a:pt x="809" y="3003"/>
                  <a:pt x="669" y="3033"/>
                  <a:pt x="603" y="3033"/>
                </a:cubicBezTo>
                <a:cubicBezTo>
                  <a:pt x="297" y="3033"/>
                  <a:pt x="1549" y="2396"/>
                  <a:pt x="1748" y="2285"/>
                </a:cubicBezTo>
                <a:lnTo>
                  <a:pt x="3441" y="1264"/>
                </a:lnTo>
                <a:lnTo>
                  <a:pt x="5619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0" name="Google Shape;561;p8"/>
          <p:cNvSpPr/>
          <p:nvPr/>
        </p:nvSpPr>
        <p:spPr>
          <a:xfrm>
            <a:off x="4140720" y="2970720"/>
            <a:ext cx="246960" cy="144720"/>
          </a:xfrm>
          <a:custGeom>
            <a:avLst/>
            <a:gdLst>
              <a:gd name="textAreaLeft" fmla="*/ 0 w 246960"/>
              <a:gd name="textAreaRight" fmla="*/ 247320 w 246960"/>
              <a:gd name="textAreaTop" fmla="*/ 0 h 144720"/>
              <a:gd name="textAreaBottom" fmla="*/ 145080 h 144720"/>
            </a:gdLst>
            <a:ahLst/>
            <a:cxnLst/>
            <a:rect l="textAreaLeft" t="textAreaTop" r="textAreaRight" b="textAreaBottom"/>
            <a:pathLst>
              <a:path w="8255" h="4840">
                <a:moveTo>
                  <a:pt x="8254" y="0"/>
                </a:moveTo>
                <a:cubicBezTo>
                  <a:pt x="5969" y="1291"/>
                  <a:pt x="3765" y="2635"/>
                  <a:pt x="1506" y="3952"/>
                </a:cubicBezTo>
                <a:lnTo>
                  <a:pt x="539" y="4517"/>
                </a:lnTo>
                <a:cubicBezTo>
                  <a:pt x="1049" y="3092"/>
                  <a:pt x="1587" y="1694"/>
                  <a:pt x="2098" y="269"/>
                </a:cubicBezTo>
                <a:cubicBezTo>
                  <a:pt x="2098" y="269"/>
                  <a:pt x="2086" y="257"/>
                  <a:pt x="2078" y="257"/>
                </a:cubicBezTo>
                <a:cubicBezTo>
                  <a:pt x="2074" y="257"/>
                  <a:pt x="2071" y="260"/>
                  <a:pt x="2071" y="269"/>
                </a:cubicBezTo>
                <a:cubicBezTo>
                  <a:pt x="1533" y="1694"/>
                  <a:pt x="1022" y="3119"/>
                  <a:pt x="512" y="4517"/>
                </a:cubicBezTo>
                <a:lnTo>
                  <a:pt x="1" y="4839"/>
                </a:lnTo>
                <a:lnTo>
                  <a:pt x="512" y="4544"/>
                </a:lnTo>
                <a:lnTo>
                  <a:pt x="512" y="4544"/>
                </a:lnTo>
                <a:cubicBezTo>
                  <a:pt x="512" y="4544"/>
                  <a:pt x="512" y="4544"/>
                  <a:pt x="512" y="4544"/>
                </a:cubicBezTo>
                <a:cubicBezTo>
                  <a:pt x="3093" y="3038"/>
                  <a:pt x="5700" y="1559"/>
                  <a:pt x="825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2360" bIns="72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1" name="Google Shape;562;p8"/>
          <p:cNvSpPr/>
          <p:nvPr/>
        </p:nvSpPr>
        <p:spPr>
          <a:xfrm>
            <a:off x="4433040" y="3002040"/>
            <a:ext cx="24480" cy="13320"/>
          </a:xfrm>
          <a:custGeom>
            <a:avLst/>
            <a:gdLst>
              <a:gd name="textAreaLeft" fmla="*/ 0 w 24480"/>
              <a:gd name="textAreaRight" fmla="*/ 24840 w 24480"/>
              <a:gd name="textAreaTop" fmla="*/ 0 h 13320"/>
              <a:gd name="textAreaBottom" fmla="*/ 13680 h 13320"/>
            </a:gdLst>
            <a:ahLst/>
            <a:cxnLst/>
            <a:rect l="textAreaLeft" t="textAreaTop" r="textAreaRight" b="textAreaBottom"/>
            <a:pathLst>
              <a:path w="835" h="458">
                <a:moveTo>
                  <a:pt x="780" y="1"/>
                </a:moveTo>
                <a:lnTo>
                  <a:pt x="1" y="458"/>
                </a:lnTo>
                <a:lnTo>
                  <a:pt x="807" y="27"/>
                </a:lnTo>
                <a:cubicBezTo>
                  <a:pt x="834" y="27"/>
                  <a:pt x="807" y="1"/>
                  <a:pt x="78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2" name="Google Shape;563;p8"/>
          <p:cNvSpPr/>
          <p:nvPr/>
        </p:nvSpPr>
        <p:spPr>
          <a:xfrm>
            <a:off x="3959640" y="3226680"/>
            <a:ext cx="90720" cy="50400"/>
          </a:xfrm>
          <a:custGeom>
            <a:avLst/>
            <a:gdLst>
              <a:gd name="textAreaLeft" fmla="*/ 0 w 90720"/>
              <a:gd name="textAreaRight" fmla="*/ 91080 w 9072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3039" h="1694">
                <a:moveTo>
                  <a:pt x="3039" y="0"/>
                </a:moveTo>
                <a:cubicBezTo>
                  <a:pt x="2017" y="565"/>
                  <a:pt x="1023" y="1102"/>
                  <a:pt x="28" y="1667"/>
                </a:cubicBezTo>
                <a:cubicBezTo>
                  <a:pt x="28" y="1667"/>
                  <a:pt x="1" y="1694"/>
                  <a:pt x="28" y="1694"/>
                </a:cubicBezTo>
                <a:cubicBezTo>
                  <a:pt x="1023" y="1129"/>
                  <a:pt x="2044" y="565"/>
                  <a:pt x="3039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200" bIns="25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3" name="Google Shape;564;p8"/>
          <p:cNvSpPr/>
          <p:nvPr/>
        </p:nvSpPr>
        <p:spPr>
          <a:xfrm>
            <a:off x="4050720" y="3015720"/>
            <a:ext cx="381960" cy="210600"/>
          </a:xfrm>
          <a:custGeom>
            <a:avLst/>
            <a:gdLst>
              <a:gd name="textAreaLeft" fmla="*/ 0 w 381960"/>
              <a:gd name="textAreaRight" fmla="*/ 382320 w 381960"/>
              <a:gd name="textAreaTop" fmla="*/ 0 h 210600"/>
              <a:gd name="textAreaBottom" fmla="*/ 210960 h 210600"/>
            </a:gdLst>
            <a:ahLst/>
            <a:cxnLst/>
            <a:rect l="textAreaLeft" t="textAreaTop" r="textAreaRight" b="textAreaBottom"/>
            <a:pathLst>
              <a:path w="12771" h="7045">
                <a:moveTo>
                  <a:pt x="12771" y="1"/>
                </a:moveTo>
                <a:lnTo>
                  <a:pt x="12771" y="1"/>
                </a:lnTo>
                <a:cubicBezTo>
                  <a:pt x="8469" y="2259"/>
                  <a:pt x="4249" y="4678"/>
                  <a:pt x="1" y="7044"/>
                </a:cubicBezTo>
                <a:cubicBezTo>
                  <a:pt x="4275" y="4732"/>
                  <a:pt x="8577" y="2420"/>
                  <a:pt x="1277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4" name="Google Shape;565;p8"/>
          <p:cNvSpPr/>
          <p:nvPr/>
        </p:nvSpPr>
        <p:spPr>
          <a:xfrm>
            <a:off x="4506480" y="3085200"/>
            <a:ext cx="9360" cy="4320"/>
          </a:xfrm>
          <a:custGeom>
            <a:avLst/>
            <a:gdLst>
              <a:gd name="textAreaLeft" fmla="*/ 0 w 9360"/>
              <a:gd name="textAreaRight" fmla="*/ 9720 w 9360"/>
              <a:gd name="textAreaTop" fmla="*/ 0 h 4320"/>
              <a:gd name="textAreaBottom" fmla="*/ 4680 h 4320"/>
            </a:gdLst>
            <a:ahLst/>
            <a:cxnLst/>
            <a:rect l="textAreaLeft" t="textAreaTop" r="textAreaRight" b="textAreaBottom"/>
            <a:pathLst>
              <a:path w="323" h="162">
                <a:moveTo>
                  <a:pt x="323" y="1"/>
                </a:moveTo>
                <a:cubicBezTo>
                  <a:pt x="215" y="54"/>
                  <a:pt x="135" y="108"/>
                  <a:pt x="27" y="135"/>
                </a:cubicBezTo>
                <a:lnTo>
                  <a:pt x="0" y="162"/>
                </a:lnTo>
                <a:cubicBezTo>
                  <a:pt x="108" y="135"/>
                  <a:pt x="215" y="54"/>
                  <a:pt x="323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" bIns="2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5" name="Google Shape;566;p8"/>
          <p:cNvSpPr/>
          <p:nvPr/>
        </p:nvSpPr>
        <p:spPr>
          <a:xfrm>
            <a:off x="4499280" y="3091320"/>
            <a:ext cx="2160" cy="360"/>
          </a:xfrm>
          <a:custGeom>
            <a:avLst/>
            <a:gdLst>
              <a:gd name="textAreaLeft" fmla="*/ 0 w 2160"/>
              <a:gd name="textAreaRight" fmla="*/ 2520 w 21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81" h="28">
                <a:moveTo>
                  <a:pt x="81" y="1"/>
                </a:moveTo>
                <a:cubicBezTo>
                  <a:pt x="67" y="1"/>
                  <a:pt x="54" y="7"/>
                  <a:pt x="41" y="14"/>
                </a:cubicBezTo>
                <a:lnTo>
                  <a:pt x="41" y="14"/>
                </a:lnTo>
                <a:lnTo>
                  <a:pt x="81" y="1"/>
                </a:lnTo>
                <a:close/>
                <a:moveTo>
                  <a:pt x="41" y="14"/>
                </a:moveTo>
                <a:lnTo>
                  <a:pt x="0" y="28"/>
                </a:lnTo>
                <a:cubicBezTo>
                  <a:pt x="14" y="28"/>
                  <a:pt x="27" y="21"/>
                  <a:pt x="41" y="14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6" name="Google Shape;567;p8"/>
          <p:cNvSpPr/>
          <p:nvPr/>
        </p:nvSpPr>
        <p:spPr>
          <a:xfrm>
            <a:off x="4502160" y="3058560"/>
            <a:ext cx="37440" cy="32760"/>
          </a:xfrm>
          <a:custGeom>
            <a:avLst/>
            <a:gdLst>
              <a:gd name="textAreaLeft" fmla="*/ 0 w 37440"/>
              <a:gd name="textAreaRight" fmla="*/ 37800 w 3744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65" h="1103">
                <a:moveTo>
                  <a:pt x="1264" y="0"/>
                </a:moveTo>
                <a:cubicBezTo>
                  <a:pt x="834" y="350"/>
                  <a:pt x="404" y="726"/>
                  <a:pt x="1" y="1103"/>
                </a:cubicBezTo>
                <a:lnTo>
                  <a:pt x="162" y="1049"/>
                </a:lnTo>
                <a:cubicBezTo>
                  <a:pt x="377" y="807"/>
                  <a:pt x="619" y="619"/>
                  <a:pt x="834" y="404"/>
                </a:cubicBezTo>
                <a:lnTo>
                  <a:pt x="834" y="404"/>
                </a:lnTo>
                <a:cubicBezTo>
                  <a:pt x="754" y="592"/>
                  <a:pt x="619" y="753"/>
                  <a:pt x="458" y="888"/>
                </a:cubicBezTo>
                <a:cubicBezTo>
                  <a:pt x="807" y="673"/>
                  <a:pt x="1076" y="350"/>
                  <a:pt x="126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7" name="Google Shape;568;p8"/>
          <p:cNvSpPr/>
          <p:nvPr/>
        </p:nvSpPr>
        <p:spPr>
          <a:xfrm>
            <a:off x="4501440" y="30913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8" name="Google Shape;569;p8"/>
          <p:cNvSpPr/>
          <p:nvPr/>
        </p:nvSpPr>
        <p:spPr>
          <a:xfrm>
            <a:off x="5498280" y="3260520"/>
            <a:ext cx="1440" cy="360"/>
          </a:xfrm>
          <a:custGeom>
            <a:avLst/>
            <a:gdLst>
              <a:gd name="textAreaLeft" fmla="*/ 0 w 1440"/>
              <a:gd name="textAreaRight" fmla="*/ 1800 w 1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55" h="28">
                <a:moveTo>
                  <a:pt x="27" y="0"/>
                </a:moveTo>
                <a:cubicBezTo>
                  <a:pt x="0" y="0"/>
                  <a:pt x="0" y="27"/>
                  <a:pt x="27" y="27"/>
                </a:cubicBezTo>
                <a:cubicBezTo>
                  <a:pt x="54" y="27"/>
                  <a:pt x="54" y="0"/>
                  <a:pt x="2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59" name="Google Shape;570;p8"/>
          <p:cNvSpPr/>
          <p:nvPr/>
        </p:nvSpPr>
        <p:spPr>
          <a:xfrm>
            <a:off x="5338080" y="32338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0" name="Google Shape;571;p8"/>
          <p:cNvSpPr/>
          <p:nvPr/>
        </p:nvSpPr>
        <p:spPr>
          <a:xfrm>
            <a:off x="5371920" y="3240720"/>
            <a:ext cx="9360" cy="29160"/>
          </a:xfrm>
          <a:custGeom>
            <a:avLst/>
            <a:gdLst>
              <a:gd name="textAreaLeft" fmla="*/ 0 w 9360"/>
              <a:gd name="textAreaRight" fmla="*/ 9720 w 9360"/>
              <a:gd name="textAreaTop" fmla="*/ 0 h 29160"/>
              <a:gd name="textAreaBottom" fmla="*/ 29520 h 29160"/>
            </a:gdLst>
            <a:ahLst/>
            <a:cxnLst/>
            <a:rect l="textAreaLeft" t="textAreaTop" r="textAreaRight" b="textAreaBottom"/>
            <a:pathLst>
              <a:path w="324" h="980">
                <a:moveTo>
                  <a:pt x="303" y="0"/>
                </a:moveTo>
                <a:cubicBezTo>
                  <a:pt x="299" y="0"/>
                  <a:pt x="296" y="3"/>
                  <a:pt x="296" y="12"/>
                </a:cubicBezTo>
                <a:cubicBezTo>
                  <a:pt x="189" y="362"/>
                  <a:pt x="108" y="657"/>
                  <a:pt x="1" y="980"/>
                </a:cubicBezTo>
                <a:cubicBezTo>
                  <a:pt x="108" y="657"/>
                  <a:pt x="216" y="335"/>
                  <a:pt x="323" y="12"/>
                </a:cubicBezTo>
                <a:cubicBezTo>
                  <a:pt x="323" y="12"/>
                  <a:pt x="311" y="0"/>
                  <a:pt x="30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760" bIns="14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1" name="Google Shape;572;p8"/>
          <p:cNvSpPr/>
          <p:nvPr/>
        </p:nvSpPr>
        <p:spPr>
          <a:xfrm>
            <a:off x="5658480" y="3490920"/>
            <a:ext cx="4320" cy="28800"/>
          </a:xfrm>
          <a:custGeom>
            <a:avLst/>
            <a:gdLst>
              <a:gd name="textAreaLeft" fmla="*/ 0 w 4320"/>
              <a:gd name="textAreaRight" fmla="*/ 4680 w 432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62" h="968">
                <a:moveTo>
                  <a:pt x="162" y="0"/>
                </a:moveTo>
                <a:lnTo>
                  <a:pt x="162" y="0"/>
                </a:lnTo>
                <a:cubicBezTo>
                  <a:pt x="81" y="296"/>
                  <a:pt x="27" y="645"/>
                  <a:pt x="0" y="968"/>
                </a:cubicBezTo>
                <a:cubicBezTo>
                  <a:pt x="54" y="726"/>
                  <a:pt x="81" y="511"/>
                  <a:pt x="108" y="323"/>
                </a:cubicBezTo>
                <a:cubicBezTo>
                  <a:pt x="108" y="215"/>
                  <a:pt x="135" y="108"/>
                  <a:pt x="162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2" name="Google Shape;573;p8"/>
          <p:cNvSpPr/>
          <p:nvPr/>
        </p:nvSpPr>
        <p:spPr>
          <a:xfrm>
            <a:off x="6044040" y="3443040"/>
            <a:ext cx="32760" cy="15480"/>
          </a:xfrm>
          <a:custGeom>
            <a:avLst/>
            <a:gdLst>
              <a:gd name="textAreaLeft" fmla="*/ 0 w 32760"/>
              <a:gd name="textAreaRight" fmla="*/ 33120 w 3276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1101" h="523">
                <a:moveTo>
                  <a:pt x="1093" y="1"/>
                </a:moveTo>
                <a:cubicBezTo>
                  <a:pt x="1089" y="1"/>
                  <a:pt x="1084" y="4"/>
                  <a:pt x="1076" y="12"/>
                </a:cubicBezTo>
                <a:lnTo>
                  <a:pt x="1" y="523"/>
                </a:lnTo>
                <a:cubicBezTo>
                  <a:pt x="377" y="362"/>
                  <a:pt x="727" y="200"/>
                  <a:pt x="1076" y="39"/>
                </a:cubicBezTo>
                <a:cubicBezTo>
                  <a:pt x="1095" y="20"/>
                  <a:pt x="1101" y="1"/>
                  <a:pt x="1093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3" name="Google Shape;574;p8"/>
          <p:cNvSpPr/>
          <p:nvPr/>
        </p:nvSpPr>
        <p:spPr>
          <a:xfrm>
            <a:off x="5958000" y="3458520"/>
            <a:ext cx="85680" cy="42480"/>
          </a:xfrm>
          <a:custGeom>
            <a:avLst/>
            <a:gdLst>
              <a:gd name="textAreaLeft" fmla="*/ 0 w 85680"/>
              <a:gd name="textAreaRight" fmla="*/ 86040 w 8568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2877" h="1426">
                <a:moveTo>
                  <a:pt x="2877" y="1"/>
                </a:moveTo>
                <a:lnTo>
                  <a:pt x="2877" y="1"/>
                </a:lnTo>
                <a:cubicBezTo>
                  <a:pt x="1909" y="458"/>
                  <a:pt x="941" y="942"/>
                  <a:pt x="0" y="1426"/>
                </a:cubicBezTo>
                <a:cubicBezTo>
                  <a:pt x="941" y="942"/>
                  <a:pt x="1909" y="485"/>
                  <a:pt x="287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4" name="Google Shape;575;p8"/>
          <p:cNvSpPr/>
          <p:nvPr/>
        </p:nvSpPr>
        <p:spPr>
          <a:xfrm>
            <a:off x="6135120" y="3486960"/>
            <a:ext cx="55440" cy="76320"/>
          </a:xfrm>
          <a:custGeom>
            <a:avLst/>
            <a:gdLst>
              <a:gd name="textAreaLeft" fmla="*/ 0 w 55440"/>
              <a:gd name="textAreaRight" fmla="*/ 55800 w 55440"/>
              <a:gd name="textAreaTop" fmla="*/ 0 h 76320"/>
              <a:gd name="textAreaBottom" fmla="*/ 76680 h 76320"/>
            </a:gdLst>
            <a:ahLst/>
            <a:cxnLst/>
            <a:rect l="textAreaLeft" t="textAreaTop" r="textAreaRight" b="textAreaBottom"/>
            <a:pathLst>
              <a:path w="1867" h="2561">
                <a:moveTo>
                  <a:pt x="1800" y="0"/>
                </a:moveTo>
                <a:cubicBezTo>
                  <a:pt x="1787" y="0"/>
                  <a:pt x="1775" y="7"/>
                  <a:pt x="1767" y="23"/>
                </a:cubicBezTo>
                <a:cubicBezTo>
                  <a:pt x="1283" y="910"/>
                  <a:pt x="692" y="1770"/>
                  <a:pt x="19" y="2523"/>
                </a:cubicBezTo>
                <a:cubicBezTo>
                  <a:pt x="0" y="2542"/>
                  <a:pt x="8" y="2561"/>
                  <a:pt x="24" y="2561"/>
                </a:cubicBezTo>
                <a:cubicBezTo>
                  <a:pt x="31" y="2561"/>
                  <a:pt x="38" y="2558"/>
                  <a:pt x="46" y="2550"/>
                </a:cubicBezTo>
                <a:cubicBezTo>
                  <a:pt x="745" y="1824"/>
                  <a:pt x="1364" y="990"/>
                  <a:pt x="1848" y="76"/>
                </a:cubicBezTo>
                <a:cubicBezTo>
                  <a:pt x="1867" y="38"/>
                  <a:pt x="1832" y="0"/>
                  <a:pt x="180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160" bIns="38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5" name="Google Shape;576;p8"/>
          <p:cNvSpPr/>
          <p:nvPr/>
        </p:nvSpPr>
        <p:spPr>
          <a:xfrm>
            <a:off x="6954480" y="3281760"/>
            <a:ext cx="152640" cy="133560"/>
          </a:xfrm>
          <a:custGeom>
            <a:avLst/>
            <a:gdLst>
              <a:gd name="textAreaLeft" fmla="*/ 0 w 152640"/>
              <a:gd name="textAreaRight" fmla="*/ 153000 w 152640"/>
              <a:gd name="textAreaTop" fmla="*/ 0 h 133560"/>
              <a:gd name="textAreaBottom" fmla="*/ 133920 h 133560"/>
            </a:gdLst>
            <a:ahLst/>
            <a:cxnLst/>
            <a:rect l="textAreaLeft" t="textAreaTop" r="textAreaRight" b="textAreaBottom"/>
            <a:pathLst>
              <a:path w="5110" h="4476">
                <a:moveTo>
                  <a:pt x="5110" y="1"/>
                </a:moveTo>
                <a:cubicBezTo>
                  <a:pt x="3328" y="1413"/>
                  <a:pt x="1625" y="2905"/>
                  <a:pt x="0" y="4476"/>
                </a:cubicBezTo>
                <a:lnTo>
                  <a:pt x="27" y="4476"/>
                </a:lnTo>
                <a:cubicBezTo>
                  <a:pt x="1625" y="2905"/>
                  <a:pt x="3328" y="1413"/>
                  <a:pt x="511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6960" bIns="66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6" name="Google Shape;577;p8"/>
          <p:cNvSpPr/>
          <p:nvPr/>
        </p:nvSpPr>
        <p:spPr>
          <a:xfrm>
            <a:off x="6872040" y="3262320"/>
            <a:ext cx="367920" cy="280800"/>
          </a:xfrm>
          <a:custGeom>
            <a:avLst/>
            <a:gdLst>
              <a:gd name="textAreaLeft" fmla="*/ 0 w 367920"/>
              <a:gd name="textAreaRight" fmla="*/ 368280 w 367920"/>
              <a:gd name="textAreaTop" fmla="*/ 0 h 280800"/>
              <a:gd name="textAreaBottom" fmla="*/ 281160 h 280800"/>
            </a:gdLst>
            <a:ahLst/>
            <a:cxnLst/>
            <a:rect l="textAreaLeft" t="textAreaTop" r="textAreaRight" b="textAreaBottom"/>
            <a:pathLst>
              <a:path w="12304" h="9390">
                <a:moveTo>
                  <a:pt x="12276" y="0"/>
                </a:moveTo>
                <a:cubicBezTo>
                  <a:pt x="7975" y="2796"/>
                  <a:pt x="3889" y="5915"/>
                  <a:pt x="44" y="9329"/>
                </a:cubicBezTo>
                <a:cubicBezTo>
                  <a:pt x="1" y="9351"/>
                  <a:pt x="28" y="9390"/>
                  <a:pt x="54" y="9390"/>
                </a:cubicBezTo>
                <a:cubicBezTo>
                  <a:pt x="60" y="9390"/>
                  <a:pt x="66" y="9388"/>
                  <a:pt x="71" y="9383"/>
                </a:cubicBezTo>
                <a:cubicBezTo>
                  <a:pt x="3915" y="5968"/>
                  <a:pt x="8002" y="2850"/>
                  <a:pt x="12276" y="54"/>
                </a:cubicBezTo>
                <a:cubicBezTo>
                  <a:pt x="12303" y="54"/>
                  <a:pt x="12276" y="0"/>
                  <a:pt x="12276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7" name="Google Shape;578;p8"/>
          <p:cNvSpPr/>
          <p:nvPr/>
        </p:nvSpPr>
        <p:spPr>
          <a:xfrm>
            <a:off x="6918120" y="3314880"/>
            <a:ext cx="345600" cy="252720"/>
          </a:xfrm>
          <a:custGeom>
            <a:avLst/>
            <a:gdLst>
              <a:gd name="textAreaLeft" fmla="*/ 0 w 345600"/>
              <a:gd name="textAreaRight" fmla="*/ 345960 w 345600"/>
              <a:gd name="textAreaTop" fmla="*/ 0 h 252720"/>
              <a:gd name="textAreaBottom" fmla="*/ 253080 h 252720"/>
            </a:gdLst>
            <a:ahLst/>
            <a:cxnLst/>
            <a:rect l="textAreaLeft" t="textAreaTop" r="textAreaRight" b="textAreaBottom"/>
            <a:pathLst>
              <a:path w="11556" h="8451">
                <a:moveTo>
                  <a:pt x="11523" y="1"/>
                </a:moveTo>
                <a:cubicBezTo>
                  <a:pt x="11518" y="1"/>
                  <a:pt x="11512" y="3"/>
                  <a:pt x="11507" y="8"/>
                </a:cubicBezTo>
                <a:cubicBezTo>
                  <a:pt x="7528" y="2589"/>
                  <a:pt x="3684" y="5412"/>
                  <a:pt x="28" y="8423"/>
                </a:cubicBezTo>
                <a:cubicBezTo>
                  <a:pt x="1" y="8423"/>
                  <a:pt x="28" y="8450"/>
                  <a:pt x="54" y="8450"/>
                </a:cubicBezTo>
                <a:cubicBezTo>
                  <a:pt x="3791" y="5520"/>
                  <a:pt x="7582" y="2670"/>
                  <a:pt x="11534" y="35"/>
                </a:cubicBezTo>
                <a:cubicBezTo>
                  <a:pt x="11555" y="35"/>
                  <a:pt x="11543" y="1"/>
                  <a:pt x="11523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8" name="Google Shape;579;p8"/>
          <p:cNvSpPr/>
          <p:nvPr/>
        </p:nvSpPr>
        <p:spPr>
          <a:xfrm>
            <a:off x="7573680" y="3366000"/>
            <a:ext cx="393840" cy="212400"/>
          </a:xfrm>
          <a:custGeom>
            <a:avLst/>
            <a:gdLst>
              <a:gd name="textAreaLeft" fmla="*/ 0 w 393840"/>
              <a:gd name="textAreaRight" fmla="*/ 394200 w 393840"/>
              <a:gd name="textAreaTop" fmla="*/ 0 h 212400"/>
              <a:gd name="textAreaBottom" fmla="*/ 212760 h 212400"/>
            </a:gdLst>
            <a:ahLst/>
            <a:cxnLst/>
            <a:rect l="textAreaLeft" t="textAreaTop" r="textAreaRight" b="textAreaBottom"/>
            <a:pathLst>
              <a:path w="13169" h="7106">
                <a:moveTo>
                  <a:pt x="13115" y="0"/>
                </a:moveTo>
                <a:cubicBezTo>
                  <a:pt x="8598" y="1936"/>
                  <a:pt x="4055" y="4194"/>
                  <a:pt x="22" y="7071"/>
                </a:cubicBezTo>
                <a:cubicBezTo>
                  <a:pt x="1" y="7071"/>
                  <a:pt x="14" y="7105"/>
                  <a:pt x="33" y="7105"/>
                </a:cubicBezTo>
                <a:cubicBezTo>
                  <a:pt x="38" y="7105"/>
                  <a:pt x="44" y="7103"/>
                  <a:pt x="49" y="7098"/>
                </a:cubicBezTo>
                <a:cubicBezTo>
                  <a:pt x="4297" y="4517"/>
                  <a:pt x="8517" y="2043"/>
                  <a:pt x="13142" y="81"/>
                </a:cubicBezTo>
                <a:cubicBezTo>
                  <a:pt x="13168" y="54"/>
                  <a:pt x="13168" y="0"/>
                  <a:pt x="1311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69" name="Google Shape;580;p8"/>
          <p:cNvSpPr/>
          <p:nvPr/>
        </p:nvSpPr>
        <p:spPr>
          <a:xfrm>
            <a:off x="7736400" y="3448080"/>
            <a:ext cx="225360" cy="113760"/>
          </a:xfrm>
          <a:custGeom>
            <a:avLst/>
            <a:gdLst>
              <a:gd name="textAreaLeft" fmla="*/ 0 w 225360"/>
              <a:gd name="textAreaRight" fmla="*/ 225720 w 225360"/>
              <a:gd name="textAreaTop" fmla="*/ 0 h 113760"/>
              <a:gd name="textAreaBottom" fmla="*/ 114120 h 113760"/>
            </a:gdLst>
            <a:ahLst/>
            <a:cxnLst/>
            <a:rect l="textAreaLeft" t="textAreaTop" r="textAreaRight" b="textAreaBottom"/>
            <a:pathLst>
              <a:path w="7537" h="3805">
                <a:moveTo>
                  <a:pt x="7485" y="1"/>
                </a:moveTo>
                <a:cubicBezTo>
                  <a:pt x="7478" y="1"/>
                  <a:pt x="7471" y="2"/>
                  <a:pt x="7464" y="6"/>
                </a:cubicBezTo>
                <a:cubicBezTo>
                  <a:pt x="4910" y="1082"/>
                  <a:pt x="2436" y="2318"/>
                  <a:pt x="44" y="3743"/>
                </a:cubicBezTo>
                <a:cubicBezTo>
                  <a:pt x="0" y="3765"/>
                  <a:pt x="27" y="3804"/>
                  <a:pt x="53" y="3804"/>
                </a:cubicBezTo>
                <a:cubicBezTo>
                  <a:pt x="59" y="3804"/>
                  <a:pt x="65" y="3802"/>
                  <a:pt x="70" y="3797"/>
                </a:cubicBezTo>
                <a:cubicBezTo>
                  <a:pt x="2517" y="2453"/>
                  <a:pt x="4936" y="1162"/>
                  <a:pt x="7490" y="60"/>
                </a:cubicBezTo>
                <a:cubicBezTo>
                  <a:pt x="7537" y="60"/>
                  <a:pt x="7523" y="1"/>
                  <a:pt x="748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880" bIns="56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0" name="Google Shape;581;p8"/>
          <p:cNvSpPr/>
          <p:nvPr/>
        </p:nvSpPr>
        <p:spPr>
          <a:xfrm>
            <a:off x="6510960" y="3393000"/>
            <a:ext cx="309600" cy="85320"/>
          </a:xfrm>
          <a:custGeom>
            <a:avLst/>
            <a:gdLst>
              <a:gd name="textAreaLeft" fmla="*/ 0 w 309600"/>
              <a:gd name="textAreaRight" fmla="*/ 309960 w 309600"/>
              <a:gd name="textAreaTop" fmla="*/ 0 h 85320"/>
              <a:gd name="textAreaBottom" fmla="*/ 85680 h 85320"/>
            </a:gdLst>
            <a:ahLst/>
            <a:cxnLst/>
            <a:rect l="textAreaLeft" t="textAreaTop" r="textAreaRight" b="textAreaBottom"/>
            <a:pathLst>
              <a:path w="10350" h="2858">
                <a:moveTo>
                  <a:pt x="10337" y="1"/>
                </a:moveTo>
                <a:cubicBezTo>
                  <a:pt x="10334" y="1"/>
                  <a:pt x="10329" y="3"/>
                  <a:pt x="10324" y="8"/>
                </a:cubicBezTo>
                <a:cubicBezTo>
                  <a:pt x="6829" y="788"/>
                  <a:pt x="3388" y="1756"/>
                  <a:pt x="0" y="2831"/>
                </a:cubicBezTo>
                <a:lnTo>
                  <a:pt x="0" y="2858"/>
                </a:lnTo>
                <a:cubicBezTo>
                  <a:pt x="3388" y="1783"/>
                  <a:pt x="6829" y="842"/>
                  <a:pt x="10324" y="35"/>
                </a:cubicBezTo>
                <a:cubicBezTo>
                  <a:pt x="10345" y="35"/>
                  <a:pt x="10350" y="1"/>
                  <a:pt x="1033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2840" bIns="42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1" name="Google Shape;582;p8"/>
          <p:cNvSpPr/>
          <p:nvPr/>
        </p:nvSpPr>
        <p:spPr>
          <a:xfrm>
            <a:off x="6582600" y="3448080"/>
            <a:ext cx="292680" cy="90720"/>
          </a:xfrm>
          <a:custGeom>
            <a:avLst/>
            <a:gdLst>
              <a:gd name="textAreaLeft" fmla="*/ 0 w 292680"/>
              <a:gd name="textAreaRight" fmla="*/ 293040 w 292680"/>
              <a:gd name="textAreaTop" fmla="*/ 0 h 90720"/>
              <a:gd name="textAreaBottom" fmla="*/ 91080 h 90720"/>
            </a:gdLst>
            <a:ahLst/>
            <a:cxnLst/>
            <a:rect l="textAreaLeft" t="textAreaTop" r="textAreaRight" b="textAreaBottom"/>
            <a:pathLst>
              <a:path w="9783" h="3044">
                <a:moveTo>
                  <a:pt x="9729" y="0"/>
                </a:moveTo>
                <a:cubicBezTo>
                  <a:pt x="6395" y="646"/>
                  <a:pt x="3142" y="1640"/>
                  <a:pt x="24" y="2984"/>
                </a:cubicBezTo>
                <a:cubicBezTo>
                  <a:pt x="1" y="2984"/>
                  <a:pt x="17" y="3044"/>
                  <a:pt x="39" y="3044"/>
                </a:cubicBezTo>
                <a:cubicBezTo>
                  <a:pt x="43" y="3044"/>
                  <a:pt x="47" y="3042"/>
                  <a:pt x="51" y="3038"/>
                </a:cubicBezTo>
                <a:cubicBezTo>
                  <a:pt x="3196" y="1775"/>
                  <a:pt x="6422" y="780"/>
                  <a:pt x="9729" y="81"/>
                </a:cubicBezTo>
                <a:cubicBezTo>
                  <a:pt x="9783" y="54"/>
                  <a:pt x="9756" y="0"/>
                  <a:pt x="9729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360" bIns="45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2" name="Google Shape;583;p8"/>
          <p:cNvSpPr/>
          <p:nvPr/>
        </p:nvSpPr>
        <p:spPr>
          <a:xfrm>
            <a:off x="6600600" y="2675160"/>
            <a:ext cx="225720" cy="225720"/>
          </a:xfrm>
          <a:custGeom>
            <a:avLst/>
            <a:gdLst>
              <a:gd name="textAreaLeft" fmla="*/ 0 w 225720"/>
              <a:gd name="textAreaRight" fmla="*/ 226080 w 225720"/>
              <a:gd name="textAreaTop" fmla="*/ 0 h 225720"/>
              <a:gd name="textAreaBottom" fmla="*/ 226080 h 225720"/>
            </a:gdLst>
            <a:ahLst/>
            <a:cxnLst/>
            <a:rect l="textAreaLeft" t="textAreaTop" r="textAreaRight" b="textAreaBottom"/>
            <a:pathLst>
              <a:path w="7547" h="7547">
                <a:moveTo>
                  <a:pt x="7533" y="0"/>
                </a:moveTo>
                <a:cubicBezTo>
                  <a:pt x="7530" y="0"/>
                  <a:pt x="7525" y="2"/>
                  <a:pt x="7520" y="8"/>
                </a:cubicBezTo>
                <a:cubicBezTo>
                  <a:pt x="6391" y="1029"/>
                  <a:pt x="5289" y="2078"/>
                  <a:pt x="4213" y="3153"/>
                </a:cubicBezTo>
                <a:lnTo>
                  <a:pt x="4751" y="1029"/>
                </a:lnTo>
                <a:lnTo>
                  <a:pt x="4751" y="1029"/>
                </a:lnTo>
                <a:cubicBezTo>
                  <a:pt x="4563" y="1755"/>
                  <a:pt x="4375" y="2454"/>
                  <a:pt x="4186" y="3180"/>
                </a:cubicBezTo>
                <a:cubicBezTo>
                  <a:pt x="2762" y="4578"/>
                  <a:pt x="1364" y="6030"/>
                  <a:pt x="19" y="7508"/>
                </a:cubicBezTo>
                <a:cubicBezTo>
                  <a:pt x="0" y="7527"/>
                  <a:pt x="8" y="7546"/>
                  <a:pt x="14" y="7546"/>
                </a:cubicBezTo>
                <a:cubicBezTo>
                  <a:pt x="17" y="7546"/>
                  <a:pt x="19" y="7543"/>
                  <a:pt x="19" y="7535"/>
                </a:cubicBezTo>
                <a:cubicBezTo>
                  <a:pt x="1364" y="6110"/>
                  <a:pt x="2735" y="4686"/>
                  <a:pt x="4133" y="3288"/>
                </a:cubicBezTo>
                <a:lnTo>
                  <a:pt x="4133" y="3288"/>
                </a:lnTo>
                <a:cubicBezTo>
                  <a:pt x="3864" y="4417"/>
                  <a:pt x="3568" y="5546"/>
                  <a:pt x="3326" y="6675"/>
                </a:cubicBezTo>
                <a:cubicBezTo>
                  <a:pt x="3595" y="5519"/>
                  <a:pt x="3891" y="4390"/>
                  <a:pt x="4186" y="3261"/>
                </a:cubicBezTo>
                <a:cubicBezTo>
                  <a:pt x="5289" y="2158"/>
                  <a:pt x="6391" y="1083"/>
                  <a:pt x="7547" y="35"/>
                </a:cubicBezTo>
                <a:cubicBezTo>
                  <a:pt x="7547" y="35"/>
                  <a:pt x="7547" y="0"/>
                  <a:pt x="753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3" name="Google Shape;584;p8"/>
          <p:cNvSpPr/>
          <p:nvPr/>
        </p:nvSpPr>
        <p:spPr>
          <a:xfrm>
            <a:off x="6666480" y="2712240"/>
            <a:ext cx="294120" cy="280800"/>
          </a:xfrm>
          <a:custGeom>
            <a:avLst/>
            <a:gdLst>
              <a:gd name="textAreaLeft" fmla="*/ 0 w 294120"/>
              <a:gd name="textAreaRight" fmla="*/ 294480 w 294120"/>
              <a:gd name="textAreaTop" fmla="*/ 0 h 280800"/>
              <a:gd name="textAreaBottom" fmla="*/ 281160 h 280800"/>
            </a:gdLst>
            <a:ahLst/>
            <a:cxnLst/>
            <a:rect l="textAreaLeft" t="textAreaTop" r="textAreaRight" b="textAreaBottom"/>
            <a:pathLst>
              <a:path w="9835" h="9395">
                <a:moveTo>
                  <a:pt x="1124" y="5431"/>
                </a:moveTo>
                <a:lnTo>
                  <a:pt x="1070" y="5727"/>
                </a:lnTo>
                <a:cubicBezTo>
                  <a:pt x="1097" y="5619"/>
                  <a:pt x="1124" y="5538"/>
                  <a:pt x="1124" y="5431"/>
                </a:cubicBezTo>
                <a:close/>
                <a:moveTo>
                  <a:pt x="4888" y="0"/>
                </a:moveTo>
                <a:cubicBezTo>
                  <a:pt x="4619" y="941"/>
                  <a:pt x="4350" y="1909"/>
                  <a:pt x="4054" y="2877"/>
                </a:cubicBezTo>
                <a:cubicBezTo>
                  <a:pt x="3060" y="3818"/>
                  <a:pt x="2038" y="4759"/>
                  <a:pt x="1070" y="5727"/>
                </a:cubicBezTo>
                <a:lnTo>
                  <a:pt x="237" y="6506"/>
                </a:lnTo>
                <a:lnTo>
                  <a:pt x="237" y="6506"/>
                </a:lnTo>
                <a:lnTo>
                  <a:pt x="1043" y="5754"/>
                </a:lnTo>
                <a:lnTo>
                  <a:pt x="1043" y="5754"/>
                </a:lnTo>
                <a:cubicBezTo>
                  <a:pt x="1043" y="5754"/>
                  <a:pt x="1043" y="5754"/>
                  <a:pt x="1043" y="5754"/>
                </a:cubicBezTo>
                <a:cubicBezTo>
                  <a:pt x="2065" y="4813"/>
                  <a:pt x="3060" y="3899"/>
                  <a:pt x="4028" y="2931"/>
                </a:cubicBezTo>
                <a:lnTo>
                  <a:pt x="4028" y="2931"/>
                </a:lnTo>
                <a:cubicBezTo>
                  <a:pt x="3732" y="4033"/>
                  <a:pt x="3409" y="5108"/>
                  <a:pt x="3087" y="6211"/>
                </a:cubicBezTo>
                <a:cubicBezTo>
                  <a:pt x="3436" y="5108"/>
                  <a:pt x="3759" y="4006"/>
                  <a:pt x="4108" y="2904"/>
                </a:cubicBezTo>
                <a:cubicBezTo>
                  <a:pt x="4350" y="2662"/>
                  <a:pt x="4565" y="2420"/>
                  <a:pt x="4807" y="2205"/>
                </a:cubicBezTo>
                <a:lnTo>
                  <a:pt x="4807" y="2205"/>
                </a:lnTo>
                <a:cubicBezTo>
                  <a:pt x="4565" y="2420"/>
                  <a:pt x="4350" y="2635"/>
                  <a:pt x="4108" y="2823"/>
                </a:cubicBezTo>
                <a:cubicBezTo>
                  <a:pt x="4377" y="1882"/>
                  <a:pt x="4646" y="941"/>
                  <a:pt x="4888" y="0"/>
                </a:cubicBezTo>
                <a:close/>
                <a:moveTo>
                  <a:pt x="6904" y="2877"/>
                </a:moveTo>
                <a:cubicBezTo>
                  <a:pt x="6366" y="4087"/>
                  <a:pt x="5829" y="5297"/>
                  <a:pt x="5318" y="6533"/>
                </a:cubicBezTo>
                <a:cubicBezTo>
                  <a:pt x="4270" y="7340"/>
                  <a:pt x="3248" y="8146"/>
                  <a:pt x="2226" y="9007"/>
                </a:cubicBezTo>
                <a:cubicBezTo>
                  <a:pt x="2522" y="8119"/>
                  <a:pt x="2791" y="7205"/>
                  <a:pt x="3060" y="6318"/>
                </a:cubicBezTo>
                <a:lnTo>
                  <a:pt x="6904" y="2877"/>
                </a:lnTo>
                <a:close/>
                <a:moveTo>
                  <a:pt x="8015" y="327"/>
                </a:moveTo>
                <a:cubicBezTo>
                  <a:pt x="8001" y="327"/>
                  <a:pt x="7988" y="333"/>
                  <a:pt x="7980" y="350"/>
                </a:cubicBezTo>
                <a:cubicBezTo>
                  <a:pt x="7657" y="1156"/>
                  <a:pt x="7281" y="1936"/>
                  <a:pt x="6958" y="2716"/>
                </a:cubicBezTo>
                <a:lnTo>
                  <a:pt x="3087" y="6211"/>
                </a:lnTo>
                <a:cubicBezTo>
                  <a:pt x="2199" y="6990"/>
                  <a:pt x="1312" y="7770"/>
                  <a:pt x="425" y="8576"/>
                </a:cubicBezTo>
                <a:cubicBezTo>
                  <a:pt x="640" y="7635"/>
                  <a:pt x="855" y="6694"/>
                  <a:pt x="1043" y="5754"/>
                </a:cubicBezTo>
                <a:lnTo>
                  <a:pt x="1043" y="5754"/>
                </a:lnTo>
                <a:cubicBezTo>
                  <a:pt x="828" y="6721"/>
                  <a:pt x="586" y="7662"/>
                  <a:pt x="371" y="8630"/>
                </a:cubicBezTo>
                <a:lnTo>
                  <a:pt x="22" y="8953"/>
                </a:lnTo>
                <a:cubicBezTo>
                  <a:pt x="0" y="8974"/>
                  <a:pt x="14" y="9014"/>
                  <a:pt x="34" y="9014"/>
                </a:cubicBezTo>
                <a:cubicBezTo>
                  <a:pt x="38" y="9014"/>
                  <a:pt x="44" y="9012"/>
                  <a:pt x="49" y="9007"/>
                </a:cubicBezTo>
                <a:cubicBezTo>
                  <a:pt x="156" y="8899"/>
                  <a:pt x="264" y="8818"/>
                  <a:pt x="344" y="8711"/>
                </a:cubicBezTo>
                <a:lnTo>
                  <a:pt x="344" y="8711"/>
                </a:lnTo>
                <a:cubicBezTo>
                  <a:pt x="318" y="8926"/>
                  <a:pt x="264" y="9141"/>
                  <a:pt x="210" y="9356"/>
                </a:cubicBezTo>
                <a:cubicBezTo>
                  <a:pt x="210" y="9372"/>
                  <a:pt x="228" y="9387"/>
                  <a:pt x="243" y="9387"/>
                </a:cubicBezTo>
                <a:cubicBezTo>
                  <a:pt x="254" y="9387"/>
                  <a:pt x="264" y="9379"/>
                  <a:pt x="264" y="9356"/>
                </a:cubicBezTo>
                <a:lnTo>
                  <a:pt x="398" y="8657"/>
                </a:lnTo>
                <a:cubicBezTo>
                  <a:pt x="1285" y="7877"/>
                  <a:pt x="2173" y="7098"/>
                  <a:pt x="3033" y="6318"/>
                </a:cubicBezTo>
                <a:lnTo>
                  <a:pt x="3033" y="6318"/>
                </a:lnTo>
                <a:cubicBezTo>
                  <a:pt x="2764" y="7232"/>
                  <a:pt x="2468" y="8119"/>
                  <a:pt x="2199" y="9033"/>
                </a:cubicBezTo>
                <a:cubicBezTo>
                  <a:pt x="2173" y="9033"/>
                  <a:pt x="2173" y="9060"/>
                  <a:pt x="2146" y="9060"/>
                </a:cubicBezTo>
                <a:cubicBezTo>
                  <a:pt x="2146" y="9060"/>
                  <a:pt x="2146" y="9087"/>
                  <a:pt x="2146" y="9114"/>
                </a:cubicBezTo>
                <a:cubicBezTo>
                  <a:pt x="2119" y="9195"/>
                  <a:pt x="2092" y="9302"/>
                  <a:pt x="2065" y="9383"/>
                </a:cubicBezTo>
                <a:cubicBezTo>
                  <a:pt x="2065" y="9383"/>
                  <a:pt x="2065" y="9395"/>
                  <a:pt x="2073" y="9395"/>
                </a:cubicBezTo>
                <a:cubicBezTo>
                  <a:pt x="2077" y="9395"/>
                  <a:pt x="2083" y="9392"/>
                  <a:pt x="2092" y="9383"/>
                </a:cubicBezTo>
                <a:cubicBezTo>
                  <a:pt x="2119" y="9302"/>
                  <a:pt x="2146" y="9195"/>
                  <a:pt x="2173" y="9114"/>
                </a:cubicBezTo>
                <a:cubicBezTo>
                  <a:pt x="3194" y="8254"/>
                  <a:pt x="4216" y="7447"/>
                  <a:pt x="5264" y="6641"/>
                </a:cubicBezTo>
                <a:lnTo>
                  <a:pt x="5264" y="6641"/>
                </a:lnTo>
                <a:cubicBezTo>
                  <a:pt x="5210" y="6721"/>
                  <a:pt x="5184" y="6802"/>
                  <a:pt x="5157" y="6910"/>
                </a:cubicBezTo>
                <a:cubicBezTo>
                  <a:pt x="5157" y="6923"/>
                  <a:pt x="5163" y="6930"/>
                  <a:pt x="5170" y="6930"/>
                </a:cubicBezTo>
                <a:cubicBezTo>
                  <a:pt x="5177" y="6930"/>
                  <a:pt x="5184" y="6923"/>
                  <a:pt x="5184" y="6910"/>
                </a:cubicBezTo>
                <a:cubicBezTo>
                  <a:pt x="5237" y="6775"/>
                  <a:pt x="5291" y="6668"/>
                  <a:pt x="5345" y="6560"/>
                </a:cubicBezTo>
                <a:cubicBezTo>
                  <a:pt x="6824" y="5431"/>
                  <a:pt x="8302" y="4356"/>
                  <a:pt x="9835" y="3307"/>
                </a:cubicBezTo>
                <a:cubicBezTo>
                  <a:pt x="9835" y="3307"/>
                  <a:pt x="9835" y="3280"/>
                  <a:pt x="9808" y="3280"/>
                </a:cubicBezTo>
                <a:cubicBezTo>
                  <a:pt x="8302" y="4302"/>
                  <a:pt x="6850" y="5350"/>
                  <a:pt x="5399" y="6453"/>
                </a:cubicBezTo>
                <a:cubicBezTo>
                  <a:pt x="5963" y="5189"/>
                  <a:pt x="6528" y="3952"/>
                  <a:pt x="7065" y="2689"/>
                </a:cubicBezTo>
                <a:lnTo>
                  <a:pt x="7738" y="2097"/>
                </a:lnTo>
                <a:cubicBezTo>
                  <a:pt x="7764" y="2070"/>
                  <a:pt x="7738" y="2044"/>
                  <a:pt x="7711" y="2044"/>
                </a:cubicBezTo>
                <a:lnTo>
                  <a:pt x="7119" y="2581"/>
                </a:lnTo>
                <a:cubicBezTo>
                  <a:pt x="7442" y="1855"/>
                  <a:pt x="7738" y="1103"/>
                  <a:pt x="8060" y="377"/>
                </a:cubicBezTo>
                <a:cubicBezTo>
                  <a:pt x="8079" y="358"/>
                  <a:pt x="8046" y="327"/>
                  <a:pt x="8015" y="32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4" name="Google Shape;585;p8"/>
          <p:cNvSpPr/>
          <p:nvPr/>
        </p:nvSpPr>
        <p:spPr>
          <a:xfrm>
            <a:off x="6660720" y="2907000"/>
            <a:ext cx="12600" cy="12600"/>
          </a:xfrm>
          <a:custGeom>
            <a:avLst/>
            <a:gdLst>
              <a:gd name="textAreaLeft" fmla="*/ 0 w 12600"/>
              <a:gd name="textAreaRight" fmla="*/ 12960 w 126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431" h="431">
                <a:moveTo>
                  <a:pt x="1" y="430"/>
                </a:moveTo>
                <a:cubicBezTo>
                  <a:pt x="135" y="296"/>
                  <a:pt x="270" y="162"/>
                  <a:pt x="431" y="0"/>
                </a:cubicBezTo>
                <a:lnTo>
                  <a:pt x="1" y="430"/>
                </a:lnTo>
                <a:cubicBezTo>
                  <a:pt x="1" y="430"/>
                  <a:pt x="1" y="430"/>
                  <a:pt x="1" y="43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480" bIns="6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5" name="Google Shape;586;p8"/>
          <p:cNvSpPr/>
          <p:nvPr/>
        </p:nvSpPr>
        <p:spPr>
          <a:xfrm>
            <a:off x="6810480" y="2762640"/>
            <a:ext cx="16200" cy="15480"/>
          </a:xfrm>
          <a:custGeom>
            <a:avLst/>
            <a:gdLst>
              <a:gd name="textAreaLeft" fmla="*/ 0 w 16200"/>
              <a:gd name="textAreaRight" fmla="*/ 16560 w 16200"/>
              <a:gd name="textAreaTop" fmla="*/ 0 h 15480"/>
              <a:gd name="textAreaBottom" fmla="*/ 15840 h 15480"/>
            </a:gdLst>
            <a:ahLst/>
            <a:cxnLst/>
            <a:rect l="textAreaLeft" t="textAreaTop" r="textAreaRight" b="textAreaBottom"/>
            <a:pathLst>
              <a:path w="557" h="523">
                <a:moveTo>
                  <a:pt x="521" y="1"/>
                </a:moveTo>
                <a:cubicBezTo>
                  <a:pt x="516" y="1"/>
                  <a:pt x="511" y="4"/>
                  <a:pt x="511" y="12"/>
                </a:cubicBezTo>
                <a:cubicBezTo>
                  <a:pt x="350" y="173"/>
                  <a:pt x="162" y="335"/>
                  <a:pt x="0" y="523"/>
                </a:cubicBezTo>
                <a:lnTo>
                  <a:pt x="538" y="39"/>
                </a:lnTo>
                <a:cubicBezTo>
                  <a:pt x="557" y="20"/>
                  <a:pt x="536" y="1"/>
                  <a:pt x="52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920" bIns="7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6" name="Google Shape;587;p8"/>
          <p:cNvSpPr/>
          <p:nvPr/>
        </p:nvSpPr>
        <p:spPr>
          <a:xfrm>
            <a:off x="6742800" y="2675880"/>
            <a:ext cx="7560" cy="30600"/>
          </a:xfrm>
          <a:custGeom>
            <a:avLst/>
            <a:gdLst>
              <a:gd name="textAreaLeft" fmla="*/ 0 w 7560"/>
              <a:gd name="textAreaRight" fmla="*/ 7920 w 7560"/>
              <a:gd name="textAreaTop" fmla="*/ 0 h 30600"/>
              <a:gd name="textAreaBottom" fmla="*/ 30960 h 30600"/>
            </a:gdLst>
            <a:ahLst/>
            <a:cxnLst/>
            <a:rect l="textAreaLeft" t="textAreaTop" r="textAreaRight" b="textAreaBottom"/>
            <a:pathLst>
              <a:path w="270" h="1034">
                <a:moveTo>
                  <a:pt x="248" y="0"/>
                </a:moveTo>
                <a:cubicBezTo>
                  <a:pt x="245" y="0"/>
                  <a:pt x="243" y="4"/>
                  <a:pt x="243" y="12"/>
                </a:cubicBezTo>
                <a:lnTo>
                  <a:pt x="17" y="964"/>
                </a:lnTo>
                <a:lnTo>
                  <a:pt x="17" y="964"/>
                </a:lnTo>
                <a:cubicBezTo>
                  <a:pt x="96" y="641"/>
                  <a:pt x="195" y="340"/>
                  <a:pt x="270" y="38"/>
                </a:cubicBezTo>
                <a:cubicBezTo>
                  <a:pt x="270" y="19"/>
                  <a:pt x="256" y="0"/>
                  <a:pt x="248" y="0"/>
                </a:cubicBezTo>
                <a:close/>
                <a:moveTo>
                  <a:pt x="17" y="964"/>
                </a:moveTo>
                <a:cubicBezTo>
                  <a:pt x="12" y="987"/>
                  <a:pt x="6" y="1010"/>
                  <a:pt x="1" y="1033"/>
                </a:cubicBezTo>
                <a:lnTo>
                  <a:pt x="17" y="964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480" bIns="154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7" name="Google Shape;588;p8"/>
          <p:cNvSpPr/>
          <p:nvPr/>
        </p:nvSpPr>
        <p:spPr>
          <a:xfrm>
            <a:off x="6812640" y="2683440"/>
            <a:ext cx="7560" cy="28800"/>
          </a:xfrm>
          <a:custGeom>
            <a:avLst/>
            <a:gdLst>
              <a:gd name="textAreaLeft" fmla="*/ 0 w 7560"/>
              <a:gd name="textAreaRight" fmla="*/ 7920 w 756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270" h="969">
                <a:moveTo>
                  <a:pt x="243" y="1"/>
                </a:moveTo>
                <a:cubicBezTo>
                  <a:pt x="162" y="323"/>
                  <a:pt x="82" y="646"/>
                  <a:pt x="1" y="968"/>
                </a:cubicBezTo>
                <a:cubicBezTo>
                  <a:pt x="82" y="646"/>
                  <a:pt x="189" y="323"/>
                  <a:pt x="270" y="27"/>
                </a:cubicBezTo>
                <a:cubicBezTo>
                  <a:pt x="270" y="1"/>
                  <a:pt x="243" y="1"/>
                  <a:pt x="243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8" name="Google Shape;589;p8"/>
          <p:cNvSpPr/>
          <p:nvPr/>
        </p:nvSpPr>
        <p:spPr>
          <a:xfrm>
            <a:off x="6027840" y="2829960"/>
            <a:ext cx="153360" cy="135720"/>
          </a:xfrm>
          <a:custGeom>
            <a:avLst/>
            <a:gdLst>
              <a:gd name="textAreaLeft" fmla="*/ 0 w 153360"/>
              <a:gd name="textAreaRight" fmla="*/ 153720 w 15336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5136" h="4544">
                <a:moveTo>
                  <a:pt x="5136" y="0"/>
                </a:moveTo>
                <a:lnTo>
                  <a:pt x="1" y="4517"/>
                </a:lnTo>
                <a:cubicBezTo>
                  <a:pt x="1" y="4517"/>
                  <a:pt x="1" y="4544"/>
                  <a:pt x="1" y="451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9" name="Google Shape;590;p8"/>
          <p:cNvSpPr/>
          <p:nvPr/>
        </p:nvSpPr>
        <p:spPr>
          <a:xfrm>
            <a:off x="6215400" y="2898000"/>
            <a:ext cx="54360" cy="68400"/>
          </a:xfrm>
          <a:custGeom>
            <a:avLst/>
            <a:gdLst>
              <a:gd name="textAreaLeft" fmla="*/ 0 w 54360"/>
              <a:gd name="textAreaRight" fmla="*/ 54720 w 54360"/>
              <a:gd name="textAreaTop" fmla="*/ 0 h 68400"/>
              <a:gd name="textAreaBottom" fmla="*/ 68760 h 68400"/>
            </a:gdLst>
            <a:ahLst/>
            <a:cxnLst/>
            <a:rect l="textAreaLeft" t="textAreaTop" r="textAreaRight" b="textAreaBottom"/>
            <a:pathLst>
              <a:path w="1830" h="2297">
                <a:moveTo>
                  <a:pt x="1820" y="0"/>
                </a:moveTo>
                <a:cubicBezTo>
                  <a:pt x="1816" y="0"/>
                  <a:pt x="1810" y="4"/>
                  <a:pt x="1802" y="12"/>
                </a:cubicBezTo>
                <a:cubicBezTo>
                  <a:pt x="1291" y="818"/>
                  <a:pt x="700" y="1571"/>
                  <a:pt x="28" y="2243"/>
                </a:cubicBezTo>
                <a:cubicBezTo>
                  <a:pt x="1" y="2270"/>
                  <a:pt x="28" y="2297"/>
                  <a:pt x="55" y="2297"/>
                </a:cubicBezTo>
                <a:cubicBezTo>
                  <a:pt x="727" y="1625"/>
                  <a:pt x="1345" y="845"/>
                  <a:pt x="1829" y="38"/>
                </a:cubicBezTo>
                <a:cubicBezTo>
                  <a:pt x="1829" y="19"/>
                  <a:pt x="1829" y="0"/>
                  <a:pt x="1820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0" name="Google Shape;591;p8"/>
          <p:cNvSpPr/>
          <p:nvPr/>
        </p:nvSpPr>
        <p:spPr>
          <a:xfrm>
            <a:off x="3692520" y="2306880"/>
            <a:ext cx="316800" cy="344880"/>
          </a:xfrm>
          <a:custGeom>
            <a:avLst/>
            <a:gdLst>
              <a:gd name="textAreaLeft" fmla="*/ 0 w 316800"/>
              <a:gd name="textAreaRight" fmla="*/ 317160 w 316800"/>
              <a:gd name="textAreaTop" fmla="*/ 0 h 344880"/>
              <a:gd name="textAreaBottom" fmla="*/ 345240 h 344880"/>
            </a:gdLst>
            <a:ahLst/>
            <a:cxnLst/>
            <a:rect l="textAreaLeft" t="textAreaTop" r="textAreaRight" b="textAreaBottom"/>
            <a:pathLst>
              <a:path w="10593" h="11528">
                <a:moveTo>
                  <a:pt x="8066" y="1795"/>
                </a:moveTo>
                <a:lnTo>
                  <a:pt x="7736" y="2077"/>
                </a:lnTo>
                <a:lnTo>
                  <a:pt x="7736" y="2077"/>
                </a:lnTo>
                <a:cubicBezTo>
                  <a:pt x="7730" y="2091"/>
                  <a:pt x="7723" y="2104"/>
                  <a:pt x="7716" y="2118"/>
                </a:cubicBezTo>
                <a:lnTo>
                  <a:pt x="8066" y="1795"/>
                </a:lnTo>
                <a:close/>
                <a:moveTo>
                  <a:pt x="4963" y="7811"/>
                </a:moveTo>
                <a:lnTo>
                  <a:pt x="4378" y="9032"/>
                </a:lnTo>
                <a:lnTo>
                  <a:pt x="4378" y="9032"/>
                </a:lnTo>
                <a:cubicBezTo>
                  <a:pt x="4575" y="8625"/>
                  <a:pt x="4770" y="8218"/>
                  <a:pt x="4963" y="7811"/>
                </a:cubicBezTo>
                <a:close/>
                <a:moveTo>
                  <a:pt x="8721" y="1"/>
                </a:moveTo>
                <a:cubicBezTo>
                  <a:pt x="8711" y="1"/>
                  <a:pt x="8697" y="7"/>
                  <a:pt x="8684" y="21"/>
                </a:cubicBezTo>
                <a:cubicBezTo>
                  <a:pt x="8335" y="747"/>
                  <a:pt x="7985" y="1472"/>
                  <a:pt x="7636" y="2198"/>
                </a:cubicBezTo>
                <a:lnTo>
                  <a:pt x="5915" y="5747"/>
                </a:lnTo>
                <a:cubicBezTo>
                  <a:pt x="5135" y="6419"/>
                  <a:pt x="4329" y="7091"/>
                  <a:pt x="3576" y="7790"/>
                </a:cubicBezTo>
                <a:cubicBezTo>
                  <a:pt x="3979" y="6903"/>
                  <a:pt x="4356" y="5989"/>
                  <a:pt x="4678" y="5075"/>
                </a:cubicBezTo>
                <a:lnTo>
                  <a:pt x="7636" y="2198"/>
                </a:lnTo>
                <a:lnTo>
                  <a:pt x="4705" y="5048"/>
                </a:lnTo>
                <a:cubicBezTo>
                  <a:pt x="5082" y="4080"/>
                  <a:pt x="5404" y="3086"/>
                  <a:pt x="5700" y="2091"/>
                </a:cubicBezTo>
                <a:cubicBezTo>
                  <a:pt x="5700" y="2091"/>
                  <a:pt x="5688" y="2079"/>
                  <a:pt x="5680" y="2079"/>
                </a:cubicBezTo>
                <a:cubicBezTo>
                  <a:pt x="5676" y="2079"/>
                  <a:pt x="5673" y="2082"/>
                  <a:pt x="5673" y="2091"/>
                </a:cubicBezTo>
                <a:cubicBezTo>
                  <a:pt x="5377" y="3112"/>
                  <a:pt x="5028" y="4134"/>
                  <a:pt x="4651" y="5102"/>
                </a:cubicBezTo>
                <a:cubicBezTo>
                  <a:pt x="3119" y="6607"/>
                  <a:pt x="1560" y="8140"/>
                  <a:pt x="1" y="9645"/>
                </a:cubicBezTo>
                <a:cubicBezTo>
                  <a:pt x="1" y="9645"/>
                  <a:pt x="1" y="9672"/>
                  <a:pt x="27" y="9672"/>
                </a:cubicBezTo>
                <a:cubicBezTo>
                  <a:pt x="1560" y="8140"/>
                  <a:pt x="3092" y="6634"/>
                  <a:pt x="4625" y="5129"/>
                </a:cubicBezTo>
                <a:lnTo>
                  <a:pt x="4625" y="5129"/>
                </a:lnTo>
                <a:cubicBezTo>
                  <a:pt x="4302" y="6043"/>
                  <a:pt x="3899" y="6957"/>
                  <a:pt x="3495" y="7844"/>
                </a:cubicBezTo>
                <a:cubicBezTo>
                  <a:pt x="2689" y="8570"/>
                  <a:pt x="1909" y="9323"/>
                  <a:pt x="1157" y="10102"/>
                </a:cubicBezTo>
                <a:cubicBezTo>
                  <a:pt x="1157" y="10102"/>
                  <a:pt x="1157" y="10129"/>
                  <a:pt x="1183" y="10129"/>
                </a:cubicBezTo>
                <a:cubicBezTo>
                  <a:pt x="1936" y="9376"/>
                  <a:pt x="2689" y="8677"/>
                  <a:pt x="3469" y="7952"/>
                </a:cubicBezTo>
                <a:lnTo>
                  <a:pt x="3469" y="7952"/>
                </a:lnTo>
                <a:cubicBezTo>
                  <a:pt x="3092" y="8758"/>
                  <a:pt x="2716" y="9565"/>
                  <a:pt x="2313" y="10344"/>
                </a:cubicBezTo>
                <a:cubicBezTo>
                  <a:pt x="2313" y="10363"/>
                  <a:pt x="2313" y="10382"/>
                  <a:pt x="2322" y="10382"/>
                </a:cubicBezTo>
                <a:cubicBezTo>
                  <a:pt x="2326" y="10382"/>
                  <a:pt x="2332" y="10379"/>
                  <a:pt x="2339" y="10371"/>
                </a:cubicBezTo>
                <a:cubicBezTo>
                  <a:pt x="2743" y="9565"/>
                  <a:pt x="3146" y="8731"/>
                  <a:pt x="3522" y="7898"/>
                </a:cubicBezTo>
                <a:cubicBezTo>
                  <a:pt x="4302" y="7199"/>
                  <a:pt x="5082" y="6527"/>
                  <a:pt x="5888" y="5881"/>
                </a:cubicBezTo>
                <a:lnTo>
                  <a:pt x="5888" y="5881"/>
                </a:lnTo>
                <a:cubicBezTo>
                  <a:pt x="5574" y="6525"/>
                  <a:pt x="5270" y="7168"/>
                  <a:pt x="4963" y="7811"/>
                </a:cubicBezTo>
                <a:lnTo>
                  <a:pt x="4963" y="7811"/>
                </a:lnTo>
                <a:lnTo>
                  <a:pt x="5915" y="5828"/>
                </a:lnTo>
                <a:cubicBezTo>
                  <a:pt x="6910" y="5021"/>
                  <a:pt x="7904" y="4215"/>
                  <a:pt x="8926" y="3462"/>
                </a:cubicBezTo>
                <a:lnTo>
                  <a:pt x="8926" y="3462"/>
                </a:lnTo>
                <a:cubicBezTo>
                  <a:pt x="8523" y="4457"/>
                  <a:pt x="8093" y="5424"/>
                  <a:pt x="7689" y="6419"/>
                </a:cubicBezTo>
                <a:cubicBezTo>
                  <a:pt x="6533" y="7306"/>
                  <a:pt x="5431" y="8193"/>
                  <a:pt x="4329" y="9134"/>
                </a:cubicBezTo>
                <a:lnTo>
                  <a:pt x="4378" y="9032"/>
                </a:lnTo>
                <a:lnTo>
                  <a:pt x="4378" y="9032"/>
                </a:lnTo>
                <a:cubicBezTo>
                  <a:pt x="4353" y="9084"/>
                  <a:pt x="4327" y="9136"/>
                  <a:pt x="4302" y="9188"/>
                </a:cubicBezTo>
                <a:cubicBezTo>
                  <a:pt x="3415" y="9941"/>
                  <a:pt x="2528" y="10694"/>
                  <a:pt x="1640" y="11500"/>
                </a:cubicBezTo>
                <a:lnTo>
                  <a:pt x="1667" y="11527"/>
                </a:lnTo>
                <a:cubicBezTo>
                  <a:pt x="2528" y="10774"/>
                  <a:pt x="3388" y="10022"/>
                  <a:pt x="4248" y="9296"/>
                </a:cubicBezTo>
                <a:lnTo>
                  <a:pt x="4248" y="9296"/>
                </a:lnTo>
                <a:cubicBezTo>
                  <a:pt x="3979" y="9860"/>
                  <a:pt x="3684" y="10452"/>
                  <a:pt x="3415" y="11016"/>
                </a:cubicBezTo>
                <a:lnTo>
                  <a:pt x="3442" y="11016"/>
                </a:lnTo>
                <a:cubicBezTo>
                  <a:pt x="3737" y="10425"/>
                  <a:pt x="4006" y="9833"/>
                  <a:pt x="4302" y="9242"/>
                </a:cubicBezTo>
                <a:cubicBezTo>
                  <a:pt x="5404" y="8301"/>
                  <a:pt x="6506" y="7387"/>
                  <a:pt x="7662" y="6500"/>
                </a:cubicBezTo>
                <a:lnTo>
                  <a:pt x="7662" y="6500"/>
                </a:lnTo>
                <a:cubicBezTo>
                  <a:pt x="7420" y="7037"/>
                  <a:pt x="7205" y="7548"/>
                  <a:pt x="6990" y="8086"/>
                </a:cubicBezTo>
                <a:lnTo>
                  <a:pt x="7689" y="6473"/>
                </a:lnTo>
                <a:cubicBezTo>
                  <a:pt x="8630" y="5720"/>
                  <a:pt x="9598" y="4967"/>
                  <a:pt x="10566" y="4268"/>
                </a:cubicBezTo>
                <a:cubicBezTo>
                  <a:pt x="10593" y="4268"/>
                  <a:pt x="10566" y="4215"/>
                  <a:pt x="10539" y="4215"/>
                </a:cubicBezTo>
                <a:cubicBezTo>
                  <a:pt x="9598" y="4914"/>
                  <a:pt x="8657" y="5639"/>
                  <a:pt x="7743" y="6365"/>
                </a:cubicBezTo>
                <a:lnTo>
                  <a:pt x="8980" y="3408"/>
                </a:lnTo>
                <a:lnTo>
                  <a:pt x="9275" y="3193"/>
                </a:lnTo>
                <a:cubicBezTo>
                  <a:pt x="9297" y="3193"/>
                  <a:pt x="9284" y="3159"/>
                  <a:pt x="9264" y="3159"/>
                </a:cubicBezTo>
                <a:cubicBezTo>
                  <a:pt x="9259" y="3159"/>
                  <a:pt x="9254" y="3161"/>
                  <a:pt x="9249" y="3166"/>
                </a:cubicBezTo>
                <a:lnTo>
                  <a:pt x="9034" y="3327"/>
                </a:lnTo>
                <a:cubicBezTo>
                  <a:pt x="9249" y="2817"/>
                  <a:pt x="9464" y="2306"/>
                  <a:pt x="9679" y="1822"/>
                </a:cubicBezTo>
                <a:cubicBezTo>
                  <a:pt x="9679" y="1822"/>
                  <a:pt x="9667" y="1810"/>
                  <a:pt x="9659" y="1810"/>
                </a:cubicBezTo>
                <a:cubicBezTo>
                  <a:pt x="9655" y="1810"/>
                  <a:pt x="9652" y="1813"/>
                  <a:pt x="9652" y="1822"/>
                </a:cubicBezTo>
                <a:lnTo>
                  <a:pt x="8980" y="3354"/>
                </a:lnTo>
                <a:cubicBezTo>
                  <a:pt x="7958" y="4107"/>
                  <a:pt x="6963" y="4887"/>
                  <a:pt x="5969" y="5693"/>
                </a:cubicBezTo>
                <a:lnTo>
                  <a:pt x="7689" y="2118"/>
                </a:lnTo>
                <a:lnTo>
                  <a:pt x="7736" y="2077"/>
                </a:lnTo>
                <a:lnTo>
                  <a:pt x="7736" y="2077"/>
                </a:lnTo>
                <a:cubicBezTo>
                  <a:pt x="8078" y="1392"/>
                  <a:pt x="8395" y="706"/>
                  <a:pt x="8738" y="21"/>
                </a:cubicBezTo>
                <a:cubicBezTo>
                  <a:pt x="8738" y="7"/>
                  <a:pt x="8731" y="1"/>
                  <a:pt x="8721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1" name="Google Shape;592;p8"/>
          <p:cNvSpPr/>
          <p:nvPr/>
        </p:nvSpPr>
        <p:spPr>
          <a:xfrm>
            <a:off x="4054680" y="2374200"/>
            <a:ext cx="9360" cy="95040"/>
          </a:xfrm>
          <a:custGeom>
            <a:avLst/>
            <a:gdLst>
              <a:gd name="textAreaLeft" fmla="*/ 0 w 9360"/>
              <a:gd name="textAreaRight" fmla="*/ 9720 w 9360"/>
              <a:gd name="textAreaTop" fmla="*/ 0 h 95040"/>
              <a:gd name="textAreaBottom" fmla="*/ 95400 h 95040"/>
            </a:gdLst>
            <a:ahLst/>
            <a:cxnLst/>
            <a:rect l="textAreaLeft" t="textAreaTop" r="textAreaRight" b="textAreaBottom"/>
            <a:pathLst>
              <a:path w="323" h="3187">
                <a:moveTo>
                  <a:pt x="296" y="1"/>
                </a:moveTo>
                <a:cubicBezTo>
                  <a:pt x="283" y="1"/>
                  <a:pt x="269" y="8"/>
                  <a:pt x="269" y="21"/>
                </a:cubicBezTo>
                <a:cubicBezTo>
                  <a:pt x="162" y="1069"/>
                  <a:pt x="54" y="2118"/>
                  <a:pt x="0" y="3166"/>
                </a:cubicBezTo>
                <a:cubicBezTo>
                  <a:pt x="0" y="3180"/>
                  <a:pt x="7" y="3187"/>
                  <a:pt x="14" y="3187"/>
                </a:cubicBezTo>
                <a:cubicBezTo>
                  <a:pt x="20" y="3187"/>
                  <a:pt x="27" y="3180"/>
                  <a:pt x="27" y="3166"/>
                </a:cubicBezTo>
                <a:cubicBezTo>
                  <a:pt x="135" y="2118"/>
                  <a:pt x="215" y="1069"/>
                  <a:pt x="323" y="21"/>
                </a:cubicBezTo>
                <a:cubicBezTo>
                  <a:pt x="323" y="8"/>
                  <a:pt x="309" y="1"/>
                  <a:pt x="29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7520" bIns="47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2" name="Google Shape;593;p8"/>
          <p:cNvSpPr/>
          <p:nvPr/>
        </p:nvSpPr>
        <p:spPr>
          <a:xfrm>
            <a:off x="1033560" y="2938680"/>
            <a:ext cx="24480" cy="25560"/>
          </a:xfrm>
          <a:custGeom>
            <a:avLst/>
            <a:gdLst>
              <a:gd name="textAreaLeft" fmla="*/ 0 w 24480"/>
              <a:gd name="textAreaRight" fmla="*/ 24840 w 2448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835" h="862">
                <a:moveTo>
                  <a:pt x="807" y="1"/>
                </a:moveTo>
                <a:cubicBezTo>
                  <a:pt x="538" y="296"/>
                  <a:pt x="269" y="565"/>
                  <a:pt x="1" y="861"/>
                </a:cubicBezTo>
                <a:cubicBezTo>
                  <a:pt x="269" y="592"/>
                  <a:pt x="538" y="296"/>
                  <a:pt x="834" y="28"/>
                </a:cubicBezTo>
                <a:cubicBezTo>
                  <a:pt x="834" y="1"/>
                  <a:pt x="807" y="1"/>
                  <a:pt x="807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3" name="Google Shape;594;p8"/>
          <p:cNvSpPr/>
          <p:nvPr/>
        </p:nvSpPr>
        <p:spPr>
          <a:xfrm>
            <a:off x="820800" y="3123720"/>
            <a:ext cx="60120" cy="62640"/>
          </a:xfrm>
          <a:custGeom>
            <a:avLst/>
            <a:gdLst>
              <a:gd name="textAreaLeft" fmla="*/ 0 w 60120"/>
              <a:gd name="textAreaRight" fmla="*/ 60480 w 6012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2017" h="2098">
                <a:moveTo>
                  <a:pt x="2017" y="0"/>
                </a:moveTo>
                <a:cubicBezTo>
                  <a:pt x="1344" y="672"/>
                  <a:pt x="672" y="1371"/>
                  <a:pt x="0" y="2070"/>
                </a:cubicBezTo>
                <a:cubicBezTo>
                  <a:pt x="0" y="2070"/>
                  <a:pt x="27" y="2097"/>
                  <a:pt x="27" y="2097"/>
                </a:cubicBezTo>
                <a:cubicBezTo>
                  <a:pt x="699" y="1398"/>
                  <a:pt x="1371" y="699"/>
                  <a:pt x="2017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4" name="Google Shape;595;p8"/>
          <p:cNvSpPr/>
          <p:nvPr/>
        </p:nvSpPr>
        <p:spPr>
          <a:xfrm>
            <a:off x="902880" y="3154320"/>
            <a:ext cx="27000" cy="25560"/>
          </a:xfrm>
          <a:custGeom>
            <a:avLst/>
            <a:gdLst>
              <a:gd name="textAreaLeft" fmla="*/ 0 w 27000"/>
              <a:gd name="textAreaRight" fmla="*/ 27360 w 27000"/>
              <a:gd name="textAreaTop" fmla="*/ 0 h 25560"/>
              <a:gd name="textAreaBottom" fmla="*/ 25920 h 25560"/>
            </a:gdLst>
            <a:ahLst/>
            <a:cxnLst/>
            <a:rect l="textAreaLeft" t="textAreaTop" r="textAreaRight" b="textAreaBottom"/>
            <a:pathLst>
              <a:path w="915" h="861">
                <a:moveTo>
                  <a:pt x="0" y="861"/>
                </a:moveTo>
                <a:lnTo>
                  <a:pt x="915" y="1"/>
                </a:lnTo>
                <a:lnTo>
                  <a:pt x="0" y="861"/>
                </a:lnTo>
                <a:cubicBezTo>
                  <a:pt x="0" y="861"/>
                  <a:pt x="0" y="861"/>
                  <a:pt x="0" y="86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2960" bIns="12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5" name="Google Shape;596;p8"/>
          <p:cNvSpPr/>
          <p:nvPr/>
        </p:nvSpPr>
        <p:spPr>
          <a:xfrm>
            <a:off x="1072800" y="3005280"/>
            <a:ext cx="19080" cy="17280"/>
          </a:xfrm>
          <a:custGeom>
            <a:avLst/>
            <a:gdLst>
              <a:gd name="textAreaLeft" fmla="*/ 0 w 19080"/>
              <a:gd name="textAreaRight" fmla="*/ 19440 w 1908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647" h="592">
                <a:moveTo>
                  <a:pt x="619" y="0"/>
                </a:moveTo>
                <a:cubicBezTo>
                  <a:pt x="404" y="215"/>
                  <a:pt x="216" y="403"/>
                  <a:pt x="1" y="592"/>
                </a:cubicBezTo>
                <a:cubicBezTo>
                  <a:pt x="216" y="403"/>
                  <a:pt x="431" y="215"/>
                  <a:pt x="619" y="27"/>
                </a:cubicBezTo>
                <a:cubicBezTo>
                  <a:pt x="646" y="27"/>
                  <a:pt x="619" y="0"/>
                  <a:pt x="619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6" name="Google Shape;597;p8"/>
          <p:cNvSpPr/>
          <p:nvPr/>
        </p:nvSpPr>
        <p:spPr>
          <a:xfrm>
            <a:off x="881280" y="2858040"/>
            <a:ext cx="294480" cy="468720"/>
          </a:xfrm>
          <a:custGeom>
            <a:avLst/>
            <a:gdLst>
              <a:gd name="textAreaLeft" fmla="*/ 0 w 294480"/>
              <a:gd name="textAreaRight" fmla="*/ 294840 w 294480"/>
              <a:gd name="textAreaTop" fmla="*/ 0 h 468720"/>
              <a:gd name="textAreaBottom" fmla="*/ 469080 h 468720"/>
            </a:gdLst>
            <a:ahLst/>
            <a:cxnLst/>
            <a:rect l="textAreaLeft" t="textAreaTop" r="textAreaRight" b="textAreaBottom"/>
            <a:pathLst>
              <a:path w="9841" h="15660">
                <a:moveTo>
                  <a:pt x="5082" y="3569"/>
                </a:moveTo>
                <a:lnTo>
                  <a:pt x="5082" y="3569"/>
                </a:lnTo>
                <a:cubicBezTo>
                  <a:pt x="5022" y="3616"/>
                  <a:pt x="4968" y="3674"/>
                  <a:pt x="4915" y="3736"/>
                </a:cubicBezTo>
                <a:lnTo>
                  <a:pt x="4915" y="3736"/>
                </a:lnTo>
                <a:cubicBezTo>
                  <a:pt x="4970" y="3680"/>
                  <a:pt x="5026" y="3625"/>
                  <a:pt x="5082" y="3569"/>
                </a:cubicBezTo>
                <a:close/>
                <a:moveTo>
                  <a:pt x="5700" y="6150"/>
                </a:moveTo>
                <a:lnTo>
                  <a:pt x="5700" y="6150"/>
                </a:lnTo>
                <a:cubicBezTo>
                  <a:pt x="5584" y="6259"/>
                  <a:pt x="5467" y="6368"/>
                  <a:pt x="5351" y="6477"/>
                </a:cubicBezTo>
                <a:lnTo>
                  <a:pt x="5351" y="6477"/>
                </a:lnTo>
                <a:cubicBezTo>
                  <a:pt x="5463" y="6378"/>
                  <a:pt x="5575" y="6280"/>
                  <a:pt x="5688" y="6183"/>
                </a:cubicBezTo>
                <a:lnTo>
                  <a:pt x="5688" y="6183"/>
                </a:lnTo>
                <a:cubicBezTo>
                  <a:pt x="5692" y="6172"/>
                  <a:pt x="5696" y="6161"/>
                  <a:pt x="5700" y="6150"/>
                </a:cubicBezTo>
                <a:close/>
                <a:moveTo>
                  <a:pt x="7941" y="0"/>
                </a:moveTo>
                <a:cubicBezTo>
                  <a:pt x="7931" y="0"/>
                  <a:pt x="7918" y="7"/>
                  <a:pt x="7904" y="20"/>
                </a:cubicBezTo>
                <a:cubicBezTo>
                  <a:pt x="7179" y="2063"/>
                  <a:pt x="6453" y="4107"/>
                  <a:pt x="5727" y="6150"/>
                </a:cubicBezTo>
                <a:cubicBezTo>
                  <a:pt x="5714" y="6161"/>
                  <a:pt x="5701" y="6172"/>
                  <a:pt x="5688" y="6183"/>
                </a:cubicBezTo>
                <a:lnTo>
                  <a:pt x="5688" y="6183"/>
                </a:lnTo>
                <a:cubicBezTo>
                  <a:pt x="5208" y="7516"/>
                  <a:pt x="4728" y="8849"/>
                  <a:pt x="4249" y="10181"/>
                </a:cubicBezTo>
                <a:lnTo>
                  <a:pt x="4249" y="10181"/>
                </a:lnTo>
                <a:cubicBezTo>
                  <a:pt x="4277" y="10153"/>
                  <a:pt x="4305" y="10124"/>
                  <a:pt x="4334" y="10095"/>
                </a:cubicBezTo>
                <a:lnTo>
                  <a:pt x="4334" y="10095"/>
                </a:lnTo>
                <a:cubicBezTo>
                  <a:pt x="4807" y="8779"/>
                  <a:pt x="5280" y="7438"/>
                  <a:pt x="5754" y="6123"/>
                </a:cubicBezTo>
                <a:cubicBezTo>
                  <a:pt x="5969" y="5908"/>
                  <a:pt x="6184" y="5720"/>
                  <a:pt x="6399" y="5505"/>
                </a:cubicBezTo>
                <a:lnTo>
                  <a:pt x="6399" y="5505"/>
                </a:lnTo>
                <a:lnTo>
                  <a:pt x="5781" y="6069"/>
                </a:lnTo>
                <a:lnTo>
                  <a:pt x="5781" y="6069"/>
                </a:lnTo>
                <a:lnTo>
                  <a:pt x="7958" y="20"/>
                </a:lnTo>
                <a:cubicBezTo>
                  <a:pt x="7958" y="7"/>
                  <a:pt x="7952" y="0"/>
                  <a:pt x="7941" y="0"/>
                </a:cubicBezTo>
                <a:close/>
                <a:moveTo>
                  <a:pt x="7878" y="6661"/>
                </a:moveTo>
                <a:lnTo>
                  <a:pt x="7878" y="6661"/>
                </a:lnTo>
                <a:cubicBezTo>
                  <a:pt x="6654" y="7780"/>
                  <a:pt x="5481" y="8925"/>
                  <a:pt x="4334" y="10095"/>
                </a:cubicBezTo>
                <a:lnTo>
                  <a:pt x="4334" y="10095"/>
                </a:lnTo>
                <a:cubicBezTo>
                  <a:pt x="4323" y="10124"/>
                  <a:pt x="4313" y="10153"/>
                  <a:pt x="4302" y="10182"/>
                </a:cubicBezTo>
                <a:cubicBezTo>
                  <a:pt x="5438" y="8994"/>
                  <a:pt x="6625" y="7832"/>
                  <a:pt x="7864" y="6695"/>
                </a:cubicBezTo>
                <a:lnTo>
                  <a:pt x="7864" y="6695"/>
                </a:lnTo>
                <a:cubicBezTo>
                  <a:pt x="7869" y="6684"/>
                  <a:pt x="7873" y="6672"/>
                  <a:pt x="7878" y="6661"/>
                </a:cubicBezTo>
                <a:close/>
                <a:moveTo>
                  <a:pt x="4249" y="10181"/>
                </a:moveTo>
                <a:lnTo>
                  <a:pt x="4249" y="10181"/>
                </a:lnTo>
                <a:cubicBezTo>
                  <a:pt x="4240" y="10191"/>
                  <a:pt x="4230" y="10200"/>
                  <a:pt x="4221" y="10209"/>
                </a:cubicBezTo>
                <a:cubicBezTo>
                  <a:pt x="4221" y="10210"/>
                  <a:pt x="4221" y="10211"/>
                  <a:pt x="4221" y="10212"/>
                </a:cubicBezTo>
                <a:lnTo>
                  <a:pt x="4221" y="10212"/>
                </a:lnTo>
                <a:cubicBezTo>
                  <a:pt x="4230" y="10202"/>
                  <a:pt x="4239" y="10192"/>
                  <a:pt x="4248" y="10182"/>
                </a:cubicBezTo>
                <a:cubicBezTo>
                  <a:pt x="4248" y="10182"/>
                  <a:pt x="4248" y="10182"/>
                  <a:pt x="4249" y="10181"/>
                </a:cubicBezTo>
                <a:close/>
                <a:moveTo>
                  <a:pt x="4221" y="10263"/>
                </a:moveTo>
                <a:cubicBezTo>
                  <a:pt x="4212" y="10272"/>
                  <a:pt x="4203" y="10282"/>
                  <a:pt x="4194" y="10291"/>
                </a:cubicBezTo>
                <a:lnTo>
                  <a:pt x="4194" y="10291"/>
                </a:lnTo>
                <a:cubicBezTo>
                  <a:pt x="4069" y="10664"/>
                  <a:pt x="3943" y="11016"/>
                  <a:pt x="3818" y="11392"/>
                </a:cubicBezTo>
                <a:cubicBezTo>
                  <a:pt x="3953" y="11016"/>
                  <a:pt x="4087" y="10639"/>
                  <a:pt x="4221" y="10263"/>
                </a:cubicBezTo>
                <a:close/>
                <a:moveTo>
                  <a:pt x="4221" y="10212"/>
                </a:moveTo>
                <a:lnTo>
                  <a:pt x="4221" y="10212"/>
                </a:lnTo>
                <a:cubicBezTo>
                  <a:pt x="3236" y="11251"/>
                  <a:pt x="2277" y="12316"/>
                  <a:pt x="1372" y="13382"/>
                </a:cubicBezTo>
                <a:cubicBezTo>
                  <a:pt x="2277" y="12343"/>
                  <a:pt x="3209" y="11304"/>
                  <a:pt x="4194" y="10291"/>
                </a:cubicBezTo>
                <a:lnTo>
                  <a:pt x="4194" y="10291"/>
                </a:lnTo>
                <a:cubicBezTo>
                  <a:pt x="4203" y="10265"/>
                  <a:pt x="4212" y="10238"/>
                  <a:pt x="4221" y="10212"/>
                </a:cubicBezTo>
                <a:close/>
                <a:moveTo>
                  <a:pt x="9827" y="403"/>
                </a:moveTo>
                <a:cubicBezTo>
                  <a:pt x="9820" y="403"/>
                  <a:pt x="9813" y="410"/>
                  <a:pt x="9813" y="424"/>
                </a:cubicBezTo>
                <a:cubicBezTo>
                  <a:pt x="9302" y="2520"/>
                  <a:pt x="8684" y="4591"/>
                  <a:pt x="7931" y="6634"/>
                </a:cubicBezTo>
                <a:cubicBezTo>
                  <a:pt x="7909" y="6654"/>
                  <a:pt x="7887" y="6675"/>
                  <a:pt x="7864" y="6695"/>
                </a:cubicBezTo>
                <a:lnTo>
                  <a:pt x="7864" y="6695"/>
                </a:lnTo>
                <a:cubicBezTo>
                  <a:pt x="6981" y="8995"/>
                  <a:pt x="5990" y="11269"/>
                  <a:pt x="4813" y="13462"/>
                </a:cubicBezTo>
                <a:lnTo>
                  <a:pt x="4840" y="13462"/>
                </a:lnTo>
                <a:cubicBezTo>
                  <a:pt x="6023" y="11258"/>
                  <a:pt x="7071" y="8973"/>
                  <a:pt x="7958" y="6634"/>
                </a:cubicBezTo>
                <a:cubicBezTo>
                  <a:pt x="8523" y="6123"/>
                  <a:pt x="9087" y="5612"/>
                  <a:pt x="9652" y="5101"/>
                </a:cubicBezTo>
                <a:lnTo>
                  <a:pt x="9652" y="5074"/>
                </a:lnTo>
                <a:cubicBezTo>
                  <a:pt x="9087" y="5558"/>
                  <a:pt x="8523" y="6069"/>
                  <a:pt x="7958" y="6580"/>
                </a:cubicBezTo>
                <a:cubicBezTo>
                  <a:pt x="8711" y="4564"/>
                  <a:pt x="9329" y="2494"/>
                  <a:pt x="9840" y="424"/>
                </a:cubicBezTo>
                <a:cubicBezTo>
                  <a:pt x="9840" y="410"/>
                  <a:pt x="9833" y="403"/>
                  <a:pt x="9827" y="403"/>
                </a:cubicBezTo>
                <a:close/>
                <a:moveTo>
                  <a:pt x="5808" y="854"/>
                </a:moveTo>
                <a:lnTo>
                  <a:pt x="4652" y="3972"/>
                </a:lnTo>
                <a:cubicBezTo>
                  <a:pt x="3092" y="5585"/>
                  <a:pt x="1533" y="7225"/>
                  <a:pt x="1" y="8865"/>
                </a:cubicBezTo>
                <a:cubicBezTo>
                  <a:pt x="1560" y="7252"/>
                  <a:pt x="3119" y="5639"/>
                  <a:pt x="4652" y="3999"/>
                </a:cubicBezTo>
                <a:lnTo>
                  <a:pt x="4652" y="3999"/>
                </a:lnTo>
                <a:cubicBezTo>
                  <a:pt x="4087" y="5558"/>
                  <a:pt x="3496" y="7118"/>
                  <a:pt x="2931" y="8677"/>
                </a:cubicBezTo>
                <a:lnTo>
                  <a:pt x="1641" y="9887"/>
                </a:lnTo>
                <a:cubicBezTo>
                  <a:pt x="2071" y="9510"/>
                  <a:pt x="2474" y="9134"/>
                  <a:pt x="2904" y="8731"/>
                </a:cubicBezTo>
                <a:lnTo>
                  <a:pt x="2904" y="8731"/>
                </a:lnTo>
                <a:cubicBezTo>
                  <a:pt x="2071" y="11043"/>
                  <a:pt x="1237" y="13328"/>
                  <a:pt x="377" y="15640"/>
                </a:cubicBezTo>
                <a:cubicBezTo>
                  <a:pt x="390" y="15653"/>
                  <a:pt x="397" y="15660"/>
                  <a:pt x="404" y="15660"/>
                </a:cubicBezTo>
                <a:cubicBezTo>
                  <a:pt x="411" y="15660"/>
                  <a:pt x="417" y="15653"/>
                  <a:pt x="431" y="15640"/>
                </a:cubicBezTo>
                <a:cubicBezTo>
                  <a:pt x="1264" y="13328"/>
                  <a:pt x="2124" y="11016"/>
                  <a:pt x="2958" y="8677"/>
                </a:cubicBezTo>
                <a:cubicBezTo>
                  <a:pt x="3756" y="7950"/>
                  <a:pt x="4553" y="7222"/>
                  <a:pt x="5351" y="6477"/>
                </a:cubicBezTo>
                <a:lnTo>
                  <a:pt x="5351" y="6477"/>
                </a:lnTo>
                <a:cubicBezTo>
                  <a:pt x="4548" y="7187"/>
                  <a:pt x="3776" y="7928"/>
                  <a:pt x="2985" y="8650"/>
                </a:cubicBezTo>
                <a:cubicBezTo>
                  <a:pt x="3549" y="7091"/>
                  <a:pt x="4114" y="5531"/>
                  <a:pt x="4678" y="3972"/>
                </a:cubicBezTo>
                <a:cubicBezTo>
                  <a:pt x="4692" y="3959"/>
                  <a:pt x="4706" y="3945"/>
                  <a:pt x="4719" y="3931"/>
                </a:cubicBezTo>
                <a:lnTo>
                  <a:pt x="4719" y="3931"/>
                </a:lnTo>
                <a:cubicBezTo>
                  <a:pt x="4715" y="3945"/>
                  <a:pt x="4710" y="3959"/>
                  <a:pt x="4705" y="3972"/>
                </a:cubicBezTo>
                <a:cubicBezTo>
                  <a:pt x="4780" y="3897"/>
                  <a:pt x="4847" y="3814"/>
                  <a:pt x="4915" y="3736"/>
                </a:cubicBezTo>
                <a:lnTo>
                  <a:pt x="4915" y="3736"/>
                </a:lnTo>
                <a:cubicBezTo>
                  <a:pt x="4850" y="3801"/>
                  <a:pt x="4784" y="3866"/>
                  <a:pt x="4719" y="3931"/>
                </a:cubicBezTo>
                <a:lnTo>
                  <a:pt x="4719" y="3931"/>
                </a:lnTo>
                <a:cubicBezTo>
                  <a:pt x="5065" y="2923"/>
                  <a:pt x="5436" y="1889"/>
                  <a:pt x="5808" y="881"/>
                </a:cubicBezTo>
                <a:cubicBezTo>
                  <a:pt x="5808" y="881"/>
                  <a:pt x="5808" y="854"/>
                  <a:pt x="5808" y="854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7" name="Google Shape;598;p8"/>
          <p:cNvSpPr/>
          <p:nvPr/>
        </p:nvSpPr>
        <p:spPr>
          <a:xfrm>
            <a:off x="1145160" y="2870280"/>
            <a:ext cx="77760" cy="249840"/>
          </a:xfrm>
          <a:custGeom>
            <a:avLst/>
            <a:gdLst>
              <a:gd name="textAreaLeft" fmla="*/ 0 w 77760"/>
              <a:gd name="textAreaRight" fmla="*/ 78120 w 77760"/>
              <a:gd name="textAreaTop" fmla="*/ 0 h 249840"/>
              <a:gd name="textAreaBottom" fmla="*/ 250200 h 249840"/>
            </a:gdLst>
            <a:ahLst/>
            <a:cxnLst/>
            <a:rect l="textAreaLeft" t="textAreaTop" r="textAreaRight" b="textAreaBottom"/>
            <a:pathLst>
              <a:path w="2609" h="8355">
                <a:moveTo>
                  <a:pt x="2585" y="0"/>
                </a:moveTo>
                <a:cubicBezTo>
                  <a:pt x="2575" y="0"/>
                  <a:pt x="2568" y="7"/>
                  <a:pt x="2581" y="21"/>
                </a:cubicBezTo>
                <a:cubicBezTo>
                  <a:pt x="1721" y="2790"/>
                  <a:pt x="861" y="5585"/>
                  <a:pt x="1" y="8355"/>
                </a:cubicBezTo>
                <a:lnTo>
                  <a:pt x="27" y="8355"/>
                </a:lnTo>
                <a:cubicBezTo>
                  <a:pt x="888" y="5585"/>
                  <a:pt x="1748" y="2790"/>
                  <a:pt x="2608" y="21"/>
                </a:cubicBezTo>
                <a:cubicBezTo>
                  <a:pt x="2608" y="7"/>
                  <a:pt x="2595" y="0"/>
                  <a:pt x="258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8" name="Google Shape;599;p8"/>
          <p:cNvSpPr/>
          <p:nvPr/>
        </p:nvSpPr>
        <p:spPr>
          <a:xfrm>
            <a:off x="1257120" y="2910240"/>
            <a:ext cx="41400" cy="47880"/>
          </a:xfrm>
          <a:custGeom>
            <a:avLst/>
            <a:gdLst>
              <a:gd name="textAreaLeft" fmla="*/ 0 w 41400"/>
              <a:gd name="textAreaRight" fmla="*/ 41760 w 41400"/>
              <a:gd name="textAreaTop" fmla="*/ 0 h 47880"/>
              <a:gd name="textAreaBottom" fmla="*/ 48240 h 47880"/>
            </a:gdLst>
            <a:ahLst/>
            <a:cxnLst/>
            <a:rect l="textAreaLeft" t="textAreaTop" r="textAreaRight" b="textAreaBottom"/>
            <a:pathLst>
              <a:path w="1399" h="1606">
                <a:moveTo>
                  <a:pt x="1360" y="1"/>
                </a:moveTo>
                <a:cubicBezTo>
                  <a:pt x="1355" y="1"/>
                  <a:pt x="1350" y="3"/>
                  <a:pt x="1345" y="8"/>
                </a:cubicBezTo>
                <a:lnTo>
                  <a:pt x="0" y="1567"/>
                </a:lnTo>
                <a:cubicBezTo>
                  <a:pt x="0" y="1586"/>
                  <a:pt x="0" y="1605"/>
                  <a:pt x="10" y="1605"/>
                </a:cubicBezTo>
                <a:cubicBezTo>
                  <a:pt x="14" y="1605"/>
                  <a:pt x="19" y="1602"/>
                  <a:pt x="27" y="1594"/>
                </a:cubicBezTo>
                <a:lnTo>
                  <a:pt x="1398" y="62"/>
                </a:lnTo>
                <a:cubicBezTo>
                  <a:pt x="1398" y="40"/>
                  <a:pt x="1381" y="1"/>
                  <a:pt x="136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9" name="Google Shape;600;p8"/>
          <p:cNvSpPr/>
          <p:nvPr/>
        </p:nvSpPr>
        <p:spPr>
          <a:xfrm>
            <a:off x="337320" y="483480"/>
            <a:ext cx="230760" cy="234720"/>
          </a:xfrm>
          <a:custGeom>
            <a:avLst/>
            <a:gdLst>
              <a:gd name="textAreaLeft" fmla="*/ 0 w 230760"/>
              <a:gd name="textAreaRight" fmla="*/ 231120 w 230760"/>
              <a:gd name="textAreaTop" fmla="*/ 0 h 234720"/>
              <a:gd name="textAreaBottom" fmla="*/ 235080 h 234720"/>
            </a:gdLst>
            <a:ahLst/>
            <a:cxnLst/>
            <a:rect l="textAreaLeft" t="textAreaTop" r="textAreaRight" b="textAreaBottom"/>
            <a:pathLst>
              <a:path w="7717" h="7851">
                <a:moveTo>
                  <a:pt x="7689" y="0"/>
                </a:moveTo>
                <a:cubicBezTo>
                  <a:pt x="5135" y="2608"/>
                  <a:pt x="2554" y="5189"/>
                  <a:pt x="27" y="7797"/>
                </a:cubicBezTo>
                <a:cubicBezTo>
                  <a:pt x="0" y="7824"/>
                  <a:pt x="27" y="7850"/>
                  <a:pt x="54" y="7850"/>
                </a:cubicBezTo>
                <a:cubicBezTo>
                  <a:pt x="2635" y="5270"/>
                  <a:pt x="5162" y="2635"/>
                  <a:pt x="7716" y="27"/>
                </a:cubicBezTo>
                <a:cubicBezTo>
                  <a:pt x="7716" y="27"/>
                  <a:pt x="7716" y="0"/>
                  <a:pt x="7689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0" name="Google Shape;601;p8"/>
          <p:cNvSpPr/>
          <p:nvPr/>
        </p:nvSpPr>
        <p:spPr>
          <a:xfrm>
            <a:off x="4196520" y="1046520"/>
            <a:ext cx="181440" cy="187200"/>
          </a:xfrm>
          <a:custGeom>
            <a:avLst/>
            <a:gdLst>
              <a:gd name="textAreaLeft" fmla="*/ 0 w 181440"/>
              <a:gd name="textAreaRight" fmla="*/ 181800 w 181440"/>
              <a:gd name="textAreaTop" fmla="*/ 0 h 187200"/>
              <a:gd name="textAreaBottom" fmla="*/ 187560 h 187200"/>
            </a:gdLst>
            <a:ahLst/>
            <a:cxnLst/>
            <a:rect l="textAreaLeft" t="textAreaTop" r="textAreaRight" b="textAreaBottom"/>
            <a:pathLst>
              <a:path w="6077" h="6265">
                <a:moveTo>
                  <a:pt x="4060" y="0"/>
                </a:moveTo>
                <a:lnTo>
                  <a:pt x="4060" y="0"/>
                </a:lnTo>
                <a:cubicBezTo>
                  <a:pt x="3662" y="724"/>
                  <a:pt x="3304" y="1464"/>
                  <a:pt x="2973" y="2215"/>
                </a:cubicBezTo>
                <a:lnTo>
                  <a:pt x="2973" y="2215"/>
                </a:lnTo>
                <a:cubicBezTo>
                  <a:pt x="3310" y="1469"/>
                  <a:pt x="3673" y="730"/>
                  <a:pt x="4060" y="0"/>
                </a:cubicBezTo>
                <a:close/>
                <a:moveTo>
                  <a:pt x="6077" y="673"/>
                </a:moveTo>
                <a:lnTo>
                  <a:pt x="6077" y="673"/>
                </a:lnTo>
                <a:cubicBezTo>
                  <a:pt x="4744" y="1712"/>
                  <a:pt x="3465" y="2830"/>
                  <a:pt x="2238" y="4002"/>
                </a:cubicBezTo>
                <a:lnTo>
                  <a:pt x="2238" y="4002"/>
                </a:lnTo>
                <a:cubicBezTo>
                  <a:pt x="2471" y="3400"/>
                  <a:pt x="2713" y="2804"/>
                  <a:pt x="2973" y="2215"/>
                </a:cubicBezTo>
                <a:lnTo>
                  <a:pt x="2973" y="2215"/>
                </a:lnTo>
                <a:cubicBezTo>
                  <a:pt x="2701" y="2816"/>
                  <a:pt x="2445" y="3422"/>
                  <a:pt x="2205" y="4033"/>
                </a:cubicBezTo>
                <a:cubicBezTo>
                  <a:pt x="2216" y="4023"/>
                  <a:pt x="2227" y="4012"/>
                  <a:pt x="2238" y="4002"/>
                </a:cubicBezTo>
                <a:lnTo>
                  <a:pt x="2238" y="4002"/>
                </a:lnTo>
                <a:cubicBezTo>
                  <a:pt x="2238" y="4002"/>
                  <a:pt x="2238" y="4002"/>
                  <a:pt x="2238" y="4003"/>
                </a:cubicBezTo>
                <a:lnTo>
                  <a:pt x="2238" y="4003"/>
                </a:lnTo>
                <a:cubicBezTo>
                  <a:pt x="3465" y="2857"/>
                  <a:pt x="4744" y="1739"/>
                  <a:pt x="6077" y="673"/>
                </a:cubicBezTo>
                <a:close/>
                <a:moveTo>
                  <a:pt x="2238" y="4003"/>
                </a:moveTo>
                <a:lnTo>
                  <a:pt x="2238" y="4003"/>
                </a:lnTo>
                <a:cubicBezTo>
                  <a:pt x="2227" y="4013"/>
                  <a:pt x="2216" y="4023"/>
                  <a:pt x="2205" y="4033"/>
                </a:cubicBezTo>
                <a:lnTo>
                  <a:pt x="2179" y="4111"/>
                </a:lnTo>
                <a:lnTo>
                  <a:pt x="2179" y="4111"/>
                </a:lnTo>
                <a:cubicBezTo>
                  <a:pt x="2188" y="4103"/>
                  <a:pt x="2197" y="4095"/>
                  <a:pt x="2205" y="4087"/>
                </a:cubicBezTo>
                <a:cubicBezTo>
                  <a:pt x="2216" y="4059"/>
                  <a:pt x="2227" y="4031"/>
                  <a:pt x="2238" y="4003"/>
                </a:cubicBezTo>
                <a:close/>
                <a:moveTo>
                  <a:pt x="2178" y="4087"/>
                </a:moveTo>
                <a:cubicBezTo>
                  <a:pt x="1426" y="4786"/>
                  <a:pt x="700" y="5512"/>
                  <a:pt x="1" y="6264"/>
                </a:cubicBezTo>
                <a:cubicBezTo>
                  <a:pt x="685" y="5527"/>
                  <a:pt x="1422" y="4816"/>
                  <a:pt x="2159" y="4130"/>
                </a:cubicBezTo>
                <a:lnTo>
                  <a:pt x="2159" y="4130"/>
                </a:lnTo>
                <a:cubicBezTo>
                  <a:pt x="2139" y="4178"/>
                  <a:pt x="2118" y="4234"/>
                  <a:pt x="2098" y="4275"/>
                </a:cubicBezTo>
                <a:lnTo>
                  <a:pt x="2125" y="4275"/>
                </a:lnTo>
                <a:lnTo>
                  <a:pt x="2179" y="4111"/>
                </a:lnTo>
                <a:lnTo>
                  <a:pt x="2179" y="4111"/>
                </a:lnTo>
                <a:cubicBezTo>
                  <a:pt x="2173" y="4117"/>
                  <a:pt x="2166" y="4124"/>
                  <a:pt x="2159" y="4130"/>
                </a:cubicBezTo>
                <a:lnTo>
                  <a:pt x="2159" y="4130"/>
                </a:lnTo>
                <a:cubicBezTo>
                  <a:pt x="2165" y="4115"/>
                  <a:pt x="2172" y="4100"/>
                  <a:pt x="2178" y="4087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1" name="Google Shape;602;p8"/>
          <p:cNvSpPr/>
          <p:nvPr/>
        </p:nvSpPr>
        <p:spPr>
          <a:xfrm>
            <a:off x="167400" y="777960"/>
            <a:ext cx="169200" cy="122400"/>
          </a:xfrm>
          <a:custGeom>
            <a:avLst/>
            <a:gdLst>
              <a:gd name="textAreaLeft" fmla="*/ 0 w 169200"/>
              <a:gd name="textAreaRight" fmla="*/ 169560 w 169200"/>
              <a:gd name="textAreaTop" fmla="*/ 0 h 122400"/>
              <a:gd name="textAreaBottom" fmla="*/ 122760 h 122400"/>
            </a:gdLst>
            <a:ahLst/>
            <a:cxnLst/>
            <a:rect l="textAreaLeft" t="textAreaTop" r="textAreaRight" b="textAreaBottom"/>
            <a:pathLst>
              <a:path w="5666" h="4098">
                <a:moveTo>
                  <a:pt x="5612" y="1"/>
                </a:moveTo>
                <a:cubicBezTo>
                  <a:pt x="3649" y="1238"/>
                  <a:pt x="1794" y="2582"/>
                  <a:pt x="20" y="4034"/>
                </a:cubicBezTo>
                <a:cubicBezTo>
                  <a:pt x="0" y="4073"/>
                  <a:pt x="9" y="4098"/>
                  <a:pt x="26" y="4098"/>
                </a:cubicBezTo>
                <a:cubicBezTo>
                  <a:pt x="32" y="4098"/>
                  <a:pt x="40" y="4095"/>
                  <a:pt x="47" y="4087"/>
                </a:cubicBezTo>
                <a:cubicBezTo>
                  <a:pt x="1848" y="2689"/>
                  <a:pt x="3676" y="1318"/>
                  <a:pt x="5639" y="55"/>
                </a:cubicBezTo>
                <a:cubicBezTo>
                  <a:pt x="5666" y="55"/>
                  <a:pt x="5639" y="1"/>
                  <a:pt x="561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1200" bIns="61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2" name="Google Shape;603;p8"/>
          <p:cNvSpPr/>
          <p:nvPr/>
        </p:nvSpPr>
        <p:spPr>
          <a:xfrm>
            <a:off x="4412160" y="1100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3" name="Google Shape;604;p8"/>
          <p:cNvSpPr/>
          <p:nvPr/>
        </p:nvSpPr>
        <p:spPr>
          <a:xfrm>
            <a:off x="4069080" y="2984760"/>
            <a:ext cx="75240" cy="148680"/>
          </a:xfrm>
          <a:custGeom>
            <a:avLst/>
            <a:gdLst>
              <a:gd name="textAreaLeft" fmla="*/ 0 w 75240"/>
              <a:gd name="textAreaRight" fmla="*/ 75600 w 75240"/>
              <a:gd name="textAreaTop" fmla="*/ 0 h 148680"/>
              <a:gd name="textAreaBottom" fmla="*/ 149040 h 148680"/>
            </a:gdLst>
            <a:ahLst/>
            <a:cxnLst/>
            <a:rect l="textAreaLeft" t="textAreaTop" r="textAreaRight" b="textAreaBottom"/>
            <a:pathLst>
              <a:path w="2528" h="4978">
                <a:moveTo>
                  <a:pt x="2495" y="0"/>
                </a:moveTo>
                <a:cubicBezTo>
                  <a:pt x="2488" y="0"/>
                  <a:pt x="2481" y="4"/>
                  <a:pt x="2474" y="11"/>
                </a:cubicBezTo>
                <a:cubicBezTo>
                  <a:pt x="1533" y="1597"/>
                  <a:pt x="726" y="3264"/>
                  <a:pt x="0" y="4958"/>
                </a:cubicBezTo>
                <a:cubicBezTo>
                  <a:pt x="0" y="4971"/>
                  <a:pt x="7" y="4978"/>
                  <a:pt x="17" y="4978"/>
                </a:cubicBezTo>
                <a:cubicBezTo>
                  <a:pt x="27" y="4978"/>
                  <a:pt x="41" y="4971"/>
                  <a:pt x="54" y="4958"/>
                </a:cubicBezTo>
                <a:cubicBezTo>
                  <a:pt x="753" y="3264"/>
                  <a:pt x="1586" y="1624"/>
                  <a:pt x="2527" y="65"/>
                </a:cubicBezTo>
                <a:cubicBezTo>
                  <a:pt x="2527" y="25"/>
                  <a:pt x="2513" y="0"/>
                  <a:pt x="249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4520" bIns="74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4" name="Google Shape;605;p8"/>
          <p:cNvSpPr/>
          <p:nvPr/>
        </p:nvSpPr>
        <p:spPr>
          <a:xfrm>
            <a:off x="3177360" y="2932200"/>
            <a:ext cx="120600" cy="174240"/>
          </a:xfrm>
          <a:custGeom>
            <a:avLst/>
            <a:gdLst>
              <a:gd name="textAreaLeft" fmla="*/ 0 w 120600"/>
              <a:gd name="textAreaRight" fmla="*/ 120960 w 120600"/>
              <a:gd name="textAreaTop" fmla="*/ 0 h 174240"/>
              <a:gd name="textAreaBottom" fmla="*/ 174600 h 174240"/>
            </a:gdLst>
            <a:ahLst/>
            <a:cxnLst/>
            <a:rect l="textAreaLeft" t="textAreaTop" r="textAreaRight" b="textAreaBottom"/>
            <a:pathLst>
              <a:path w="4034" h="5835">
                <a:moveTo>
                  <a:pt x="4033" y="1"/>
                </a:moveTo>
                <a:lnTo>
                  <a:pt x="4033" y="1"/>
                </a:lnTo>
                <a:lnTo>
                  <a:pt x="1" y="5808"/>
                </a:lnTo>
                <a:cubicBezTo>
                  <a:pt x="1" y="5808"/>
                  <a:pt x="1" y="5835"/>
                  <a:pt x="1" y="5808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7120" bIns="87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5" name="Google Shape;607;p9"/>
          <p:cNvPicPr/>
          <p:nvPr/>
        </p:nvPicPr>
        <p:blipFill>
          <a:blip r:embed="rId2"/>
          <a:srcRect l="1239" t="2026" r="1063" b="496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6" name="Google Shape;608;p9"/>
          <p:cNvSpPr/>
          <p:nvPr/>
        </p:nvSpPr>
        <p:spPr>
          <a:xfrm flipH="1">
            <a:off x="1143360" y="9000"/>
            <a:ext cx="360" cy="360"/>
          </a:xfrm>
          <a:custGeom>
            <a:avLst/>
            <a:gdLst>
              <a:gd name="textAreaLeft" fmla="*/ -360 w 360"/>
              <a:gd name="textAreaRight" fmla="*/ 36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7" name="Google Shape;609;p9"/>
          <p:cNvSpPr/>
          <p:nvPr/>
        </p:nvSpPr>
        <p:spPr>
          <a:xfrm flipH="1">
            <a:off x="1143360" y="9000"/>
            <a:ext cx="360" cy="360"/>
          </a:xfrm>
          <a:custGeom>
            <a:avLst/>
            <a:gdLst>
              <a:gd name="textAreaLeft" fmla="*/ -360 w 360"/>
              <a:gd name="textAreaRight" fmla="*/ 36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8" name="Google Shape;610;p9"/>
          <p:cNvSpPr/>
          <p:nvPr/>
        </p:nvSpPr>
        <p:spPr>
          <a:xfrm>
            <a:off x="7999200" y="90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99" name="Google Shape;611;p9"/>
          <p:cNvSpPr/>
          <p:nvPr/>
        </p:nvSpPr>
        <p:spPr>
          <a:xfrm>
            <a:off x="7999200" y="90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00" name="Google Shape;612;p9"/>
          <p:cNvSpPr/>
          <p:nvPr/>
        </p:nvSpPr>
        <p:spPr>
          <a:xfrm flipH="1">
            <a:off x="1143360" y="9000"/>
            <a:ext cx="360" cy="360"/>
          </a:xfrm>
          <a:custGeom>
            <a:avLst/>
            <a:gdLst>
              <a:gd name="textAreaLeft" fmla="*/ -360 w 360"/>
              <a:gd name="textAreaRight" fmla="*/ 36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01" name="PlaceHolder 1"/>
          <p:cNvSpPr>
            <a:spLocks noGrp="1"/>
          </p:cNvSpPr>
          <p:nvPr>
            <p:ph type="title"/>
          </p:nvPr>
        </p:nvSpPr>
        <p:spPr>
          <a:xfrm>
            <a:off x="4724640" y="327960"/>
            <a:ext cx="3836160" cy="187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02" name="Google Shape;615;p9"/>
          <p:cNvSpPr/>
          <p:nvPr/>
        </p:nvSpPr>
        <p:spPr>
          <a:xfrm>
            <a:off x="2098800" y="396360"/>
            <a:ext cx="2331000" cy="866520"/>
          </a:xfrm>
          <a:custGeom>
            <a:avLst/>
            <a:gdLst>
              <a:gd name="textAreaLeft" fmla="*/ 0 w 2331000"/>
              <a:gd name="textAreaRight" fmla="*/ 2331360 w 2331000"/>
              <a:gd name="textAreaTop" fmla="*/ 0 h 866520"/>
              <a:gd name="textAreaBottom" fmla="*/ 866880 h 866520"/>
            </a:gdLst>
            <a:ahLst/>
            <a:cxnLst/>
            <a:rect l="textAreaLeft" t="textAreaTop" r="textAreaRight" b="textAreaBottom"/>
            <a:pathLst>
              <a:path w="97871" h="36390">
                <a:moveTo>
                  <a:pt x="94835" y="2158"/>
                </a:moveTo>
                <a:cubicBezTo>
                  <a:pt x="95235" y="2659"/>
                  <a:pt x="95602" y="3226"/>
                  <a:pt x="95903" y="3793"/>
                </a:cubicBezTo>
                <a:cubicBezTo>
                  <a:pt x="96003" y="4026"/>
                  <a:pt x="95702" y="4460"/>
                  <a:pt x="95569" y="4860"/>
                </a:cubicBezTo>
                <a:cubicBezTo>
                  <a:pt x="95335" y="4360"/>
                  <a:pt x="95169" y="3859"/>
                  <a:pt x="95035" y="3326"/>
                </a:cubicBezTo>
                <a:cubicBezTo>
                  <a:pt x="94969" y="3092"/>
                  <a:pt x="94902" y="2859"/>
                  <a:pt x="94602" y="2859"/>
                </a:cubicBezTo>
                <a:cubicBezTo>
                  <a:pt x="94802" y="3626"/>
                  <a:pt x="95035" y="4393"/>
                  <a:pt x="95369" y="5127"/>
                </a:cubicBezTo>
                <a:cubicBezTo>
                  <a:pt x="95436" y="5294"/>
                  <a:pt x="95469" y="5327"/>
                  <a:pt x="95235" y="5361"/>
                </a:cubicBezTo>
                <a:cubicBezTo>
                  <a:pt x="95002" y="5427"/>
                  <a:pt x="95169" y="5661"/>
                  <a:pt x="95035" y="5794"/>
                </a:cubicBezTo>
                <a:cubicBezTo>
                  <a:pt x="94835" y="5327"/>
                  <a:pt x="94702" y="4827"/>
                  <a:pt x="94668" y="4326"/>
                </a:cubicBezTo>
                <a:cubicBezTo>
                  <a:pt x="94635" y="4060"/>
                  <a:pt x="94535" y="4026"/>
                  <a:pt x="94335" y="4026"/>
                </a:cubicBezTo>
                <a:lnTo>
                  <a:pt x="94368" y="4026"/>
                </a:lnTo>
                <a:cubicBezTo>
                  <a:pt x="94435" y="3626"/>
                  <a:pt x="94535" y="3226"/>
                  <a:pt x="94602" y="2859"/>
                </a:cubicBezTo>
                <a:cubicBezTo>
                  <a:pt x="94668" y="2659"/>
                  <a:pt x="94735" y="2458"/>
                  <a:pt x="94835" y="2158"/>
                </a:cubicBezTo>
                <a:close/>
                <a:moveTo>
                  <a:pt x="94335" y="4026"/>
                </a:moveTo>
                <a:lnTo>
                  <a:pt x="94335" y="4026"/>
                </a:lnTo>
                <a:cubicBezTo>
                  <a:pt x="94301" y="4894"/>
                  <a:pt x="94535" y="5794"/>
                  <a:pt x="95035" y="6561"/>
                </a:cubicBezTo>
                <a:cubicBezTo>
                  <a:pt x="95302" y="6962"/>
                  <a:pt x="94768" y="7062"/>
                  <a:pt x="94835" y="7495"/>
                </a:cubicBezTo>
                <a:cubicBezTo>
                  <a:pt x="94535" y="6695"/>
                  <a:pt x="94268" y="5894"/>
                  <a:pt x="94068" y="5094"/>
                </a:cubicBezTo>
                <a:cubicBezTo>
                  <a:pt x="93968" y="4727"/>
                  <a:pt x="94201" y="4360"/>
                  <a:pt x="94335" y="4026"/>
                </a:cubicBezTo>
                <a:close/>
                <a:moveTo>
                  <a:pt x="93868" y="5828"/>
                </a:moveTo>
                <a:lnTo>
                  <a:pt x="93868" y="5828"/>
                </a:lnTo>
                <a:cubicBezTo>
                  <a:pt x="94135" y="6528"/>
                  <a:pt x="94401" y="7229"/>
                  <a:pt x="94702" y="7896"/>
                </a:cubicBezTo>
                <a:cubicBezTo>
                  <a:pt x="94868" y="8229"/>
                  <a:pt x="94802" y="8630"/>
                  <a:pt x="94535" y="8896"/>
                </a:cubicBezTo>
                <a:cubicBezTo>
                  <a:pt x="94235" y="7929"/>
                  <a:pt x="93434" y="6995"/>
                  <a:pt x="93868" y="5828"/>
                </a:cubicBezTo>
                <a:close/>
                <a:moveTo>
                  <a:pt x="93467" y="7229"/>
                </a:moveTo>
                <a:lnTo>
                  <a:pt x="93467" y="7229"/>
                </a:lnTo>
                <a:cubicBezTo>
                  <a:pt x="93801" y="7996"/>
                  <a:pt x="94135" y="8763"/>
                  <a:pt x="94468" y="9530"/>
                </a:cubicBezTo>
                <a:cubicBezTo>
                  <a:pt x="94602" y="9830"/>
                  <a:pt x="94401" y="10164"/>
                  <a:pt x="94301" y="10464"/>
                </a:cubicBezTo>
                <a:cubicBezTo>
                  <a:pt x="93901" y="9430"/>
                  <a:pt x="93434" y="8396"/>
                  <a:pt x="93467" y="7229"/>
                </a:cubicBezTo>
                <a:close/>
                <a:moveTo>
                  <a:pt x="93167" y="8329"/>
                </a:moveTo>
                <a:cubicBezTo>
                  <a:pt x="93534" y="9330"/>
                  <a:pt x="93868" y="10231"/>
                  <a:pt x="94168" y="11131"/>
                </a:cubicBezTo>
                <a:cubicBezTo>
                  <a:pt x="94235" y="11265"/>
                  <a:pt x="94168" y="11432"/>
                  <a:pt x="94068" y="11532"/>
                </a:cubicBezTo>
                <a:cubicBezTo>
                  <a:pt x="93434" y="11031"/>
                  <a:pt x="92834" y="9063"/>
                  <a:pt x="93167" y="8329"/>
                </a:cubicBezTo>
                <a:close/>
                <a:moveTo>
                  <a:pt x="92767" y="9730"/>
                </a:moveTo>
                <a:lnTo>
                  <a:pt x="93834" y="12632"/>
                </a:lnTo>
                <a:lnTo>
                  <a:pt x="93668" y="12666"/>
                </a:lnTo>
                <a:cubicBezTo>
                  <a:pt x="93134" y="11798"/>
                  <a:pt x="92767" y="10798"/>
                  <a:pt x="92600" y="9764"/>
                </a:cubicBezTo>
                <a:lnTo>
                  <a:pt x="92767" y="9730"/>
                </a:lnTo>
                <a:close/>
                <a:moveTo>
                  <a:pt x="92467" y="10664"/>
                </a:moveTo>
                <a:lnTo>
                  <a:pt x="92867" y="11798"/>
                </a:lnTo>
                <a:cubicBezTo>
                  <a:pt x="92967" y="12132"/>
                  <a:pt x="93101" y="12466"/>
                  <a:pt x="93301" y="12799"/>
                </a:cubicBezTo>
                <a:cubicBezTo>
                  <a:pt x="93701" y="13333"/>
                  <a:pt x="93434" y="13800"/>
                  <a:pt x="93167" y="14334"/>
                </a:cubicBezTo>
                <a:cubicBezTo>
                  <a:pt x="92867" y="13166"/>
                  <a:pt x="91900" y="12132"/>
                  <a:pt x="92467" y="10664"/>
                </a:cubicBezTo>
                <a:close/>
                <a:moveTo>
                  <a:pt x="91966" y="12366"/>
                </a:moveTo>
                <a:cubicBezTo>
                  <a:pt x="92333" y="13199"/>
                  <a:pt x="92634" y="14033"/>
                  <a:pt x="93000" y="14801"/>
                </a:cubicBezTo>
                <a:cubicBezTo>
                  <a:pt x="93129" y="15058"/>
                  <a:pt x="92978" y="15316"/>
                  <a:pt x="92818" y="15543"/>
                </a:cubicBezTo>
                <a:lnTo>
                  <a:pt x="92818" y="15543"/>
                </a:lnTo>
                <a:cubicBezTo>
                  <a:pt x="92515" y="14465"/>
                  <a:pt x="91999" y="13480"/>
                  <a:pt x="91966" y="12366"/>
                </a:cubicBezTo>
                <a:close/>
                <a:moveTo>
                  <a:pt x="91733" y="13566"/>
                </a:moveTo>
                <a:cubicBezTo>
                  <a:pt x="92066" y="14467"/>
                  <a:pt x="92433" y="15334"/>
                  <a:pt x="92667" y="16268"/>
                </a:cubicBezTo>
                <a:cubicBezTo>
                  <a:pt x="92767" y="16535"/>
                  <a:pt x="92533" y="16869"/>
                  <a:pt x="92467" y="17169"/>
                </a:cubicBezTo>
                <a:lnTo>
                  <a:pt x="92333" y="17169"/>
                </a:lnTo>
                <a:cubicBezTo>
                  <a:pt x="92133" y="15968"/>
                  <a:pt x="91366" y="14867"/>
                  <a:pt x="91599" y="13600"/>
                </a:cubicBezTo>
                <a:lnTo>
                  <a:pt x="91733" y="13566"/>
                </a:lnTo>
                <a:close/>
                <a:moveTo>
                  <a:pt x="91333" y="15067"/>
                </a:moveTo>
                <a:lnTo>
                  <a:pt x="91333" y="15101"/>
                </a:lnTo>
                <a:cubicBezTo>
                  <a:pt x="91633" y="15968"/>
                  <a:pt x="91933" y="16869"/>
                  <a:pt x="92233" y="17703"/>
                </a:cubicBezTo>
                <a:cubicBezTo>
                  <a:pt x="92367" y="18070"/>
                  <a:pt x="92133" y="18403"/>
                  <a:pt x="92033" y="18770"/>
                </a:cubicBezTo>
                <a:cubicBezTo>
                  <a:pt x="91700" y="17536"/>
                  <a:pt x="91032" y="16402"/>
                  <a:pt x="91166" y="15067"/>
                </a:cubicBezTo>
                <a:close/>
                <a:moveTo>
                  <a:pt x="90899" y="16468"/>
                </a:moveTo>
                <a:cubicBezTo>
                  <a:pt x="91099" y="17269"/>
                  <a:pt x="91366" y="18036"/>
                  <a:pt x="91700" y="18803"/>
                </a:cubicBezTo>
                <a:cubicBezTo>
                  <a:pt x="91966" y="19404"/>
                  <a:pt x="91866" y="19938"/>
                  <a:pt x="91633" y="20638"/>
                </a:cubicBezTo>
                <a:cubicBezTo>
                  <a:pt x="91266" y="19204"/>
                  <a:pt x="90565" y="17936"/>
                  <a:pt x="90732" y="16502"/>
                </a:cubicBezTo>
                <a:lnTo>
                  <a:pt x="90899" y="16468"/>
                </a:lnTo>
                <a:close/>
                <a:moveTo>
                  <a:pt x="90465" y="17903"/>
                </a:moveTo>
                <a:lnTo>
                  <a:pt x="90465" y="17903"/>
                </a:lnTo>
                <a:cubicBezTo>
                  <a:pt x="90699" y="18803"/>
                  <a:pt x="90999" y="19671"/>
                  <a:pt x="91333" y="20538"/>
                </a:cubicBezTo>
                <a:cubicBezTo>
                  <a:pt x="91533" y="21038"/>
                  <a:pt x="91533" y="21572"/>
                  <a:pt x="91333" y="22072"/>
                </a:cubicBezTo>
                <a:cubicBezTo>
                  <a:pt x="90732" y="20671"/>
                  <a:pt x="89898" y="19437"/>
                  <a:pt x="90465" y="17903"/>
                </a:cubicBezTo>
                <a:close/>
                <a:moveTo>
                  <a:pt x="89998" y="19537"/>
                </a:moveTo>
                <a:cubicBezTo>
                  <a:pt x="90365" y="20638"/>
                  <a:pt x="90766" y="21739"/>
                  <a:pt x="91099" y="22840"/>
                </a:cubicBezTo>
                <a:cubicBezTo>
                  <a:pt x="91199" y="23140"/>
                  <a:pt x="91032" y="23407"/>
                  <a:pt x="90899" y="23774"/>
                </a:cubicBezTo>
                <a:cubicBezTo>
                  <a:pt x="90599" y="22273"/>
                  <a:pt x="89998" y="20972"/>
                  <a:pt x="89798" y="19571"/>
                </a:cubicBezTo>
                <a:lnTo>
                  <a:pt x="89965" y="19537"/>
                </a:lnTo>
                <a:close/>
                <a:moveTo>
                  <a:pt x="89631" y="20471"/>
                </a:moveTo>
                <a:cubicBezTo>
                  <a:pt x="89965" y="21372"/>
                  <a:pt x="90232" y="22273"/>
                  <a:pt x="90499" y="23207"/>
                </a:cubicBezTo>
                <a:cubicBezTo>
                  <a:pt x="90499" y="23273"/>
                  <a:pt x="90465" y="23373"/>
                  <a:pt x="90499" y="23407"/>
                </a:cubicBezTo>
                <a:cubicBezTo>
                  <a:pt x="91099" y="24274"/>
                  <a:pt x="90565" y="25075"/>
                  <a:pt x="90365" y="25909"/>
                </a:cubicBezTo>
                <a:cubicBezTo>
                  <a:pt x="89898" y="24674"/>
                  <a:pt x="89331" y="23440"/>
                  <a:pt x="89164" y="22139"/>
                </a:cubicBezTo>
                <a:lnTo>
                  <a:pt x="89164" y="22139"/>
                </a:lnTo>
                <a:cubicBezTo>
                  <a:pt x="89531" y="22873"/>
                  <a:pt x="89731" y="23674"/>
                  <a:pt x="90232" y="24374"/>
                </a:cubicBezTo>
                <a:cubicBezTo>
                  <a:pt x="90065" y="23107"/>
                  <a:pt x="89131" y="21972"/>
                  <a:pt x="89631" y="20471"/>
                </a:cubicBezTo>
                <a:close/>
                <a:moveTo>
                  <a:pt x="89164" y="23640"/>
                </a:moveTo>
                <a:cubicBezTo>
                  <a:pt x="89398" y="24808"/>
                  <a:pt x="90198" y="25742"/>
                  <a:pt x="90165" y="26943"/>
                </a:cubicBezTo>
                <a:lnTo>
                  <a:pt x="89998" y="26976"/>
                </a:lnTo>
                <a:cubicBezTo>
                  <a:pt x="89665" y="25909"/>
                  <a:pt x="89331" y="24808"/>
                  <a:pt x="88998" y="23674"/>
                </a:cubicBezTo>
                <a:lnTo>
                  <a:pt x="89164" y="23640"/>
                </a:lnTo>
                <a:close/>
                <a:moveTo>
                  <a:pt x="88664" y="23740"/>
                </a:moveTo>
                <a:cubicBezTo>
                  <a:pt x="89098" y="24975"/>
                  <a:pt x="89465" y="26142"/>
                  <a:pt x="89865" y="27310"/>
                </a:cubicBezTo>
                <a:cubicBezTo>
                  <a:pt x="89965" y="27677"/>
                  <a:pt x="89932" y="28043"/>
                  <a:pt x="89731" y="28344"/>
                </a:cubicBezTo>
                <a:cubicBezTo>
                  <a:pt x="89331" y="27009"/>
                  <a:pt x="88764" y="25809"/>
                  <a:pt x="88497" y="24508"/>
                </a:cubicBezTo>
                <a:cubicBezTo>
                  <a:pt x="88431" y="24241"/>
                  <a:pt x="88564" y="24041"/>
                  <a:pt x="88664" y="23740"/>
                </a:cubicBezTo>
                <a:close/>
                <a:moveTo>
                  <a:pt x="88297" y="25208"/>
                </a:moveTo>
                <a:cubicBezTo>
                  <a:pt x="88697" y="26342"/>
                  <a:pt x="89131" y="27476"/>
                  <a:pt x="89531" y="28611"/>
                </a:cubicBezTo>
                <a:cubicBezTo>
                  <a:pt x="89631" y="28911"/>
                  <a:pt x="89598" y="29278"/>
                  <a:pt x="89431" y="29578"/>
                </a:cubicBezTo>
                <a:cubicBezTo>
                  <a:pt x="88998" y="28077"/>
                  <a:pt x="88397" y="26709"/>
                  <a:pt x="88097" y="25275"/>
                </a:cubicBezTo>
                <a:lnTo>
                  <a:pt x="88297" y="25208"/>
                </a:lnTo>
                <a:close/>
                <a:moveTo>
                  <a:pt x="87363" y="28811"/>
                </a:moveTo>
                <a:lnTo>
                  <a:pt x="87830" y="30012"/>
                </a:lnTo>
                <a:cubicBezTo>
                  <a:pt x="87763" y="30045"/>
                  <a:pt x="87763" y="30078"/>
                  <a:pt x="87730" y="30078"/>
                </a:cubicBezTo>
                <a:cubicBezTo>
                  <a:pt x="86763" y="30045"/>
                  <a:pt x="86829" y="30178"/>
                  <a:pt x="87163" y="29278"/>
                </a:cubicBezTo>
                <a:cubicBezTo>
                  <a:pt x="87230" y="29111"/>
                  <a:pt x="87296" y="28944"/>
                  <a:pt x="87363" y="28811"/>
                </a:cubicBezTo>
                <a:close/>
                <a:moveTo>
                  <a:pt x="87697" y="27243"/>
                </a:moveTo>
                <a:lnTo>
                  <a:pt x="88564" y="29811"/>
                </a:lnTo>
                <a:cubicBezTo>
                  <a:pt x="88597" y="29945"/>
                  <a:pt x="88731" y="30078"/>
                  <a:pt x="88531" y="30145"/>
                </a:cubicBezTo>
                <a:cubicBezTo>
                  <a:pt x="88471" y="30160"/>
                  <a:pt x="88405" y="30175"/>
                  <a:pt x="88344" y="30175"/>
                </a:cubicBezTo>
                <a:cubicBezTo>
                  <a:pt x="88268" y="30175"/>
                  <a:pt x="88201" y="30152"/>
                  <a:pt x="88164" y="30078"/>
                </a:cubicBezTo>
                <a:cubicBezTo>
                  <a:pt x="87863" y="29411"/>
                  <a:pt x="87630" y="28744"/>
                  <a:pt x="87463" y="28043"/>
                </a:cubicBezTo>
                <a:cubicBezTo>
                  <a:pt x="87430" y="27743"/>
                  <a:pt x="87497" y="27476"/>
                  <a:pt x="87697" y="27243"/>
                </a:cubicBezTo>
                <a:close/>
                <a:moveTo>
                  <a:pt x="87964" y="26142"/>
                </a:moveTo>
                <a:cubicBezTo>
                  <a:pt x="88397" y="27410"/>
                  <a:pt x="88831" y="28611"/>
                  <a:pt x="89198" y="29811"/>
                </a:cubicBezTo>
                <a:cubicBezTo>
                  <a:pt x="89264" y="29945"/>
                  <a:pt x="89331" y="30145"/>
                  <a:pt x="89131" y="30178"/>
                </a:cubicBezTo>
                <a:cubicBezTo>
                  <a:pt x="89113" y="30181"/>
                  <a:pt x="89097" y="30183"/>
                  <a:pt x="89082" y="30183"/>
                </a:cubicBezTo>
                <a:cubicBezTo>
                  <a:pt x="88925" y="30183"/>
                  <a:pt x="88892" y="30033"/>
                  <a:pt x="88831" y="29911"/>
                </a:cubicBezTo>
                <a:cubicBezTo>
                  <a:pt x="88531" y="28877"/>
                  <a:pt x="88197" y="27877"/>
                  <a:pt x="87897" y="26843"/>
                </a:cubicBezTo>
                <a:cubicBezTo>
                  <a:pt x="87797" y="26609"/>
                  <a:pt x="87797" y="26342"/>
                  <a:pt x="87964" y="26142"/>
                </a:cubicBezTo>
                <a:close/>
                <a:moveTo>
                  <a:pt x="82955" y="1007"/>
                </a:moveTo>
                <a:cubicBezTo>
                  <a:pt x="83702" y="1007"/>
                  <a:pt x="84449" y="1013"/>
                  <a:pt x="85195" y="1024"/>
                </a:cubicBezTo>
                <a:cubicBezTo>
                  <a:pt x="88097" y="1091"/>
                  <a:pt x="90999" y="1124"/>
                  <a:pt x="93901" y="1124"/>
                </a:cubicBezTo>
                <a:cubicBezTo>
                  <a:pt x="94368" y="1124"/>
                  <a:pt x="94502" y="1291"/>
                  <a:pt x="94335" y="1791"/>
                </a:cubicBezTo>
                <a:cubicBezTo>
                  <a:pt x="93334" y="4793"/>
                  <a:pt x="92433" y="7862"/>
                  <a:pt x="91566" y="10931"/>
                </a:cubicBezTo>
                <a:cubicBezTo>
                  <a:pt x="90132" y="16068"/>
                  <a:pt x="88531" y="21205"/>
                  <a:pt x="86996" y="26342"/>
                </a:cubicBezTo>
                <a:cubicBezTo>
                  <a:pt x="86663" y="27443"/>
                  <a:pt x="86429" y="28544"/>
                  <a:pt x="86196" y="29645"/>
                </a:cubicBezTo>
                <a:cubicBezTo>
                  <a:pt x="86129" y="29911"/>
                  <a:pt x="86096" y="30012"/>
                  <a:pt x="85795" y="30012"/>
                </a:cubicBezTo>
                <a:cubicBezTo>
                  <a:pt x="83596" y="29965"/>
                  <a:pt x="81396" y="29951"/>
                  <a:pt x="79198" y="29951"/>
                </a:cubicBezTo>
                <a:cubicBezTo>
                  <a:pt x="75840" y="29951"/>
                  <a:pt x="72485" y="29984"/>
                  <a:pt x="69139" y="29984"/>
                </a:cubicBezTo>
                <a:cubicBezTo>
                  <a:pt x="68397" y="29984"/>
                  <a:pt x="67656" y="29982"/>
                  <a:pt x="66915" y="29978"/>
                </a:cubicBezTo>
                <a:cubicBezTo>
                  <a:pt x="65802" y="29963"/>
                  <a:pt x="64690" y="29957"/>
                  <a:pt x="63576" y="29957"/>
                </a:cubicBezTo>
                <a:cubicBezTo>
                  <a:pt x="59751" y="29957"/>
                  <a:pt x="55921" y="30034"/>
                  <a:pt x="52071" y="30112"/>
                </a:cubicBezTo>
                <a:cubicBezTo>
                  <a:pt x="47668" y="30212"/>
                  <a:pt x="43265" y="30378"/>
                  <a:pt x="38862" y="30512"/>
                </a:cubicBezTo>
                <a:cubicBezTo>
                  <a:pt x="35926" y="30612"/>
                  <a:pt x="32958" y="30712"/>
                  <a:pt x="30022" y="30812"/>
                </a:cubicBezTo>
                <a:cubicBezTo>
                  <a:pt x="26620" y="30912"/>
                  <a:pt x="23251" y="31012"/>
                  <a:pt x="19848" y="31112"/>
                </a:cubicBezTo>
                <a:cubicBezTo>
                  <a:pt x="17246" y="31212"/>
                  <a:pt x="14611" y="31312"/>
                  <a:pt x="11976" y="31446"/>
                </a:cubicBezTo>
                <a:cubicBezTo>
                  <a:pt x="10475" y="31513"/>
                  <a:pt x="9007" y="31579"/>
                  <a:pt x="7506" y="31713"/>
                </a:cubicBezTo>
                <a:cubicBezTo>
                  <a:pt x="7478" y="31715"/>
                  <a:pt x="7451" y="31716"/>
                  <a:pt x="7426" y="31716"/>
                </a:cubicBezTo>
                <a:cubicBezTo>
                  <a:pt x="7017" y="31716"/>
                  <a:pt x="7110" y="31462"/>
                  <a:pt x="7173" y="31179"/>
                </a:cubicBezTo>
                <a:cubicBezTo>
                  <a:pt x="7973" y="27076"/>
                  <a:pt x="9074" y="23040"/>
                  <a:pt x="10041" y="18970"/>
                </a:cubicBezTo>
                <a:cubicBezTo>
                  <a:pt x="11242" y="14100"/>
                  <a:pt x="12443" y="9230"/>
                  <a:pt x="13744" y="4360"/>
                </a:cubicBezTo>
                <a:cubicBezTo>
                  <a:pt x="14111" y="2959"/>
                  <a:pt x="13944" y="3126"/>
                  <a:pt x="15412" y="3026"/>
                </a:cubicBezTo>
                <a:cubicBezTo>
                  <a:pt x="19515" y="2759"/>
                  <a:pt x="23718" y="2525"/>
                  <a:pt x="27787" y="2358"/>
                </a:cubicBezTo>
                <a:cubicBezTo>
                  <a:pt x="31857" y="2192"/>
                  <a:pt x="35960" y="2192"/>
                  <a:pt x="40063" y="2192"/>
                </a:cubicBezTo>
                <a:cubicBezTo>
                  <a:pt x="44266" y="2158"/>
                  <a:pt x="48502" y="2158"/>
                  <a:pt x="52738" y="2092"/>
                </a:cubicBezTo>
                <a:cubicBezTo>
                  <a:pt x="56975" y="2025"/>
                  <a:pt x="61278" y="1858"/>
                  <a:pt x="65548" y="1625"/>
                </a:cubicBezTo>
                <a:cubicBezTo>
                  <a:pt x="71339" y="1329"/>
                  <a:pt x="77158" y="1007"/>
                  <a:pt x="82955" y="1007"/>
                </a:cubicBezTo>
                <a:close/>
                <a:moveTo>
                  <a:pt x="96991" y="30841"/>
                </a:moveTo>
                <a:cubicBezTo>
                  <a:pt x="97159" y="30841"/>
                  <a:pt x="97103" y="30991"/>
                  <a:pt x="97103" y="31112"/>
                </a:cubicBezTo>
                <a:lnTo>
                  <a:pt x="97103" y="32313"/>
                </a:lnTo>
                <a:lnTo>
                  <a:pt x="97070" y="32313"/>
                </a:lnTo>
                <a:cubicBezTo>
                  <a:pt x="97070" y="32814"/>
                  <a:pt x="97237" y="33347"/>
                  <a:pt x="97037" y="33748"/>
                </a:cubicBezTo>
                <a:cubicBezTo>
                  <a:pt x="96837" y="34148"/>
                  <a:pt x="96169" y="33981"/>
                  <a:pt x="95736" y="34148"/>
                </a:cubicBezTo>
                <a:cubicBezTo>
                  <a:pt x="94735" y="34481"/>
                  <a:pt x="93668" y="34748"/>
                  <a:pt x="92600" y="34915"/>
                </a:cubicBezTo>
                <a:cubicBezTo>
                  <a:pt x="92519" y="34931"/>
                  <a:pt x="92447" y="34942"/>
                  <a:pt x="92386" y="34942"/>
                </a:cubicBezTo>
                <a:cubicBezTo>
                  <a:pt x="92197" y="34942"/>
                  <a:pt x="92108" y="34843"/>
                  <a:pt x="92133" y="34515"/>
                </a:cubicBezTo>
                <a:cubicBezTo>
                  <a:pt x="92267" y="33581"/>
                  <a:pt x="92267" y="32613"/>
                  <a:pt x="92133" y="31679"/>
                </a:cubicBezTo>
                <a:cubicBezTo>
                  <a:pt x="92100" y="31379"/>
                  <a:pt x="92200" y="31312"/>
                  <a:pt x="92500" y="31246"/>
                </a:cubicBezTo>
                <a:cubicBezTo>
                  <a:pt x="93968" y="31012"/>
                  <a:pt x="95469" y="31079"/>
                  <a:pt x="96937" y="30845"/>
                </a:cubicBezTo>
                <a:cubicBezTo>
                  <a:pt x="96957" y="30843"/>
                  <a:pt x="96975" y="30841"/>
                  <a:pt x="96991" y="30841"/>
                </a:cubicBezTo>
                <a:close/>
                <a:moveTo>
                  <a:pt x="90721" y="30308"/>
                </a:moveTo>
                <a:cubicBezTo>
                  <a:pt x="91522" y="30308"/>
                  <a:pt x="92237" y="30449"/>
                  <a:pt x="92966" y="30449"/>
                </a:cubicBezTo>
                <a:cubicBezTo>
                  <a:pt x="93033" y="30449"/>
                  <a:pt x="93100" y="30448"/>
                  <a:pt x="93167" y="30445"/>
                </a:cubicBezTo>
                <a:lnTo>
                  <a:pt x="93167" y="30445"/>
                </a:lnTo>
                <a:cubicBezTo>
                  <a:pt x="92767" y="30612"/>
                  <a:pt x="92367" y="30712"/>
                  <a:pt x="91966" y="30779"/>
                </a:cubicBezTo>
                <a:cubicBezTo>
                  <a:pt x="91733" y="30845"/>
                  <a:pt x="91633" y="30879"/>
                  <a:pt x="91599" y="31212"/>
                </a:cubicBezTo>
                <a:cubicBezTo>
                  <a:pt x="91499" y="32380"/>
                  <a:pt x="91466" y="33581"/>
                  <a:pt x="91499" y="34782"/>
                </a:cubicBezTo>
                <a:cubicBezTo>
                  <a:pt x="91499" y="35153"/>
                  <a:pt x="91415" y="35356"/>
                  <a:pt x="91145" y="35356"/>
                </a:cubicBezTo>
                <a:cubicBezTo>
                  <a:pt x="91076" y="35356"/>
                  <a:pt x="90994" y="35343"/>
                  <a:pt x="90899" y="35315"/>
                </a:cubicBezTo>
                <a:cubicBezTo>
                  <a:pt x="90734" y="35292"/>
                  <a:pt x="90585" y="35268"/>
                  <a:pt x="90430" y="35268"/>
                </a:cubicBezTo>
                <a:cubicBezTo>
                  <a:pt x="90366" y="35268"/>
                  <a:pt x="90300" y="35272"/>
                  <a:pt x="90232" y="35282"/>
                </a:cubicBezTo>
                <a:cubicBezTo>
                  <a:pt x="85995" y="35282"/>
                  <a:pt x="81792" y="34982"/>
                  <a:pt x="77589" y="34882"/>
                </a:cubicBezTo>
                <a:cubicBezTo>
                  <a:pt x="74921" y="34815"/>
                  <a:pt x="72252" y="34715"/>
                  <a:pt x="69584" y="34682"/>
                </a:cubicBezTo>
                <a:cubicBezTo>
                  <a:pt x="63046" y="34548"/>
                  <a:pt x="56508" y="34415"/>
                  <a:pt x="50003" y="34381"/>
                </a:cubicBezTo>
                <a:cubicBezTo>
                  <a:pt x="49377" y="34372"/>
                  <a:pt x="48752" y="34368"/>
                  <a:pt x="48126" y="34368"/>
                </a:cubicBezTo>
                <a:cubicBezTo>
                  <a:pt x="44082" y="34368"/>
                  <a:pt x="40037" y="34542"/>
                  <a:pt x="35993" y="34715"/>
                </a:cubicBezTo>
                <a:cubicBezTo>
                  <a:pt x="30723" y="34915"/>
                  <a:pt x="25452" y="34982"/>
                  <a:pt x="20182" y="35015"/>
                </a:cubicBezTo>
                <a:cubicBezTo>
                  <a:pt x="17580" y="35015"/>
                  <a:pt x="15011" y="35115"/>
                  <a:pt x="12410" y="35215"/>
                </a:cubicBezTo>
                <a:cubicBezTo>
                  <a:pt x="10241" y="35282"/>
                  <a:pt x="8040" y="35549"/>
                  <a:pt x="5872" y="35749"/>
                </a:cubicBezTo>
                <a:cubicBezTo>
                  <a:pt x="5207" y="35807"/>
                  <a:pt x="4543" y="35821"/>
                  <a:pt x="3875" y="35821"/>
                </a:cubicBezTo>
                <a:cubicBezTo>
                  <a:pt x="3249" y="35821"/>
                  <a:pt x="2620" y="35808"/>
                  <a:pt x="1987" y="35808"/>
                </a:cubicBezTo>
                <a:cubicBezTo>
                  <a:pt x="1737" y="35808"/>
                  <a:pt x="1486" y="35810"/>
                  <a:pt x="1235" y="35816"/>
                </a:cubicBezTo>
                <a:cubicBezTo>
                  <a:pt x="1001" y="35816"/>
                  <a:pt x="968" y="35682"/>
                  <a:pt x="935" y="35515"/>
                </a:cubicBezTo>
                <a:cubicBezTo>
                  <a:pt x="835" y="34715"/>
                  <a:pt x="801" y="33914"/>
                  <a:pt x="835" y="33114"/>
                </a:cubicBezTo>
                <a:cubicBezTo>
                  <a:pt x="835" y="32764"/>
                  <a:pt x="1108" y="32444"/>
                  <a:pt x="1480" y="32444"/>
                </a:cubicBezTo>
                <a:cubicBezTo>
                  <a:pt x="1498" y="32444"/>
                  <a:pt x="1517" y="32445"/>
                  <a:pt x="1535" y="32447"/>
                </a:cubicBezTo>
                <a:cubicBezTo>
                  <a:pt x="2072" y="32459"/>
                  <a:pt x="2610" y="32467"/>
                  <a:pt x="3148" y="32467"/>
                </a:cubicBezTo>
                <a:cubicBezTo>
                  <a:pt x="4082" y="32467"/>
                  <a:pt x="5020" y="32443"/>
                  <a:pt x="5972" y="32380"/>
                </a:cubicBezTo>
                <a:cubicBezTo>
                  <a:pt x="6082" y="32364"/>
                  <a:pt x="6206" y="32334"/>
                  <a:pt x="6329" y="32334"/>
                </a:cubicBezTo>
                <a:cubicBezTo>
                  <a:pt x="6466" y="32334"/>
                  <a:pt x="6600" y="32372"/>
                  <a:pt x="6706" y="32513"/>
                </a:cubicBezTo>
                <a:cubicBezTo>
                  <a:pt x="6739" y="32530"/>
                  <a:pt x="6772" y="32538"/>
                  <a:pt x="6806" y="32538"/>
                </a:cubicBezTo>
                <a:cubicBezTo>
                  <a:pt x="6839" y="32538"/>
                  <a:pt x="6872" y="32530"/>
                  <a:pt x="6906" y="32513"/>
                </a:cubicBezTo>
                <a:cubicBezTo>
                  <a:pt x="7156" y="32305"/>
                  <a:pt x="7432" y="32266"/>
                  <a:pt x="7710" y="32266"/>
                </a:cubicBezTo>
                <a:cubicBezTo>
                  <a:pt x="7877" y="32266"/>
                  <a:pt x="8044" y="32280"/>
                  <a:pt x="8207" y="32280"/>
                </a:cubicBezTo>
                <a:cubicBezTo>
                  <a:pt x="11309" y="32113"/>
                  <a:pt x="14444" y="31980"/>
                  <a:pt x="17547" y="31846"/>
                </a:cubicBezTo>
                <a:cubicBezTo>
                  <a:pt x="19248" y="31779"/>
                  <a:pt x="20949" y="31746"/>
                  <a:pt x="22650" y="31713"/>
                </a:cubicBezTo>
                <a:cubicBezTo>
                  <a:pt x="26620" y="31579"/>
                  <a:pt x="30589" y="31446"/>
                  <a:pt x="34592" y="31346"/>
                </a:cubicBezTo>
                <a:cubicBezTo>
                  <a:pt x="36360" y="31279"/>
                  <a:pt x="38128" y="31246"/>
                  <a:pt x="39929" y="31212"/>
                </a:cubicBezTo>
                <a:cubicBezTo>
                  <a:pt x="46801" y="30946"/>
                  <a:pt x="53706" y="30779"/>
                  <a:pt x="60611" y="30745"/>
                </a:cubicBezTo>
                <a:cubicBezTo>
                  <a:pt x="63600" y="30717"/>
                  <a:pt x="66582" y="30707"/>
                  <a:pt x="69564" y="30707"/>
                </a:cubicBezTo>
                <a:cubicBezTo>
                  <a:pt x="73638" y="30707"/>
                  <a:pt x="77710" y="30726"/>
                  <a:pt x="81792" y="30745"/>
                </a:cubicBezTo>
                <a:cubicBezTo>
                  <a:pt x="82242" y="30732"/>
                  <a:pt x="82691" y="30725"/>
                  <a:pt x="83141" y="30725"/>
                </a:cubicBezTo>
                <a:cubicBezTo>
                  <a:pt x="84893" y="30725"/>
                  <a:pt x="86645" y="30826"/>
                  <a:pt x="88397" y="31012"/>
                </a:cubicBezTo>
                <a:cubicBezTo>
                  <a:pt x="89198" y="31112"/>
                  <a:pt x="89998" y="31046"/>
                  <a:pt x="90766" y="31146"/>
                </a:cubicBezTo>
                <a:cubicBezTo>
                  <a:pt x="90816" y="31162"/>
                  <a:pt x="90866" y="31171"/>
                  <a:pt x="90916" y="31171"/>
                </a:cubicBezTo>
                <a:cubicBezTo>
                  <a:pt x="90966" y="31171"/>
                  <a:pt x="91016" y="31162"/>
                  <a:pt x="91066" y="31146"/>
                </a:cubicBezTo>
                <a:cubicBezTo>
                  <a:pt x="91266" y="31112"/>
                  <a:pt x="91499" y="31112"/>
                  <a:pt x="91533" y="30879"/>
                </a:cubicBezTo>
                <a:cubicBezTo>
                  <a:pt x="91566" y="30612"/>
                  <a:pt x="91366" y="30512"/>
                  <a:pt x="91132" y="30479"/>
                </a:cubicBezTo>
                <a:lnTo>
                  <a:pt x="90499" y="30312"/>
                </a:lnTo>
                <a:cubicBezTo>
                  <a:pt x="90574" y="30309"/>
                  <a:pt x="90648" y="30308"/>
                  <a:pt x="90721" y="30308"/>
                </a:cubicBezTo>
                <a:close/>
                <a:moveTo>
                  <a:pt x="83287" y="0"/>
                </a:moveTo>
                <a:cubicBezTo>
                  <a:pt x="76769" y="0"/>
                  <a:pt x="70274" y="405"/>
                  <a:pt x="63780" y="757"/>
                </a:cubicBezTo>
                <a:cubicBezTo>
                  <a:pt x="59276" y="1024"/>
                  <a:pt x="54773" y="1158"/>
                  <a:pt x="50303" y="1224"/>
                </a:cubicBezTo>
                <a:cubicBezTo>
                  <a:pt x="45533" y="1324"/>
                  <a:pt x="40763" y="1291"/>
                  <a:pt x="35993" y="1358"/>
                </a:cubicBezTo>
                <a:cubicBezTo>
                  <a:pt x="33391" y="1391"/>
                  <a:pt x="30756" y="1458"/>
                  <a:pt x="28154" y="1591"/>
                </a:cubicBezTo>
                <a:cubicBezTo>
                  <a:pt x="25386" y="1691"/>
                  <a:pt x="22617" y="1891"/>
                  <a:pt x="19848" y="2092"/>
                </a:cubicBezTo>
                <a:cubicBezTo>
                  <a:pt x="18114" y="2192"/>
                  <a:pt x="16379" y="2325"/>
                  <a:pt x="14645" y="2592"/>
                </a:cubicBezTo>
                <a:cubicBezTo>
                  <a:pt x="13944" y="2592"/>
                  <a:pt x="13377" y="3059"/>
                  <a:pt x="13177" y="3726"/>
                </a:cubicBezTo>
                <a:cubicBezTo>
                  <a:pt x="12743" y="4994"/>
                  <a:pt x="12343" y="6228"/>
                  <a:pt x="12009" y="7529"/>
                </a:cubicBezTo>
                <a:cubicBezTo>
                  <a:pt x="10542" y="12966"/>
                  <a:pt x="9341" y="18470"/>
                  <a:pt x="8040" y="23974"/>
                </a:cubicBezTo>
                <a:cubicBezTo>
                  <a:pt x="7439" y="26309"/>
                  <a:pt x="6972" y="28677"/>
                  <a:pt x="6639" y="31112"/>
                </a:cubicBezTo>
                <a:cubicBezTo>
                  <a:pt x="6572" y="31579"/>
                  <a:pt x="6472" y="31713"/>
                  <a:pt x="5972" y="31746"/>
                </a:cubicBezTo>
                <a:cubicBezTo>
                  <a:pt x="4504" y="31813"/>
                  <a:pt x="3036" y="31913"/>
                  <a:pt x="1569" y="31913"/>
                </a:cubicBezTo>
                <a:cubicBezTo>
                  <a:pt x="635" y="31946"/>
                  <a:pt x="168" y="32280"/>
                  <a:pt x="101" y="33080"/>
                </a:cubicBezTo>
                <a:cubicBezTo>
                  <a:pt x="1" y="34048"/>
                  <a:pt x="134" y="35015"/>
                  <a:pt x="468" y="35916"/>
                </a:cubicBezTo>
                <a:cubicBezTo>
                  <a:pt x="534" y="36149"/>
                  <a:pt x="735" y="36316"/>
                  <a:pt x="935" y="36316"/>
                </a:cubicBezTo>
                <a:cubicBezTo>
                  <a:pt x="1902" y="36316"/>
                  <a:pt x="2836" y="36383"/>
                  <a:pt x="3803" y="36383"/>
                </a:cubicBezTo>
                <a:cubicBezTo>
                  <a:pt x="3998" y="36387"/>
                  <a:pt x="4194" y="36389"/>
                  <a:pt x="4390" y="36389"/>
                </a:cubicBezTo>
                <a:cubicBezTo>
                  <a:pt x="5736" y="36389"/>
                  <a:pt x="7101" y="36291"/>
                  <a:pt x="8440" y="36116"/>
                </a:cubicBezTo>
                <a:cubicBezTo>
                  <a:pt x="10869" y="35876"/>
                  <a:pt x="13298" y="35744"/>
                  <a:pt x="15703" y="35744"/>
                </a:cubicBezTo>
                <a:cubicBezTo>
                  <a:pt x="15973" y="35744"/>
                  <a:pt x="16243" y="35746"/>
                  <a:pt x="16513" y="35749"/>
                </a:cubicBezTo>
                <a:cubicBezTo>
                  <a:pt x="23818" y="35716"/>
                  <a:pt x="31090" y="35682"/>
                  <a:pt x="38361" y="35415"/>
                </a:cubicBezTo>
                <a:cubicBezTo>
                  <a:pt x="39896" y="35349"/>
                  <a:pt x="41430" y="35349"/>
                  <a:pt x="42931" y="35282"/>
                </a:cubicBezTo>
                <a:cubicBezTo>
                  <a:pt x="45185" y="35203"/>
                  <a:pt x="47439" y="35169"/>
                  <a:pt x="49693" y="35169"/>
                </a:cubicBezTo>
                <a:cubicBezTo>
                  <a:pt x="52209" y="35169"/>
                  <a:pt x="54725" y="35212"/>
                  <a:pt x="57242" y="35282"/>
                </a:cubicBezTo>
                <a:cubicBezTo>
                  <a:pt x="60177" y="35349"/>
                  <a:pt x="63112" y="35415"/>
                  <a:pt x="66048" y="35482"/>
                </a:cubicBezTo>
                <a:cubicBezTo>
                  <a:pt x="68716" y="35549"/>
                  <a:pt x="71385" y="35549"/>
                  <a:pt x="74054" y="35616"/>
                </a:cubicBezTo>
                <a:cubicBezTo>
                  <a:pt x="79114" y="35773"/>
                  <a:pt x="84174" y="36019"/>
                  <a:pt x="89206" y="36019"/>
                </a:cubicBezTo>
                <a:cubicBezTo>
                  <a:pt x="89515" y="36019"/>
                  <a:pt x="89823" y="36018"/>
                  <a:pt x="90132" y="36016"/>
                </a:cubicBezTo>
                <a:cubicBezTo>
                  <a:pt x="90212" y="36025"/>
                  <a:pt x="90290" y="36029"/>
                  <a:pt x="90367" y="36029"/>
                </a:cubicBezTo>
                <a:cubicBezTo>
                  <a:pt x="90577" y="36029"/>
                  <a:pt x="90779" y="35998"/>
                  <a:pt x="90999" y="35949"/>
                </a:cubicBezTo>
                <a:cubicBezTo>
                  <a:pt x="91833" y="35649"/>
                  <a:pt x="92700" y="35449"/>
                  <a:pt x="93568" y="35315"/>
                </a:cubicBezTo>
                <a:cubicBezTo>
                  <a:pt x="94768" y="35182"/>
                  <a:pt x="95936" y="34715"/>
                  <a:pt x="97137" y="34515"/>
                </a:cubicBezTo>
                <a:cubicBezTo>
                  <a:pt x="97537" y="34448"/>
                  <a:pt x="97737" y="34248"/>
                  <a:pt x="97737" y="33848"/>
                </a:cubicBezTo>
                <a:cubicBezTo>
                  <a:pt x="97737" y="32847"/>
                  <a:pt x="97871" y="31813"/>
                  <a:pt x="97737" y="30812"/>
                </a:cubicBezTo>
                <a:cubicBezTo>
                  <a:pt x="97712" y="30581"/>
                  <a:pt x="97844" y="30093"/>
                  <a:pt x="97542" y="30093"/>
                </a:cubicBezTo>
                <a:cubicBezTo>
                  <a:pt x="97451" y="30093"/>
                  <a:pt x="97321" y="30137"/>
                  <a:pt x="97137" y="30245"/>
                </a:cubicBezTo>
                <a:cubicBezTo>
                  <a:pt x="97133" y="30249"/>
                  <a:pt x="97129" y="30250"/>
                  <a:pt x="97124" y="30250"/>
                </a:cubicBezTo>
                <a:cubicBezTo>
                  <a:pt x="97089" y="30250"/>
                  <a:pt x="97029" y="30145"/>
                  <a:pt x="96970" y="30145"/>
                </a:cubicBezTo>
                <a:cubicBezTo>
                  <a:pt x="96770" y="30078"/>
                  <a:pt x="96536" y="30012"/>
                  <a:pt x="96336" y="30012"/>
                </a:cubicBezTo>
                <a:cubicBezTo>
                  <a:pt x="96206" y="30014"/>
                  <a:pt x="96076" y="30015"/>
                  <a:pt x="95946" y="30015"/>
                </a:cubicBezTo>
                <a:cubicBezTo>
                  <a:pt x="94385" y="30015"/>
                  <a:pt x="92825" y="29866"/>
                  <a:pt x="91264" y="29866"/>
                </a:cubicBezTo>
                <a:cubicBezTo>
                  <a:pt x="91020" y="29866"/>
                  <a:pt x="90776" y="29870"/>
                  <a:pt x="90532" y="29878"/>
                </a:cubicBezTo>
                <a:cubicBezTo>
                  <a:pt x="90198" y="29878"/>
                  <a:pt x="90098" y="29811"/>
                  <a:pt x="90198" y="29478"/>
                </a:cubicBezTo>
                <a:cubicBezTo>
                  <a:pt x="91166" y="25642"/>
                  <a:pt x="92033" y="21806"/>
                  <a:pt x="93034" y="17936"/>
                </a:cubicBezTo>
                <a:cubicBezTo>
                  <a:pt x="94135" y="13566"/>
                  <a:pt x="95436" y="9230"/>
                  <a:pt x="96236" y="4793"/>
                </a:cubicBezTo>
                <a:cubicBezTo>
                  <a:pt x="96370" y="4460"/>
                  <a:pt x="96403" y="4093"/>
                  <a:pt x="96370" y="3726"/>
                </a:cubicBezTo>
                <a:cubicBezTo>
                  <a:pt x="96203" y="2859"/>
                  <a:pt x="95802" y="2058"/>
                  <a:pt x="95302" y="1358"/>
                </a:cubicBezTo>
                <a:cubicBezTo>
                  <a:pt x="95169" y="1258"/>
                  <a:pt x="95102" y="1124"/>
                  <a:pt x="95069" y="957"/>
                </a:cubicBezTo>
                <a:cubicBezTo>
                  <a:pt x="95035" y="390"/>
                  <a:pt x="94768" y="123"/>
                  <a:pt x="94168" y="123"/>
                </a:cubicBezTo>
                <a:cubicBezTo>
                  <a:pt x="93666" y="130"/>
                  <a:pt x="93163" y="132"/>
                  <a:pt x="92659" y="132"/>
                </a:cubicBezTo>
                <a:cubicBezTo>
                  <a:pt x="90418" y="132"/>
                  <a:pt x="88162" y="78"/>
                  <a:pt x="85929" y="23"/>
                </a:cubicBezTo>
                <a:cubicBezTo>
                  <a:pt x="85048" y="8"/>
                  <a:pt x="84167" y="0"/>
                  <a:pt x="8328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803" name="Google Shape;616;p9"/>
          <p:cNvGrpSpPr/>
          <p:nvPr/>
        </p:nvGrpSpPr>
        <p:grpSpPr>
          <a:xfrm>
            <a:off x="2449080" y="118440"/>
            <a:ext cx="1682280" cy="1373040"/>
            <a:chOff x="2449080" y="118440"/>
            <a:chExt cx="1682280" cy="1373040"/>
          </a:xfrm>
        </p:grpSpPr>
        <p:sp>
          <p:nvSpPr>
            <p:cNvPr id="3804" name="Google Shape;617;p9"/>
            <p:cNvSpPr/>
            <p:nvPr/>
          </p:nvSpPr>
          <p:spPr>
            <a:xfrm rot="1744800">
              <a:off x="2562840" y="492480"/>
              <a:ext cx="262440" cy="53784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537840"/>
                <a:gd name="textAreaBottom" fmla="*/ 538200 h 537840"/>
              </a:gdLst>
              <a:ahLst/>
              <a:cxnLst/>
              <a:rect l="textAreaLeft" t="textAreaTop" r="textAreaRight" b="textAreaBottom"/>
              <a:pathLst>
                <a:path w="12388" h="25358">
                  <a:moveTo>
                    <a:pt x="4332" y="0"/>
                  </a:moveTo>
                  <a:cubicBezTo>
                    <a:pt x="3479" y="0"/>
                    <a:pt x="2703" y="805"/>
                    <a:pt x="2229" y="1436"/>
                  </a:cubicBezTo>
                  <a:cubicBezTo>
                    <a:pt x="0" y="4308"/>
                    <a:pt x="65" y="9066"/>
                    <a:pt x="3687" y="10652"/>
                  </a:cubicBezTo>
                  <a:cubicBezTo>
                    <a:pt x="5508" y="11466"/>
                    <a:pt x="7544" y="11509"/>
                    <a:pt x="9237" y="12602"/>
                  </a:cubicBezTo>
                  <a:cubicBezTo>
                    <a:pt x="11573" y="14123"/>
                    <a:pt x="11573" y="17574"/>
                    <a:pt x="10844" y="19910"/>
                  </a:cubicBezTo>
                  <a:cubicBezTo>
                    <a:pt x="10198" y="22004"/>
                    <a:pt x="8265" y="24546"/>
                    <a:pt x="5894" y="24546"/>
                  </a:cubicBezTo>
                  <a:cubicBezTo>
                    <a:pt x="5669" y="24546"/>
                    <a:pt x="5440" y="24523"/>
                    <a:pt x="5208" y="24474"/>
                  </a:cubicBezTo>
                  <a:cubicBezTo>
                    <a:pt x="2786" y="23982"/>
                    <a:pt x="2165" y="20403"/>
                    <a:pt x="4329" y="19203"/>
                  </a:cubicBezTo>
                  <a:cubicBezTo>
                    <a:pt x="4712" y="19002"/>
                    <a:pt x="4475" y="18461"/>
                    <a:pt x="4119" y="18461"/>
                  </a:cubicBezTo>
                  <a:cubicBezTo>
                    <a:pt x="4056" y="18461"/>
                    <a:pt x="3990" y="18478"/>
                    <a:pt x="3922" y="18517"/>
                  </a:cubicBezTo>
                  <a:cubicBezTo>
                    <a:pt x="570" y="20351"/>
                    <a:pt x="2486" y="25357"/>
                    <a:pt x="5996" y="25357"/>
                  </a:cubicBezTo>
                  <a:cubicBezTo>
                    <a:pt x="6054" y="25357"/>
                    <a:pt x="6113" y="25356"/>
                    <a:pt x="6172" y="25353"/>
                  </a:cubicBezTo>
                  <a:cubicBezTo>
                    <a:pt x="8273" y="25246"/>
                    <a:pt x="9987" y="23382"/>
                    <a:pt x="10952" y="21688"/>
                  </a:cubicBezTo>
                  <a:cubicBezTo>
                    <a:pt x="12087" y="19631"/>
                    <a:pt x="12387" y="17231"/>
                    <a:pt x="11787" y="14981"/>
                  </a:cubicBezTo>
                  <a:cubicBezTo>
                    <a:pt x="11230" y="12966"/>
                    <a:pt x="9773" y="11745"/>
                    <a:pt x="7865" y="11059"/>
                  </a:cubicBezTo>
                  <a:cubicBezTo>
                    <a:pt x="5787" y="10330"/>
                    <a:pt x="3151" y="10287"/>
                    <a:pt x="1972" y="8123"/>
                  </a:cubicBezTo>
                  <a:cubicBezTo>
                    <a:pt x="922" y="6194"/>
                    <a:pt x="1736" y="3515"/>
                    <a:pt x="2915" y="1844"/>
                  </a:cubicBezTo>
                  <a:cubicBezTo>
                    <a:pt x="3200" y="1457"/>
                    <a:pt x="3775" y="822"/>
                    <a:pt x="4320" y="822"/>
                  </a:cubicBezTo>
                  <a:cubicBezTo>
                    <a:pt x="4470" y="822"/>
                    <a:pt x="4619" y="870"/>
                    <a:pt x="4758" y="986"/>
                  </a:cubicBezTo>
                  <a:cubicBezTo>
                    <a:pt x="5680" y="1736"/>
                    <a:pt x="5572" y="3644"/>
                    <a:pt x="5572" y="4672"/>
                  </a:cubicBezTo>
                  <a:cubicBezTo>
                    <a:pt x="5572" y="4930"/>
                    <a:pt x="5776" y="5058"/>
                    <a:pt x="5980" y="5058"/>
                  </a:cubicBezTo>
                  <a:cubicBezTo>
                    <a:pt x="6183" y="5058"/>
                    <a:pt x="6387" y="4930"/>
                    <a:pt x="6387" y="4672"/>
                  </a:cubicBezTo>
                  <a:cubicBezTo>
                    <a:pt x="6365" y="3301"/>
                    <a:pt x="6408" y="836"/>
                    <a:pt x="4908" y="129"/>
                  </a:cubicBezTo>
                  <a:cubicBezTo>
                    <a:pt x="4714" y="40"/>
                    <a:pt x="4521" y="0"/>
                    <a:pt x="4332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5" name="Google Shape;618;p9"/>
            <p:cNvSpPr/>
            <p:nvPr/>
          </p:nvSpPr>
          <p:spPr>
            <a:xfrm rot="1744800">
              <a:off x="2895120" y="315360"/>
              <a:ext cx="1065240" cy="978840"/>
            </a:xfrm>
            <a:custGeom>
              <a:avLst/>
              <a:gdLst>
                <a:gd name="textAreaLeft" fmla="*/ 0 w 1065240"/>
                <a:gd name="textAreaRight" fmla="*/ 1065600 w 1065240"/>
                <a:gd name="textAreaTop" fmla="*/ 0 h 978840"/>
                <a:gd name="textAreaBottom" fmla="*/ 979200 h 978840"/>
              </a:gdLst>
              <a:ahLst/>
              <a:cxnLst/>
              <a:rect l="textAreaLeft" t="textAreaTop" r="textAreaRight" b="textAreaBottom"/>
              <a:pathLst>
                <a:path w="50220" h="46145">
                  <a:moveTo>
                    <a:pt x="40307" y="830"/>
                  </a:moveTo>
                  <a:cubicBezTo>
                    <a:pt x="41494" y="830"/>
                    <a:pt x="41513" y="3001"/>
                    <a:pt x="41533" y="3825"/>
                  </a:cubicBezTo>
                  <a:cubicBezTo>
                    <a:pt x="41554" y="7575"/>
                    <a:pt x="39968" y="10897"/>
                    <a:pt x="38083" y="14090"/>
                  </a:cubicBezTo>
                  <a:cubicBezTo>
                    <a:pt x="38040" y="13661"/>
                    <a:pt x="38018" y="13254"/>
                    <a:pt x="37975" y="12869"/>
                  </a:cubicBezTo>
                  <a:cubicBezTo>
                    <a:pt x="37740" y="10040"/>
                    <a:pt x="37654" y="7189"/>
                    <a:pt x="38061" y="4382"/>
                  </a:cubicBezTo>
                  <a:cubicBezTo>
                    <a:pt x="38254" y="3182"/>
                    <a:pt x="38597" y="1317"/>
                    <a:pt x="39947" y="889"/>
                  </a:cubicBezTo>
                  <a:cubicBezTo>
                    <a:pt x="40078" y="849"/>
                    <a:pt x="40197" y="830"/>
                    <a:pt x="40307" y="830"/>
                  </a:cubicBezTo>
                  <a:close/>
                  <a:moveTo>
                    <a:pt x="32761" y="19904"/>
                  </a:moveTo>
                  <a:cubicBezTo>
                    <a:pt x="34785" y="19904"/>
                    <a:pt x="34685" y="23447"/>
                    <a:pt x="34568" y="24934"/>
                  </a:cubicBezTo>
                  <a:cubicBezTo>
                    <a:pt x="34461" y="26541"/>
                    <a:pt x="33904" y="29820"/>
                    <a:pt x="31803" y="30035"/>
                  </a:cubicBezTo>
                  <a:cubicBezTo>
                    <a:pt x="31767" y="30038"/>
                    <a:pt x="31730" y="30039"/>
                    <a:pt x="31695" y="30039"/>
                  </a:cubicBezTo>
                  <a:cubicBezTo>
                    <a:pt x="30007" y="30039"/>
                    <a:pt x="29595" y="26625"/>
                    <a:pt x="29553" y="25513"/>
                  </a:cubicBezTo>
                  <a:cubicBezTo>
                    <a:pt x="29510" y="24505"/>
                    <a:pt x="29639" y="23498"/>
                    <a:pt x="29960" y="22555"/>
                  </a:cubicBezTo>
                  <a:cubicBezTo>
                    <a:pt x="29982" y="22512"/>
                    <a:pt x="29982" y="22491"/>
                    <a:pt x="29982" y="22470"/>
                  </a:cubicBezTo>
                  <a:cubicBezTo>
                    <a:pt x="30346" y="21398"/>
                    <a:pt x="31118" y="20498"/>
                    <a:pt x="32125" y="20005"/>
                  </a:cubicBezTo>
                  <a:cubicBezTo>
                    <a:pt x="32357" y="19936"/>
                    <a:pt x="32569" y="19904"/>
                    <a:pt x="32761" y="19904"/>
                  </a:cubicBezTo>
                  <a:close/>
                  <a:moveTo>
                    <a:pt x="8963" y="24718"/>
                  </a:moveTo>
                  <a:cubicBezTo>
                    <a:pt x="9038" y="24718"/>
                    <a:pt x="9131" y="24771"/>
                    <a:pt x="9258" y="24891"/>
                  </a:cubicBezTo>
                  <a:cubicBezTo>
                    <a:pt x="10201" y="25791"/>
                    <a:pt x="9773" y="27720"/>
                    <a:pt x="9558" y="28792"/>
                  </a:cubicBezTo>
                  <a:cubicBezTo>
                    <a:pt x="9301" y="29992"/>
                    <a:pt x="8915" y="31149"/>
                    <a:pt x="8551" y="32328"/>
                  </a:cubicBezTo>
                  <a:cubicBezTo>
                    <a:pt x="8380" y="32863"/>
                    <a:pt x="8230" y="33421"/>
                    <a:pt x="8080" y="33978"/>
                  </a:cubicBezTo>
                  <a:cubicBezTo>
                    <a:pt x="7930" y="32563"/>
                    <a:pt x="7844" y="31149"/>
                    <a:pt x="7822" y="29713"/>
                  </a:cubicBezTo>
                  <a:cubicBezTo>
                    <a:pt x="7801" y="28620"/>
                    <a:pt x="7908" y="27549"/>
                    <a:pt x="8122" y="26477"/>
                  </a:cubicBezTo>
                  <a:cubicBezTo>
                    <a:pt x="8208" y="26048"/>
                    <a:pt x="8358" y="25641"/>
                    <a:pt x="8573" y="25234"/>
                  </a:cubicBezTo>
                  <a:cubicBezTo>
                    <a:pt x="8730" y="24933"/>
                    <a:pt x="8811" y="24718"/>
                    <a:pt x="8963" y="24718"/>
                  </a:cubicBezTo>
                  <a:close/>
                  <a:moveTo>
                    <a:pt x="23316" y="22994"/>
                  </a:moveTo>
                  <a:cubicBezTo>
                    <a:pt x="24478" y="22994"/>
                    <a:pt x="25405" y="24302"/>
                    <a:pt x="25781" y="25448"/>
                  </a:cubicBezTo>
                  <a:cubicBezTo>
                    <a:pt x="26615" y="28055"/>
                    <a:pt x="26319" y="35285"/>
                    <a:pt x="22472" y="35285"/>
                  </a:cubicBezTo>
                  <a:cubicBezTo>
                    <a:pt x="22461" y="35285"/>
                    <a:pt x="22450" y="35285"/>
                    <a:pt x="22438" y="35285"/>
                  </a:cubicBezTo>
                  <a:cubicBezTo>
                    <a:pt x="21174" y="34835"/>
                    <a:pt x="20831" y="32928"/>
                    <a:pt x="20574" y="31813"/>
                  </a:cubicBezTo>
                  <a:cubicBezTo>
                    <a:pt x="20445" y="31170"/>
                    <a:pt x="20359" y="30549"/>
                    <a:pt x="20317" y="29906"/>
                  </a:cubicBezTo>
                  <a:lnTo>
                    <a:pt x="20317" y="29906"/>
                  </a:lnTo>
                  <a:cubicBezTo>
                    <a:pt x="20361" y="29922"/>
                    <a:pt x="20406" y="29929"/>
                    <a:pt x="20449" y="29929"/>
                  </a:cubicBezTo>
                  <a:cubicBezTo>
                    <a:pt x="20698" y="29929"/>
                    <a:pt x="20907" y="29687"/>
                    <a:pt x="20852" y="29413"/>
                  </a:cubicBezTo>
                  <a:cubicBezTo>
                    <a:pt x="20424" y="27441"/>
                    <a:pt x="20359" y="24763"/>
                    <a:pt x="22181" y="23412"/>
                  </a:cubicBezTo>
                  <a:cubicBezTo>
                    <a:pt x="22576" y="23119"/>
                    <a:pt x="22957" y="22994"/>
                    <a:pt x="23316" y="22994"/>
                  </a:cubicBezTo>
                  <a:close/>
                  <a:moveTo>
                    <a:pt x="40235" y="0"/>
                  </a:moveTo>
                  <a:cubicBezTo>
                    <a:pt x="39893" y="0"/>
                    <a:pt x="39511" y="119"/>
                    <a:pt x="39090" y="396"/>
                  </a:cubicBezTo>
                  <a:cubicBezTo>
                    <a:pt x="37183" y="1639"/>
                    <a:pt x="37290" y="4682"/>
                    <a:pt x="36990" y="6654"/>
                  </a:cubicBezTo>
                  <a:cubicBezTo>
                    <a:pt x="36732" y="8325"/>
                    <a:pt x="37011" y="10254"/>
                    <a:pt x="37118" y="11926"/>
                  </a:cubicBezTo>
                  <a:cubicBezTo>
                    <a:pt x="37183" y="13019"/>
                    <a:pt x="37290" y="14090"/>
                    <a:pt x="37440" y="15183"/>
                  </a:cubicBezTo>
                  <a:cubicBezTo>
                    <a:pt x="36454" y="16812"/>
                    <a:pt x="35447" y="18419"/>
                    <a:pt x="34589" y="20048"/>
                  </a:cubicBezTo>
                  <a:cubicBezTo>
                    <a:pt x="34199" y="19470"/>
                    <a:pt x="33638" y="19086"/>
                    <a:pt x="32864" y="19086"/>
                  </a:cubicBezTo>
                  <a:cubicBezTo>
                    <a:pt x="32576" y="19086"/>
                    <a:pt x="32259" y="19139"/>
                    <a:pt x="31911" y="19255"/>
                  </a:cubicBezTo>
                  <a:lnTo>
                    <a:pt x="31825" y="19276"/>
                  </a:lnTo>
                  <a:cubicBezTo>
                    <a:pt x="30539" y="19855"/>
                    <a:pt x="29725" y="20905"/>
                    <a:pt x="29275" y="22148"/>
                  </a:cubicBezTo>
                  <a:cubicBezTo>
                    <a:pt x="28782" y="22577"/>
                    <a:pt x="28246" y="22941"/>
                    <a:pt x="27667" y="23241"/>
                  </a:cubicBezTo>
                  <a:cubicBezTo>
                    <a:pt x="27323" y="23441"/>
                    <a:pt x="26671" y="23793"/>
                    <a:pt x="26167" y="23793"/>
                  </a:cubicBezTo>
                  <a:cubicBezTo>
                    <a:pt x="26076" y="23793"/>
                    <a:pt x="25989" y="23782"/>
                    <a:pt x="25910" y="23755"/>
                  </a:cubicBezTo>
                  <a:cubicBezTo>
                    <a:pt x="25298" y="22831"/>
                    <a:pt x="24346" y="22255"/>
                    <a:pt x="23330" y="22255"/>
                  </a:cubicBezTo>
                  <a:cubicBezTo>
                    <a:pt x="22816" y="22255"/>
                    <a:pt x="22285" y="22403"/>
                    <a:pt x="21774" y="22727"/>
                  </a:cubicBezTo>
                  <a:cubicBezTo>
                    <a:pt x="20188" y="23755"/>
                    <a:pt x="19759" y="25706"/>
                    <a:pt x="19824" y="27549"/>
                  </a:cubicBezTo>
                  <a:cubicBezTo>
                    <a:pt x="19695" y="27591"/>
                    <a:pt x="19609" y="27699"/>
                    <a:pt x="19588" y="27827"/>
                  </a:cubicBezTo>
                  <a:cubicBezTo>
                    <a:pt x="18945" y="30399"/>
                    <a:pt x="18345" y="33121"/>
                    <a:pt x="16952" y="35392"/>
                  </a:cubicBezTo>
                  <a:cubicBezTo>
                    <a:pt x="16662" y="35876"/>
                    <a:pt x="16250" y="36464"/>
                    <a:pt x="15652" y="36464"/>
                  </a:cubicBezTo>
                  <a:cubicBezTo>
                    <a:pt x="15588" y="36464"/>
                    <a:pt x="15521" y="36457"/>
                    <a:pt x="15452" y="36442"/>
                  </a:cubicBezTo>
                  <a:cubicBezTo>
                    <a:pt x="14830" y="36314"/>
                    <a:pt x="14616" y="35199"/>
                    <a:pt x="14487" y="34706"/>
                  </a:cubicBezTo>
                  <a:cubicBezTo>
                    <a:pt x="14166" y="33528"/>
                    <a:pt x="13973" y="32371"/>
                    <a:pt x="13544" y="31235"/>
                  </a:cubicBezTo>
                  <a:cubicBezTo>
                    <a:pt x="13276" y="30574"/>
                    <a:pt x="12848" y="29774"/>
                    <a:pt x="12051" y="29774"/>
                  </a:cubicBezTo>
                  <a:cubicBezTo>
                    <a:pt x="12021" y="29774"/>
                    <a:pt x="11990" y="29775"/>
                    <a:pt x="11959" y="29777"/>
                  </a:cubicBezTo>
                  <a:cubicBezTo>
                    <a:pt x="10887" y="29863"/>
                    <a:pt x="10308" y="31513"/>
                    <a:pt x="9965" y="32285"/>
                  </a:cubicBezTo>
                  <a:cubicBezTo>
                    <a:pt x="9237" y="34021"/>
                    <a:pt x="8787" y="35885"/>
                    <a:pt x="8658" y="37771"/>
                  </a:cubicBezTo>
                  <a:cubicBezTo>
                    <a:pt x="8551" y="37257"/>
                    <a:pt x="8465" y="36742"/>
                    <a:pt x="8401" y="36207"/>
                  </a:cubicBezTo>
                  <a:cubicBezTo>
                    <a:pt x="8573" y="35521"/>
                    <a:pt x="8723" y="34814"/>
                    <a:pt x="8915" y="34106"/>
                  </a:cubicBezTo>
                  <a:cubicBezTo>
                    <a:pt x="9580" y="31470"/>
                    <a:pt x="12473" y="25727"/>
                    <a:pt x="9173" y="23841"/>
                  </a:cubicBezTo>
                  <a:cubicBezTo>
                    <a:pt x="9108" y="23798"/>
                    <a:pt x="9039" y="23777"/>
                    <a:pt x="8969" y="23777"/>
                  </a:cubicBezTo>
                  <a:cubicBezTo>
                    <a:pt x="8899" y="23777"/>
                    <a:pt x="8830" y="23798"/>
                    <a:pt x="8765" y="23841"/>
                  </a:cubicBezTo>
                  <a:cubicBezTo>
                    <a:pt x="6408" y="25556"/>
                    <a:pt x="6965" y="29970"/>
                    <a:pt x="7158" y="32456"/>
                  </a:cubicBezTo>
                  <a:cubicBezTo>
                    <a:pt x="7265" y="33678"/>
                    <a:pt x="7415" y="34899"/>
                    <a:pt x="7587" y="36121"/>
                  </a:cubicBezTo>
                  <a:cubicBezTo>
                    <a:pt x="7415" y="36785"/>
                    <a:pt x="7265" y="37450"/>
                    <a:pt x="7072" y="38135"/>
                  </a:cubicBezTo>
                  <a:cubicBezTo>
                    <a:pt x="6494" y="40364"/>
                    <a:pt x="5808" y="43000"/>
                    <a:pt x="4115" y="44672"/>
                  </a:cubicBezTo>
                  <a:cubicBezTo>
                    <a:pt x="3578" y="45204"/>
                    <a:pt x="3126" y="45425"/>
                    <a:pt x="2746" y="45425"/>
                  </a:cubicBezTo>
                  <a:cubicBezTo>
                    <a:pt x="1307" y="45425"/>
                    <a:pt x="904" y="42261"/>
                    <a:pt x="836" y="40921"/>
                  </a:cubicBezTo>
                  <a:cubicBezTo>
                    <a:pt x="750" y="39507"/>
                    <a:pt x="1072" y="38071"/>
                    <a:pt x="1715" y="36807"/>
                  </a:cubicBezTo>
                  <a:cubicBezTo>
                    <a:pt x="1972" y="36250"/>
                    <a:pt x="2336" y="35714"/>
                    <a:pt x="2786" y="35264"/>
                  </a:cubicBezTo>
                  <a:cubicBezTo>
                    <a:pt x="2992" y="35043"/>
                    <a:pt x="3166" y="34950"/>
                    <a:pt x="3310" y="34950"/>
                  </a:cubicBezTo>
                  <a:cubicBezTo>
                    <a:pt x="3600" y="34950"/>
                    <a:pt x="3772" y="35327"/>
                    <a:pt x="3858" y="35799"/>
                  </a:cubicBezTo>
                  <a:cubicBezTo>
                    <a:pt x="3901" y="36005"/>
                    <a:pt x="4050" y="36094"/>
                    <a:pt x="4208" y="36094"/>
                  </a:cubicBezTo>
                  <a:cubicBezTo>
                    <a:pt x="4445" y="36094"/>
                    <a:pt x="4702" y="35894"/>
                    <a:pt x="4651" y="35585"/>
                  </a:cubicBezTo>
                  <a:cubicBezTo>
                    <a:pt x="4474" y="34661"/>
                    <a:pt x="3996" y="34133"/>
                    <a:pt x="3380" y="34133"/>
                  </a:cubicBezTo>
                  <a:cubicBezTo>
                    <a:pt x="3024" y="34133"/>
                    <a:pt x="2623" y="34309"/>
                    <a:pt x="2208" y="34685"/>
                  </a:cubicBezTo>
                  <a:cubicBezTo>
                    <a:pt x="707" y="36057"/>
                    <a:pt x="0" y="38543"/>
                    <a:pt x="22" y="40514"/>
                  </a:cubicBezTo>
                  <a:cubicBezTo>
                    <a:pt x="22" y="42036"/>
                    <a:pt x="86" y="44157"/>
                    <a:pt x="1093" y="45400"/>
                  </a:cubicBezTo>
                  <a:cubicBezTo>
                    <a:pt x="1514" y="45931"/>
                    <a:pt x="2036" y="46145"/>
                    <a:pt x="2577" y="46145"/>
                  </a:cubicBezTo>
                  <a:cubicBezTo>
                    <a:pt x="3306" y="46145"/>
                    <a:pt x="4070" y="45757"/>
                    <a:pt x="4672" y="45229"/>
                  </a:cubicBezTo>
                  <a:cubicBezTo>
                    <a:pt x="6087" y="43986"/>
                    <a:pt x="6751" y="41864"/>
                    <a:pt x="7308" y="40150"/>
                  </a:cubicBezTo>
                  <a:cubicBezTo>
                    <a:pt x="7544" y="39464"/>
                    <a:pt x="7737" y="38800"/>
                    <a:pt x="7908" y="38114"/>
                  </a:cubicBezTo>
                  <a:cubicBezTo>
                    <a:pt x="8165" y="39678"/>
                    <a:pt x="8508" y="41221"/>
                    <a:pt x="8851" y="42764"/>
                  </a:cubicBezTo>
                  <a:cubicBezTo>
                    <a:pt x="8902" y="42967"/>
                    <a:pt x="9045" y="43053"/>
                    <a:pt x="9196" y="43053"/>
                  </a:cubicBezTo>
                  <a:cubicBezTo>
                    <a:pt x="9427" y="43053"/>
                    <a:pt x="9675" y="42849"/>
                    <a:pt x="9623" y="42550"/>
                  </a:cubicBezTo>
                  <a:cubicBezTo>
                    <a:pt x="9044" y="38757"/>
                    <a:pt x="9387" y="34471"/>
                    <a:pt x="11423" y="31149"/>
                  </a:cubicBezTo>
                  <a:cubicBezTo>
                    <a:pt x="11629" y="30821"/>
                    <a:pt x="11824" y="30685"/>
                    <a:pt x="12007" y="30685"/>
                  </a:cubicBezTo>
                  <a:cubicBezTo>
                    <a:pt x="12753" y="30685"/>
                    <a:pt x="13278" y="32959"/>
                    <a:pt x="13416" y="33614"/>
                  </a:cubicBezTo>
                  <a:cubicBezTo>
                    <a:pt x="13630" y="34621"/>
                    <a:pt x="13780" y="35692"/>
                    <a:pt x="14380" y="36550"/>
                  </a:cubicBezTo>
                  <a:cubicBezTo>
                    <a:pt x="14730" y="37084"/>
                    <a:pt x="15128" y="37294"/>
                    <a:pt x="15530" y="37294"/>
                  </a:cubicBezTo>
                  <a:cubicBezTo>
                    <a:pt x="16483" y="37294"/>
                    <a:pt x="17464" y="36120"/>
                    <a:pt x="17916" y="35307"/>
                  </a:cubicBezTo>
                  <a:cubicBezTo>
                    <a:pt x="18666" y="33892"/>
                    <a:pt x="19224" y="32413"/>
                    <a:pt x="19609" y="30892"/>
                  </a:cubicBezTo>
                  <a:cubicBezTo>
                    <a:pt x="19695" y="31470"/>
                    <a:pt x="19802" y="32049"/>
                    <a:pt x="19931" y="32606"/>
                  </a:cubicBezTo>
                  <a:cubicBezTo>
                    <a:pt x="20252" y="33935"/>
                    <a:pt x="20831" y="35607"/>
                    <a:pt x="22267" y="36078"/>
                  </a:cubicBezTo>
                  <a:cubicBezTo>
                    <a:pt x="22299" y="36089"/>
                    <a:pt x="22331" y="36094"/>
                    <a:pt x="22363" y="36094"/>
                  </a:cubicBezTo>
                  <a:cubicBezTo>
                    <a:pt x="22395" y="36094"/>
                    <a:pt x="22427" y="36089"/>
                    <a:pt x="22460" y="36078"/>
                  </a:cubicBezTo>
                  <a:cubicBezTo>
                    <a:pt x="24817" y="36078"/>
                    <a:pt x="25953" y="33806"/>
                    <a:pt x="26489" y="31792"/>
                  </a:cubicBezTo>
                  <a:cubicBezTo>
                    <a:pt x="27110" y="29499"/>
                    <a:pt x="27196" y="26820"/>
                    <a:pt x="26317" y="24570"/>
                  </a:cubicBezTo>
                  <a:cubicBezTo>
                    <a:pt x="27174" y="24527"/>
                    <a:pt x="28139" y="24013"/>
                    <a:pt x="28910" y="23455"/>
                  </a:cubicBezTo>
                  <a:lnTo>
                    <a:pt x="28910" y="23455"/>
                  </a:lnTo>
                  <a:cubicBezTo>
                    <a:pt x="28760" y="24355"/>
                    <a:pt x="28717" y="25277"/>
                    <a:pt x="28803" y="26177"/>
                  </a:cubicBezTo>
                  <a:cubicBezTo>
                    <a:pt x="28944" y="27804"/>
                    <a:pt x="29724" y="30805"/>
                    <a:pt x="31762" y="30805"/>
                  </a:cubicBezTo>
                  <a:cubicBezTo>
                    <a:pt x="31899" y="30805"/>
                    <a:pt x="32041" y="30791"/>
                    <a:pt x="32189" y="30763"/>
                  </a:cubicBezTo>
                  <a:cubicBezTo>
                    <a:pt x="34761" y="30270"/>
                    <a:pt x="35297" y="26456"/>
                    <a:pt x="35425" y="24420"/>
                  </a:cubicBezTo>
                  <a:cubicBezTo>
                    <a:pt x="35511" y="23241"/>
                    <a:pt x="35361" y="22041"/>
                    <a:pt x="35018" y="20927"/>
                  </a:cubicBezTo>
                  <a:cubicBezTo>
                    <a:pt x="35018" y="20905"/>
                    <a:pt x="35039" y="20884"/>
                    <a:pt x="35039" y="20884"/>
                  </a:cubicBezTo>
                  <a:cubicBezTo>
                    <a:pt x="35790" y="19383"/>
                    <a:pt x="36690" y="17905"/>
                    <a:pt x="37590" y="16405"/>
                  </a:cubicBezTo>
                  <a:cubicBezTo>
                    <a:pt x="37654" y="16833"/>
                    <a:pt x="37740" y="17262"/>
                    <a:pt x="37804" y="17690"/>
                  </a:cubicBezTo>
                  <a:cubicBezTo>
                    <a:pt x="38211" y="19748"/>
                    <a:pt x="38704" y="22962"/>
                    <a:pt x="40697" y="24184"/>
                  </a:cubicBezTo>
                  <a:cubicBezTo>
                    <a:pt x="41061" y="24408"/>
                    <a:pt x="41428" y="24508"/>
                    <a:pt x="41794" y="24508"/>
                  </a:cubicBezTo>
                  <a:cubicBezTo>
                    <a:pt x="44403" y="24508"/>
                    <a:pt x="46950" y="19422"/>
                    <a:pt x="47834" y="17862"/>
                  </a:cubicBezTo>
                  <a:cubicBezTo>
                    <a:pt x="48584" y="16555"/>
                    <a:pt x="49248" y="15226"/>
                    <a:pt x="50041" y="13940"/>
                  </a:cubicBezTo>
                  <a:cubicBezTo>
                    <a:pt x="50219" y="13628"/>
                    <a:pt x="49945" y="13337"/>
                    <a:pt x="49667" y="13337"/>
                  </a:cubicBezTo>
                  <a:cubicBezTo>
                    <a:pt x="49543" y="13337"/>
                    <a:pt x="49419" y="13395"/>
                    <a:pt x="49334" y="13533"/>
                  </a:cubicBezTo>
                  <a:cubicBezTo>
                    <a:pt x="47512" y="16533"/>
                    <a:pt x="46141" y="19962"/>
                    <a:pt x="43655" y="22534"/>
                  </a:cubicBezTo>
                  <a:cubicBezTo>
                    <a:pt x="43025" y="23175"/>
                    <a:pt x="42372" y="23568"/>
                    <a:pt x="41748" y="23568"/>
                  </a:cubicBezTo>
                  <a:cubicBezTo>
                    <a:pt x="41182" y="23568"/>
                    <a:pt x="40640" y="23245"/>
                    <a:pt x="40161" y="22491"/>
                  </a:cubicBezTo>
                  <a:cubicBezTo>
                    <a:pt x="38918" y="20498"/>
                    <a:pt x="38468" y="17840"/>
                    <a:pt x="38211" y="15376"/>
                  </a:cubicBezTo>
                  <a:cubicBezTo>
                    <a:pt x="40483" y="11540"/>
                    <a:pt x="42562" y="7597"/>
                    <a:pt x="42304" y="3010"/>
                  </a:cubicBezTo>
                  <a:cubicBezTo>
                    <a:pt x="42220" y="1658"/>
                    <a:pt x="41509" y="0"/>
                    <a:pt x="40235" y="0"/>
                  </a:cubicBezTo>
                  <a:close/>
                </a:path>
              </a:pathLst>
            </a:custGeom>
            <a:solidFill>
              <a:srgbClr val="3A4EB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806" name="Google Shape;619;p9"/>
          <p:cNvSpPr/>
          <p:nvPr/>
        </p:nvSpPr>
        <p:spPr>
          <a:xfrm>
            <a:off x="858960" y="164160"/>
            <a:ext cx="3601800" cy="4968720"/>
          </a:xfrm>
          <a:custGeom>
            <a:avLst/>
            <a:gdLst>
              <a:gd name="textAreaLeft" fmla="*/ 0 w 3601800"/>
              <a:gd name="textAreaRight" fmla="*/ 3602160 w 3601800"/>
              <a:gd name="textAreaTop" fmla="*/ 0 h 4968720"/>
              <a:gd name="textAreaBottom" fmla="*/ 4969080 h 4968720"/>
            </a:gdLst>
            <a:ahLst/>
            <a:cxnLst/>
            <a:rect l="textAreaLeft" t="textAreaTop" r="textAreaRight" b="textAreaBottom"/>
            <a:pathLst>
              <a:path w="151209" h="208584">
                <a:moveTo>
                  <a:pt x="132458" y="50862"/>
                </a:moveTo>
                <a:cubicBezTo>
                  <a:pt x="132605" y="50862"/>
                  <a:pt x="132629" y="50941"/>
                  <a:pt x="132629" y="51137"/>
                </a:cubicBezTo>
                <a:cubicBezTo>
                  <a:pt x="132562" y="52572"/>
                  <a:pt x="132529" y="54006"/>
                  <a:pt x="132529" y="55440"/>
                </a:cubicBezTo>
                <a:cubicBezTo>
                  <a:pt x="132529" y="55741"/>
                  <a:pt x="132362" y="55841"/>
                  <a:pt x="132095" y="55907"/>
                </a:cubicBezTo>
                <a:cubicBezTo>
                  <a:pt x="130894" y="56141"/>
                  <a:pt x="129693" y="56274"/>
                  <a:pt x="128459" y="56308"/>
                </a:cubicBezTo>
                <a:cubicBezTo>
                  <a:pt x="128415" y="56316"/>
                  <a:pt x="128376" y="56321"/>
                  <a:pt x="128341" y="56321"/>
                </a:cubicBezTo>
                <a:cubicBezTo>
                  <a:pt x="128109" y="56321"/>
                  <a:pt x="128059" y="56139"/>
                  <a:pt x="128059" y="55907"/>
                </a:cubicBezTo>
                <a:cubicBezTo>
                  <a:pt x="128025" y="54540"/>
                  <a:pt x="127992" y="53205"/>
                  <a:pt x="127959" y="51838"/>
                </a:cubicBezTo>
                <a:lnTo>
                  <a:pt x="127959" y="51471"/>
                </a:lnTo>
                <a:cubicBezTo>
                  <a:pt x="127959" y="51404"/>
                  <a:pt x="127892" y="51337"/>
                  <a:pt x="127792" y="51304"/>
                </a:cubicBezTo>
                <a:cubicBezTo>
                  <a:pt x="127725" y="51337"/>
                  <a:pt x="127658" y="51404"/>
                  <a:pt x="127658" y="51504"/>
                </a:cubicBezTo>
                <a:lnTo>
                  <a:pt x="127658" y="52071"/>
                </a:lnTo>
                <a:cubicBezTo>
                  <a:pt x="127658" y="53306"/>
                  <a:pt x="127625" y="54573"/>
                  <a:pt x="127758" y="55807"/>
                </a:cubicBezTo>
                <a:cubicBezTo>
                  <a:pt x="127792" y="56208"/>
                  <a:pt x="127692" y="56341"/>
                  <a:pt x="127258" y="56341"/>
                </a:cubicBezTo>
                <a:cubicBezTo>
                  <a:pt x="127148" y="56338"/>
                  <a:pt x="127037" y="56337"/>
                  <a:pt x="126927" y="56337"/>
                </a:cubicBezTo>
                <a:cubicBezTo>
                  <a:pt x="125942" y="56337"/>
                  <a:pt x="124939" y="56446"/>
                  <a:pt x="123954" y="56446"/>
                </a:cubicBezTo>
                <a:cubicBezTo>
                  <a:pt x="123843" y="56446"/>
                  <a:pt x="123732" y="56444"/>
                  <a:pt x="123622" y="56441"/>
                </a:cubicBezTo>
                <a:cubicBezTo>
                  <a:pt x="123022" y="56441"/>
                  <a:pt x="122421" y="56474"/>
                  <a:pt x="121854" y="56608"/>
                </a:cubicBezTo>
                <a:cubicBezTo>
                  <a:pt x="121809" y="56613"/>
                  <a:pt x="121768" y="56616"/>
                  <a:pt x="121731" y="56616"/>
                </a:cubicBezTo>
                <a:cubicBezTo>
                  <a:pt x="121526" y="56616"/>
                  <a:pt x="121454" y="56529"/>
                  <a:pt x="121454" y="56274"/>
                </a:cubicBezTo>
                <a:lnTo>
                  <a:pt x="121454" y="53973"/>
                </a:lnTo>
                <a:lnTo>
                  <a:pt x="121421" y="53973"/>
                </a:lnTo>
                <a:lnTo>
                  <a:pt x="121421" y="53939"/>
                </a:lnTo>
                <a:cubicBezTo>
                  <a:pt x="121421" y="53205"/>
                  <a:pt x="121454" y="52472"/>
                  <a:pt x="121387" y="51738"/>
                </a:cubicBezTo>
                <a:cubicBezTo>
                  <a:pt x="121387" y="51504"/>
                  <a:pt x="121487" y="51471"/>
                  <a:pt x="121654" y="51471"/>
                </a:cubicBezTo>
                <a:cubicBezTo>
                  <a:pt x="123689" y="51371"/>
                  <a:pt x="125724" y="51304"/>
                  <a:pt x="127758" y="51171"/>
                </a:cubicBezTo>
                <a:cubicBezTo>
                  <a:pt x="129293" y="51104"/>
                  <a:pt x="130827" y="51071"/>
                  <a:pt x="132362" y="50870"/>
                </a:cubicBezTo>
                <a:cubicBezTo>
                  <a:pt x="132399" y="50865"/>
                  <a:pt x="132431" y="50862"/>
                  <a:pt x="132458" y="50862"/>
                </a:cubicBezTo>
                <a:close/>
                <a:moveTo>
                  <a:pt x="120653" y="51471"/>
                </a:moveTo>
                <a:cubicBezTo>
                  <a:pt x="120987" y="51471"/>
                  <a:pt x="121054" y="51571"/>
                  <a:pt x="121054" y="51871"/>
                </a:cubicBezTo>
                <a:lnTo>
                  <a:pt x="121054" y="54073"/>
                </a:lnTo>
                <a:cubicBezTo>
                  <a:pt x="121054" y="54807"/>
                  <a:pt x="121054" y="55507"/>
                  <a:pt x="121087" y="56241"/>
                </a:cubicBezTo>
                <a:cubicBezTo>
                  <a:pt x="121087" y="56441"/>
                  <a:pt x="121054" y="56608"/>
                  <a:pt x="120753" y="56608"/>
                </a:cubicBezTo>
                <a:cubicBezTo>
                  <a:pt x="118418" y="56708"/>
                  <a:pt x="116050" y="56808"/>
                  <a:pt x="113682" y="56908"/>
                </a:cubicBezTo>
                <a:cubicBezTo>
                  <a:pt x="113634" y="56913"/>
                  <a:pt x="113591" y="56916"/>
                  <a:pt x="113551" y="56916"/>
                </a:cubicBezTo>
                <a:cubicBezTo>
                  <a:pt x="113313" y="56916"/>
                  <a:pt x="113215" y="56818"/>
                  <a:pt x="113215" y="56474"/>
                </a:cubicBezTo>
                <a:cubicBezTo>
                  <a:pt x="113181" y="55073"/>
                  <a:pt x="113315" y="53672"/>
                  <a:pt x="113115" y="52271"/>
                </a:cubicBezTo>
                <a:cubicBezTo>
                  <a:pt x="113048" y="51871"/>
                  <a:pt x="113181" y="51738"/>
                  <a:pt x="113582" y="51738"/>
                </a:cubicBezTo>
                <a:cubicBezTo>
                  <a:pt x="113747" y="51744"/>
                  <a:pt x="113913" y="51747"/>
                  <a:pt x="114079" y="51747"/>
                </a:cubicBezTo>
                <a:cubicBezTo>
                  <a:pt x="114780" y="51747"/>
                  <a:pt x="115482" y="51698"/>
                  <a:pt x="116184" y="51671"/>
                </a:cubicBezTo>
                <a:cubicBezTo>
                  <a:pt x="116209" y="51667"/>
                  <a:pt x="116235" y="51665"/>
                  <a:pt x="116261" y="51665"/>
                </a:cubicBezTo>
                <a:cubicBezTo>
                  <a:pt x="116434" y="51665"/>
                  <a:pt x="116597" y="51759"/>
                  <a:pt x="116684" y="51905"/>
                </a:cubicBezTo>
                <a:cubicBezTo>
                  <a:pt x="116891" y="52176"/>
                  <a:pt x="117198" y="52310"/>
                  <a:pt x="117502" y="52310"/>
                </a:cubicBezTo>
                <a:cubicBezTo>
                  <a:pt x="117833" y="52310"/>
                  <a:pt x="118160" y="52151"/>
                  <a:pt x="118352" y="51838"/>
                </a:cubicBezTo>
                <a:cubicBezTo>
                  <a:pt x="118441" y="51688"/>
                  <a:pt x="118611" y="51566"/>
                  <a:pt x="118790" y="51566"/>
                </a:cubicBezTo>
                <a:cubicBezTo>
                  <a:pt x="118810" y="51566"/>
                  <a:pt x="118831" y="51567"/>
                  <a:pt x="118852" y="51571"/>
                </a:cubicBezTo>
                <a:cubicBezTo>
                  <a:pt x="119453" y="51538"/>
                  <a:pt x="120053" y="51538"/>
                  <a:pt x="120653" y="51471"/>
                </a:cubicBezTo>
                <a:close/>
                <a:moveTo>
                  <a:pt x="112314" y="51738"/>
                </a:moveTo>
                <a:cubicBezTo>
                  <a:pt x="112614" y="51738"/>
                  <a:pt x="112748" y="51838"/>
                  <a:pt x="112748" y="52171"/>
                </a:cubicBezTo>
                <a:cubicBezTo>
                  <a:pt x="112848" y="53672"/>
                  <a:pt x="112781" y="55140"/>
                  <a:pt x="112781" y="56641"/>
                </a:cubicBezTo>
                <a:cubicBezTo>
                  <a:pt x="112814" y="56908"/>
                  <a:pt x="112681" y="56941"/>
                  <a:pt x="112448" y="56941"/>
                </a:cubicBezTo>
                <a:cubicBezTo>
                  <a:pt x="110646" y="57008"/>
                  <a:pt x="108878" y="57075"/>
                  <a:pt x="107077" y="57242"/>
                </a:cubicBezTo>
                <a:cubicBezTo>
                  <a:pt x="107038" y="57246"/>
                  <a:pt x="107001" y="57248"/>
                  <a:pt x="106966" y="57248"/>
                </a:cubicBezTo>
                <a:cubicBezTo>
                  <a:pt x="106706" y="57248"/>
                  <a:pt x="106577" y="57132"/>
                  <a:pt x="106577" y="56808"/>
                </a:cubicBezTo>
                <a:cubicBezTo>
                  <a:pt x="106610" y="56541"/>
                  <a:pt x="106543" y="56308"/>
                  <a:pt x="106477" y="56074"/>
                </a:cubicBezTo>
                <a:cubicBezTo>
                  <a:pt x="106394" y="55799"/>
                  <a:pt x="106153" y="55615"/>
                  <a:pt x="105883" y="55615"/>
                </a:cubicBezTo>
                <a:cubicBezTo>
                  <a:pt x="105826" y="55615"/>
                  <a:pt x="105768" y="55623"/>
                  <a:pt x="105709" y="55641"/>
                </a:cubicBezTo>
                <a:cubicBezTo>
                  <a:pt x="105376" y="55674"/>
                  <a:pt x="105109" y="55974"/>
                  <a:pt x="105176" y="56308"/>
                </a:cubicBezTo>
                <a:cubicBezTo>
                  <a:pt x="105176" y="57308"/>
                  <a:pt x="105176" y="57308"/>
                  <a:pt x="104142" y="57375"/>
                </a:cubicBezTo>
                <a:cubicBezTo>
                  <a:pt x="103675" y="57408"/>
                  <a:pt x="103174" y="57442"/>
                  <a:pt x="102674" y="57475"/>
                </a:cubicBezTo>
                <a:cubicBezTo>
                  <a:pt x="102634" y="57480"/>
                  <a:pt x="102598" y="57483"/>
                  <a:pt x="102564" y="57483"/>
                </a:cubicBezTo>
                <a:cubicBezTo>
                  <a:pt x="102370" y="57483"/>
                  <a:pt x="102274" y="57392"/>
                  <a:pt x="102274" y="57108"/>
                </a:cubicBezTo>
                <a:cubicBezTo>
                  <a:pt x="102307" y="55474"/>
                  <a:pt x="102307" y="53839"/>
                  <a:pt x="102307" y="52205"/>
                </a:cubicBezTo>
                <a:cubicBezTo>
                  <a:pt x="102307" y="51936"/>
                  <a:pt x="102433" y="51900"/>
                  <a:pt x="102578" y="51900"/>
                </a:cubicBezTo>
                <a:cubicBezTo>
                  <a:pt x="102632" y="51900"/>
                  <a:pt x="102687" y="51905"/>
                  <a:pt x="102741" y="51905"/>
                </a:cubicBezTo>
                <a:lnTo>
                  <a:pt x="107577" y="51905"/>
                </a:lnTo>
                <a:lnTo>
                  <a:pt x="107577" y="51804"/>
                </a:lnTo>
                <a:lnTo>
                  <a:pt x="107577" y="51771"/>
                </a:lnTo>
                <a:cubicBezTo>
                  <a:pt x="109145" y="51771"/>
                  <a:pt x="110746" y="51771"/>
                  <a:pt x="112314" y="51738"/>
                </a:cubicBezTo>
                <a:close/>
                <a:moveTo>
                  <a:pt x="70616" y="51252"/>
                </a:moveTo>
                <a:cubicBezTo>
                  <a:pt x="71885" y="51252"/>
                  <a:pt x="73086" y="51337"/>
                  <a:pt x="74287" y="51337"/>
                </a:cubicBezTo>
                <a:cubicBezTo>
                  <a:pt x="74621" y="51337"/>
                  <a:pt x="74621" y="51471"/>
                  <a:pt x="74621" y="51738"/>
                </a:cubicBezTo>
                <a:cubicBezTo>
                  <a:pt x="74554" y="52738"/>
                  <a:pt x="74487" y="53739"/>
                  <a:pt x="74420" y="54740"/>
                </a:cubicBezTo>
                <a:cubicBezTo>
                  <a:pt x="74387" y="55607"/>
                  <a:pt x="74320" y="56441"/>
                  <a:pt x="74320" y="57308"/>
                </a:cubicBezTo>
                <a:cubicBezTo>
                  <a:pt x="74320" y="57609"/>
                  <a:pt x="74187" y="57742"/>
                  <a:pt x="73887" y="57742"/>
                </a:cubicBezTo>
                <a:cubicBezTo>
                  <a:pt x="72019" y="57742"/>
                  <a:pt x="70184" y="57675"/>
                  <a:pt x="68316" y="57542"/>
                </a:cubicBezTo>
                <a:lnTo>
                  <a:pt x="67082" y="57542"/>
                </a:lnTo>
                <a:cubicBezTo>
                  <a:pt x="67046" y="57547"/>
                  <a:pt x="67012" y="57550"/>
                  <a:pt x="66981" y="57550"/>
                </a:cubicBezTo>
                <a:cubicBezTo>
                  <a:pt x="66810" y="57550"/>
                  <a:pt x="66715" y="57467"/>
                  <a:pt x="66715" y="57242"/>
                </a:cubicBezTo>
                <a:cubicBezTo>
                  <a:pt x="66715" y="55340"/>
                  <a:pt x="66882" y="53439"/>
                  <a:pt x="66815" y="51538"/>
                </a:cubicBezTo>
                <a:cubicBezTo>
                  <a:pt x="66815" y="51271"/>
                  <a:pt x="66982" y="51271"/>
                  <a:pt x="67182" y="51271"/>
                </a:cubicBezTo>
                <a:lnTo>
                  <a:pt x="69650" y="51271"/>
                </a:lnTo>
                <a:cubicBezTo>
                  <a:pt x="69977" y="51257"/>
                  <a:pt x="70299" y="51252"/>
                  <a:pt x="70616" y="51252"/>
                </a:cubicBezTo>
                <a:close/>
                <a:moveTo>
                  <a:pt x="97637" y="51771"/>
                </a:moveTo>
                <a:lnTo>
                  <a:pt x="97637" y="51871"/>
                </a:lnTo>
                <a:lnTo>
                  <a:pt x="101373" y="51871"/>
                </a:lnTo>
                <a:cubicBezTo>
                  <a:pt x="101419" y="51867"/>
                  <a:pt x="101462" y="51865"/>
                  <a:pt x="101501" y="51865"/>
                </a:cubicBezTo>
                <a:cubicBezTo>
                  <a:pt x="101802" y="51865"/>
                  <a:pt x="101907" y="51988"/>
                  <a:pt x="101907" y="52372"/>
                </a:cubicBezTo>
                <a:cubicBezTo>
                  <a:pt x="101840" y="53939"/>
                  <a:pt x="101807" y="55540"/>
                  <a:pt x="101807" y="57142"/>
                </a:cubicBezTo>
                <a:cubicBezTo>
                  <a:pt x="101807" y="57475"/>
                  <a:pt x="101640" y="57542"/>
                  <a:pt x="101373" y="57542"/>
                </a:cubicBezTo>
                <a:cubicBezTo>
                  <a:pt x="99805" y="57575"/>
                  <a:pt x="98237" y="57609"/>
                  <a:pt x="96670" y="57642"/>
                </a:cubicBezTo>
                <a:cubicBezTo>
                  <a:pt x="95702" y="57675"/>
                  <a:pt x="94768" y="57709"/>
                  <a:pt x="93801" y="57775"/>
                </a:cubicBezTo>
                <a:cubicBezTo>
                  <a:pt x="93765" y="57779"/>
                  <a:pt x="93731" y="57780"/>
                  <a:pt x="93701" y="57780"/>
                </a:cubicBezTo>
                <a:cubicBezTo>
                  <a:pt x="93416" y="57780"/>
                  <a:pt x="93337" y="57639"/>
                  <a:pt x="93367" y="57308"/>
                </a:cubicBezTo>
                <a:cubicBezTo>
                  <a:pt x="93534" y="55907"/>
                  <a:pt x="93434" y="54473"/>
                  <a:pt x="93467" y="53039"/>
                </a:cubicBezTo>
                <a:cubicBezTo>
                  <a:pt x="93467" y="52939"/>
                  <a:pt x="93467" y="52805"/>
                  <a:pt x="93467" y="52705"/>
                </a:cubicBezTo>
                <a:cubicBezTo>
                  <a:pt x="93367" y="51771"/>
                  <a:pt x="93367" y="51771"/>
                  <a:pt x="94301" y="51771"/>
                </a:cubicBezTo>
                <a:close/>
                <a:moveTo>
                  <a:pt x="89031" y="51604"/>
                </a:moveTo>
                <a:lnTo>
                  <a:pt x="89031" y="51771"/>
                </a:lnTo>
                <a:lnTo>
                  <a:pt x="92633" y="51804"/>
                </a:lnTo>
                <a:cubicBezTo>
                  <a:pt x="92867" y="51804"/>
                  <a:pt x="93034" y="51838"/>
                  <a:pt x="93034" y="52138"/>
                </a:cubicBezTo>
                <a:cubicBezTo>
                  <a:pt x="93067" y="53939"/>
                  <a:pt x="92934" y="55774"/>
                  <a:pt x="92934" y="57575"/>
                </a:cubicBezTo>
                <a:cubicBezTo>
                  <a:pt x="92934" y="57775"/>
                  <a:pt x="92867" y="57875"/>
                  <a:pt x="92633" y="57875"/>
                </a:cubicBezTo>
                <a:cubicBezTo>
                  <a:pt x="90198" y="57875"/>
                  <a:pt x="87797" y="57909"/>
                  <a:pt x="85362" y="57909"/>
                </a:cubicBezTo>
                <a:cubicBezTo>
                  <a:pt x="85028" y="57909"/>
                  <a:pt x="85095" y="57675"/>
                  <a:pt x="85095" y="57475"/>
                </a:cubicBezTo>
                <a:cubicBezTo>
                  <a:pt x="85128" y="56007"/>
                  <a:pt x="85161" y="54540"/>
                  <a:pt x="85195" y="53072"/>
                </a:cubicBezTo>
                <a:cubicBezTo>
                  <a:pt x="85228" y="52772"/>
                  <a:pt x="85228" y="52438"/>
                  <a:pt x="85195" y="52138"/>
                </a:cubicBezTo>
                <a:cubicBezTo>
                  <a:pt x="85095" y="51671"/>
                  <a:pt x="85295" y="51604"/>
                  <a:pt x="85728" y="51604"/>
                </a:cubicBezTo>
                <a:close/>
                <a:moveTo>
                  <a:pt x="75288" y="51438"/>
                </a:moveTo>
                <a:cubicBezTo>
                  <a:pt x="76155" y="51471"/>
                  <a:pt x="77056" y="51471"/>
                  <a:pt x="77923" y="51471"/>
                </a:cubicBezTo>
                <a:cubicBezTo>
                  <a:pt x="77949" y="51467"/>
                  <a:pt x="77974" y="51465"/>
                  <a:pt x="77999" y="51465"/>
                </a:cubicBezTo>
                <a:cubicBezTo>
                  <a:pt x="78165" y="51465"/>
                  <a:pt x="78303" y="51559"/>
                  <a:pt x="78390" y="51704"/>
                </a:cubicBezTo>
                <a:cubicBezTo>
                  <a:pt x="78481" y="51904"/>
                  <a:pt x="78601" y="51985"/>
                  <a:pt x="78736" y="51985"/>
                </a:cubicBezTo>
                <a:cubicBezTo>
                  <a:pt x="78848" y="51985"/>
                  <a:pt x="78969" y="51929"/>
                  <a:pt x="79090" y="51838"/>
                </a:cubicBezTo>
                <a:cubicBezTo>
                  <a:pt x="79441" y="51604"/>
                  <a:pt x="79844" y="51498"/>
                  <a:pt x="80252" y="51498"/>
                </a:cubicBezTo>
                <a:cubicBezTo>
                  <a:pt x="80310" y="51498"/>
                  <a:pt x="80367" y="51500"/>
                  <a:pt x="80425" y="51504"/>
                </a:cubicBezTo>
                <a:cubicBezTo>
                  <a:pt x="81726" y="51571"/>
                  <a:pt x="83027" y="51571"/>
                  <a:pt x="84361" y="51571"/>
                </a:cubicBezTo>
                <a:cubicBezTo>
                  <a:pt x="84694" y="51571"/>
                  <a:pt x="84794" y="51671"/>
                  <a:pt x="84794" y="52005"/>
                </a:cubicBezTo>
                <a:cubicBezTo>
                  <a:pt x="84761" y="52705"/>
                  <a:pt x="84794" y="53406"/>
                  <a:pt x="84794" y="54106"/>
                </a:cubicBezTo>
                <a:cubicBezTo>
                  <a:pt x="84728" y="55207"/>
                  <a:pt x="84661" y="56341"/>
                  <a:pt x="84594" y="57442"/>
                </a:cubicBezTo>
                <a:cubicBezTo>
                  <a:pt x="84594" y="57809"/>
                  <a:pt x="84494" y="57875"/>
                  <a:pt x="84161" y="57875"/>
                </a:cubicBezTo>
                <a:cubicBezTo>
                  <a:pt x="84089" y="57873"/>
                  <a:pt x="84016" y="57872"/>
                  <a:pt x="83943" y="57872"/>
                </a:cubicBezTo>
                <a:cubicBezTo>
                  <a:pt x="83391" y="57872"/>
                  <a:pt x="82817" y="57931"/>
                  <a:pt x="82259" y="57931"/>
                </a:cubicBezTo>
                <a:cubicBezTo>
                  <a:pt x="81832" y="57931"/>
                  <a:pt x="81415" y="57896"/>
                  <a:pt x="81025" y="57775"/>
                </a:cubicBezTo>
                <a:cubicBezTo>
                  <a:pt x="80737" y="57680"/>
                  <a:pt x="80461" y="57647"/>
                  <a:pt x="80190" y="57647"/>
                </a:cubicBezTo>
                <a:cubicBezTo>
                  <a:pt x="79619" y="57647"/>
                  <a:pt x="79073" y="57791"/>
                  <a:pt x="78500" y="57791"/>
                </a:cubicBezTo>
                <a:cubicBezTo>
                  <a:pt x="78397" y="57791"/>
                  <a:pt x="78294" y="57786"/>
                  <a:pt x="78190" y="57775"/>
                </a:cubicBezTo>
                <a:cubicBezTo>
                  <a:pt x="77592" y="57734"/>
                  <a:pt x="76981" y="57706"/>
                  <a:pt x="76374" y="57706"/>
                </a:cubicBezTo>
                <a:cubicBezTo>
                  <a:pt x="75998" y="57706"/>
                  <a:pt x="75624" y="57717"/>
                  <a:pt x="75254" y="57742"/>
                </a:cubicBezTo>
                <a:cubicBezTo>
                  <a:pt x="75218" y="57744"/>
                  <a:pt x="75185" y="57746"/>
                  <a:pt x="75153" y="57746"/>
                </a:cubicBezTo>
                <a:cubicBezTo>
                  <a:pt x="74745" y="57746"/>
                  <a:pt x="74690" y="57547"/>
                  <a:pt x="74721" y="57175"/>
                </a:cubicBezTo>
                <a:cubicBezTo>
                  <a:pt x="74854" y="55374"/>
                  <a:pt x="74921" y="53572"/>
                  <a:pt x="74921" y="51804"/>
                </a:cubicBezTo>
                <a:cubicBezTo>
                  <a:pt x="74921" y="51504"/>
                  <a:pt x="74987" y="51438"/>
                  <a:pt x="75288" y="51438"/>
                </a:cubicBezTo>
                <a:close/>
                <a:moveTo>
                  <a:pt x="127325" y="56975"/>
                </a:moveTo>
                <a:cubicBezTo>
                  <a:pt x="127658" y="56975"/>
                  <a:pt x="127725" y="57075"/>
                  <a:pt x="127725" y="57375"/>
                </a:cubicBezTo>
                <a:lnTo>
                  <a:pt x="127725" y="58743"/>
                </a:lnTo>
                <a:cubicBezTo>
                  <a:pt x="127758" y="59010"/>
                  <a:pt x="127658" y="59076"/>
                  <a:pt x="127392" y="59076"/>
                </a:cubicBezTo>
                <a:lnTo>
                  <a:pt x="126057" y="59076"/>
                </a:lnTo>
                <a:lnTo>
                  <a:pt x="126057" y="59110"/>
                </a:lnTo>
                <a:lnTo>
                  <a:pt x="126057" y="59110"/>
                </a:lnTo>
                <a:cubicBezTo>
                  <a:pt x="125758" y="59109"/>
                  <a:pt x="125472" y="59095"/>
                  <a:pt x="125181" y="59095"/>
                </a:cubicBezTo>
                <a:cubicBezTo>
                  <a:pt x="125031" y="59095"/>
                  <a:pt x="124879" y="59099"/>
                  <a:pt x="124723" y="59110"/>
                </a:cubicBezTo>
                <a:cubicBezTo>
                  <a:pt x="124456" y="59110"/>
                  <a:pt x="124389" y="59010"/>
                  <a:pt x="124389" y="58743"/>
                </a:cubicBezTo>
                <a:lnTo>
                  <a:pt x="124389" y="58042"/>
                </a:lnTo>
                <a:cubicBezTo>
                  <a:pt x="124356" y="57042"/>
                  <a:pt x="124356" y="57075"/>
                  <a:pt x="125323" y="57042"/>
                </a:cubicBezTo>
                <a:cubicBezTo>
                  <a:pt x="125991" y="57042"/>
                  <a:pt x="126658" y="57008"/>
                  <a:pt x="127325" y="56975"/>
                </a:cubicBezTo>
                <a:close/>
                <a:moveTo>
                  <a:pt x="122623" y="57170"/>
                </a:moveTo>
                <a:cubicBezTo>
                  <a:pt x="122907" y="57170"/>
                  <a:pt x="122988" y="57308"/>
                  <a:pt x="122988" y="57609"/>
                </a:cubicBezTo>
                <a:cubicBezTo>
                  <a:pt x="122988" y="58009"/>
                  <a:pt x="122988" y="58409"/>
                  <a:pt x="123055" y="58843"/>
                </a:cubicBezTo>
                <a:cubicBezTo>
                  <a:pt x="123088" y="59110"/>
                  <a:pt x="122955" y="59176"/>
                  <a:pt x="122688" y="59176"/>
                </a:cubicBezTo>
                <a:lnTo>
                  <a:pt x="122455" y="59176"/>
                </a:lnTo>
                <a:cubicBezTo>
                  <a:pt x="122256" y="59190"/>
                  <a:pt x="122098" y="59201"/>
                  <a:pt x="121973" y="59201"/>
                </a:cubicBezTo>
                <a:cubicBezTo>
                  <a:pt x="121487" y="59201"/>
                  <a:pt x="121487" y="59038"/>
                  <a:pt x="121487" y="58242"/>
                </a:cubicBezTo>
                <a:cubicBezTo>
                  <a:pt x="121487" y="57175"/>
                  <a:pt x="121487" y="57208"/>
                  <a:pt x="122521" y="57175"/>
                </a:cubicBezTo>
                <a:cubicBezTo>
                  <a:pt x="122558" y="57172"/>
                  <a:pt x="122591" y="57170"/>
                  <a:pt x="122623" y="57170"/>
                </a:cubicBezTo>
                <a:close/>
                <a:moveTo>
                  <a:pt x="81092" y="58409"/>
                </a:moveTo>
                <a:cubicBezTo>
                  <a:pt x="81692" y="58469"/>
                  <a:pt x="82293" y="58481"/>
                  <a:pt x="82893" y="58481"/>
                </a:cubicBezTo>
                <a:cubicBezTo>
                  <a:pt x="83293" y="58481"/>
                  <a:pt x="83694" y="58476"/>
                  <a:pt x="84094" y="58476"/>
                </a:cubicBezTo>
                <a:cubicBezTo>
                  <a:pt x="84461" y="58476"/>
                  <a:pt x="84628" y="58576"/>
                  <a:pt x="84594" y="58943"/>
                </a:cubicBezTo>
                <a:cubicBezTo>
                  <a:pt x="84561" y="59443"/>
                  <a:pt x="84761" y="60077"/>
                  <a:pt x="84494" y="60377"/>
                </a:cubicBezTo>
                <a:cubicBezTo>
                  <a:pt x="84402" y="60509"/>
                  <a:pt x="84243" y="60547"/>
                  <a:pt x="84054" y="60547"/>
                </a:cubicBezTo>
                <a:cubicBezTo>
                  <a:pt x="83795" y="60547"/>
                  <a:pt x="83481" y="60474"/>
                  <a:pt x="83214" y="60474"/>
                </a:cubicBezTo>
                <a:cubicBezTo>
                  <a:pt x="83184" y="60474"/>
                  <a:pt x="83155" y="60475"/>
                  <a:pt x="83127" y="60477"/>
                </a:cubicBezTo>
                <a:lnTo>
                  <a:pt x="82660" y="60477"/>
                </a:lnTo>
                <a:lnTo>
                  <a:pt x="82660" y="60444"/>
                </a:lnTo>
                <a:cubicBezTo>
                  <a:pt x="82304" y="60444"/>
                  <a:pt x="81933" y="60429"/>
                  <a:pt x="81567" y="60429"/>
                </a:cubicBezTo>
                <a:cubicBezTo>
                  <a:pt x="81385" y="60429"/>
                  <a:pt x="81203" y="60433"/>
                  <a:pt x="81025" y="60444"/>
                </a:cubicBezTo>
                <a:cubicBezTo>
                  <a:pt x="80825" y="60444"/>
                  <a:pt x="80692" y="60411"/>
                  <a:pt x="80725" y="60110"/>
                </a:cubicBezTo>
                <a:cubicBezTo>
                  <a:pt x="80792" y="59643"/>
                  <a:pt x="80825" y="59176"/>
                  <a:pt x="80825" y="58709"/>
                </a:cubicBezTo>
                <a:cubicBezTo>
                  <a:pt x="80825" y="58509"/>
                  <a:pt x="80858" y="58409"/>
                  <a:pt x="81092" y="58409"/>
                </a:cubicBezTo>
                <a:close/>
                <a:moveTo>
                  <a:pt x="75021" y="58276"/>
                </a:moveTo>
                <a:cubicBezTo>
                  <a:pt x="76322" y="58309"/>
                  <a:pt x="77623" y="58276"/>
                  <a:pt x="78924" y="58342"/>
                </a:cubicBezTo>
                <a:cubicBezTo>
                  <a:pt x="79157" y="58376"/>
                  <a:pt x="79224" y="58443"/>
                  <a:pt x="79224" y="58643"/>
                </a:cubicBezTo>
                <a:cubicBezTo>
                  <a:pt x="79257" y="59010"/>
                  <a:pt x="79291" y="59377"/>
                  <a:pt x="79291" y="59710"/>
                </a:cubicBezTo>
                <a:cubicBezTo>
                  <a:pt x="79291" y="60245"/>
                  <a:pt x="79291" y="60372"/>
                  <a:pt x="78993" y="60372"/>
                </a:cubicBezTo>
                <a:cubicBezTo>
                  <a:pt x="78901" y="60372"/>
                  <a:pt x="78781" y="60360"/>
                  <a:pt x="78623" y="60344"/>
                </a:cubicBezTo>
                <a:cubicBezTo>
                  <a:pt x="77964" y="60295"/>
                  <a:pt x="77305" y="60264"/>
                  <a:pt x="76659" y="60264"/>
                </a:cubicBezTo>
                <a:cubicBezTo>
                  <a:pt x="76422" y="60264"/>
                  <a:pt x="76187" y="60268"/>
                  <a:pt x="75955" y="60277"/>
                </a:cubicBezTo>
                <a:cubicBezTo>
                  <a:pt x="75021" y="60277"/>
                  <a:pt x="74921" y="60377"/>
                  <a:pt x="74687" y="61245"/>
                </a:cubicBezTo>
                <a:cubicBezTo>
                  <a:pt x="74654" y="61378"/>
                  <a:pt x="74621" y="61478"/>
                  <a:pt x="74554" y="61645"/>
                </a:cubicBezTo>
                <a:cubicBezTo>
                  <a:pt x="74520" y="60644"/>
                  <a:pt x="74554" y="59643"/>
                  <a:pt x="74621" y="58609"/>
                </a:cubicBezTo>
                <a:cubicBezTo>
                  <a:pt x="74654" y="58342"/>
                  <a:pt x="74754" y="58276"/>
                  <a:pt x="75021" y="58276"/>
                </a:cubicBezTo>
                <a:close/>
                <a:moveTo>
                  <a:pt x="67115" y="57942"/>
                </a:moveTo>
                <a:cubicBezTo>
                  <a:pt x="69383" y="58142"/>
                  <a:pt x="71685" y="58209"/>
                  <a:pt x="73953" y="58242"/>
                </a:cubicBezTo>
                <a:cubicBezTo>
                  <a:pt x="74187" y="58276"/>
                  <a:pt x="74220" y="58342"/>
                  <a:pt x="74220" y="58543"/>
                </a:cubicBezTo>
                <a:cubicBezTo>
                  <a:pt x="74053" y="60311"/>
                  <a:pt x="74187" y="62078"/>
                  <a:pt x="73987" y="63846"/>
                </a:cubicBezTo>
                <a:cubicBezTo>
                  <a:pt x="73920" y="64680"/>
                  <a:pt x="73453" y="65414"/>
                  <a:pt x="73153" y="66181"/>
                </a:cubicBezTo>
                <a:cubicBezTo>
                  <a:pt x="73119" y="66315"/>
                  <a:pt x="72986" y="66315"/>
                  <a:pt x="72853" y="66315"/>
                </a:cubicBezTo>
                <a:cubicBezTo>
                  <a:pt x="70885" y="66515"/>
                  <a:pt x="68950" y="66582"/>
                  <a:pt x="66982" y="66615"/>
                </a:cubicBezTo>
                <a:cubicBezTo>
                  <a:pt x="66615" y="66615"/>
                  <a:pt x="66615" y="66448"/>
                  <a:pt x="66615" y="66181"/>
                </a:cubicBezTo>
                <a:lnTo>
                  <a:pt x="66615" y="62279"/>
                </a:lnTo>
                <a:lnTo>
                  <a:pt x="66715" y="62279"/>
                </a:lnTo>
                <a:cubicBezTo>
                  <a:pt x="66715" y="60978"/>
                  <a:pt x="66715" y="59677"/>
                  <a:pt x="66715" y="58409"/>
                </a:cubicBezTo>
                <a:cubicBezTo>
                  <a:pt x="66715" y="58109"/>
                  <a:pt x="66748" y="57942"/>
                  <a:pt x="67115" y="57942"/>
                </a:cubicBezTo>
                <a:close/>
                <a:moveTo>
                  <a:pt x="132322" y="56517"/>
                </a:moveTo>
                <a:cubicBezTo>
                  <a:pt x="132532" y="56517"/>
                  <a:pt x="132462" y="56708"/>
                  <a:pt x="132462" y="56875"/>
                </a:cubicBezTo>
                <a:cubicBezTo>
                  <a:pt x="132428" y="57976"/>
                  <a:pt x="132428" y="59076"/>
                  <a:pt x="132362" y="60210"/>
                </a:cubicBezTo>
                <a:cubicBezTo>
                  <a:pt x="132228" y="62212"/>
                  <a:pt x="132095" y="64180"/>
                  <a:pt x="131928" y="66181"/>
                </a:cubicBezTo>
                <a:cubicBezTo>
                  <a:pt x="131928" y="66315"/>
                  <a:pt x="131995" y="66482"/>
                  <a:pt x="131761" y="66482"/>
                </a:cubicBezTo>
                <a:cubicBezTo>
                  <a:pt x="131694" y="66479"/>
                  <a:pt x="131627" y="66478"/>
                  <a:pt x="131560" y="66478"/>
                </a:cubicBezTo>
                <a:cubicBezTo>
                  <a:pt x="130756" y="66478"/>
                  <a:pt x="129971" y="66627"/>
                  <a:pt x="129170" y="66627"/>
                </a:cubicBezTo>
                <a:cubicBezTo>
                  <a:pt x="129044" y="66627"/>
                  <a:pt x="128919" y="66623"/>
                  <a:pt x="128793" y="66615"/>
                </a:cubicBezTo>
                <a:cubicBezTo>
                  <a:pt x="128492" y="66615"/>
                  <a:pt x="128359" y="66548"/>
                  <a:pt x="128426" y="66248"/>
                </a:cubicBezTo>
                <a:cubicBezTo>
                  <a:pt x="128592" y="65114"/>
                  <a:pt x="128459" y="63946"/>
                  <a:pt x="128626" y="62779"/>
                </a:cubicBezTo>
                <a:lnTo>
                  <a:pt x="128626" y="59944"/>
                </a:lnTo>
                <a:cubicBezTo>
                  <a:pt x="128659" y="59777"/>
                  <a:pt x="128626" y="59610"/>
                  <a:pt x="128526" y="59477"/>
                </a:cubicBezTo>
                <a:cubicBezTo>
                  <a:pt x="127859" y="58776"/>
                  <a:pt x="128326" y="57875"/>
                  <a:pt x="128192" y="57108"/>
                </a:cubicBezTo>
                <a:cubicBezTo>
                  <a:pt x="128159" y="56941"/>
                  <a:pt x="128326" y="56941"/>
                  <a:pt x="128459" y="56941"/>
                </a:cubicBezTo>
                <a:cubicBezTo>
                  <a:pt x="129693" y="56908"/>
                  <a:pt x="130927" y="56741"/>
                  <a:pt x="132162" y="56541"/>
                </a:cubicBezTo>
                <a:cubicBezTo>
                  <a:pt x="132228" y="56525"/>
                  <a:pt x="132280" y="56517"/>
                  <a:pt x="132322" y="56517"/>
                </a:cubicBezTo>
                <a:close/>
                <a:moveTo>
                  <a:pt x="76649" y="62305"/>
                </a:moveTo>
                <a:cubicBezTo>
                  <a:pt x="76711" y="62305"/>
                  <a:pt x="76791" y="62321"/>
                  <a:pt x="76889" y="62345"/>
                </a:cubicBezTo>
                <a:cubicBezTo>
                  <a:pt x="77075" y="62334"/>
                  <a:pt x="77262" y="62328"/>
                  <a:pt x="77449" y="62328"/>
                </a:cubicBezTo>
                <a:cubicBezTo>
                  <a:pt x="78871" y="62328"/>
                  <a:pt x="80322" y="62635"/>
                  <a:pt x="81826" y="62812"/>
                </a:cubicBezTo>
                <a:cubicBezTo>
                  <a:pt x="82226" y="62846"/>
                  <a:pt x="82259" y="62979"/>
                  <a:pt x="82126" y="63313"/>
                </a:cubicBezTo>
                <a:cubicBezTo>
                  <a:pt x="81659" y="64313"/>
                  <a:pt x="81259" y="65347"/>
                  <a:pt x="80858" y="66382"/>
                </a:cubicBezTo>
                <a:cubicBezTo>
                  <a:pt x="80806" y="66644"/>
                  <a:pt x="80568" y="66824"/>
                  <a:pt x="80306" y="66824"/>
                </a:cubicBezTo>
                <a:cubicBezTo>
                  <a:pt x="80235" y="66824"/>
                  <a:pt x="80162" y="66810"/>
                  <a:pt x="80091" y="66782"/>
                </a:cubicBezTo>
                <a:cubicBezTo>
                  <a:pt x="78723" y="66448"/>
                  <a:pt x="77356" y="66248"/>
                  <a:pt x="75988" y="66181"/>
                </a:cubicBezTo>
                <a:cubicBezTo>
                  <a:pt x="75588" y="66181"/>
                  <a:pt x="75521" y="66015"/>
                  <a:pt x="75588" y="65681"/>
                </a:cubicBezTo>
                <a:cubicBezTo>
                  <a:pt x="75788" y="64580"/>
                  <a:pt x="76255" y="63580"/>
                  <a:pt x="76489" y="62479"/>
                </a:cubicBezTo>
                <a:cubicBezTo>
                  <a:pt x="76489" y="62352"/>
                  <a:pt x="76542" y="62305"/>
                  <a:pt x="76649" y="62305"/>
                </a:cubicBezTo>
                <a:close/>
                <a:moveTo>
                  <a:pt x="120687" y="57275"/>
                </a:moveTo>
                <a:cubicBezTo>
                  <a:pt x="120954" y="57275"/>
                  <a:pt x="121120" y="57375"/>
                  <a:pt x="121087" y="57642"/>
                </a:cubicBezTo>
                <a:lnTo>
                  <a:pt x="121087" y="57875"/>
                </a:lnTo>
                <a:cubicBezTo>
                  <a:pt x="121020" y="58309"/>
                  <a:pt x="121220" y="58910"/>
                  <a:pt x="120987" y="59176"/>
                </a:cubicBezTo>
                <a:cubicBezTo>
                  <a:pt x="120833" y="59349"/>
                  <a:pt x="120581" y="59378"/>
                  <a:pt x="120311" y="59378"/>
                </a:cubicBezTo>
                <a:cubicBezTo>
                  <a:pt x="120173" y="59378"/>
                  <a:pt x="120031" y="59371"/>
                  <a:pt x="119895" y="59371"/>
                </a:cubicBezTo>
                <a:cubicBezTo>
                  <a:pt x="119835" y="59371"/>
                  <a:pt x="119776" y="59372"/>
                  <a:pt x="119719" y="59377"/>
                </a:cubicBezTo>
                <a:cubicBezTo>
                  <a:pt x="119152" y="59477"/>
                  <a:pt x="118952" y="59710"/>
                  <a:pt x="118986" y="60277"/>
                </a:cubicBezTo>
                <a:cubicBezTo>
                  <a:pt x="119086" y="62345"/>
                  <a:pt x="118952" y="64413"/>
                  <a:pt x="118585" y="66448"/>
                </a:cubicBezTo>
                <a:cubicBezTo>
                  <a:pt x="118534" y="66780"/>
                  <a:pt x="118308" y="66819"/>
                  <a:pt x="118099" y="66819"/>
                </a:cubicBezTo>
                <a:cubicBezTo>
                  <a:pt x="118035" y="66819"/>
                  <a:pt x="117973" y="66815"/>
                  <a:pt x="117918" y="66815"/>
                </a:cubicBezTo>
                <a:cubicBezTo>
                  <a:pt x="116851" y="66882"/>
                  <a:pt x="115783" y="66882"/>
                  <a:pt x="114716" y="66949"/>
                </a:cubicBezTo>
                <a:cubicBezTo>
                  <a:pt x="114382" y="66949"/>
                  <a:pt x="114082" y="66982"/>
                  <a:pt x="113748" y="67015"/>
                </a:cubicBezTo>
                <a:cubicBezTo>
                  <a:pt x="113689" y="67026"/>
                  <a:pt x="113635" y="67032"/>
                  <a:pt x="113586" y="67032"/>
                </a:cubicBezTo>
                <a:cubicBezTo>
                  <a:pt x="113332" y="67032"/>
                  <a:pt x="113215" y="66884"/>
                  <a:pt x="113215" y="66548"/>
                </a:cubicBezTo>
                <a:lnTo>
                  <a:pt x="113215" y="62279"/>
                </a:lnTo>
                <a:lnTo>
                  <a:pt x="113215" y="62245"/>
                </a:lnTo>
                <a:cubicBezTo>
                  <a:pt x="113215" y="60811"/>
                  <a:pt x="113248" y="59410"/>
                  <a:pt x="113215" y="58009"/>
                </a:cubicBezTo>
                <a:cubicBezTo>
                  <a:pt x="113215" y="57675"/>
                  <a:pt x="113281" y="57542"/>
                  <a:pt x="113648" y="57542"/>
                </a:cubicBezTo>
                <a:cubicBezTo>
                  <a:pt x="115583" y="57509"/>
                  <a:pt x="117518" y="57442"/>
                  <a:pt x="119486" y="57375"/>
                </a:cubicBezTo>
                <a:cubicBezTo>
                  <a:pt x="119886" y="57342"/>
                  <a:pt x="120286" y="57308"/>
                  <a:pt x="120687" y="57275"/>
                </a:cubicBezTo>
                <a:close/>
                <a:moveTo>
                  <a:pt x="100706" y="58142"/>
                </a:moveTo>
                <a:cubicBezTo>
                  <a:pt x="100906" y="58142"/>
                  <a:pt x="101006" y="58142"/>
                  <a:pt x="100973" y="58409"/>
                </a:cubicBezTo>
                <a:cubicBezTo>
                  <a:pt x="100773" y="60177"/>
                  <a:pt x="100906" y="61978"/>
                  <a:pt x="100739" y="63746"/>
                </a:cubicBezTo>
                <a:cubicBezTo>
                  <a:pt x="100639" y="64747"/>
                  <a:pt x="100539" y="65748"/>
                  <a:pt x="100439" y="66782"/>
                </a:cubicBezTo>
                <a:cubicBezTo>
                  <a:pt x="100415" y="66925"/>
                  <a:pt x="100408" y="67050"/>
                  <a:pt x="100286" y="67050"/>
                </a:cubicBezTo>
                <a:cubicBezTo>
                  <a:pt x="100236" y="67050"/>
                  <a:pt x="100168" y="67030"/>
                  <a:pt x="100072" y="66982"/>
                </a:cubicBezTo>
                <a:cubicBezTo>
                  <a:pt x="99922" y="66907"/>
                  <a:pt x="99753" y="66869"/>
                  <a:pt x="99565" y="66869"/>
                </a:cubicBezTo>
                <a:cubicBezTo>
                  <a:pt x="99503" y="66869"/>
                  <a:pt x="99438" y="66874"/>
                  <a:pt x="99372" y="66882"/>
                </a:cubicBezTo>
                <a:cubicBezTo>
                  <a:pt x="97470" y="66915"/>
                  <a:pt x="95569" y="66982"/>
                  <a:pt x="93634" y="67049"/>
                </a:cubicBezTo>
                <a:cubicBezTo>
                  <a:pt x="93334" y="67049"/>
                  <a:pt x="93234" y="66949"/>
                  <a:pt x="93234" y="66615"/>
                </a:cubicBezTo>
                <a:cubicBezTo>
                  <a:pt x="93301" y="64013"/>
                  <a:pt x="93334" y="61411"/>
                  <a:pt x="93367" y="58809"/>
                </a:cubicBezTo>
                <a:cubicBezTo>
                  <a:pt x="93367" y="58476"/>
                  <a:pt x="93467" y="58376"/>
                  <a:pt x="93768" y="58376"/>
                </a:cubicBezTo>
                <a:cubicBezTo>
                  <a:pt x="95602" y="58309"/>
                  <a:pt x="97403" y="58209"/>
                  <a:pt x="99338" y="58142"/>
                </a:cubicBezTo>
                <a:close/>
                <a:moveTo>
                  <a:pt x="112448" y="57542"/>
                </a:moveTo>
                <a:cubicBezTo>
                  <a:pt x="112748" y="57542"/>
                  <a:pt x="112781" y="57675"/>
                  <a:pt x="112781" y="57909"/>
                </a:cubicBezTo>
                <a:lnTo>
                  <a:pt x="112781" y="59143"/>
                </a:lnTo>
                <a:cubicBezTo>
                  <a:pt x="112714" y="61611"/>
                  <a:pt x="112781" y="64080"/>
                  <a:pt x="112781" y="66548"/>
                </a:cubicBezTo>
                <a:cubicBezTo>
                  <a:pt x="112781" y="66715"/>
                  <a:pt x="112881" y="66949"/>
                  <a:pt x="112681" y="66982"/>
                </a:cubicBezTo>
                <a:cubicBezTo>
                  <a:pt x="112461" y="67031"/>
                  <a:pt x="112242" y="67062"/>
                  <a:pt x="112022" y="67062"/>
                </a:cubicBezTo>
                <a:cubicBezTo>
                  <a:pt x="111941" y="67062"/>
                  <a:pt x="111861" y="67058"/>
                  <a:pt x="111780" y="67049"/>
                </a:cubicBezTo>
                <a:cubicBezTo>
                  <a:pt x="111647" y="67015"/>
                  <a:pt x="111747" y="66815"/>
                  <a:pt x="111747" y="66682"/>
                </a:cubicBezTo>
                <a:cubicBezTo>
                  <a:pt x="112014" y="64981"/>
                  <a:pt x="112081" y="63279"/>
                  <a:pt x="111981" y="61545"/>
                </a:cubicBezTo>
                <a:cubicBezTo>
                  <a:pt x="111914" y="60677"/>
                  <a:pt x="111680" y="59844"/>
                  <a:pt x="111580" y="58976"/>
                </a:cubicBezTo>
                <a:cubicBezTo>
                  <a:pt x="111480" y="58076"/>
                  <a:pt x="110946" y="57875"/>
                  <a:pt x="110213" y="57842"/>
                </a:cubicBezTo>
                <a:cubicBezTo>
                  <a:pt x="110012" y="57809"/>
                  <a:pt x="109812" y="57775"/>
                  <a:pt x="109612" y="57709"/>
                </a:cubicBezTo>
                <a:lnTo>
                  <a:pt x="109612" y="57542"/>
                </a:lnTo>
                <a:cubicBezTo>
                  <a:pt x="110257" y="57542"/>
                  <a:pt x="110887" y="57557"/>
                  <a:pt x="111512" y="57557"/>
                </a:cubicBezTo>
                <a:cubicBezTo>
                  <a:pt x="111825" y="57557"/>
                  <a:pt x="112136" y="57553"/>
                  <a:pt x="112448" y="57542"/>
                </a:cubicBezTo>
                <a:close/>
                <a:moveTo>
                  <a:pt x="92667" y="58409"/>
                </a:moveTo>
                <a:cubicBezTo>
                  <a:pt x="93034" y="58409"/>
                  <a:pt x="92934" y="58643"/>
                  <a:pt x="92934" y="58843"/>
                </a:cubicBezTo>
                <a:cubicBezTo>
                  <a:pt x="92867" y="60778"/>
                  <a:pt x="92867" y="62712"/>
                  <a:pt x="92867" y="64680"/>
                </a:cubicBezTo>
                <a:cubicBezTo>
                  <a:pt x="92834" y="65347"/>
                  <a:pt x="92800" y="66015"/>
                  <a:pt x="92800" y="66715"/>
                </a:cubicBezTo>
                <a:cubicBezTo>
                  <a:pt x="92800" y="66982"/>
                  <a:pt x="92667" y="67082"/>
                  <a:pt x="92400" y="67082"/>
                </a:cubicBezTo>
                <a:cubicBezTo>
                  <a:pt x="90132" y="67115"/>
                  <a:pt x="87863" y="67316"/>
                  <a:pt x="85595" y="67449"/>
                </a:cubicBezTo>
                <a:cubicBezTo>
                  <a:pt x="85228" y="67449"/>
                  <a:pt x="85128" y="67382"/>
                  <a:pt x="85128" y="66982"/>
                </a:cubicBezTo>
                <a:lnTo>
                  <a:pt x="85128" y="62846"/>
                </a:lnTo>
                <a:cubicBezTo>
                  <a:pt x="85028" y="61511"/>
                  <a:pt x="85028" y="60210"/>
                  <a:pt x="85095" y="58876"/>
                </a:cubicBezTo>
                <a:cubicBezTo>
                  <a:pt x="85095" y="58576"/>
                  <a:pt x="85195" y="58476"/>
                  <a:pt x="85495" y="58476"/>
                </a:cubicBezTo>
                <a:cubicBezTo>
                  <a:pt x="86696" y="58476"/>
                  <a:pt x="87888" y="58493"/>
                  <a:pt x="89081" y="58493"/>
                </a:cubicBezTo>
                <a:cubicBezTo>
                  <a:pt x="90273" y="58493"/>
                  <a:pt x="91466" y="58476"/>
                  <a:pt x="92667" y="58409"/>
                </a:cubicBezTo>
                <a:close/>
                <a:moveTo>
                  <a:pt x="84628" y="62946"/>
                </a:moveTo>
                <a:cubicBezTo>
                  <a:pt x="84628" y="64369"/>
                  <a:pt x="84628" y="65792"/>
                  <a:pt x="84628" y="67215"/>
                </a:cubicBezTo>
                <a:cubicBezTo>
                  <a:pt x="84628" y="67416"/>
                  <a:pt x="84561" y="67449"/>
                  <a:pt x="84394" y="67482"/>
                </a:cubicBezTo>
                <a:cubicBezTo>
                  <a:pt x="84133" y="67516"/>
                  <a:pt x="83935" y="67539"/>
                  <a:pt x="83792" y="67539"/>
                </a:cubicBezTo>
                <a:cubicBezTo>
                  <a:pt x="83369" y="67539"/>
                  <a:pt x="83420" y="67338"/>
                  <a:pt x="83694" y="66615"/>
                </a:cubicBezTo>
                <a:cubicBezTo>
                  <a:pt x="84127" y="65448"/>
                  <a:pt x="84294" y="64180"/>
                  <a:pt x="84628" y="62946"/>
                </a:cubicBezTo>
                <a:close/>
                <a:moveTo>
                  <a:pt x="127425" y="59844"/>
                </a:moveTo>
                <a:cubicBezTo>
                  <a:pt x="127758" y="59844"/>
                  <a:pt x="127892" y="59910"/>
                  <a:pt x="127892" y="60277"/>
                </a:cubicBezTo>
                <a:cubicBezTo>
                  <a:pt x="127925" y="62345"/>
                  <a:pt x="127859" y="64447"/>
                  <a:pt x="127692" y="66515"/>
                </a:cubicBezTo>
                <a:cubicBezTo>
                  <a:pt x="127658" y="66982"/>
                  <a:pt x="127525" y="67416"/>
                  <a:pt x="127225" y="67783"/>
                </a:cubicBezTo>
                <a:cubicBezTo>
                  <a:pt x="127125" y="67883"/>
                  <a:pt x="126991" y="67949"/>
                  <a:pt x="126824" y="67949"/>
                </a:cubicBezTo>
                <a:cubicBezTo>
                  <a:pt x="126369" y="68063"/>
                  <a:pt x="125913" y="68098"/>
                  <a:pt x="125458" y="68098"/>
                </a:cubicBezTo>
                <a:cubicBezTo>
                  <a:pt x="124846" y="68098"/>
                  <a:pt x="124234" y="68035"/>
                  <a:pt x="123622" y="68016"/>
                </a:cubicBezTo>
                <a:cubicBezTo>
                  <a:pt x="122255" y="67983"/>
                  <a:pt x="120854" y="67916"/>
                  <a:pt x="119453" y="67916"/>
                </a:cubicBezTo>
                <a:cubicBezTo>
                  <a:pt x="119019" y="67916"/>
                  <a:pt x="119019" y="67749"/>
                  <a:pt x="119086" y="67416"/>
                </a:cubicBezTo>
                <a:cubicBezTo>
                  <a:pt x="119453" y="65414"/>
                  <a:pt x="119653" y="63379"/>
                  <a:pt x="119619" y="61345"/>
                </a:cubicBezTo>
                <a:cubicBezTo>
                  <a:pt x="119586" y="60978"/>
                  <a:pt x="119553" y="60644"/>
                  <a:pt x="119486" y="60210"/>
                </a:cubicBezTo>
                <a:lnTo>
                  <a:pt x="119486" y="60210"/>
                </a:lnTo>
                <a:lnTo>
                  <a:pt x="119519" y="60244"/>
                </a:lnTo>
                <a:cubicBezTo>
                  <a:pt x="119663" y="60286"/>
                  <a:pt x="119801" y="60303"/>
                  <a:pt x="119935" y="60303"/>
                </a:cubicBezTo>
                <a:cubicBezTo>
                  <a:pt x="120330" y="60303"/>
                  <a:pt x="120697" y="60160"/>
                  <a:pt x="121120" y="60110"/>
                </a:cubicBezTo>
                <a:cubicBezTo>
                  <a:pt x="121687" y="60044"/>
                  <a:pt x="122221" y="60077"/>
                  <a:pt x="122788" y="60044"/>
                </a:cubicBezTo>
                <a:cubicBezTo>
                  <a:pt x="123055" y="60044"/>
                  <a:pt x="123122" y="60144"/>
                  <a:pt x="123122" y="60377"/>
                </a:cubicBezTo>
                <a:cubicBezTo>
                  <a:pt x="123122" y="60811"/>
                  <a:pt x="123155" y="61278"/>
                  <a:pt x="123155" y="61678"/>
                </a:cubicBezTo>
                <a:cubicBezTo>
                  <a:pt x="123155" y="62045"/>
                  <a:pt x="123255" y="62345"/>
                  <a:pt x="123656" y="62345"/>
                </a:cubicBezTo>
                <a:cubicBezTo>
                  <a:pt x="123712" y="62357"/>
                  <a:pt x="123768" y="62363"/>
                  <a:pt x="123822" y="62363"/>
                </a:cubicBezTo>
                <a:cubicBezTo>
                  <a:pt x="124215" y="62363"/>
                  <a:pt x="124531" y="62059"/>
                  <a:pt x="124590" y="61678"/>
                </a:cubicBezTo>
                <a:cubicBezTo>
                  <a:pt x="124590" y="61278"/>
                  <a:pt x="124590" y="60844"/>
                  <a:pt x="124523" y="60444"/>
                </a:cubicBezTo>
                <a:cubicBezTo>
                  <a:pt x="124456" y="60077"/>
                  <a:pt x="124590" y="59977"/>
                  <a:pt x="124923" y="59944"/>
                </a:cubicBezTo>
                <a:cubicBezTo>
                  <a:pt x="125757" y="59844"/>
                  <a:pt x="126591" y="59844"/>
                  <a:pt x="127425" y="59844"/>
                </a:cubicBezTo>
                <a:close/>
                <a:moveTo>
                  <a:pt x="107595" y="58337"/>
                </a:moveTo>
                <a:cubicBezTo>
                  <a:pt x="108545" y="58337"/>
                  <a:pt x="109496" y="58446"/>
                  <a:pt x="110446" y="58476"/>
                </a:cubicBezTo>
                <a:cubicBezTo>
                  <a:pt x="110613" y="58509"/>
                  <a:pt x="110646" y="58576"/>
                  <a:pt x="110713" y="58709"/>
                </a:cubicBezTo>
                <a:cubicBezTo>
                  <a:pt x="111480" y="61411"/>
                  <a:pt x="111413" y="64147"/>
                  <a:pt x="110980" y="66882"/>
                </a:cubicBezTo>
                <a:cubicBezTo>
                  <a:pt x="110913" y="67349"/>
                  <a:pt x="110846" y="67849"/>
                  <a:pt x="110780" y="68316"/>
                </a:cubicBezTo>
                <a:cubicBezTo>
                  <a:pt x="110746" y="68717"/>
                  <a:pt x="110513" y="68850"/>
                  <a:pt x="110146" y="68850"/>
                </a:cubicBezTo>
                <a:cubicBezTo>
                  <a:pt x="109185" y="68910"/>
                  <a:pt x="108225" y="68922"/>
                  <a:pt x="107156" y="68922"/>
                </a:cubicBezTo>
                <a:cubicBezTo>
                  <a:pt x="106443" y="68922"/>
                  <a:pt x="105683" y="68917"/>
                  <a:pt x="104842" y="68917"/>
                </a:cubicBezTo>
                <a:cubicBezTo>
                  <a:pt x="103941" y="68883"/>
                  <a:pt x="102540" y="68817"/>
                  <a:pt x="101139" y="68750"/>
                </a:cubicBezTo>
                <a:cubicBezTo>
                  <a:pt x="100806" y="68750"/>
                  <a:pt x="100773" y="68617"/>
                  <a:pt x="100806" y="68316"/>
                </a:cubicBezTo>
                <a:cubicBezTo>
                  <a:pt x="101373" y="65581"/>
                  <a:pt x="101573" y="62812"/>
                  <a:pt x="101406" y="60044"/>
                </a:cubicBezTo>
                <a:lnTo>
                  <a:pt x="101406" y="59076"/>
                </a:lnTo>
                <a:cubicBezTo>
                  <a:pt x="101406" y="58404"/>
                  <a:pt x="101406" y="58376"/>
                  <a:pt x="101946" y="58376"/>
                </a:cubicBezTo>
                <a:cubicBezTo>
                  <a:pt x="101995" y="58376"/>
                  <a:pt x="102048" y="58376"/>
                  <a:pt x="102107" y="58376"/>
                </a:cubicBezTo>
                <a:cubicBezTo>
                  <a:pt x="103007" y="58409"/>
                  <a:pt x="103875" y="58409"/>
                  <a:pt x="104742" y="58409"/>
                </a:cubicBezTo>
                <a:cubicBezTo>
                  <a:pt x="104782" y="58405"/>
                  <a:pt x="104819" y="58403"/>
                  <a:pt x="104852" y="58403"/>
                </a:cubicBezTo>
                <a:cubicBezTo>
                  <a:pt x="105098" y="58403"/>
                  <a:pt x="105176" y="58516"/>
                  <a:pt x="105176" y="58809"/>
                </a:cubicBezTo>
                <a:cubicBezTo>
                  <a:pt x="105176" y="59377"/>
                  <a:pt x="105376" y="59577"/>
                  <a:pt x="105809" y="59577"/>
                </a:cubicBezTo>
                <a:cubicBezTo>
                  <a:pt x="106377" y="59577"/>
                  <a:pt x="106844" y="59243"/>
                  <a:pt x="106810" y="58743"/>
                </a:cubicBezTo>
                <a:cubicBezTo>
                  <a:pt x="106777" y="58376"/>
                  <a:pt x="106944" y="58342"/>
                  <a:pt x="107244" y="58342"/>
                </a:cubicBezTo>
                <a:cubicBezTo>
                  <a:pt x="107361" y="58339"/>
                  <a:pt x="107478" y="58337"/>
                  <a:pt x="107595" y="58337"/>
                </a:cubicBezTo>
                <a:close/>
                <a:moveTo>
                  <a:pt x="75488" y="61144"/>
                </a:moveTo>
                <a:cubicBezTo>
                  <a:pt x="75866" y="61156"/>
                  <a:pt x="76244" y="61156"/>
                  <a:pt x="76622" y="61156"/>
                </a:cubicBezTo>
                <a:cubicBezTo>
                  <a:pt x="77378" y="61156"/>
                  <a:pt x="78134" y="61156"/>
                  <a:pt x="78890" y="61245"/>
                </a:cubicBezTo>
                <a:cubicBezTo>
                  <a:pt x="79090" y="61278"/>
                  <a:pt x="79357" y="61178"/>
                  <a:pt x="79324" y="61545"/>
                </a:cubicBezTo>
                <a:cubicBezTo>
                  <a:pt x="79309" y="61696"/>
                  <a:pt x="79252" y="61738"/>
                  <a:pt x="79179" y="61738"/>
                </a:cubicBezTo>
                <a:cubicBezTo>
                  <a:pt x="79092" y="61738"/>
                  <a:pt x="78981" y="61678"/>
                  <a:pt x="78890" y="61678"/>
                </a:cubicBezTo>
                <a:cubicBezTo>
                  <a:pt x="78256" y="61678"/>
                  <a:pt x="77623" y="61611"/>
                  <a:pt x="76989" y="61611"/>
                </a:cubicBezTo>
                <a:cubicBezTo>
                  <a:pt x="76965" y="61610"/>
                  <a:pt x="76942" y="61609"/>
                  <a:pt x="76918" y="61609"/>
                </a:cubicBezTo>
                <a:cubicBezTo>
                  <a:pt x="76479" y="61609"/>
                  <a:pt x="76085" y="61902"/>
                  <a:pt x="76022" y="62345"/>
                </a:cubicBezTo>
                <a:cubicBezTo>
                  <a:pt x="75655" y="63580"/>
                  <a:pt x="75221" y="64814"/>
                  <a:pt x="74821" y="66048"/>
                </a:cubicBezTo>
                <a:cubicBezTo>
                  <a:pt x="74654" y="66582"/>
                  <a:pt x="74754" y="66815"/>
                  <a:pt x="75321" y="66882"/>
                </a:cubicBezTo>
                <a:cubicBezTo>
                  <a:pt x="76088" y="66982"/>
                  <a:pt x="76855" y="67015"/>
                  <a:pt x="77589" y="67115"/>
                </a:cubicBezTo>
                <a:cubicBezTo>
                  <a:pt x="78423" y="67215"/>
                  <a:pt x="79257" y="67349"/>
                  <a:pt x="80091" y="67482"/>
                </a:cubicBezTo>
                <a:cubicBezTo>
                  <a:pt x="80221" y="67502"/>
                  <a:pt x="80338" y="67513"/>
                  <a:pt x="80442" y="67513"/>
                </a:cubicBezTo>
                <a:cubicBezTo>
                  <a:pt x="80874" y="67513"/>
                  <a:pt x="81111" y="67332"/>
                  <a:pt x="81325" y="66849"/>
                </a:cubicBezTo>
                <a:cubicBezTo>
                  <a:pt x="81859" y="65581"/>
                  <a:pt x="82226" y="64280"/>
                  <a:pt x="82826" y="63046"/>
                </a:cubicBezTo>
                <a:cubicBezTo>
                  <a:pt x="82993" y="62679"/>
                  <a:pt x="82760" y="62445"/>
                  <a:pt x="82426" y="62345"/>
                </a:cubicBezTo>
                <a:cubicBezTo>
                  <a:pt x="81892" y="62179"/>
                  <a:pt x="81325" y="62078"/>
                  <a:pt x="80792" y="62012"/>
                </a:cubicBezTo>
                <a:cubicBezTo>
                  <a:pt x="80625" y="61978"/>
                  <a:pt x="80358" y="62045"/>
                  <a:pt x="80358" y="61778"/>
                </a:cubicBezTo>
                <a:cubicBezTo>
                  <a:pt x="80390" y="61557"/>
                  <a:pt x="80421" y="61275"/>
                  <a:pt x="80794" y="61275"/>
                </a:cubicBezTo>
                <a:cubicBezTo>
                  <a:pt x="80815" y="61275"/>
                  <a:pt x="80836" y="61276"/>
                  <a:pt x="80858" y="61278"/>
                </a:cubicBezTo>
                <a:cubicBezTo>
                  <a:pt x="81014" y="61289"/>
                  <a:pt x="81173" y="61293"/>
                  <a:pt x="81335" y="61293"/>
                </a:cubicBezTo>
                <a:cubicBezTo>
                  <a:pt x="81659" y="61293"/>
                  <a:pt x="81992" y="61278"/>
                  <a:pt x="82326" y="61278"/>
                </a:cubicBezTo>
                <a:lnTo>
                  <a:pt x="82326" y="61245"/>
                </a:lnTo>
                <a:cubicBezTo>
                  <a:pt x="82760" y="61245"/>
                  <a:pt x="83227" y="61245"/>
                  <a:pt x="83627" y="61211"/>
                </a:cubicBezTo>
                <a:cubicBezTo>
                  <a:pt x="83894" y="61211"/>
                  <a:pt x="83994" y="61278"/>
                  <a:pt x="83961" y="61545"/>
                </a:cubicBezTo>
                <a:cubicBezTo>
                  <a:pt x="83760" y="63479"/>
                  <a:pt x="83460" y="65414"/>
                  <a:pt x="82626" y="67215"/>
                </a:cubicBezTo>
                <a:cubicBezTo>
                  <a:pt x="82459" y="67549"/>
                  <a:pt x="82259" y="67883"/>
                  <a:pt x="82126" y="68250"/>
                </a:cubicBezTo>
                <a:cubicBezTo>
                  <a:pt x="81973" y="68738"/>
                  <a:pt x="81514" y="69059"/>
                  <a:pt x="81002" y="69059"/>
                </a:cubicBezTo>
                <a:cubicBezTo>
                  <a:pt x="80955" y="69059"/>
                  <a:pt x="80907" y="69056"/>
                  <a:pt x="80858" y="69050"/>
                </a:cubicBezTo>
                <a:cubicBezTo>
                  <a:pt x="79591" y="68950"/>
                  <a:pt x="78323" y="68783"/>
                  <a:pt x="77089" y="68516"/>
                </a:cubicBezTo>
                <a:cubicBezTo>
                  <a:pt x="75955" y="68316"/>
                  <a:pt x="74821" y="67983"/>
                  <a:pt x="73653" y="67883"/>
                </a:cubicBezTo>
                <a:cubicBezTo>
                  <a:pt x="73253" y="67849"/>
                  <a:pt x="73253" y="67716"/>
                  <a:pt x="73386" y="67382"/>
                </a:cubicBezTo>
                <a:cubicBezTo>
                  <a:pt x="73987" y="65915"/>
                  <a:pt x="74487" y="64413"/>
                  <a:pt x="74854" y="62846"/>
                </a:cubicBezTo>
                <a:cubicBezTo>
                  <a:pt x="74954" y="62412"/>
                  <a:pt x="74987" y="61945"/>
                  <a:pt x="75054" y="61511"/>
                </a:cubicBezTo>
                <a:cubicBezTo>
                  <a:pt x="75088" y="61245"/>
                  <a:pt x="75188" y="61144"/>
                  <a:pt x="75488" y="61144"/>
                </a:cubicBezTo>
                <a:close/>
                <a:moveTo>
                  <a:pt x="92361" y="67843"/>
                </a:moveTo>
                <a:cubicBezTo>
                  <a:pt x="92662" y="67843"/>
                  <a:pt x="92763" y="67966"/>
                  <a:pt x="92733" y="68350"/>
                </a:cubicBezTo>
                <a:cubicBezTo>
                  <a:pt x="92733" y="69050"/>
                  <a:pt x="92733" y="69751"/>
                  <a:pt x="92733" y="70485"/>
                </a:cubicBezTo>
                <a:cubicBezTo>
                  <a:pt x="92733" y="70818"/>
                  <a:pt x="92633" y="70851"/>
                  <a:pt x="92333" y="70851"/>
                </a:cubicBezTo>
                <a:lnTo>
                  <a:pt x="85728" y="70851"/>
                </a:lnTo>
                <a:cubicBezTo>
                  <a:pt x="85362" y="70851"/>
                  <a:pt x="85161" y="70818"/>
                  <a:pt x="85195" y="70351"/>
                </a:cubicBezTo>
                <a:cubicBezTo>
                  <a:pt x="85261" y="69751"/>
                  <a:pt x="85228" y="69150"/>
                  <a:pt x="85128" y="68550"/>
                </a:cubicBezTo>
                <a:cubicBezTo>
                  <a:pt x="85095" y="68316"/>
                  <a:pt x="85095" y="68116"/>
                  <a:pt x="85428" y="68116"/>
                </a:cubicBezTo>
                <a:cubicBezTo>
                  <a:pt x="87697" y="68049"/>
                  <a:pt x="89965" y="67949"/>
                  <a:pt x="92233" y="67849"/>
                </a:cubicBezTo>
                <a:cubicBezTo>
                  <a:pt x="92279" y="67845"/>
                  <a:pt x="92322" y="67843"/>
                  <a:pt x="92361" y="67843"/>
                </a:cubicBezTo>
                <a:close/>
                <a:moveTo>
                  <a:pt x="83537" y="68031"/>
                </a:moveTo>
                <a:cubicBezTo>
                  <a:pt x="83616" y="68031"/>
                  <a:pt x="83701" y="68038"/>
                  <a:pt x="83794" y="68049"/>
                </a:cubicBezTo>
                <a:cubicBezTo>
                  <a:pt x="84694" y="68183"/>
                  <a:pt x="84694" y="68150"/>
                  <a:pt x="84694" y="69084"/>
                </a:cubicBezTo>
                <a:cubicBezTo>
                  <a:pt x="84728" y="69517"/>
                  <a:pt x="84728" y="69984"/>
                  <a:pt x="84794" y="70451"/>
                </a:cubicBezTo>
                <a:cubicBezTo>
                  <a:pt x="84861" y="70785"/>
                  <a:pt x="84694" y="70851"/>
                  <a:pt x="84394" y="70851"/>
                </a:cubicBezTo>
                <a:lnTo>
                  <a:pt x="79491" y="70851"/>
                </a:lnTo>
                <a:lnTo>
                  <a:pt x="79491" y="70885"/>
                </a:lnTo>
                <a:lnTo>
                  <a:pt x="74654" y="70885"/>
                </a:lnTo>
                <a:cubicBezTo>
                  <a:pt x="74320" y="70885"/>
                  <a:pt x="74187" y="70818"/>
                  <a:pt x="74254" y="70451"/>
                </a:cubicBezTo>
                <a:cubicBezTo>
                  <a:pt x="74320" y="70051"/>
                  <a:pt x="74320" y="69651"/>
                  <a:pt x="74287" y="69284"/>
                </a:cubicBezTo>
                <a:cubicBezTo>
                  <a:pt x="74263" y="68917"/>
                  <a:pt x="74363" y="68819"/>
                  <a:pt x="74576" y="68819"/>
                </a:cubicBezTo>
                <a:cubicBezTo>
                  <a:pt x="74654" y="68819"/>
                  <a:pt x="74747" y="68832"/>
                  <a:pt x="74854" y="68850"/>
                </a:cubicBezTo>
                <a:cubicBezTo>
                  <a:pt x="76322" y="69184"/>
                  <a:pt x="77823" y="69450"/>
                  <a:pt x="79357" y="69617"/>
                </a:cubicBezTo>
                <a:cubicBezTo>
                  <a:pt x="79821" y="69666"/>
                  <a:pt x="80303" y="69697"/>
                  <a:pt x="80790" y="69697"/>
                </a:cubicBezTo>
                <a:cubicBezTo>
                  <a:pt x="80968" y="69697"/>
                  <a:pt x="81147" y="69693"/>
                  <a:pt x="81325" y="69684"/>
                </a:cubicBezTo>
                <a:cubicBezTo>
                  <a:pt x="81959" y="69684"/>
                  <a:pt x="82560" y="69250"/>
                  <a:pt x="82726" y="68650"/>
                </a:cubicBezTo>
                <a:cubicBezTo>
                  <a:pt x="82919" y="68181"/>
                  <a:pt x="83158" y="68031"/>
                  <a:pt x="83537" y="68031"/>
                </a:cubicBezTo>
                <a:close/>
                <a:moveTo>
                  <a:pt x="100140" y="67553"/>
                </a:moveTo>
                <a:cubicBezTo>
                  <a:pt x="100315" y="67553"/>
                  <a:pt x="100325" y="67697"/>
                  <a:pt x="100272" y="67883"/>
                </a:cubicBezTo>
                <a:cubicBezTo>
                  <a:pt x="100172" y="68150"/>
                  <a:pt x="100105" y="68450"/>
                  <a:pt x="100072" y="68717"/>
                </a:cubicBezTo>
                <a:cubicBezTo>
                  <a:pt x="99972" y="69084"/>
                  <a:pt x="100205" y="69417"/>
                  <a:pt x="100572" y="69484"/>
                </a:cubicBezTo>
                <a:cubicBezTo>
                  <a:pt x="100939" y="69584"/>
                  <a:pt x="101306" y="69617"/>
                  <a:pt x="101673" y="69617"/>
                </a:cubicBezTo>
                <a:cubicBezTo>
                  <a:pt x="102073" y="69617"/>
                  <a:pt x="102174" y="69817"/>
                  <a:pt x="102207" y="70184"/>
                </a:cubicBezTo>
                <a:cubicBezTo>
                  <a:pt x="102307" y="70885"/>
                  <a:pt x="102307" y="70885"/>
                  <a:pt x="101606" y="70885"/>
                </a:cubicBezTo>
                <a:lnTo>
                  <a:pt x="97704" y="70885"/>
                </a:lnTo>
                <a:cubicBezTo>
                  <a:pt x="96792" y="70885"/>
                  <a:pt x="95880" y="70870"/>
                  <a:pt x="94968" y="70870"/>
                </a:cubicBezTo>
                <a:cubicBezTo>
                  <a:pt x="94513" y="70870"/>
                  <a:pt x="94057" y="70874"/>
                  <a:pt x="93601" y="70885"/>
                </a:cubicBezTo>
                <a:cubicBezTo>
                  <a:pt x="93562" y="70888"/>
                  <a:pt x="93525" y="70890"/>
                  <a:pt x="93492" y="70890"/>
                </a:cubicBezTo>
                <a:cubicBezTo>
                  <a:pt x="93188" y="70890"/>
                  <a:pt x="93137" y="70749"/>
                  <a:pt x="93167" y="70418"/>
                </a:cubicBezTo>
                <a:cubicBezTo>
                  <a:pt x="93167" y="69717"/>
                  <a:pt x="93167" y="68983"/>
                  <a:pt x="93167" y="68283"/>
                </a:cubicBezTo>
                <a:cubicBezTo>
                  <a:pt x="93167" y="67983"/>
                  <a:pt x="93234" y="67816"/>
                  <a:pt x="93601" y="67816"/>
                </a:cubicBezTo>
                <a:cubicBezTo>
                  <a:pt x="95369" y="67749"/>
                  <a:pt x="97137" y="67649"/>
                  <a:pt x="98938" y="67649"/>
                </a:cubicBezTo>
                <a:cubicBezTo>
                  <a:pt x="99027" y="67658"/>
                  <a:pt x="99119" y="67662"/>
                  <a:pt x="99212" y="67662"/>
                </a:cubicBezTo>
                <a:cubicBezTo>
                  <a:pt x="99466" y="67662"/>
                  <a:pt x="99728" y="67631"/>
                  <a:pt x="99972" y="67582"/>
                </a:cubicBezTo>
                <a:cubicBezTo>
                  <a:pt x="100040" y="67562"/>
                  <a:pt x="100095" y="67553"/>
                  <a:pt x="100140" y="67553"/>
                </a:cubicBezTo>
                <a:close/>
                <a:moveTo>
                  <a:pt x="72786" y="67015"/>
                </a:moveTo>
                <a:cubicBezTo>
                  <a:pt x="72319" y="68383"/>
                  <a:pt x="72319" y="68383"/>
                  <a:pt x="73687" y="68683"/>
                </a:cubicBezTo>
                <a:cubicBezTo>
                  <a:pt x="73853" y="68717"/>
                  <a:pt x="73920" y="68783"/>
                  <a:pt x="73920" y="68983"/>
                </a:cubicBezTo>
                <a:cubicBezTo>
                  <a:pt x="73920" y="69017"/>
                  <a:pt x="73920" y="69050"/>
                  <a:pt x="73920" y="69084"/>
                </a:cubicBezTo>
                <a:cubicBezTo>
                  <a:pt x="73920" y="69651"/>
                  <a:pt x="74120" y="70318"/>
                  <a:pt x="73787" y="70751"/>
                </a:cubicBezTo>
                <a:cubicBezTo>
                  <a:pt x="73644" y="70923"/>
                  <a:pt x="73427" y="70972"/>
                  <a:pt x="73182" y="70972"/>
                </a:cubicBezTo>
                <a:cubicBezTo>
                  <a:pt x="72855" y="70972"/>
                  <a:pt x="72476" y="70885"/>
                  <a:pt x="72152" y="70885"/>
                </a:cubicBezTo>
                <a:cubicBezTo>
                  <a:pt x="70451" y="70952"/>
                  <a:pt x="68716" y="70918"/>
                  <a:pt x="66982" y="70985"/>
                </a:cubicBezTo>
                <a:cubicBezTo>
                  <a:pt x="66581" y="70985"/>
                  <a:pt x="66448" y="70885"/>
                  <a:pt x="66481" y="70451"/>
                </a:cubicBezTo>
                <a:cubicBezTo>
                  <a:pt x="66548" y="69450"/>
                  <a:pt x="66548" y="68416"/>
                  <a:pt x="66581" y="67416"/>
                </a:cubicBezTo>
                <a:cubicBezTo>
                  <a:pt x="66613" y="67260"/>
                  <a:pt x="66556" y="67045"/>
                  <a:pt x="66821" y="67045"/>
                </a:cubicBezTo>
                <a:cubicBezTo>
                  <a:pt x="66840" y="67045"/>
                  <a:pt x="66860" y="67047"/>
                  <a:pt x="66882" y="67049"/>
                </a:cubicBezTo>
                <a:cubicBezTo>
                  <a:pt x="67442" y="67103"/>
                  <a:pt x="68006" y="67122"/>
                  <a:pt x="68572" y="67122"/>
                </a:cubicBezTo>
                <a:cubicBezTo>
                  <a:pt x="69759" y="67122"/>
                  <a:pt x="70955" y="67038"/>
                  <a:pt x="72152" y="67015"/>
                </a:cubicBezTo>
                <a:close/>
                <a:moveTo>
                  <a:pt x="112114" y="67516"/>
                </a:moveTo>
                <a:cubicBezTo>
                  <a:pt x="112915" y="67549"/>
                  <a:pt x="112814" y="67449"/>
                  <a:pt x="112814" y="68216"/>
                </a:cubicBezTo>
                <a:lnTo>
                  <a:pt x="112814" y="70518"/>
                </a:lnTo>
                <a:cubicBezTo>
                  <a:pt x="112814" y="70885"/>
                  <a:pt x="112714" y="71018"/>
                  <a:pt x="112281" y="71018"/>
                </a:cubicBezTo>
                <a:cubicBezTo>
                  <a:pt x="110083" y="70921"/>
                  <a:pt x="107885" y="70859"/>
                  <a:pt x="105675" y="70859"/>
                </a:cubicBezTo>
                <a:cubicBezTo>
                  <a:pt x="104865" y="70859"/>
                  <a:pt x="104054" y="70867"/>
                  <a:pt x="103241" y="70885"/>
                </a:cubicBezTo>
                <a:cubicBezTo>
                  <a:pt x="102807" y="70885"/>
                  <a:pt x="102607" y="70751"/>
                  <a:pt x="102641" y="70284"/>
                </a:cubicBezTo>
                <a:cubicBezTo>
                  <a:pt x="102641" y="70084"/>
                  <a:pt x="102607" y="69917"/>
                  <a:pt x="102607" y="69717"/>
                </a:cubicBezTo>
                <a:lnTo>
                  <a:pt x="102574" y="69717"/>
                </a:lnTo>
                <a:cubicBezTo>
                  <a:pt x="102692" y="69694"/>
                  <a:pt x="102826" y="69670"/>
                  <a:pt x="102966" y="69670"/>
                </a:cubicBezTo>
                <a:cubicBezTo>
                  <a:pt x="103024" y="69670"/>
                  <a:pt x="103082" y="69674"/>
                  <a:pt x="103141" y="69684"/>
                </a:cubicBezTo>
                <a:cubicBezTo>
                  <a:pt x="103686" y="69695"/>
                  <a:pt x="104231" y="69699"/>
                  <a:pt x="104775" y="69699"/>
                </a:cubicBezTo>
                <a:cubicBezTo>
                  <a:pt x="105865" y="69699"/>
                  <a:pt x="106955" y="69684"/>
                  <a:pt x="108044" y="69684"/>
                </a:cubicBezTo>
                <a:cubicBezTo>
                  <a:pt x="108845" y="69684"/>
                  <a:pt x="109646" y="69584"/>
                  <a:pt x="110379" y="69551"/>
                </a:cubicBezTo>
                <a:cubicBezTo>
                  <a:pt x="111113" y="69484"/>
                  <a:pt x="111347" y="69250"/>
                  <a:pt x="111514" y="68550"/>
                </a:cubicBezTo>
                <a:cubicBezTo>
                  <a:pt x="111547" y="68350"/>
                  <a:pt x="111580" y="68150"/>
                  <a:pt x="111614" y="67949"/>
                </a:cubicBezTo>
                <a:cubicBezTo>
                  <a:pt x="111580" y="67582"/>
                  <a:pt x="111780" y="67516"/>
                  <a:pt x="112114" y="67516"/>
                </a:cubicBezTo>
                <a:close/>
                <a:moveTo>
                  <a:pt x="118000" y="67408"/>
                </a:moveTo>
                <a:cubicBezTo>
                  <a:pt x="118089" y="67408"/>
                  <a:pt x="118174" y="67427"/>
                  <a:pt x="118252" y="67482"/>
                </a:cubicBezTo>
                <a:cubicBezTo>
                  <a:pt x="118519" y="67649"/>
                  <a:pt x="118252" y="67949"/>
                  <a:pt x="118252" y="68216"/>
                </a:cubicBezTo>
                <a:cubicBezTo>
                  <a:pt x="118285" y="68550"/>
                  <a:pt x="118485" y="68683"/>
                  <a:pt x="118785" y="68750"/>
                </a:cubicBezTo>
                <a:cubicBezTo>
                  <a:pt x="119152" y="68799"/>
                  <a:pt x="119536" y="68830"/>
                  <a:pt x="119925" y="68830"/>
                </a:cubicBezTo>
                <a:cubicBezTo>
                  <a:pt x="120067" y="68830"/>
                  <a:pt x="120210" y="68826"/>
                  <a:pt x="120353" y="68817"/>
                </a:cubicBezTo>
                <a:cubicBezTo>
                  <a:pt x="120389" y="68813"/>
                  <a:pt x="120422" y="68811"/>
                  <a:pt x="120453" y="68811"/>
                </a:cubicBezTo>
                <a:cubicBezTo>
                  <a:pt x="120676" y="68811"/>
                  <a:pt x="120753" y="68923"/>
                  <a:pt x="120753" y="69217"/>
                </a:cubicBezTo>
                <a:cubicBezTo>
                  <a:pt x="120753" y="69884"/>
                  <a:pt x="120787" y="70551"/>
                  <a:pt x="120787" y="71218"/>
                </a:cubicBezTo>
                <a:cubicBezTo>
                  <a:pt x="120815" y="71417"/>
                  <a:pt x="120795" y="71567"/>
                  <a:pt x="120564" y="71567"/>
                </a:cubicBezTo>
                <a:cubicBezTo>
                  <a:pt x="120523" y="71567"/>
                  <a:pt x="120475" y="71562"/>
                  <a:pt x="120420" y="71552"/>
                </a:cubicBezTo>
                <a:cubicBezTo>
                  <a:pt x="119019" y="71218"/>
                  <a:pt x="117585" y="71285"/>
                  <a:pt x="116150" y="71218"/>
                </a:cubicBezTo>
                <a:cubicBezTo>
                  <a:pt x="115283" y="71152"/>
                  <a:pt x="114416" y="71118"/>
                  <a:pt x="113548" y="71085"/>
                </a:cubicBezTo>
                <a:cubicBezTo>
                  <a:pt x="113315" y="71085"/>
                  <a:pt x="113215" y="71052"/>
                  <a:pt x="113215" y="70751"/>
                </a:cubicBezTo>
                <a:cubicBezTo>
                  <a:pt x="113248" y="69817"/>
                  <a:pt x="113248" y="68883"/>
                  <a:pt x="113215" y="67949"/>
                </a:cubicBezTo>
                <a:cubicBezTo>
                  <a:pt x="113215" y="67649"/>
                  <a:pt x="113315" y="67549"/>
                  <a:pt x="113648" y="67549"/>
                </a:cubicBezTo>
                <a:cubicBezTo>
                  <a:pt x="113729" y="67552"/>
                  <a:pt x="113809" y="67553"/>
                  <a:pt x="113890" y="67553"/>
                </a:cubicBezTo>
                <a:cubicBezTo>
                  <a:pt x="114690" y="67553"/>
                  <a:pt x="115475" y="67435"/>
                  <a:pt x="116291" y="67435"/>
                </a:cubicBezTo>
                <a:cubicBezTo>
                  <a:pt x="116443" y="67435"/>
                  <a:pt x="116596" y="67439"/>
                  <a:pt x="116751" y="67449"/>
                </a:cubicBezTo>
                <a:lnTo>
                  <a:pt x="117451" y="67482"/>
                </a:lnTo>
                <a:cubicBezTo>
                  <a:pt x="117629" y="67482"/>
                  <a:pt x="117822" y="67408"/>
                  <a:pt x="118000" y="67408"/>
                </a:cubicBezTo>
                <a:close/>
                <a:moveTo>
                  <a:pt x="131797" y="66937"/>
                </a:moveTo>
                <a:cubicBezTo>
                  <a:pt x="132006" y="66937"/>
                  <a:pt x="131928" y="67135"/>
                  <a:pt x="131928" y="67282"/>
                </a:cubicBezTo>
                <a:cubicBezTo>
                  <a:pt x="131895" y="68383"/>
                  <a:pt x="131795" y="69450"/>
                  <a:pt x="131728" y="70551"/>
                </a:cubicBezTo>
                <a:cubicBezTo>
                  <a:pt x="131595" y="72286"/>
                  <a:pt x="131461" y="74054"/>
                  <a:pt x="131328" y="75822"/>
                </a:cubicBezTo>
                <a:cubicBezTo>
                  <a:pt x="131294" y="76289"/>
                  <a:pt x="131261" y="76756"/>
                  <a:pt x="131228" y="77223"/>
                </a:cubicBezTo>
                <a:cubicBezTo>
                  <a:pt x="131228" y="77456"/>
                  <a:pt x="131161" y="77556"/>
                  <a:pt x="130894" y="77623"/>
                </a:cubicBezTo>
                <a:cubicBezTo>
                  <a:pt x="130127" y="77790"/>
                  <a:pt x="129360" y="77656"/>
                  <a:pt x="128626" y="77790"/>
                </a:cubicBezTo>
                <a:cubicBezTo>
                  <a:pt x="128259" y="77856"/>
                  <a:pt x="127859" y="77856"/>
                  <a:pt x="127492" y="77890"/>
                </a:cubicBezTo>
                <a:cubicBezTo>
                  <a:pt x="127451" y="77894"/>
                  <a:pt x="127414" y="77896"/>
                  <a:pt x="127380" y="77896"/>
                </a:cubicBezTo>
                <a:cubicBezTo>
                  <a:pt x="127136" y="77896"/>
                  <a:pt x="127062" y="77787"/>
                  <a:pt x="127091" y="77523"/>
                </a:cubicBezTo>
                <a:cubicBezTo>
                  <a:pt x="127191" y="76089"/>
                  <a:pt x="127291" y="74654"/>
                  <a:pt x="127392" y="73253"/>
                </a:cubicBezTo>
                <a:cubicBezTo>
                  <a:pt x="127558" y="71852"/>
                  <a:pt x="127625" y="70451"/>
                  <a:pt x="127592" y="69050"/>
                </a:cubicBezTo>
                <a:cubicBezTo>
                  <a:pt x="127558" y="68783"/>
                  <a:pt x="127658" y="68516"/>
                  <a:pt x="127859" y="68350"/>
                </a:cubicBezTo>
                <a:cubicBezTo>
                  <a:pt x="128125" y="68083"/>
                  <a:pt x="128292" y="67749"/>
                  <a:pt x="128292" y="67382"/>
                </a:cubicBezTo>
                <a:cubicBezTo>
                  <a:pt x="128326" y="67115"/>
                  <a:pt x="128426" y="67049"/>
                  <a:pt x="128692" y="67049"/>
                </a:cubicBezTo>
                <a:lnTo>
                  <a:pt x="129993" y="67049"/>
                </a:lnTo>
                <a:cubicBezTo>
                  <a:pt x="130560" y="67049"/>
                  <a:pt x="131128" y="67049"/>
                  <a:pt x="131695" y="66949"/>
                </a:cubicBezTo>
                <a:cubicBezTo>
                  <a:pt x="131735" y="66941"/>
                  <a:pt x="131768" y="66937"/>
                  <a:pt x="131797" y="66937"/>
                </a:cubicBezTo>
                <a:close/>
                <a:moveTo>
                  <a:pt x="126978" y="68699"/>
                </a:moveTo>
                <a:cubicBezTo>
                  <a:pt x="127125" y="68699"/>
                  <a:pt x="127125" y="68813"/>
                  <a:pt x="127125" y="68950"/>
                </a:cubicBezTo>
                <a:cubicBezTo>
                  <a:pt x="127158" y="69984"/>
                  <a:pt x="127091" y="71018"/>
                  <a:pt x="126991" y="72052"/>
                </a:cubicBezTo>
                <a:cubicBezTo>
                  <a:pt x="126925" y="73120"/>
                  <a:pt x="126824" y="74187"/>
                  <a:pt x="126724" y="75255"/>
                </a:cubicBezTo>
                <a:cubicBezTo>
                  <a:pt x="126658" y="76022"/>
                  <a:pt x="126591" y="76756"/>
                  <a:pt x="126558" y="77523"/>
                </a:cubicBezTo>
                <a:cubicBezTo>
                  <a:pt x="126558" y="77890"/>
                  <a:pt x="126391" y="77923"/>
                  <a:pt x="126091" y="77923"/>
                </a:cubicBezTo>
                <a:cubicBezTo>
                  <a:pt x="125474" y="77923"/>
                  <a:pt x="124865" y="77906"/>
                  <a:pt x="124256" y="77906"/>
                </a:cubicBezTo>
                <a:cubicBezTo>
                  <a:pt x="123647" y="77906"/>
                  <a:pt x="123038" y="77923"/>
                  <a:pt x="122421" y="77990"/>
                </a:cubicBezTo>
                <a:cubicBezTo>
                  <a:pt x="122397" y="77992"/>
                  <a:pt x="122374" y="77994"/>
                  <a:pt x="122353" y="77994"/>
                </a:cubicBezTo>
                <a:cubicBezTo>
                  <a:pt x="122088" y="77994"/>
                  <a:pt x="122088" y="77806"/>
                  <a:pt x="122088" y="77590"/>
                </a:cubicBezTo>
                <a:lnTo>
                  <a:pt x="122088" y="73920"/>
                </a:lnTo>
                <a:cubicBezTo>
                  <a:pt x="122088" y="73453"/>
                  <a:pt x="122054" y="72986"/>
                  <a:pt x="121988" y="72519"/>
                </a:cubicBezTo>
                <a:cubicBezTo>
                  <a:pt x="121930" y="72257"/>
                  <a:pt x="122049" y="71894"/>
                  <a:pt x="121660" y="71894"/>
                </a:cubicBezTo>
                <a:cubicBezTo>
                  <a:pt x="121603" y="71894"/>
                  <a:pt x="121535" y="71902"/>
                  <a:pt x="121454" y="71919"/>
                </a:cubicBezTo>
                <a:cubicBezTo>
                  <a:pt x="121442" y="71921"/>
                  <a:pt x="121430" y="71923"/>
                  <a:pt x="121419" y="71923"/>
                </a:cubicBezTo>
                <a:cubicBezTo>
                  <a:pt x="121278" y="71923"/>
                  <a:pt x="121220" y="71737"/>
                  <a:pt x="121220" y="71552"/>
                </a:cubicBezTo>
                <a:cubicBezTo>
                  <a:pt x="121254" y="70751"/>
                  <a:pt x="121220" y="69951"/>
                  <a:pt x="121154" y="69150"/>
                </a:cubicBezTo>
                <a:cubicBezTo>
                  <a:pt x="121125" y="68866"/>
                  <a:pt x="121218" y="68776"/>
                  <a:pt x="121431" y="68776"/>
                </a:cubicBezTo>
                <a:cubicBezTo>
                  <a:pt x="121469" y="68776"/>
                  <a:pt x="121510" y="68778"/>
                  <a:pt x="121554" y="68783"/>
                </a:cubicBezTo>
                <a:cubicBezTo>
                  <a:pt x="122255" y="68850"/>
                  <a:pt x="122988" y="68850"/>
                  <a:pt x="123522" y="68883"/>
                </a:cubicBezTo>
                <a:cubicBezTo>
                  <a:pt x="123680" y="68879"/>
                  <a:pt x="123835" y="68878"/>
                  <a:pt x="123987" y="68878"/>
                </a:cubicBezTo>
                <a:cubicBezTo>
                  <a:pt x="124384" y="68878"/>
                  <a:pt x="124765" y="68888"/>
                  <a:pt x="125134" y="68888"/>
                </a:cubicBezTo>
                <a:cubicBezTo>
                  <a:pt x="125732" y="68888"/>
                  <a:pt x="126300" y="68861"/>
                  <a:pt x="126858" y="68717"/>
                </a:cubicBezTo>
                <a:cubicBezTo>
                  <a:pt x="126906" y="68705"/>
                  <a:pt x="126945" y="68699"/>
                  <a:pt x="126978" y="68699"/>
                </a:cubicBezTo>
                <a:close/>
                <a:moveTo>
                  <a:pt x="130962" y="78050"/>
                </a:moveTo>
                <a:cubicBezTo>
                  <a:pt x="131120" y="78050"/>
                  <a:pt x="131106" y="78175"/>
                  <a:pt x="131061" y="78557"/>
                </a:cubicBezTo>
                <a:cubicBezTo>
                  <a:pt x="130794" y="81226"/>
                  <a:pt x="130527" y="83927"/>
                  <a:pt x="130227" y="86629"/>
                </a:cubicBezTo>
                <a:cubicBezTo>
                  <a:pt x="130227" y="86696"/>
                  <a:pt x="130227" y="86796"/>
                  <a:pt x="130227" y="86896"/>
                </a:cubicBezTo>
                <a:cubicBezTo>
                  <a:pt x="130160" y="87196"/>
                  <a:pt x="130327" y="87630"/>
                  <a:pt x="130160" y="87797"/>
                </a:cubicBezTo>
                <a:cubicBezTo>
                  <a:pt x="130069" y="87873"/>
                  <a:pt x="129944" y="87893"/>
                  <a:pt x="129803" y="87893"/>
                </a:cubicBezTo>
                <a:cubicBezTo>
                  <a:pt x="129633" y="87893"/>
                  <a:pt x="129442" y="87864"/>
                  <a:pt x="129260" y="87864"/>
                </a:cubicBezTo>
                <a:cubicBezTo>
                  <a:pt x="128959" y="87897"/>
                  <a:pt x="128592" y="87930"/>
                  <a:pt x="128292" y="87964"/>
                </a:cubicBezTo>
                <a:cubicBezTo>
                  <a:pt x="127992" y="87997"/>
                  <a:pt x="127692" y="87997"/>
                  <a:pt x="127392" y="87997"/>
                </a:cubicBezTo>
                <a:cubicBezTo>
                  <a:pt x="127347" y="87997"/>
                  <a:pt x="127303" y="88012"/>
                  <a:pt x="127248" y="88012"/>
                </a:cubicBezTo>
                <a:cubicBezTo>
                  <a:pt x="127221" y="88012"/>
                  <a:pt x="127191" y="88008"/>
                  <a:pt x="127158" y="87997"/>
                </a:cubicBezTo>
                <a:cubicBezTo>
                  <a:pt x="126124" y="87964"/>
                  <a:pt x="126157" y="87964"/>
                  <a:pt x="126257" y="86930"/>
                </a:cubicBezTo>
                <a:cubicBezTo>
                  <a:pt x="126491" y="84261"/>
                  <a:pt x="126724" y="81559"/>
                  <a:pt x="126958" y="78891"/>
                </a:cubicBezTo>
                <a:cubicBezTo>
                  <a:pt x="126991" y="78457"/>
                  <a:pt x="127125" y="78323"/>
                  <a:pt x="127525" y="78323"/>
                </a:cubicBezTo>
                <a:cubicBezTo>
                  <a:pt x="128392" y="78290"/>
                  <a:pt x="129226" y="78223"/>
                  <a:pt x="130093" y="78190"/>
                </a:cubicBezTo>
                <a:cubicBezTo>
                  <a:pt x="130260" y="78190"/>
                  <a:pt x="130427" y="78157"/>
                  <a:pt x="130594" y="78123"/>
                </a:cubicBezTo>
                <a:cubicBezTo>
                  <a:pt x="130768" y="78080"/>
                  <a:pt x="130886" y="78050"/>
                  <a:pt x="130962" y="78050"/>
                </a:cubicBezTo>
                <a:close/>
                <a:moveTo>
                  <a:pt x="122359" y="78340"/>
                </a:moveTo>
                <a:cubicBezTo>
                  <a:pt x="122407" y="78340"/>
                  <a:pt x="122460" y="78346"/>
                  <a:pt x="122521" y="78357"/>
                </a:cubicBezTo>
                <a:cubicBezTo>
                  <a:pt x="123275" y="78421"/>
                  <a:pt x="124029" y="78458"/>
                  <a:pt x="124792" y="78458"/>
                </a:cubicBezTo>
                <a:cubicBezTo>
                  <a:pt x="125211" y="78458"/>
                  <a:pt x="125632" y="78447"/>
                  <a:pt x="126057" y="78424"/>
                </a:cubicBezTo>
                <a:cubicBezTo>
                  <a:pt x="126391" y="78424"/>
                  <a:pt x="126524" y="78424"/>
                  <a:pt x="126491" y="78857"/>
                </a:cubicBezTo>
                <a:cubicBezTo>
                  <a:pt x="126291" y="80525"/>
                  <a:pt x="126157" y="82226"/>
                  <a:pt x="126024" y="83927"/>
                </a:cubicBezTo>
                <a:cubicBezTo>
                  <a:pt x="125924" y="85195"/>
                  <a:pt x="125824" y="86429"/>
                  <a:pt x="125724" y="87697"/>
                </a:cubicBezTo>
                <a:cubicBezTo>
                  <a:pt x="125724" y="87897"/>
                  <a:pt x="125657" y="87997"/>
                  <a:pt x="125423" y="87997"/>
                </a:cubicBezTo>
                <a:cubicBezTo>
                  <a:pt x="124389" y="87997"/>
                  <a:pt x="123355" y="87997"/>
                  <a:pt x="122321" y="88030"/>
                </a:cubicBezTo>
                <a:cubicBezTo>
                  <a:pt x="121954" y="88030"/>
                  <a:pt x="122054" y="87764"/>
                  <a:pt x="122054" y="87597"/>
                </a:cubicBezTo>
                <a:lnTo>
                  <a:pt x="122054" y="83194"/>
                </a:lnTo>
                <a:lnTo>
                  <a:pt x="122088" y="83194"/>
                </a:lnTo>
                <a:cubicBezTo>
                  <a:pt x="122088" y="81693"/>
                  <a:pt x="122088" y="80225"/>
                  <a:pt x="122054" y="78757"/>
                </a:cubicBezTo>
                <a:cubicBezTo>
                  <a:pt x="122054" y="78479"/>
                  <a:pt x="122124" y="78340"/>
                  <a:pt x="122359" y="78340"/>
                </a:cubicBezTo>
                <a:close/>
                <a:moveTo>
                  <a:pt x="37414" y="88989"/>
                </a:moveTo>
                <a:cubicBezTo>
                  <a:pt x="37504" y="88989"/>
                  <a:pt x="37600" y="89054"/>
                  <a:pt x="37627" y="89165"/>
                </a:cubicBezTo>
                <a:cubicBezTo>
                  <a:pt x="37928" y="89698"/>
                  <a:pt x="37961" y="90332"/>
                  <a:pt x="37728" y="90866"/>
                </a:cubicBezTo>
                <a:cubicBezTo>
                  <a:pt x="37494" y="90332"/>
                  <a:pt x="37361" y="89798"/>
                  <a:pt x="37261" y="89231"/>
                </a:cubicBezTo>
                <a:cubicBezTo>
                  <a:pt x="37261" y="89131"/>
                  <a:pt x="37227" y="89031"/>
                  <a:pt x="37361" y="88998"/>
                </a:cubicBezTo>
                <a:cubicBezTo>
                  <a:pt x="37378" y="88992"/>
                  <a:pt x="37396" y="88989"/>
                  <a:pt x="37414" y="88989"/>
                </a:cubicBezTo>
                <a:close/>
                <a:moveTo>
                  <a:pt x="36912" y="89200"/>
                </a:moveTo>
                <a:cubicBezTo>
                  <a:pt x="36976" y="89200"/>
                  <a:pt x="37023" y="89268"/>
                  <a:pt x="37060" y="89398"/>
                </a:cubicBezTo>
                <a:cubicBezTo>
                  <a:pt x="37160" y="89932"/>
                  <a:pt x="37294" y="90465"/>
                  <a:pt x="37427" y="91033"/>
                </a:cubicBezTo>
                <a:cubicBezTo>
                  <a:pt x="37027" y="90932"/>
                  <a:pt x="36627" y="90766"/>
                  <a:pt x="36527" y="90399"/>
                </a:cubicBezTo>
                <a:cubicBezTo>
                  <a:pt x="36360" y="90032"/>
                  <a:pt x="36427" y="89598"/>
                  <a:pt x="36727" y="89331"/>
                </a:cubicBezTo>
                <a:cubicBezTo>
                  <a:pt x="36801" y="89243"/>
                  <a:pt x="36861" y="89200"/>
                  <a:pt x="36912" y="89200"/>
                </a:cubicBezTo>
                <a:close/>
                <a:moveTo>
                  <a:pt x="38195" y="92100"/>
                </a:moveTo>
                <a:lnTo>
                  <a:pt x="38195" y="92100"/>
                </a:lnTo>
                <a:cubicBezTo>
                  <a:pt x="38328" y="93067"/>
                  <a:pt x="38461" y="93968"/>
                  <a:pt x="38595" y="94969"/>
                </a:cubicBezTo>
                <a:cubicBezTo>
                  <a:pt x="38361" y="94635"/>
                  <a:pt x="38161" y="94468"/>
                  <a:pt x="37994" y="94235"/>
                </a:cubicBezTo>
                <a:cubicBezTo>
                  <a:pt x="37946" y="94163"/>
                  <a:pt x="37898" y="94108"/>
                  <a:pt x="37838" y="94108"/>
                </a:cubicBezTo>
                <a:cubicBezTo>
                  <a:pt x="37814" y="94108"/>
                  <a:pt x="37789" y="94116"/>
                  <a:pt x="37761" y="94135"/>
                </a:cubicBezTo>
                <a:cubicBezTo>
                  <a:pt x="37661" y="94168"/>
                  <a:pt x="37661" y="94302"/>
                  <a:pt x="37728" y="94402"/>
                </a:cubicBezTo>
                <a:cubicBezTo>
                  <a:pt x="37761" y="94468"/>
                  <a:pt x="37828" y="94568"/>
                  <a:pt x="37894" y="94635"/>
                </a:cubicBezTo>
                <a:cubicBezTo>
                  <a:pt x="38195" y="94869"/>
                  <a:pt x="38328" y="95069"/>
                  <a:pt x="37828" y="95236"/>
                </a:cubicBezTo>
                <a:cubicBezTo>
                  <a:pt x="37761" y="95269"/>
                  <a:pt x="37627" y="95336"/>
                  <a:pt x="37694" y="95469"/>
                </a:cubicBezTo>
                <a:cubicBezTo>
                  <a:pt x="37733" y="95547"/>
                  <a:pt x="37795" y="95580"/>
                  <a:pt x="37860" y="95580"/>
                </a:cubicBezTo>
                <a:cubicBezTo>
                  <a:pt x="37906" y="95580"/>
                  <a:pt x="37953" y="95563"/>
                  <a:pt x="37994" y="95536"/>
                </a:cubicBezTo>
                <a:lnTo>
                  <a:pt x="38595" y="95102"/>
                </a:lnTo>
                <a:cubicBezTo>
                  <a:pt x="38728" y="95736"/>
                  <a:pt x="38795" y="96370"/>
                  <a:pt x="38795" y="97003"/>
                </a:cubicBezTo>
                <a:cubicBezTo>
                  <a:pt x="36927" y="95569"/>
                  <a:pt x="36693" y="93734"/>
                  <a:pt x="38195" y="92100"/>
                </a:cubicBezTo>
                <a:close/>
                <a:moveTo>
                  <a:pt x="42031" y="92200"/>
                </a:moveTo>
                <a:lnTo>
                  <a:pt x="42031" y="92200"/>
                </a:lnTo>
                <a:cubicBezTo>
                  <a:pt x="42731" y="92767"/>
                  <a:pt x="43131" y="93634"/>
                  <a:pt x="43131" y="94502"/>
                </a:cubicBezTo>
                <a:cubicBezTo>
                  <a:pt x="43131" y="95769"/>
                  <a:pt x="42364" y="96737"/>
                  <a:pt x="41864" y="97804"/>
                </a:cubicBezTo>
                <a:cubicBezTo>
                  <a:pt x="41964" y="95969"/>
                  <a:pt x="42131" y="94168"/>
                  <a:pt x="42031" y="92200"/>
                </a:cubicBezTo>
                <a:close/>
                <a:moveTo>
                  <a:pt x="39762" y="91366"/>
                </a:moveTo>
                <a:cubicBezTo>
                  <a:pt x="39829" y="91366"/>
                  <a:pt x="39829" y="91533"/>
                  <a:pt x="39829" y="91633"/>
                </a:cubicBezTo>
                <a:cubicBezTo>
                  <a:pt x="39896" y="92267"/>
                  <a:pt x="39929" y="92934"/>
                  <a:pt x="39929" y="93601"/>
                </a:cubicBezTo>
                <a:cubicBezTo>
                  <a:pt x="39929" y="94268"/>
                  <a:pt x="39962" y="94969"/>
                  <a:pt x="39996" y="95636"/>
                </a:cubicBezTo>
                <a:cubicBezTo>
                  <a:pt x="40063" y="95903"/>
                  <a:pt x="39929" y="96170"/>
                  <a:pt x="39696" y="96303"/>
                </a:cubicBezTo>
                <a:cubicBezTo>
                  <a:pt x="39596" y="96370"/>
                  <a:pt x="39529" y="96436"/>
                  <a:pt x="39462" y="96503"/>
                </a:cubicBezTo>
                <a:cubicBezTo>
                  <a:pt x="39362" y="96637"/>
                  <a:pt x="39162" y="96770"/>
                  <a:pt x="39362" y="96937"/>
                </a:cubicBezTo>
                <a:cubicBezTo>
                  <a:pt x="39411" y="96978"/>
                  <a:pt x="39452" y="96995"/>
                  <a:pt x="39488" y="96995"/>
                </a:cubicBezTo>
                <a:cubicBezTo>
                  <a:pt x="39597" y="96995"/>
                  <a:pt x="39654" y="96837"/>
                  <a:pt x="39729" y="96737"/>
                </a:cubicBezTo>
                <a:cubicBezTo>
                  <a:pt x="39796" y="96670"/>
                  <a:pt x="39829" y="96603"/>
                  <a:pt x="39896" y="96536"/>
                </a:cubicBezTo>
                <a:cubicBezTo>
                  <a:pt x="39896" y="97037"/>
                  <a:pt x="39896" y="97404"/>
                  <a:pt x="39929" y="97771"/>
                </a:cubicBezTo>
                <a:cubicBezTo>
                  <a:pt x="39929" y="98004"/>
                  <a:pt x="39929" y="98204"/>
                  <a:pt x="39596" y="98204"/>
                </a:cubicBezTo>
                <a:cubicBezTo>
                  <a:pt x="39262" y="98171"/>
                  <a:pt x="39129" y="98071"/>
                  <a:pt x="39129" y="97737"/>
                </a:cubicBezTo>
                <a:cubicBezTo>
                  <a:pt x="39095" y="96970"/>
                  <a:pt x="39129" y="96170"/>
                  <a:pt x="39028" y="95369"/>
                </a:cubicBezTo>
                <a:cubicBezTo>
                  <a:pt x="38895" y="94302"/>
                  <a:pt x="38795" y="93234"/>
                  <a:pt x="38628" y="92167"/>
                </a:cubicBezTo>
                <a:cubicBezTo>
                  <a:pt x="38595" y="91967"/>
                  <a:pt x="38528" y="91766"/>
                  <a:pt x="38728" y="91666"/>
                </a:cubicBezTo>
                <a:cubicBezTo>
                  <a:pt x="39028" y="91466"/>
                  <a:pt x="39395" y="91366"/>
                  <a:pt x="39762" y="91366"/>
                </a:cubicBezTo>
                <a:close/>
                <a:moveTo>
                  <a:pt x="40296" y="91266"/>
                </a:moveTo>
                <a:lnTo>
                  <a:pt x="40296" y="91266"/>
                </a:lnTo>
                <a:cubicBezTo>
                  <a:pt x="40441" y="91435"/>
                  <a:pt x="40498" y="91708"/>
                  <a:pt x="40683" y="91708"/>
                </a:cubicBezTo>
                <a:cubicBezTo>
                  <a:pt x="40754" y="91708"/>
                  <a:pt x="40843" y="91668"/>
                  <a:pt x="40963" y="91566"/>
                </a:cubicBezTo>
                <a:cubicBezTo>
                  <a:pt x="41006" y="91537"/>
                  <a:pt x="41058" y="91524"/>
                  <a:pt x="41111" y="91524"/>
                </a:cubicBezTo>
                <a:cubicBezTo>
                  <a:pt x="41305" y="91524"/>
                  <a:pt x="41530" y="91698"/>
                  <a:pt x="41530" y="91933"/>
                </a:cubicBezTo>
                <a:cubicBezTo>
                  <a:pt x="41564" y="92700"/>
                  <a:pt x="41564" y="93468"/>
                  <a:pt x="41564" y="94235"/>
                </a:cubicBezTo>
                <a:cubicBezTo>
                  <a:pt x="41564" y="94368"/>
                  <a:pt x="41530" y="94402"/>
                  <a:pt x="41363" y="94402"/>
                </a:cubicBezTo>
                <a:cubicBezTo>
                  <a:pt x="41097" y="94435"/>
                  <a:pt x="40863" y="94535"/>
                  <a:pt x="40663" y="94702"/>
                </a:cubicBezTo>
                <a:cubicBezTo>
                  <a:pt x="40496" y="94769"/>
                  <a:pt x="40496" y="95002"/>
                  <a:pt x="40630" y="95135"/>
                </a:cubicBezTo>
                <a:cubicBezTo>
                  <a:pt x="40673" y="95194"/>
                  <a:pt x="40730" y="95220"/>
                  <a:pt x="40788" y="95220"/>
                </a:cubicBezTo>
                <a:cubicBezTo>
                  <a:pt x="40863" y="95220"/>
                  <a:pt x="40940" y="95177"/>
                  <a:pt x="40997" y="95102"/>
                </a:cubicBezTo>
                <a:cubicBezTo>
                  <a:pt x="41130" y="94935"/>
                  <a:pt x="41330" y="94802"/>
                  <a:pt x="41530" y="94769"/>
                </a:cubicBezTo>
                <a:lnTo>
                  <a:pt x="41530" y="95602"/>
                </a:lnTo>
                <a:cubicBezTo>
                  <a:pt x="41458" y="95572"/>
                  <a:pt x="41379" y="95557"/>
                  <a:pt x="41300" y="95557"/>
                </a:cubicBezTo>
                <a:cubicBezTo>
                  <a:pt x="41124" y="95557"/>
                  <a:pt x="40945" y="95631"/>
                  <a:pt x="40830" y="95769"/>
                </a:cubicBezTo>
                <a:cubicBezTo>
                  <a:pt x="40730" y="95903"/>
                  <a:pt x="40663" y="96069"/>
                  <a:pt x="40796" y="96170"/>
                </a:cubicBezTo>
                <a:cubicBezTo>
                  <a:pt x="40827" y="96211"/>
                  <a:pt x="40865" y="96227"/>
                  <a:pt x="40904" y="96227"/>
                </a:cubicBezTo>
                <a:cubicBezTo>
                  <a:pt x="40990" y="96227"/>
                  <a:pt x="41084" y="96149"/>
                  <a:pt x="41130" y="96103"/>
                </a:cubicBezTo>
                <a:cubicBezTo>
                  <a:pt x="41197" y="96003"/>
                  <a:pt x="41297" y="95936"/>
                  <a:pt x="41430" y="95836"/>
                </a:cubicBezTo>
                <a:lnTo>
                  <a:pt x="41430" y="95836"/>
                </a:lnTo>
                <a:cubicBezTo>
                  <a:pt x="41530" y="96470"/>
                  <a:pt x="41530" y="97137"/>
                  <a:pt x="41397" y="97771"/>
                </a:cubicBezTo>
                <a:cubicBezTo>
                  <a:pt x="41348" y="97989"/>
                  <a:pt x="40894" y="98208"/>
                  <a:pt x="40598" y="98208"/>
                </a:cubicBezTo>
                <a:cubicBezTo>
                  <a:pt x="40487" y="98208"/>
                  <a:pt x="40399" y="98177"/>
                  <a:pt x="40363" y="98104"/>
                </a:cubicBezTo>
                <a:cubicBezTo>
                  <a:pt x="40196" y="97871"/>
                  <a:pt x="40229" y="97537"/>
                  <a:pt x="40463" y="97337"/>
                </a:cubicBezTo>
                <a:cubicBezTo>
                  <a:pt x="40630" y="97137"/>
                  <a:pt x="40830" y="96970"/>
                  <a:pt x="41097" y="96870"/>
                </a:cubicBezTo>
                <a:cubicBezTo>
                  <a:pt x="41197" y="96837"/>
                  <a:pt x="41263" y="96770"/>
                  <a:pt x="41230" y="96637"/>
                </a:cubicBezTo>
                <a:cubicBezTo>
                  <a:pt x="41208" y="96548"/>
                  <a:pt x="41141" y="96533"/>
                  <a:pt x="41079" y="96533"/>
                </a:cubicBezTo>
                <a:cubicBezTo>
                  <a:pt x="41048" y="96533"/>
                  <a:pt x="41019" y="96536"/>
                  <a:pt x="40997" y="96536"/>
                </a:cubicBezTo>
                <a:cubicBezTo>
                  <a:pt x="40796" y="96570"/>
                  <a:pt x="40596" y="96637"/>
                  <a:pt x="40329" y="96737"/>
                </a:cubicBezTo>
                <a:cubicBezTo>
                  <a:pt x="40396" y="95636"/>
                  <a:pt x="40396" y="94568"/>
                  <a:pt x="40329" y="93501"/>
                </a:cubicBezTo>
                <a:cubicBezTo>
                  <a:pt x="40329" y="93234"/>
                  <a:pt x="40630" y="93234"/>
                  <a:pt x="40696" y="93134"/>
                </a:cubicBezTo>
                <a:cubicBezTo>
                  <a:pt x="40730" y="93001"/>
                  <a:pt x="41030" y="92967"/>
                  <a:pt x="40930" y="92800"/>
                </a:cubicBezTo>
                <a:cubicBezTo>
                  <a:pt x="40868" y="92707"/>
                  <a:pt x="40798" y="92679"/>
                  <a:pt x="40728" y="92679"/>
                </a:cubicBezTo>
                <a:cubicBezTo>
                  <a:pt x="40648" y="92679"/>
                  <a:pt x="40567" y="92716"/>
                  <a:pt x="40496" y="92734"/>
                </a:cubicBezTo>
                <a:lnTo>
                  <a:pt x="40329" y="92734"/>
                </a:lnTo>
                <a:cubicBezTo>
                  <a:pt x="40329" y="92267"/>
                  <a:pt x="40163" y="91800"/>
                  <a:pt x="40296" y="91266"/>
                </a:cubicBezTo>
                <a:close/>
                <a:moveTo>
                  <a:pt x="43937" y="98614"/>
                </a:moveTo>
                <a:cubicBezTo>
                  <a:pt x="43977" y="98614"/>
                  <a:pt x="44019" y="98621"/>
                  <a:pt x="44065" y="98638"/>
                </a:cubicBezTo>
                <a:lnTo>
                  <a:pt x="44199" y="98705"/>
                </a:lnTo>
                <a:cubicBezTo>
                  <a:pt x="44027" y="99143"/>
                  <a:pt x="43987" y="99309"/>
                  <a:pt x="43797" y="99309"/>
                </a:cubicBezTo>
                <a:cubicBezTo>
                  <a:pt x="43654" y="99309"/>
                  <a:pt x="43428" y="99215"/>
                  <a:pt x="42998" y="99072"/>
                </a:cubicBezTo>
                <a:lnTo>
                  <a:pt x="42998" y="99072"/>
                </a:lnTo>
                <a:cubicBezTo>
                  <a:pt x="43051" y="99088"/>
                  <a:pt x="43099" y="99096"/>
                  <a:pt x="43144" y="99096"/>
                </a:cubicBezTo>
                <a:cubicBezTo>
                  <a:pt x="43504" y="99096"/>
                  <a:pt x="43620" y="98614"/>
                  <a:pt x="43937" y="98614"/>
                </a:cubicBezTo>
                <a:close/>
                <a:moveTo>
                  <a:pt x="36794" y="98771"/>
                </a:moveTo>
                <a:lnTo>
                  <a:pt x="36794" y="98771"/>
                </a:lnTo>
                <a:cubicBezTo>
                  <a:pt x="36977" y="99229"/>
                  <a:pt x="36713" y="99547"/>
                  <a:pt x="36182" y="99547"/>
                </a:cubicBezTo>
                <a:cubicBezTo>
                  <a:pt x="36150" y="99547"/>
                  <a:pt x="36117" y="99546"/>
                  <a:pt x="36083" y="99544"/>
                </a:cubicBezTo>
                <a:lnTo>
                  <a:pt x="36083" y="99544"/>
                </a:lnTo>
                <a:lnTo>
                  <a:pt x="36794" y="98771"/>
                </a:lnTo>
                <a:close/>
                <a:moveTo>
                  <a:pt x="41730" y="99906"/>
                </a:moveTo>
                <a:cubicBezTo>
                  <a:pt x="41897" y="99939"/>
                  <a:pt x="41997" y="99972"/>
                  <a:pt x="42131" y="100006"/>
                </a:cubicBezTo>
                <a:cubicBezTo>
                  <a:pt x="42264" y="100006"/>
                  <a:pt x="42398" y="100006"/>
                  <a:pt x="42598" y="100039"/>
                </a:cubicBezTo>
                <a:lnTo>
                  <a:pt x="42631" y="100039"/>
                </a:lnTo>
                <a:cubicBezTo>
                  <a:pt x="42410" y="100216"/>
                  <a:pt x="42234" y="100302"/>
                  <a:pt x="42095" y="100302"/>
                </a:cubicBezTo>
                <a:cubicBezTo>
                  <a:pt x="41921" y="100302"/>
                  <a:pt x="41805" y="100166"/>
                  <a:pt x="41730" y="99906"/>
                </a:cubicBezTo>
                <a:close/>
                <a:moveTo>
                  <a:pt x="39436" y="100100"/>
                </a:moveTo>
                <a:cubicBezTo>
                  <a:pt x="39709" y="100100"/>
                  <a:pt x="39983" y="100168"/>
                  <a:pt x="40229" y="100306"/>
                </a:cubicBezTo>
                <a:cubicBezTo>
                  <a:pt x="39814" y="100355"/>
                  <a:pt x="39381" y="100386"/>
                  <a:pt x="38956" y="100386"/>
                </a:cubicBezTo>
                <a:cubicBezTo>
                  <a:pt x="38801" y="100386"/>
                  <a:pt x="38647" y="100382"/>
                  <a:pt x="38495" y="100373"/>
                </a:cubicBezTo>
                <a:lnTo>
                  <a:pt x="38528" y="100373"/>
                </a:lnTo>
                <a:cubicBezTo>
                  <a:pt x="38798" y="100193"/>
                  <a:pt x="39116" y="100100"/>
                  <a:pt x="39436" y="100100"/>
                </a:cubicBezTo>
                <a:close/>
                <a:moveTo>
                  <a:pt x="36023" y="99608"/>
                </a:moveTo>
                <a:cubicBezTo>
                  <a:pt x="36026" y="99901"/>
                  <a:pt x="36236" y="100089"/>
                  <a:pt x="36360" y="100306"/>
                </a:cubicBezTo>
                <a:cubicBezTo>
                  <a:pt x="36395" y="100394"/>
                  <a:pt x="36467" y="100435"/>
                  <a:pt x="36543" y="100435"/>
                </a:cubicBezTo>
                <a:cubicBezTo>
                  <a:pt x="36610" y="100435"/>
                  <a:pt x="36680" y="100402"/>
                  <a:pt x="36727" y="100339"/>
                </a:cubicBezTo>
                <a:cubicBezTo>
                  <a:pt x="37094" y="100039"/>
                  <a:pt x="37561" y="100139"/>
                  <a:pt x="38094" y="99939"/>
                </a:cubicBezTo>
                <a:lnTo>
                  <a:pt x="38094" y="99939"/>
                </a:lnTo>
                <a:cubicBezTo>
                  <a:pt x="37587" y="100376"/>
                  <a:pt x="37062" y="100465"/>
                  <a:pt x="36523" y="100465"/>
                </a:cubicBezTo>
                <a:cubicBezTo>
                  <a:pt x="36154" y="100465"/>
                  <a:pt x="35778" y="100423"/>
                  <a:pt x="35398" y="100423"/>
                </a:cubicBezTo>
                <a:cubicBezTo>
                  <a:pt x="35274" y="100423"/>
                  <a:pt x="35150" y="100428"/>
                  <a:pt x="35026" y="100439"/>
                </a:cubicBezTo>
                <a:lnTo>
                  <a:pt x="36023" y="99608"/>
                </a:lnTo>
                <a:close/>
                <a:moveTo>
                  <a:pt x="52038" y="98905"/>
                </a:moveTo>
                <a:lnTo>
                  <a:pt x="52038" y="98905"/>
                </a:lnTo>
                <a:cubicBezTo>
                  <a:pt x="52338" y="99572"/>
                  <a:pt x="52271" y="100373"/>
                  <a:pt x="51904" y="101006"/>
                </a:cubicBezTo>
                <a:cubicBezTo>
                  <a:pt x="51971" y="100339"/>
                  <a:pt x="52004" y="99705"/>
                  <a:pt x="52038" y="98905"/>
                </a:cubicBezTo>
                <a:close/>
                <a:moveTo>
                  <a:pt x="42831" y="100739"/>
                </a:moveTo>
                <a:lnTo>
                  <a:pt x="42831" y="100739"/>
                </a:lnTo>
                <a:cubicBezTo>
                  <a:pt x="42738" y="100944"/>
                  <a:pt x="42697" y="101034"/>
                  <a:pt x="42455" y="101034"/>
                </a:cubicBezTo>
                <a:cubicBezTo>
                  <a:pt x="42262" y="101034"/>
                  <a:pt x="41941" y="100977"/>
                  <a:pt x="41363" y="100873"/>
                </a:cubicBezTo>
                <a:lnTo>
                  <a:pt x="41397" y="100873"/>
                </a:lnTo>
                <a:cubicBezTo>
                  <a:pt x="41617" y="100785"/>
                  <a:pt x="41837" y="100768"/>
                  <a:pt x="42051" y="100768"/>
                </a:cubicBezTo>
                <a:cubicBezTo>
                  <a:pt x="42187" y="100768"/>
                  <a:pt x="42320" y="100775"/>
                  <a:pt x="42450" y="100775"/>
                </a:cubicBezTo>
                <a:cubicBezTo>
                  <a:pt x="42581" y="100775"/>
                  <a:pt x="42709" y="100768"/>
                  <a:pt x="42831" y="100739"/>
                </a:cubicBezTo>
                <a:close/>
                <a:moveTo>
                  <a:pt x="43804" y="100637"/>
                </a:moveTo>
                <a:cubicBezTo>
                  <a:pt x="43846" y="100637"/>
                  <a:pt x="43890" y="100639"/>
                  <a:pt x="43932" y="100639"/>
                </a:cubicBezTo>
                <a:lnTo>
                  <a:pt x="44366" y="100639"/>
                </a:lnTo>
                <a:cubicBezTo>
                  <a:pt x="44366" y="100873"/>
                  <a:pt x="44165" y="101106"/>
                  <a:pt x="44366" y="101373"/>
                </a:cubicBezTo>
                <a:cubicBezTo>
                  <a:pt x="44466" y="101473"/>
                  <a:pt x="44366" y="101673"/>
                  <a:pt x="44199" y="101740"/>
                </a:cubicBezTo>
                <a:cubicBezTo>
                  <a:pt x="44177" y="101746"/>
                  <a:pt x="44156" y="101749"/>
                  <a:pt x="44138" y="101749"/>
                </a:cubicBezTo>
                <a:cubicBezTo>
                  <a:pt x="44045" y="101749"/>
                  <a:pt x="43999" y="101679"/>
                  <a:pt x="43999" y="101540"/>
                </a:cubicBezTo>
                <a:cubicBezTo>
                  <a:pt x="43999" y="101340"/>
                  <a:pt x="43832" y="101407"/>
                  <a:pt x="43732" y="101273"/>
                </a:cubicBezTo>
                <a:cubicBezTo>
                  <a:pt x="43632" y="101140"/>
                  <a:pt x="43465" y="101006"/>
                  <a:pt x="43532" y="100806"/>
                </a:cubicBezTo>
                <a:cubicBezTo>
                  <a:pt x="43557" y="100656"/>
                  <a:pt x="43676" y="100637"/>
                  <a:pt x="43804" y="100637"/>
                </a:cubicBezTo>
                <a:close/>
                <a:moveTo>
                  <a:pt x="48435" y="97137"/>
                </a:moveTo>
                <a:cubicBezTo>
                  <a:pt x="48469" y="97504"/>
                  <a:pt x="48535" y="97871"/>
                  <a:pt x="48535" y="98271"/>
                </a:cubicBezTo>
                <a:lnTo>
                  <a:pt x="48535" y="102741"/>
                </a:lnTo>
                <a:cubicBezTo>
                  <a:pt x="47968" y="101974"/>
                  <a:pt x="47468" y="101273"/>
                  <a:pt x="47368" y="100439"/>
                </a:cubicBezTo>
                <a:cubicBezTo>
                  <a:pt x="47301" y="99805"/>
                  <a:pt x="47301" y="99138"/>
                  <a:pt x="47401" y="98505"/>
                </a:cubicBezTo>
                <a:cubicBezTo>
                  <a:pt x="47468" y="97837"/>
                  <a:pt x="47868" y="97504"/>
                  <a:pt x="48435" y="97137"/>
                </a:cubicBezTo>
                <a:close/>
                <a:moveTo>
                  <a:pt x="50503" y="96770"/>
                </a:moveTo>
                <a:lnTo>
                  <a:pt x="50503" y="96770"/>
                </a:lnTo>
                <a:cubicBezTo>
                  <a:pt x="51137" y="97104"/>
                  <a:pt x="51537" y="97404"/>
                  <a:pt x="51537" y="98138"/>
                </a:cubicBezTo>
                <a:cubicBezTo>
                  <a:pt x="51637" y="99338"/>
                  <a:pt x="51571" y="100573"/>
                  <a:pt x="51404" y="101807"/>
                </a:cubicBezTo>
                <a:cubicBezTo>
                  <a:pt x="51304" y="102541"/>
                  <a:pt x="50670" y="102941"/>
                  <a:pt x="50337" y="103575"/>
                </a:cubicBezTo>
                <a:cubicBezTo>
                  <a:pt x="50670" y="101307"/>
                  <a:pt x="50703" y="99038"/>
                  <a:pt x="50503" y="96770"/>
                </a:cubicBezTo>
                <a:close/>
                <a:moveTo>
                  <a:pt x="46267" y="100773"/>
                </a:moveTo>
                <a:lnTo>
                  <a:pt x="46267" y="100773"/>
                </a:lnTo>
                <a:cubicBezTo>
                  <a:pt x="46567" y="101640"/>
                  <a:pt x="47201" y="102341"/>
                  <a:pt x="47401" y="103241"/>
                </a:cubicBezTo>
                <a:cubicBezTo>
                  <a:pt x="47434" y="103441"/>
                  <a:pt x="47434" y="103508"/>
                  <a:pt x="47234" y="103575"/>
                </a:cubicBezTo>
                <a:cubicBezTo>
                  <a:pt x="47001" y="103675"/>
                  <a:pt x="46767" y="103808"/>
                  <a:pt x="46467" y="103942"/>
                </a:cubicBezTo>
                <a:cubicBezTo>
                  <a:pt x="46167" y="102874"/>
                  <a:pt x="46467" y="101807"/>
                  <a:pt x="46267" y="100773"/>
                </a:cubicBezTo>
                <a:close/>
                <a:moveTo>
                  <a:pt x="49826" y="96664"/>
                </a:moveTo>
                <a:cubicBezTo>
                  <a:pt x="50044" y="96664"/>
                  <a:pt x="50058" y="96833"/>
                  <a:pt x="50103" y="97304"/>
                </a:cubicBezTo>
                <a:cubicBezTo>
                  <a:pt x="50303" y="99539"/>
                  <a:pt x="50070" y="101774"/>
                  <a:pt x="49870" y="103975"/>
                </a:cubicBezTo>
                <a:cubicBezTo>
                  <a:pt x="49870" y="104239"/>
                  <a:pt x="49715" y="104348"/>
                  <a:pt x="49542" y="104348"/>
                </a:cubicBezTo>
                <a:cubicBezTo>
                  <a:pt x="49518" y="104348"/>
                  <a:pt x="49494" y="104346"/>
                  <a:pt x="49469" y="104342"/>
                </a:cubicBezTo>
                <a:cubicBezTo>
                  <a:pt x="49236" y="104309"/>
                  <a:pt x="49069" y="104375"/>
                  <a:pt x="49002" y="103975"/>
                </a:cubicBezTo>
                <a:cubicBezTo>
                  <a:pt x="48869" y="102941"/>
                  <a:pt x="48835" y="101874"/>
                  <a:pt x="48869" y="100806"/>
                </a:cubicBezTo>
                <a:cubicBezTo>
                  <a:pt x="48969" y="99739"/>
                  <a:pt x="48769" y="98505"/>
                  <a:pt x="48735" y="97270"/>
                </a:cubicBezTo>
                <a:cubicBezTo>
                  <a:pt x="48735" y="97037"/>
                  <a:pt x="48835" y="96937"/>
                  <a:pt x="48936" y="96903"/>
                </a:cubicBezTo>
                <a:cubicBezTo>
                  <a:pt x="49069" y="96837"/>
                  <a:pt x="49202" y="96803"/>
                  <a:pt x="49336" y="96770"/>
                </a:cubicBezTo>
                <a:cubicBezTo>
                  <a:pt x="49566" y="96704"/>
                  <a:pt x="49720" y="96664"/>
                  <a:pt x="49826" y="96664"/>
                </a:cubicBezTo>
                <a:close/>
                <a:moveTo>
                  <a:pt x="48045" y="103869"/>
                </a:moveTo>
                <a:cubicBezTo>
                  <a:pt x="48124" y="103869"/>
                  <a:pt x="48193" y="103915"/>
                  <a:pt x="48235" y="104042"/>
                </a:cubicBezTo>
                <a:cubicBezTo>
                  <a:pt x="48268" y="104209"/>
                  <a:pt x="48235" y="104309"/>
                  <a:pt x="48002" y="104309"/>
                </a:cubicBezTo>
                <a:cubicBezTo>
                  <a:pt x="47735" y="104309"/>
                  <a:pt x="47501" y="104342"/>
                  <a:pt x="47268" y="104375"/>
                </a:cubicBezTo>
                <a:lnTo>
                  <a:pt x="47234" y="104275"/>
                </a:lnTo>
                <a:cubicBezTo>
                  <a:pt x="47468" y="104142"/>
                  <a:pt x="47701" y="104009"/>
                  <a:pt x="47901" y="103908"/>
                </a:cubicBezTo>
                <a:cubicBezTo>
                  <a:pt x="47950" y="103884"/>
                  <a:pt x="47999" y="103869"/>
                  <a:pt x="48045" y="103869"/>
                </a:cubicBezTo>
                <a:close/>
                <a:moveTo>
                  <a:pt x="45366" y="100573"/>
                </a:moveTo>
                <a:lnTo>
                  <a:pt x="45366" y="100573"/>
                </a:lnTo>
                <a:cubicBezTo>
                  <a:pt x="45767" y="101874"/>
                  <a:pt x="45200" y="103175"/>
                  <a:pt x="45400" y="104442"/>
                </a:cubicBezTo>
                <a:cubicBezTo>
                  <a:pt x="45342" y="104448"/>
                  <a:pt x="45286" y="104450"/>
                  <a:pt x="45233" y="104450"/>
                </a:cubicBezTo>
                <a:cubicBezTo>
                  <a:pt x="44641" y="104450"/>
                  <a:pt x="44329" y="104107"/>
                  <a:pt x="44299" y="103341"/>
                </a:cubicBezTo>
                <a:cubicBezTo>
                  <a:pt x="44266" y="102741"/>
                  <a:pt x="44432" y="102140"/>
                  <a:pt x="44799" y="101640"/>
                </a:cubicBezTo>
                <a:cubicBezTo>
                  <a:pt x="44999" y="101273"/>
                  <a:pt x="45200" y="100940"/>
                  <a:pt x="45366" y="100573"/>
                </a:cubicBezTo>
                <a:close/>
                <a:moveTo>
                  <a:pt x="54562" y="104213"/>
                </a:moveTo>
                <a:cubicBezTo>
                  <a:pt x="54658" y="104213"/>
                  <a:pt x="54752" y="104273"/>
                  <a:pt x="54873" y="104342"/>
                </a:cubicBezTo>
                <a:cubicBezTo>
                  <a:pt x="54452" y="104666"/>
                  <a:pt x="54000" y="104926"/>
                  <a:pt x="53517" y="105185"/>
                </a:cubicBezTo>
                <a:lnTo>
                  <a:pt x="53517" y="105185"/>
                </a:lnTo>
                <a:cubicBezTo>
                  <a:pt x="53720" y="104772"/>
                  <a:pt x="54109" y="104671"/>
                  <a:pt x="54273" y="104409"/>
                </a:cubicBezTo>
                <a:cubicBezTo>
                  <a:pt x="54385" y="104264"/>
                  <a:pt x="54474" y="104213"/>
                  <a:pt x="54562" y="104213"/>
                </a:cubicBezTo>
                <a:close/>
                <a:moveTo>
                  <a:pt x="52805" y="105109"/>
                </a:moveTo>
                <a:cubicBezTo>
                  <a:pt x="52972" y="105109"/>
                  <a:pt x="53172" y="105176"/>
                  <a:pt x="53172" y="105343"/>
                </a:cubicBezTo>
                <a:cubicBezTo>
                  <a:pt x="53172" y="105510"/>
                  <a:pt x="52972" y="105510"/>
                  <a:pt x="52805" y="105510"/>
                </a:cubicBezTo>
                <a:cubicBezTo>
                  <a:pt x="52783" y="105512"/>
                  <a:pt x="52761" y="105513"/>
                  <a:pt x="52740" y="105513"/>
                </a:cubicBezTo>
                <a:cubicBezTo>
                  <a:pt x="52436" y="105513"/>
                  <a:pt x="52183" y="105303"/>
                  <a:pt x="51871" y="105209"/>
                </a:cubicBezTo>
                <a:lnTo>
                  <a:pt x="51904" y="105109"/>
                </a:lnTo>
                <a:close/>
                <a:moveTo>
                  <a:pt x="50570" y="105309"/>
                </a:moveTo>
                <a:cubicBezTo>
                  <a:pt x="50804" y="105376"/>
                  <a:pt x="51070" y="105443"/>
                  <a:pt x="51304" y="105510"/>
                </a:cubicBezTo>
                <a:lnTo>
                  <a:pt x="51271" y="105576"/>
                </a:lnTo>
                <a:lnTo>
                  <a:pt x="50537" y="105576"/>
                </a:lnTo>
                <a:cubicBezTo>
                  <a:pt x="50437" y="105576"/>
                  <a:pt x="50337" y="105476"/>
                  <a:pt x="50370" y="105410"/>
                </a:cubicBezTo>
                <a:cubicBezTo>
                  <a:pt x="50403" y="105309"/>
                  <a:pt x="50470" y="105309"/>
                  <a:pt x="50570" y="105309"/>
                </a:cubicBezTo>
                <a:close/>
                <a:moveTo>
                  <a:pt x="53906" y="105810"/>
                </a:moveTo>
                <a:lnTo>
                  <a:pt x="53906" y="105810"/>
                </a:lnTo>
                <a:cubicBezTo>
                  <a:pt x="53806" y="106077"/>
                  <a:pt x="53639" y="106310"/>
                  <a:pt x="53439" y="106544"/>
                </a:cubicBezTo>
                <a:cubicBezTo>
                  <a:pt x="53305" y="106777"/>
                  <a:pt x="53105" y="107011"/>
                  <a:pt x="52872" y="107311"/>
                </a:cubicBezTo>
                <a:cubicBezTo>
                  <a:pt x="52805" y="106377"/>
                  <a:pt x="52805" y="106344"/>
                  <a:pt x="53906" y="105810"/>
                </a:cubicBezTo>
                <a:close/>
                <a:moveTo>
                  <a:pt x="55023" y="105071"/>
                </a:moveTo>
                <a:cubicBezTo>
                  <a:pt x="55201" y="105401"/>
                  <a:pt x="55098" y="105816"/>
                  <a:pt x="54806" y="106043"/>
                </a:cubicBezTo>
                <a:cubicBezTo>
                  <a:pt x="54306" y="106610"/>
                  <a:pt x="53839" y="107211"/>
                  <a:pt x="53472" y="107845"/>
                </a:cubicBezTo>
                <a:cubicBezTo>
                  <a:pt x="53405" y="107945"/>
                  <a:pt x="53339" y="108011"/>
                  <a:pt x="53272" y="108078"/>
                </a:cubicBezTo>
                <a:cubicBezTo>
                  <a:pt x="53072" y="107878"/>
                  <a:pt x="53105" y="107678"/>
                  <a:pt x="53272" y="107478"/>
                </a:cubicBezTo>
                <a:cubicBezTo>
                  <a:pt x="53606" y="107011"/>
                  <a:pt x="53839" y="106510"/>
                  <a:pt x="54206" y="106077"/>
                </a:cubicBezTo>
                <a:cubicBezTo>
                  <a:pt x="54531" y="105784"/>
                  <a:pt x="54793" y="105459"/>
                  <a:pt x="55023" y="105071"/>
                </a:cubicBezTo>
                <a:close/>
                <a:moveTo>
                  <a:pt x="54273" y="107144"/>
                </a:moveTo>
                <a:lnTo>
                  <a:pt x="54339" y="107177"/>
                </a:lnTo>
                <a:lnTo>
                  <a:pt x="54373" y="107177"/>
                </a:lnTo>
                <a:cubicBezTo>
                  <a:pt x="54206" y="107478"/>
                  <a:pt x="54073" y="107778"/>
                  <a:pt x="53939" y="108078"/>
                </a:cubicBezTo>
                <a:cubicBezTo>
                  <a:pt x="53890" y="108128"/>
                  <a:pt x="53840" y="108214"/>
                  <a:pt x="53777" y="108214"/>
                </a:cubicBezTo>
                <a:cubicBezTo>
                  <a:pt x="53755" y="108214"/>
                  <a:pt x="53731" y="108204"/>
                  <a:pt x="53706" y="108178"/>
                </a:cubicBezTo>
                <a:cubicBezTo>
                  <a:pt x="53606" y="108111"/>
                  <a:pt x="53672" y="108011"/>
                  <a:pt x="53739" y="107945"/>
                </a:cubicBezTo>
                <a:lnTo>
                  <a:pt x="54273" y="107144"/>
                </a:lnTo>
                <a:close/>
                <a:moveTo>
                  <a:pt x="53519" y="108874"/>
                </a:moveTo>
                <a:cubicBezTo>
                  <a:pt x="53558" y="108874"/>
                  <a:pt x="53601" y="108910"/>
                  <a:pt x="53672" y="108945"/>
                </a:cubicBezTo>
                <a:cubicBezTo>
                  <a:pt x="53839" y="109012"/>
                  <a:pt x="53806" y="109045"/>
                  <a:pt x="53739" y="109146"/>
                </a:cubicBezTo>
                <a:lnTo>
                  <a:pt x="53072" y="110380"/>
                </a:lnTo>
                <a:cubicBezTo>
                  <a:pt x="53038" y="109879"/>
                  <a:pt x="53172" y="109412"/>
                  <a:pt x="53405" y="108979"/>
                </a:cubicBezTo>
                <a:cubicBezTo>
                  <a:pt x="53452" y="108901"/>
                  <a:pt x="53484" y="108874"/>
                  <a:pt x="53519" y="108874"/>
                </a:cubicBezTo>
                <a:close/>
                <a:moveTo>
                  <a:pt x="55073" y="106811"/>
                </a:moveTo>
                <a:cubicBezTo>
                  <a:pt x="55073" y="107611"/>
                  <a:pt x="55207" y="108412"/>
                  <a:pt x="54606" y="109146"/>
                </a:cubicBezTo>
                <a:cubicBezTo>
                  <a:pt x="54139" y="109713"/>
                  <a:pt x="53772" y="110346"/>
                  <a:pt x="53439" y="111014"/>
                </a:cubicBezTo>
                <a:cubicBezTo>
                  <a:pt x="53806" y="109979"/>
                  <a:pt x="54239" y="109012"/>
                  <a:pt x="54773" y="108078"/>
                </a:cubicBezTo>
                <a:cubicBezTo>
                  <a:pt x="54740" y="108058"/>
                  <a:pt x="54709" y="108050"/>
                  <a:pt x="54680" y="108050"/>
                </a:cubicBezTo>
                <a:cubicBezTo>
                  <a:pt x="54562" y="108050"/>
                  <a:pt x="54466" y="108178"/>
                  <a:pt x="54306" y="108178"/>
                </a:cubicBezTo>
                <a:cubicBezTo>
                  <a:pt x="54506" y="107678"/>
                  <a:pt x="54740" y="107244"/>
                  <a:pt x="55073" y="106811"/>
                </a:cubicBezTo>
                <a:close/>
                <a:moveTo>
                  <a:pt x="55073" y="109579"/>
                </a:moveTo>
                <a:lnTo>
                  <a:pt x="55073" y="110180"/>
                </a:lnTo>
                <a:cubicBezTo>
                  <a:pt x="55073" y="110547"/>
                  <a:pt x="55207" y="110913"/>
                  <a:pt x="54640" y="111114"/>
                </a:cubicBezTo>
                <a:cubicBezTo>
                  <a:pt x="54339" y="111214"/>
                  <a:pt x="54206" y="111647"/>
                  <a:pt x="54006" y="111948"/>
                </a:cubicBezTo>
                <a:cubicBezTo>
                  <a:pt x="53606" y="112648"/>
                  <a:pt x="53205" y="113415"/>
                  <a:pt x="52872" y="114182"/>
                </a:cubicBezTo>
                <a:cubicBezTo>
                  <a:pt x="52705" y="113115"/>
                  <a:pt x="53372" y="112415"/>
                  <a:pt x="53706" y="111681"/>
                </a:cubicBezTo>
                <a:cubicBezTo>
                  <a:pt x="54039" y="110947"/>
                  <a:pt x="54239" y="110113"/>
                  <a:pt x="55073" y="109579"/>
                </a:cubicBezTo>
                <a:close/>
                <a:moveTo>
                  <a:pt x="70612" y="71675"/>
                </a:moveTo>
                <a:cubicBezTo>
                  <a:pt x="74414" y="71675"/>
                  <a:pt x="78215" y="71737"/>
                  <a:pt x="82016" y="71737"/>
                </a:cubicBezTo>
                <a:cubicBezTo>
                  <a:pt x="83109" y="71737"/>
                  <a:pt x="84202" y="71732"/>
                  <a:pt x="85295" y="71719"/>
                </a:cubicBezTo>
                <a:lnTo>
                  <a:pt x="91533" y="71719"/>
                </a:lnTo>
                <a:lnTo>
                  <a:pt x="91533" y="71819"/>
                </a:lnTo>
                <a:cubicBezTo>
                  <a:pt x="94168" y="71819"/>
                  <a:pt x="96795" y="71810"/>
                  <a:pt x="99417" y="71810"/>
                </a:cubicBezTo>
                <a:cubicBezTo>
                  <a:pt x="102040" y="71810"/>
                  <a:pt x="104659" y="71819"/>
                  <a:pt x="107277" y="71852"/>
                </a:cubicBezTo>
                <a:cubicBezTo>
                  <a:pt x="110980" y="71886"/>
                  <a:pt x="114682" y="72086"/>
                  <a:pt x="118385" y="72186"/>
                </a:cubicBezTo>
                <a:cubicBezTo>
                  <a:pt x="119386" y="72219"/>
                  <a:pt x="120353" y="72353"/>
                  <a:pt x="121321" y="72586"/>
                </a:cubicBezTo>
                <a:cubicBezTo>
                  <a:pt x="121621" y="72653"/>
                  <a:pt x="121521" y="72820"/>
                  <a:pt x="121521" y="72953"/>
                </a:cubicBezTo>
                <a:cubicBezTo>
                  <a:pt x="121487" y="74421"/>
                  <a:pt x="121454" y="75855"/>
                  <a:pt x="121454" y="77289"/>
                </a:cubicBezTo>
                <a:cubicBezTo>
                  <a:pt x="121387" y="80658"/>
                  <a:pt x="121354" y="83994"/>
                  <a:pt x="121321" y="87363"/>
                </a:cubicBezTo>
                <a:cubicBezTo>
                  <a:pt x="121287" y="91066"/>
                  <a:pt x="121287" y="94769"/>
                  <a:pt x="121187" y="98505"/>
                </a:cubicBezTo>
                <a:cubicBezTo>
                  <a:pt x="121120" y="101607"/>
                  <a:pt x="120854" y="104709"/>
                  <a:pt x="120720" y="107845"/>
                </a:cubicBezTo>
                <a:cubicBezTo>
                  <a:pt x="120620" y="110146"/>
                  <a:pt x="120253" y="112448"/>
                  <a:pt x="120086" y="114750"/>
                </a:cubicBezTo>
                <a:cubicBezTo>
                  <a:pt x="120086" y="114963"/>
                  <a:pt x="120044" y="115027"/>
                  <a:pt x="119890" y="115027"/>
                </a:cubicBezTo>
                <a:cubicBezTo>
                  <a:pt x="119852" y="115027"/>
                  <a:pt x="119806" y="115023"/>
                  <a:pt x="119753" y="115016"/>
                </a:cubicBezTo>
                <a:cubicBezTo>
                  <a:pt x="116784" y="114750"/>
                  <a:pt x="113815" y="114516"/>
                  <a:pt x="110846" y="114249"/>
                </a:cubicBezTo>
                <a:cubicBezTo>
                  <a:pt x="108611" y="114049"/>
                  <a:pt x="106377" y="113816"/>
                  <a:pt x="104108" y="113582"/>
                </a:cubicBezTo>
                <a:cubicBezTo>
                  <a:pt x="102040" y="113349"/>
                  <a:pt x="99939" y="113248"/>
                  <a:pt x="97837" y="113215"/>
                </a:cubicBezTo>
                <a:cubicBezTo>
                  <a:pt x="94168" y="113215"/>
                  <a:pt x="90532" y="113148"/>
                  <a:pt x="86896" y="113115"/>
                </a:cubicBezTo>
                <a:cubicBezTo>
                  <a:pt x="82960" y="113048"/>
                  <a:pt x="79024" y="112982"/>
                  <a:pt x="75088" y="112882"/>
                </a:cubicBezTo>
                <a:cubicBezTo>
                  <a:pt x="71585" y="112815"/>
                  <a:pt x="68083" y="112648"/>
                  <a:pt x="64580" y="112448"/>
                </a:cubicBezTo>
                <a:cubicBezTo>
                  <a:pt x="62712" y="112348"/>
                  <a:pt x="60877" y="112348"/>
                  <a:pt x="59009" y="112314"/>
                </a:cubicBezTo>
                <a:cubicBezTo>
                  <a:pt x="58075" y="112314"/>
                  <a:pt x="57775" y="111981"/>
                  <a:pt x="57942" y="111047"/>
                </a:cubicBezTo>
                <a:cubicBezTo>
                  <a:pt x="58109" y="109846"/>
                  <a:pt x="58175" y="108612"/>
                  <a:pt x="58142" y="107411"/>
                </a:cubicBezTo>
                <a:cubicBezTo>
                  <a:pt x="58142" y="104542"/>
                  <a:pt x="58276" y="101707"/>
                  <a:pt x="58376" y="98871"/>
                </a:cubicBezTo>
                <a:cubicBezTo>
                  <a:pt x="58442" y="95703"/>
                  <a:pt x="58542" y="92634"/>
                  <a:pt x="58676" y="89465"/>
                </a:cubicBezTo>
                <a:cubicBezTo>
                  <a:pt x="58809" y="86262"/>
                  <a:pt x="58943" y="83094"/>
                  <a:pt x="59076" y="79891"/>
                </a:cubicBezTo>
                <a:cubicBezTo>
                  <a:pt x="59176" y="77523"/>
                  <a:pt x="59376" y="75155"/>
                  <a:pt x="59376" y="72786"/>
                </a:cubicBezTo>
                <a:cubicBezTo>
                  <a:pt x="59376" y="72052"/>
                  <a:pt x="59510" y="71986"/>
                  <a:pt x="60277" y="71919"/>
                </a:cubicBezTo>
                <a:cubicBezTo>
                  <a:pt x="63722" y="71726"/>
                  <a:pt x="67167" y="71675"/>
                  <a:pt x="70612" y="71675"/>
                </a:cubicBezTo>
                <a:close/>
                <a:moveTo>
                  <a:pt x="43231" y="101273"/>
                </a:moveTo>
                <a:cubicBezTo>
                  <a:pt x="43532" y="101874"/>
                  <a:pt x="43665" y="102541"/>
                  <a:pt x="43565" y="103208"/>
                </a:cubicBezTo>
                <a:cubicBezTo>
                  <a:pt x="43332" y="105276"/>
                  <a:pt x="43598" y="107311"/>
                  <a:pt x="43598" y="109379"/>
                </a:cubicBezTo>
                <a:cubicBezTo>
                  <a:pt x="43665" y="111781"/>
                  <a:pt x="43732" y="114216"/>
                  <a:pt x="43799" y="116618"/>
                </a:cubicBezTo>
                <a:cubicBezTo>
                  <a:pt x="43832" y="117318"/>
                  <a:pt x="43832" y="117318"/>
                  <a:pt x="43131" y="117318"/>
                </a:cubicBezTo>
                <a:lnTo>
                  <a:pt x="35793" y="117318"/>
                </a:lnTo>
                <a:cubicBezTo>
                  <a:pt x="35608" y="117318"/>
                  <a:pt x="35416" y="117339"/>
                  <a:pt x="35227" y="117339"/>
                </a:cubicBezTo>
                <a:cubicBezTo>
                  <a:pt x="35006" y="117339"/>
                  <a:pt x="34790" y="117310"/>
                  <a:pt x="34592" y="117185"/>
                </a:cubicBezTo>
                <a:cubicBezTo>
                  <a:pt x="34225" y="116918"/>
                  <a:pt x="34525" y="116451"/>
                  <a:pt x="34525" y="116050"/>
                </a:cubicBezTo>
                <a:cubicBezTo>
                  <a:pt x="34425" y="113248"/>
                  <a:pt x="34325" y="110446"/>
                  <a:pt x="34225" y="107644"/>
                </a:cubicBezTo>
                <a:cubicBezTo>
                  <a:pt x="34158" y="105843"/>
                  <a:pt x="34325" y="104042"/>
                  <a:pt x="34425" y="102274"/>
                </a:cubicBezTo>
                <a:cubicBezTo>
                  <a:pt x="34425" y="101907"/>
                  <a:pt x="34592" y="101707"/>
                  <a:pt x="34992" y="101707"/>
                </a:cubicBezTo>
                <a:cubicBezTo>
                  <a:pt x="36693" y="101707"/>
                  <a:pt x="38395" y="101507"/>
                  <a:pt x="40063" y="101373"/>
                </a:cubicBezTo>
                <a:cubicBezTo>
                  <a:pt x="40418" y="101334"/>
                  <a:pt x="40773" y="101315"/>
                  <a:pt x="41126" y="101315"/>
                </a:cubicBezTo>
                <a:cubicBezTo>
                  <a:pt x="41668" y="101315"/>
                  <a:pt x="42206" y="101359"/>
                  <a:pt x="42731" y="101440"/>
                </a:cubicBezTo>
                <a:cubicBezTo>
                  <a:pt x="42802" y="101452"/>
                  <a:pt x="42868" y="101464"/>
                  <a:pt x="42931" y="101464"/>
                </a:cubicBezTo>
                <a:cubicBezTo>
                  <a:pt x="43045" y="101464"/>
                  <a:pt x="43145" y="101424"/>
                  <a:pt x="43231" y="101273"/>
                </a:cubicBezTo>
                <a:close/>
                <a:moveTo>
                  <a:pt x="55073" y="111280"/>
                </a:moveTo>
                <a:lnTo>
                  <a:pt x="55073" y="114483"/>
                </a:lnTo>
                <a:cubicBezTo>
                  <a:pt x="55073" y="114542"/>
                  <a:pt x="55100" y="114655"/>
                  <a:pt x="55035" y="114655"/>
                </a:cubicBezTo>
                <a:cubicBezTo>
                  <a:pt x="55027" y="114655"/>
                  <a:pt x="55017" y="114653"/>
                  <a:pt x="55007" y="114649"/>
                </a:cubicBezTo>
                <a:cubicBezTo>
                  <a:pt x="54963" y="114638"/>
                  <a:pt x="54925" y="114632"/>
                  <a:pt x="54890" y="114632"/>
                </a:cubicBezTo>
                <a:cubicBezTo>
                  <a:pt x="54629" y="114632"/>
                  <a:pt x="54575" y="114932"/>
                  <a:pt x="54339" y="115050"/>
                </a:cubicBezTo>
                <a:cubicBezTo>
                  <a:pt x="54506" y="114483"/>
                  <a:pt x="54640" y="113982"/>
                  <a:pt x="54773" y="113449"/>
                </a:cubicBezTo>
                <a:cubicBezTo>
                  <a:pt x="54806" y="113315"/>
                  <a:pt x="54873" y="113082"/>
                  <a:pt x="54673" y="113048"/>
                </a:cubicBezTo>
                <a:cubicBezTo>
                  <a:pt x="54642" y="113038"/>
                  <a:pt x="54613" y="113033"/>
                  <a:pt x="54587" y="113033"/>
                </a:cubicBezTo>
                <a:cubicBezTo>
                  <a:pt x="54443" y="113033"/>
                  <a:pt x="54362" y="113174"/>
                  <a:pt x="54306" y="113315"/>
                </a:cubicBezTo>
                <a:cubicBezTo>
                  <a:pt x="53772" y="114216"/>
                  <a:pt x="53305" y="115217"/>
                  <a:pt x="52972" y="116217"/>
                </a:cubicBezTo>
                <a:cubicBezTo>
                  <a:pt x="52938" y="116384"/>
                  <a:pt x="52938" y="116551"/>
                  <a:pt x="53105" y="116584"/>
                </a:cubicBezTo>
                <a:cubicBezTo>
                  <a:pt x="53136" y="116596"/>
                  <a:pt x="53163" y="116602"/>
                  <a:pt x="53187" y="116602"/>
                </a:cubicBezTo>
                <a:cubicBezTo>
                  <a:pt x="53295" y="116602"/>
                  <a:pt x="53345" y="116493"/>
                  <a:pt x="53372" y="116384"/>
                </a:cubicBezTo>
                <a:lnTo>
                  <a:pt x="54106" y="114716"/>
                </a:lnTo>
                <a:lnTo>
                  <a:pt x="54106" y="114716"/>
                </a:lnTo>
                <a:cubicBezTo>
                  <a:pt x="54039" y="115217"/>
                  <a:pt x="53906" y="115717"/>
                  <a:pt x="53739" y="116184"/>
                </a:cubicBezTo>
                <a:cubicBezTo>
                  <a:pt x="53672" y="116317"/>
                  <a:pt x="53572" y="116484"/>
                  <a:pt x="53739" y="116551"/>
                </a:cubicBezTo>
                <a:cubicBezTo>
                  <a:pt x="53774" y="116572"/>
                  <a:pt x="53805" y="116581"/>
                  <a:pt x="53833" y="116581"/>
                </a:cubicBezTo>
                <a:cubicBezTo>
                  <a:pt x="53934" y="116581"/>
                  <a:pt x="53987" y="116456"/>
                  <a:pt x="54039" y="116351"/>
                </a:cubicBezTo>
                <a:cubicBezTo>
                  <a:pt x="54239" y="115984"/>
                  <a:pt x="54473" y="115617"/>
                  <a:pt x="54706" y="115250"/>
                </a:cubicBezTo>
                <a:lnTo>
                  <a:pt x="54706" y="115250"/>
                </a:lnTo>
                <a:cubicBezTo>
                  <a:pt x="54673" y="115784"/>
                  <a:pt x="54273" y="116151"/>
                  <a:pt x="54139" y="116618"/>
                </a:cubicBezTo>
                <a:cubicBezTo>
                  <a:pt x="53972" y="117151"/>
                  <a:pt x="53372" y="117251"/>
                  <a:pt x="53005" y="117652"/>
                </a:cubicBezTo>
                <a:cubicBezTo>
                  <a:pt x="52772" y="116951"/>
                  <a:pt x="52738" y="116217"/>
                  <a:pt x="52872" y="115517"/>
                </a:cubicBezTo>
                <a:cubicBezTo>
                  <a:pt x="53172" y="114583"/>
                  <a:pt x="53572" y="113682"/>
                  <a:pt x="54006" y="112848"/>
                </a:cubicBezTo>
                <a:cubicBezTo>
                  <a:pt x="54773" y="112615"/>
                  <a:pt x="54673" y="111847"/>
                  <a:pt x="55073" y="111280"/>
                </a:cubicBezTo>
                <a:close/>
                <a:moveTo>
                  <a:pt x="50599" y="106190"/>
                </a:moveTo>
                <a:cubicBezTo>
                  <a:pt x="51158" y="106190"/>
                  <a:pt x="51721" y="106213"/>
                  <a:pt x="52271" y="106277"/>
                </a:cubicBezTo>
                <a:cubicBezTo>
                  <a:pt x="52038" y="106277"/>
                  <a:pt x="52004" y="106477"/>
                  <a:pt x="52038" y="106677"/>
                </a:cubicBezTo>
                <a:cubicBezTo>
                  <a:pt x="52138" y="107611"/>
                  <a:pt x="52205" y="108512"/>
                  <a:pt x="52205" y="109446"/>
                </a:cubicBezTo>
                <a:cubicBezTo>
                  <a:pt x="52271" y="111447"/>
                  <a:pt x="52338" y="113415"/>
                  <a:pt x="52405" y="115383"/>
                </a:cubicBezTo>
                <a:cubicBezTo>
                  <a:pt x="52405" y="116050"/>
                  <a:pt x="52338" y="116718"/>
                  <a:pt x="52338" y="117385"/>
                </a:cubicBezTo>
                <a:cubicBezTo>
                  <a:pt x="52338" y="117618"/>
                  <a:pt x="52138" y="117785"/>
                  <a:pt x="51904" y="117785"/>
                </a:cubicBezTo>
                <a:cubicBezTo>
                  <a:pt x="51352" y="117751"/>
                  <a:pt x="50798" y="117743"/>
                  <a:pt x="50242" y="117743"/>
                </a:cubicBezTo>
                <a:cubicBezTo>
                  <a:pt x="49791" y="117743"/>
                  <a:pt x="49340" y="117748"/>
                  <a:pt x="48888" y="117748"/>
                </a:cubicBezTo>
                <a:cubicBezTo>
                  <a:pt x="47745" y="117748"/>
                  <a:pt x="46601" y="117715"/>
                  <a:pt x="45466" y="117485"/>
                </a:cubicBezTo>
                <a:cubicBezTo>
                  <a:pt x="45099" y="117418"/>
                  <a:pt x="44933" y="117251"/>
                  <a:pt x="44899" y="116851"/>
                </a:cubicBezTo>
                <a:cubicBezTo>
                  <a:pt x="44699" y="115083"/>
                  <a:pt x="44799" y="113315"/>
                  <a:pt x="44799" y="111547"/>
                </a:cubicBezTo>
                <a:cubicBezTo>
                  <a:pt x="44799" y="109946"/>
                  <a:pt x="44799" y="108345"/>
                  <a:pt x="44799" y="106744"/>
                </a:cubicBezTo>
                <a:cubicBezTo>
                  <a:pt x="44771" y="106460"/>
                  <a:pt x="44815" y="106369"/>
                  <a:pt x="45035" y="106369"/>
                </a:cubicBezTo>
                <a:cubicBezTo>
                  <a:pt x="45073" y="106369"/>
                  <a:pt x="45117" y="106372"/>
                  <a:pt x="45166" y="106377"/>
                </a:cubicBezTo>
                <a:cubicBezTo>
                  <a:pt x="45504" y="106384"/>
                  <a:pt x="45839" y="106388"/>
                  <a:pt x="46174" y="106388"/>
                </a:cubicBezTo>
                <a:cubicBezTo>
                  <a:pt x="47329" y="106388"/>
                  <a:pt x="48472" y="106339"/>
                  <a:pt x="49636" y="106210"/>
                </a:cubicBezTo>
                <a:cubicBezTo>
                  <a:pt x="49953" y="106198"/>
                  <a:pt x="50275" y="106190"/>
                  <a:pt x="50599" y="106190"/>
                </a:cubicBezTo>
                <a:close/>
                <a:moveTo>
                  <a:pt x="85161" y="113849"/>
                </a:moveTo>
                <a:cubicBezTo>
                  <a:pt x="88664" y="113916"/>
                  <a:pt x="92200" y="114016"/>
                  <a:pt x="95736" y="114082"/>
                </a:cubicBezTo>
                <a:lnTo>
                  <a:pt x="98838" y="114082"/>
                </a:lnTo>
                <a:cubicBezTo>
                  <a:pt x="99171" y="114082"/>
                  <a:pt x="99271" y="114182"/>
                  <a:pt x="99271" y="114549"/>
                </a:cubicBezTo>
                <a:cubicBezTo>
                  <a:pt x="99238" y="115517"/>
                  <a:pt x="99338" y="116484"/>
                  <a:pt x="99171" y="117418"/>
                </a:cubicBezTo>
                <a:cubicBezTo>
                  <a:pt x="99105" y="117785"/>
                  <a:pt x="99071" y="118152"/>
                  <a:pt x="99071" y="118519"/>
                </a:cubicBezTo>
                <a:cubicBezTo>
                  <a:pt x="99138" y="118752"/>
                  <a:pt x="98905" y="118953"/>
                  <a:pt x="98738" y="119119"/>
                </a:cubicBezTo>
                <a:cubicBezTo>
                  <a:pt x="98337" y="119486"/>
                  <a:pt x="97904" y="119853"/>
                  <a:pt x="97437" y="120153"/>
                </a:cubicBezTo>
                <a:cubicBezTo>
                  <a:pt x="97237" y="120287"/>
                  <a:pt x="97037" y="120454"/>
                  <a:pt x="96870" y="120654"/>
                </a:cubicBezTo>
                <a:cubicBezTo>
                  <a:pt x="96666" y="121003"/>
                  <a:pt x="96284" y="121200"/>
                  <a:pt x="95902" y="121200"/>
                </a:cubicBezTo>
                <a:cubicBezTo>
                  <a:pt x="95846" y="121200"/>
                  <a:pt x="95791" y="121196"/>
                  <a:pt x="95736" y="121187"/>
                </a:cubicBezTo>
                <a:cubicBezTo>
                  <a:pt x="93901" y="121121"/>
                  <a:pt x="92100" y="120821"/>
                  <a:pt x="90298" y="120620"/>
                </a:cubicBezTo>
                <a:cubicBezTo>
                  <a:pt x="87797" y="120354"/>
                  <a:pt x="85295" y="120020"/>
                  <a:pt x="82760" y="119920"/>
                </a:cubicBezTo>
                <a:cubicBezTo>
                  <a:pt x="82026" y="119887"/>
                  <a:pt x="81259" y="119853"/>
                  <a:pt x="80491" y="119820"/>
                </a:cubicBezTo>
                <a:lnTo>
                  <a:pt x="80458" y="119686"/>
                </a:lnTo>
                <a:cubicBezTo>
                  <a:pt x="81125" y="119420"/>
                  <a:pt x="81759" y="119119"/>
                  <a:pt x="82426" y="118819"/>
                </a:cubicBezTo>
                <a:cubicBezTo>
                  <a:pt x="82860" y="118652"/>
                  <a:pt x="83260" y="118385"/>
                  <a:pt x="83627" y="118085"/>
                </a:cubicBezTo>
                <a:cubicBezTo>
                  <a:pt x="84127" y="117685"/>
                  <a:pt x="84394" y="117085"/>
                  <a:pt x="84428" y="116451"/>
                </a:cubicBezTo>
                <a:cubicBezTo>
                  <a:pt x="84461" y="115750"/>
                  <a:pt x="84561" y="115050"/>
                  <a:pt x="84561" y="114316"/>
                </a:cubicBezTo>
                <a:cubicBezTo>
                  <a:pt x="84594" y="113916"/>
                  <a:pt x="84761" y="113849"/>
                  <a:pt x="85161" y="113849"/>
                </a:cubicBezTo>
                <a:close/>
                <a:moveTo>
                  <a:pt x="58372" y="119985"/>
                </a:moveTo>
                <a:cubicBezTo>
                  <a:pt x="58561" y="119985"/>
                  <a:pt x="58757" y="120035"/>
                  <a:pt x="58943" y="120053"/>
                </a:cubicBezTo>
                <a:cubicBezTo>
                  <a:pt x="61244" y="120287"/>
                  <a:pt x="63579" y="120387"/>
                  <a:pt x="65881" y="120487"/>
                </a:cubicBezTo>
                <a:cubicBezTo>
                  <a:pt x="68650" y="120587"/>
                  <a:pt x="71452" y="120754"/>
                  <a:pt x="74220" y="120954"/>
                </a:cubicBezTo>
                <a:cubicBezTo>
                  <a:pt x="77923" y="121254"/>
                  <a:pt x="81659" y="121588"/>
                  <a:pt x="85395" y="121988"/>
                </a:cubicBezTo>
                <a:cubicBezTo>
                  <a:pt x="87997" y="122222"/>
                  <a:pt x="90632" y="122455"/>
                  <a:pt x="93234" y="122822"/>
                </a:cubicBezTo>
                <a:cubicBezTo>
                  <a:pt x="96002" y="123189"/>
                  <a:pt x="98838" y="123322"/>
                  <a:pt x="101606" y="123723"/>
                </a:cubicBezTo>
                <a:cubicBezTo>
                  <a:pt x="101673" y="123756"/>
                  <a:pt x="101773" y="123756"/>
                  <a:pt x="101840" y="123789"/>
                </a:cubicBezTo>
                <a:cubicBezTo>
                  <a:pt x="101807" y="124023"/>
                  <a:pt x="101640" y="124090"/>
                  <a:pt x="101540" y="124223"/>
                </a:cubicBezTo>
                <a:cubicBezTo>
                  <a:pt x="100172" y="125691"/>
                  <a:pt x="98704" y="127058"/>
                  <a:pt x="97203" y="128393"/>
                </a:cubicBezTo>
                <a:cubicBezTo>
                  <a:pt x="97114" y="128482"/>
                  <a:pt x="96981" y="128526"/>
                  <a:pt x="96852" y="128526"/>
                </a:cubicBezTo>
                <a:cubicBezTo>
                  <a:pt x="96788" y="128526"/>
                  <a:pt x="96725" y="128515"/>
                  <a:pt x="96670" y="128493"/>
                </a:cubicBezTo>
                <a:cubicBezTo>
                  <a:pt x="94635" y="128293"/>
                  <a:pt x="92600" y="128059"/>
                  <a:pt x="90599" y="127859"/>
                </a:cubicBezTo>
                <a:cubicBezTo>
                  <a:pt x="87930" y="127559"/>
                  <a:pt x="85261" y="127258"/>
                  <a:pt x="82593" y="126992"/>
                </a:cubicBezTo>
                <a:cubicBezTo>
                  <a:pt x="79324" y="126625"/>
                  <a:pt x="76055" y="126291"/>
                  <a:pt x="72786" y="125991"/>
                </a:cubicBezTo>
                <a:cubicBezTo>
                  <a:pt x="70484" y="125791"/>
                  <a:pt x="68183" y="125624"/>
                  <a:pt x="65914" y="125357"/>
                </a:cubicBezTo>
                <a:cubicBezTo>
                  <a:pt x="63446" y="125057"/>
                  <a:pt x="60977" y="124790"/>
                  <a:pt x="58509" y="124657"/>
                </a:cubicBezTo>
                <a:cubicBezTo>
                  <a:pt x="56741" y="124557"/>
                  <a:pt x="54973" y="124423"/>
                  <a:pt x="53205" y="124423"/>
                </a:cubicBezTo>
                <a:cubicBezTo>
                  <a:pt x="52605" y="124423"/>
                  <a:pt x="52038" y="124356"/>
                  <a:pt x="51471" y="124290"/>
                </a:cubicBezTo>
                <a:cubicBezTo>
                  <a:pt x="52605" y="123456"/>
                  <a:pt x="53672" y="122689"/>
                  <a:pt x="54706" y="122021"/>
                </a:cubicBezTo>
                <a:cubicBezTo>
                  <a:pt x="55774" y="121354"/>
                  <a:pt x="56941" y="120854"/>
                  <a:pt x="57942" y="120120"/>
                </a:cubicBezTo>
                <a:cubicBezTo>
                  <a:pt x="58075" y="120017"/>
                  <a:pt x="58221" y="119985"/>
                  <a:pt x="58372" y="119985"/>
                </a:cubicBezTo>
                <a:close/>
                <a:moveTo>
                  <a:pt x="102207" y="124623"/>
                </a:moveTo>
                <a:cubicBezTo>
                  <a:pt x="102240" y="124990"/>
                  <a:pt x="102107" y="125357"/>
                  <a:pt x="101873" y="125657"/>
                </a:cubicBezTo>
                <a:cubicBezTo>
                  <a:pt x="100606" y="126992"/>
                  <a:pt x="99138" y="128159"/>
                  <a:pt x="97570" y="129126"/>
                </a:cubicBezTo>
                <a:cubicBezTo>
                  <a:pt x="97470" y="128960"/>
                  <a:pt x="97537" y="128760"/>
                  <a:pt x="97704" y="128693"/>
                </a:cubicBezTo>
                <a:cubicBezTo>
                  <a:pt x="99338" y="127559"/>
                  <a:pt x="100839" y="126191"/>
                  <a:pt x="102107" y="124657"/>
                </a:cubicBezTo>
                <a:cubicBezTo>
                  <a:pt x="102107" y="124623"/>
                  <a:pt x="102174" y="124623"/>
                  <a:pt x="102207" y="124623"/>
                </a:cubicBezTo>
                <a:close/>
                <a:moveTo>
                  <a:pt x="51104" y="124823"/>
                </a:moveTo>
                <a:cubicBezTo>
                  <a:pt x="53772" y="125224"/>
                  <a:pt x="56408" y="125190"/>
                  <a:pt x="59043" y="125357"/>
                </a:cubicBezTo>
                <a:cubicBezTo>
                  <a:pt x="61545" y="125557"/>
                  <a:pt x="64013" y="125791"/>
                  <a:pt x="66481" y="126124"/>
                </a:cubicBezTo>
                <a:cubicBezTo>
                  <a:pt x="68516" y="126358"/>
                  <a:pt x="70551" y="126525"/>
                  <a:pt x="72619" y="126691"/>
                </a:cubicBezTo>
                <a:cubicBezTo>
                  <a:pt x="75188" y="126892"/>
                  <a:pt x="77823" y="127125"/>
                  <a:pt x="80458" y="127425"/>
                </a:cubicBezTo>
                <a:cubicBezTo>
                  <a:pt x="83093" y="127759"/>
                  <a:pt x="85728" y="128026"/>
                  <a:pt x="88364" y="128326"/>
                </a:cubicBezTo>
                <a:cubicBezTo>
                  <a:pt x="90699" y="128559"/>
                  <a:pt x="93067" y="128826"/>
                  <a:pt x="95402" y="129060"/>
                </a:cubicBezTo>
                <a:cubicBezTo>
                  <a:pt x="95736" y="129093"/>
                  <a:pt x="96103" y="129093"/>
                  <a:pt x="96469" y="129126"/>
                </a:cubicBezTo>
                <a:cubicBezTo>
                  <a:pt x="96603" y="129160"/>
                  <a:pt x="96836" y="129093"/>
                  <a:pt x="96770" y="129327"/>
                </a:cubicBezTo>
                <a:cubicBezTo>
                  <a:pt x="96770" y="129460"/>
                  <a:pt x="96670" y="129560"/>
                  <a:pt x="96436" y="129560"/>
                </a:cubicBezTo>
                <a:cubicBezTo>
                  <a:pt x="95068" y="129493"/>
                  <a:pt x="93734" y="129427"/>
                  <a:pt x="92367" y="129327"/>
                </a:cubicBezTo>
                <a:cubicBezTo>
                  <a:pt x="89064" y="129093"/>
                  <a:pt x="85795" y="128893"/>
                  <a:pt x="82526" y="128426"/>
                </a:cubicBezTo>
                <a:cubicBezTo>
                  <a:pt x="80258" y="128092"/>
                  <a:pt x="77956" y="127826"/>
                  <a:pt x="75655" y="127659"/>
                </a:cubicBezTo>
                <a:cubicBezTo>
                  <a:pt x="72052" y="127425"/>
                  <a:pt x="68483" y="126992"/>
                  <a:pt x="64914" y="126425"/>
                </a:cubicBezTo>
                <a:cubicBezTo>
                  <a:pt x="63279" y="126191"/>
                  <a:pt x="61578" y="126091"/>
                  <a:pt x="59910" y="126058"/>
                </a:cubicBezTo>
                <a:cubicBezTo>
                  <a:pt x="57842" y="125958"/>
                  <a:pt x="55807" y="125824"/>
                  <a:pt x="53739" y="125557"/>
                </a:cubicBezTo>
                <a:cubicBezTo>
                  <a:pt x="53581" y="125541"/>
                  <a:pt x="53423" y="125537"/>
                  <a:pt x="53265" y="125537"/>
                </a:cubicBezTo>
                <a:cubicBezTo>
                  <a:pt x="53046" y="125537"/>
                  <a:pt x="52827" y="125546"/>
                  <a:pt x="52606" y="125546"/>
                </a:cubicBezTo>
                <a:cubicBezTo>
                  <a:pt x="52310" y="125546"/>
                  <a:pt x="52010" y="125530"/>
                  <a:pt x="51704" y="125457"/>
                </a:cubicBezTo>
                <a:cubicBezTo>
                  <a:pt x="51404" y="125424"/>
                  <a:pt x="51137" y="125157"/>
                  <a:pt x="51104" y="124823"/>
                </a:cubicBezTo>
                <a:close/>
                <a:moveTo>
                  <a:pt x="3497" y="126629"/>
                </a:moveTo>
                <a:cubicBezTo>
                  <a:pt x="3674" y="126629"/>
                  <a:pt x="3905" y="126665"/>
                  <a:pt x="4204" y="126725"/>
                </a:cubicBezTo>
                <a:cubicBezTo>
                  <a:pt x="5905" y="127058"/>
                  <a:pt x="7606" y="127192"/>
                  <a:pt x="9274" y="127392"/>
                </a:cubicBezTo>
                <a:cubicBezTo>
                  <a:pt x="11742" y="127725"/>
                  <a:pt x="14177" y="128026"/>
                  <a:pt x="16612" y="128293"/>
                </a:cubicBezTo>
                <a:cubicBezTo>
                  <a:pt x="18380" y="128493"/>
                  <a:pt x="20115" y="128659"/>
                  <a:pt x="21883" y="128760"/>
                </a:cubicBezTo>
                <a:cubicBezTo>
                  <a:pt x="25919" y="129026"/>
                  <a:pt x="29955" y="129126"/>
                  <a:pt x="33992" y="129527"/>
                </a:cubicBezTo>
                <a:cubicBezTo>
                  <a:pt x="36160" y="129794"/>
                  <a:pt x="38328" y="129927"/>
                  <a:pt x="40530" y="129927"/>
                </a:cubicBezTo>
                <a:cubicBezTo>
                  <a:pt x="40798" y="129886"/>
                  <a:pt x="41066" y="129857"/>
                  <a:pt x="41341" y="129857"/>
                </a:cubicBezTo>
                <a:cubicBezTo>
                  <a:pt x="41512" y="129857"/>
                  <a:pt x="41685" y="129868"/>
                  <a:pt x="41864" y="129894"/>
                </a:cubicBezTo>
                <a:cubicBezTo>
                  <a:pt x="41297" y="130561"/>
                  <a:pt x="40830" y="131295"/>
                  <a:pt x="40463" y="132062"/>
                </a:cubicBezTo>
                <a:cubicBezTo>
                  <a:pt x="40383" y="132275"/>
                  <a:pt x="40260" y="132297"/>
                  <a:pt x="40112" y="132297"/>
                </a:cubicBezTo>
                <a:cubicBezTo>
                  <a:pt x="40075" y="132297"/>
                  <a:pt x="40036" y="132295"/>
                  <a:pt x="39996" y="132295"/>
                </a:cubicBezTo>
                <a:cubicBezTo>
                  <a:pt x="37194" y="132295"/>
                  <a:pt x="34392" y="131928"/>
                  <a:pt x="31623" y="131762"/>
                </a:cubicBezTo>
                <a:cubicBezTo>
                  <a:pt x="27754" y="131562"/>
                  <a:pt x="23884" y="131261"/>
                  <a:pt x="20048" y="130794"/>
                </a:cubicBezTo>
                <a:cubicBezTo>
                  <a:pt x="17680" y="130494"/>
                  <a:pt x="15278" y="130294"/>
                  <a:pt x="12910" y="130060"/>
                </a:cubicBezTo>
                <a:cubicBezTo>
                  <a:pt x="9741" y="129727"/>
                  <a:pt x="6572" y="129093"/>
                  <a:pt x="3436" y="128493"/>
                </a:cubicBezTo>
                <a:cubicBezTo>
                  <a:pt x="3069" y="128426"/>
                  <a:pt x="2903" y="128293"/>
                  <a:pt x="2969" y="127926"/>
                </a:cubicBezTo>
                <a:cubicBezTo>
                  <a:pt x="2969" y="127892"/>
                  <a:pt x="2969" y="127859"/>
                  <a:pt x="2969" y="127826"/>
                </a:cubicBezTo>
                <a:cubicBezTo>
                  <a:pt x="2920" y="126932"/>
                  <a:pt x="2981" y="126629"/>
                  <a:pt x="3497" y="126629"/>
                </a:cubicBezTo>
                <a:close/>
                <a:moveTo>
                  <a:pt x="31139" y="137549"/>
                </a:moveTo>
                <a:cubicBezTo>
                  <a:pt x="31298" y="137549"/>
                  <a:pt x="31456" y="137566"/>
                  <a:pt x="31623" y="137599"/>
                </a:cubicBezTo>
                <a:cubicBezTo>
                  <a:pt x="33224" y="137866"/>
                  <a:pt x="34859" y="138033"/>
                  <a:pt x="36493" y="138100"/>
                </a:cubicBezTo>
                <a:cubicBezTo>
                  <a:pt x="37094" y="138100"/>
                  <a:pt x="37694" y="138133"/>
                  <a:pt x="38261" y="138166"/>
                </a:cubicBezTo>
                <a:cubicBezTo>
                  <a:pt x="38288" y="138173"/>
                  <a:pt x="38319" y="138174"/>
                  <a:pt x="38350" y="138174"/>
                </a:cubicBezTo>
                <a:cubicBezTo>
                  <a:pt x="38371" y="138174"/>
                  <a:pt x="38392" y="138174"/>
                  <a:pt x="38413" y="138174"/>
                </a:cubicBezTo>
                <a:cubicBezTo>
                  <a:pt x="38517" y="138174"/>
                  <a:pt x="38606" y="138189"/>
                  <a:pt x="38561" y="138366"/>
                </a:cubicBezTo>
                <a:cubicBezTo>
                  <a:pt x="38561" y="138533"/>
                  <a:pt x="38595" y="138800"/>
                  <a:pt x="38261" y="138800"/>
                </a:cubicBezTo>
                <a:lnTo>
                  <a:pt x="37928" y="138800"/>
                </a:lnTo>
                <a:cubicBezTo>
                  <a:pt x="36193" y="138733"/>
                  <a:pt x="34625" y="138533"/>
                  <a:pt x="33024" y="138300"/>
                </a:cubicBezTo>
                <a:cubicBezTo>
                  <a:pt x="32357" y="138300"/>
                  <a:pt x="31657" y="138200"/>
                  <a:pt x="31023" y="138066"/>
                </a:cubicBezTo>
                <a:cubicBezTo>
                  <a:pt x="30889" y="138033"/>
                  <a:pt x="30723" y="137966"/>
                  <a:pt x="30622" y="137933"/>
                </a:cubicBezTo>
                <a:cubicBezTo>
                  <a:pt x="30522" y="137899"/>
                  <a:pt x="30456" y="137799"/>
                  <a:pt x="30456" y="137733"/>
                </a:cubicBezTo>
                <a:cubicBezTo>
                  <a:pt x="30489" y="137666"/>
                  <a:pt x="30589" y="137599"/>
                  <a:pt x="30656" y="137599"/>
                </a:cubicBezTo>
                <a:cubicBezTo>
                  <a:pt x="30823" y="137566"/>
                  <a:pt x="30981" y="137549"/>
                  <a:pt x="31139" y="137549"/>
                </a:cubicBezTo>
                <a:close/>
                <a:moveTo>
                  <a:pt x="33324" y="114149"/>
                </a:moveTo>
                <a:cubicBezTo>
                  <a:pt x="33424" y="114983"/>
                  <a:pt x="33458" y="115817"/>
                  <a:pt x="33458" y="116651"/>
                </a:cubicBezTo>
                <a:cubicBezTo>
                  <a:pt x="33358" y="117818"/>
                  <a:pt x="33658" y="118119"/>
                  <a:pt x="34825" y="118319"/>
                </a:cubicBezTo>
                <a:cubicBezTo>
                  <a:pt x="36026" y="118552"/>
                  <a:pt x="37227" y="118486"/>
                  <a:pt x="38428" y="118586"/>
                </a:cubicBezTo>
                <a:cubicBezTo>
                  <a:pt x="40229" y="118786"/>
                  <a:pt x="42031" y="118886"/>
                  <a:pt x="43865" y="118953"/>
                </a:cubicBezTo>
                <a:cubicBezTo>
                  <a:pt x="46400" y="119019"/>
                  <a:pt x="48936" y="119153"/>
                  <a:pt x="51471" y="119153"/>
                </a:cubicBezTo>
                <a:cubicBezTo>
                  <a:pt x="51562" y="119157"/>
                  <a:pt x="51653" y="119160"/>
                  <a:pt x="51745" y="119160"/>
                </a:cubicBezTo>
                <a:cubicBezTo>
                  <a:pt x="52915" y="119160"/>
                  <a:pt x="54045" y="118766"/>
                  <a:pt x="54973" y="118085"/>
                </a:cubicBezTo>
                <a:cubicBezTo>
                  <a:pt x="55540" y="117752"/>
                  <a:pt x="55840" y="117118"/>
                  <a:pt x="55807" y="116484"/>
                </a:cubicBezTo>
                <a:cubicBezTo>
                  <a:pt x="55740" y="115950"/>
                  <a:pt x="55740" y="115450"/>
                  <a:pt x="55740" y="114950"/>
                </a:cubicBezTo>
                <a:cubicBezTo>
                  <a:pt x="55740" y="114750"/>
                  <a:pt x="55774" y="114683"/>
                  <a:pt x="56041" y="114683"/>
                </a:cubicBezTo>
                <a:cubicBezTo>
                  <a:pt x="57141" y="114750"/>
                  <a:pt x="58276" y="114850"/>
                  <a:pt x="59410" y="114850"/>
                </a:cubicBezTo>
                <a:cubicBezTo>
                  <a:pt x="61545" y="114850"/>
                  <a:pt x="63646" y="114983"/>
                  <a:pt x="65714" y="115083"/>
                </a:cubicBezTo>
                <a:cubicBezTo>
                  <a:pt x="68950" y="115217"/>
                  <a:pt x="72185" y="115417"/>
                  <a:pt x="75421" y="115550"/>
                </a:cubicBezTo>
                <a:cubicBezTo>
                  <a:pt x="78056" y="115650"/>
                  <a:pt x="80692" y="115717"/>
                  <a:pt x="83360" y="115750"/>
                </a:cubicBezTo>
                <a:cubicBezTo>
                  <a:pt x="83760" y="115784"/>
                  <a:pt x="83894" y="115817"/>
                  <a:pt x="83827" y="116317"/>
                </a:cubicBezTo>
                <a:cubicBezTo>
                  <a:pt x="83727" y="117085"/>
                  <a:pt x="83227" y="117718"/>
                  <a:pt x="82493" y="117985"/>
                </a:cubicBezTo>
                <a:cubicBezTo>
                  <a:pt x="81459" y="118419"/>
                  <a:pt x="80558" y="119119"/>
                  <a:pt x="79524" y="119520"/>
                </a:cubicBezTo>
                <a:cubicBezTo>
                  <a:pt x="79424" y="119586"/>
                  <a:pt x="79324" y="119586"/>
                  <a:pt x="79324" y="119786"/>
                </a:cubicBezTo>
                <a:cubicBezTo>
                  <a:pt x="79324" y="119987"/>
                  <a:pt x="79457" y="120087"/>
                  <a:pt x="79624" y="120153"/>
                </a:cubicBezTo>
                <a:cubicBezTo>
                  <a:pt x="80091" y="120320"/>
                  <a:pt x="80558" y="120420"/>
                  <a:pt x="81058" y="120420"/>
                </a:cubicBezTo>
                <a:cubicBezTo>
                  <a:pt x="85028" y="120687"/>
                  <a:pt x="88997" y="121154"/>
                  <a:pt x="92934" y="121654"/>
                </a:cubicBezTo>
                <a:cubicBezTo>
                  <a:pt x="93934" y="121755"/>
                  <a:pt x="94935" y="121755"/>
                  <a:pt x="95936" y="121788"/>
                </a:cubicBezTo>
                <a:cubicBezTo>
                  <a:pt x="95957" y="121789"/>
                  <a:pt x="95978" y="121789"/>
                  <a:pt x="95998" y="121789"/>
                </a:cubicBezTo>
                <a:cubicBezTo>
                  <a:pt x="96664" y="121789"/>
                  <a:pt x="97119" y="121279"/>
                  <a:pt x="97637" y="120987"/>
                </a:cubicBezTo>
                <a:cubicBezTo>
                  <a:pt x="98504" y="120454"/>
                  <a:pt x="99338" y="119786"/>
                  <a:pt x="99605" y="118686"/>
                </a:cubicBezTo>
                <a:cubicBezTo>
                  <a:pt x="99666" y="118411"/>
                  <a:pt x="99783" y="118248"/>
                  <a:pt x="100135" y="118248"/>
                </a:cubicBezTo>
                <a:cubicBezTo>
                  <a:pt x="100168" y="118248"/>
                  <a:pt x="100202" y="118249"/>
                  <a:pt x="100239" y="118252"/>
                </a:cubicBezTo>
                <a:cubicBezTo>
                  <a:pt x="102674" y="118586"/>
                  <a:pt x="105142" y="118852"/>
                  <a:pt x="107577" y="119086"/>
                </a:cubicBezTo>
                <a:cubicBezTo>
                  <a:pt x="108712" y="119186"/>
                  <a:pt x="109846" y="119186"/>
                  <a:pt x="111013" y="119219"/>
                </a:cubicBezTo>
                <a:lnTo>
                  <a:pt x="121421" y="119653"/>
                </a:lnTo>
                <a:cubicBezTo>
                  <a:pt x="124123" y="119753"/>
                  <a:pt x="126791" y="119820"/>
                  <a:pt x="129493" y="119953"/>
                </a:cubicBezTo>
                <a:cubicBezTo>
                  <a:pt x="132562" y="120120"/>
                  <a:pt x="135597" y="120253"/>
                  <a:pt x="138666" y="120487"/>
                </a:cubicBezTo>
                <a:cubicBezTo>
                  <a:pt x="142002" y="120720"/>
                  <a:pt x="145304" y="121054"/>
                  <a:pt x="148607" y="121554"/>
                </a:cubicBezTo>
                <a:cubicBezTo>
                  <a:pt x="149207" y="121621"/>
                  <a:pt x="149774" y="121721"/>
                  <a:pt x="150375" y="121788"/>
                </a:cubicBezTo>
                <a:cubicBezTo>
                  <a:pt x="150641" y="121821"/>
                  <a:pt x="150742" y="121921"/>
                  <a:pt x="150608" y="122188"/>
                </a:cubicBezTo>
                <a:cubicBezTo>
                  <a:pt x="150341" y="122822"/>
                  <a:pt x="150141" y="123489"/>
                  <a:pt x="149841" y="124090"/>
                </a:cubicBezTo>
                <a:cubicBezTo>
                  <a:pt x="147239" y="128926"/>
                  <a:pt x="144604" y="133796"/>
                  <a:pt x="142002" y="138633"/>
                </a:cubicBezTo>
                <a:cubicBezTo>
                  <a:pt x="141909" y="138797"/>
                  <a:pt x="141815" y="138878"/>
                  <a:pt x="141687" y="138878"/>
                </a:cubicBezTo>
                <a:cubicBezTo>
                  <a:pt x="141633" y="138878"/>
                  <a:pt x="141572" y="138863"/>
                  <a:pt x="141502" y="138833"/>
                </a:cubicBezTo>
                <a:cubicBezTo>
                  <a:pt x="141330" y="138748"/>
                  <a:pt x="141159" y="138723"/>
                  <a:pt x="140987" y="138723"/>
                </a:cubicBezTo>
                <a:cubicBezTo>
                  <a:pt x="140758" y="138723"/>
                  <a:pt x="140530" y="138767"/>
                  <a:pt x="140301" y="138767"/>
                </a:cubicBezTo>
                <a:cubicBezTo>
                  <a:pt x="138766" y="138700"/>
                  <a:pt x="137232" y="138633"/>
                  <a:pt x="135697" y="138533"/>
                </a:cubicBezTo>
                <a:cubicBezTo>
                  <a:pt x="134597" y="138467"/>
                  <a:pt x="133496" y="138333"/>
                  <a:pt x="132395" y="138266"/>
                </a:cubicBezTo>
                <a:cubicBezTo>
                  <a:pt x="130627" y="138166"/>
                  <a:pt x="128826" y="137966"/>
                  <a:pt x="127058" y="137799"/>
                </a:cubicBezTo>
                <a:cubicBezTo>
                  <a:pt x="125724" y="137666"/>
                  <a:pt x="124423" y="137566"/>
                  <a:pt x="123122" y="137466"/>
                </a:cubicBezTo>
                <a:cubicBezTo>
                  <a:pt x="120887" y="137299"/>
                  <a:pt x="118685" y="137099"/>
                  <a:pt x="116484" y="136965"/>
                </a:cubicBezTo>
                <a:cubicBezTo>
                  <a:pt x="114849" y="136865"/>
                  <a:pt x="113181" y="136799"/>
                  <a:pt x="111547" y="136732"/>
                </a:cubicBezTo>
                <a:cubicBezTo>
                  <a:pt x="108878" y="136565"/>
                  <a:pt x="106276" y="136398"/>
                  <a:pt x="103641" y="136165"/>
                </a:cubicBezTo>
                <a:cubicBezTo>
                  <a:pt x="101406" y="135965"/>
                  <a:pt x="99138" y="135731"/>
                  <a:pt x="96903" y="135531"/>
                </a:cubicBezTo>
                <a:cubicBezTo>
                  <a:pt x="94735" y="135298"/>
                  <a:pt x="92567" y="135031"/>
                  <a:pt x="90398" y="134831"/>
                </a:cubicBezTo>
                <a:cubicBezTo>
                  <a:pt x="88964" y="134697"/>
                  <a:pt x="87530" y="134630"/>
                  <a:pt x="86095" y="134497"/>
                </a:cubicBezTo>
                <a:cubicBezTo>
                  <a:pt x="84928" y="134397"/>
                  <a:pt x="83727" y="134263"/>
                  <a:pt x="82526" y="134130"/>
                </a:cubicBezTo>
                <a:cubicBezTo>
                  <a:pt x="81692" y="134063"/>
                  <a:pt x="80892" y="133963"/>
                  <a:pt x="80058" y="133897"/>
                </a:cubicBezTo>
                <a:cubicBezTo>
                  <a:pt x="79791" y="133897"/>
                  <a:pt x="79624" y="133830"/>
                  <a:pt x="79524" y="133563"/>
                </a:cubicBezTo>
                <a:cubicBezTo>
                  <a:pt x="79457" y="133263"/>
                  <a:pt x="79324" y="132996"/>
                  <a:pt x="79190" y="132729"/>
                </a:cubicBezTo>
                <a:cubicBezTo>
                  <a:pt x="78390" y="130594"/>
                  <a:pt x="76855" y="129260"/>
                  <a:pt x="74721" y="128493"/>
                </a:cubicBezTo>
                <a:cubicBezTo>
                  <a:pt x="74187" y="128326"/>
                  <a:pt x="73653" y="128126"/>
                  <a:pt x="73153" y="127926"/>
                </a:cubicBezTo>
                <a:lnTo>
                  <a:pt x="73153" y="127926"/>
                </a:lnTo>
                <a:cubicBezTo>
                  <a:pt x="73720" y="127959"/>
                  <a:pt x="74287" y="127959"/>
                  <a:pt x="74821" y="128026"/>
                </a:cubicBezTo>
                <a:cubicBezTo>
                  <a:pt x="78323" y="128393"/>
                  <a:pt x="81792" y="128826"/>
                  <a:pt x="85261" y="129327"/>
                </a:cubicBezTo>
                <a:cubicBezTo>
                  <a:pt x="86996" y="129560"/>
                  <a:pt x="88731" y="129627"/>
                  <a:pt x="90465" y="129760"/>
                </a:cubicBezTo>
                <a:cubicBezTo>
                  <a:pt x="92467" y="129927"/>
                  <a:pt x="94468" y="130027"/>
                  <a:pt x="96503" y="130127"/>
                </a:cubicBezTo>
                <a:cubicBezTo>
                  <a:pt x="96570" y="130127"/>
                  <a:pt x="96670" y="130094"/>
                  <a:pt x="96736" y="130060"/>
                </a:cubicBezTo>
                <a:cubicBezTo>
                  <a:pt x="98604" y="128993"/>
                  <a:pt x="100372" y="127725"/>
                  <a:pt x="101940" y="126224"/>
                </a:cubicBezTo>
                <a:cubicBezTo>
                  <a:pt x="102574" y="125691"/>
                  <a:pt x="102841" y="124890"/>
                  <a:pt x="102741" y="124090"/>
                </a:cubicBezTo>
                <a:cubicBezTo>
                  <a:pt x="102707" y="123656"/>
                  <a:pt x="102407" y="123322"/>
                  <a:pt x="101973" y="123289"/>
                </a:cubicBezTo>
                <a:cubicBezTo>
                  <a:pt x="99805" y="122889"/>
                  <a:pt x="97637" y="122689"/>
                  <a:pt x="95435" y="122388"/>
                </a:cubicBezTo>
                <a:cubicBezTo>
                  <a:pt x="90565" y="121721"/>
                  <a:pt x="85695" y="121254"/>
                  <a:pt x="80792" y="120854"/>
                </a:cubicBezTo>
                <a:cubicBezTo>
                  <a:pt x="77523" y="120554"/>
                  <a:pt x="74287" y="120320"/>
                  <a:pt x="71018" y="120153"/>
                </a:cubicBezTo>
                <a:cubicBezTo>
                  <a:pt x="68083" y="119987"/>
                  <a:pt x="65180" y="119920"/>
                  <a:pt x="62245" y="119820"/>
                </a:cubicBezTo>
                <a:cubicBezTo>
                  <a:pt x="60911" y="119786"/>
                  <a:pt x="59576" y="119653"/>
                  <a:pt x="58242" y="119653"/>
                </a:cubicBezTo>
                <a:cubicBezTo>
                  <a:pt x="57809" y="119653"/>
                  <a:pt x="57408" y="119753"/>
                  <a:pt x="57041" y="119920"/>
                </a:cubicBezTo>
                <a:cubicBezTo>
                  <a:pt x="55273" y="120787"/>
                  <a:pt x="53606" y="121821"/>
                  <a:pt x="52071" y="122989"/>
                </a:cubicBezTo>
                <a:cubicBezTo>
                  <a:pt x="51604" y="123356"/>
                  <a:pt x="51237" y="123856"/>
                  <a:pt x="50703" y="124123"/>
                </a:cubicBezTo>
                <a:cubicBezTo>
                  <a:pt x="50637" y="124190"/>
                  <a:pt x="50603" y="124256"/>
                  <a:pt x="50603" y="124356"/>
                </a:cubicBezTo>
                <a:cubicBezTo>
                  <a:pt x="50570" y="124690"/>
                  <a:pt x="50804" y="124990"/>
                  <a:pt x="50837" y="125324"/>
                </a:cubicBezTo>
                <a:cubicBezTo>
                  <a:pt x="50904" y="125791"/>
                  <a:pt x="51237" y="125691"/>
                  <a:pt x="51537" y="125791"/>
                </a:cubicBezTo>
                <a:cubicBezTo>
                  <a:pt x="51943" y="125907"/>
                  <a:pt x="52400" y="125972"/>
                  <a:pt x="52841" y="126009"/>
                </a:cubicBezTo>
                <a:lnTo>
                  <a:pt x="52841" y="126009"/>
                </a:lnTo>
                <a:cubicBezTo>
                  <a:pt x="51172" y="126161"/>
                  <a:pt x="49503" y="126202"/>
                  <a:pt x="47835" y="126491"/>
                </a:cubicBezTo>
                <a:cubicBezTo>
                  <a:pt x="45867" y="126925"/>
                  <a:pt x="44032" y="127859"/>
                  <a:pt x="42531" y="129227"/>
                </a:cubicBezTo>
                <a:cubicBezTo>
                  <a:pt x="42364" y="129346"/>
                  <a:pt x="42231" y="129448"/>
                  <a:pt x="42072" y="129448"/>
                </a:cubicBezTo>
                <a:cubicBezTo>
                  <a:pt x="42008" y="129448"/>
                  <a:pt x="41940" y="129431"/>
                  <a:pt x="41864" y="129393"/>
                </a:cubicBezTo>
                <a:cubicBezTo>
                  <a:pt x="41664" y="129318"/>
                  <a:pt x="41464" y="129281"/>
                  <a:pt x="41263" y="129281"/>
                </a:cubicBezTo>
                <a:cubicBezTo>
                  <a:pt x="41197" y="129281"/>
                  <a:pt x="41130" y="129285"/>
                  <a:pt x="41063" y="129293"/>
                </a:cubicBezTo>
                <a:cubicBezTo>
                  <a:pt x="40662" y="129332"/>
                  <a:pt x="40262" y="129348"/>
                  <a:pt x="39861" y="129348"/>
                </a:cubicBezTo>
                <a:cubicBezTo>
                  <a:pt x="38195" y="129348"/>
                  <a:pt x="36533" y="129067"/>
                  <a:pt x="34892" y="128960"/>
                </a:cubicBezTo>
                <a:cubicBezTo>
                  <a:pt x="33224" y="128826"/>
                  <a:pt x="31556" y="128659"/>
                  <a:pt x="29889" y="128559"/>
                </a:cubicBezTo>
                <a:cubicBezTo>
                  <a:pt x="26620" y="128393"/>
                  <a:pt x="23351" y="128259"/>
                  <a:pt x="20082" y="128059"/>
                </a:cubicBezTo>
                <a:cubicBezTo>
                  <a:pt x="17413" y="127859"/>
                  <a:pt x="14744" y="127525"/>
                  <a:pt x="12076" y="127192"/>
                </a:cubicBezTo>
                <a:cubicBezTo>
                  <a:pt x="10541" y="126992"/>
                  <a:pt x="9007" y="126892"/>
                  <a:pt x="7473" y="126625"/>
                </a:cubicBezTo>
                <a:cubicBezTo>
                  <a:pt x="6338" y="126458"/>
                  <a:pt x="5238" y="126224"/>
                  <a:pt x="4137" y="125891"/>
                </a:cubicBezTo>
                <a:cubicBezTo>
                  <a:pt x="4871" y="125524"/>
                  <a:pt x="5538" y="125224"/>
                  <a:pt x="6205" y="124923"/>
                </a:cubicBezTo>
                <a:cubicBezTo>
                  <a:pt x="14978" y="121054"/>
                  <a:pt x="23951" y="117685"/>
                  <a:pt x="32924" y="114283"/>
                </a:cubicBezTo>
                <a:cubicBezTo>
                  <a:pt x="33058" y="114249"/>
                  <a:pt x="33158" y="114216"/>
                  <a:pt x="33324" y="114149"/>
                </a:cubicBezTo>
                <a:close/>
                <a:moveTo>
                  <a:pt x="79758" y="134163"/>
                </a:moveTo>
                <a:lnTo>
                  <a:pt x="79758" y="134163"/>
                </a:lnTo>
                <a:cubicBezTo>
                  <a:pt x="82226" y="134430"/>
                  <a:pt x="84561" y="134730"/>
                  <a:pt x="86963" y="134931"/>
                </a:cubicBezTo>
                <a:cubicBezTo>
                  <a:pt x="89698" y="135197"/>
                  <a:pt x="92467" y="135531"/>
                  <a:pt x="95235" y="135831"/>
                </a:cubicBezTo>
                <a:cubicBezTo>
                  <a:pt x="97670" y="136065"/>
                  <a:pt x="100105" y="136332"/>
                  <a:pt x="102540" y="136565"/>
                </a:cubicBezTo>
                <a:cubicBezTo>
                  <a:pt x="105109" y="136799"/>
                  <a:pt x="107677" y="136999"/>
                  <a:pt x="110246" y="137099"/>
                </a:cubicBezTo>
                <a:cubicBezTo>
                  <a:pt x="112581" y="137166"/>
                  <a:pt x="114916" y="137332"/>
                  <a:pt x="117218" y="137499"/>
                </a:cubicBezTo>
                <a:cubicBezTo>
                  <a:pt x="119853" y="137666"/>
                  <a:pt x="122488" y="137866"/>
                  <a:pt x="125123" y="138133"/>
                </a:cubicBezTo>
                <a:cubicBezTo>
                  <a:pt x="127992" y="138400"/>
                  <a:pt x="130861" y="138700"/>
                  <a:pt x="133696" y="138867"/>
                </a:cubicBezTo>
                <a:cubicBezTo>
                  <a:pt x="135931" y="139034"/>
                  <a:pt x="138166" y="139234"/>
                  <a:pt x="140401" y="139234"/>
                </a:cubicBezTo>
                <a:cubicBezTo>
                  <a:pt x="140623" y="139234"/>
                  <a:pt x="140846" y="139115"/>
                  <a:pt x="141048" y="139115"/>
                </a:cubicBezTo>
                <a:cubicBezTo>
                  <a:pt x="141150" y="139115"/>
                  <a:pt x="141246" y="139145"/>
                  <a:pt x="141335" y="139234"/>
                </a:cubicBezTo>
                <a:cubicBezTo>
                  <a:pt x="141602" y="139467"/>
                  <a:pt x="141301" y="139834"/>
                  <a:pt x="141301" y="140101"/>
                </a:cubicBezTo>
                <a:cubicBezTo>
                  <a:pt x="141301" y="140368"/>
                  <a:pt x="141268" y="140635"/>
                  <a:pt x="141301" y="140902"/>
                </a:cubicBezTo>
                <a:cubicBezTo>
                  <a:pt x="141346" y="141168"/>
                  <a:pt x="141213" y="141272"/>
                  <a:pt x="141079" y="141272"/>
                </a:cubicBezTo>
                <a:cubicBezTo>
                  <a:pt x="141012" y="141272"/>
                  <a:pt x="140946" y="141246"/>
                  <a:pt x="140901" y="141202"/>
                </a:cubicBezTo>
                <a:cubicBezTo>
                  <a:pt x="140764" y="141106"/>
                  <a:pt x="140638" y="141077"/>
                  <a:pt x="140516" y="141077"/>
                </a:cubicBezTo>
                <a:cubicBezTo>
                  <a:pt x="140342" y="141077"/>
                  <a:pt x="140177" y="141135"/>
                  <a:pt x="140001" y="141135"/>
                </a:cubicBezTo>
                <a:cubicBezTo>
                  <a:pt x="139300" y="141102"/>
                  <a:pt x="138600" y="141102"/>
                  <a:pt x="137932" y="141002"/>
                </a:cubicBezTo>
                <a:cubicBezTo>
                  <a:pt x="137165" y="140935"/>
                  <a:pt x="136398" y="140902"/>
                  <a:pt x="135631" y="140902"/>
                </a:cubicBezTo>
                <a:cubicBezTo>
                  <a:pt x="135512" y="140903"/>
                  <a:pt x="135393" y="140904"/>
                  <a:pt x="135274" y="140904"/>
                </a:cubicBezTo>
                <a:cubicBezTo>
                  <a:pt x="133094" y="140904"/>
                  <a:pt x="130942" y="140624"/>
                  <a:pt x="128759" y="140435"/>
                </a:cubicBezTo>
                <a:cubicBezTo>
                  <a:pt x="127325" y="140301"/>
                  <a:pt x="125890" y="140234"/>
                  <a:pt x="124456" y="140101"/>
                </a:cubicBezTo>
                <a:cubicBezTo>
                  <a:pt x="122621" y="139934"/>
                  <a:pt x="120787" y="139767"/>
                  <a:pt x="119019" y="139567"/>
                </a:cubicBezTo>
                <a:cubicBezTo>
                  <a:pt x="117218" y="139367"/>
                  <a:pt x="115450" y="139100"/>
                  <a:pt x="113682" y="138900"/>
                </a:cubicBezTo>
                <a:cubicBezTo>
                  <a:pt x="111580" y="138633"/>
                  <a:pt x="109479" y="138400"/>
                  <a:pt x="107377" y="138200"/>
                </a:cubicBezTo>
                <a:cubicBezTo>
                  <a:pt x="106010" y="138066"/>
                  <a:pt x="104609" y="138000"/>
                  <a:pt x="103241" y="137866"/>
                </a:cubicBezTo>
                <a:cubicBezTo>
                  <a:pt x="101373" y="137699"/>
                  <a:pt x="99505" y="137533"/>
                  <a:pt x="97604" y="137399"/>
                </a:cubicBezTo>
                <a:cubicBezTo>
                  <a:pt x="96236" y="137266"/>
                  <a:pt x="94835" y="137166"/>
                  <a:pt x="93434" y="137066"/>
                </a:cubicBezTo>
                <a:cubicBezTo>
                  <a:pt x="91366" y="136932"/>
                  <a:pt x="89298" y="136799"/>
                  <a:pt x="87230" y="136665"/>
                </a:cubicBezTo>
                <a:cubicBezTo>
                  <a:pt x="86296" y="136599"/>
                  <a:pt x="85328" y="136565"/>
                  <a:pt x="84361" y="136565"/>
                </a:cubicBezTo>
                <a:cubicBezTo>
                  <a:pt x="83193" y="136565"/>
                  <a:pt x="82026" y="136432"/>
                  <a:pt x="80858" y="136365"/>
                </a:cubicBezTo>
                <a:cubicBezTo>
                  <a:pt x="80692" y="136365"/>
                  <a:pt x="80558" y="136265"/>
                  <a:pt x="80525" y="136098"/>
                </a:cubicBezTo>
                <a:cubicBezTo>
                  <a:pt x="80291" y="135464"/>
                  <a:pt x="80024" y="134831"/>
                  <a:pt x="79758" y="134163"/>
                </a:cubicBezTo>
                <a:close/>
                <a:moveTo>
                  <a:pt x="150181" y="124473"/>
                </a:moveTo>
                <a:lnTo>
                  <a:pt x="150181" y="124473"/>
                </a:lnTo>
                <a:cubicBezTo>
                  <a:pt x="150237" y="124957"/>
                  <a:pt x="150168" y="125439"/>
                  <a:pt x="149974" y="125891"/>
                </a:cubicBezTo>
                <a:cubicBezTo>
                  <a:pt x="147739" y="130327"/>
                  <a:pt x="145538" y="134764"/>
                  <a:pt x="143270" y="139200"/>
                </a:cubicBezTo>
                <a:cubicBezTo>
                  <a:pt x="142836" y="139968"/>
                  <a:pt x="142336" y="140701"/>
                  <a:pt x="141768" y="141435"/>
                </a:cubicBezTo>
                <a:cubicBezTo>
                  <a:pt x="141802" y="140668"/>
                  <a:pt x="141635" y="139934"/>
                  <a:pt x="142069" y="139167"/>
                </a:cubicBezTo>
                <a:cubicBezTo>
                  <a:pt x="144804" y="134397"/>
                  <a:pt x="147506" y="129560"/>
                  <a:pt x="150074" y="124657"/>
                </a:cubicBezTo>
                <a:cubicBezTo>
                  <a:pt x="150100" y="124605"/>
                  <a:pt x="150146" y="124534"/>
                  <a:pt x="150181" y="124473"/>
                </a:cubicBezTo>
                <a:close/>
                <a:moveTo>
                  <a:pt x="10184" y="130131"/>
                </a:moveTo>
                <a:cubicBezTo>
                  <a:pt x="10275" y="130131"/>
                  <a:pt x="10391" y="130144"/>
                  <a:pt x="10541" y="130161"/>
                </a:cubicBezTo>
                <a:cubicBezTo>
                  <a:pt x="12176" y="130361"/>
                  <a:pt x="13810" y="130561"/>
                  <a:pt x="15478" y="130761"/>
                </a:cubicBezTo>
                <a:cubicBezTo>
                  <a:pt x="17513" y="130994"/>
                  <a:pt x="19581" y="131228"/>
                  <a:pt x="21649" y="131495"/>
                </a:cubicBezTo>
                <a:cubicBezTo>
                  <a:pt x="23617" y="131728"/>
                  <a:pt x="25586" y="131928"/>
                  <a:pt x="27587" y="132062"/>
                </a:cubicBezTo>
                <a:cubicBezTo>
                  <a:pt x="30789" y="132329"/>
                  <a:pt x="34025" y="132562"/>
                  <a:pt x="37261" y="132762"/>
                </a:cubicBezTo>
                <a:cubicBezTo>
                  <a:pt x="37864" y="132827"/>
                  <a:pt x="38481" y="132864"/>
                  <a:pt x="39103" y="132864"/>
                </a:cubicBezTo>
                <a:cubicBezTo>
                  <a:pt x="39444" y="132864"/>
                  <a:pt x="39787" y="132853"/>
                  <a:pt x="40129" y="132829"/>
                </a:cubicBezTo>
                <a:lnTo>
                  <a:pt x="40129" y="132829"/>
                </a:lnTo>
                <a:cubicBezTo>
                  <a:pt x="39562" y="134330"/>
                  <a:pt x="39129" y="135898"/>
                  <a:pt x="38795" y="137466"/>
                </a:cubicBezTo>
                <a:cubicBezTo>
                  <a:pt x="38762" y="137666"/>
                  <a:pt x="38695" y="137699"/>
                  <a:pt x="38495" y="137699"/>
                </a:cubicBezTo>
                <a:cubicBezTo>
                  <a:pt x="38272" y="137703"/>
                  <a:pt x="38050" y="137704"/>
                  <a:pt x="37827" y="137704"/>
                </a:cubicBezTo>
                <a:cubicBezTo>
                  <a:pt x="35842" y="137704"/>
                  <a:pt x="33836" y="137572"/>
                  <a:pt x="31857" y="137332"/>
                </a:cubicBezTo>
                <a:cubicBezTo>
                  <a:pt x="31578" y="137293"/>
                  <a:pt x="31299" y="137205"/>
                  <a:pt x="31013" y="137205"/>
                </a:cubicBezTo>
                <a:cubicBezTo>
                  <a:pt x="30820" y="137205"/>
                  <a:pt x="30624" y="137245"/>
                  <a:pt x="30422" y="137366"/>
                </a:cubicBezTo>
                <a:cubicBezTo>
                  <a:pt x="30256" y="137499"/>
                  <a:pt x="30022" y="137566"/>
                  <a:pt x="29989" y="137799"/>
                </a:cubicBezTo>
                <a:cubicBezTo>
                  <a:pt x="29955" y="138033"/>
                  <a:pt x="30089" y="138266"/>
                  <a:pt x="30322" y="138400"/>
                </a:cubicBezTo>
                <a:cubicBezTo>
                  <a:pt x="30789" y="138667"/>
                  <a:pt x="31356" y="138800"/>
                  <a:pt x="31923" y="138800"/>
                </a:cubicBezTo>
                <a:cubicBezTo>
                  <a:pt x="33958" y="139000"/>
                  <a:pt x="36026" y="139234"/>
                  <a:pt x="38094" y="139334"/>
                </a:cubicBezTo>
                <a:cubicBezTo>
                  <a:pt x="38261" y="139334"/>
                  <a:pt x="38428" y="139334"/>
                  <a:pt x="38395" y="139601"/>
                </a:cubicBezTo>
                <a:cubicBezTo>
                  <a:pt x="38161" y="141035"/>
                  <a:pt x="37928" y="142503"/>
                  <a:pt x="37728" y="143970"/>
                </a:cubicBezTo>
                <a:cubicBezTo>
                  <a:pt x="37728" y="144004"/>
                  <a:pt x="37694" y="144037"/>
                  <a:pt x="37694" y="144071"/>
                </a:cubicBezTo>
                <a:cubicBezTo>
                  <a:pt x="36860" y="143937"/>
                  <a:pt x="36093" y="143804"/>
                  <a:pt x="35292" y="143704"/>
                </a:cubicBezTo>
                <a:cubicBezTo>
                  <a:pt x="32691" y="143337"/>
                  <a:pt x="30089" y="143237"/>
                  <a:pt x="27520" y="142870"/>
                </a:cubicBezTo>
                <a:cubicBezTo>
                  <a:pt x="24418" y="142436"/>
                  <a:pt x="21316" y="142436"/>
                  <a:pt x="18247" y="142069"/>
                </a:cubicBezTo>
                <a:cubicBezTo>
                  <a:pt x="16546" y="141836"/>
                  <a:pt x="14911" y="141469"/>
                  <a:pt x="13243" y="141202"/>
                </a:cubicBezTo>
                <a:cubicBezTo>
                  <a:pt x="12343" y="141068"/>
                  <a:pt x="11442" y="140968"/>
                  <a:pt x="10575" y="140835"/>
                </a:cubicBezTo>
                <a:cubicBezTo>
                  <a:pt x="10008" y="140735"/>
                  <a:pt x="9841" y="140535"/>
                  <a:pt x="9841" y="140001"/>
                </a:cubicBezTo>
                <a:cubicBezTo>
                  <a:pt x="9941" y="136899"/>
                  <a:pt x="10008" y="133796"/>
                  <a:pt x="9908" y="130694"/>
                </a:cubicBezTo>
                <a:cubicBezTo>
                  <a:pt x="9883" y="130244"/>
                  <a:pt x="9914" y="130131"/>
                  <a:pt x="10184" y="130131"/>
                </a:cubicBezTo>
                <a:close/>
                <a:moveTo>
                  <a:pt x="83027" y="142670"/>
                </a:moveTo>
                <a:cubicBezTo>
                  <a:pt x="83760" y="142736"/>
                  <a:pt x="84461" y="142803"/>
                  <a:pt x="85161" y="142903"/>
                </a:cubicBezTo>
                <a:cubicBezTo>
                  <a:pt x="86296" y="143003"/>
                  <a:pt x="87396" y="143103"/>
                  <a:pt x="88497" y="143170"/>
                </a:cubicBezTo>
                <a:cubicBezTo>
                  <a:pt x="90832" y="143337"/>
                  <a:pt x="93134" y="143537"/>
                  <a:pt x="95435" y="143670"/>
                </a:cubicBezTo>
                <a:cubicBezTo>
                  <a:pt x="97070" y="143737"/>
                  <a:pt x="98671" y="143937"/>
                  <a:pt x="100306" y="144104"/>
                </a:cubicBezTo>
                <a:cubicBezTo>
                  <a:pt x="102540" y="144337"/>
                  <a:pt x="104775" y="144571"/>
                  <a:pt x="107010" y="144904"/>
                </a:cubicBezTo>
                <a:cubicBezTo>
                  <a:pt x="107210" y="144938"/>
                  <a:pt x="107411" y="144971"/>
                  <a:pt x="107377" y="145205"/>
                </a:cubicBezTo>
                <a:cubicBezTo>
                  <a:pt x="107362" y="145314"/>
                  <a:pt x="107310" y="145343"/>
                  <a:pt x="107245" y="145343"/>
                </a:cubicBezTo>
                <a:cubicBezTo>
                  <a:pt x="107172" y="145343"/>
                  <a:pt x="107082" y="145305"/>
                  <a:pt x="107010" y="145305"/>
                </a:cubicBezTo>
                <a:cubicBezTo>
                  <a:pt x="106752" y="145320"/>
                  <a:pt x="106494" y="145327"/>
                  <a:pt x="106235" y="145327"/>
                </a:cubicBezTo>
                <a:cubicBezTo>
                  <a:pt x="104826" y="145327"/>
                  <a:pt x="103416" y="145128"/>
                  <a:pt x="102007" y="145071"/>
                </a:cubicBezTo>
                <a:cubicBezTo>
                  <a:pt x="100839" y="145005"/>
                  <a:pt x="99672" y="144904"/>
                  <a:pt x="98504" y="144804"/>
                </a:cubicBezTo>
                <a:cubicBezTo>
                  <a:pt x="96436" y="144604"/>
                  <a:pt x="94335" y="144471"/>
                  <a:pt x="92266" y="144237"/>
                </a:cubicBezTo>
                <a:cubicBezTo>
                  <a:pt x="90398" y="144004"/>
                  <a:pt x="88564" y="143770"/>
                  <a:pt x="86696" y="143670"/>
                </a:cubicBezTo>
                <a:cubicBezTo>
                  <a:pt x="85762" y="143637"/>
                  <a:pt x="84761" y="143537"/>
                  <a:pt x="83794" y="143503"/>
                </a:cubicBezTo>
                <a:cubicBezTo>
                  <a:pt x="83260" y="143437"/>
                  <a:pt x="83127" y="143103"/>
                  <a:pt x="83027" y="142670"/>
                </a:cubicBezTo>
                <a:close/>
                <a:moveTo>
                  <a:pt x="134997" y="141335"/>
                </a:moveTo>
                <a:cubicBezTo>
                  <a:pt x="135331" y="141335"/>
                  <a:pt x="135431" y="141435"/>
                  <a:pt x="135397" y="141736"/>
                </a:cubicBezTo>
                <a:cubicBezTo>
                  <a:pt x="135297" y="142803"/>
                  <a:pt x="135197" y="143870"/>
                  <a:pt x="135064" y="144938"/>
                </a:cubicBezTo>
                <a:cubicBezTo>
                  <a:pt x="134930" y="146105"/>
                  <a:pt x="134830" y="147306"/>
                  <a:pt x="134797" y="148507"/>
                </a:cubicBezTo>
                <a:cubicBezTo>
                  <a:pt x="134697" y="150242"/>
                  <a:pt x="134730" y="152010"/>
                  <a:pt x="134230" y="153677"/>
                </a:cubicBezTo>
                <a:cubicBezTo>
                  <a:pt x="134330" y="151276"/>
                  <a:pt x="134363" y="148841"/>
                  <a:pt x="134463" y="146406"/>
                </a:cubicBezTo>
                <a:cubicBezTo>
                  <a:pt x="134530" y="144871"/>
                  <a:pt x="134630" y="143303"/>
                  <a:pt x="134697" y="141736"/>
                </a:cubicBezTo>
                <a:cubicBezTo>
                  <a:pt x="134697" y="141502"/>
                  <a:pt x="134697" y="141335"/>
                  <a:pt x="134997" y="141335"/>
                </a:cubicBezTo>
                <a:close/>
                <a:moveTo>
                  <a:pt x="89631" y="162350"/>
                </a:moveTo>
                <a:lnTo>
                  <a:pt x="89631" y="162350"/>
                </a:lnTo>
                <a:cubicBezTo>
                  <a:pt x="92733" y="162517"/>
                  <a:pt x="98571" y="164218"/>
                  <a:pt x="99939" y="165452"/>
                </a:cubicBezTo>
                <a:cubicBezTo>
                  <a:pt x="99038" y="165119"/>
                  <a:pt x="98271" y="164919"/>
                  <a:pt x="97504" y="164619"/>
                </a:cubicBezTo>
                <a:cubicBezTo>
                  <a:pt x="95769" y="163918"/>
                  <a:pt x="93934" y="163584"/>
                  <a:pt x="92166" y="163051"/>
                </a:cubicBezTo>
                <a:cubicBezTo>
                  <a:pt x="91499" y="162884"/>
                  <a:pt x="90799" y="162851"/>
                  <a:pt x="90132" y="162851"/>
                </a:cubicBezTo>
                <a:cubicBezTo>
                  <a:pt x="89765" y="162817"/>
                  <a:pt x="89631" y="162684"/>
                  <a:pt x="89631" y="162350"/>
                </a:cubicBezTo>
                <a:close/>
                <a:moveTo>
                  <a:pt x="89898" y="163584"/>
                </a:moveTo>
                <a:lnTo>
                  <a:pt x="89898" y="163584"/>
                </a:lnTo>
                <a:cubicBezTo>
                  <a:pt x="92367" y="163751"/>
                  <a:pt x="94535" y="164518"/>
                  <a:pt x="96736" y="165152"/>
                </a:cubicBezTo>
                <a:cubicBezTo>
                  <a:pt x="96469" y="165519"/>
                  <a:pt x="96103" y="165753"/>
                  <a:pt x="95969" y="166186"/>
                </a:cubicBezTo>
                <a:cubicBezTo>
                  <a:pt x="95937" y="166282"/>
                  <a:pt x="95807" y="166324"/>
                  <a:pt x="95653" y="166324"/>
                </a:cubicBezTo>
                <a:cubicBezTo>
                  <a:pt x="95485" y="166324"/>
                  <a:pt x="95291" y="166274"/>
                  <a:pt x="95169" y="166186"/>
                </a:cubicBezTo>
                <a:cubicBezTo>
                  <a:pt x="93801" y="165252"/>
                  <a:pt x="92233" y="164685"/>
                  <a:pt x="90599" y="164552"/>
                </a:cubicBezTo>
                <a:cubicBezTo>
                  <a:pt x="89898" y="164485"/>
                  <a:pt x="90232" y="163951"/>
                  <a:pt x="89898" y="163584"/>
                </a:cubicBezTo>
                <a:close/>
                <a:moveTo>
                  <a:pt x="90552" y="164929"/>
                </a:moveTo>
                <a:cubicBezTo>
                  <a:pt x="90644" y="164929"/>
                  <a:pt x="90758" y="164971"/>
                  <a:pt x="90832" y="164985"/>
                </a:cubicBezTo>
                <a:cubicBezTo>
                  <a:pt x="92000" y="165219"/>
                  <a:pt x="93167" y="165553"/>
                  <a:pt x="94301" y="165986"/>
                </a:cubicBezTo>
                <a:cubicBezTo>
                  <a:pt x="94601" y="166086"/>
                  <a:pt x="94868" y="166286"/>
                  <a:pt x="95068" y="166520"/>
                </a:cubicBezTo>
                <a:cubicBezTo>
                  <a:pt x="93768" y="167087"/>
                  <a:pt x="92633" y="167921"/>
                  <a:pt x="91733" y="168988"/>
                </a:cubicBezTo>
                <a:cubicBezTo>
                  <a:pt x="91299" y="167721"/>
                  <a:pt x="90765" y="166487"/>
                  <a:pt x="90432" y="165252"/>
                </a:cubicBezTo>
                <a:cubicBezTo>
                  <a:pt x="90358" y="164993"/>
                  <a:pt x="90438" y="164929"/>
                  <a:pt x="90552" y="164929"/>
                </a:cubicBezTo>
                <a:close/>
                <a:moveTo>
                  <a:pt x="97365" y="165475"/>
                </a:moveTo>
                <a:cubicBezTo>
                  <a:pt x="97502" y="165475"/>
                  <a:pt x="97640" y="165500"/>
                  <a:pt x="97770" y="165553"/>
                </a:cubicBezTo>
                <a:cubicBezTo>
                  <a:pt x="98704" y="165886"/>
                  <a:pt x="99638" y="166220"/>
                  <a:pt x="100606" y="166553"/>
                </a:cubicBezTo>
                <a:cubicBezTo>
                  <a:pt x="100939" y="166653"/>
                  <a:pt x="101273" y="166820"/>
                  <a:pt x="101606" y="167020"/>
                </a:cubicBezTo>
                <a:cubicBezTo>
                  <a:pt x="102501" y="167616"/>
                  <a:pt x="102672" y="168114"/>
                  <a:pt x="102249" y="169166"/>
                </a:cubicBezTo>
                <a:lnTo>
                  <a:pt x="102249" y="169166"/>
                </a:lnTo>
                <a:cubicBezTo>
                  <a:pt x="100653" y="167678"/>
                  <a:pt x="98693" y="166718"/>
                  <a:pt x="96536" y="166353"/>
                </a:cubicBezTo>
                <a:cubicBezTo>
                  <a:pt x="96303" y="166320"/>
                  <a:pt x="96269" y="166220"/>
                  <a:pt x="96403" y="166020"/>
                </a:cubicBezTo>
                <a:cubicBezTo>
                  <a:pt x="96600" y="165675"/>
                  <a:pt x="96979" y="165475"/>
                  <a:pt x="97365" y="165475"/>
                </a:cubicBezTo>
                <a:close/>
                <a:moveTo>
                  <a:pt x="95936" y="166653"/>
                </a:moveTo>
                <a:cubicBezTo>
                  <a:pt x="96158" y="166653"/>
                  <a:pt x="96381" y="166698"/>
                  <a:pt x="96603" y="166787"/>
                </a:cubicBezTo>
                <a:cubicBezTo>
                  <a:pt x="98471" y="167287"/>
                  <a:pt x="100239" y="168121"/>
                  <a:pt x="101840" y="169289"/>
                </a:cubicBezTo>
                <a:cubicBezTo>
                  <a:pt x="102140" y="169522"/>
                  <a:pt x="102107" y="169655"/>
                  <a:pt x="101940" y="169922"/>
                </a:cubicBezTo>
                <a:cubicBezTo>
                  <a:pt x="101106" y="171090"/>
                  <a:pt x="100139" y="172091"/>
                  <a:pt x="99005" y="172958"/>
                </a:cubicBezTo>
                <a:cubicBezTo>
                  <a:pt x="97971" y="173825"/>
                  <a:pt x="96836" y="174592"/>
                  <a:pt x="95602" y="175226"/>
                </a:cubicBezTo>
                <a:cubicBezTo>
                  <a:pt x="95389" y="175333"/>
                  <a:pt x="95162" y="175385"/>
                  <a:pt x="94940" y="175385"/>
                </a:cubicBezTo>
                <a:cubicBezTo>
                  <a:pt x="94537" y="175385"/>
                  <a:pt x="94147" y="175215"/>
                  <a:pt x="93868" y="174893"/>
                </a:cubicBezTo>
                <a:cubicBezTo>
                  <a:pt x="94535" y="174259"/>
                  <a:pt x="95302" y="173692"/>
                  <a:pt x="96136" y="173258"/>
                </a:cubicBezTo>
                <a:cubicBezTo>
                  <a:pt x="96203" y="173258"/>
                  <a:pt x="96269" y="173225"/>
                  <a:pt x="96236" y="173125"/>
                </a:cubicBezTo>
                <a:cubicBezTo>
                  <a:pt x="96215" y="173061"/>
                  <a:pt x="96180" y="173038"/>
                  <a:pt x="96132" y="173038"/>
                </a:cubicBezTo>
                <a:cubicBezTo>
                  <a:pt x="96105" y="173038"/>
                  <a:pt x="96072" y="173046"/>
                  <a:pt x="96036" y="173058"/>
                </a:cubicBezTo>
                <a:cubicBezTo>
                  <a:pt x="95802" y="173125"/>
                  <a:pt x="95535" y="173225"/>
                  <a:pt x="95302" y="173358"/>
                </a:cubicBezTo>
                <a:cubicBezTo>
                  <a:pt x="94735" y="173725"/>
                  <a:pt x="94168" y="174125"/>
                  <a:pt x="93634" y="174559"/>
                </a:cubicBezTo>
                <a:cubicBezTo>
                  <a:pt x="92934" y="172925"/>
                  <a:pt x="92500" y="171223"/>
                  <a:pt x="91833" y="169522"/>
                </a:cubicBezTo>
                <a:lnTo>
                  <a:pt x="91833" y="169522"/>
                </a:lnTo>
                <a:cubicBezTo>
                  <a:pt x="92433" y="169555"/>
                  <a:pt x="93067" y="169722"/>
                  <a:pt x="93634" y="169956"/>
                </a:cubicBezTo>
                <a:cubicBezTo>
                  <a:pt x="95002" y="170423"/>
                  <a:pt x="96303" y="171123"/>
                  <a:pt x="97470" y="172024"/>
                </a:cubicBezTo>
                <a:cubicBezTo>
                  <a:pt x="97637" y="172157"/>
                  <a:pt x="97804" y="172324"/>
                  <a:pt x="97937" y="172491"/>
                </a:cubicBezTo>
                <a:cubicBezTo>
                  <a:pt x="97989" y="172543"/>
                  <a:pt x="98001" y="172655"/>
                  <a:pt x="98082" y="172655"/>
                </a:cubicBezTo>
                <a:cubicBezTo>
                  <a:pt x="98105" y="172655"/>
                  <a:pt x="98134" y="172646"/>
                  <a:pt x="98171" y="172624"/>
                </a:cubicBezTo>
                <a:cubicBezTo>
                  <a:pt x="98304" y="172558"/>
                  <a:pt x="98204" y="172424"/>
                  <a:pt x="98171" y="172324"/>
                </a:cubicBezTo>
                <a:cubicBezTo>
                  <a:pt x="97937" y="171991"/>
                  <a:pt x="97637" y="171690"/>
                  <a:pt x="97337" y="171457"/>
                </a:cubicBezTo>
                <a:cubicBezTo>
                  <a:pt x="95802" y="170223"/>
                  <a:pt x="94001" y="169422"/>
                  <a:pt x="92066" y="169088"/>
                </a:cubicBezTo>
                <a:cubicBezTo>
                  <a:pt x="93134" y="168021"/>
                  <a:pt x="94201" y="167120"/>
                  <a:pt x="95602" y="166687"/>
                </a:cubicBezTo>
                <a:cubicBezTo>
                  <a:pt x="95713" y="166664"/>
                  <a:pt x="95825" y="166653"/>
                  <a:pt x="95936" y="166653"/>
                </a:cubicBezTo>
                <a:close/>
                <a:moveTo>
                  <a:pt x="54604" y="126936"/>
                </a:moveTo>
                <a:cubicBezTo>
                  <a:pt x="56124" y="126936"/>
                  <a:pt x="57647" y="126988"/>
                  <a:pt x="59176" y="127058"/>
                </a:cubicBezTo>
                <a:cubicBezTo>
                  <a:pt x="62012" y="127125"/>
                  <a:pt x="64847" y="127425"/>
                  <a:pt x="67649" y="127892"/>
                </a:cubicBezTo>
                <a:cubicBezTo>
                  <a:pt x="69817" y="128259"/>
                  <a:pt x="71952" y="128760"/>
                  <a:pt x="74087" y="129393"/>
                </a:cubicBezTo>
                <a:cubicBezTo>
                  <a:pt x="76155" y="129960"/>
                  <a:pt x="77823" y="131495"/>
                  <a:pt x="78590" y="133530"/>
                </a:cubicBezTo>
                <a:cubicBezTo>
                  <a:pt x="80792" y="139034"/>
                  <a:pt x="82860" y="144604"/>
                  <a:pt x="84694" y="150275"/>
                </a:cubicBezTo>
                <a:cubicBezTo>
                  <a:pt x="85795" y="153611"/>
                  <a:pt x="87129" y="156846"/>
                  <a:pt x="88063" y="160249"/>
                </a:cubicBezTo>
                <a:cubicBezTo>
                  <a:pt x="89298" y="164685"/>
                  <a:pt x="90832" y="169055"/>
                  <a:pt x="92367" y="173425"/>
                </a:cubicBezTo>
                <a:cubicBezTo>
                  <a:pt x="92500" y="173825"/>
                  <a:pt x="92733" y="174259"/>
                  <a:pt x="92934" y="174659"/>
                </a:cubicBezTo>
                <a:cubicBezTo>
                  <a:pt x="93326" y="175566"/>
                  <a:pt x="93970" y="175860"/>
                  <a:pt x="94747" y="175860"/>
                </a:cubicBezTo>
                <a:cubicBezTo>
                  <a:pt x="95027" y="175860"/>
                  <a:pt x="95326" y="175822"/>
                  <a:pt x="95636" y="175760"/>
                </a:cubicBezTo>
                <a:cubicBezTo>
                  <a:pt x="96369" y="175560"/>
                  <a:pt x="97037" y="175226"/>
                  <a:pt x="97637" y="174793"/>
                </a:cubicBezTo>
                <a:cubicBezTo>
                  <a:pt x="98971" y="173925"/>
                  <a:pt x="100205" y="172958"/>
                  <a:pt x="101306" y="171824"/>
                </a:cubicBezTo>
                <a:cubicBezTo>
                  <a:pt x="102207" y="170923"/>
                  <a:pt x="103007" y="169956"/>
                  <a:pt x="103174" y="168555"/>
                </a:cubicBezTo>
                <a:cubicBezTo>
                  <a:pt x="103975" y="169589"/>
                  <a:pt x="104008" y="169822"/>
                  <a:pt x="103241" y="170723"/>
                </a:cubicBezTo>
                <a:cubicBezTo>
                  <a:pt x="102607" y="171423"/>
                  <a:pt x="102007" y="172157"/>
                  <a:pt x="101373" y="172891"/>
                </a:cubicBezTo>
                <a:cubicBezTo>
                  <a:pt x="100205" y="174225"/>
                  <a:pt x="98738" y="175260"/>
                  <a:pt x="97070" y="175893"/>
                </a:cubicBezTo>
                <a:cubicBezTo>
                  <a:pt x="96570" y="176060"/>
                  <a:pt x="96069" y="176160"/>
                  <a:pt x="95569" y="176227"/>
                </a:cubicBezTo>
                <a:cubicBezTo>
                  <a:pt x="95535" y="176244"/>
                  <a:pt x="95494" y="176252"/>
                  <a:pt x="95456" y="176252"/>
                </a:cubicBezTo>
                <a:cubicBezTo>
                  <a:pt x="95419" y="176252"/>
                  <a:pt x="95385" y="176244"/>
                  <a:pt x="95369" y="176227"/>
                </a:cubicBezTo>
                <a:cubicBezTo>
                  <a:pt x="95217" y="176025"/>
                  <a:pt x="95075" y="175952"/>
                  <a:pt x="94939" y="175952"/>
                </a:cubicBezTo>
                <a:cubicBezTo>
                  <a:pt x="94716" y="175952"/>
                  <a:pt x="94509" y="176148"/>
                  <a:pt x="94301" y="176294"/>
                </a:cubicBezTo>
                <a:cubicBezTo>
                  <a:pt x="92300" y="177628"/>
                  <a:pt x="90132" y="178695"/>
                  <a:pt x="87863" y="179496"/>
                </a:cubicBezTo>
                <a:cubicBezTo>
                  <a:pt x="87787" y="179521"/>
                  <a:pt x="87710" y="179534"/>
                  <a:pt x="87636" y="179534"/>
                </a:cubicBezTo>
                <a:cubicBezTo>
                  <a:pt x="87421" y="179534"/>
                  <a:pt x="87229" y="179428"/>
                  <a:pt x="87129" y="179229"/>
                </a:cubicBezTo>
                <a:cubicBezTo>
                  <a:pt x="86529" y="178362"/>
                  <a:pt x="86029" y="177494"/>
                  <a:pt x="85562" y="176560"/>
                </a:cubicBezTo>
                <a:cubicBezTo>
                  <a:pt x="85477" y="176447"/>
                  <a:pt x="85464" y="176165"/>
                  <a:pt x="85277" y="176165"/>
                </a:cubicBezTo>
                <a:cubicBezTo>
                  <a:pt x="85245" y="176165"/>
                  <a:pt x="85206" y="176174"/>
                  <a:pt x="85161" y="176194"/>
                </a:cubicBezTo>
                <a:cubicBezTo>
                  <a:pt x="84895" y="176327"/>
                  <a:pt x="85161" y="176594"/>
                  <a:pt x="85261" y="176761"/>
                </a:cubicBezTo>
                <a:cubicBezTo>
                  <a:pt x="85829" y="177795"/>
                  <a:pt x="86462" y="178762"/>
                  <a:pt x="87163" y="179663"/>
                </a:cubicBezTo>
                <a:cubicBezTo>
                  <a:pt x="86817" y="179815"/>
                  <a:pt x="86615" y="179904"/>
                  <a:pt x="86468" y="179904"/>
                </a:cubicBezTo>
                <a:cubicBezTo>
                  <a:pt x="86260" y="179904"/>
                  <a:pt x="86163" y="179726"/>
                  <a:pt x="85929" y="179296"/>
                </a:cubicBezTo>
                <a:cubicBezTo>
                  <a:pt x="85328" y="178262"/>
                  <a:pt x="84761" y="177228"/>
                  <a:pt x="84161" y="176194"/>
                </a:cubicBezTo>
                <a:cubicBezTo>
                  <a:pt x="84104" y="176080"/>
                  <a:pt x="84096" y="175871"/>
                  <a:pt x="83952" y="175871"/>
                </a:cubicBezTo>
                <a:cubicBezTo>
                  <a:pt x="83926" y="175871"/>
                  <a:pt x="83896" y="175878"/>
                  <a:pt x="83860" y="175893"/>
                </a:cubicBezTo>
                <a:cubicBezTo>
                  <a:pt x="83627" y="175993"/>
                  <a:pt x="83860" y="176194"/>
                  <a:pt x="83927" y="176294"/>
                </a:cubicBezTo>
                <a:cubicBezTo>
                  <a:pt x="84628" y="177528"/>
                  <a:pt x="85328" y="178762"/>
                  <a:pt x="86029" y="179996"/>
                </a:cubicBezTo>
                <a:cubicBezTo>
                  <a:pt x="85775" y="180103"/>
                  <a:pt x="85623" y="180167"/>
                  <a:pt x="85506" y="180167"/>
                </a:cubicBezTo>
                <a:cubicBezTo>
                  <a:pt x="85331" y="180167"/>
                  <a:pt x="85235" y="180023"/>
                  <a:pt x="84995" y="179663"/>
                </a:cubicBezTo>
                <a:cubicBezTo>
                  <a:pt x="84161" y="178428"/>
                  <a:pt x="83460" y="177128"/>
                  <a:pt x="82726" y="175827"/>
                </a:cubicBezTo>
                <a:cubicBezTo>
                  <a:pt x="82693" y="175793"/>
                  <a:pt x="82660" y="175727"/>
                  <a:pt x="82660" y="175693"/>
                </a:cubicBezTo>
                <a:cubicBezTo>
                  <a:pt x="82578" y="175585"/>
                  <a:pt x="82541" y="175433"/>
                  <a:pt x="82423" y="175433"/>
                </a:cubicBezTo>
                <a:cubicBezTo>
                  <a:pt x="82396" y="175433"/>
                  <a:pt x="82364" y="175441"/>
                  <a:pt x="82326" y="175460"/>
                </a:cubicBezTo>
                <a:cubicBezTo>
                  <a:pt x="82126" y="175560"/>
                  <a:pt x="82293" y="175727"/>
                  <a:pt x="82359" y="175827"/>
                </a:cubicBezTo>
                <a:cubicBezTo>
                  <a:pt x="82860" y="176661"/>
                  <a:pt x="83360" y="177494"/>
                  <a:pt x="83860" y="178328"/>
                </a:cubicBezTo>
                <a:cubicBezTo>
                  <a:pt x="84261" y="178962"/>
                  <a:pt x="84661" y="179596"/>
                  <a:pt x="85095" y="180296"/>
                </a:cubicBezTo>
                <a:lnTo>
                  <a:pt x="82726" y="180830"/>
                </a:lnTo>
                <a:cubicBezTo>
                  <a:pt x="82703" y="180833"/>
                  <a:pt x="82681" y="180834"/>
                  <a:pt x="82660" y="180834"/>
                </a:cubicBezTo>
                <a:cubicBezTo>
                  <a:pt x="82442" y="180834"/>
                  <a:pt x="82348" y="180682"/>
                  <a:pt x="82226" y="180530"/>
                </a:cubicBezTo>
                <a:cubicBezTo>
                  <a:pt x="81392" y="179262"/>
                  <a:pt x="80591" y="177928"/>
                  <a:pt x="79891" y="176560"/>
                </a:cubicBezTo>
                <a:cubicBezTo>
                  <a:pt x="79758" y="176327"/>
                  <a:pt x="79624" y="176127"/>
                  <a:pt x="79524" y="175893"/>
                </a:cubicBezTo>
                <a:cubicBezTo>
                  <a:pt x="79470" y="175785"/>
                  <a:pt x="79438" y="175633"/>
                  <a:pt x="79303" y="175633"/>
                </a:cubicBezTo>
                <a:cubicBezTo>
                  <a:pt x="79271" y="175633"/>
                  <a:pt x="79234" y="175641"/>
                  <a:pt x="79190" y="175660"/>
                </a:cubicBezTo>
                <a:cubicBezTo>
                  <a:pt x="78957" y="175760"/>
                  <a:pt x="79124" y="175927"/>
                  <a:pt x="79190" y="176027"/>
                </a:cubicBezTo>
                <a:cubicBezTo>
                  <a:pt x="80058" y="177661"/>
                  <a:pt x="80992" y="179196"/>
                  <a:pt x="82059" y="180697"/>
                </a:cubicBezTo>
                <a:cubicBezTo>
                  <a:pt x="82093" y="180730"/>
                  <a:pt x="82093" y="180797"/>
                  <a:pt x="82126" y="180864"/>
                </a:cubicBezTo>
                <a:cubicBezTo>
                  <a:pt x="81726" y="180997"/>
                  <a:pt x="81292" y="181097"/>
                  <a:pt x="80858" y="181130"/>
                </a:cubicBezTo>
                <a:cubicBezTo>
                  <a:pt x="80843" y="181133"/>
                  <a:pt x="80828" y="181134"/>
                  <a:pt x="80815" y="181134"/>
                </a:cubicBezTo>
                <a:cubicBezTo>
                  <a:pt x="80616" y="181134"/>
                  <a:pt x="80554" y="180922"/>
                  <a:pt x="80491" y="180797"/>
                </a:cubicBezTo>
                <a:cubicBezTo>
                  <a:pt x="79657" y="179429"/>
                  <a:pt x="78890" y="178028"/>
                  <a:pt x="78156" y="176627"/>
                </a:cubicBezTo>
                <a:cubicBezTo>
                  <a:pt x="78036" y="176447"/>
                  <a:pt x="77917" y="176079"/>
                  <a:pt x="77748" y="176079"/>
                </a:cubicBezTo>
                <a:cubicBezTo>
                  <a:pt x="77729" y="176079"/>
                  <a:pt x="77710" y="176083"/>
                  <a:pt x="77689" y="176093"/>
                </a:cubicBezTo>
                <a:cubicBezTo>
                  <a:pt x="77489" y="176227"/>
                  <a:pt x="77789" y="176560"/>
                  <a:pt x="77923" y="176794"/>
                </a:cubicBezTo>
                <a:cubicBezTo>
                  <a:pt x="78723" y="178228"/>
                  <a:pt x="79524" y="179696"/>
                  <a:pt x="80458" y="181197"/>
                </a:cubicBezTo>
                <a:lnTo>
                  <a:pt x="77623" y="181631"/>
                </a:lnTo>
                <a:cubicBezTo>
                  <a:pt x="77602" y="181634"/>
                  <a:pt x="77583" y="181635"/>
                  <a:pt x="77565" y="181635"/>
                </a:cubicBezTo>
                <a:cubicBezTo>
                  <a:pt x="77372" y="181635"/>
                  <a:pt x="77280" y="181483"/>
                  <a:pt x="77189" y="181331"/>
                </a:cubicBezTo>
                <a:cubicBezTo>
                  <a:pt x="76288" y="179996"/>
                  <a:pt x="75488" y="178595"/>
                  <a:pt x="74854" y="177128"/>
                </a:cubicBezTo>
                <a:cubicBezTo>
                  <a:pt x="74793" y="176976"/>
                  <a:pt x="74732" y="176685"/>
                  <a:pt x="74596" y="176685"/>
                </a:cubicBezTo>
                <a:cubicBezTo>
                  <a:pt x="74583" y="176685"/>
                  <a:pt x="74569" y="176688"/>
                  <a:pt x="74554" y="176694"/>
                </a:cubicBezTo>
                <a:cubicBezTo>
                  <a:pt x="74254" y="176827"/>
                  <a:pt x="74554" y="177094"/>
                  <a:pt x="74621" y="177261"/>
                </a:cubicBezTo>
                <a:cubicBezTo>
                  <a:pt x="75254" y="178695"/>
                  <a:pt x="76022" y="180096"/>
                  <a:pt x="76956" y="181397"/>
                </a:cubicBezTo>
                <a:cubicBezTo>
                  <a:pt x="77089" y="181597"/>
                  <a:pt x="77056" y="181664"/>
                  <a:pt x="76789" y="181731"/>
                </a:cubicBezTo>
                <a:cubicBezTo>
                  <a:pt x="76687" y="181767"/>
                  <a:pt x="76582" y="181785"/>
                  <a:pt x="76478" y="181785"/>
                </a:cubicBezTo>
                <a:cubicBezTo>
                  <a:pt x="76106" y="181785"/>
                  <a:pt x="75752" y="181562"/>
                  <a:pt x="75621" y="181197"/>
                </a:cubicBezTo>
                <a:cubicBezTo>
                  <a:pt x="74954" y="179996"/>
                  <a:pt x="74287" y="178795"/>
                  <a:pt x="73653" y="177595"/>
                </a:cubicBezTo>
                <a:cubicBezTo>
                  <a:pt x="73597" y="177481"/>
                  <a:pt x="73540" y="177272"/>
                  <a:pt x="73423" y="177272"/>
                </a:cubicBezTo>
                <a:cubicBezTo>
                  <a:pt x="73401" y="177272"/>
                  <a:pt x="73378" y="177279"/>
                  <a:pt x="73353" y="177294"/>
                </a:cubicBezTo>
                <a:cubicBezTo>
                  <a:pt x="73186" y="177394"/>
                  <a:pt x="73320" y="177595"/>
                  <a:pt x="73420" y="177761"/>
                </a:cubicBezTo>
                <a:cubicBezTo>
                  <a:pt x="74087" y="179029"/>
                  <a:pt x="74754" y="180296"/>
                  <a:pt x="75521" y="181497"/>
                </a:cubicBezTo>
                <a:cubicBezTo>
                  <a:pt x="75588" y="181597"/>
                  <a:pt x="75655" y="181697"/>
                  <a:pt x="75688" y="181831"/>
                </a:cubicBezTo>
                <a:cubicBezTo>
                  <a:pt x="75365" y="181912"/>
                  <a:pt x="75153" y="181965"/>
                  <a:pt x="74997" y="181965"/>
                </a:cubicBezTo>
                <a:cubicBezTo>
                  <a:pt x="74702" y="181965"/>
                  <a:pt x="74604" y="181776"/>
                  <a:pt x="74320" y="181230"/>
                </a:cubicBezTo>
                <a:cubicBezTo>
                  <a:pt x="72853" y="178162"/>
                  <a:pt x="71618" y="174993"/>
                  <a:pt x="70651" y="171724"/>
                </a:cubicBezTo>
                <a:cubicBezTo>
                  <a:pt x="70591" y="171575"/>
                  <a:pt x="70638" y="171346"/>
                  <a:pt x="70436" y="171346"/>
                </a:cubicBezTo>
                <a:cubicBezTo>
                  <a:pt x="70411" y="171346"/>
                  <a:pt x="70383" y="171350"/>
                  <a:pt x="70351" y="171357"/>
                </a:cubicBezTo>
                <a:cubicBezTo>
                  <a:pt x="70084" y="171423"/>
                  <a:pt x="70217" y="171724"/>
                  <a:pt x="70284" y="171890"/>
                </a:cubicBezTo>
                <a:cubicBezTo>
                  <a:pt x="70985" y="174192"/>
                  <a:pt x="71852" y="176460"/>
                  <a:pt x="72819" y="178695"/>
                </a:cubicBezTo>
                <a:cubicBezTo>
                  <a:pt x="73320" y="179796"/>
                  <a:pt x="73820" y="180897"/>
                  <a:pt x="74454" y="182031"/>
                </a:cubicBezTo>
                <a:cubicBezTo>
                  <a:pt x="73920" y="182098"/>
                  <a:pt x="73420" y="182164"/>
                  <a:pt x="72953" y="182265"/>
                </a:cubicBezTo>
                <a:cubicBezTo>
                  <a:pt x="72931" y="182267"/>
                  <a:pt x="72911" y="182268"/>
                  <a:pt x="72891" y="182268"/>
                </a:cubicBezTo>
                <a:cubicBezTo>
                  <a:pt x="72610" y="182268"/>
                  <a:pt x="72546" y="182051"/>
                  <a:pt x="72452" y="181864"/>
                </a:cubicBezTo>
                <a:cubicBezTo>
                  <a:pt x="71452" y="179796"/>
                  <a:pt x="70584" y="177695"/>
                  <a:pt x="69750" y="175560"/>
                </a:cubicBezTo>
                <a:cubicBezTo>
                  <a:pt x="69717" y="175493"/>
                  <a:pt x="69750" y="175460"/>
                  <a:pt x="69684" y="175360"/>
                </a:cubicBezTo>
                <a:cubicBezTo>
                  <a:pt x="69630" y="175279"/>
                  <a:pt x="69598" y="175132"/>
                  <a:pt x="69499" y="175132"/>
                </a:cubicBezTo>
                <a:cubicBezTo>
                  <a:pt x="69476" y="175132"/>
                  <a:pt x="69449" y="175140"/>
                  <a:pt x="69417" y="175159"/>
                </a:cubicBezTo>
                <a:cubicBezTo>
                  <a:pt x="69250" y="175226"/>
                  <a:pt x="69383" y="175360"/>
                  <a:pt x="69417" y="175460"/>
                </a:cubicBezTo>
                <a:cubicBezTo>
                  <a:pt x="69884" y="176861"/>
                  <a:pt x="70484" y="178195"/>
                  <a:pt x="71085" y="179563"/>
                </a:cubicBezTo>
                <a:cubicBezTo>
                  <a:pt x="71485" y="180363"/>
                  <a:pt x="71852" y="181164"/>
                  <a:pt x="72252" y="181998"/>
                </a:cubicBezTo>
                <a:cubicBezTo>
                  <a:pt x="72386" y="182265"/>
                  <a:pt x="72319" y="182365"/>
                  <a:pt x="72019" y="182365"/>
                </a:cubicBezTo>
                <a:cubicBezTo>
                  <a:pt x="71658" y="182376"/>
                  <a:pt x="71437" y="182408"/>
                  <a:pt x="71290" y="182408"/>
                </a:cubicBezTo>
                <a:cubicBezTo>
                  <a:pt x="70988" y="182408"/>
                  <a:pt x="70998" y="182271"/>
                  <a:pt x="70751" y="181531"/>
                </a:cubicBezTo>
                <a:cubicBezTo>
                  <a:pt x="69784" y="178662"/>
                  <a:pt x="68950" y="175760"/>
                  <a:pt x="68083" y="172858"/>
                </a:cubicBezTo>
                <a:cubicBezTo>
                  <a:pt x="68052" y="172673"/>
                  <a:pt x="68049" y="172317"/>
                  <a:pt x="67838" y="172317"/>
                </a:cubicBezTo>
                <a:cubicBezTo>
                  <a:pt x="67821" y="172317"/>
                  <a:pt x="67802" y="172319"/>
                  <a:pt x="67782" y="172324"/>
                </a:cubicBezTo>
                <a:cubicBezTo>
                  <a:pt x="67515" y="172424"/>
                  <a:pt x="67782" y="172758"/>
                  <a:pt x="67849" y="172958"/>
                </a:cubicBezTo>
                <a:cubicBezTo>
                  <a:pt x="68716" y="176027"/>
                  <a:pt x="69617" y="179062"/>
                  <a:pt x="70684" y="182064"/>
                </a:cubicBezTo>
                <a:cubicBezTo>
                  <a:pt x="70784" y="182331"/>
                  <a:pt x="70784" y="182431"/>
                  <a:pt x="70484" y="182431"/>
                </a:cubicBezTo>
                <a:cubicBezTo>
                  <a:pt x="70344" y="182437"/>
                  <a:pt x="70227" y="182442"/>
                  <a:pt x="70128" y="182442"/>
                </a:cubicBezTo>
                <a:cubicBezTo>
                  <a:pt x="69665" y="182442"/>
                  <a:pt x="69603" y="182336"/>
                  <a:pt x="69383" y="181731"/>
                </a:cubicBezTo>
                <a:cubicBezTo>
                  <a:pt x="68049" y="178062"/>
                  <a:pt x="66848" y="174392"/>
                  <a:pt x="65814" y="170656"/>
                </a:cubicBezTo>
                <a:cubicBezTo>
                  <a:pt x="65748" y="170423"/>
                  <a:pt x="65814" y="170156"/>
                  <a:pt x="65581" y="169956"/>
                </a:cubicBezTo>
                <a:cubicBezTo>
                  <a:pt x="65381" y="170156"/>
                  <a:pt x="65481" y="170356"/>
                  <a:pt x="65514" y="170556"/>
                </a:cubicBezTo>
                <a:cubicBezTo>
                  <a:pt x="66381" y="173959"/>
                  <a:pt x="67449" y="177294"/>
                  <a:pt x="68683" y="180597"/>
                </a:cubicBezTo>
                <a:cubicBezTo>
                  <a:pt x="68850" y="181064"/>
                  <a:pt x="69050" y="181531"/>
                  <a:pt x="69217" y="181998"/>
                </a:cubicBezTo>
                <a:cubicBezTo>
                  <a:pt x="69317" y="182265"/>
                  <a:pt x="69383" y="182431"/>
                  <a:pt x="68983" y="182431"/>
                </a:cubicBezTo>
                <a:cubicBezTo>
                  <a:pt x="68956" y="182433"/>
                  <a:pt x="68930" y="182433"/>
                  <a:pt x="68903" y="182433"/>
                </a:cubicBezTo>
                <a:cubicBezTo>
                  <a:pt x="68302" y="182433"/>
                  <a:pt x="67775" y="182074"/>
                  <a:pt x="67616" y="181531"/>
                </a:cubicBezTo>
                <a:cubicBezTo>
                  <a:pt x="66481" y="178996"/>
                  <a:pt x="65547" y="176394"/>
                  <a:pt x="64847" y="173758"/>
                </a:cubicBezTo>
                <a:cubicBezTo>
                  <a:pt x="64780" y="173525"/>
                  <a:pt x="64747" y="173291"/>
                  <a:pt x="64680" y="173058"/>
                </a:cubicBezTo>
                <a:cubicBezTo>
                  <a:pt x="64650" y="172936"/>
                  <a:pt x="64675" y="172787"/>
                  <a:pt x="64502" y="172787"/>
                </a:cubicBezTo>
                <a:cubicBezTo>
                  <a:pt x="64486" y="172787"/>
                  <a:pt x="64467" y="172788"/>
                  <a:pt x="64447" y="172791"/>
                </a:cubicBezTo>
                <a:cubicBezTo>
                  <a:pt x="64213" y="172824"/>
                  <a:pt x="64280" y="173025"/>
                  <a:pt x="64313" y="173158"/>
                </a:cubicBezTo>
                <a:cubicBezTo>
                  <a:pt x="64547" y="174025"/>
                  <a:pt x="64780" y="174859"/>
                  <a:pt x="65047" y="175693"/>
                </a:cubicBezTo>
                <a:cubicBezTo>
                  <a:pt x="65614" y="177528"/>
                  <a:pt x="66281" y="179329"/>
                  <a:pt x="67048" y="181130"/>
                </a:cubicBezTo>
                <a:cubicBezTo>
                  <a:pt x="67215" y="181564"/>
                  <a:pt x="67482" y="181998"/>
                  <a:pt x="67782" y="182398"/>
                </a:cubicBezTo>
                <a:cubicBezTo>
                  <a:pt x="66648" y="182231"/>
                  <a:pt x="65647" y="182398"/>
                  <a:pt x="64647" y="181998"/>
                </a:cubicBezTo>
                <a:cubicBezTo>
                  <a:pt x="64380" y="181864"/>
                  <a:pt x="64347" y="181631"/>
                  <a:pt x="64246" y="181431"/>
                </a:cubicBezTo>
                <a:cubicBezTo>
                  <a:pt x="63479" y="179396"/>
                  <a:pt x="62779" y="177294"/>
                  <a:pt x="62212" y="175193"/>
                </a:cubicBezTo>
                <a:cubicBezTo>
                  <a:pt x="61811" y="173692"/>
                  <a:pt x="61278" y="172224"/>
                  <a:pt x="60977" y="170690"/>
                </a:cubicBezTo>
                <a:cubicBezTo>
                  <a:pt x="60977" y="170556"/>
                  <a:pt x="60911" y="170423"/>
                  <a:pt x="60777" y="170356"/>
                </a:cubicBezTo>
                <a:cubicBezTo>
                  <a:pt x="60577" y="170556"/>
                  <a:pt x="60677" y="170790"/>
                  <a:pt x="60711" y="170956"/>
                </a:cubicBezTo>
                <a:cubicBezTo>
                  <a:pt x="61645" y="174559"/>
                  <a:pt x="62745" y="178128"/>
                  <a:pt x="64046" y="181631"/>
                </a:cubicBezTo>
                <a:cubicBezTo>
                  <a:pt x="64113" y="181764"/>
                  <a:pt x="64146" y="181864"/>
                  <a:pt x="64213" y="181998"/>
                </a:cubicBezTo>
                <a:cubicBezTo>
                  <a:pt x="64058" y="182010"/>
                  <a:pt x="63929" y="182018"/>
                  <a:pt x="63818" y="182018"/>
                </a:cubicBezTo>
                <a:cubicBezTo>
                  <a:pt x="63333" y="182018"/>
                  <a:pt x="63211" y="181868"/>
                  <a:pt x="62912" y="181297"/>
                </a:cubicBezTo>
                <a:cubicBezTo>
                  <a:pt x="61411" y="178428"/>
                  <a:pt x="60077" y="175493"/>
                  <a:pt x="58909" y="172458"/>
                </a:cubicBezTo>
                <a:cubicBezTo>
                  <a:pt x="58843" y="172257"/>
                  <a:pt x="58776" y="172024"/>
                  <a:pt x="58709" y="171790"/>
                </a:cubicBezTo>
                <a:cubicBezTo>
                  <a:pt x="58651" y="171673"/>
                  <a:pt x="58643" y="171478"/>
                  <a:pt x="58484" y="171478"/>
                </a:cubicBezTo>
                <a:cubicBezTo>
                  <a:pt x="58462" y="171478"/>
                  <a:pt x="58437" y="171482"/>
                  <a:pt x="58409" y="171490"/>
                </a:cubicBezTo>
                <a:cubicBezTo>
                  <a:pt x="58175" y="171557"/>
                  <a:pt x="58309" y="171757"/>
                  <a:pt x="58376" y="171890"/>
                </a:cubicBezTo>
                <a:cubicBezTo>
                  <a:pt x="58509" y="172291"/>
                  <a:pt x="58642" y="172691"/>
                  <a:pt x="58809" y="173091"/>
                </a:cubicBezTo>
                <a:cubicBezTo>
                  <a:pt x="59943" y="175893"/>
                  <a:pt x="61278" y="178629"/>
                  <a:pt x="62679" y="181297"/>
                </a:cubicBezTo>
                <a:lnTo>
                  <a:pt x="62912" y="181764"/>
                </a:lnTo>
                <a:cubicBezTo>
                  <a:pt x="61678" y="181564"/>
                  <a:pt x="60444" y="181264"/>
                  <a:pt x="59243" y="180897"/>
                </a:cubicBezTo>
                <a:cubicBezTo>
                  <a:pt x="59109" y="180830"/>
                  <a:pt x="58976" y="180730"/>
                  <a:pt x="58943" y="180597"/>
                </a:cubicBezTo>
                <a:cubicBezTo>
                  <a:pt x="56808" y="176894"/>
                  <a:pt x="55107" y="172991"/>
                  <a:pt x="53839" y="168922"/>
                </a:cubicBezTo>
                <a:cubicBezTo>
                  <a:pt x="53806" y="168855"/>
                  <a:pt x="53806" y="168788"/>
                  <a:pt x="53772" y="168721"/>
                </a:cubicBezTo>
                <a:cubicBezTo>
                  <a:pt x="53742" y="168538"/>
                  <a:pt x="53767" y="168213"/>
                  <a:pt x="53539" y="168213"/>
                </a:cubicBezTo>
                <a:cubicBezTo>
                  <a:pt x="53519" y="168213"/>
                  <a:pt x="53497" y="168216"/>
                  <a:pt x="53472" y="168221"/>
                </a:cubicBezTo>
                <a:cubicBezTo>
                  <a:pt x="53172" y="168288"/>
                  <a:pt x="53339" y="168655"/>
                  <a:pt x="53405" y="168822"/>
                </a:cubicBezTo>
                <a:cubicBezTo>
                  <a:pt x="53872" y="170823"/>
                  <a:pt x="54706" y="172691"/>
                  <a:pt x="55540" y="174559"/>
                </a:cubicBezTo>
                <a:cubicBezTo>
                  <a:pt x="56408" y="176494"/>
                  <a:pt x="57375" y="178328"/>
                  <a:pt x="58409" y="180196"/>
                </a:cubicBezTo>
                <a:cubicBezTo>
                  <a:pt x="58476" y="180330"/>
                  <a:pt x="58509" y="180463"/>
                  <a:pt x="58542" y="180597"/>
                </a:cubicBezTo>
                <a:cubicBezTo>
                  <a:pt x="57675" y="180263"/>
                  <a:pt x="56641" y="180330"/>
                  <a:pt x="56107" y="179262"/>
                </a:cubicBezTo>
                <a:cubicBezTo>
                  <a:pt x="54573" y="176527"/>
                  <a:pt x="53272" y="173692"/>
                  <a:pt x="52205" y="170756"/>
                </a:cubicBezTo>
                <a:cubicBezTo>
                  <a:pt x="52171" y="170723"/>
                  <a:pt x="52171" y="170656"/>
                  <a:pt x="52138" y="170623"/>
                </a:cubicBezTo>
                <a:cubicBezTo>
                  <a:pt x="52138" y="170510"/>
                  <a:pt x="52138" y="170374"/>
                  <a:pt x="52038" y="170374"/>
                </a:cubicBezTo>
                <a:cubicBezTo>
                  <a:pt x="52019" y="170374"/>
                  <a:pt x="51997" y="170379"/>
                  <a:pt x="51971" y="170389"/>
                </a:cubicBezTo>
                <a:cubicBezTo>
                  <a:pt x="51771" y="170423"/>
                  <a:pt x="51871" y="170589"/>
                  <a:pt x="51904" y="170723"/>
                </a:cubicBezTo>
                <a:cubicBezTo>
                  <a:pt x="52071" y="171223"/>
                  <a:pt x="52238" y="171724"/>
                  <a:pt x="52405" y="172191"/>
                </a:cubicBezTo>
                <a:cubicBezTo>
                  <a:pt x="53405" y="174626"/>
                  <a:pt x="54540" y="176961"/>
                  <a:pt x="55807" y="179262"/>
                </a:cubicBezTo>
                <a:cubicBezTo>
                  <a:pt x="55874" y="179362"/>
                  <a:pt x="55941" y="179496"/>
                  <a:pt x="56074" y="179729"/>
                </a:cubicBezTo>
                <a:cubicBezTo>
                  <a:pt x="55273" y="179463"/>
                  <a:pt x="54640" y="179262"/>
                  <a:pt x="54273" y="178529"/>
                </a:cubicBezTo>
                <a:cubicBezTo>
                  <a:pt x="52705" y="175360"/>
                  <a:pt x="51104" y="172191"/>
                  <a:pt x="50003" y="168822"/>
                </a:cubicBezTo>
                <a:cubicBezTo>
                  <a:pt x="49972" y="168698"/>
                  <a:pt x="49998" y="168518"/>
                  <a:pt x="49844" y="168518"/>
                </a:cubicBezTo>
                <a:cubicBezTo>
                  <a:pt x="49832" y="168518"/>
                  <a:pt x="49818" y="168519"/>
                  <a:pt x="49803" y="168521"/>
                </a:cubicBezTo>
                <a:cubicBezTo>
                  <a:pt x="49603" y="168588"/>
                  <a:pt x="49736" y="168755"/>
                  <a:pt x="49769" y="168855"/>
                </a:cubicBezTo>
                <a:cubicBezTo>
                  <a:pt x="50236" y="170723"/>
                  <a:pt x="51104" y="172458"/>
                  <a:pt x="51871" y="174192"/>
                </a:cubicBezTo>
                <a:cubicBezTo>
                  <a:pt x="52571" y="175693"/>
                  <a:pt x="53305" y="177194"/>
                  <a:pt x="54106" y="178662"/>
                </a:cubicBezTo>
                <a:cubicBezTo>
                  <a:pt x="54139" y="178729"/>
                  <a:pt x="54139" y="178829"/>
                  <a:pt x="54106" y="178895"/>
                </a:cubicBezTo>
                <a:cubicBezTo>
                  <a:pt x="53405" y="178562"/>
                  <a:pt x="52738" y="178295"/>
                  <a:pt x="52338" y="177461"/>
                </a:cubicBezTo>
                <a:cubicBezTo>
                  <a:pt x="50637" y="174092"/>
                  <a:pt x="49336" y="170556"/>
                  <a:pt x="48368" y="166920"/>
                </a:cubicBezTo>
                <a:cubicBezTo>
                  <a:pt x="48339" y="166803"/>
                  <a:pt x="48387" y="166608"/>
                  <a:pt x="48263" y="166608"/>
                </a:cubicBezTo>
                <a:cubicBezTo>
                  <a:pt x="48246" y="166608"/>
                  <a:pt x="48226" y="166612"/>
                  <a:pt x="48202" y="166620"/>
                </a:cubicBezTo>
                <a:cubicBezTo>
                  <a:pt x="48002" y="166653"/>
                  <a:pt x="48102" y="166820"/>
                  <a:pt x="48135" y="166987"/>
                </a:cubicBezTo>
                <a:cubicBezTo>
                  <a:pt x="48969" y="170489"/>
                  <a:pt x="50203" y="173859"/>
                  <a:pt x="51871" y="177061"/>
                </a:cubicBezTo>
                <a:cubicBezTo>
                  <a:pt x="52004" y="177328"/>
                  <a:pt x="52104" y="177561"/>
                  <a:pt x="52205" y="177861"/>
                </a:cubicBezTo>
                <a:cubicBezTo>
                  <a:pt x="51204" y="177328"/>
                  <a:pt x="50203" y="176994"/>
                  <a:pt x="49769" y="175760"/>
                </a:cubicBezTo>
                <a:cubicBezTo>
                  <a:pt x="48869" y="173225"/>
                  <a:pt x="47801" y="170756"/>
                  <a:pt x="46901" y="168254"/>
                </a:cubicBezTo>
                <a:cubicBezTo>
                  <a:pt x="46834" y="168021"/>
                  <a:pt x="46701" y="167854"/>
                  <a:pt x="46467" y="167754"/>
                </a:cubicBezTo>
                <a:lnTo>
                  <a:pt x="46467" y="167754"/>
                </a:lnTo>
                <a:cubicBezTo>
                  <a:pt x="47434" y="170790"/>
                  <a:pt x="48702" y="173558"/>
                  <a:pt x="49803" y="176394"/>
                </a:cubicBezTo>
                <a:cubicBezTo>
                  <a:pt x="49202" y="176260"/>
                  <a:pt x="48702" y="175860"/>
                  <a:pt x="48469" y="175326"/>
                </a:cubicBezTo>
                <a:cubicBezTo>
                  <a:pt x="47535" y="172824"/>
                  <a:pt x="46567" y="170323"/>
                  <a:pt x="45967" y="167721"/>
                </a:cubicBezTo>
                <a:cubicBezTo>
                  <a:pt x="45900" y="167487"/>
                  <a:pt x="46000" y="167154"/>
                  <a:pt x="45600" y="166920"/>
                </a:cubicBezTo>
                <a:lnTo>
                  <a:pt x="45600" y="166920"/>
                </a:lnTo>
                <a:cubicBezTo>
                  <a:pt x="46100" y="169956"/>
                  <a:pt x="47268" y="172624"/>
                  <a:pt x="48235" y="175360"/>
                </a:cubicBezTo>
                <a:cubicBezTo>
                  <a:pt x="47668" y="175226"/>
                  <a:pt x="47234" y="174793"/>
                  <a:pt x="47034" y="174225"/>
                </a:cubicBezTo>
                <a:cubicBezTo>
                  <a:pt x="45833" y="170956"/>
                  <a:pt x="44866" y="167654"/>
                  <a:pt x="44032" y="164285"/>
                </a:cubicBezTo>
                <a:lnTo>
                  <a:pt x="43832" y="163351"/>
                </a:lnTo>
                <a:lnTo>
                  <a:pt x="43632" y="163351"/>
                </a:lnTo>
                <a:cubicBezTo>
                  <a:pt x="44332" y="167154"/>
                  <a:pt x="45633" y="170756"/>
                  <a:pt x="46834" y="174359"/>
                </a:cubicBezTo>
                <a:cubicBezTo>
                  <a:pt x="45967" y="173959"/>
                  <a:pt x="45300" y="173258"/>
                  <a:pt x="44933" y="172391"/>
                </a:cubicBezTo>
                <a:cubicBezTo>
                  <a:pt x="44132" y="170189"/>
                  <a:pt x="43298" y="167988"/>
                  <a:pt x="42698" y="165753"/>
                </a:cubicBezTo>
                <a:cubicBezTo>
                  <a:pt x="42667" y="165631"/>
                  <a:pt x="42720" y="165482"/>
                  <a:pt x="42552" y="165482"/>
                </a:cubicBezTo>
                <a:cubicBezTo>
                  <a:pt x="42536" y="165482"/>
                  <a:pt x="42518" y="165483"/>
                  <a:pt x="42498" y="165486"/>
                </a:cubicBezTo>
                <a:cubicBezTo>
                  <a:pt x="42297" y="165553"/>
                  <a:pt x="42431" y="165719"/>
                  <a:pt x="42464" y="165819"/>
                </a:cubicBezTo>
                <a:cubicBezTo>
                  <a:pt x="42865" y="167421"/>
                  <a:pt x="43365" y="168955"/>
                  <a:pt x="43965" y="170489"/>
                </a:cubicBezTo>
                <a:cubicBezTo>
                  <a:pt x="44199" y="171157"/>
                  <a:pt x="44466" y="171824"/>
                  <a:pt x="44666" y="172558"/>
                </a:cubicBezTo>
                <a:cubicBezTo>
                  <a:pt x="44232" y="172291"/>
                  <a:pt x="43865" y="171924"/>
                  <a:pt x="43632" y="171457"/>
                </a:cubicBezTo>
                <a:cubicBezTo>
                  <a:pt x="42865" y="169455"/>
                  <a:pt x="42197" y="167387"/>
                  <a:pt x="41697" y="165286"/>
                </a:cubicBezTo>
                <a:cubicBezTo>
                  <a:pt x="41664" y="165152"/>
                  <a:pt x="41597" y="165019"/>
                  <a:pt x="41564" y="164919"/>
                </a:cubicBezTo>
                <a:cubicBezTo>
                  <a:pt x="41363" y="165119"/>
                  <a:pt x="41430" y="165286"/>
                  <a:pt x="41497" y="165486"/>
                </a:cubicBezTo>
                <a:cubicBezTo>
                  <a:pt x="41964" y="167354"/>
                  <a:pt x="42531" y="169155"/>
                  <a:pt x="43198" y="170956"/>
                </a:cubicBezTo>
                <a:cubicBezTo>
                  <a:pt x="43298" y="171090"/>
                  <a:pt x="43332" y="171290"/>
                  <a:pt x="43332" y="171457"/>
                </a:cubicBezTo>
                <a:cubicBezTo>
                  <a:pt x="42798" y="171057"/>
                  <a:pt x="42431" y="170523"/>
                  <a:pt x="42197" y="169922"/>
                </a:cubicBezTo>
                <a:cubicBezTo>
                  <a:pt x="41597" y="167954"/>
                  <a:pt x="40930" y="165986"/>
                  <a:pt x="40463" y="163985"/>
                </a:cubicBezTo>
                <a:cubicBezTo>
                  <a:pt x="40429" y="163718"/>
                  <a:pt x="40396" y="163418"/>
                  <a:pt x="40363" y="163151"/>
                </a:cubicBezTo>
                <a:cubicBezTo>
                  <a:pt x="40363" y="163051"/>
                  <a:pt x="40296" y="162917"/>
                  <a:pt x="40163" y="162917"/>
                </a:cubicBezTo>
                <a:cubicBezTo>
                  <a:pt x="39996" y="162951"/>
                  <a:pt x="39996" y="163084"/>
                  <a:pt x="39996" y="163218"/>
                </a:cubicBezTo>
                <a:cubicBezTo>
                  <a:pt x="40063" y="163751"/>
                  <a:pt x="40163" y="164285"/>
                  <a:pt x="40363" y="164819"/>
                </a:cubicBezTo>
                <a:cubicBezTo>
                  <a:pt x="40863" y="166453"/>
                  <a:pt x="41363" y="168054"/>
                  <a:pt x="41864" y="169689"/>
                </a:cubicBezTo>
                <a:cubicBezTo>
                  <a:pt x="41931" y="169789"/>
                  <a:pt x="41964" y="169856"/>
                  <a:pt x="41931" y="169956"/>
                </a:cubicBezTo>
                <a:cubicBezTo>
                  <a:pt x="40329" y="168822"/>
                  <a:pt x="39362" y="167020"/>
                  <a:pt x="39295" y="165086"/>
                </a:cubicBezTo>
                <a:cubicBezTo>
                  <a:pt x="39295" y="164985"/>
                  <a:pt x="39262" y="164885"/>
                  <a:pt x="39262" y="164785"/>
                </a:cubicBezTo>
                <a:cubicBezTo>
                  <a:pt x="39229" y="164719"/>
                  <a:pt x="39162" y="164685"/>
                  <a:pt x="39129" y="164652"/>
                </a:cubicBezTo>
                <a:cubicBezTo>
                  <a:pt x="38995" y="164652"/>
                  <a:pt x="38995" y="164752"/>
                  <a:pt x="38995" y="164852"/>
                </a:cubicBezTo>
                <a:cubicBezTo>
                  <a:pt x="38962" y="165219"/>
                  <a:pt x="39028" y="165619"/>
                  <a:pt x="39162" y="165986"/>
                </a:cubicBezTo>
                <a:cubicBezTo>
                  <a:pt x="39295" y="166520"/>
                  <a:pt x="39462" y="167054"/>
                  <a:pt x="39562" y="167587"/>
                </a:cubicBezTo>
                <a:cubicBezTo>
                  <a:pt x="39028" y="166987"/>
                  <a:pt x="38161" y="166820"/>
                  <a:pt x="37694" y="166153"/>
                </a:cubicBezTo>
                <a:cubicBezTo>
                  <a:pt x="37561" y="165953"/>
                  <a:pt x="37261" y="166086"/>
                  <a:pt x="37027" y="165919"/>
                </a:cubicBezTo>
                <a:cubicBezTo>
                  <a:pt x="36427" y="165419"/>
                  <a:pt x="36293" y="164719"/>
                  <a:pt x="36260" y="163985"/>
                </a:cubicBezTo>
                <a:cubicBezTo>
                  <a:pt x="36226" y="162884"/>
                  <a:pt x="36327" y="161783"/>
                  <a:pt x="36493" y="160716"/>
                </a:cubicBezTo>
                <a:cubicBezTo>
                  <a:pt x="36860" y="157480"/>
                  <a:pt x="37194" y="154278"/>
                  <a:pt x="37627" y="151076"/>
                </a:cubicBezTo>
                <a:cubicBezTo>
                  <a:pt x="38195" y="146339"/>
                  <a:pt x="38595" y="141569"/>
                  <a:pt x="39696" y="136899"/>
                </a:cubicBezTo>
                <a:cubicBezTo>
                  <a:pt x="39996" y="135431"/>
                  <a:pt x="40463" y="134030"/>
                  <a:pt x="41030" y="132696"/>
                </a:cubicBezTo>
                <a:cubicBezTo>
                  <a:pt x="42464" y="129527"/>
                  <a:pt x="45033" y="127826"/>
                  <a:pt x="48335" y="127325"/>
                </a:cubicBezTo>
                <a:cubicBezTo>
                  <a:pt x="50422" y="127035"/>
                  <a:pt x="52510" y="126936"/>
                  <a:pt x="54604" y="126936"/>
                </a:cubicBezTo>
                <a:close/>
                <a:moveTo>
                  <a:pt x="76422" y="182832"/>
                </a:moveTo>
                <a:cubicBezTo>
                  <a:pt x="76122" y="183299"/>
                  <a:pt x="75755" y="183732"/>
                  <a:pt x="75354" y="184133"/>
                </a:cubicBezTo>
                <a:cubicBezTo>
                  <a:pt x="75288" y="184099"/>
                  <a:pt x="75254" y="184099"/>
                  <a:pt x="75254" y="184066"/>
                </a:cubicBezTo>
                <a:cubicBezTo>
                  <a:pt x="75054" y="182832"/>
                  <a:pt x="75054" y="182832"/>
                  <a:pt x="76422" y="182832"/>
                </a:cubicBezTo>
                <a:close/>
                <a:moveTo>
                  <a:pt x="62651" y="182754"/>
                </a:moveTo>
                <a:cubicBezTo>
                  <a:pt x="62678" y="182754"/>
                  <a:pt x="62709" y="182758"/>
                  <a:pt x="62745" y="182765"/>
                </a:cubicBezTo>
                <a:lnTo>
                  <a:pt x="63779" y="182998"/>
                </a:lnTo>
                <a:lnTo>
                  <a:pt x="62445" y="184299"/>
                </a:lnTo>
                <a:cubicBezTo>
                  <a:pt x="62412" y="183866"/>
                  <a:pt x="62445" y="183399"/>
                  <a:pt x="62512" y="182965"/>
                </a:cubicBezTo>
                <a:cubicBezTo>
                  <a:pt x="62512" y="182808"/>
                  <a:pt x="62553" y="182754"/>
                  <a:pt x="62651" y="182754"/>
                </a:cubicBezTo>
                <a:close/>
                <a:moveTo>
                  <a:pt x="88464" y="180497"/>
                </a:moveTo>
                <a:lnTo>
                  <a:pt x="87963" y="181230"/>
                </a:lnTo>
                <a:cubicBezTo>
                  <a:pt x="87763" y="181464"/>
                  <a:pt x="87663" y="181731"/>
                  <a:pt x="87563" y="181998"/>
                </a:cubicBezTo>
                <a:cubicBezTo>
                  <a:pt x="87563" y="182131"/>
                  <a:pt x="87463" y="182298"/>
                  <a:pt x="87663" y="182365"/>
                </a:cubicBezTo>
                <a:cubicBezTo>
                  <a:pt x="87681" y="182368"/>
                  <a:pt x="87697" y="182369"/>
                  <a:pt x="87711" y="182369"/>
                </a:cubicBezTo>
                <a:cubicBezTo>
                  <a:pt x="87858" y="182369"/>
                  <a:pt x="87833" y="182219"/>
                  <a:pt x="87863" y="182098"/>
                </a:cubicBezTo>
                <a:cubicBezTo>
                  <a:pt x="88030" y="181631"/>
                  <a:pt x="88230" y="181230"/>
                  <a:pt x="88530" y="180864"/>
                </a:cubicBezTo>
                <a:lnTo>
                  <a:pt x="88530" y="180864"/>
                </a:lnTo>
                <a:cubicBezTo>
                  <a:pt x="88631" y="181164"/>
                  <a:pt x="88297" y="181297"/>
                  <a:pt x="88297" y="181564"/>
                </a:cubicBezTo>
                <a:cubicBezTo>
                  <a:pt x="88631" y="181564"/>
                  <a:pt x="88597" y="181230"/>
                  <a:pt x="88864" y="181097"/>
                </a:cubicBezTo>
                <a:cubicBezTo>
                  <a:pt x="89098" y="181831"/>
                  <a:pt x="89364" y="182565"/>
                  <a:pt x="89631" y="183299"/>
                </a:cubicBezTo>
                <a:cubicBezTo>
                  <a:pt x="89665" y="183365"/>
                  <a:pt x="89731" y="183432"/>
                  <a:pt x="89665" y="183465"/>
                </a:cubicBezTo>
                <a:cubicBezTo>
                  <a:pt x="88931" y="183832"/>
                  <a:pt x="88997" y="184666"/>
                  <a:pt x="88631" y="185233"/>
                </a:cubicBezTo>
                <a:cubicBezTo>
                  <a:pt x="88564" y="185333"/>
                  <a:pt x="88597" y="185467"/>
                  <a:pt x="88430" y="185500"/>
                </a:cubicBezTo>
                <a:cubicBezTo>
                  <a:pt x="88297" y="185100"/>
                  <a:pt x="88164" y="184666"/>
                  <a:pt x="88030" y="184266"/>
                </a:cubicBezTo>
                <a:cubicBezTo>
                  <a:pt x="87997" y="184199"/>
                  <a:pt x="87930" y="184066"/>
                  <a:pt x="88030" y="184066"/>
                </a:cubicBezTo>
                <a:cubicBezTo>
                  <a:pt x="88397" y="184032"/>
                  <a:pt x="88330" y="183699"/>
                  <a:pt x="88430" y="183499"/>
                </a:cubicBezTo>
                <a:cubicBezTo>
                  <a:pt x="88597" y="183265"/>
                  <a:pt x="88597" y="182898"/>
                  <a:pt x="88931" y="182732"/>
                </a:cubicBezTo>
                <a:cubicBezTo>
                  <a:pt x="89098" y="182631"/>
                  <a:pt x="89098" y="182431"/>
                  <a:pt x="88964" y="182298"/>
                </a:cubicBezTo>
                <a:cubicBezTo>
                  <a:pt x="88922" y="182270"/>
                  <a:pt x="88887" y="182258"/>
                  <a:pt x="88857" y="182258"/>
                </a:cubicBezTo>
                <a:cubicBezTo>
                  <a:pt x="88748" y="182258"/>
                  <a:pt x="88716" y="182419"/>
                  <a:pt x="88664" y="182498"/>
                </a:cubicBezTo>
                <a:cubicBezTo>
                  <a:pt x="88430" y="182965"/>
                  <a:pt x="88197" y="183399"/>
                  <a:pt x="87930" y="183932"/>
                </a:cubicBezTo>
                <a:cubicBezTo>
                  <a:pt x="87630" y="182998"/>
                  <a:pt x="87296" y="182098"/>
                  <a:pt x="86996" y="181230"/>
                </a:cubicBezTo>
                <a:cubicBezTo>
                  <a:pt x="86896" y="181030"/>
                  <a:pt x="86996" y="180964"/>
                  <a:pt x="87163" y="180897"/>
                </a:cubicBezTo>
                <a:lnTo>
                  <a:pt x="88464" y="180497"/>
                </a:lnTo>
                <a:close/>
                <a:moveTo>
                  <a:pt x="77120" y="182688"/>
                </a:moveTo>
                <a:cubicBezTo>
                  <a:pt x="77177" y="182688"/>
                  <a:pt x="77235" y="182711"/>
                  <a:pt x="77289" y="182765"/>
                </a:cubicBezTo>
                <a:cubicBezTo>
                  <a:pt x="77456" y="182932"/>
                  <a:pt x="77456" y="183165"/>
                  <a:pt x="77356" y="183365"/>
                </a:cubicBezTo>
                <a:cubicBezTo>
                  <a:pt x="76655" y="184099"/>
                  <a:pt x="76155" y="185000"/>
                  <a:pt x="75521" y="185834"/>
                </a:cubicBezTo>
                <a:cubicBezTo>
                  <a:pt x="75121" y="185033"/>
                  <a:pt x="75454" y="184433"/>
                  <a:pt x="75988" y="183899"/>
                </a:cubicBezTo>
                <a:cubicBezTo>
                  <a:pt x="76288" y="183599"/>
                  <a:pt x="76522" y="183232"/>
                  <a:pt x="76789" y="182898"/>
                </a:cubicBezTo>
                <a:cubicBezTo>
                  <a:pt x="76879" y="182786"/>
                  <a:pt x="76999" y="182688"/>
                  <a:pt x="77120" y="182688"/>
                </a:cubicBezTo>
                <a:close/>
                <a:moveTo>
                  <a:pt x="64326" y="183071"/>
                </a:moveTo>
                <a:cubicBezTo>
                  <a:pt x="64355" y="183071"/>
                  <a:pt x="64384" y="183079"/>
                  <a:pt x="64413" y="183098"/>
                </a:cubicBezTo>
                <a:cubicBezTo>
                  <a:pt x="64513" y="183165"/>
                  <a:pt x="64447" y="183265"/>
                  <a:pt x="64447" y="183365"/>
                </a:cubicBezTo>
                <a:cubicBezTo>
                  <a:pt x="64513" y="184433"/>
                  <a:pt x="63646" y="185000"/>
                  <a:pt x="63112" y="185700"/>
                </a:cubicBezTo>
                <a:cubicBezTo>
                  <a:pt x="62879" y="186034"/>
                  <a:pt x="62579" y="186334"/>
                  <a:pt x="62278" y="186601"/>
                </a:cubicBezTo>
                <a:lnTo>
                  <a:pt x="62245" y="186601"/>
                </a:lnTo>
                <a:cubicBezTo>
                  <a:pt x="62278" y="186101"/>
                  <a:pt x="62312" y="185700"/>
                  <a:pt x="62345" y="185300"/>
                </a:cubicBezTo>
                <a:cubicBezTo>
                  <a:pt x="62378" y="185133"/>
                  <a:pt x="62445" y="184933"/>
                  <a:pt x="62545" y="184800"/>
                </a:cubicBezTo>
                <a:cubicBezTo>
                  <a:pt x="63046" y="184233"/>
                  <a:pt x="63579" y="183666"/>
                  <a:pt x="64146" y="183165"/>
                </a:cubicBezTo>
                <a:cubicBezTo>
                  <a:pt x="64194" y="183118"/>
                  <a:pt x="64257" y="183071"/>
                  <a:pt x="64326" y="183071"/>
                </a:cubicBezTo>
                <a:close/>
                <a:moveTo>
                  <a:pt x="89698" y="183499"/>
                </a:moveTo>
                <a:cubicBezTo>
                  <a:pt x="89831" y="183932"/>
                  <a:pt x="89965" y="184233"/>
                  <a:pt x="90098" y="184600"/>
                </a:cubicBezTo>
                <a:cubicBezTo>
                  <a:pt x="90132" y="184666"/>
                  <a:pt x="90132" y="184733"/>
                  <a:pt x="90098" y="184833"/>
                </a:cubicBezTo>
                <a:cubicBezTo>
                  <a:pt x="89565" y="185534"/>
                  <a:pt x="89398" y="186367"/>
                  <a:pt x="88964" y="187135"/>
                </a:cubicBezTo>
                <a:cubicBezTo>
                  <a:pt x="88597" y="186568"/>
                  <a:pt x="88564" y="185834"/>
                  <a:pt x="88897" y="185233"/>
                </a:cubicBezTo>
                <a:cubicBezTo>
                  <a:pt x="89131" y="184633"/>
                  <a:pt x="89398" y="184066"/>
                  <a:pt x="89698" y="183499"/>
                </a:cubicBezTo>
                <a:close/>
                <a:moveTo>
                  <a:pt x="77389" y="183666"/>
                </a:moveTo>
                <a:lnTo>
                  <a:pt x="77389" y="183666"/>
                </a:lnTo>
                <a:cubicBezTo>
                  <a:pt x="77756" y="184466"/>
                  <a:pt x="77489" y="185133"/>
                  <a:pt x="77022" y="185734"/>
                </a:cubicBezTo>
                <a:cubicBezTo>
                  <a:pt x="76589" y="186367"/>
                  <a:pt x="76188" y="187035"/>
                  <a:pt x="75755" y="187768"/>
                </a:cubicBezTo>
                <a:cubicBezTo>
                  <a:pt x="75588" y="187035"/>
                  <a:pt x="75454" y="186434"/>
                  <a:pt x="75888" y="185834"/>
                </a:cubicBezTo>
                <a:cubicBezTo>
                  <a:pt x="76388" y="185133"/>
                  <a:pt x="76822" y="184366"/>
                  <a:pt x="77389" y="183666"/>
                </a:cubicBezTo>
                <a:close/>
                <a:moveTo>
                  <a:pt x="64213" y="184700"/>
                </a:moveTo>
                <a:lnTo>
                  <a:pt x="64213" y="184700"/>
                </a:lnTo>
                <a:cubicBezTo>
                  <a:pt x="64246" y="185233"/>
                  <a:pt x="64013" y="185734"/>
                  <a:pt x="63646" y="186101"/>
                </a:cubicBezTo>
                <a:cubicBezTo>
                  <a:pt x="63112" y="186634"/>
                  <a:pt x="62679" y="187235"/>
                  <a:pt x="62145" y="187869"/>
                </a:cubicBezTo>
                <a:cubicBezTo>
                  <a:pt x="62078" y="187535"/>
                  <a:pt x="62145" y="187168"/>
                  <a:pt x="62412" y="186868"/>
                </a:cubicBezTo>
                <a:cubicBezTo>
                  <a:pt x="63012" y="186167"/>
                  <a:pt x="63579" y="185467"/>
                  <a:pt x="64213" y="184700"/>
                </a:cubicBezTo>
                <a:close/>
                <a:moveTo>
                  <a:pt x="90165" y="185067"/>
                </a:moveTo>
                <a:cubicBezTo>
                  <a:pt x="90332" y="185233"/>
                  <a:pt x="90432" y="185400"/>
                  <a:pt x="90332" y="185500"/>
                </a:cubicBezTo>
                <a:cubicBezTo>
                  <a:pt x="89798" y="186334"/>
                  <a:pt x="89665" y="187301"/>
                  <a:pt x="89298" y="188269"/>
                </a:cubicBezTo>
                <a:cubicBezTo>
                  <a:pt x="89131" y="188035"/>
                  <a:pt x="89064" y="187735"/>
                  <a:pt x="89164" y="187435"/>
                </a:cubicBezTo>
                <a:cubicBezTo>
                  <a:pt x="89464" y="186668"/>
                  <a:pt x="89765" y="185867"/>
                  <a:pt x="90165" y="185067"/>
                </a:cubicBezTo>
                <a:close/>
                <a:moveTo>
                  <a:pt x="90499" y="185834"/>
                </a:moveTo>
                <a:cubicBezTo>
                  <a:pt x="90765" y="186201"/>
                  <a:pt x="90799" y="186701"/>
                  <a:pt x="90565" y="187068"/>
                </a:cubicBezTo>
                <a:cubicBezTo>
                  <a:pt x="90198" y="187768"/>
                  <a:pt x="89931" y="188502"/>
                  <a:pt x="89631" y="189203"/>
                </a:cubicBezTo>
                <a:lnTo>
                  <a:pt x="89598" y="189203"/>
                </a:lnTo>
                <a:cubicBezTo>
                  <a:pt x="89498" y="188936"/>
                  <a:pt x="89231" y="188736"/>
                  <a:pt x="89665" y="188436"/>
                </a:cubicBezTo>
                <a:cubicBezTo>
                  <a:pt x="89865" y="188269"/>
                  <a:pt x="89831" y="187835"/>
                  <a:pt x="89931" y="187502"/>
                </a:cubicBezTo>
                <a:cubicBezTo>
                  <a:pt x="90065" y="186935"/>
                  <a:pt x="90232" y="186367"/>
                  <a:pt x="90499" y="185834"/>
                </a:cubicBezTo>
                <a:close/>
                <a:moveTo>
                  <a:pt x="77623" y="185400"/>
                </a:moveTo>
                <a:lnTo>
                  <a:pt x="77623" y="185400"/>
                </a:lnTo>
                <a:cubicBezTo>
                  <a:pt x="77856" y="185900"/>
                  <a:pt x="77789" y="186468"/>
                  <a:pt x="77456" y="186901"/>
                </a:cubicBezTo>
                <a:cubicBezTo>
                  <a:pt x="76922" y="187802"/>
                  <a:pt x="76489" y="188702"/>
                  <a:pt x="75988" y="189636"/>
                </a:cubicBezTo>
                <a:cubicBezTo>
                  <a:pt x="75755" y="189003"/>
                  <a:pt x="75821" y="188336"/>
                  <a:pt x="76155" y="187802"/>
                </a:cubicBezTo>
                <a:cubicBezTo>
                  <a:pt x="76655" y="187001"/>
                  <a:pt x="77122" y="186201"/>
                  <a:pt x="77623" y="185400"/>
                </a:cubicBezTo>
                <a:close/>
                <a:moveTo>
                  <a:pt x="64013" y="186101"/>
                </a:moveTo>
                <a:lnTo>
                  <a:pt x="64013" y="186101"/>
                </a:lnTo>
                <a:cubicBezTo>
                  <a:pt x="64146" y="187068"/>
                  <a:pt x="63246" y="188736"/>
                  <a:pt x="61845" y="190137"/>
                </a:cubicBezTo>
                <a:cubicBezTo>
                  <a:pt x="61878" y="188536"/>
                  <a:pt x="62212" y="187869"/>
                  <a:pt x="64013" y="186101"/>
                </a:cubicBezTo>
                <a:close/>
                <a:moveTo>
                  <a:pt x="90865" y="187001"/>
                </a:moveTo>
                <a:cubicBezTo>
                  <a:pt x="91166" y="187402"/>
                  <a:pt x="91199" y="187969"/>
                  <a:pt x="90932" y="188402"/>
                </a:cubicBezTo>
                <a:cubicBezTo>
                  <a:pt x="90532" y="189003"/>
                  <a:pt x="90265" y="189636"/>
                  <a:pt x="89865" y="190237"/>
                </a:cubicBezTo>
                <a:cubicBezTo>
                  <a:pt x="89898" y="189103"/>
                  <a:pt x="90465" y="188102"/>
                  <a:pt x="90865" y="187001"/>
                </a:cubicBezTo>
                <a:close/>
                <a:moveTo>
                  <a:pt x="22019" y="142752"/>
                </a:moveTo>
                <a:cubicBezTo>
                  <a:pt x="22054" y="142752"/>
                  <a:pt x="22097" y="142758"/>
                  <a:pt x="22150" y="142770"/>
                </a:cubicBezTo>
                <a:lnTo>
                  <a:pt x="26119" y="143303"/>
                </a:lnTo>
                <a:cubicBezTo>
                  <a:pt x="26353" y="143337"/>
                  <a:pt x="26453" y="143470"/>
                  <a:pt x="26486" y="143704"/>
                </a:cubicBezTo>
                <a:cubicBezTo>
                  <a:pt x="26786" y="144971"/>
                  <a:pt x="26920" y="146239"/>
                  <a:pt x="27087" y="147506"/>
                </a:cubicBezTo>
                <a:cubicBezTo>
                  <a:pt x="27320" y="149241"/>
                  <a:pt x="27554" y="150975"/>
                  <a:pt x="27754" y="152710"/>
                </a:cubicBezTo>
                <a:cubicBezTo>
                  <a:pt x="27954" y="154144"/>
                  <a:pt x="28121" y="155579"/>
                  <a:pt x="28321" y="156980"/>
                </a:cubicBezTo>
                <a:cubicBezTo>
                  <a:pt x="28554" y="158714"/>
                  <a:pt x="28821" y="160449"/>
                  <a:pt x="29055" y="162183"/>
                </a:cubicBezTo>
                <a:cubicBezTo>
                  <a:pt x="29288" y="163818"/>
                  <a:pt x="29522" y="165452"/>
                  <a:pt x="29722" y="167054"/>
                </a:cubicBezTo>
                <a:cubicBezTo>
                  <a:pt x="29922" y="168588"/>
                  <a:pt x="30122" y="170156"/>
                  <a:pt x="30322" y="171690"/>
                </a:cubicBezTo>
                <a:cubicBezTo>
                  <a:pt x="30489" y="173191"/>
                  <a:pt x="30656" y="174692"/>
                  <a:pt x="30856" y="176194"/>
                </a:cubicBezTo>
                <a:cubicBezTo>
                  <a:pt x="31056" y="177861"/>
                  <a:pt x="31290" y="179496"/>
                  <a:pt x="31490" y="181130"/>
                </a:cubicBezTo>
                <a:cubicBezTo>
                  <a:pt x="31723" y="182732"/>
                  <a:pt x="31957" y="184399"/>
                  <a:pt x="32157" y="186001"/>
                </a:cubicBezTo>
                <a:cubicBezTo>
                  <a:pt x="32390" y="187568"/>
                  <a:pt x="32557" y="189169"/>
                  <a:pt x="32757" y="190771"/>
                </a:cubicBezTo>
                <a:cubicBezTo>
                  <a:pt x="32788" y="190984"/>
                  <a:pt x="32846" y="191142"/>
                  <a:pt x="32525" y="191142"/>
                </a:cubicBezTo>
                <a:cubicBezTo>
                  <a:pt x="32494" y="191142"/>
                  <a:pt x="32461" y="191140"/>
                  <a:pt x="32424" y="191138"/>
                </a:cubicBezTo>
                <a:cubicBezTo>
                  <a:pt x="31023" y="190971"/>
                  <a:pt x="29588" y="191004"/>
                  <a:pt x="28187" y="190804"/>
                </a:cubicBezTo>
                <a:cubicBezTo>
                  <a:pt x="26453" y="190570"/>
                  <a:pt x="24685" y="190337"/>
                  <a:pt x="22950" y="190103"/>
                </a:cubicBezTo>
                <a:cubicBezTo>
                  <a:pt x="22617" y="190070"/>
                  <a:pt x="22717" y="189837"/>
                  <a:pt x="22717" y="189636"/>
                </a:cubicBezTo>
                <a:cubicBezTo>
                  <a:pt x="22717" y="187735"/>
                  <a:pt x="22583" y="185834"/>
                  <a:pt x="22617" y="184566"/>
                </a:cubicBezTo>
                <a:cubicBezTo>
                  <a:pt x="22683" y="179596"/>
                  <a:pt x="22517" y="175293"/>
                  <a:pt x="22383" y="170956"/>
                </a:cubicBezTo>
                <a:cubicBezTo>
                  <a:pt x="22283" y="167287"/>
                  <a:pt x="22050" y="163618"/>
                  <a:pt x="22150" y="159949"/>
                </a:cubicBezTo>
                <a:cubicBezTo>
                  <a:pt x="22283" y="155279"/>
                  <a:pt x="22083" y="150642"/>
                  <a:pt x="22083" y="146005"/>
                </a:cubicBezTo>
                <a:cubicBezTo>
                  <a:pt x="22083" y="145038"/>
                  <a:pt x="21950" y="144037"/>
                  <a:pt x="21883" y="143070"/>
                </a:cubicBezTo>
                <a:cubicBezTo>
                  <a:pt x="21855" y="142877"/>
                  <a:pt x="21851" y="142752"/>
                  <a:pt x="22019" y="142752"/>
                </a:cubicBezTo>
                <a:close/>
                <a:moveTo>
                  <a:pt x="77789" y="186801"/>
                </a:moveTo>
                <a:cubicBezTo>
                  <a:pt x="78123" y="187535"/>
                  <a:pt x="77856" y="188102"/>
                  <a:pt x="77523" y="188702"/>
                </a:cubicBezTo>
                <a:cubicBezTo>
                  <a:pt x="77089" y="189470"/>
                  <a:pt x="76722" y="190270"/>
                  <a:pt x="76355" y="191071"/>
                </a:cubicBezTo>
                <a:cubicBezTo>
                  <a:pt x="76288" y="191204"/>
                  <a:pt x="76188" y="191404"/>
                  <a:pt x="76355" y="191471"/>
                </a:cubicBezTo>
                <a:cubicBezTo>
                  <a:pt x="76379" y="191479"/>
                  <a:pt x="76401" y="191483"/>
                  <a:pt x="76419" y="191483"/>
                </a:cubicBezTo>
                <a:cubicBezTo>
                  <a:pt x="76556" y="191483"/>
                  <a:pt x="76563" y="191288"/>
                  <a:pt x="76622" y="191171"/>
                </a:cubicBezTo>
                <a:cubicBezTo>
                  <a:pt x="77022" y="190237"/>
                  <a:pt x="77489" y="189336"/>
                  <a:pt x="78023" y="188269"/>
                </a:cubicBezTo>
                <a:cubicBezTo>
                  <a:pt x="78090" y="188836"/>
                  <a:pt x="78156" y="189236"/>
                  <a:pt x="78190" y="189636"/>
                </a:cubicBezTo>
                <a:cubicBezTo>
                  <a:pt x="78223" y="189737"/>
                  <a:pt x="78190" y="189837"/>
                  <a:pt x="78123" y="189937"/>
                </a:cubicBezTo>
                <a:cubicBezTo>
                  <a:pt x="77523" y="190637"/>
                  <a:pt x="76922" y="191371"/>
                  <a:pt x="76255" y="192205"/>
                </a:cubicBezTo>
                <a:cubicBezTo>
                  <a:pt x="76188" y="191338"/>
                  <a:pt x="75855" y="190604"/>
                  <a:pt x="76255" y="189837"/>
                </a:cubicBezTo>
                <a:cubicBezTo>
                  <a:pt x="76722" y="188803"/>
                  <a:pt x="77189" y="187802"/>
                  <a:pt x="77789" y="186801"/>
                </a:cubicBezTo>
                <a:close/>
                <a:moveTo>
                  <a:pt x="91266" y="188202"/>
                </a:moveTo>
                <a:cubicBezTo>
                  <a:pt x="91499" y="188803"/>
                  <a:pt x="91833" y="189236"/>
                  <a:pt x="91533" y="189870"/>
                </a:cubicBezTo>
                <a:cubicBezTo>
                  <a:pt x="91166" y="190704"/>
                  <a:pt x="90865" y="191605"/>
                  <a:pt x="90499" y="192572"/>
                </a:cubicBezTo>
                <a:cubicBezTo>
                  <a:pt x="90332" y="191971"/>
                  <a:pt x="90198" y="191471"/>
                  <a:pt x="90032" y="190971"/>
                </a:cubicBezTo>
                <a:cubicBezTo>
                  <a:pt x="89998" y="190871"/>
                  <a:pt x="90032" y="190771"/>
                  <a:pt x="90098" y="190704"/>
                </a:cubicBezTo>
                <a:cubicBezTo>
                  <a:pt x="90465" y="189870"/>
                  <a:pt x="90865" y="189069"/>
                  <a:pt x="91266" y="188202"/>
                </a:cubicBezTo>
                <a:close/>
                <a:moveTo>
                  <a:pt x="139033" y="191104"/>
                </a:moveTo>
                <a:lnTo>
                  <a:pt x="139033" y="193072"/>
                </a:lnTo>
                <a:lnTo>
                  <a:pt x="139000" y="193072"/>
                </a:lnTo>
                <a:lnTo>
                  <a:pt x="139000" y="191104"/>
                </a:lnTo>
                <a:close/>
                <a:moveTo>
                  <a:pt x="78223" y="190170"/>
                </a:moveTo>
                <a:lnTo>
                  <a:pt x="78223" y="190170"/>
                </a:lnTo>
                <a:cubicBezTo>
                  <a:pt x="78390" y="190570"/>
                  <a:pt x="78323" y="191004"/>
                  <a:pt x="78023" y="191338"/>
                </a:cubicBezTo>
                <a:cubicBezTo>
                  <a:pt x="77489" y="192172"/>
                  <a:pt x="77022" y="193006"/>
                  <a:pt x="76455" y="193906"/>
                </a:cubicBezTo>
                <a:cubicBezTo>
                  <a:pt x="76388" y="193372"/>
                  <a:pt x="76255" y="192972"/>
                  <a:pt x="76555" y="192505"/>
                </a:cubicBezTo>
                <a:cubicBezTo>
                  <a:pt x="77022" y="191671"/>
                  <a:pt x="77656" y="190971"/>
                  <a:pt x="78223" y="190170"/>
                </a:cubicBezTo>
                <a:close/>
                <a:moveTo>
                  <a:pt x="91833" y="189737"/>
                </a:moveTo>
                <a:cubicBezTo>
                  <a:pt x="92066" y="190103"/>
                  <a:pt x="92133" y="190537"/>
                  <a:pt x="91966" y="190937"/>
                </a:cubicBezTo>
                <a:cubicBezTo>
                  <a:pt x="91599" y="191905"/>
                  <a:pt x="91299" y="192939"/>
                  <a:pt x="90966" y="193940"/>
                </a:cubicBezTo>
                <a:cubicBezTo>
                  <a:pt x="90732" y="193673"/>
                  <a:pt x="90665" y="193339"/>
                  <a:pt x="90732" y="192972"/>
                </a:cubicBezTo>
                <a:cubicBezTo>
                  <a:pt x="90999" y="191871"/>
                  <a:pt x="91366" y="190804"/>
                  <a:pt x="91833" y="189737"/>
                </a:cubicBezTo>
                <a:close/>
                <a:moveTo>
                  <a:pt x="57388" y="181286"/>
                </a:moveTo>
                <a:cubicBezTo>
                  <a:pt x="57465" y="181286"/>
                  <a:pt x="57560" y="181312"/>
                  <a:pt x="57675" y="181364"/>
                </a:cubicBezTo>
                <a:cubicBezTo>
                  <a:pt x="58376" y="181664"/>
                  <a:pt x="59076" y="181931"/>
                  <a:pt x="59810" y="182131"/>
                </a:cubicBezTo>
                <a:cubicBezTo>
                  <a:pt x="60410" y="182298"/>
                  <a:pt x="61011" y="182431"/>
                  <a:pt x="61645" y="182531"/>
                </a:cubicBezTo>
                <a:cubicBezTo>
                  <a:pt x="61945" y="182565"/>
                  <a:pt x="62012" y="182698"/>
                  <a:pt x="62012" y="182998"/>
                </a:cubicBezTo>
                <a:cubicBezTo>
                  <a:pt x="61978" y="184366"/>
                  <a:pt x="61845" y="185767"/>
                  <a:pt x="61645" y="187135"/>
                </a:cubicBezTo>
                <a:cubicBezTo>
                  <a:pt x="61378" y="189370"/>
                  <a:pt x="61011" y="191605"/>
                  <a:pt x="60677" y="193839"/>
                </a:cubicBezTo>
                <a:cubicBezTo>
                  <a:pt x="60544" y="194773"/>
                  <a:pt x="60544" y="194740"/>
                  <a:pt x="59677" y="194773"/>
                </a:cubicBezTo>
                <a:cubicBezTo>
                  <a:pt x="58342" y="194740"/>
                  <a:pt x="57041" y="194640"/>
                  <a:pt x="55740" y="194440"/>
                </a:cubicBezTo>
                <a:cubicBezTo>
                  <a:pt x="54773" y="194306"/>
                  <a:pt x="53806" y="194206"/>
                  <a:pt x="52772" y="194106"/>
                </a:cubicBezTo>
                <a:cubicBezTo>
                  <a:pt x="53172" y="192972"/>
                  <a:pt x="53606" y="191805"/>
                  <a:pt x="54006" y="190671"/>
                </a:cubicBezTo>
                <a:cubicBezTo>
                  <a:pt x="55007" y="187735"/>
                  <a:pt x="56174" y="184866"/>
                  <a:pt x="57041" y="181898"/>
                </a:cubicBezTo>
                <a:cubicBezTo>
                  <a:pt x="57075" y="181831"/>
                  <a:pt x="57108" y="181731"/>
                  <a:pt x="57108" y="181664"/>
                </a:cubicBezTo>
                <a:cubicBezTo>
                  <a:pt x="57131" y="181412"/>
                  <a:pt x="57217" y="181286"/>
                  <a:pt x="57388" y="181286"/>
                </a:cubicBezTo>
                <a:close/>
                <a:moveTo>
                  <a:pt x="92233" y="190937"/>
                </a:moveTo>
                <a:cubicBezTo>
                  <a:pt x="92600" y="191404"/>
                  <a:pt x="92633" y="192005"/>
                  <a:pt x="92400" y="192539"/>
                </a:cubicBezTo>
                <a:cubicBezTo>
                  <a:pt x="92000" y="193439"/>
                  <a:pt x="91733" y="194373"/>
                  <a:pt x="91366" y="195341"/>
                </a:cubicBezTo>
                <a:cubicBezTo>
                  <a:pt x="91166" y="195040"/>
                  <a:pt x="91099" y="194640"/>
                  <a:pt x="91232" y="194273"/>
                </a:cubicBezTo>
                <a:cubicBezTo>
                  <a:pt x="91499" y="193139"/>
                  <a:pt x="91833" y="192038"/>
                  <a:pt x="92233" y="190937"/>
                </a:cubicBezTo>
                <a:close/>
                <a:moveTo>
                  <a:pt x="138900" y="193773"/>
                </a:moveTo>
                <a:lnTo>
                  <a:pt x="138933" y="193806"/>
                </a:lnTo>
                <a:lnTo>
                  <a:pt x="138933" y="195641"/>
                </a:lnTo>
                <a:lnTo>
                  <a:pt x="138900" y="195641"/>
                </a:lnTo>
                <a:lnTo>
                  <a:pt x="138900" y="193773"/>
                </a:lnTo>
                <a:close/>
                <a:moveTo>
                  <a:pt x="26932" y="143429"/>
                </a:moveTo>
                <a:cubicBezTo>
                  <a:pt x="26967" y="143429"/>
                  <a:pt x="27007" y="143432"/>
                  <a:pt x="27053" y="143437"/>
                </a:cubicBezTo>
                <a:cubicBezTo>
                  <a:pt x="27687" y="143537"/>
                  <a:pt x="28321" y="143604"/>
                  <a:pt x="28988" y="143670"/>
                </a:cubicBezTo>
                <a:cubicBezTo>
                  <a:pt x="29155" y="143704"/>
                  <a:pt x="29255" y="143737"/>
                  <a:pt x="29322" y="143937"/>
                </a:cubicBezTo>
                <a:cubicBezTo>
                  <a:pt x="29989" y="146539"/>
                  <a:pt x="30489" y="149174"/>
                  <a:pt x="30856" y="151843"/>
                </a:cubicBezTo>
                <a:cubicBezTo>
                  <a:pt x="31256" y="154778"/>
                  <a:pt x="31590" y="157714"/>
                  <a:pt x="31923" y="160649"/>
                </a:cubicBezTo>
                <a:cubicBezTo>
                  <a:pt x="32157" y="162650"/>
                  <a:pt x="32324" y="164652"/>
                  <a:pt x="32591" y="166653"/>
                </a:cubicBezTo>
                <a:cubicBezTo>
                  <a:pt x="32791" y="168355"/>
                  <a:pt x="33058" y="170089"/>
                  <a:pt x="33324" y="171790"/>
                </a:cubicBezTo>
                <a:cubicBezTo>
                  <a:pt x="33625" y="173892"/>
                  <a:pt x="33958" y="175927"/>
                  <a:pt x="34292" y="177995"/>
                </a:cubicBezTo>
                <a:cubicBezTo>
                  <a:pt x="34759" y="180730"/>
                  <a:pt x="35226" y="183465"/>
                  <a:pt x="35693" y="186167"/>
                </a:cubicBezTo>
                <a:cubicBezTo>
                  <a:pt x="36026" y="188102"/>
                  <a:pt x="36293" y="190037"/>
                  <a:pt x="36560" y="192005"/>
                </a:cubicBezTo>
                <a:cubicBezTo>
                  <a:pt x="36727" y="193272"/>
                  <a:pt x="36960" y="194540"/>
                  <a:pt x="37160" y="195774"/>
                </a:cubicBezTo>
                <a:cubicBezTo>
                  <a:pt x="36560" y="195774"/>
                  <a:pt x="35993" y="195474"/>
                  <a:pt x="35393" y="195441"/>
                </a:cubicBezTo>
                <a:cubicBezTo>
                  <a:pt x="35092" y="195407"/>
                  <a:pt x="34792" y="195307"/>
                  <a:pt x="34492" y="195274"/>
                </a:cubicBezTo>
                <a:cubicBezTo>
                  <a:pt x="33591" y="195207"/>
                  <a:pt x="33591" y="195207"/>
                  <a:pt x="33491" y="194306"/>
                </a:cubicBezTo>
                <a:cubicBezTo>
                  <a:pt x="33158" y="190404"/>
                  <a:pt x="32691" y="186534"/>
                  <a:pt x="32124" y="182665"/>
                </a:cubicBezTo>
                <a:cubicBezTo>
                  <a:pt x="31657" y="179329"/>
                  <a:pt x="31223" y="175993"/>
                  <a:pt x="30823" y="172624"/>
                </a:cubicBezTo>
                <a:cubicBezTo>
                  <a:pt x="30322" y="168621"/>
                  <a:pt x="29855" y="164619"/>
                  <a:pt x="29221" y="160616"/>
                </a:cubicBezTo>
                <a:cubicBezTo>
                  <a:pt x="28754" y="157513"/>
                  <a:pt x="28388" y="154378"/>
                  <a:pt x="27987" y="151276"/>
                </a:cubicBezTo>
                <a:cubicBezTo>
                  <a:pt x="27620" y="148741"/>
                  <a:pt x="27387" y="146205"/>
                  <a:pt x="26786" y="143737"/>
                </a:cubicBezTo>
                <a:cubicBezTo>
                  <a:pt x="26730" y="143511"/>
                  <a:pt x="26745" y="143429"/>
                  <a:pt x="26932" y="143429"/>
                </a:cubicBezTo>
                <a:close/>
                <a:moveTo>
                  <a:pt x="29688" y="143804"/>
                </a:moveTo>
                <a:lnTo>
                  <a:pt x="29688" y="143804"/>
                </a:lnTo>
                <a:cubicBezTo>
                  <a:pt x="32324" y="143970"/>
                  <a:pt x="34992" y="144204"/>
                  <a:pt x="37661" y="144504"/>
                </a:cubicBezTo>
                <a:cubicBezTo>
                  <a:pt x="37527" y="145538"/>
                  <a:pt x="37361" y="146706"/>
                  <a:pt x="37261" y="147840"/>
                </a:cubicBezTo>
                <a:cubicBezTo>
                  <a:pt x="37027" y="149908"/>
                  <a:pt x="36794" y="151943"/>
                  <a:pt x="36560" y="154011"/>
                </a:cubicBezTo>
                <a:cubicBezTo>
                  <a:pt x="36293" y="156613"/>
                  <a:pt x="36026" y="159181"/>
                  <a:pt x="35793" y="161783"/>
                </a:cubicBezTo>
                <a:cubicBezTo>
                  <a:pt x="35693" y="162684"/>
                  <a:pt x="35693" y="163584"/>
                  <a:pt x="35826" y="164485"/>
                </a:cubicBezTo>
                <a:cubicBezTo>
                  <a:pt x="35960" y="165386"/>
                  <a:pt x="36527" y="166186"/>
                  <a:pt x="37327" y="166653"/>
                </a:cubicBezTo>
                <a:cubicBezTo>
                  <a:pt x="38295" y="167354"/>
                  <a:pt x="39195" y="168154"/>
                  <a:pt x="39996" y="169088"/>
                </a:cubicBezTo>
                <a:cubicBezTo>
                  <a:pt x="40963" y="170156"/>
                  <a:pt x="41931" y="171290"/>
                  <a:pt x="42965" y="172324"/>
                </a:cubicBezTo>
                <a:cubicBezTo>
                  <a:pt x="43598" y="172958"/>
                  <a:pt x="44332" y="173525"/>
                  <a:pt x="44999" y="174125"/>
                </a:cubicBezTo>
                <a:cubicBezTo>
                  <a:pt x="45900" y="174926"/>
                  <a:pt x="46867" y="175660"/>
                  <a:pt x="47835" y="176327"/>
                </a:cubicBezTo>
                <a:cubicBezTo>
                  <a:pt x="50003" y="177828"/>
                  <a:pt x="52305" y="179129"/>
                  <a:pt x="54706" y="180196"/>
                </a:cubicBezTo>
                <a:cubicBezTo>
                  <a:pt x="55040" y="180330"/>
                  <a:pt x="55140" y="180497"/>
                  <a:pt x="54973" y="180864"/>
                </a:cubicBezTo>
                <a:cubicBezTo>
                  <a:pt x="53305" y="185000"/>
                  <a:pt x="51671" y="189136"/>
                  <a:pt x="50170" y="193339"/>
                </a:cubicBezTo>
                <a:cubicBezTo>
                  <a:pt x="50105" y="193555"/>
                  <a:pt x="50027" y="193631"/>
                  <a:pt x="49889" y="193631"/>
                </a:cubicBezTo>
                <a:cubicBezTo>
                  <a:pt x="49814" y="193631"/>
                  <a:pt x="49721" y="193608"/>
                  <a:pt x="49603" y="193573"/>
                </a:cubicBezTo>
                <a:cubicBezTo>
                  <a:pt x="47735" y="193072"/>
                  <a:pt x="45767" y="192905"/>
                  <a:pt x="43865" y="192639"/>
                </a:cubicBezTo>
                <a:cubicBezTo>
                  <a:pt x="42197" y="192438"/>
                  <a:pt x="40530" y="192205"/>
                  <a:pt x="38862" y="192005"/>
                </a:cubicBezTo>
                <a:cubicBezTo>
                  <a:pt x="38561" y="191971"/>
                  <a:pt x="38395" y="191905"/>
                  <a:pt x="38361" y="191538"/>
                </a:cubicBezTo>
                <a:cubicBezTo>
                  <a:pt x="38094" y="189470"/>
                  <a:pt x="37794" y="187402"/>
                  <a:pt x="37461" y="185367"/>
                </a:cubicBezTo>
                <a:cubicBezTo>
                  <a:pt x="37027" y="182565"/>
                  <a:pt x="36593" y="179763"/>
                  <a:pt x="36093" y="176961"/>
                </a:cubicBezTo>
                <a:cubicBezTo>
                  <a:pt x="35593" y="173992"/>
                  <a:pt x="35026" y="171023"/>
                  <a:pt x="34525" y="168021"/>
                </a:cubicBezTo>
                <a:cubicBezTo>
                  <a:pt x="34025" y="165219"/>
                  <a:pt x="33491" y="162417"/>
                  <a:pt x="33024" y="159615"/>
                </a:cubicBezTo>
                <a:cubicBezTo>
                  <a:pt x="32691" y="157580"/>
                  <a:pt x="32457" y="155512"/>
                  <a:pt x="32157" y="153477"/>
                </a:cubicBezTo>
                <a:cubicBezTo>
                  <a:pt x="31857" y="151276"/>
                  <a:pt x="31523" y="149107"/>
                  <a:pt x="31190" y="146906"/>
                </a:cubicBezTo>
                <a:cubicBezTo>
                  <a:pt x="31056" y="146072"/>
                  <a:pt x="30889" y="145205"/>
                  <a:pt x="30756" y="144371"/>
                </a:cubicBezTo>
                <a:cubicBezTo>
                  <a:pt x="30756" y="144204"/>
                  <a:pt x="30656" y="144037"/>
                  <a:pt x="30522" y="143970"/>
                </a:cubicBezTo>
                <a:lnTo>
                  <a:pt x="30522" y="143970"/>
                </a:lnTo>
                <a:cubicBezTo>
                  <a:pt x="30322" y="144471"/>
                  <a:pt x="30522" y="144938"/>
                  <a:pt x="30589" y="145371"/>
                </a:cubicBezTo>
                <a:cubicBezTo>
                  <a:pt x="30823" y="147139"/>
                  <a:pt x="31089" y="148874"/>
                  <a:pt x="31356" y="150642"/>
                </a:cubicBezTo>
                <a:cubicBezTo>
                  <a:pt x="31623" y="152543"/>
                  <a:pt x="31890" y="154445"/>
                  <a:pt x="32124" y="156346"/>
                </a:cubicBezTo>
                <a:cubicBezTo>
                  <a:pt x="32390" y="158414"/>
                  <a:pt x="32724" y="160482"/>
                  <a:pt x="33091" y="162550"/>
                </a:cubicBezTo>
                <a:cubicBezTo>
                  <a:pt x="33458" y="164719"/>
                  <a:pt x="33858" y="166853"/>
                  <a:pt x="34258" y="169022"/>
                </a:cubicBezTo>
                <a:cubicBezTo>
                  <a:pt x="34659" y="171390"/>
                  <a:pt x="35092" y="173758"/>
                  <a:pt x="35493" y="176127"/>
                </a:cubicBezTo>
                <a:cubicBezTo>
                  <a:pt x="35860" y="178262"/>
                  <a:pt x="36226" y="180330"/>
                  <a:pt x="36593" y="182431"/>
                </a:cubicBezTo>
                <a:cubicBezTo>
                  <a:pt x="36894" y="184299"/>
                  <a:pt x="37160" y="186201"/>
                  <a:pt x="37427" y="188102"/>
                </a:cubicBezTo>
                <a:cubicBezTo>
                  <a:pt x="37661" y="189703"/>
                  <a:pt x="37894" y="191271"/>
                  <a:pt x="38128" y="192872"/>
                </a:cubicBezTo>
                <a:cubicBezTo>
                  <a:pt x="38161" y="193473"/>
                  <a:pt x="38228" y="194040"/>
                  <a:pt x="38395" y="194607"/>
                </a:cubicBezTo>
                <a:cubicBezTo>
                  <a:pt x="38428" y="194673"/>
                  <a:pt x="38361" y="194740"/>
                  <a:pt x="38328" y="194807"/>
                </a:cubicBezTo>
                <a:cubicBezTo>
                  <a:pt x="38128" y="195107"/>
                  <a:pt x="37894" y="195441"/>
                  <a:pt x="37661" y="195741"/>
                </a:cubicBezTo>
                <a:cubicBezTo>
                  <a:pt x="37574" y="195845"/>
                  <a:pt x="37486" y="195895"/>
                  <a:pt x="37399" y="195895"/>
                </a:cubicBezTo>
                <a:cubicBezTo>
                  <a:pt x="37320" y="195895"/>
                  <a:pt x="37240" y="195854"/>
                  <a:pt x="37160" y="195774"/>
                </a:cubicBezTo>
                <a:lnTo>
                  <a:pt x="37160" y="195774"/>
                </a:lnTo>
                <a:cubicBezTo>
                  <a:pt x="37223" y="195790"/>
                  <a:pt x="37279" y="195798"/>
                  <a:pt x="37327" y="195798"/>
                </a:cubicBezTo>
                <a:cubicBezTo>
                  <a:pt x="37481" y="195798"/>
                  <a:pt x="37553" y="195711"/>
                  <a:pt x="37527" y="195507"/>
                </a:cubicBezTo>
                <a:cubicBezTo>
                  <a:pt x="37294" y="193940"/>
                  <a:pt x="37027" y="192405"/>
                  <a:pt x="36860" y="190837"/>
                </a:cubicBezTo>
                <a:cubicBezTo>
                  <a:pt x="36527" y="188269"/>
                  <a:pt x="36093" y="185667"/>
                  <a:pt x="35659" y="183165"/>
                </a:cubicBezTo>
                <a:lnTo>
                  <a:pt x="34425" y="175660"/>
                </a:lnTo>
                <a:cubicBezTo>
                  <a:pt x="34025" y="173258"/>
                  <a:pt x="33658" y="170856"/>
                  <a:pt x="33324" y="168455"/>
                </a:cubicBezTo>
                <a:cubicBezTo>
                  <a:pt x="32957" y="165853"/>
                  <a:pt x="32724" y="163251"/>
                  <a:pt x="32424" y="160649"/>
                </a:cubicBezTo>
                <a:cubicBezTo>
                  <a:pt x="32124" y="157947"/>
                  <a:pt x="31857" y="155279"/>
                  <a:pt x="31456" y="152610"/>
                </a:cubicBezTo>
                <a:cubicBezTo>
                  <a:pt x="31089" y="149641"/>
                  <a:pt x="30489" y="146706"/>
                  <a:pt x="29688" y="143804"/>
                </a:cubicBezTo>
                <a:close/>
                <a:moveTo>
                  <a:pt x="92733" y="192305"/>
                </a:moveTo>
                <a:cubicBezTo>
                  <a:pt x="93000" y="192639"/>
                  <a:pt x="93034" y="193072"/>
                  <a:pt x="92834" y="193439"/>
                </a:cubicBezTo>
                <a:cubicBezTo>
                  <a:pt x="92367" y="194407"/>
                  <a:pt x="92033" y="195407"/>
                  <a:pt x="91699" y="196475"/>
                </a:cubicBezTo>
                <a:cubicBezTo>
                  <a:pt x="91533" y="196308"/>
                  <a:pt x="91499" y="196108"/>
                  <a:pt x="91566" y="195908"/>
                </a:cubicBezTo>
                <a:cubicBezTo>
                  <a:pt x="91933" y="194740"/>
                  <a:pt x="92300" y="193573"/>
                  <a:pt x="92733" y="192305"/>
                </a:cubicBezTo>
                <a:close/>
                <a:moveTo>
                  <a:pt x="63746" y="187969"/>
                </a:moveTo>
                <a:lnTo>
                  <a:pt x="63846" y="188002"/>
                </a:lnTo>
                <a:cubicBezTo>
                  <a:pt x="63546" y="189737"/>
                  <a:pt x="63212" y="191504"/>
                  <a:pt x="62946" y="193272"/>
                </a:cubicBezTo>
                <a:cubicBezTo>
                  <a:pt x="62879" y="193639"/>
                  <a:pt x="62645" y="193739"/>
                  <a:pt x="62512" y="193973"/>
                </a:cubicBezTo>
                <a:cubicBezTo>
                  <a:pt x="62045" y="194740"/>
                  <a:pt x="61578" y="195507"/>
                  <a:pt x="61111" y="196275"/>
                </a:cubicBezTo>
                <a:lnTo>
                  <a:pt x="60777" y="196775"/>
                </a:lnTo>
                <a:cubicBezTo>
                  <a:pt x="60777" y="196275"/>
                  <a:pt x="60877" y="195808"/>
                  <a:pt x="61144" y="195374"/>
                </a:cubicBezTo>
                <a:cubicBezTo>
                  <a:pt x="61645" y="194473"/>
                  <a:pt x="62145" y="193573"/>
                  <a:pt x="62645" y="192705"/>
                </a:cubicBezTo>
                <a:cubicBezTo>
                  <a:pt x="62712" y="192539"/>
                  <a:pt x="62879" y="192438"/>
                  <a:pt x="62712" y="192172"/>
                </a:cubicBezTo>
                <a:lnTo>
                  <a:pt x="62712" y="192172"/>
                </a:lnTo>
                <a:cubicBezTo>
                  <a:pt x="62112" y="192872"/>
                  <a:pt x="61778" y="193706"/>
                  <a:pt x="61244" y="194473"/>
                </a:cubicBezTo>
                <a:cubicBezTo>
                  <a:pt x="61178" y="194273"/>
                  <a:pt x="61211" y="194006"/>
                  <a:pt x="61378" y="193839"/>
                </a:cubicBezTo>
                <a:cubicBezTo>
                  <a:pt x="61845" y="192972"/>
                  <a:pt x="62345" y="192138"/>
                  <a:pt x="62912" y="191338"/>
                </a:cubicBezTo>
                <a:cubicBezTo>
                  <a:pt x="62979" y="191271"/>
                  <a:pt x="63012" y="191204"/>
                  <a:pt x="63046" y="191104"/>
                </a:cubicBezTo>
                <a:cubicBezTo>
                  <a:pt x="63046" y="191037"/>
                  <a:pt x="63179" y="191004"/>
                  <a:pt x="63046" y="190904"/>
                </a:cubicBezTo>
                <a:cubicBezTo>
                  <a:pt x="63007" y="190875"/>
                  <a:pt x="62973" y="190863"/>
                  <a:pt x="62945" y="190863"/>
                </a:cubicBezTo>
                <a:cubicBezTo>
                  <a:pt x="62876" y="190863"/>
                  <a:pt x="62836" y="190933"/>
                  <a:pt x="62812" y="191004"/>
                </a:cubicBezTo>
                <a:cubicBezTo>
                  <a:pt x="62479" y="191471"/>
                  <a:pt x="62178" y="191938"/>
                  <a:pt x="61845" y="192438"/>
                </a:cubicBezTo>
                <a:cubicBezTo>
                  <a:pt x="61745" y="192639"/>
                  <a:pt x="61611" y="192805"/>
                  <a:pt x="61444" y="193006"/>
                </a:cubicBezTo>
                <a:cubicBezTo>
                  <a:pt x="61411" y="191538"/>
                  <a:pt x="62645" y="190704"/>
                  <a:pt x="63146" y="189503"/>
                </a:cubicBezTo>
                <a:lnTo>
                  <a:pt x="63146" y="189503"/>
                </a:lnTo>
                <a:cubicBezTo>
                  <a:pt x="62512" y="189903"/>
                  <a:pt x="62245" y="190637"/>
                  <a:pt x="61745" y="191171"/>
                </a:cubicBezTo>
                <a:lnTo>
                  <a:pt x="61611" y="191071"/>
                </a:lnTo>
                <a:lnTo>
                  <a:pt x="63746" y="187969"/>
                </a:lnTo>
                <a:close/>
                <a:moveTo>
                  <a:pt x="74424" y="183051"/>
                </a:moveTo>
                <a:cubicBezTo>
                  <a:pt x="74566" y="183051"/>
                  <a:pt x="74629" y="183107"/>
                  <a:pt x="74654" y="183332"/>
                </a:cubicBezTo>
                <a:cubicBezTo>
                  <a:pt x="75088" y="187201"/>
                  <a:pt x="75521" y="191071"/>
                  <a:pt x="75988" y="194940"/>
                </a:cubicBezTo>
                <a:cubicBezTo>
                  <a:pt x="76055" y="195674"/>
                  <a:pt x="76155" y="196375"/>
                  <a:pt x="76255" y="197108"/>
                </a:cubicBezTo>
                <a:cubicBezTo>
                  <a:pt x="76288" y="197375"/>
                  <a:pt x="76255" y="197442"/>
                  <a:pt x="75921" y="197442"/>
                </a:cubicBezTo>
                <a:cubicBezTo>
                  <a:pt x="74354" y="197442"/>
                  <a:pt x="72919" y="196842"/>
                  <a:pt x="71418" y="196575"/>
                </a:cubicBezTo>
                <a:cubicBezTo>
                  <a:pt x="69050" y="196108"/>
                  <a:pt x="66682" y="195741"/>
                  <a:pt x="64313" y="195507"/>
                </a:cubicBezTo>
                <a:cubicBezTo>
                  <a:pt x="63146" y="195341"/>
                  <a:pt x="63112" y="195374"/>
                  <a:pt x="63346" y="194240"/>
                </a:cubicBezTo>
                <a:cubicBezTo>
                  <a:pt x="63779" y="191738"/>
                  <a:pt x="64213" y="189203"/>
                  <a:pt x="64513" y="186668"/>
                </a:cubicBezTo>
                <a:cubicBezTo>
                  <a:pt x="64613" y="185734"/>
                  <a:pt x="64747" y="184800"/>
                  <a:pt x="64780" y="183866"/>
                </a:cubicBezTo>
                <a:cubicBezTo>
                  <a:pt x="64780" y="183261"/>
                  <a:pt x="64803" y="183154"/>
                  <a:pt x="65203" y="183154"/>
                </a:cubicBezTo>
                <a:cubicBezTo>
                  <a:pt x="65288" y="183154"/>
                  <a:pt x="65391" y="183159"/>
                  <a:pt x="65514" y="183165"/>
                </a:cubicBezTo>
                <a:cubicBezTo>
                  <a:pt x="67215" y="183332"/>
                  <a:pt x="68916" y="183399"/>
                  <a:pt x="70651" y="183399"/>
                </a:cubicBezTo>
                <a:cubicBezTo>
                  <a:pt x="71852" y="183365"/>
                  <a:pt x="73053" y="183232"/>
                  <a:pt x="74254" y="183065"/>
                </a:cubicBezTo>
                <a:cubicBezTo>
                  <a:pt x="74320" y="183057"/>
                  <a:pt x="74377" y="183051"/>
                  <a:pt x="74424" y="183051"/>
                </a:cubicBezTo>
                <a:close/>
                <a:moveTo>
                  <a:pt x="17270" y="142261"/>
                </a:moveTo>
                <a:cubicBezTo>
                  <a:pt x="17303" y="142261"/>
                  <a:pt x="17339" y="142264"/>
                  <a:pt x="17380" y="142269"/>
                </a:cubicBezTo>
                <a:cubicBezTo>
                  <a:pt x="18614" y="142403"/>
                  <a:pt x="19815" y="142536"/>
                  <a:pt x="21082" y="142636"/>
                </a:cubicBezTo>
                <a:cubicBezTo>
                  <a:pt x="21383" y="142703"/>
                  <a:pt x="21483" y="142836"/>
                  <a:pt x="21483" y="143103"/>
                </a:cubicBezTo>
                <a:cubicBezTo>
                  <a:pt x="21516" y="144171"/>
                  <a:pt x="21583" y="145205"/>
                  <a:pt x="21583" y="146272"/>
                </a:cubicBezTo>
                <a:cubicBezTo>
                  <a:pt x="21583" y="152176"/>
                  <a:pt x="21516" y="158081"/>
                  <a:pt x="21583" y="164018"/>
                </a:cubicBezTo>
                <a:cubicBezTo>
                  <a:pt x="21649" y="168621"/>
                  <a:pt x="21850" y="173225"/>
                  <a:pt x="21950" y="177828"/>
                </a:cubicBezTo>
                <a:cubicBezTo>
                  <a:pt x="22016" y="180430"/>
                  <a:pt x="21983" y="182998"/>
                  <a:pt x="22016" y="185567"/>
                </a:cubicBezTo>
                <a:cubicBezTo>
                  <a:pt x="22050" y="187068"/>
                  <a:pt x="22083" y="188569"/>
                  <a:pt x="22083" y="190037"/>
                </a:cubicBezTo>
                <a:cubicBezTo>
                  <a:pt x="22083" y="190404"/>
                  <a:pt x="21950" y="190737"/>
                  <a:pt x="21683" y="190937"/>
                </a:cubicBezTo>
                <a:cubicBezTo>
                  <a:pt x="19915" y="192705"/>
                  <a:pt x="17980" y="194273"/>
                  <a:pt x="16246" y="196041"/>
                </a:cubicBezTo>
                <a:cubicBezTo>
                  <a:pt x="15678" y="196641"/>
                  <a:pt x="15045" y="197175"/>
                  <a:pt x="14344" y="197609"/>
                </a:cubicBezTo>
                <a:cubicBezTo>
                  <a:pt x="14444" y="195908"/>
                  <a:pt x="14511" y="194306"/>
                  <a:pt x="14611" y="192672"/>
                </a:cubicBezTo>
                <a:cubicBezTo>
                  <a:pt x="14678" y="191605"/>
                  <a:pt x="14744" y="190537"/>
                  <a:pt x="14778" y="189470"/>
                </a:cubicBezTo>
                <a:cubicBezTo>
                  <a:pt x="14945" y="186501"/>
                  <a:pt x="15111" y="183499"/>
                  <a:pt x="15278" y="180497"/>
                </a:cubicBezTo>
                <a:cubicBezTo>
                  <a:pt x="15345" y="178629"/>
                  <a:pt x="15412" y="176794"/>
                  <a:pt x="15512" y="174926"/>
                </a:cubicBezTo>
                <a:cubicBezTo>
                  <a:pt x="15612" y="172524"/>
                  <a:pt x="15745" y="170156"/>
                  <a:pt x="15879" y="167754"/>
                </a:cubicBezTo>
                <a:cubicBezTo>
                  <a:pt x="15979" y="166086"/>
                  <a:pt x="16012" y="164385"/>
                  <a:pt x="16112" y="162684"/>
                </a:cubicBezTo>
                <a:cubicBezTo>
                  <a:pt x="16279" y="160082"/>
                  <a:pt x="16446" y="157480"/>
                  <a:pt x="16579" y="154878"/>
                </a:cubicBezTo>
                <a:cubicBezTo>
                  <a:pt x="16679" y="153310"/>
                  <a:pt x="16746" y="151709"/>
                  <a:pt x="16813" y="150108"/>
                </a:cubicBezTo>
                <a:cubicBezTo>
                  <a:pt x="16979" y="147606"/>
                  <a:pt x="17013" y="145105"/>
                  <a:pt x="17013" y="142603"/>
                </a:cubicBezTo>
                <a:cubicBezTo>
                  <a:pt x="17013" y="142348"/>
                  <a:pt x="17085" y="142261"/>
                  <a:pt x="17270" y="142261"/>
                </a:cubicBezTo>
                <a:close/>
                <a:moveTo>
                  <a:pt x="78390" y="191238"/>
                </a:moveTo>
                <a:cubicBezTo>
                  <a:pt x="78490" y="191938"/>
                  <a:pt x="78557" y="192539"/>
                  <a:pt x="78657" y="193106"/>
                </a:cubicBezTo>
                <a:cubicBezTo>
                  <a:pt x="78824" y="193706"/>
                  <a:pt x="78723" y="194340"/>
                  <a:pt x="78390" y="194840"/>
                </a:cubicBezTo>
                <a:cubicBezTo>
                  <a:pt x="77823" y="195707"/>
                  <a:pt x="77423" y="196675"/>
                  <a:pt x="76855" y="197609"/>
                </a:cubicBezTo>
                <a:cubicBezTo>
                  <a:pt x="76822" y="197275"/>
                  <a:pt x="76655" y="196975"/>
                  <a:pt x="76855" y="196608"/>
                </a:cubicBezTo>
                <a:cubicBezTo>
                  <a:pt x="77489" y="195474"/>
                  <a:pt x="78056" y="194340"/>
                  <a:pt x="78523" y="193172"/>
                </a:cubicBezTo>
                <a:lnTo>
                  <a:pt x="78523" y="193172"/>
                </a:lnTo>
                <a:cubicBezTo>
                  <a:pt x="77789" y="194106"/>
                  <a:pt x="77389" y="195240"/>
                  <a:pt x="76722" y="196275"/>
                </a:cubicBezTo>
                <a:cubicBezTo>
                  <a:pt x="76622" y="195874"/>
                  <a:pt x="76689" y="195441"/>
                  <a:pt x="76889" y="195107"/>
                </a:cubicBezTo>
                <a:cubicBezTo>
                  <a:pt x="77356" y="194173"/>
                  <a:pt x="77789" y="193239"/>
                  <a:pt x="78223" y="192338"/>
                </a:cubicBezTo>
                <a:cubicBezTo>
                  <a:pt x="78357" y="192205"/>
                  <a:pt x="78357" y="192005"/>
                  <a:pt x="78290" y="191838"/>
                </a:cubicBezTo>
                <a:lnTo>
                  <a:pt x="78290" y="191838"/>
                </a:lnTo>
                <a:cubicBezTo>
                  <a:pt x="77623" y="192905"/>
                  <a:pt x="77189" y="194006"/>
                  <a:pt x="76589" y="195074"/>
                </a:cubicBezTo>
                <a:cubicBezTo>
                  <a:pt x="76455" y="194707"/>
                  <a:pt x="76522" y="194340"/>
                  <a:pt x="76755" y="194073"/>
                </a:cubicBezTo>
                <a:cubicBezTo>
                  <a:pt x="77222" y="193139"/>
                  <a:pt x="77756" y="192238"/>
                  <a:pt x="78390" y="191238"/>
                </a:cubicBezTo>
                <a:close/>
                <a:moveTo>
                  <a:pt x="93167" y="193372"/>
                </a:moveTo>
                <a:cubicBezTo>
                  <a:pt x="93434" y="193973"/>
                  <a:pt x="93701" y="194440"/>
                  <a:pt x="93401" y="195074"/>
                </a:cubicBezTo>
                <a:cubicBezTo>
                  <a:pt x="92967" y="196008"/>
                  <a:pt x="92600" y="196975"/>
                  <a:pt x="92166" y="198042"/>
                </a:cubicBezTo>
                <a:lnTo>
                  <a:pt x="92166" y="198009"/>
                </a:lnTo>
                <a:cubicBezTo>
                  <a:pt x="91966" y="197642"/>
                  <a:pt x="91900" y="197209"/>
                  <a:pt x="92033" y="196808"/>
                </a:cubicBezTo>
                <a:cubicBezTo>
                  <a:pt x="92333" y="195674"/>
                  <a:pt x="92733" y="194573"/>
                  <a:pt x="93167" y="193372"/>
                </a:cubicBezTo>
                <a:close/>
                <a:moveTo>
                  <a:pt x="62712" y="194273"/>
                </a:moveTo>
                <a:cubicBezTo>
                  <a:pt x="62712" y="194373"/>
                  <a:pt x="62712" y="194473"/>
                  <a:pt x="62712" y="194573"/>
                </a:cubicBezTo>
                <a:cubicBezTo>
                  <a:pt x="62645" y="195007"/>
                  <a:pt x="62378" y="195407"/>
                  <a:pt x="62479" y="195874"/>
                </a:cubicBezTo>
                <a:cubicBezTo>
                  <a:pt x="62545" y="196275"/>
                  <a:pt x="62112" y="196341"/>
                  <a:pt x="61945" y="196575"/>
                </a:cubicBezTo>
                <a:cubicBezTo>
                  <a:pt x="61478" y="197309"/>
                  <a:pt x="60944" y="198009"/>
                  <a:pt x="60444" y="198710"/>
                </a:cubicBezTo>
                <a:cubicBezTo>
                  <a:pt x="60844" y="197042"/>
                  <a:pt x="61811" y="195707"/>
                  <a:pt x="62712" y="194273"/>
                </a:cubicBezTo>
                <a:close/>
                <a:moveTo>
                  <a:pt x="55621" y="180686"/>
                </a:moveTo>
                <a:cubicBezTo>
                  <a:pt x="55678" y="180686"/>
                  <a:pt x="55734" y="180697"/>
                  <a:pt x="55774" y="180697"/>
                </a:cubicBezTo>
                <a:cubicBezTo>
                  <a:pt x="56107" y="180797"/>
                  <a:pt x="56408" y="180897"/>
                  <a:pt x="56674" y="181030"/>
                </a:cubicBezTo>
                <a:cubicBezTo>
                  <a:pt x="56941" y="181164"/>
                  <a:pt x="56774" y="181364"/>
                  <a:pt x="56708" y="181497"/>
                </a:cubicBezTo>
                <a:lnTo>
                  <a:pt x="54406" y="188002"/>
                </a:lnTo>
                <a:cubicBezTo>
                  <a:pt x="53472" y="190570"/>
                  <a:pt x="52538" y="193139"/>
                  <a:pt x="51604" y="195707"/>
                </a:cubicBezTo>
                <a:cubicBezTo>
                  <a:pt x="51537" y="195974"/>
                  <a:pt x="51371" y="196174"/>
                  <a:pt x="51170" y="196308"/>
                </a:cubicBezTo>
                <a:cubicBezTo>
                  <a:pt x="50537" y="196742"/>
                  <a:pt x="50136" y="197409"/>
                  <a:pt x="49669" y="197942"/>
                </a:cubicBezTo>
                <a:cubicBezTo>
                  <a:pt x="49369" y="198276"/>
                  <a:pt x="49136" y="198643"/>
                  <a:pt x="48769" y="199043"/>
                </a:cubicBezTo>
                <a:cubicBezTo>
                  <a:pt x="49069" y="197175"/>
                  <a:pt x="50603" y="196275"/>
                  <a:pt x="51537" y="194907"/>
                </a:cubicBezTo>
                <a:lnTo>
                  <a:pt x="51537" y="194907"/>
                </a:lnTo>
                <a:cubicBezTo>
                  <a:pt x="51271" y="195007"/>
                  <a:pt x="51037" y="195174"/>
                  <a:pt x="50870" y="195374"/>
                </a:cubicBezTo>
                <a:cubicBezTo>
                  <a:pt x="50670" y="195574"/>
                  <a:pt x="50470" y="195774"/>
                  <a:pt x="50270" y="196008"/>
                </a:cubicBezTo>
                <a:lnTo>
                  <a:pt x="49603" y="196708"/>
                </a:lnTo>
                <a:cubicBezTo>
                  <a:pt x="50003" y="195307"/>
                  <a:pt x="50403" y="194073"/>
                  <a:pt x="51404" y="193072"/>
                </a:cubicBezTo>
                <a:cubicBezTo>
                  <a:pt x="51904" y="192605"/>
                  <a:pt x="52338" y="192038"/>
                  <a:pt x="52772" y="191504"/>
                </a:cubicBezTo>
                <a:cubicBezTo>
                  <a:pt x="52838" y="191404"/>
                  <a:pt x="53038" y="191304"/>
                  <a:pt x="52872" y="191171"/>
                </a:cubicBezTo>
                <a:cubicBezTo>
                  <a:pt x="52843" y="191149"/>
                  <a:pt x="52815" y="191140"/>
                  <a:pt x="52790" y="191140"/>
                </a:cubicBezTo>
                <a:cubicBezTo>
                  <a:pt x="52696" y="191140"/>
                  <a:pt x="52624" y="191259"/>
                  <a:pt x="52571" y="191338"/>
                </a:cubicBezTo>
                <a:cubicBezTo>
                  <a:pt x="52004" y="191938"/>
                  <a:pt x="51471" y="192572"/>
                  <a:pt x="50870" y="193239"/>
                </a:cubicBezTo>
                <a:cubicBezTo>
                  <a:pt x="50904" y="192872"/>
                  <a:pt x="51070" y="192505"/>
                  <a:pt x="51337" y="192238"/>
                </a:cubicBezTo>
                <a:cubicBezTo>
                  <a:pt x="51904" y="191571"/>
                  <a:pt x="52438" y="190904"/>
                  <a:pt x="53005" y="190237"/>
                </a:cubicBezTo>
                <a:cubicBezTo>
                  <a:pt x="53038" y="190170"/>
                  <a:pt x="53272" y="190103"/>
                  <a:pt x="53105" y="189937"/>
                </a:cubicBezTo>
                <a:cubicBezTo>
                  <a:pt x="53065" y="189905"/>
                  <a:pt x="53031" y="189892"/>
                  <a:pt x="53001" y="189892"/>
                </a:cubicBezTo>
                <a:cubicBezTo>
                  <a:pt x="52906" y="189892"/>
                  <a:pt x="52856" y="190019"/>
                  <a:pt x="52805" y="190070"/>
                </a:cubicBezTo>
                <a:cubicBezTo>
                  <a:pt x="52371" y="190570"/>
                  <a:pt x="51938" y="191071"/>
                  <a:pt x="51437" y="191638"/>
                </a:cubicBezTo>
                <a:cubicBezTo>
                  <a:pt x="51504" y="191138"/>
                  <a:pt x="51738" y="190637"/>
                  <a:pt x="52038" y="190237"/>
                </a:cubicBezTo>
                <a:cubicBezTo>
                  <a:pt x="52405" y="189770"/>
                  <a:pt x="52805" y="189303"/>
                  <a:pt x="53139" y="188769"/>
                </a:cubicBezTo>
                <a:cubicBezTo>
                  <a:pt x="53272" y="188569"/>
                  <a:pt x="53739" y="188436"/>
                  <a:pt x="53405" y="188035"/>
                </a:cubicBezTo>
                <a:cubicBezTo>
                  <a:pt x="53339" y="187969"/>
                  <a:pt x="53739" y="187535"/>
                  <a:pt x="53872" y="187368"/>
                </a:cubicBezTo>
                <a:cubicBezTo>
                  <a:pt x="54039" y="187201"/>
                  <a:pt x="54306" y="186901"/>
                  <a:pt x="54206" y="186834"/>
                </a:cubicBezTo>
                <a:cubicBezTo>
                  <a:pt x="54161" y="186806"/>
                  <a:pt x="54122" y="186794"/>
                  <a:pt x="54087" y="186794"/>
                </a:cubicBezTo>
                <a:cubicBezTo>
                  <a:pt x="53915" y="186794"/>
                  <a:pt x="53850" y="187090"/>
                  <a:pt x="53739" y="187201"/>
                </a:cubicBezTo>
                <a:cubicBezTo>
                  <a:pt x="53339" y="187635"/>
                  <a:pt x="53005" y="188069"/>
                  <a:pt x="52605" y="188536"/>
                </a:cubicBezTo>
                <a:cubicBezTo>
                  <a:pt x="52638" y="188069"/>
                  <a:pt x="52638" y="188035"/>
                  <a:pt x="53272" y="187235"/>
                </a:cubicBezTo>
                <a:cubicBezTo>
                  <a:pt x="53606" y="186834"/>
                  <a:pt x="53906" y="186434"/>
                  <a:pt x="54239" y="186067"/>
                </a:cubicBezTo>
                <a:cubicBezTo>
                  <a:pt x="54540" y="185667"/>
                  <a:pt x="54873" y="185267"/>
                  <a:pt x="55207" y="184900"/>
                </a:cubicBezTo>
                <a:cubicBezTo>
                  <a:pt x="55149" y="184863"/>
                  <a:pt x="55100" y="184849"/>
                  <a:pt x="55058" y="184849"/>
                </a:cubicBezTo>
                <a:cubicBezTo>
                  <a:pt x="54905" y="184849"/>
                  <a:pt x="54830" y="185033"/>
                  <a:pt x="54673" y="185033"/>
                </a:cubicBezTo>
                <a:cubicBezTo>
                  <a:pt x="54840" y="184633"/>
                  <a:pt x="55273" y="184499"/>
                  <a:pt x="55340" y="184066"/>
                </a:cubicBezTo>
                <a:lnTo>
                  <a:pt x="55340" y="184066"/>
                </a:lnTo>
                <a:cubicBezTo>
                  <a:pt x="54706" y="184566"/>
                  <a:pt x="54139" y="185133"/>
                  <a:pt x="53639" y="185734"/>
                </a:cubicBezTo>
                <a:lnTo>
                  <a:pt x="53639" y="185734"/>
                </a:lnTo>
                <a:cubicBezTo>
                  <a:pt x="53906" y="184466"/>
                  <a:pt x="55140" y="183899"/>
                  <a:pt x="55707" y="182865"/>
                </a:cubicBezTo>
                <a:lnTo>
                  <a:pt x="55707" y="182865"/>
                </a:lnTo>
                <a:cubicBezTo>
                  <a:pt x="55107" y="183199"/>
                  <a:pt x="54773" y="183799"/>
                  <a:pt x="54239" y="184233"/>
                </a:cubicBezTo>
                <a:cubicBezTo>
                  <a:pt x="54273" y="183832"/>
                  <a:pt x="54273" y="183832"/>
                  <a:pt x="54706" y="183399"/>
                </a:cubicBezTo>
                <a:cubicBezTo>
                  <a:pt x="54973" y="183132"/>
                  <a:pt x="55240" y="182865"/>
                  <a:pt x="55474" y="182631"/>
                </a:cubicBezTo>
                <a:cubicBezTo>
                  <a:pt x="55707" y="182398"/>
                  <a:pt x="56074" y="182265"/>
                  <a:pt x="56274" y="181798"/>
                </a:cubicBezTo>
                <a:lnTo>
                  <a:pt x="56274" y="181798"/>
                </a:lnTo>
                <a:cubicBezTo>
                  <a:pt x="55574" y="182064"/>
                  <a:pt x="55207" y="182598"/>
                  <a:pt x="54606" y="182998"/>
                </a:cubicBezTo>
                <a:cubicBezTo>
                  <a:pt x="54906" y="182198"/>
                  <a:pt x="55140" y="181497"/>
                  <a:pt x="55407" y="180830"/>
                </a:cubicBezTo>
                <a:cubicBezTo>
                  <a:pt x="55447" y="180710"/>
                  <a:pt x="55535" y="180686"/>
                  <a:pt x="55621" y="180686"/>
                </a:cubicBezTo>
                <a:close/>
                <a:moveTo>
                  <a:pt x="93734" y="194874"/>
                </a:moveTo>
                <a:cubicBezTo>
                  <a:pt x="93934" y="195407"/>
                  <a:pt x="94168" y="195808"/>
                  <a:pt x="93901" y="196375"/>
                </a:cubicBezTo>
                <a:cubicBezTo>
                  <a:pt x="93401" y="197375"/>
                  <a:pt x="93034" y="198376"/>
                  <a:pt x="92600" y="199443"/>
                </a:cubicBezTo>
                <a:cubicBezTo>
                  <a:pt x="92367" y="199043"/>
                  <a:pt x="92333" y="198576"/>
                  <a:pt x="92467" y="198143"/>
                </a:cubicBezTo>
                <a:cubicBezTo>
                  <a:pt x="92900" y="197075"/>
                  <a:pt x="93267" y="196008"/>
                  <a:pt x="93734" y="194874"/>
                </a:cubicBezTo>
                <a:close/>
                <a:moveTo>
                  <a:pt x="78557" y="197409"/>
                </a:moveTo>
                <a:lnTo>
                  <a:pt x="78557" y="197409"/>
                </a:lnTo>
                <a:cubicBezTo>
                  <a:pt x="78090" y="198476"/>
                  <a:pt x="77656" y="199510"/>
                  <a:pt x="77189" y="200611"/>
                </a:cubicBezTo>
                <a:cubicBezTo>
                  <a:pt x="77089" y="200211"/>
                  <a:pt x="78190" y="197542"/>
                  <a:pt x="78557" y="197409"/>
                </a:cubicBezTo>
                <a:close/>
                <a:moveTo>
                  <a:pt x="94168" y="196174"/>
                </a:moveTo>
                <a:cubicBezTo>
                  <a:pt x="94468" y="196575"/>
                  <a:pt x="94535" y="197108"/>
                  <a:pt x="94335" y="197575"/>
                </a:cubicBezTo>
                <a:cubicBezTo>
                  <a:pt x="93934" y="198643"/>
                  <a:pt x="93634" y="199710"/>
                  <a:pt x="93267" y="200778"/>
                </a:cubicBezTo>
                <a:cubicBezTo>
                  <a:pt x="93234" y="200878"/>
                  <a:pt x="93234" y="200978"/>
                  <a:pt x="93134" y="201045"/>
                </a:cubicBezTo>
                <a:cubicBezTo>
                  <a:pt x="92800" y="200511"/>
                  <a:pt x="92733" y="199810"/>
                  <a:pt x="93000" y="199210"/>
                </a:cubicBezTo>
                <a:cubicBezTo>
                  <a:pt x="93434" y="198276"/>
                  <a:pt x="93768" y="197242"/>
                  <a:pt x="94168" y="196174"/>
                </a:cubicBezTo>
                <a:close/>
                <a:moveTo>
                  <a:pt x="86176" y="181143"/>
                </a:moveTo>
                <a:cubicBezTo>
                  <a:pt x="86417" y="181143"/>
                  <a:pt x="86540" y="181288"/>
                  <a:pt x="86662" y="181631"/>
                </a:cubicBezTo>
                <a:cubicBezTo>
                  <a:pt x="87930" y="186001"/>
                  <a:pt x="89198" y="190337"/>
                  <a:pt x="90499" y="194707"/>
                </a:cubicBezTo>
                <a:cubicBezTo>
                  <a:pt x="91099" y="196708"/>
                  <a:pt x="91733" y="198743"/>
                  <a:pt x="92433" y="200744"/>
                </a:cubicBezTo>
                <a:cubicBezTo>
                  <a:pt x="92467" y="200844"/>
                  <a:pt x="92467" y="200978"/>
                  <a:pt x="92500" y="201111"/>
                </a:cubicBezTo>
                <a:lnTo>
                  <a:pt x="80892" y="198509"/>
                </a:lnTo>
                <a:cubicBezTo>
                  <a:pt x="79924" y="198309"/>
                  <a:pt x="79958" y="198276"/>
                  <a:pt x="79824" y="197275"/>
                </a:cubicBezTo>
                <a:cubicBezTo>
                  <a:pt x="79391" y="194206"/>
                  <a:pt x="78957" y="191104"/>
                  <a:pt x="78523" y="188035"/>
                </a:cubicBezTo>
                <a:cubicBezTo>
                  <a:pt x="78490" y="187668"/>
                  <a:pt x="78523" y="187268"/>
                  <a:pt x="78657" y="186935"/>
                </a:cubicBezTo>
                <a:cubicBezTo>
                  <a:pt x="78056" y="186834"/>
                  <a:pt x="78390" y="186334"/>
                  <a:pt x="78290" y="186067"/>
                </a:cubicBezTo>
                <a:cubicBezTo>
                  <a:pt x="78223" y="185767"/>
                  <a:pt x="78190" y="185467"/>
                  <a:pt x="78156" y="185133"/>
                </a:cubicBezTo>
                <a:cubicBezTo>
                  <a:pt x="78090" y="184833"/>
                  <a:pt x="78023" y="184566"/>
                  <a:pt x="78323" y="184299"/>
                </a:cubicBezTo>
                <a:cubicBezTo>
                  <a:pt x="78390" y="184266"/>
                  <a:pt x="78423" y="184166"/>
                  <a:pt x="78357" y="184099"/>
                </a:cubicBezTo>
                <a:cubicBezTo>
                  <a:pt x="78342" y="184043"/>
                  <a:pt x="78316" y="184022"/>
                  <a:pt x="78286" y="184022"/>
                </a:cubicBezTo>
                <a:cubicBezTo>
                  <a:pt x="78245" y="184022"/>
                  <a:pt x="78195" y="184061"/>
                  <a:pt x="78156" y="184099"/>
                </a:cubicBezTo>
                <a:cubicBezTo>
                  <a:pt x="78120" y="184121"/>
                  <a:pt x="78092" y="184130"/>
                  <a:pt x="78070" y="184130"/>
                </a:cubicBezTo>
                <a:cubicBezTo>
                  <a:pt x="77990" y="184130"/>
                  <a:pt x="77990" y="184011"/>
                  <a:pt x="77990" y="183932"/>
                </a:cubicBezTo>
                <a:cubicBezTo>
                  <a:pt x="77689" y="182598"/>
                  <a:pt x="77689" y="182631"/>
                  <a:pt x="79024" y="182465"/>
                </a:cubicBezTo>
                <a:cubicBezTo>
                  <a:pt x="81325" y="182231"/>
                  <a:pt x="83627" y="181798"/>
                  <a:pt x="85862" y="181197"/>
                </a:cubicBezTo>
                <a:cubicBezTo>
                  <a:pt x="85986" y="181162"/>
                  <a:pt x="86089" y="181143"/>
                  <a:pt x="86176" y="181143"/>
                </a:cubicBezTo>
                <a:close/>
                <a:moveTo>
                  <a:pt x="94659" y="197367"/>
                </a:moveTo>
                <a:cubicBezTo>
                  <a:pt x="94812" y="197739"/>
                  <a:pt x="94908" y="198024"/>
                  <a:pt x="95035" y="198309"/>
                </a:cubicBezTo>
                <a:cubicBezTo>
                  <a:pt x="95068" y="198409"/>
                  <a:pt x="95068" y="198509"/>
                  <a:pt x="95002" y="198610"/>
                </a:cubicBezTo>
                <a:cubicBezTo>
                  <a:pt x="94468" y="199877"/>
                  <a:pt x="94001" y="201211"/>
                  <a:pt x="93634" y="202546"/>
                </a:cubicBezTo>
                <a:cubicBezTo>
                  <a:pt x="93334" y="202112"/>
                  <a:pt x="93301" y="201578"/>
                  <a:pt x="93501" y="201078"/>
                </a:cubicBezTo>
                <a:cubicBezTo>
                  <a:pt x="93832" y="199852"/>
                  <a:pt x="94196" y="198659"/>
                  <a:pt x="94659" y="197367"/>
                </a:cubicBezTo>
                <a:close/>
                <a:moveTo>
                  <a:pt x="51170" y="196508"/>
                </a:moveTo>
                <a:lnTo>
                  <a:pt x="51304" y="196575"/>
                </a:lnTo>
                <a:cubicBezTo>
                  <a:pt x="50937" y="197542"/>
                  <a:pt x="50603" y="198509"/>
                  <a:pt x="50270" y="199510"/>
                </a:cubicBezTo>
                <a:lnTo>
                  <a:pt x="48969" y="203179"/>
                </a:lnTo>
                <a:cubicBezTo>
                  <a:pt x="48735" y="203780"/>
                  <a:pt x="48335" y="204447"/>
                  <a:pt x="47868" y="204614"/>
                </a:cubicBezTo>
                <a:cubicBezTo>
                  <a:pt x="47201" y="204847"/>
                  <a:pt x="46967" y="205314"/>
                  <a:pt x="46567" y="205748"/>
                </a:cubicBezTo>
                <a:cubicBezTo>
                  <a:pt x="46334" y="205948"/>
                  <a:pt x="46167" y="206248"/>
                  <a:pt x="45967" y="206482"/>
                </a:cubicBezTo>
                <a:lnTo>
                  <a:pt x="45867" y="206415"/>
                </a:lnTo>
                <a:lnTo>
                  <a:pt x="45867" y="206382"/>
                </a:lnTo>
                <a:cubicBezTo>
                  <a:pt x="46667" y="204647"/>
                  <a:pt x="47968" y="203213"/>
                  <a:pt x="49102" y="201678"/>
                </a:cubicBezTo>
                <a:cubicBezTo>
                  <a:pt x="49024" y="201656"/>
                  <a:pt x="48973" y="201641"/>
                  <a:pt x="48929" y="201641"/>
                </a:cubicBezTo>
                <a:cubicBezTo>
                  <a:pt x="48843" y="201641"/>
                  <a:pt x="48791" y="201701"/>
                  <a:pt x="48635" y="201879"/>
                </a:cubicBezTo>
                <a:cubicBezTo>
                  <a:pt x="48102" y="202546"/>
                  <a:pt x="47601" y="203213"/>
                  <a:pt x="47101" y="203880"/>
                </a:cubicBezTo>
                <a:cubicBezTo>
                  <a:pt x="47034" y="203980"/>
                  <a:pt x="46934" y="204047"/>
                  <a:pt x="46867" y="204113"/>
                </a:cubicBezTo>
                <a:cubicBezTo>
                  <a:pt x="46967" y="203546"/>
                  <a:pt x="47168" y="203046"/>
                  <a:pt x="47468" y="202579"/>
                </a:cubicBezTo>
                <a:cubicBezTo>
                  <a:pt x="48068" y="201712"/>
                  <a:pt x="48669" y="200878"/>
                  <a:pt x="49302" y="200044"/>
                </a:cubicBezTo>
                <a:cubicBezTo>
                  <a:pt x="49469" y="199777"/>
                  <a:pt x="49703" y="199544"/>
                  <a:pt x="50003" y="199377"/>
                </a:cubicBezTo>
                <a:cubicBezTo>
                  <a:pt x="50170" y="199277"/>
                  <a:pt x="50337" y="199077"/>
                  <a:pt x="50170" y="198910"/>
                </a:cubicBezTo>
                <a:cubicBezTo>
                  <a:pt x="50129" y="198869"/>
                  <a:pt x="50090" y="198852"/>
                  <a:pt x="50053" y="198852"/>
                </a:cubicBezTo>
                <a:cubicBezTo>
                  <a:pt x="49939" y="198852"/>
                  <a:pt x="49845" y="199009"/>
                  <a:pt x="49769" y="199110"/>
                </a:cubicBezTo>
                <a:cubicBezTo>
                  <a:pt x="49069" y="199844"/>
                  <a:pt x="48469" y="200711"/>
                  <a:pt x="47801" y="201512"/>
                </a:cubicBezTo>
                <a:cubicBezTo>
                  <a:pt x="48402" y="199477"/>
                  <a:pt x="50003" y="198143"/>
                  <a:pt x="51170" y="196508"/>
                </a:cubicBezTo>
                <a:close/>
                <a:moveTo>
                  <a:pt x="20982" y="1"/>
                </a:moveTo>
                <a:cubicBezTo>
                  <a:pt x="20982" y="3336"/>
                  <a:pt x="20982" y="6639"/>
                  <a:pt x="20882" y="9975"/>
                </a:cubicBezTo>
                <a:cubicBezTo>
                  <a:pt x="20782" y="13677"/>
                  <a:pt x="20749" y="17413"/>
                  <a:pt x="20682" y="21116"/>
                </a:cubicBezTo>
                <a:cubicBezTo>
                  <a:pt x="20582" y="27854"/>
                  <a:pt x="20482" y="34626"/>
                  <a:pt x="20382" y="41364"/>
                </a:cubicBezTo>
                <a:cubicBezTo>
                  <a:pt x="20315" y="46034"/>
                  <a:pt x="20248" y="50737"/>
                  <a:pt x="20182" y="55407"/>
                </a:cubicBezTo>
                <a:cubicBezTo>
                  <a:pt x="20148" y="58209"/>
                  <a:pt x="20115" y="61011"/>
                  <a:pt x="20082" y="63813"/>
                </a:cubicBezTo>
                <a:cubicBezTo>
                  <a:pt x="20015" y="69751"/>
                  <a:pt x="20048" y="75722"/>
                  <a:pt x="20048" y="81659"/>
                </a:cubicBezTo>
                <a:cubicBezTo>
                  <a:pt x="20082" y="90465"/>
                  <a:pt x="20082" y="99272"/>
                  <a:pt x="20348" y="108078"/>
                </a:cubicBezTo>
                <a:cubicBezTo>
                  <a:pt x="20382" y="109412"/>
                  <a:pt x="20449" y="110780"/>
                  <a:pt x="20515" y="112114"/>
                </a:cubicBezTo>
                <a:cubicBezTo>
                  <a:pt x="20582" y="114016"/>
                  <a:pt x="20682" y="115884"/>
                  <a:pt x="20782" y="117752"/>
                </a:cubicBezTo>
                <a:cubicBezTo>
                  <a:pt x="20782" y="118019"/>
                  <a:pt x="20682" y="118085"/>
                  <a:pt x="20482" y="118185"/>
                </a:cubicBezTo>
                <a:cubicBezTo>
                  <a:pt x="19515" y="118552"/>
                  <a:pt x="18581" y="118886"/>
                  <a:pt x="17647" y="119286"/>
                </a:cubicBezTo>
                <a:cubicBezTo>
                  <a:pt x="14378" y="120687"/>
                  <a:pt x="10975" y="121755"/>
                  <a:pt x="7773" y="123356"/>
                </a:cubicBezTo>
                <a:cubicBezTo>
                  <a:pt x="6572" y="123956"/>
                  <a:pt x="5304" y="124623"/>
                  <a:pt x="4104" y="125124"/>
                </a:cubicBezTo>
                <a:cubicBezTo>
                  <a:pt x="2869" y="125624"/>
                  <a:pt x="2269" y="126358"/>
                  <a:pt x="2302" y="127725"/>
                </a:cubicBezTo>
                <a:cubicBezTo>
                  <a:pt x="2336" y="128593"/>
                  <a:pt x="2236" y="128593"/>
                  <a:pt x="3069" y="128793"/>
                </a:cubicBezTo>
                <a:cubicBezTo>
                  <a:pt x="5071" y="129293"/>
                  <a:pt x="7072" y="129660"/>
                  <a:pt x="9107" y="129994"/>
                </a:cubicBezTo>
                <a:cubicBezTo>
                  <a:pt x="9441" y="130060"/>
                  <a:pt x="9574" y="130194"/>
                  <a:pt x="9574" y="130561"/>
                </a:cubicBezTo>
                <a:cubicBezTo>
                  <a:pt x="9541" y="133796"/>
                  <a:pt x="9541" y="137032"/>
                  <a:pt x="9574" y="140268"/>
                </a:cubicBezTo>
                <a:cubicBezTo>
                  <a:pt x="9574" y="140501"/>
                  <a:pt x="9307" y="140768"/>
                  <a:pt x="9641" y="140968"/>
                </a:cubicBezTo>
                <a:cubicBezTo>
                  <a:pt x="9841" y="141068"/>
                  <a:pt x="10074" y="141168"/>
                  <a:pt x="10308" y="141269"/>
                </a:cubicBezTo>
                <a:cubicBezTo>
                  <a:pt x="10375" y="141302"/>
                  <a:pt x="10408" y="141302"/>
                  <a:pt x="10475" y="141302"/>
                </a:cubicBezTo>
                <a:cubicBezTo>
                  <a:pt x="10708" y="141335"/>
                  <a:pt x="10742" y="141435"/>
                  <a:pt x="10742" y="141669"/>
                </a:cubicBezTo>
                <a:cubicBezTo>
                  <a:pt x="10642" y="142569"/>
                  <a:pt x="10675" y="143470"/>
                  <a:pt x="10608" y="144371"/>
                </a:cubicBezTo>
                <a:cubicBezTo>
                  <a:pt x="10441" y="147573"/>
                  <a:pt x="10308" y="150809"/>
                  <a:pt x="10208" y="154011"/>
                </a:cubicBezTo>
                <a:cubicBezTo>
                  <a:pt x="10108" y="156446"/>
                  <a:pt x="10041" y="158914"/>
                  <a:pt x="10008" y="161350"/>
                </a:cubicBezTo>
                <a:cubicBezTo>
                  <a:pt x="9974" y="163785"/>
                  <a:pt x="9874" y="166220"/>
                  <a:pt x="9774" y="168655"/>
                </a:cubicBezTo>
                <a:cubicBezTo>
                  <a:pt x="9674" y="171190"/>
                  <a:pt x="9507" y="173725"/>
                  <a:pt x="9341" y="176227"/>
                </a:cubicBezTo>
                <a:cubicBezTo>
                  <a:pt x="9274" y="177661"/>
                  <a:pt x="9140" y="179096"/>
                  <a:pt x="9040" y="180530"/>
                </a:cubicBezTo>
                <a:cubicBezTo>
                  <a:pt x="8874" y="182465"/>
                  <a:pt x="8707" y="184433"/>
                  <a:pt x="8573" y="186401"/>
                </a:cubicBezTo>
                <a:cubicBezTo>
                  <a:pt x="8440" y="187869"/>
                  <a:pt x="8340" y="189370"/>
                  <a:pt x="8206" y="190837"/>
                </a:cubicBezTo>
                <a:cubicBezTo>
                  <a:pt x="8073" y="192939"/>
                  <a:pt x="7906" y="195007"/>
                  <a:pt x="7739" y="197108"/>
                </a:cubicBezTo>
                <a:cubicBezTo>
                  <a:pt x="7639" y="198576"/>
                  <a:pt x="7473" y="200044"/>
                  <a:pt x="7473" y="201512"/>
                </a:cubicBezTo>
                <a:cubicBezTo>
                  <a:pt x="7473" y="202179"/>
                  <a:pt x="7139" y="202446"/>
                  <a:pt x="6705" y="202846"/>
                </a:cubicBezTo>
                <a:cubicBezTo>
                  <a:pt x="4571" y="204814"/>
                  <a:pt x="2336" y="206715"/>
                  <a:pt x="1" y="208450"/>
                </a:cubicBezTo>
                <a:lnTo>
                  <a:pt x="1135" y="208450"/>
                </a:lnTo>
                <a:cubicBezTo>
                  <a:pt x="2002" y="207749"/>
                  <a:pt x="2903" y="207049"/>
                  <a:pt x="3770" y="206315"/>
                </a:cubicBezTo>
                <a:cubicBezTo>
                  <a:pt x="5038" y="205248"/>
                  <a:pt x="6338" y="204247"/>
                  <a:pt x="7373" y="202779"/>
                </a:cubicBezTo>
                <a:lnTo>
                  <a:pt x="7373" y="202779"/>
                </a:lnTo>
                <a:cubicBezTo>
                  <a:pt x="7373" y="204747"/>
                  <a:pt x="7106" y="206582"/>
                  <a:pt x="7139" y="208450"/>
                </a:cubicBezTo>
                <a:lnTo>
                  <a:pt x="7539" y="208450"/>
                </a:lnTo>
                <a:cubicBezTo>
                  <a:pt x="7706" y="205348"/>
                  <a:pt x="7873" y="202212"/>
                  <a:pt x="8140" y="199110"/>
                </a:cubicBezTo>
                <a:cubicBezTo>
                  <a:pt x="8340" y="196708"/>
                  <a:pt x="8507" y="194306"/>
                  <a:pt x="8673" y="191871"/>
                </a:cubicBezTo>
                <a:cubicBezTo>
                  <a:pt x="8940" y="188602"/>
                  <a:pt x="9207" y="185367"/>
                  <a:pt x="9474" y="182098"/>
                </a:cubicBezTo>
                <a:cubicBezTo>
                  <a:pt x="9641" y="179863"/>
                  <a:pt x="9774" y="177595"/>
                  <a:pt x="9908" y="175360"/>
                </a:cubicBezTo>
                <a:cubicBezTo>
                  <a:pt x="10074" y="172291"/>
                  <a:pt x="10241" y="169188"/>
                  <a:pt x="10375" y="166120"/>
                </a:cubicBezTo>
                <a:cubicBezTo>
                  <a:pt x="10441" y="164085"/>
                  <a:pt x="10475" y="162017"/>
                  <a:pt x="10508" y="159982"/>
                </a:cubicBezTo>
                <a:cubicBezTo>
                  <a:pt x="10575" y="157247"/>
                  <a:pt x="10608" y="154511"/>
                  <a:pt x="10742" y="151776"/>
                </a:cubicBezTo>
                <a:cubicBezTo>
                  <a:pt x="10842" y="149241"/>
                  <a:pt x="10975" y="146672"/>
                  <a:pt x="11042" y="144104"/>
                </a:cubicBezTo>
                <a:cubicBezTo>
                  <a:pt x="11042" y="143337"/>
                  <a:pt x="11109" y="142569"/>
                  <a:pt x="11109" y="141769"/>
                </a:cubicBezTo>
                <a:cubicBezTo>
                  <a:pt x="11109" y="141565"/>
                  <a:pt x="11160" y="141462"/>
                  <a:pt x="11351" y="141462"/>
                </a:cubicBezTo>
                <a:cubicBezTo>
                  <a:pt x="11379" y="141462"/>
                  <a:pt x="11409" y="141464"/>
                  <a:pt x="11442" y="141469"/>
                </a:cubicBezTo>
                <a:cubicBezTo>
                  <a:pt x="12276" y="141635"/>
                  <a:pt x="13110" y="141802"/>
                  <a:pt x="13944" y="141902"/>
                </a:cubicBezTo>
                <a:cubicBezTo>
                  <a:pt x="14244" y="141902"/>
                  <a:pt x="14511" y="142169"/>
                  <a:pt x="14444" y="142503"/>
                </a:cubicBezTo>
                <a:cubicBezTo>
                  <a:pt x="14411" y="144004"/>
                  <a:pt x="14511" y="145505"/>
                  <a:pt x="14411" y="147039"/>
                </a:cubicBezTo>
                <a:cubicBezTo>
                  <a:pt x="14344" y="148274"/>
                  <a:pt x="14378" y="149574"/>
                  <a:pt x="14277" y="150842"/>
                </a:cubicBezTo>
                <a:cubicBezTo>
                  <a:pt x="14111" y="153277"/>
                  <a:pt x="14077" y="155712"/>
                  <a:pt x="13944" y="158147"/>
                </a:cubicBezTo>
                <a:cubicBezTo>
                  <a:pt x="13844" y="160082"/>
                  <a:pt x="13744" y="161983"/>
                  <a:pt x="13610" y="163918"/>
                </a:cubicBezTo>
                <a:cubicBezTo>
                  <a:pt x="13477" y="166587"/>
                  <a:pt x="13343" y="169222"/>
                  <a:pt x="13210" y="171890"/>
                </a:cubicBezTo>
                <a:cubicBezTo>
                  <a:pt x="13110" y="174092"/>
                  <a:pt x="12977" y="176294"/>
                  <a:pt x="12910" y="178495"/>
                </a:cubicBezTo>
                <a:cubicBezTo>
                  <a:pt x="12776" y="181164"/>
                  <a:pt x="12676" y="183866"/>
                  <a:pt x="12610" y="186568"/>
                </a:cubicBezTo>
                <a:cubicBezTo>
                  <a:pt x="12476" y="189970"/>
                  <a:pt x="12376" y="193406"/>
                  <a:pt x="12309" y="196842"/>
                </a:cubicBezTo>
                <a:cubicBezTo>
                  <a:pt x="12243" y="198876"/>
                  <a:pt x="12176" y="200911"/>
                  <a:pt x="12109" y="202913"/>
                </a:cubicBezTo>
                <a:cubicBezTo>
                  <a:pt x="12009" y="204781"/>
                  <a:pt x="11909" y="206615"/>
                  <a:pt x="11809" y="208450"/>
                </a:cubicBezTo>
                <a:lnTo>
                  <a:pt x="12209" y="208450"/>
                </a:lnTo>
                <a:cubicBezTo>
                  <a:pt x="12243" y="206382"/>
                  <a:pt x="12409" y="204280"/>
                  <a:pt x="12510" y="202212"/>
                </a:cubicBezTo>
                <a:cubicBezTo>
                  <a:pt x="12576" y="200811"/>
                  <a:pt x="12610" y="199377"/>
                  <a:pt x="12643" y="197976"/>
                </a:cubicBezTo>
                <a:cubicBezTo>
                  <a:pt x="12776" y="194440"/>
                  <a:pt x="12910" y="190871"/>
                  <a:pt x="13010" y="187301"/>
                </a:cubicBezTo>
                <a:cubicBezTo>
                  <a:pt x="13077" y="185767"/>
                  <a:pt x="13110" y="184199"/>
                  <a:pt x="13143" y="182631"/>
                </a:cubicBezTo>
                <a:cubicBezTo>
                  <a:pt x="13277" y="179863"/>
                  <a:pt x="13410" y="177094"/>
                  <a:pt x="13544" y="174292"/>
                </a:cubicBezTo>
                <a:cubicBezTo>
                  <a:pt x="13610" y="172491"/>
                  <a:pt x="13677" y="170656"/>
                  <a:pt x="13777" y="168822"/>
                </a:cubicBezTo>
                <a:cubicBezTo>
                  <a:pt x="13911" y="165853"/>
                  <a:pt x="14077" y="162884"/>
                  <a:pt x="14244" y="159882"/>
                </a:cubicBezTo>
                <a:cubicBezTo>
                  <a:pt x="14344" y="158181"/>
                  <a:pt x="14378" y="156479"/>
                  <a:pt x="14478" y="154778"/>
                </a:cubicBezTo>
                <a:cubicBezTo>
                  <a:pt x="14611" y="151809"/>
                  <a:pt x="14778" y="148907"/>
                  <a:pt x="14778" y="145972"/>
                </a:cubicBezTo>
                <a:cubicBezTo>
                  <a:pt x="14778" y="144804"/>
                  <a:pt x="14811" y="143637"/>
                  <a:pt x="14778" y="142469"/>
                </a:cubicBezTo>
                <a:cubicBezTo>
                  <a:pt x="14778" y="142169"/>
                  <a:pt x="14832" y="142031"/>
                  <a:pt x="15087" y="142031"/>
                </a:cubicBezTo>
                <a:cubicBezTo>
                  <a:pt x="15115" y="142031"/>
                  <a:pt x="15145" y="142032"/>
                  <a:pt x="15178" y="142036"/>
                </a:cubicBezTo>
                <a:cubicBezTo>
                  <a:pt x="15678" y="142136"/>
                  <a:pt x="16346" y="142002"/>
                  <a:pt x="16646" y="142269"/>
                </a:cubicBezTo>
                <a:cubicBezTo>
                  <a:pt x="16979" y="142569"/>
                  <a:pt x="16713" y="143203"/>
                  <a:pt x="16713" y="143704"/>
                </a:cubicBezTo>
                <a:cubicBezTo>
                  <a:pt x="16612" y="146305"/>
                  <a:pt x="16546" y="148874"/>
                  <a:pt x="16412" y="151476"/>
                </a:cubicBezTo>
                <a:cubicBezTo>
                  <a:pt x="16279" y="153677"/>
                  <a:pt x="16145" y="155879"/>
                  <a:pt x="15979" y="158047"/>
                </a:cubicBezTo>
                <a:cubicBezTo>
                  <a:pt x="15812" y="160416"/>
                  <a:pt x="15712" y="162751"/>
                  <a:pt x="15578" y="165119"/>
                </a:cubicBezTo>
                <a:cubicBezTo>
                  <a:pt x="15412" y="167754"/>
                  <a:pt x="15245" y="170423"/>
                  <a:pt x="15145" y="173058"/>
                </a:cubicBezTo>
                <a:cubicBezTo>
                  <a:pt x="15078" y="175260"/>
                  <a:pt x="14945" y="177428"/>
                  <a:pt x="14845" y="179629"/>
                </a:cubicBezTo>
                <a:cubicBezTo>
                  <a:pt x="14744" y="181697"/>
                  <a:pt x="14644" y="183732"/>
                  <a:pt x="14544" y="185800"/>
                </a:cubicBezTo>
                <a:cubicBezTo>
                  <a:pt x="14378" y="189003"/>
                  <a:pt x="14211" y="192205"/>
                  <a:pt x="14044" y="195407"/>
                </a:cubicBezTo>
                <a:cubicBezTo>
                  <a:pt x="13911" y="197309"/>
                  <a:pt x="13810" y="199177"/>
                  <a:pt x="13710" y="201078"/>
                </a:cubicBezTo>
                <a:cubicBezTo>
                  <a:pt x="13610" y="203346"/>
                  <a:pt x="13477" y="205648"/>
                  <a:pt x="13410" y="207916"/>
                </a:cubicBezTo>
                <a:cubicBezTo>
                  <a:pt x="13410" y="208083"/>
                  <a:pt x="13377" y="208250"/>
                  <a:pt x="13343" y="208417"/>
                </a:cubicBezTo>
                <a:lnTo>
                  <a:pt x="13744" y="208417"/>
                </a:lnTo>
                <a:cubicBezTo>
                  <a:pt x="13777" y="208183"/>
                  <a:pt x="13844" y="207983"/>
                  <a:pt x="13844" y="207783"/>
                </a:cubicBezTo>
                <a:cubicBezTo>
                  <a:pt x="13977" y="205248"/>
                  <a:pt x="14077" y="202712"/>
                  <a:pt x="14177" y="200177"/>
                </a:cubicBezTo>
                <a:cubicBezTo>
                  <a:pt x="14211" y="199710"/>
                  <a:pt x="14277" y="199277"/>
                  <a:pt x="14277" y="198843"/>
                </a:cubicBezTo>
                <a:cubicBezTo>
                  <a:pt x="14277" y="198643"/>
                  <a:pt x="14378" y="198443"/>
                  <a:pt x="14578" y="198376"/>
                </a:cubicBezTo>
                <a:cubicBezTo>
                  <a:pt x="15245" y="197976"/>
                  <a:pt x="15879" y="197475"/>
                  <a:pt x="16379" y="196908"/>
                </a:cubicBezTo>
                <a:cubicBezTo>
                  <a:pt x="17180" y="196008"/>
                  <a:pt x="18047" y="195174"/>
                  <a:pt x="18981" y="194407"/>
                </a:cubicBezTo>
                <a:cubicBezTo>
                  <a:pt x="19982" y="193573"/>
                  <a:pt x="20916" y="192639"/>
                  <a:pt x="21749" y="191638"/>
                </a:cubicBezTo>
                <a:cubicBezTo>
                  <a:pt x="22083" y="191238"/>
                  <a:pt x="22650" y="191138"/>
                  <a:pt x="22850" y="190604"/>
                </a:cubicBezTo>
                <a:cubicBezTo>
                  <a:pt x="22861" y="190559"/>
                  <a:pt x="22887" y="190545"/>
                  <a:pt x="22919" y="190545"/>
                </a:cubicBezTo>
                <a:cubicBezTo>
                  <a:pt x="22984" y="190545"/>
                  <a:pt x="23073" y="190604"/>
                  <a:pt x="23117" y="190604"/>
                </a:cubicBezTo>
                <a:cubicBezTo>
                  <a:pt x="25385" y="191037"/>
                  <a:pt x="27620" y="191371"/>
                  <a:pt x="29889" y="191605"/>
                </a:cubicBezTo>
                <a:cubicBezTo>
                  <a:pt x="30756" y="191705"/>
                  <a:pt x="31623" y="191738"/>
                  <a:pt x="32490" y="191805"/>
                </a:cubicBezTo>
                <a:cubicBezTo>
                  <a:pt x="32757" y="191805"/>
                  <a:pt x="32891" y="191871"/>
                  <a:pt x="32891" y="192205"/>
                </a:cubicBezTo>
                <a:cubicBezTo>
                  <a:pt x="32991" y="193272"/>
                  <a:pt x="33091" y="194340"/>
                  <a:pt x="33191" y="195407"/>
                </a:cubicBezTo>
                <a:cubicBezTo>
                  <a:pt x="33224" y="195541"/>
                  <a:pt x="33258" y="195674"/>
                  <a:pt x="33291" y="195808"/>
                </a:cubicBezTo>
                <a:cubicBezTo>
                  <a:pt x="33324" y="195908"/>
                  <a:pt x="33358" y="195974"/>
                  <a:pt x="33458" y="195974"/>
                </a:cubicBezTo>
                <a:cubicBezTo>
                  <a:pt x="33558" y="195974"/>
                  <a:pt x="33591" y="195908"/>
                  <a:pt x="33591" y="195841"/>
                </a:cubicBezTo>
                <a:cubicBezTo>
                  <a:pt x="33591" y="195641"/>
                  <a:pt x="33661" y="195590"/>
                  <a:pt x="33756" y="195590"/>
                </a:cubicBezTo>
                <a:cubicBezTo>
                  <a:pt x="33836" y="195590"/>
                  <a:pt x="33934" y="195626"/>
                  <a:pt x="34025" y="195641"/>
                </a:cubicBezTo>
                <a:cubicBezTo>
                  <a:pt x="35126" y="195841"/>
                  <a:pt x="36193" y="196074"/>
                  <a:pt x="37294" y="196341"/>
                </a:cubicBezTo>
                <a:cubicBezTo>
                  <a:pt x="37461" y="196408"/>
                  <a:pt x="37694" y="196408"/>
                  <a:pt x="37894" y="196408"/>
                </a:cubicBezTo>
                <a:cubicBezTo>
                  <a:pt x="38094" y="196375"/>
                  <a:pt x="38461" y="196408"/>
                  <a:pt x="38128" y="196008"/>
                </a:cubicBezTo>
                <a:cubicBezTo>
                  <a:pt x="37994" y="195874"/>
                  <a:pt x="38161" y="195808"/>
                  <a:pt x="38228" y="195707"/>
                </a:cubicBezTo>
                <a:cubicBezTo>
                  <a:pt x="38395" y="195441"/>
                  <a:pt x="38595" y="195207"/>
                  <a:pt x="38795" y="194940"/>
                </a:cubicBezTo>
                <a:cubicBezTo>
                  <a:pt x="38828" y="194840"/>
                  <a:pt x="38895" y="194807"/>
                  <a:pt x="38862" y="194673"/>
                </a:cubicBezTo>
                <a:cubicBezTo>
                  <a:pt x="38561" y="193940"/>
                  <a:pt x="38695" y="193139"/>
                  <a:pt x="38428" y="192372"/>
                </a:cubicBezTo>
                <a:lnTo>
                  <a:pt x="38428" y="192372"/>
                </a:lnTo>
                <a:cubicBezTo>
                  <a:pt x="39729" y="192572"/>
                  <a:pt x="40930" y="192805"/>
                  <a:pt x="42131" y="193006"/>
                </a:cubicBezTo>
                <a:cubicBezTo>
                  <a:pt x="44232" y="193339"/>
                  <a:pt x="46334" y="193639"/>
                  <a:pt x="48469" y="193940"/>
                </a:cubicBezTo>
                <a:cubicBezTo>
                  <a:pt x="48802" y="193973"/>
                  <a:pt x="49136" y="193973"/>
                  <a:pt x="49469" y="193973"/>
                </a:cubicBezTo>
                <a:cubicBezTo>
                  <a:pt x="49803" y="193973"/>
                  <a:pt x="49870" y="194106"/>
                  <a:pt x="49769" y="194440"/>
                </a:cubicBezTo>
                <a:cubicBezTo>
                  <a:pt x="48035" y="199043"/>
                  <a:pt x="46300" y="203646"/>
                  <a:pt x="44599" y="208216"/>
                </a:cubicBezTo>
                <a:cubicBezTo>
                  <a:pt x="44599" y="208283"/>
                  <a:pt x="44599" y="208317"/>
                  <a:pt x="44599" y="208383"/>
                </a:cubicBezTo>
                <a:lnTo>
                  <a:pt x="45099" y="208383"/>
                </a:lnTo>
                <a:cubicBezTo>
                  <a:pt x="45633" y="206949"/>
                  <a:pt x="46801" y="206015"/>
                  <a:pt x="47568" y="204781"/>
                </a:cubicBezTo>
                <a:lnTo>
                  <a:pt x="47701" y="204881"/>
                </a:lnTo>
                <a:lnTo>
                  <a:pt x="47001" y="205815"/>
                </a:lnTo>
                <a:cubicBezTo>
                  <a:pt x="46734" y="206182"/>
                  <a:pt x="46500" y="206515"/>
                  <a:pt x="46267" y="206849"/>
                </a:cubicBezTo>
                <a:cubicBezTo>
                  <a:pt x="46167" y="207016"/>
                  <a:pt x="46033" y="207182"/>
                  <a:pt x="45967" y="207282"/>
                </a:cubicBezTo>
                <a:cubicBezTo>
                  <a:pt x="45900" y="207383"/>
                  <a:pt x="45733" y="207516"/>
                  <a:pt x="45900" y="207616"/>
                </a:cubicBezTo>
                <a:cubicBezTo>
                  <a:pt x="45939" y="207648"/>
                  <a:pt x="45973" y="207660"/>
                  <a:pt x="46003" y="207660"/>
                </a:cubicBezTo>
                <a:cubicBezTo>
                  <a:pt x="46098" y="207660"/>
                  <a:pt x="46149" y="207526"/>
                  <a:pt x="46200" y="207449"/>
                </a:cubicBezTo>
                <a:cubicBezTo>
                  <a:pt x="46867" y="206515"/>
                  <a:pt x="47568" y="205581"/>
                  <a:pt x="48235" y="204647"/>
                </a:cubicBezTo>
                <a:cubicBezTo>
                  <a:pt x="48268" y="204580"/>
                  <a:pt x="48335" y="204514"/>
                  <a:pt x="48502" y="204347"/>
                </a:cubicBezTo>
                <a:lnTo>
                  <a:pt x="48502" y="204347"/>
                </a:lnTo>
                <a:cubicBezTo>
                  <a:pt x="48035" y="205781"/>
                  <a:pt x="47568" y="207082"/>
                  <a:pt x="47134" y="208383"/>
                </a:cubicBezTo>
                <a:lnTo>
                  <a:pt x="47635" y="208383"/>
                </a:lnTo>
                <a:cubicBezTo>
                  <a:pt x="48335" y="206415"/>
                  <a:pt x="49036" y="204447"/>
                  <a:pt x="49736" y="202512"/>
                </a:cubicBezTo>
                <a:cubicBezTo>
                  <a:pt x="50637" y="200011"/>
                  <a:pt x="51537" y="197509"/>
                  <a:pt x="52405" y="195007"/>
                </a:cubicBezTo>
                <a:cubicBezTo>
                  <a:pt x="52553" y="194613"/>
                  <a:pt x="52737" y="194510"/>
                  <a:pt x="52984" y="194510"/>
                </a:cubicBezTo>
                <a:cubicBezTo>
                  <a:pt x="53072" y="194510"/>
                  <a:pt x="53167" y="194523"/>
                  <a:pt x="53272" y="194540"/>
                </a:cubicBezTo>
                <a:cubicBezTo>
                  <a:pt x="55440" y="194940"/>
                  <a:pt x="57608" y="195207"/>
                  <a:pt x="59810" y="195341"/>
                </a:cubicBezTo>
                <a:cubicBezTo>
                  <a:pt x="60210" y="195341"/>
                  <a:pt x="60210" y="195341"/>
                  <a:pt x="60444" y="195074"/>
                </a:cubicBezTo>
                <a:lnTo>
                  <a:pt x="60444" y="195074"/>
                </a:lnTo>
                <a:cubicBezTo>
                  <a:pt x="60344" y="195707"/>
                  <a:pt x="60244" y="196341"/>
                  <a:pt x="60110" y="197008"/>
                </a:cubicBezTo>
                <a:cubicBezTo>
                  <a:pt x="59510" y="200444"/>
                  <a:pt x="58843" y="203880"/>
                  <a:pt x="58342" y="207316"/>
                </a:cubicBezTo>
                <a:cubicBezTo>
                  <a:pt x="58276" y="207683"/>
                  <a:pt x="58209" y="208016"/>
                  <a:pt x="58142" y="208383"/>
                </a:cubicBezTo>
                <a:lnTo>
                  <a:pt x="58576" y="208383"/>
                </a:lnTo>
                <a:cubicBezTo>
                  <a:pt x="58709" y="207850"/>
                  <a:pt x="58743" y="207316"/>
                  <a:pt x="58743" y="206749"/>
                </a:cubicBezTo>
                <a:cubicBezTo>
                  <a:pt x="58943" y="204414"/>
                  <a:pt x="60210" y="202546"/>
                  <a:pt x="61311" y="200611"/>
                </a:cubicBezTo>
                <a:cubicBezTo>
                  <a:pt x="61344" y="200544"/>
                  <a:pt x="61411" y="200478"/>
                  <a:pt x="61444" y="200411"/>
                </a:cubicBezTo>
                <a:cubicBezTo>
                  <a:pt x="61478" y="200344"/>
                  <a:pt x="61578" y="200277"/>
                  <a:pt x="61478" y="200177"/>
                </a:cubicBezTo>
                <a:cubicBezTo>
                  <a:pt x="61455" y="200162"/>
                  <a:pt x="61433" y="200155"/>
                  <a:pt x="61413" y="200155"/>
                </a:cubicBezTo>
                <a:cubicBezTo>
                  <a:pt x="61347" y="200155"/>
                  <a:pt x="61296" y="200226"/>
                  <a:pt x="61244" y="200277"/>
                </a:cubicBezTo>
                <a:cubicBezTo>
                  <a:pt x="61044" y="200611"/>
                  <a:pt x="60811" y="200945"/>
                  <a:pt x="60611" y="201278"/>
                </a:cubicBezTo>
                <a:cubicBezTo>
                  <a:pt x="60244" y="201979"/>
                  <a:pt x="59877" y="202646"/>
                  <a:pt x="59476" y="203346"/>
                </a:cubicBezTo>
                <a:cubicBezTo>
                  <a:pt x="59476" y="202646"/>
                  <a:pt x="59543" y="202446"/>
                  <a:pt x="60010" y="201545"/>
                </a:cubicBezTo>
                <a:cubicBezTo>
                  <a:pt x="60277" y="200978"/>
                  <a:pt x="60611" y="200377"/>
                  <a:pt x="60911" y="199810"/>
                </a:cubicBezTo>
                <a:cubicBezTo>
                  <a:pt x="61211" y="199277"/>
                  <a:pt x="61511" y="198710"/>
                  <a:pt x="61778" y="198109"/>
                </a:cubicBezTo>
                <a:lnTo>
                  <a:pt x="61778" y="198109"/>
                </a:lnTo>
                <a:cubicBezTo>
                  <a:pt x="61011" y="198976"/>
                  <a:pt x="60577" y="200044"/>
                  <a:pt x="59943" y="200978"/>
                </a:cubicBezTo>
                <a:cubicBezTo>
                  <a:pt x="59977" y="199177"/>
                  <a:pt x="61411" y="198076"/>
                  <a:pt x="62245" y="196641"/>
                </a:cubicBezTo>
                <a:lnTo>
                  <a:pt x="62245" y="196641"/>
                </a:lnTo>
                <a:cubicBezTo>
                  <a:pt x="62112" y="197475"/>
                  <a:pt x="61978" y="198343"/>
                  <a:pt x="61811" y="199210"/>
                </a:cubicBezTo>
                <a:cubicBezTo>
                  <a:pt x="61678" y="200177"/>
                  <a:pt x="61478" y="201145"/>
                  <a:pt x="61344" y="202112"/>
                </a:cubicBezTo>
                <a:cubicBezTo>
                  <a:pt x="61311" y="202312"/>
                  <a:pt x="61244" y="202412"/>
                  <a:pt x="61078" y="202412"/>
                </a:cubicBezTo>
                <a:cubicBezTo>
                  <a:pt x="60877" y="202412"/>
                  <a:pt x="60811" y="202612"/>
                  <a:pt x="60744" y="202746"/>
                </a:cubicBezTo>
                <a:cubicBezTo>
                  <a:pt x="60210" y="203680"/>
                  <a:pt x="59710" y="204614"/>
                  <a:pt x="59176" y="205548"/>
                </a:cubicBezTo>
                <a:cubicBezTo>
                  <a:pt x="59143" y="205681"/>
                  <a:pt x="58976" y="205848"/>
                  <a:pt x="59143" y="205948"/>
                </a:cubicBezTo>
                <a:cubicBezTo>
                  <a:pt x="59181" y="205974"/>
                  <a:pt x="59213" y="205985"/>
                  <a:pt x="59241" y="205985"/>
                </a:cubicBezTo>
                <a:cubicBezTo>
                  <a:pt x="59357" y="205985"/>
                  <a:pt x="59389" y="205789"/>
                  <a:pt x="59443" y="205681"/>
                </a:cubicBezTo>
                <a:cubicBezTo>
                  <a:pt x="59677" y="205248"/>
                  <a:pt x="59943" y="204747"/>
                  <a:pt x="60144" y="204314"/>
                </a:cubicBezTo>
                <a:cubicBezTo>
                  <a:pt x="60377" y="203913"/>
                  <a:pt x="60544" y="203380"/>
                  <a:pt x="61144" y="203280"/>
                </a:cubicBezTo>
                <a:lnTo>
                  <a:pt x="61144" y="203280"/>
                </a:lnTo>
                <a:cubicBezTo>
                  <a:pt x="60944" y="204214"/>
                  <a:pt x="61111" y="205181"/>
                  <a:pt x="60444" y="206015"/>
                </a:cubicBezTo>
                <a:cubicBezTo>
                  <a:pt x="60144" y="206415"/>
                  <a:pt x="59910" y="206815"/>
                  <a:pt x="59710" y="207249"/>
                </a:cubicBezTo>
                <a:cubicBezTo>
                  <a:pt x="59643" y="207349"/>
                  <a:pt x="59510" y="207549"/>
                  <a:pt x="59710" y="207649"/>
                </a:cubicBezTo>
                <a:cubicBezTo>
                  <a:pt x="59750" y="207666"/>
                  <a:pt x="59783" y="207674"/>
                  <a:pt x="59810" y="207674"/>
                </a:cubicBezTo>
                <a:cubicBezTo>
                  <a:pt x="59945" y="207674"/>
                  <a:pt x="59955" y="207499"/>
                  <a:pt x="60010" y="207416"/>
                </a:cubicBezTo>
                <a:cubicBezTo>
                  <a:pt x="60210" y="206916"/>
                  <a:pt x="60477" y="206449"/>
                  <a:pt x="60811" y="206015"/>
                </a:cubicBezTo>
                <a:lnTo>
                  <a:pt x="60811" y="206015"/>
                </a:lnTo>
                <a:cubicBezTo>
                  <a:pt x="60711" y="206916"/>
                  <a:pt x="60611" y="207649"/>
                  <a:pt x="60510" y="208417"/>
                </a:cubicBezTo>
                <a:lnTo>
                  <a:pt x="60944" y="208417"/>
                </a:lnTo>
                <a:cubicBezTo>
                  <a:pt x="61545" y="204414"/>
                  <a:pt x="62212" y="200411"/>
                  <a:pt x="62879" y="196441"/>
                </a:cubicBezTo>
                <a:cubicBezTo>
                  <a:pt x="62975" y="195960"/>
                  <a:pt x="62985" y="195826"/>
                  <a:pt x="63245" y="195826"/>
                </a:cubicBezTo>
                <a:cubicBezTo>
                  <a:pt x="63345" y="195826"/>
                  <a:pt x="63484" y="195846"/>
                  <a:pt x="63679" y="195874"/>
                </a:cubicBezTo>
                <a:cubicBezTo>
                  <a:pt x="66648" y="196308"/>
                  <a:pt x="69550" y="196775"/>
                  <a:pt x="72486" y="197409"/>
                </a:cubicBezTo>
                <a:cubicBezTo>
                  <a:pt x="73486" y="197676"/>
                  <a:pt x="74520" y="197876"/>
                  <a:pt x="75588" y="197942"/>
                </a:cubicBezTo>
                <a:cubicBezTo>
                  <a:pt x="75655" y="197959"/>
                  <a:pt x="75730" y="197967"/>
                  <a:pt x="75805" y="197967"/>
                </a:cubicBezTo>
                <a:cubicBezTo>
                  <a:pt x="75880" y="197967"/>
                  <a:pt x="75955" y="197959"/>
                  <a:pt x="76022" y="197942"/>
                </a:cubicBezTo>
                <a:cubicBezTo>
                  <a:pt x="76063" y="197928"/>
                  <a:pt x="76099" y="197922"/>
                  <a:pt x="76130" y="197922"/>
                </a:cubicBezTo>
                <a:cubicBezTo>
                  <a:pt x="76247" y="197922"/>
                  <a:pt x="76288" y="198018"/>
                  <a:pt x="76288" y="198176"/>
                </a:cubicBezTo>
                <a:cubicBezTo>
                  <a:pt x="76522" y="200077"/>
                  <a:pt x="76722" y="202012"/>
                  <a:pt x="76922" y="203913"/>
                </a:cubicBezTo>
                <a:cubicBezTo>
                  <a:pt x="77089" y="205414"/>
                  <a:pt x="77256" y="206916"/>
                  <a:pt x="77423" y="208383"/>
                </a:cubicBezTo>
                <a:lnTo>
                  <a:pt x="77856" y="208383"/>
                </a:lnTo>
                <a:lnTo>
                  <a:pt x="77523" y="204647"/>
                </a:lnTo>
                <a:cubicBezTo>
                  <a:pt x="77523" y="204547"/>
                  <a:pt x="77456" y="204414"/>
                  <a:pt x="77523" y="204347"/>
                </a:cubicBezTo>
                <a:cubicBezTo>
                  <a:pt x="78156" y="203246"/>
                  <a:pt x="78357" y="201979"/>
                  <a:pt x="78890" y="200844"/>
                </a:cubicBezTo>
                <a:cubicBezTo>
                  <a:pt x="78924" y="200744"/>
                  <a:pt x="78990" y="200678"/>
                  <a:pt x="79057" y="200544"/>
                </a:cubicBezTo>
                <a:lnTo>
                  <a:pt x="79057" y="200544"/>
                </a:lnTo>
                <a:cubicBezTo>
                  <a:pt x="79190" y="201045"/>
                  <a:pt x="78924" y="201445"/>
                  <a:pt x="78723" y="201945"/>
                </a:cubicBezTo>
                <a:cubicBezTo>
                  <a:pt x="79224" y="201545"/>
                  <a:pt x="79457" y="200678"/>
                  <a:pt x="79291" y="200277"/>
                </a:cubicBezTo>
                <a:cubicBezTo>
                  <a:pt x="79232" y="200176"/>
                  <a:pt x="79168" y="200137"/>
                  <a:pt x="79108" y="200137"/>
                </a:cubicBezTo>
                <a:cubicBezTo>
                  <a:pt x="79031" y="200137"/>
                  <a:pt x="78961" y="200202"/>
                  <a:pt x="78924" y="200277"/>
                </a:cubicBezTo>
                <a:cubicBezTo>
                  <a:pt x="78757" y="200578"/>
                  <a:pt x="78623" y="200878"/>
                  <a:pt x="78490" y="201211"/>
                </a:cubicBezTo>
                <a:cubicBezTo>
                  <a:pt x="78156" y="202012"/>
                  <a:pt x="77856" y="202846"/>
                  <a:pt x="77523" y="203747"/>
                </a:cubicBezTo>
                <a:cubicBezTo>
                  <a:pt x="77322" y="203280"/>
                  <a:pt x="77356" y="202779"/>
                  <a:pt x="77589" y="202312"/>
                </a:cubicBezTo>
                <a:cubicBezTo>
                  <a:pt x="77990" y="201412"/>
                  <a:pt x="78290" y="200478"/>
                  <a:pt x="78657" y="199544"/>
                </a:cubicBezTo>
                <a:cubicBezTo>
                  <a:pt x="78690" y="199243"/>
                  <a:pt x="78857" y="198976"/>
                  <a:pt x="79057" y="198776"/>
                </a:cubicBezTo>
                <a:cubicBezTo>
                  <a:pt x="79157" y="198676"/>
                  <a:pt x="79190" y="198576"/>
                  <a:pt x="79190" y="198443"/>
                </a:cubicBezTo>
                <a:cubicBezTo>
                  <a:pt x="79190" y="198309"/>
                  <a:pt x="79257" y="198076"/>
                  <a:pt x="79090" y="198009"/>
                </a:cubicBezTo>
                <a:cubicBezTo>
                  <a:pt x="79077" y="198007"/>
                  <a:pt x="79065" y="198006"/>
                  <a:pt x="79053" y="198006"/>
                </a:cubicBezTo>
                <a:cubicBezTo>
                  <a:pt x="78886" y="198006"/>
                  <a:pt x="78855" y="198216"/>
                  <a:pt x="78824" y="198309"/>
                </a:cubicBezTo>
                <a:cubicBezTo>
                  <a:pt x="78323" y="199510"/>
                  <a:pt x="77823" y="200711"/>
                  <a:pt x="77322" y="201979"/>
                </a:cubicBezTo>
                <a:cubicBezTo>
                  <a:pt x="77156" y="201545"/>
                  <a:pt x="77189" y="201045"/>
                  <a:pt x="77456" y="200644"/>
                </a:cubicBezTo>
                <a:cubicBezTo>
                  <a:pt x="77823" y="199877"/>
                  <a:pt x="78156" y="199110"/>
                  <a:pt x="78423" y="198309"/>
                </a:cubicBezTo>
                <a:cubicBezTo>
                  <a:pt x="78590" y="197842"/>
                  <a:pt x="78824" y="197409"/>
                  <a:pt x="79157" y="197008"/>
                </a:cubicBezTo>
                <a:cubicBezTo>
                  <a:pt x="79104" y="196965"/>
                  <a:pt x="79059" y="196948"/>
                  <a:pt x="79017" y="196948"/>
                </a:cubicBezTo>
                <a:cubicBezTo>
                  <a:pt x="78900" y="196948"/>
                  <a:pt x="78813" y="197075"/>
                  <a:pt x="78690" y="197075"/>
                </a:cubicBezTo>
                <a:cubicBezTo>
                  <a:pt x="78757" y="196908"/>
                  <a:pt x="78824" y="196742"/>
                  <a:pt x="78857" y="196541"/>
                </a:cubicBezTo>
                <a:cubicBezTo>
                  <a:pt x="78890" y="196408"/>
                  <a:pt x="78957" y="196141"/>
                  <a:pt x="78790" y="196108"/>
                </a:cubicBezTo>
                <a:cubicBezTo>
                  <a:pt x="78763" y="196099"/>
                  <a:pt x="78738" y="196095"/>
                  <a:pt x="78716" y="196095"/>
                </a:cubicBezTo>
                <a:cubicBezTo>
                  <a:pt x="78572" y="196095"/>
                  <a:pt x="78514" y="196264"/>
                  <a:pt x="78457" y="196408"/>
                </a:cubicBezTo>
                <a:cubicBezTo>
                  <a:pt x="78023" y="197309"/>
                  <a:pt x="77623" y="198243"/>
                  <a:pt x="77189" y="199143"/>
                </a:cubicBezTo>
                <a:cubicBezTo>
                  <a:pt x="77156" y="199210"/>
                  <a:pt x="77156" y="199310"/>
                  <a:pt x="77022" y="199377"/>
                </a:cubicBezTo>
                <a:cubicBezTo>
                  <a:pt x="76922" y="198876"/>
                  <a:pt x="76956" y="198376"/>
                  <a:pt x="77156" y="197909"/>
                </a:cubicBezTo>
                <a:cubicBezTo>
                  <a:pt x="77689" y="196775"/>
                  <a:pt x="78223" y="195641"/>
                  <a:pt x="78890" y="194507"/>
                </a:cubicBezTo>
                <a:cubicBezTo>
                  <a:pt x="79024" y="195407"/>
                  <a:pt x="79157" y="196341"/>
                  <a:pt x="79291" y="197242"/>
                </a:cubicBezTo>
                <a:cubicBezTo>
                  <a:pt x="79691" y="199610"/>
                  <a:pt x="80058" y="202012"/>
                  <a:pt x="80458" y="204380"/>
                </a:cubicBezTo>
                <a:cubicBezTo>
                  <a:pt x="80658" y="205581"/>
                  <a:pt x="80825" y="206815"/>
                  <a:pt x="81025" y="208016"/>
                </a:cubicBezTo>
                <a:cubicBezTo>
                  <a:pt x="81058" y="208150"/>
                  <a:pt x="81092" y="208250"/>
                  <a:pt x="81125" y="208350"/>
                </a:cubicBezTo>
                <a:lnTo>
                  <a:pt x="81425" y="208350"/>
                </a:lnTo>
                <a:cubicBezTo>
                  <a:pt x="81325" y="207016"/>
                  <a:pt x="81058" y="205715"/>
                  <a:pt x="80892" y="204414"/>
                </a:cubicBezTo>
                <a:cubicBezTo>
                  <a:pt x="80625" y="202646"/>
                  <a:pt x="80358" y="200911"/>
                  <a:pt x="80091" y="199177"/>
                </a:cubicBezTo>
                <a:cubicBezTo>
                  <a:pt x="80041" y="198925"/>
                  <a:pt x="80047" y="198806"/>
                  <a:pt x="80226" y="198806"/>
                </a:cubicBezTo>
                <a:cubicBezTo>
                  <a:pt x="80284" y="198806"/>
                  <a:pt x="80360" y="198819"/>
                  <a:pt x="80458" y="198843"/>
                </a:cubicBezTo>
                <a:cubicBezTo>
                  <a:pt x="82926" y="199510"/>
                  <a:pt x="85462" y="200044"/>
                  <a:pt x="87963" y="200578"/>
                </a:cubicBezTo>
                <a:cubicBezTo>
                  <a:pt x="89264" y="200878"/>
                  <a:pt x="90565" y="201111"/>
                  <a:pt x="91799" y="201512"/>
                </a:cubicBezTo>
                <a:cubicBezTo>
                  <a:pt x="91894" y="201535"/>
                  <a:pt x="91988" y="201559"/>
                  <a:pt x="92071" y="201559"/>
                </a:cubicBezTo>
                <a:cubicBezTo>
                  <a:pt x="92105" y="201559"/>
                  <a:pt x="92137" y="201555"/>
                  <a:pt x="92166" y="201545"/>
                </a:cubicBezTo>
                <a:cubicBezTo>
                  <a:pt x="92297" y="201467"/>
                  <a:pt x="92396" y="201434"/>
                  <a:pt x="92473" y="201434"/>
                </a:cubicBezTo>
                <a:cubicBezTo>
                  <a:pt x="92691" y="201434"/>
                  <a:pt x="92735" y="201699"/>
                  <a:pt x="92834" y="201945"/>
                </a:cubicBezTo>
                <a:cubicBezTo>
                  <a:pt x="93567" y="204080"/>
                  <a:pt x="94335" y="206215"/>
                  <a:pt x="95068" y="208350"/>
                </a:cubicBezTo>
                <a:lnTo>
                  <a:pt x="95569" y="208350"/>
                </a:lnTo>
                <a:cubicBezTo>
                  <a:pt x="95369" y="207749"/>
                  <a:pt x="95135" y="207116"/>
                  <a:pt x="94902" y="206515"/>
                </a:cubicBezTo>
                <a:cubicBezTo>
                  <a:pt x="94768" y="206215"/>
                  <a:pt x="95035" y="206048"/>
                  <a:pt x="95068" y="205815"/>
                </a:cubicBezTo>
                <a:cubicBezTo>
                  <a:pt x="95302" y="204747"/>
                  <a:pt x="95569" y="203713"/>
                  <a:pt x="95902" y="202679"/>
                </a:cubicBezTo>
                <a:cubicBezTo>
                  <a:pt x="96069" y="202746"/>
                  <a:pt x="95936" y="202946"/>
                  <a:pt x="96103" y="202946"/>
                </a:cubicBezTo>
                <a:cubicBezTo>
                  <a:pt x="96236" y="202879"/>
                  <a:pt x="96203" y="202746"/>
                  <a:pt x="96203" y="202646"/>
                </a:cubicBezTo>
                <a:cubicBezTo>
                  <a:pt x="96169" y="202479"/>
                  <a:pt x="96169" y="202245"/>
                  <a:pt x="95969" y="202179"/>
                </a:cubicBezTo>
                <a:cubicBezTo>
                  <a:pt x="95957" y="202176"/>
                  <a:pt x="95946" y="202174"/>
                  <a:pt x="95935" y="202174"/>
                </a:cubicBezTo>
                <a:cubicBezTo>
                  <a:pt x="95824" y="202174"/>
                  <a:pt x="95766" y="202321"/>
                  <a:pt x="95736" y="202412"/>
                </a:cubicBezTo>
                <a:cubicBezTo>
                  <a:pt x="95469" y="203413"/>
                  <a:pt x="95169" y="204380"/>
                  <a:pt x="94902" y="205348"/>
                </a:cubicBezTo>
                <a:cubicBezTo>
                  <a:pt x="94835" y="205548"/>
                  <a:pt x="94802" y="205681"/>
                  <a:pt x="94735" y="205948"/>
                </a:cubicBezTo>
                <a:cubicBezTo>
                  <a:pt x="94401" y="204947"/>
                  <a:pt x="94068" y="204047"/>
                  <a:pt x="93768" y="203146"/>
                </a:cubicBezTo>
                <a:cubicBezTo>
                  <a:pt x="93701" y="202846"/>
                  <a:pt x="93934" y="202579"/>
                  <a:pt x="94001" y="202279"/>
                </a:cubicBezTo>
                <a:cubicBezTo>
                  <a:pt x="94301" y="201078"/>
                  <a:pt x="94668" y="199877"/>
                  <a:pt x="95102" y="198710"/>
                </a:cubicBezTo>
                <a:cubicBezTo>
                  <a:pt x="95302" y="198843"/>
                  <a:pt x="95302" y="199043"/>
                  <a:pt x="95369" y="199210"/>
                </a:cubicBezTo>
                <a:cubicBezTo>
                  <a:pt x="96236" y="201345"/>
                  <a:pt x="97070" y="203513"/>
                  <a:pt x="97937" y="205648"/>
                </a:cubicBezTo>
                <a:cubicBezTo>
                  <a:pt x="98171" y="206015"/>
                  <a:pt x="98004" y="206515"/>
                  <a:pt x="97604" y="206682"/>
                </a:cubicBezTo>
                <a:cubicBezTo>
                  <a:pt x="97037" y="207016"/>
                  <a:pt x="96970" y="207616"/>
                  <a:pt x="96636" y="208216"/>
                </a:cubicBezTo>
                <a:cubicBezTo>
                  <a:pt x="97170" y="208016"/>
                  <a:pt x="97103" y="207516"/>
                  <a:pt x="97370" y="207316"/>
                </a:cubicBezTo>
                <a:lnTo>
                  <a:pt x="97370" y="207316"/>
                </a:lnTo>
                <a:cubicBezTo>
                  <a:pt x="97504" y="207516"/>
                  <a:pt x="97137" y="207916"/>
                  <a:pt x="97570" y="207916"/>
                </a:cubicBezTo>
                <a:cubicBezTo>
                  <a:pt x="97586" y="207917"/>
                  <a:pt x="97601" y="207918"/>
                  <a:pt x="97615" y="207918"/>
                </a:cubicBezTo>
                <a:cubicBezTo>
                  <a:pt x="97987" y="207918"/>
                  <a:pt x="97773" y="207507"/>
                  <a:pt x="97837" y="207282"/>
                </a:cubicBezTo>
                <a:cubicBezTo>
                  <a:pt x="97837" y="207249"/>
                  <a:pt x="97837" y="207182"/>
                  <a:pt x="97870" y="207149"/>
                </a:cubicBezTo>
                <a:cubicBezTo>
                  <a:pt x="97937" y="206949"/>
                  <a:pt x="98037" y="206649"/>
                  <a:pt x="98237" y="206649"/>
                </a:cubicBezTo>
                <a:cubicBezTo>
                  <a:pt x="98438" y="206649"/>
                  <a:pt x="98438" y="206916"/>
                  <a:pt x="98504" y="207082"/>
                </a:cubicBezTo>
                <a:cubicBezTo>
                  <a:pt x="98704" y="207483"/>
                  <a:pt x="98838" y="207916"/>
                  <a:pt x="98971" y="208350"/>
                </a:cubicBezTo>
                <a:lnTo>
                  <a:pt x="99472" y="208350"/>
                </a:lnTo>
                <a:cubicBezTo>
                  <a:pt x="98871" y="206815"/>
                  <a:pt x="98271" y="205281"/>
                  <a:pt x="97704" y="203713"/>
                </a:cubicBezTo>
                <a:cubicBezTo>
                  <a:pt x="97537" y="203313"/>
                  <a:pt x="97370" y="202879"/>
                  <a:pt x="97170" y="202346"/>
                </a:cubicBezTo>
                <a:lnTo>
                  <a:pt x="97170" y="202346"/>
                </a:lnTo>
                <a:cubicBezTo>
                  <a:pt x="98137" y="202579"/>
                  <a:pt x="99005" y="202813"/>
                  <a:pt x="99872" y="203013"/>
                </a:cubicBezTo>
                <a:cubicBezTo>
                  <a:pt x="103741" y="203813"/>
                  <a:pt x="107511" y="205081"/>
                  <a:pt x="111413" y="205848"/>
                </a:cubicBezTo>
                <a:cubicBezTo>
                  <a:pt x="113982" y="206348"/>
                  <a:pt x="116584" y="206782"/>
                  <a:pt x="119152" y="207249"/>
                </a:cubicBezTo>
                <a:cubicBezTo>
                  <a:pt x="121054" y="207583"/>
                  <a:pt x="122988" y="207916"/>
                  <a:pt x="124890" y="208283"/>
                </a:cubicBezTo>
                <a:cubicBezTo>
                  <a:pt x="124923" y="208283"/>
                  <a:pt x="124990" y="208317"/>
                  <a:pt x="125023" y="208350"/>
                </a:cubicBezTo>
                <a:lnTo>
                  <a:pt x="127258" y="208350"/>
                </a:lnTo>
                <a:cubicBezTo>
                  <a:pt x="127191" y="208317"/>
                  <a:pt x="127091" y="208283"/>
                  <a:pt x="127025" y="208250"/>
                </a:cubicBezTo>
                <a:cubicBezTo>
                  <a:pt x="124523" y="207549"/>
                  <a:pt x="122021" y="207182"/>
                  <a:pt x="119419" y="206715"/>
                </a:cubicBezTo>
                <a:cubicBezTo>
                  <a:pt x="116817" y="206248"/>
                  <a:pt x="114215" y="205881"/>
                  <a:pt x="111647" y="205348"/>
                </a:cubicBezTo>
                <a:cubicBezTo>
                  <a:pt x="106844" y="204347"/>
                  <a:pt x="102174" y="202879"/>
                  <a:pt x="97337" y="202012"/>
                </a:cubicBezTo>
                <a:cubicBezTo>
                  <a:pt x="97103" y="201979"/>
                  <a:pt x="96936" y="201812"/>
                  <a:pt x="96870" y="201578"/>
                </a:cubicBezTo>
                <a:cubicBezTo>
                  <a:pt x="95235" y="197075"/>
                  <a:pt x="93567" y="192605"/>
                  <a:pt x="91900" y="188102"/>
                </a:cubicBezTo>
                <a:cubicBezTo>
                  <a:pt x="91032" y="185700"/>
                  <a:pt x="90198" y="183232"/>
                  <a:pt x="89231" y="180864"/>
                </a:cubicBezTo>
                <a:cubicBezTo>
                  <a:pt x="88997" y="180230"/>
                  <a:pt x="88997" y="180230"/>
                  <a:pt x="89598" y="179963"/>
                </a:cubicBezTo>
                <a:cubicBezTo>
                  <a:pt x="91466" y="179162"/>
                  <a:pt x="93367" y="178395"/>
                  <a:pt x="94902" y="177027"/>
                </a:cubicBezTo>
                <a:cubicBezTo>
                  <a:pt x="94991" y="176938"/>
                  <a:pt x="95080" y="176924"/>
                  <a:pt x="95178" y="176924"/>
                </a:cubicBezTo>
                <a:cubicBezTo>
                  <a:pt x="95228" y="176924"/>
                  <a:pt x="95280" y="176927"/>
                  <a:pt x="95335" y="176927"/>
                </a:cubicBezTo>
                <a:cubicBezTo>
                  <a:pt x="95502" y="176944"/>
                  <a:pt x="95669" y="176952"/>
                  <a:pt x="95835" y="176952"/>
                </a:cubicBezTo>
                <a:cubicBezTo>
                  <a:pt x="96332" y="176952"/>
                  <a:pt x="96820" y="176877"/>
                  <a:pt x="97270" y="176727"/>
                </a:cubicBezTo>
                <a:cubicBezTo>
                  <a:pt x="100472" y="175560"/>
                  <a:pt x="102507" y="173125"/>
                  <a:pt x="104408" y="170489"/>
                </a:cubicBezTo>
                <a:cubicBezTo>
                  <a:pt x="104742" y="170056"/>
                  <a:pt x="104775" y="169455"/>
                  <a:pt x="104542" y="168988"/>
                </a:cubicBezTo>
                <a:cubicBezTo>
                  <a:pt x="103875" y="167621"/>
                  <a:pt x="102974" y="166420"/>
                  <a:pt x="101807" y="165452"/>
                </a:cubicBezTo>
                <a:cubicBezTo>
                  <a:pt x="99805" y="163885"/>
                  <a:pt x="97504" y="163051"/>
                  <a:pt x="95035" y="162450"/>
                </a:cubicBezTo>
                <a:cubicBezTo>
                  <a:pt x="93301" y="162050"/>
                  <a:pt x="91499" y="161850"/>
                  <a:pt x="89731" y="161550"/>
                </a:cubicBezTo>
                <a:cubicBezTo>
                  <a:pt x="89464" y="161550"/>
                  <a:pt x="89264" y="161383"/>
                  <a:pt x="89231" y="161116"/>
                </a:cubicBezTo>
                <a:cubicBezTo>
                  <a:pt x="88497" y="158247"/>
                  <a:pt x="87396" y="155479"/>
                  <a:pt x="86462" y="152643"/>
                </a:cubicBezTo>
                <a:cubicBezTo>
                  <a:pt x="86162" y="151743"/>
                  <a:pt x="85829" y="150842"/>
                  <a:pt x="85495" y="149875"/>
                </a:cubicBezTo>
                <a:lnTo>
                  <a:pt x="85495" y="149875"/>
                </a:lnTo>
                <a:cubicBezTo>
                  <a:pt x="86229" y="150008"/>
                  <a:pt x="86863" y="150175"/>
                  <a:pt x="87530" y="150242"/>
                </a:cubicBezTo>
                <a:cubicBezTo>
                  <a:pt x="90365" y="150609"/>
                  <a:pt x="93234" y="150809"/>
                  <a:pt x="96103" y="151142"/>
                </a:cubicBezTo>
                <a:cubicBezTo>
                  <a:pt x="98638" y="151476"/>
                  <a:pt x="101173" y="151743"/>
                  <a:pt x="103708" y="151909"/>
                </a:cubicBezTo>
                <a:cubicBezTo>
                  <a:pt x="106910" y="152143"/>
                  <a:pt x="110113" y="152443"/>
                  <a:pt x="113315" y="152710"/>
                </a:cubicBezTo>
                <a:cubicBezTo>
                  <a:pt x="115450" y="152877"/>
                  <a:pt x="117585" y="153010"/>
                  <a:pt x="119719" y="153244"/>
                </a:cubicBezTo>
                <a:cubicBezTo>
                  <a:pt x="123622" y="153677"/>
                  <a:pt x="127525" y="154278"/>
                  <a:pt x="131428" y="154912"/>
                </a:cubicBezTo>
                <a:cubicBezTo>
                  <a:pt x="132095" y="155012"/>
                  <a:pt x="132762" y="155112"/>
                  <a:pt x="133429" y="155178"/>
                </a:cubicBezTo>
                <a:cubicBezTo>
                  <a:pt x="133500" y="155190"/>
                  <a:pt x="133575" y="155202"/>
                  <a:pt x="133644" y="155202"/>
                </a:cubicBezTo>
                <a:cubicBezTo>
                  <a:pt x="133769" y="155202"/>
                  <a:pt x="133875" y="155163"/>
                  <a:pt x="133896" y="155012"/>
                </a:cubicBezTo>
                <a:cubicBezTo>
                  <a:pt x="133930" y="154778"/>
                  <a:pt x="133696" y="154711"/>
                  <a:pt x="133529" y="154645"/>
                </a:cubicBezTo>
                <a:cubicBezTo>
                  <a:pt x="133329" y="154611"/>
                  <a:pt x="133129" y="154578"/>
                  <a:pt x="132929" y="154545"/>
                </a:cubicBezTo>
                <a:cubicBezTo>
                  <a:pt x="130327" y="154144"/>
                  <a:pt x="127758" y="153711"/>
                  <a:pt x="125157" y="153344"/>
                </a:cubicBezTo>
                <a:cubicBezTo>
                  <a:pt x="122355" y="152910"/>
                  <a:pt x="119553" y="152577"/>
                  <a:pt x="116717" y="152376"/>
                </a:cubicBezTo>
                <a:cubicBezTo>
                  <a:pt x="114849" y="152243"/>
                  <a:pt x="112981" y="152110"/>
                  <a:pt x="111113" y="151976"/>
                </a:cubicBezTo>
                <a:cubicBezTo>
                  <a:pt x="108545" y="151776"/>
                  <a:pt x="106010" y="151576"/>
                  <a:pt x="103441" y="151376"/>
                </a:cubicBezTo>
                <a:cubicBezTo>
                  <a:pt x="101773" y="151242"/>
                  <a:pt x="100072" y="151109"/>
                  <a:pt x="98404" y="150942"/>
                </a:cubicBezTo>
                <a:cubicBezTo>
                  <a:pt x="96336" y="150742"/>
                  <a:pt x="94268" y="150475"/>
                  <a:pt x="92200" y="150275"/>
                </a:cubicBezTo>
                <a:cubicBezTo>
                  <a:pt x="90065" y="150075"/>
                  <a:pt x="87897" y="149941"/>
                  <a:pt x="85795" y="149574"/>
                </a:cubicBezTo>
                <a:cubicBezTo>
                  <a:pt x="85495" y="149574"/>
                  <a:pt x="85228" y="149341"/>
                  <a:pt x="85195" y="149074"/>
                </a:cubicBezTo>
                <a:cubicBezTo>
                  <a:pt x="84694" y="147406"/>
                  <a:pt x="84161" y="145738"/>
                  <a:pt x="83527" y="144104"/>
                </a:cubicBezTo>
                <a:cubicBezTo>
                  <a:pt x="83494" y="144004"/>
                  <a:pt x="83393" y="143904"/>
                  <a:pt x="83494" y="143770"/>
                </a:cubicBezTo>
                <a:cubicBezTo>
                  <a:pt x="83560" y="143754"/>
                  <a:pt x="83619" y="143745"/>
                  <a:pt x="83677" y="143745"/>
                </a:cubicBezTo>
                <a:cubicBezTo>
                  <a:pt x="83735" y="143745"/>
                  <a:pt x="83794" y="143754"/>
                  <a:pt x="83860" y="143770"/>
                </a:cubicBezTo>
                <a:cubicBezTo>
                  <a:pt x="85261" y="144004"/>
                  <a:pt x="86696" y="143970"/>
                  <a:pt x="88130" y="144137"/>
                </a:cubicBezTo>
                <a:cubicBezTo>
                  <a:pt x="90065" y="144404"/>
                  <a:pt x="91933" y="144604"/>
                  <a:pt x="93868" y="144804"/>
                </a:cubicBezTo>
                <a:cubicBezTo>
                  <a:pt x="95802" y="145005"/>
                  <a:pt x="97737" y="145205"/>
                  <a:pt x="99672" y="145371"/>
                </a:cubicBezTo>
                <a:cubicBezTo>
                  <a:pt x="101039" y="145505"/>
                  <a:pt x="102407" y="145605"/>
                  <a:pt x="103775" y="145672"/>
                </a:cubicBezTo>
                <a:cubicBezTo>
                  <a:pt x="104575" y="145715"/>
                  <a:pt x="105376" y="145800"/>
                  <a:pt x="106177" y="145800"/>
                </a:cubicBezTo>
                <a:cubicBezTo>
                  <a:pt x="106610" y="145800"/>
                  <a:pt x="107044" y="145775"/>
                  <a:pt x="107477" y="145705"/>
                </a:cubicBezTo>
                <a:cubicBezTo>
                  <a:pt x="107811" y="145672"/>
                  <a:pt x="108178" y="145638"/>
                  <a:pt x="108178" y="145271"/>
                </a:cubicBezTo>
                <a:cubicBezTo>
                  <a:pt x="108178" y="144871"/>
                  <a:pt x="107811" y="144738"/>
                  <a:pt x="107511" y="144671"/>
                </a:cubicBezTo>
                <a:cubicBezTo>
                  <a:pt x="106610" y="144471"/>
                  <a:pt x="105743" y="144271"/>
                  <a:pt x="104842" y="144171"/>
                </a:cubicBezTo>
                <a:cubicBezTo>
                  <a:pt x="102374" y="143870"/>
                  <a:pt x="99905" y="143570"/>
                  <a:pt x="97437" y="143370"/>
                </a:cubicBezTo>
                <a:cubicBezTo>
                  <a:pt x="94568" y="143103"/>
                  <a:pt x="91699" y="142936"/>
                  <a:pt x="88831" y="142736"/>
                </a:cubicBezTo>
                <a:cubicBezTo>
                  <a:pt x="86963" y="142603"/>
                  <a:pt x="85061" y="142503"/>
                  <a:pt x="83227" y="142236"/>
                </a:cubicBezTo>
                <a:cubicBezTo>
                  <a:pt x="82960" y="142236"/>
                  <a:pt x="82726" y="142036"/>
                  <a:pt x="82626" y="141769"/>
                </a:cubicBezTo>
                <a:cubicBezTo>
                  <a:pt x="82126" y="140335"/>
                  <a:pt x="81592" y="138900"/>
                  <a:pt x="81058" y="137499"/>
                </a:cubicBezTo>
                <a:lnTo>
                  <a:pt x="80725" y="136565"/>
                </a:lnTo>
                <a:lnTo>
                  <a:pt x="80725" y="136565"/>
                </a:lnTo>
                <a:cubicBezTo>
                  <a:pt x="82426" y="136799"/>
                  <a:pt x="84094" y="136899"/>
                  <a:pt x="85795" y="136932"/>
                </a:cubicBezTo>
                <a:cubicBezTo>
                  <a:pt x="87830" y="137066"/>
                  <a:pt x="89865" y="137232"/>
                  <a:pt x="91866" y="137366"/>
                </a:cubicBezTo>
                <a:cubicBezTo>
                  <a:pt x="92967" y="137432"/>
                  <a:pt x="94034" y="137499"/>
                  <a:pt x="95135" y="137599"/>
                </a:cubicBezTo>
                <a:cubicBezTo>
                  <a:pt x="97137" y="137766"/>
                  <a:pt x="99171" y="138000"/>
                  <a:pt x="101173" y="138166"/>
                </a:cubicBezTo>
                <a:cubicBezTo>
                  <a:pt x="102641" y="138300"/>
                  <a:pt x="104108" y="138366"/>
                  <a:pt x="105576" y="138500"/>
                </a:cubicBezTo>
                <a:cubicBezTo>
                  <a:pt x="107778" y="138700"/>
                  <a:pt x="109979" y="138934"/>
                  <a:pt x="112181" y="139200"/>
                </a:cubicBezTo>
                <a:cubicBezTo>
                  <a:pt x="114249" y="139434"/>
                  <a:pt x="116317" y="139667"/>
                  <a:pt x="118385" y="139934"/>
                </a:cubicBezTo>
                <a:cubicBezTo>
                  <a:pt x="120520" y="140201"/>
                  <a:pt x="122655" y="140435"/>
                  <a:pt x="124790" y="140635"/>
                </a:cubicBezTo>
                <a:cubicBezTo>
                  <a:pt x="126191" y="140735"/>
                  <a:pt x="127558" y="140835"/>
                  <a:pt x="128926" y="140968"/>
                </a:cubicBezTo>
                <a:cubicBezTo>
                  <a:pt x="130527" y="141102"/>
                  <a:pt x="132095" y="141302"/>
                  <a:pt x="133696" y="141335"/>
                </a:cubicBezTo>
                <a:cubicBezTo>
                  <a:pt x="134296" y="141335"/>
                  <a:pt x="134330" y="141369"/>
                  <a:pt x="134263" y="141969"/>
                </a:cubicBezTo>
                <a:cubicBezTo>
                  <a:pt x="134063" y="143570"/>
                  <a:pt x="133963" y="145205"/>
                  <a:pt x="133863" y="146839"/>
                </a:cubicBezTo>
                <a:cubicBezTo>
                  <a:pt x="133763" y="149274"/>
                  <a:pt x="133796" y="151743"/>
                  <a:pt x="133596" y="154178"/>
                </a:cubicBezTo>
                <a:cubicBezTo>
                  <a:pt x="133565" y="154487"/>
                  <a:pt x="133649" y="154682"/>
                  <a:pt x="133927" y="154682"/>
                </a:cubicBezTo>
                <a:cubicBezTo>
                  <a:pt x="133949" y="154682"/>
                  <a:pt x="133972" y="154681"/>
                  <a:pt x="133996" y="154678"/>
                </a:cubicBezTo>
                <a:cubicBezTo>
                  <a:pt x="134045" y="154671"/>
                  <a:pt x="134083" y="154667"/>
                  <a:pt x="134113" y="154667"/>
                </a:cubicBezTo>
                <a:cubicBezTo>
                  <a:pt x="134230" y="154667"/>
                  <a:pt x="134230" y="154726"/>
                  <a:pt x="134230" y="154912"/>
                </a:cubicBezTo>
                <a:cubicBezTo>
                  <a:pt x="134130" y="156680"/>
                  <a:pt x="134063" y="158481"/>
                  <a:pt x="133963" y="160282"/>
                </a:cubicBezTo>
                <a:cubicBezTo>
                  <a:pt x="133930" y="161850"/>
                  <a:pt x="133896" y="163384"/>
                  <a:pt x="133863" y="164952"/>
                </a:cubicBezTo>
                <a:cubicBezTo>
                  <a:pt x="133696" y="168688"/>
                  <a:pt x="133663" y="172424"/>
                  <a:pt x="133463" y="176127"/>
                </a:cubicBezTo>
                <a:cubicBezTo>
                  <a:pt x="133362" y="178262"/>
                  <a:pt x="133329" y="180363"/>
                  <a:pt x="133229" y="182498"/>
                </a:cubicBezTo>
                <a:cubicBezTo>
                  <a:pt x="133062" y="185967"/>
                  <a:pt x="132962" y="189436"/>
                  <a:pt x="132862" y="192905"/>
                </a:cubicBezTo>
                <a:cubicBezTo>
                  <a:pt x="132795" y="194573"/>
                  <a:pt x="132795" y="196208"/>
                  <a:pt x="132729" y="197842"/>
                </a:cubicBezTo>
                <a:cubicBezTo>
                  <a:pt x="132595" y="201378"/>
                  <a:pt x="132462" y="204881"/>
                  <a:pt x="132462" y="208417"/>
                </a:cubicBezTo>
                <a:lnTo>
                  <a:pt x="132795" y="208583"/>
                </a:lnTo>
                <a:cubicBezTo>
                  <a:pt x="132895" y="205648"/>
                  <a:pt x="132996" y="202712"/>
                  <a:pt x="133096" y="199744"/>
                </a:cubicBezTo>
                <a:cubicBezTo>
                  <a:pt x="133162" y="197575"/>
                  <a:pt x="133229" y="195374"/>
                  <a:pt x="133329" y="193206"/>
                </a:cubicBezTo>
                <a:cubicBezTo>
                  <a:pt x="133429" y="189903"/>
                  <a:pt x="133563" y="186634"/>
                  <a:pt x="133696" y="183332"/>
                </a:cubicBezTo>
                <a:cubicBezTo>
                  <a:pt x="133829" y="180630"/>
                  <a:pt x="133896" y="177895"/>
                  <a:pt x="134030" y="175159"/>
                </a:cubicBezTo>
                <a:cubicBezTo>
                  <a:pt x="134196" y="171323"/>
                  <a:pt x="134263" y="167487"/>
                  <a:pt x="134330" y="163618"/>
                </a:cubicBezTo>
                <a:cubicBezTo>
                  <a:pt x="134397" y="160682"/>
                  <a:pt x="134463" y="157747"/>
                  <a:pt x="134630" y="154845"/>
                </a:cubicBezTo>
                <a:cubicBezTo>
                  <a:pt x="134730" y="153611"/>
                  <a:pt x="134997" y="152477"/>
                  <a:pt x="135064" y="151176"/>
                </a:cubicBezTo>
                <a:cubicBezTo>
                  <a:pt x="135130" y="149908"/>
                  <a:pt x="135164" y="148607"/>
                  <a:pt x="135264" y="147340"/>
                </a:cubicBezTo>
                <a:cubicBezTo>
                  <a:pt x="135397" y="145505"/>
                  <a:pt x="135597" y="143670"/>
                  <a:pt x="135731" y="141802"/>
                </a:cubicBezTo>
                <a:cubicBezTo>
                  <a:pt x="135764" y="141635"/>
                  <a:pt x="135831" y="141569"/>
                  <a:pt x="136031" y="141569"/>
                </a:cubicBezTo>
                <a:cubicBezTo>
                  <a:pt x="137332" y="141602"/>
                  <a:pt x="138633" y="141669"/>
                  <a:pt x="139934" y="141802"/>
                </a:cubicBezTo>
                <a:cubicBezTo>
                  <a:pt x="140167" y="141836"/>
                  <a:pt x="140234" y="141902"/>
                  <a:pt x="140234" y="142136"/>
                </a:cubicBezTo>
                <a:cubicBezTo>
                  <a:pt x="140134" y="144071"/>
                  <a:pt x="140034" y="145972"/>
                  <a:pt x="139934" y="147907"/>
                </a:cubicBezTo>
                <a:cubicBezTo>
                  <a:pt x="139900" y="148707"/>
                  <a:pt x="139900" y="149474"/>
                  <a:pt x="139834" y="150242"/>
                </a:cubicBezTo>
                <a:cubicBezTo>
                  <a:pt x="139700" y="152910"/>
                  <a:pt x="139600" y="155579"/>
                  <a:pt x="139500" y="158214"/>
                </a:cubicBezTo>
                <a:cubicBezTo>
                  <a:pt x="139367" y="161516"/>
                  <a:pt x="139267" y="164819"/>
                  <a:pt x="139167" y="168121"/>
                </a:cubicBezTo>
                <a:cubicBezTo>
                  <a:pt x="139133" y="170690"/>
                  <a:pt x="139033" y="173291"/>
                  <a:pt x="139000" y="175860"/>
                </a:cubicBezTo>
                <a:cubicBezTo>
                  <a:pt x="138900" y="179296"/>
                  <a:pt x="138800" y="182765"/>
                  <a:pt x="138666" y="186234"/>
                </a:cubicBezTo>
                <a:cubicBezTo>
                  <a:pt x="138566" y="189236"/>
                  <a:pt x="138466" y="192238"/>
                  <a:pt x="138366" y="195207"/>
                </a:cubicBezTo>
                <a:cubicBezTo>
                  <a:pt x="138166" y="199644"/>
                  <a:pt x="138166" y="204080"/>
                  <a:pt x="138166" y="208483"/>
                </a:cubicBezTo>
                <a:cubicBezTo>
                  <a:pt x="138166" y="208517"/>
                  <a:pt x="138166" y="208550"/>
                  <a:pt x="138166" y="208583"/>
                </a:cubicBezTo>
                <a:lnTo>
                  <a:pt x="138600" y="208583"/>
                </a:lnTo>
                <a:cubicBezTo>
                  <a:pt x="138499" y="207583"/>
                  <a:pt x="138600" y="206615"/>
                  <a:pt x="138600" y="205615"/>
                </a:cubicBezTo>
                <a:cubicBezTo>
                  <a:pt x="138566" y="202813"/>
                  <a:pt x="138700" y="200011"/>
                  <a:pt x="138733" y="197242"/>
                </a:cubicBezTo>
                <a:cubicBezTo>
                  <a:pt x="138700" y="197042"/>
                  <a:pt x="138766" y="196842"/>
                  <a:pt x="138900" y="196708"/>
                </a:cubicBezTo>
                <a:lnTo>
                  <a:pt x="138900" y="196708"/>
                </a:lnTo>
                <a:cubicBezTo>
                  <a:pt x="139167" y="200744"/>
                  <a:pt x="138700" y="204681"/>
                  <a:pt x="138800" y="208583"/>
                </a:cubicBezTo>
                <a:lnTo>
                  <a:pt x="139233" y="208583"/>
                </a:lnTo>
                <a:cubicBezTo>
                  <a:pt x="139300" y="205047"/>
                  <a:pt x="139433" y="201478"/>
                  <a:pt x="139433" y="197909"/>
                </a:cubicBezTo>
                <a:cubicBezTo>
                  <a:pt x="139433" y="196141"/>
                  <a:pt x="139233" y="194373"/>
                  <a:pt x="139333" y="192605"/>
                </a:cubicBezTo>
                <a:cubicBezTo>
                  <a:pt x="139467" y="190504"/>
                  <a:pt x="139433" y="188369"/>
                  <a:pt x="139300" y="186267"/>
                </a:cubicBezTo>
                <a:cubicBezTo>
                  <a:pt x="139167" y="183866"/>
                  <a:pt x="139333" y="181464"/>
                  <a:pt x="139367" y="179062"/>
                </a:cubicBezTo>
                <a:cubicBezTo>
                  <a:pt x="139400" y="175360"/>
                  <a:pt x="139534" y="171657"/>
                  <a:pt x="139667" y="167988"/>
                </a:cubicBezTo>
                <a:cubicBezTo>
                  <a:pt x="139734" y="165719"/>
                  <a:pt x="139767" y="163418"/>
                  <a:pt x="139867" y="161149"/>
                </a:cubicBezTo>
                <a:cubicBezTo>
                  <a:pt x="139967" y="158081"/>
                  <a:pt x="140101" y="155012"/>
                  <a:pt x="140267" y="151976"/>
                </a:cubicBezTo>
                <a:cubicBezTo>
                  <a:pt x="140401" y="148774"/>
                  <a:pt x="140568" y="145605"/>
                  <a:pt x="140601" y="142403"/>
                </a:cubicBezTo>
                <a:cubicBezTo>
                  <a:pt x="140601" y="142236"/>
                  <a:pt x="140501" y="141902"/>
                  <a:pt x="140734" y="141902"/>
                </a:cubicBezTo>
                <a:cubicBezTo>
                  <a:pt x="140807" y="141871"/>
                  <a:pt x="140882" y="141856"/>
                  <a:pt x="140958" y="141856"/>
                </a:cubicBezTo>
                <a:cubicBezTo>
                  <a:pt x="141127" y="141856"/>
                  <a:pt x="141297" y="141931"/>
                  <a:pt x="141435" y="142069"/>
                </a:cubicBezTo>
                <a:cubicBezTo>
                  <a:pt x="141560" y="142219"/>
                  <a:pt x="141662" y="142280"/>
                  <a:pt x="141752" y="142280"/>
                </a:cubicBezTo>
                <a:cubicBezTo>
                  <a:pt x="141903" y="142280"/>
                  <a:pt x="142023" y="142111"/>
                  <a:pt x="142169" y="141902"/>
                </a:cubicBezTo>
                <a:cubicBezTo>
                  <a:pt x="142903" y="140802"/>
                  <a:pt x="143570" y="139634"/>
                  <a:pt x="144170" y="138467"/>
                </a:cubicBezTo>
                <a:lnTo>
                  <a:pt x="144170" y="138467"/>
                </a:lnTo>
                <a:cubicBezTo>
                  <a:pt x="143937" y="161850"/>
                  <a:pt x="143737" y="185233"/>
                  <a:pt x="144003" y="208583"/>
                </a:cubicBezTo>
                <a:lnTo>
                  <a:pt x="144437" y="208583"/>
                </a:lnTo>
                <a:lnTo>
                  <a:pt x="144437" y="207850"/>
                </a:lnTo>
                <a:cubicBezTo>
                  <a:pt x="144437" y="197976"/>
                  <a:pt x="144437" y="188135"/>
                  <a:pt x="144437" y="178262"/>
                </a:cubicBezTo>
                <a:cubicBezTo>
                  <a:pt x="144404" y="172191"/>
                  <a:pt x="144504" y="166153"/>
                  <a:pt x="144537" y="160115"/>
                </a:cubicBezTo>
                <a:cubicBezTo>
                  <a:pt x="144570" y="155712"/>
                  <a:pt x="144570" y="151309"/>
                  <a:pt x="144604" y="146906"/>
                </a:cubicBezTo>
                <a:cubicBezTo>
                  <a:pt x="144637" y="144037"/>
                  <a:pt x="144637" y="141168"/>
                  <a:pt x="144604" y="138333"/>
                </a:cubicBezTo>
                <a:cubicBezTo>
                  <a:pt x="144604" y="137799"/>
                  <a:pt x="144704" y="137299"/>
                  <a:pt x="144971" y="136865"/>
                </a:cubicBezTo>
                <a:cubicBezTo>
                  <a:pt x="146772" y="133563"/>
                  <a:pt x="148507" y="130227"/>
                  <a:pt x="150041" y="126791"/>
                </a:cubicBezTo>
                <a:cubicBezTo>
                  <a:pt x="150408" y="126091"/>
                  <a:pt x="150675" y="125324"/>
                  <a:pt x="150808" y="124523"/>
                </a:cubicBezTo>
                <a:cubicBezTo>
                  <a:pt x="150842" y="123856"/>
                  <a:pt x="150942" y="123222"/>
                  <a:pt x="151075" y="122555"/>
                </a:cubicBezTo>
                <a:cubicBezTo>
                  <a:pt x="151209" y="121755"/>
                  <a:pt x="151142" y="121588"/>
                  <a:pt x="150308" y="121454"/>
                </a:cubicBezTo>
                <a:cubicBezTo>
                  <a:pt x="148540" y="121154"/>
                  <a:pt x="146739" y="120921"/>
                  <a:pt x="144971" y="120720"/>
                </a:cubicBezTo>
                <a:cubicBezTo>
                  <a:pt x="141969" y="120320"/>
                  <a:pt x="138933" y="120020"/>
                  <a:pt x="135964" y="119853"/>
                </a:cubicBezTo>
                <a:cubicBezTo>
                  <a:pt x="132996" y="119653"/>
                  <a:pt x="129993" y="119553"/>
                  <a:pt x="127025" y="119420"/>
                </a:cubicBezTo>
                <a:cubicBezTo>
                  <a:pt x="123122" y="119286"/>
                  <a:pt x="119219" y="119153"/>
                  <a:pt x="115283" y="119019"/>
                </a:cubicBezTo>
                <a:cubicBezTo>
                  <a:pt x="112948" y="118919"/>
                  <a:pt x="110613" y="118886"/>
                  <a:pt x="108278" y="118786"/>
                </a:cubicBezTo>
                <a:cubicBezTo>
                  <a:pt x="105509" y="118686"/>
                  <a:pt x="102807" y="118185"/>
                  <a:pt x="100039" y="118085"/>
                </a:cubicBezTo>
                <a:cubicBezTo>
                  <a:pt x="99805" y="118085"/>
                  <a:pt x="99772" y="117985"/>
                  <a:pt x="99772" y="117785"/>
                </a:cubicBezTo>
                <a:lnTo>
                  <a:pt x="99772" y="114616"/>
                </a:lnTo>
                <a:cubicBezTo>
                  <a:pt x="99772" y="114416"/>
                  <a:pt x="99772" y="114316"/>
                  <a:pt x="100039" y="114316"/>
                </a:cubicBezTo>
                <a:cubicBezTo>
                  <a:pt x="100439" y="114349"/>
                  <a:pt x="100839" y="114349"/>
                  <a:pt x="101240" y="114383"/>
                </a:cubicBezTo>
                <a:lnTo>
                  <a:pt x="107377" y="114950"/>
                </a:lnTo>
                <a:cubicBezTo>
                  <a:pt x="109812" y="115183"/>
                  <a:pt x="112247" y="115417"/>
                  <a:pt x="114649" y="115617"/>
                </a:cubicBezTo>
                <a:cubicBezTo>
                  <a:pt x="116450" y="115817"/>
                  <a:pt x="118252" y="115884"/>
                  <a:pt x="120020" y="115884"/>
                </a:cubicBezTo>
                <a:cubicBezTo>
                  <a:pt x="120620" y="115850"/>
                  <a:pt x="120687" y="115617"/>
                  <a:pt x="120753" y="115150"/>
                </a:cubicBezTo>
                <a:cubicBezTo>
                  <a:pt x="121087" y="111881"/>
                  <a:pt x="121387" y="108578"/>
                  <a:pt x="121587" y="105276"/>
                </a:cubicBezTo>
                <a:cubicBezTo>
                  <a:pt x="121721" y="102574"/>
                  <a:pt x="121888" y="99872"/>
                  <a:pt x="121954" y="97204"/>
                </a:cubicBezTo>
                <a:cubicBezTo>
                  <a:pt x="122021" y="94535"/>
                  <a:pt x="122021" y="91866"/>
                  <a:pt x="122021" y="89231"/>
                </a:cubicBezTo>
                <a:cubicBezTo>
                  <a:pt x="122021" y="88864"/>
                  <a:pt x="122088" y="88764"/>
                  <a:pt x="122455" y="88764"/>
                </a:cubicBezTo>
                <a:cubicBezTo>
                  <a:pt x="124029" y="88786"/>
                  <a:pt x="125617" y="88861"/>
                  <a:pt x="127202" y="88861"/>
                </a:cubicBezTo>
                <a:cubicBezTo>
                  <a:pt x="128101" y="88861"/>
                  <a:pt x="128999" y="88837"/>
                  <a:pt x="129893" y="88764"/>
                </a:cubicBezTo>
                <a:cubicBezTo>
                  <a:pt x="130460" y="88731"/>
                  <a:pt x="130961" y="88264"/>
                  <a:pt x="131027" y="87663"/>
                </a:cubicBezTo>
                <a:cubicBezTo>
                  <a:pt x="131061" y="87030"/>
                  <a:pt x="131094" y="86396"/>
                  <a:pt x="131161" y="85762"/>
                </a:cubicBezTo>
                <a:cubicBezTo>
                  <a:pt x="131328" y="84061"/>
                  <a:pt x="131561" y="82360"/>
                  <a:pt x="131728" y="80658"/>
                </a:cubicBezTo>
                <a:cubicBezTo>
                  <a:pt x="132128" y="76322"/>
                  <a:pt x="132428" y="71952"/>
                  <a:pt x="132662" y="67616"/>
                </a:cubicBezTo>
                <a:cubicBezTo>
                  <a:pt x="132895" y="63379"/>
                  <a:pt x="133229" y="59143"/>
                  <a:pt x="133162" y="54873"/>
                </a:cubicBezTo>
                <a:cubicBezTo>
                  <a:pt x="133162" y="53472"/>
                  <a:pt x="133229" y="52071"/>
                  <a:pt x="133229" y="50637"/>
                </a:cubicBezTo>
                <a:cubicBezTo>
                  <a:pt x="133229" y="50504"/>
                  <a:pt x="133229" y="50337"/>
                  <a:pt x="133196" y="50203"/>
                </a:cubicBezTo>
                <a:cubicBezTo>
                  <a:pt x="133170" y="50101"/>
                  <a:pt x="133066" y="49959"/>
                  <a:pt x="132989" y="49959"/>
                </a:cubicBezTo>
                <a:cubicBezTo>
                  <a:pt x="132965" y="49959"/>
                  <a:pt x="132944" y="49972"/>
                  <a:pt x="132929" y="50003"/>
                </a:cubicBezTo>
                <a:cubicBezTo>
                  <a:pt x="132806" y="50188"/>
                  <a:pt x="132661" y="50238"/>
                  <a:pt x="132512" y="50238"/>
                </a:cubicBezTo>
                <a:cubicBezTo>
                  <a:pt x="132337" y="50238"/>
                  <a:pt x="132157" y="50170"/>
                  <a:pt x="131995" y="50170"/>
                </a:cubicBezTo>
                <a:cubicBezTo>
                  <a:pt x="130861" y="50237"/>
                  <a:pt x="129727" y="50303"/>
                  <a:pt x="128592" y="50337"/>
                </a:cubicBezTo>
                <a:cubicBezTo>
                  <a:pt x="125123" y="50504"/>
                  <a:pt x="121621" y="50637"/>
                  <a:pt x="118152" y="50804"/>
                </a:cubicBezTo>
                <a:cubicBezTo>
                  <a:pt x="117851" y="50804"/>
                  <a:pt x="117585" y="50804"/>
                  <a:pt x="117484" y="50403"/>
                </a:cubicBezTo>
                <a:cubicBezTo>
                  <a:pt x="117454" y="50156"/>
                  <a:pt x="117222" y="49966"/>
                  <a:pt x="116976" y="49966"/>
                </a:cubicBezTo>
                <a:cubicBezTo>
                  <a:pt x="116957" y="49966"/>
                  <a:pt x="116937" y="49967"/>
                  <a:pt x="116917" y="49970"/>
                </a:cubicBezTo>
                <a:cubicBezTo>
                  <a:pt x="116684" y="50003"/>
                  <a:pt x="116484" y="50203"/>
                  <a:pt x="116484" y="50470"/>
                </a:cubicBezTo>
                <a:cubicBezTo>
                  <a:pt x="116450" y="50837"/>
                  <a:pt x="116250" y="50870"/>
                  <a:pt x="115950" y="50870"/>
                </a:cubicBezTo>
                <a:cubicBezTo>
                  <a:pt x="113882" y="50937"/>
                  <a:pt x="111847" y="51037"/>
                  <a:pt x="109746" y="51071"/>
                </a:cubicBezTo>
                <a:cubicBezTo>
                  <a:pt x="107617" y="51099"/>
                  <a:pt x="105488" y="51109"/>
                  <a:pt x="103359" y="51109"/>
                </a:cubicBezTo>
                <a:cubicBezTo>
                  <a:pt x="100451" y="51109"/>
                  <a:pt x="97543" y="51090"/>
                  <a:pt x="94635" y="51071"/>
                </a:cubicBezTo>
                <a:cubicBezTo>
                  <a:pt x="89965" y="51037"/>
                  <a:pt x="85295" y="51004"/>
                  <a:pt x="80625" y="50937"/>
                </a:cubicBezTo>
                <a:cubicBezTo>
                  <a:pt x="80556" y="50947"/>
                  <a:pt x="80488" y="50951"/>
                  <a:pt x="80420" y="50951"/>
                </a:cubicBezTo>
                <a:cubicBezTo>
                  <a:pt x="80255" y="50951"/>
                  <a:pt x="80089" y="50927"/>
                  <a:pt x="79924" y="50904"/>
                </a:cubicBezTo>
                <a:cubicBezTo>
                  <a:pt x="79624" y="50870"/>
                  <a:pt x="79291" y="50870"/>
                  <a:pt x="79124" y="50437"/>
                </a:cubicBezTo>
                <a:cubicBezTo>
                  <a:pt x="79043" y="50196"/>
                  <a:pt x="78791" y="50041"/>
                  <a:pt x="78522" y="50041"/>
                </a:cubicBezTo>
                <a:cubicBezTo>
                  <a:pt x="78456" y="50041"/>
                  <a:pt x="78389" y="50050"/>
                  <a:pt x="78323" y="50070"/>
                </a:cubicBezTo>
                <a:cubicBezTo>
                  <a:pt x="77956" y="50137"/>
                  <a:pt x="77923" y="50403"/>
                  <a:pt x="77956" y="50704"/>
                </a:cubicBezTo>
                <a:cubicBezTo>
                  <a:pt x="78023" y="50904"/>
                  <a:pt x="77856" y="50904"/>
                  <a:pt x="77723" y="50904"/>
                </a:cubicBezTo>
                <a:cubicBezTo>
                  <a:pt x="76322" y="50870"/>
                  <a:pt x="74921" y="50870"/>
                  <a:pt x="73486" y="50804"/>
                </a:cubicBezTo>
                <a:cubicBezTo>
                  <a:pt x="72608" y="50767"/>
                  <a:pt x="71720" y="50741"/>
                  <a:pt x="70827" y="50741"/>
                </a:cubicBezTo>
                <a:cubicBezTo>
                  <a:pt x="70092" y="50741"/>
                  <a:pt x="69354" y="50759"/>
                  <a:pt x="68616" y="50804"/>
                </a:cubicBezTo>
                <a:cubicBezTo>
                  <a:pt x="68179" y="50852"/>
                  <a:pt x="67706" y="50954"/>
                  <a:pt x="67275" y="50954"/>
                </a:cubicBezTo>
                <a:cubicBezTo>
                  <a:pt x="67114" y="50954"/>
                  <a:pt x="66960" y="50940"/>
                  <a:pt x="66815" y="50904"/>
                </a:cubicBezTo>
                <a:cubicBezTo>
                  <a:pt x="66702" y="50876"/>
                  <a:pt x="66613" y="50862"/>
                  <a:pt x="66543" y="50862"/>
                </a:cubicBezTo>
                <a:cubicBezTo>
                  <a:pt x="66280" y="50862"/>
                  <a:pt x="66274" y="51048"/>
                  <a:pt x="66248" y="51337"/>
                </a:cubicBezTo>
                <a:cubicBezTo>
                  <a:pt x="66014" y="53906"/>
                  <a:pt x="65881" y="56474"/>
                  <a:pt x="65814" y="59043"/>
                </a:cubicBezTo>
                <a:cubicBezTo>
                  <a:pt x="65748" y="62812"/>
                  <a:pt x="65681" y="66582"/>
                  <a:pt x="65614" y="70318"/>
                </a:cubicBezTo>
                <a:cubicBezTo>
                  <a:pt x="65614" y="71085"/>
                  <a:pt x="65614" y="71085"/>
                  <a:pt x="64880" y="71118"/>
                </a:cubicBezTo>
                <a:cubicBezTo>
                  <a:pt x="64580" y="71152"/>
                  <a:pt x="64313" y="71185"/>
                  <a:pt x="64013" y="71185"/>
                </a:cubicBezTo>
                <a:cubicBezTo>
                  <a:pt x="62612" y="71218"/>
                  <a:pt x="61211" y="71385"/>
                  <a:pt x="59843" y="71619"/>
                </a:cubicBezTo>
                <a:cubicBezTo>
                  <a:pt x="59343" y="71685"/>
                  <a:pt x="58976" y="71886"/>
                  <a:pt x="58976" y="72519"/>
                </a:cubicBezTo>
                <a:cubicBezTo>
                  <a:pt x="58943" y="73653"/>
                  <a:pt x="58776" y="74788"/>
                  <a:pt x="58709" y="75922"/>
                </a:cubicBezTo>
                <a:cubicBezTo>
                  <a:pt x="58542" y="79091"/>
                  <a:pt x="58376" y="82226"/>
                  <a:pt x="58209" y="85395"/>
                </a:cubicBezTo>
                <a:cubicBezTo>
                  <a:pt x="58109" y="87397"/>
                  <a:pt x="58042" y="89365"/>
                  <a:pt x="57975" y="91333"/>
                </a:cubicBezTo>
                <a:cubicBezTo>
                  <a:pt x="57842" y="94935"/>
                  <a:pt x="57708" y="98505"/>
                  <a:pt x="57575" y="102074"/>
                </a:cubicBezTo>
                <a:cubicBezTo>
                  <a:pt x="57542" y="103842"/>
                  <a:pt x="57508" y="105610"/>
                  <a:pt x="57475" y="107344"/>
                </a:cubicBezTo>
                <a:cubicBezTo>
                  <a:pt x="57442" y="108912"/>
                  <a:pt x="57375" y="110413"/>
                  <a:pt x="57475" y="111948"/>
                </a:cubicBezTo>
                <a:cubicBezTo>
                  <a:pt x="57475" y="112348"/>
                  <a:pt x="57742" y="112681"/>
                  <a:pt x="58109" y="112848"/>
                </a:cubicBezTo>
                <a:cubicBezTo>
                  <a:pt x="58442" y="112948"/>
                  <a:pt x="58743" y="112982"/>
                  <a:pt x="59076" y="112982"/>
                </a:cubicBezTo>
                <a:cubicBezTo>
                  <a:pt x="60510" y="113082"/>
                  <a:pt x="61978" y="113048"/>
                  <a:pt x="63446" y="113115"/>
                </a:cubicBezTo>
                <a:cubicBezTo>
                  <a:pt x="66615" y="113349"/>
                  <a:pt x="69817" y="113515"/>
                  <a:pt x="73019" y="113649"/>
                </a:cubicBezTo>
                <a:cubicBezTo>
                  <a:pt x="76322" y="113749"/>
                  <a:pt x="79591" y="113882"/>
                  <a:pt x="82893" y="113882"/>
                </a:cubicBezTo>
                <a:cubicBezTo>
                  <a:pt x="84027" y="113882"/>
                  <a:pt x="83994" y="113882"/>
                  <a:pt x="83927" y="114983"/>
                </a:cubicBezTo>
                <a:cubicBezTo>
                  <a:pt x="83894" y="115250"/>
                  <a:pt x="83827" y="115317"/>
                  <a:pt x="83560" y="115317"/>
                </a:cubicBezTo>
                <a:cubicBezTo>
                  <a:pt x="82626" y="115250"/>
                  <a:pt x="81692" y="115183"/>
                  <a:pt x="80758" y="115183"/>
                </a:cubicBezTo>
                <a:cubicBezTo>
                  <a:pt x="77389" y="115150"/>
                  <a:pt x="74020" y="114950"/>
                  <a:pt x="70651" y="114850"/>
                </a:cubicBezTo>
                <a:cubicBezTo>
                  <a:pt x="67015" y="114716"/>
                  <a:pt x="63413" y="114483"/>
                  <a:pt x="59777" y="114483"/>
                </a:cubicBezTo>
                <a:lnTo>
                  <a:pt x="56107" y="114483"/>
                </a:lnTo>
                <a:cubicBezTo>
                  <a:pt x="55774" y="114483"/>
                  <a:pt x="55674" y="114349"/>
                  <a:pt x="55674" y="114016"/>
                </a:cubicBezTo>
                <a:cubicBezTo>
                  <a:pt x="55674" y="112848"/>
                  <a:pt x="55674" y="111714"/>
                  <a:pt x="55640" y="110547"/>
                </a:cubicBezTo>
                <a:cubicBezTo>
                  <a:pt x="55540" y="109846"/>
                  <a:pt x="55540" y="109146"/>
                  <a:pt x="55574" y="108412"/>
                </a:cubicBezTo>
                <a:cubicBezTo>
                  <a:pt x="55640" y="107278"/>
                  <a:pt x="55674" y="106110"/>
                  <a:pt x="55640" y="104976"/>
                </a:cubicBezTo>
                <a:cubicBezTo>
                  <a:pt x="55640" y="104576"/>
                  <a:pt x="55407" y="104209"/>
                  <a:pt x="55007" y="104075"/>
                </a:cubicBezTo>
                <a:cubicBezTo>
                  <a:pt x="54206" y="103742"/>
                  <a:pt x="53305" y="103508"/>
                  <a:pt x="52438" y="103375"/>
                </a:cubicBezTo>
                <a:cubicBezTo>
                  <a:pt x="51871" y="103308"/>
                  <a:pt x="51871" y="103308"/>
                  <a:pt x="52205" y="102841"/>
                </a:cubicBezTo>
                <a:cubicBezTo>
                  <a:pt x="53439" y="101440"/>
                  <a:pt x="53672" y="99439"/>
                  <a:pt x="52772" y="97804"/>
                </a:cubicBezTo>
                <a:cubicBezTo>
                  <a:pt x="52538" y="97437"/>
                  <a:pt x="52571" y="96970"/>
                  <a:pt x="52872" y="96670"/>
                </a:cubicBezTo>
                <a:cubicBezTo>
                  <a:pt x="52938" y="96570"/>
                  <a:pt x="53139" y="96403"/>
                  <a:pt x="52972" y="96270"/>
                </a:cubicBezTo>
                <a:cubicBezTo>
                  <a:pt x="52936" y="96241"/>
                  <a:pt x="52904" y="96229"/>
                  <a:pt x="52874" y="96229"/>
                </a:cubicBezTo>
                <a:cubicBezTo>
                  <a:pt x="52764" y="96229"/>
                  <a:pt x="52691" y="96391"/>
                  <a:pt x="52638" y="96470"/>
                </a:cubicBezTo>
                <a:cubicBezTo>
                  <a:pt x="52503" y="96696"/>
                  <a:pt x="52381" y="96786"/>
                  <a:pt x="52263" y="96786"/>
                </a:cubicBezTo>
                <a:cubicBezTo>
                  <a:pt x="52120" y="96786"/>
                  <a:pt x="51984" y="96653"/>
                  <a:pt x="51838" y="96470"/>
                </a:cubicBezTo>
                <a:cubicBezTo>
                  <a:pt x="51738" y="96370"/>
                  <a:pt x="51704" y="96270"/>
                  <a:pt x="51771" y="96170"/>
                </a:cubicBezTo>
                <a:cubicBezTo>
                  <a:pt x="51830" y="96110"/>
                  <a:pt x="51837" y="95998"/>
                  <a:pt x="51979" y="95998"/>
                </a:cubicBezTo>
                <a:cubicBezTo>
                  <a:pt x="51997" y="95998"/>
                  <a:pt x="52016" y="95999"/>
                  <a:pt x="52038" y="96003"/>
                </a:cubicBezTo>
                <a:cubicBezTo>
                  <a:pt x="52100" y="96021"/>
                  <a:pt x="52146" y="96030"/>
                  <a:pt x="52179" y="96030"/>
                </a:cubicBezTo>
                <a:cubicBezTo>
                  <a:pt x="52324" y="96030"/>
                  <a:pt x="52225" y="95872"/>
                  <a:pt x="52171" y="95736"/>
                </a:cubicBezTo>
                <a:cubicBezTo>
                  <a:pt x="52116" y="95584"/>
                  <a:pt x="52049" y="95529"/>
                  <a:pt x="51983" y="95529"/>
                </a:cubicBezTo>
                <a:cubicBezTo>
                  <a:pt x="51889" y="95529"/>
                  <a:pt x="51796" y="95638"/>
                  <a:pt x="51738" y="95736"/>
                </a:cubicBezTo>
                <a:cubicBezTo>
                  <a:pt x="51637" y="95937"/>
                  <a:pt x="51440" y="96041"/>
                  <a:pt x="51240" y="96041"/>
                </a:cubicBezTo>
                <a:cubicBezTo>
                  <a:pt x="51109" y="96041"/>
                  <a:pt x="50976" y="95996"/>
                  <a:pt x="50870" y="95903"/>
                </a:cubicBezTo>
                <a:cubicBezTo>
                  <a:pt x="50770" y="95869"/>
                  <a:pt x="50703" y="95836"/>
                  <a:pt x="50603" y="95836"/>
                </a:cubicBezTo>
                <a:cubicBezTo>
                  <a:pt x="50337" y="95836"/>
                  <a:pt x="50337" y="95669"/>
                  <a:pt x="50437" y="95469"/>
                </a:cubicBezTo>
                <a:cubicBezTo>
                  <a:pt x="50570" y="95202"/>
                  <a:pt x="50670" y="94902"/>
                  <a:pt x="50804" y="94535"/>
                </a:cubicBezTo>
                <a:lnTo>
                  <a:pt x="50804" y="94535"/>
                </a:lnTo>
                <a:cubicBezTo>
                  <a:pt x="50437" y="94702"/>
                  <a:pt x="50203" y="95035"/>
                  <a:pt x="50136" y="95436"/>
                </a:cubicBezTo>
                <a:cubicBezTo>
                  <a:pt x="50011" y="95811"/>
                  <a:pt x="49774" y="95830"/>
                  <a:pt x="49508" y="95830"/>
                </a:cubicBezTo>
                <a:cubicBezTo>
                  <a:pt x="49478" y="95830"/>
                  <a:pt x="49448" y="95829"/>
                  <a:pt x="49418" y="95829"/>
                </a:cubicBezTo>
                <a:cubicBezTo>
                  <a:pt x="49358" y="95829"/>
                  <a:pt x="49297" y="95830"/>
                  <a:pt x="49236" y="95836"/>
                </a:cubicBezTo>
                <a:cubicBezTo>
                  <a:pt x="48902" y="95836"/>
                  <a:pt x="49069" y="95502"/>
                  <a:pt x="49036" y="95302"/>
                </a:cubicBezTo>
                <a:cubicBezTo>
                  <a:pt x="49002" y="95035"/>
                  <a:pt x="49002" y="94735"/>
                  <a:pt x="49002" y="94468"/>
                </a:cubicBezTo>
                <a:cubicBezTo>
                  <a:pt x="49002" y="94335"/>
                  <a:pt x="49136" y="94135"/>
                  <a:pt x="48869" y="94101"/>
                </a:cubicBezTo>
                <a:cubicBezTo>
                  <a:pt x="48854" y="94099"/>
                  <a:pt x="48840" y="94098"/>
                  <a:pt x="48827" y="94098"/>
                </a:cubicBezTo>
                <a:cubicBezTo>
                  <a:pt x="48648" y="94098"/>
                  <a:pt x="48733" y="94310"/>
                  <a:pt x="48702" y="94435"/>
                </a:cubicBezTo>
                <a:cubicBezTo>
                  <a:pt x="48635" y="94869"/>
                  <a:pt x="48635" y="95269"/>
                  <a:pt x="48702" y="95703"/>
                </a:cubicBezTo>
                <a:cubicBezTo>
                  <a:pt x="48769" y="95869"/>
                  <a:pt x="48635" y="96036"/>
                  <a:pt x="48469" y="96069"/>
                </a:cubicBezTo>
                <a:cubicBezTo>
                  <a:pt x="48380" y="96069"/>
                  <a:pt x="48276" y="96144"/>
                  <a:pt x="48177" y="96144"/>
                </a:cubicBezTo>
                <a:cubicBezTo>
                  <a:pt x="48128" y="96144"/>
                  <a:pt x="48079" y="96125"/>
                  <a:pt x="48035" y="96069"/>
                </a:cubicBezTo>
                <a:cubicBezTo>
                  <a:pt x="47735" y="95769"/>
                  <a:pt x="47535" y="95369"/>
                  <a:pt x="47434" y="94935"/>
                </a:cubicBezTo>
                <a:cubicBezTo>
                  <a:pt x="47408" y="94722"/>
                  <a:pt x="47381" y="94658"/>
                  <a:pt x="47269" y="94658"/>
                </a:cubicBezTo>
                <a:cubicBezTo>
                  <a:pt x="47241" y="94658"/>
                  <a:pt x="47208" y="94662"/>
                  <a:pt x="47168" y="94668"/>
                </a:cubicBezTo>
                <a:cubicBezTo>
                  <a:pt x="46934" y="94702"/>
                  <a:pt x="46967" y="94869"/>
                  <a:pt x="47001" y="95035"/>
                </a:cubicBezTo>
                <a:cubicBezTo>
                  <a:pt x="47134" y="95436"/>
                  <a:pt x="47301" y="95836"/>
                  <a:pt x="47568" y="96203"/>
                </a:cubicBezTo>
                <a:cubicBezTo>
                  <a:pt x="47601" y="96303"/>
                  <a:pt x="47735" y="96403"/>
                  <a:pt x="47601" y="96503"/>
                </a:cubicBezTo>
                <a:cubicBezTo>
                  <a:pt x="47533" y="96549"/>
                  <a:pt x="47464" y="96642"/>
                  <a:pt x="47374" y="96642"/>
                </a:cubicBezTo>
                <a:cubicBezTo>
                  <a:pt x="47333" y="96642"/>
                  <a:pt x="47287" y="96622"/>
                  <a:pt x="47234" y="96570"/>
                </a:cubicBezTo>
                <a:cubicBezTo>
                  <a:pt x="47134" y="96503"/>
                  <a:pt x="47034" y="96436"/>
                  <a:pt x="46901" y="96436"/>
                </a:cubicBezTo>
                <a:cubicBezTo>
                  <a:pt x="46798" y="96395"/>
                  <a:pt x="46682" y="96316"/>
                  <a:pt x="46578" y="96316"/>
                </a:cubicBezTo>
                <a:cubicBezTo>
                  <a:pt x="46513" y="96316"/>
                  <a:pt x="46452" y="96347"/>
                  <a:pt x="46400" y="96436"/>
                </a:cubicBezTo>
                <a:cubicBezTo>
                  <a:pt x="46267" y="96637"/>
                  <a:pt x="46500" y="96803"/>
                  <a:pt x="46601" y="96903"/>
                </a:cubicBezTo>
                <a:cubicBezTo>
                  <a:pt x="46701" y="97003"/>
                  <a:pt x="46934" y="97037"/>
                  <a:pt x="46734" y="97270"/>
                </a:cubicBezTo>
                <a:cubicBezTo>
                  <a:pt x="46400" y="97704"/>
                  <a:pt x="46167" y="98271"/>
                  <a:pt x="46100" y="98838"/>
                </a:cubicBezTo>
                <a:cubicBezTo>
                  <a:pt x="45946" y="98619"/>
                  <a:pt x="45807" y="98428"/>
                  <a:pt x="45644" y="98428"/>
                </a:cubicBezTo>
                <a:cubicBezTo>
                  <a:pt x="45560" y="98428"/>
                  <a:pt x="45469" y="98479"/>
                  <a:pt x="45366" y="98605"/>
                </a:cubicBezTo>
                <a:cubicBezTo>
                  <a:pt x="45338" y="98642"/>
                  <a:pt x="45321" y="98656"/>
                  <a:pt x="45309" y="98656"/>
                </a:cubicBezTo>
                <a:cubicBezTo>
                  <a:pt x="45280" y="98656"/>
                  <a:pt x="45290" y="98562"/>
                  <a:pt x="45266" y="98538"/>
                </a:cubicBezTo>
                <a:cubicBezTo>
                  <a:pt x="44966" y="98204"/>
                  <a:pt x="44566" y="97971"/>
                  <a:pt x="44132" y="97871"/>
                </a:cubicBezTo>
                <a:cubicBezTo>
                  <a:pt x="44091" y="97871"/>
                  <a:pt x="44048" y="97872"/>
                  <a:pt x="44003" y="97872"/>
                </a:cubicBezTo>
                <a:cubicBezTo>
                  <a:pt x="43756" y="97872"/>
                  <a:pt x="43468" y="97848"/>
                  <a:pt x="43298" y="97537"/>
                </a:cubicBezTo>
                <a:cubicBezTo>
                  <a:pt x="43340" y="97512"/>
                  <a:pt x="43398" y="97506"/>
                  <a:pt x="43462" y="97506"/>
                </a:cubicBezTo>
                <a:cubicBezTo>
                  <a:pt x="43526" y="97506"/>
                  <a:pt x="43596" y="97512"/>
                  <a:pt x="43661" y="97512"/>
                </a:cubicBezTo>
                <a:cubicBezTo>
                  <a:pt x="43790" y="97512"/>
                  <a:pt x="43899" y="97487"/>
                  <a:pt x="43899" y="97337"/>
                </a:cubicBezTo>
                <a:cubicBezTo>
                  <a:pt x="43899" y="97149"/>
                  <a:pt x="43796" y="97116"/>
                  <a:pt x="43670" y="97116"/>
                </a:cubicBezTo>
                <a:cubicBezTo>
                  <a:pt x="43599" y="97116"/>
                  <a:pt x="43521" y="97126"/>
                  <a:pt x="43450" y="97126"/>
                </a:cubicBezTo>
                <a:cubicBezTo>
                  <a:pt x="43376" y="97126"/>
                  <a:pt x="43310" y="97115"/>
                  <a:pt x="43265" y="97070"/>
                </a:cubicBezTo>
                <a:cubicBezTo>
                  <a:pt x="43265" y="96503"/>
                  <a:pt x="43665" y="95969"/>
                  <a:pt x="43765" y="95502"/>
                </a:cubicBezTo>
                <a:cubicBezTo>
                  <a:pt x="43865" y="95002"/>
                  <a:pt x="44399" y="95035"/>
                  <a:pt x="44699" y="94835"/>
                </a:cubicBezTo>
                <a:cubicBezTo>
                  <a:pt x="44721" y="94835"/>
                  <a:pt x="44818" y="94939"/>
                  <a:pt x="44909" y="94939"/>
                </a:cubicBezTo>
                <a:cubicBezTo>
                  <a:pt x="44955" y="94939"/>
                  <a:pt x="44999" y="94913"/>
                  <a:pt x="45033" y="94835"/>
                </a:cubicBezTo>
                <a:cubicBezTo>
                  <a:pt x="45099" y="94702"/>
                  <a:pt x="45066" y="94568"/>
                  <a:pt x="44999" y="94502"/>
                </a:cubicBezTo>
                <a:cubicBezTo>
                  <a:pt x="44920" y="94403"/>
                  <a:pt x="44830" y="94374"/>
                  <a:pt x="44734" y="94374"/>
                </a:cubicBezTo>
                <a:cubicBezTo>
                  <a:pt x="44669" y="94374"/>
                  <a:pt x="44600" y="94388"/>
                  <a:pt x="44532" y="94402"/>
                </a:cubicBezTo>
                <a:cubicBezTo>
                  <a:pt x="44332" y="94402"/>
                  <a:pt x="44165" y="94568"/>
                  <a:pt x="43965" y="94568"/>
                </a:cubicBezTo>
                <a:cubicBezTo>
                  <a:pt x="43932" y="94235"/>
                  <a:pt x="43899" y="93935"/>
                  <a:pt x="43832" y="93601"/>
                </a:cubicBezTo>
                <a:cubicBezTo>
                  <a:pt x="43665" y="92834"/>
                  <a:pt x="43665" y="92834"/>
                  <a:pt x="44366" y="92434"/>
                </a:cubicBezTo>
                <a:cubicBezTo>
                  <a:pt x="44432" y="92367"/>
                  <a:pt x="44499" y="92333"/>
                  <a:pt x="44466" y="92233"/>
                </a:cubicBezTo>
                <a:cubicBezTo>
                  <a:pt x="44466" y="92133"/>
                  <a:pt x="44399" y="92133"/>
                  <a:pt x="44266" y="92133"/>
                </a:cubicBezTo>
                <a:cubicBezTo>
                  <a:pt x="44212" y="92133"/>
                  <a:pt x="44159" y="92128"/>
                  <a:pt x="44108" y="92128"/>
                </a:cubicBezTo>
                <a:cubicBezTo>
                  <a:pt x="44031" y="92128"/>
                  <a:pt x="43959" y="92140"/>
                  <a:pt x="43899" y="92200"/>
                </a:cubicBezTo>
                <a:cubicBezTo>
                  <a:pt x="43740" y="92346"/>
                  <a:pt x="43609" y="92408"/>
                  <a:pt x="43494" y="92408"/>
                </a:cubicBezTo>
                <a:cubicBezTo>
                  <a:pt x="43295" y="92408"/>
                  <a:pt x="43146" y="92221"/>
                  <a:pt x="42998" y="91967"/>
                </a:cubicBezTo>
                <a:cubicBezTo>
                  <a:pt x="42965" y="91900"/>
                  <a:pt x="42898" y="91800"/>
                  <a:pt x="42798" y="91766"/>
                </a:cubicBezTo>
                <a:cubicBezTo>
                  <a:pt x="42531" y="91533"/>
                  <a:pt x="42498" y="91333"/>
                  <a:pt x="42798" y="91066"/>
                </a:cubicBezTo>
                <a:cubicBezTo>
                  <a:pt x="42931" y="90966"/>
                  <a:pt x="43165" y="90832"/>
                  <a:pt x="42998" y="90666"/>
                </a:cubicBezTo>
                <a:cubicBezTo>
                  <a:pt x="42959" y="90627"/>
                  <a:pt x="42926" y="90612"/>
                  <a:pt x="42896" y="90612"/>
                </a:cubicBezTo>
                <a:cubicBezTo>
                  <a:pt x="42795" y="90612"/>
                  <a:pt x="42726" y="90781"/>
                  <a:pt x="42598" y="90832"/>
                </a:cubicBezTo>
                <a:cubicBezTo>
                  <a:pt x="42423" y="90861"/>
                  <a:pt x="42376" y="91118"/>
                  <a:pt x="42190" y="91118"/>
                </a:cubicBezTo>
                <a:cubicBezTo>
                  <a:pt x="42163" y="91118"/>
                  <a:pt x="42132" y="91112"/>
                  <a:pt x="42097" y="91099"/>
                </a:cubicBezTo>
                <a:cubicBezTo>
                  <a:pt x="41197" y="90832"/>
                  <a:pt x="41030" y="90365"/>
                  <a:pt x="41697" y="89632"/>
                </a:cubicBezTo>
                <a:lnTo>
                  <a:pt x="41764" y="89565"/>
                </a:lnTo>
                <a:cubicBezTo>
                  <a:pt x="41830" y="89498"/>
                  <a:pt x="41997" y="89431"/>
                  <a:pt x="41897" y="89265"/>
                </a:cubicBezTo>
                <a:cubicBezTo>
                  <a:pt x="41861" y="89217"/>
                  <a:pt x="41817" y="89199"/>
                  <a:pt x="41770" y="89199"/>
                </a:cubicBezTo>
                <a:cubicBezTo>
                  <a:pt x="41686" y="89199"/>
                  <a:pt x="41594" y="89255"/>
                  <a:pt x="41530" y="89298"/>
                </a:cubicBezTo>
                <a:cubicBezTo>
                  <a:pt x="41263" y="89531"/>
                  <a:pt x="41030" y="89832"/>
                  <a:pt x="40863" y="90165"/>
                </a:cubicBezTo>
                <a:cubicBezTo>
                  <a:pt x="40806" y="90280"/>
                  <a:pt x="40773" y="90445"/>
                  <a:pt x="40636" y="90445"/>
                </a:cubicBezTo>
                <a:cubicBezTo>
                  <a:pt x="40614" y="90445"/>
                  <a:pt x="40590" y="90441"/>
                  <a:pt x="40563" y="90432"/>
                </a:cubicBezTo>
                <a:cubicBezTo>
                  <a:pt x="40394" y="90417"/>
                  <a:pt x="40223" y="90408"/>
                  <a:pt x="40052" y="90408"/>
                </a:cubicBezTo>
                <a:cubicBezTo>
                  <a:pt x="39479" y="90408"/>
                  <a:pt x="38901" y="90501"/>
                  <a:pt x="38361" y="90732"/>
                </a:cubicBezTo>
                <a:cubicBezTo>
                  <a:pt x="38628" y="90365"/>
                  <a:pt x="38295" y="89898"/>
                  <a:pt x="38895" y="89798"/>
                </a:cubicBezTo>
                <a:cubicBezTo>
                  <a:pt x="39028" y="89765"/>
                  <a:pt x="39028" y="89598"/>
                  <a:pt x="39028" y="89465"/>
                </a:cubicBezTo>
                <a:cubicBezTo>
                  <a:pt x="39062" y="89231"/>
                  <a:pt x="39129" y="88998"/>
                  <a:pt x="39262" y="88831"/>
                </a:cubicBezTo>
                <a:cubicBezTo>
                  <a:pt x="39329" y="88731"/>
                  <a:pt x="39429" y="88597"/>
                  <a:pt x="39295" y="88497"/>
                </a:cubicBezTo>
                <a:cubicBezTo>
                  <a:pt x="39255" y="88467"/>
                  <a:pt x="39214" y="88455"/>
                  <a:pt x="39175" y="88455"/>
                </a:cubicBezTo>
                <a:cubicBezTo>
                  <a:pt x="39084" y="88455"/>
                  <a:pt x="38998" y="88518"/>
                  <a:pt x="38928" y="88564"/>
                </a:cubicBezTo>
                <a:cubicBezTo>
                  <a:pt x="38728" y="88731"/>
                  <a:pt x="38662" y="88998"/>
                  <a:pt x="38461" y="89231"/>
                </a:cubicBezTo>
                <a:cubicBezTo>
                  <a:pt x="38295" y="88864"/>
                  <a:pt x="38161" y="88497"/>
                  <a:pt x="37828" y="88431"/>
                </a:cubicBezTo>
                <a:cubicBezTo>
                  <a:pt x="37427" y="88364"/>
                  <a:pt x="37127" y="88030"/>
                  <a:pt x="37160" y="87630"/>
                </a:cubicBezTo>
                <a:cubicBezTo>
                  <a:pt x="37127" y="87497"/>
                  <a:pt x="37127" y="87363"/>
                  <a:pt x="36960" y="87363"/>
                </a:cubicBezTo>
                <a:cubicBezTo>
                  <a:pt x="36794" y="87397"/>
                  <a:pt x="36827" y="87563"/>
                  <a:pt x="36827" y="87663"/>
                </a:cubicBezTo>
                <a:cubicBezTo>
                  <a:pt x="36960" y="88064"/>
                  <a:pt x="36727" y="88531"/>
                  <a:pt x="36327" y="88664"/>
                </a:cubicBezTo>
                <a:cubicBezTo>
                  <a:pt x="36232" y="88711"/>
                  <a:pt x="36138" y="88858"/>
                  <a:pt x="36032" y="88858"/>
                </a:cubicBezTo>
                <a:cubicBezTo>
                  <a:pt x="35988" y="88858"/>
                  <a:pt x="35942" y="88833"/>
                  <a:pt x="35893" y="88764"/>
                </a:cubicBezTo>
                <a:cubicBezTo>
                  <a:pt x="35793" y="88597"/>
                  <a:pt x="35493" y="88431"/>
                  <a:pt x="35726" y="88164"/>
                </a:cubicBezTo>
                <a:cubicBezTo>
                  <a:pt x="35826" y="88097"/>
                  <a:pt x="35860" y="88030"/>
                  <a:pt x="35759" y="87897"/>
                </a:cubicBezTo>
                <a:cubicBezTo>
                  <a:pt x="35720" y="87858"/>
                  <a:pt x="35681" y="87844"/>
                  <a:pt x="35640" y="87844"/>
                </a:cubicBezTo>
                <a:cubicBezTo>
                  <a:pt x="35576" y="87844"/>
                  <a:pt x="35507" y="87877"/>
                  <a:pt x="35426" y="87897"/>
                </a:cubicBezTo>
                <a:cubicBezTo>
                  <a:pt x="35259" y="87997"/>
                  <a:pt x="35159" y="88197"/>
                  <a:pt x="35192" y="88397"/>
                </a:cubicBezTo>
                <a:cubicBezTo>
                  <a:pt x="35226" y="88764"/>
                  <a:pt x="35359" y="89064"/>
                  <a:pt x="35559" y="89331"/>
                </a:cubicBezTo>
                <a:cubicBezTo>
                  <a:pt x="35659" y="89498"/>
                  <a:pt x="35726" y="89698"/>
                  <a:pt x="35559" y="89732"/>
                </a:cubicBezTo>
                <a:cubicBezTo>
                  <a:pt x="34659" y="89832"/>
                  <a:pt x="35359" y="90099"/>
                  <a:pt x="35526" y="90265"/>
                </a:cubicBezTo>
                <a:cubicBezTo>
                  <a:pt x="35626" y="90365"/>
                  <a:pt x="35626" y="90465"/>
                  <a:pt x="35659" y="90599"/>
                </a:cubicBezTo>
                <a:cubicBezTo>
                  <a:pt x="35759" y="90866"/>
                  <a:pt x="35926" y="91133"/>
                  <a:pt x="36160" y="91333"/>
                </a:cubicBezTo>
                <a:cubicBezTo>
                  <a:pt x="36393" y="91566"/>
                  <a:pt x="36894" y="91566"/>
                  <a:pt x="36894" y="91866"/>
                </a:cubicBezTo>
                <a:cubicBezTo>
                  <a:pt x="36894" y="92133"/>
                  <a:pt x="36527" y="92400"/>
                  <a:pt x="36393" y="92734"/>
                </a:cubicBezTo>
                <a:cubicBezTo>
                  <a:pt x="36337" y="93043"/>
                  <a:pt x="36068" y="93257"/>
                  <a:pt x="35745" y="93257"/>
                </a:cubicBezTo>
                <a:cubicBezTo>
                  <a:pt x="35685" y="93257"/>
                  <a:pt x="35622" y="93250"/>
                  <a:pt x="35559" y="93234"/>
                </a:cubicBezTo>
                <a:cubicBezTo>
                  <a:pt x="35493" y="93217"/>
                  <a:pt x="35393" y="93176"/>
                  <a:pt x="35301" y="93176"/>
                </a:cubicBezTo>
                <a:cubicBezTo>
                  <a:pt x="35209" y="93176"/>
                  <a:pt x="35126" y="93217"/>
                  <a:pt x="35092" y="93368"/>
                </a:cubicBezTo>
                <a:cubicBezTo>
                  <a:pt x="35059" y="93668"/>
                  <a:pt x="35326" y="93634"/>
                  <a:pt x="35526" y="93734"/>
                </a:cubicBezTo>
                <a:cubicBezTo>
                  <a:pt x="35726" y="93801"/>
                  <a:pt x="35960" y="93734"/>
                  <a:pt x="35960" y="94101"/>
                </a:cubicBezTo>
                <a:lnTo>
                  <a:pt x="35960" y="95169"/>
                </a:lnTo>
                <a:cubicBezTo>
                  <a:pt x="35860" y="95135"/>
                  <a:pt x="35759" y="95035"/>
                  <a:pt x="35726" y="94969"/>
                </a:cubicBezTo>
                <a:cubicBezTo>
                  <a:pt x="35641" y="94856"/>
                  <a:pt x="35628" y="94647"/>
                  <a:pt x="35504" y="94647"/>
                </a:cubicBezTo>
                <a:cubicBezTo>
                  <a:pt x="35482" y="94647"/>
                  <a:pt x="35456" y="94653"/>
                  <a:pt x="35426" y="94668"/>
                </a:cubicBezTo>
                <a:cubicBezTo>
                  <a:pt x="35226" y="94769"/>
                  <a:pt x="35426" y="94935"/>
                  <a:pt x="35459" y="95069"/>
                </a:cubicBezTo>
                <a:cubicBezTo>
                  <a:pt x="35793" y="95903"/>
                  <a:pt x="36593" y="96470"/>
                  <a:pt x="36994" y="97270"/>
                </a:cubicBezTo>
                <a:cubicBezTo>
                  <a:pt x="37160" y="97604"/>
                  <a:pt x="37494" y="97804"/>
                  <a:pt x="37828" y="98304"/>
                </a:cubicBezTo>
                <a:cubicBezTo>
                  <a:pt x="37536" y="98214"/>
                  <a:pt x="37269" y="98173"/>
                  <a:pt x="37023" y="98173"/>
                </a:cubicBezTo>
                <a:cubicBezTo>
                  <a:pt x="36002" y="98173"/>
                  <a:pt x="35331" y="98867"/>
                  <a:pt x="34659" y="99539"/>
                </a:cubicBezTo>
                <a:cubicBezTo>
                  <a:pt x="34358" y="99805"/>
                  <a:pt x="34158" y="100139"/>
                  <a:pt x="34025" y="100506"/>
                </a:cubicBezTo>
                <a:cubicBezTo>
                  <a:pt x="33458" y="102140"/>
                  <a:pt x="33191" y="103875"/>
                  <a:pt x="33191" y="105610"/>
                </a:cubicBezTo>
                <a:cubicBezTo>
                  <a:pt x="33224" y="108011"/>
                  <a:pt x="33358" y="110413"/>
                  <a:pt x="33291" y="112848"/>
                </a:cubicBezTo>
                <a:cubicBezTo>
                  <a:pt x="33291" y="113015"/>
                  <a:pt x="33391" y="113182"/>
                  <a:pt x="33124" y="113282"/>
                </a:cubicBezTo>
                <a:cubicBezTo>
                  <a:pt x="32724" y="113415"/>
                  <a:pt x="32390" y="113615"/>
                  <a:pt x="31990" y="113782"/>
                </a:cubicBezTo>
                <a:lnTo>
                  <a:pt x="23918" y="116851"/>
                </a:lnTo>
                <a:cubicBezTo>
                  <a:pt x="23017" y="117185"/>
                  <a:pt x="22116" y="117552"/>
                  <a:pt x="21216" y="117885"/>
                </a:cubicBezTo>
                <a:cubicBezTo>
                  <a:pt x="21149" y="117351"/>
                  <a:pt x="21082" y="116851"/>
                  <a:pt x="21082" y="116384"/>
                </a:cubicBezTo>
                <a:cubicBezTo>
                  <a:pt x="20982" y="113382"/>
                  <a:pt x="20882" y="110380"/>
                  <a:pt x="20815" y="107378"/>
                </a:cubicBezTo>
                <a:cubicBezTo>
                  <a:pt x="20749" y="104042"/>
                  <a:pt x="20682" y="100739"/>
                  <a:pt x="20682" y="97404"/>
                </a:cubicBezTo>
                <a:cubicBezTo>
                  <a:pt x="20682" y="86529"/>
                  <a:pt x="20582" y="75655"/>
                  <a:pt x="20782" y="64780"/>
                </a:cubicBezTo>
                <a:cubicBezTo>
                  <a:pt x="20849" y="61011"/>
                  <a:pt x="20916" y="57275"/>
                  <a:pt x="20949" y="53506"/>
                </a:cubicBezTo>
                <a:cubicBezTo>
                  <a:pt x="21049" y="48235"/>
                  <a:pt x="21116" y="42998"/>
                  <a:pt x="21216" y="37761"/>
                </a:cubicBezTo>
                <a:cubicBezTo>
                  <a:pt x="21316" y="31356"/>
                  <a:pt x="21416" y="24919"/>
                  <a:pt x="21516" y="18481"/>
                </a:cubicBezTo>
                <a:cubicBezTo>
                  <a:pt x="21583" y="14745"/>
                  <a:pt x="21616" y="10975"/>
                  <a:pt x="21683" y="7239"/>
                </a:cubicBezTo>
                <a:cubicBezTo>
                  <a:pt x="21683" y="4838"/>
                  <a:pt x="21683" y="2402"/>
                  <a:pt x="2168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07" name="Google Shape;620;p9"/>
          <p:cNvSpPr/>
          <p:nvPr/>
        </p:nvSpPr>
        <p:spPr>
          <a:xfrm>
            <a:off x="1899360" y="2455200"/>
            <a:ext cx="29160" cy="23040"/>
          </a:xfrm>
          <a:custGeom>
            <a:avLst/>
            <a:gdLst>
              <a:gd name="textAreaLeft" fmla="*/ 0 w 29160"/>
              <a:gd name="textAreaRight" fmla="*/ 29520 w 29160"/>
              <a:gd name="textAreaTop" fmla="*/ 0 h 23040"/>
              <a:gd name="textAreaBottom" fmla="*/ 23400 h 23040"/>
            </a:gdLst>
            <a:ahLst/>
            <a:cxnLst/>
            <a:rect l="textAreaLeft" t="textAreaTop" r="textAreaRight" b="textAreaBottom"/>
            <a:pathLst>
              <a:path w="1235" h="982">
                <a:moveTo>
                  <a:pt x="167" y="1"/>
                </a:moveTo>
                <a:cubicBezTo>
                  <a:pt x="100" y="34"/>
                  <a:pt x="33" y="67"/>
                  <a:pt x="33" y="134"/>
                </a:cubicBezTo>
                <a:cubicBezTo>
                  <a:pt x="0" y="267"/>
                  <a:pt x="67" y="434"/>
                  <a:pt x="200" y="468"/>
                </a:cubicBezTo>
                <a:cubicBezTo>
                  <a:pt x="500" y="568"/>
                  <a:pt x="801" y="601"/>
                  <a:pt x="967" y="935"/>
                </a:cubicBezTo>
                <a:cubicBezTo>
                  <a:pt x="991" y="958"/>
                  <a:pt x="1031" y="982"/>
                  <a:pt x="1076" y="982"/>
                </a:cubicBezTo>
                <a:cubicBezTo>
                  <a:pt x="1095" y="982"/>
                  <a:pt x="1115" y="978"/>
                  <a:pt x="1134" y="968"/>
                </a:cubicBezTo>
                <a:cubicBezTo>
                  <a:pt x="1234" y="901"/>
                  <a:pt x="1201" y="834"/>
                  <a:pt x="1168" y="768"/>
                </a:cubicBezTo>
                <a:cubicBezTo>
                  <a:pt x="967" y="367"/>
                  <a:pt x="601" y="101"/>
                  <a:pt x="16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520" bIns="115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08" name="Google Shape;621;p9"/>
          <p:cNvSpPr/>
          <p:nvPr/>
        </p:nvSpPr>
        <p:spPr>
          <a:xfrm>
            <a:off x="2711520" y="4993560"/>
            <a:ext cx="39240" cy="81000"/>
          </a:xfrm>
          <a:custGeom>
            <a:avLst/>
            <a:gdLst>
              <a:gd name="textAreaLeft" fmla="*/ 0 w 39240"/>
              <a:gd name="textAreaRight" fmla="*/ 39600 w 3924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1668" h="3422">
                <a:moveTo>
                  <a:pt x="1382" y="1"/>
                </a:moveTo>
                <a:cubicBezTo>
                  <a:pt x="1237" y="1"/>
                  <a:pt x="1157" y="142"/>
                  <a:pt x="1101" y="283"/>
                </a:cubicBezTo>
                <a:cubicBezTo>
                  <a:pt x="701" y="1183"/>
                  <a:pt x="367" y="2117"/>
                  <a:pt x="134" y="3051"/>
                </a:cubicBezTo>
                <a:cubicBezTo>
                  <a:pt x="100" y="3185"/>
                  <a:pt x="0" y="3385"/>
                  <a:pt x="200" y="3418"/>
                </a:cubicBezTo>
                <a:cubicBezTo>
                  <a:pt x="215" y="3421"/>
                  <a:pt x="229" y="3422"/>
                  <a:pt x="242" y="3422"/>
                </a:cubicBezTo>
                <a:cubicBezTo>
                  <a:pt x="401" y="3422"/>
                  <a:pt x="403" y="3241"/>
                  <a:pt x="434" y="3118"/>
                </a:cubicBezTo>
                <a:cubicBezTo>
                  <a:pt x="667" y="2451"/>
                  <a:pt x="834" y="1784"/>
                  <a:pt x="1068" y="1150"/>
                </a:cubicBezTo>
                <a:cubicBezTo>
                  <a:pt x="1134" y="850"/>
                  <a:pt x="1268" y="550"/>
                  <a:pt x="1468" y="316"/>
                </a:cubicBezTo>
                <a:lnTo>
                  <a:pt x="1468" y="316"/>
                </a:lnTo>
                <a:cubicBezTo>
                  <a:pt x="1468" y="950"/>
                  <a:pt x="1201" y="1450"/>
                  <a:pt x="1101" y="1984"/>
                </a:cubicBezTo>
                <a:cubicBezTo>
                  <a:pt x="1468" y="1517"/>
                  <a:pt x="1668" y="950"/>
                  <a:pt x="1635" y="383"/>
                </a:cubicBezTo>
                <a:cubicBezTo>
                  <a:pt x="1635" y="216"/>
                  <a:pt x="1668" y="49"/>
                  <a:pt x="1468" y="16"/>
                </a:cubicBezTo>
                <a:cubicBezTo>
                  <a:pt x="1437" y="6"/>
                  <a:pt x="1408" y="1"/>
                  <a:pt x="138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09" name="Google Shape;622;p9"/>
          <p:cNvSpPr/>
          <p:nvPr/>
        </p:nvSpPr>
        <p:spPr>
          <a:xfrm>
            <a:off x="2736000" y="5043240"/>
            <a:ext cx="35280" cy="75240"/>
          </a:xfrm>
          <a:custGeom>
            <a:avLst/>
            <a:gdLst>
              <a:gd name="textAreaLeft" fmla="*/ 0 w 35280"/>
              <a:gd name="textAreaRight" fmla="*/ 35640 w 35280"/>
              <a:gd name="textAreaTop" fmla="*/ 0 h 75240"/>
              <a:gd name="textAreaBottom" fmla="*/ 75600 h 75240"/>
            </a:gdLst>
            <a:ahLst/>
            <a:cxnLst/>
            <a:rect l="textAreaLeft" t="textAreaTop" r="textAreaRight" b="textAreaBottom"/>
            <a:pathLst>
              <a:path w="1502" h="3170">
                <a:moveTo>
                  <a:pt x="1372" y="1"/>
                </a:moveTo>
                <a:cubicBezTo>
                  <a:pt x="1334" y="1"/>
                  <a:pt x="1301" y="18"/>
                  <a:pt x="1268" y="34"/>
                </a:cubicBezTo>
                <a:cubicBezTo>
                  <a:pt x="567" y="935"/>
                  <a:pt x="367" y="2036"/>
                  <a:pt x="34" y="3070"/>
                </a:cubicBezTo>
                <a:cubicBezTo>
                  <a:pt x="0" y="3103"/>
                  <a:pt x="34" y="3170"/>
                  <a:pt x="100" y="3170"/>
                </a:cubicBezTo>
                <a:cubicBezTo>
                  <a:pt x="167" y="3170"/>
                  <a:pt x="234" y="3170"/>
                  <a:pt x="267" y="3137"/>
                </a:cubicBezTo>
                <a:cubicBezTo>
                  <a:pt x="334" y="2970"/>
                  <a:pt x="367" y="2803"/>
                  <a:pt x="400" y="2636"/>
                </a:cubicBezTo>
                <a:cubicBezTo>
                  <a:pt x="734" y="1769"/>
                  <a:pt x="901" y="835"/>
                  <a:pt x="1501" y="68"/>
                </a:cubicBezTo>
                <a:cubicBezTo>
                  <a:pt x="1451" y="18"/>
                  <a:pt x="1410" y="1"/>
                  <a:pt x="13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800" bIns="37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0" name="Google Shape;623;p9"/>
          <p:cNvSpPr/>
          <p:nvPr/>
        </p:nvSpPr>
        <p:spPr>
          <a:xfrm>
            <a:off x="2721600" y="5047200"/>
            <a:ext cx="25920" cy="62640"/>
          </a:xfrm>
          <a:custGeom>
            <a:avLst/>
            <a:gdLst>
              <a:gd name="textAreaLeft" fmla="*/ 0 w 25920"/>
              <a:gd name="textAreaRight" fmla="*/ 26280 w 2592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102" h="2652">
                <a:moveTo>
                  <a:pt x="1001" y="1"/>
                </a:moveTo>
                <a:cubicBezTo>
                  <a:pt x="955" y="1"/>
                  <a:pt x="922" y="29"/>
                  <a:pt x="901" y="70"/>
                </a:cubicBezTo>
                <a:cubicBezTo>
                  <a:pt x="534" y="838"/>
                  <a:pt x="368" y="1672"/>
                  <a:pt x="34" y="2472"/>
                </a:cubicBezTo>
                <a:cubicBezTo>
                  <a:pt x="1" y="2539"/>
                  <a:pt x="34" y="2606"/>
                  <a:pt x="101" y="2639"/>
                </a:cubicBezTo>
                <a:cubicBezTo>
                  <a:pt x="118" y="2647"/>
                  <a:pt x="136" y="2652"/>
                  <a:pt x="155" y="2652"/>
                </a:cubicBezTo>
                <a:cubicBezTo>
                  <a:pt x="211" y="2652"/>
                  <a:pt x="268" y="2614"/>
                  <a:pt x="268" y="2539"/>
                </a:cubicBezTo>
                <a:cubicBezTo>
                  <a:pt x="568" y="1705"/>
                  <a:pt x="835" y="871"/>
                  <a:pt x="1102" y="37"/>
                </a:cubicBezTo>
                <a:cubicBezTo>
                  <a:pt x="1063" y="12"/>
                  <a:pt x="1030" y="1"/>
                  <a:pt x="100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1" name="Google Shape;624;p9"/>
          <p:cNvSpPr/>
          <p:nvPr/>
        </p:nvSpPr>
        <p:spPr>
          <a:xfrm>
            <a:off x="2747880" y="5076360"/>
            <a:ext cx="30600" cy="47880"/>
          </a:xfrm>
          <a:custGeom>
            <a:avLst/>
            <a:gdLst>
              <a:gd name="textAreaLeft" fmla="*/ 0 w 30600"/>
              <a:gd name="textAreaRight" fmla="*/ 30960 w 30600"/>
              <a:gd name="textAreaTop" fmla="*/ 0 h 47880"/>
              <a:gd name="textAreaBottom" fmla="*/ 48240 h 47880"/>
            </a:gdLst>
            <a:ahLst/>
            <a:cxnLst/>
            <a:rect l="textAreaLeft" t="textAreaTop" r="textAreaRight" b="textAreaBottom"/>
            <a:pathLst>
              <a:path w="1302" h="2031">
                <a:moveTo>
                  <a:pt x="1176" y="1"/>
                </a:moveTo>
                <a:cubicBezTo>
                  <a:pt x="1119" y="1"/>
                  <a:pt x="1059" y="32"/>
                  <a:pt x="1035" y="81"/>
                </a:cubicBezTo>
                <a:cubicBezTo>
                  <a:pt x="634" y="581"/>
                  <a:pt x="334" y="1115"/>
                  <a:pt x="134" y="1715"/>
                </a:cubicBezTo>
                <a:cubicBezTo>
                  <a:pt x="101" y="1815"/>
                  <a:pt x="1" y="1949"/>
                  <a:pt x="201" y="2015"/>
                </a:cubicBezTo>
                <a:cubicBezTo>
                  <a:pt x="232" y="2026"/>
                  <a:pt x="259" y="2031"/>
                  <a:pt x="283" y="2031"/>
                </a:cubicBezTo>
                <a:cubicBezTo>
                  <a:pt x="411" y="2031"/>
                  <a:pt x="439" y="1894"/>
                  <a:pt x="468" y="1782"/>
                </a:cubicBezTo>
                <a:cubicBezTo>
                  <a:pt x="601" y="1248"/>
                  <a:pt x="868" y="715"/>
                  <a:pt x="1235" y="281"/>
                </a:cubicBezTo>
                <a:cubicBezTo>
                  <a:pt x="1235" y="214"/>
                  <a:pt x="1268" y="181"/>
                  <a:pt x="1301" y="147"/>
                </a:cubicBezTo>
                <a:cubicBezTo>
                  <a:pt x="1301" y="81"/>
                  <a:pt x="1268" y="14"/>
                  <a:pt x="1235" y="14"/>
                </a:cubicBezTo>
                <a:cubicBezTo>
                  <a:pt x="1217" y="5"/>
                  <a:pt x="1197" y="1"/>
                  <a:pt x="1176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2" name="Google Shape;625;p9"/>
          <p:cNvSpPr/>
          <p:nvPr/>
        </p:nvSpPr>
        <p:spPr>
          <a:xfrm>
            <a:off x="3104640" y="4947840"/>
            <a:ext cx="29160" cy="81000"/>
          </a:xfrm>
          <a:custGeom>
            <a:avLst/>
            <a:gdLst>
              <a:gd name="textAreaLeft" fmla="*/ 0 w 29160"/>
              <a:gd name="textAreaRight" fmla="*/ 29520 w 29160"/>
              <a:gd name="textAreaTop" fmla="*/ 0 h 81000"/>
              <a:gd name="textAreaBottom" fmla="*/ 81360 h 81000"/>
            </a:gdLst>
            <a:ahLst/>
            <a:cxnLst/>
            <a:rect l="textAreaLeft" t="textAreaTop" r="textAreaRight" b="textAreaBottom"/>
            <a:pathLst>
              <a:path w="1236" h="3408">
                <a:moveTo>
                  <a:pt x="1035" y="0"/>
                </a:moveTo>
                <a:cubicBezTo>
                  <a:pt x="868" y="0"/>
                  <a:pt x="835" y="167"/>
                  <a:pt x="768" y="300"/>
                </a:cubicBezTo>
                <a:cubicBezTo>
                  <a:pt x="468" y="1168"/>
                  <a:pt x="201" y="2035"/>
                  <a:pt x="1" y="2936"/>
                </a:cubicBezTo>
                <a:cubicBezTo>
                  <a:pt x="1" y="3002"/>
                  <a:pt x="1" y="3036"/>
                  <a:pt x="1" y="3102"/>
                </a:cubicBezTo>
                <a:cubicBezTo>
                  <a:pt x="1" y="3202"/>
                  <a:pt x="1" y="3403"/>
                  <a:pt x="134" y="3403"/>
                </a:cubicBezTo>
                <a:cubicBezTo>
                  <a:pt x="152" y="3406"/>
                  <a:pt x="168" y="3408"/>
                  <a:pt x="182" y="3408"/>
                </a:cubicBezTo>
                <a:cubicBezTo>
                  <a:pt x="301" y="3408"/>
                  <a:pt x="305" y="3288"/>
                  <a:pt x="334" y="3169"/>
                </a:cubicBezTo>
                <a:cubicBezTo>
                  <a:pt x="334" y="3002"/>
                  <a:pt x="368" y="2869"/>
                  <a:pt x="401" y="2702"/>
                </a:cubicBezTo>
                <a:cubicBezTo>
                  <a:pt x="568" y="1968"/>
                  <a:pt x="735" y="1268"/>
                  <a:pt x="968" y="534"/>
                </a:cubicBezTo>
                <a:lnTo>
                  <a:pt x="968" y="534"/>
                </a:lnTo>
                <a:cubicBezTo>
                  <a:pt x="1102" y="901"/>
                  <a:pt x="902" y="1268"/>
                  <a:pt x="1235" y="1668"/>
                </a:cubicBezTo>
                <a:lnTo>
                  <a:pt x="1235" y="367"/>
                </a:lnTo>
                <a:cubicBezTo>
                  <a:pt x="1235" y="200"/>
                  <a:pt x="1168" y="33"/>
                  <a:pt x="10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680" bIns="40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3" name="Google Shape;626;p9"/>
          <p:cNvSpPr/>
          <p:nvPr/>
        </p:nvSpPr>
        <p:spPr>
          <a:xfrm>
            <a:off x="3126240" y="5015160"/>
            <a:ext cx="30600" cy="90000"/>
          </a:xfrm>
          <a:custGeom>
            <a:avLst/>
            <a:gdLst>
              <a:gd name="textAreaLeft" fmla="*/ 0 w 30600"/>
              <a:gd name="textAreaRight" fmla="*/ 30960 w 30600"/>
              <a:gd name="textAreaTop" fmla="*/ 0 h 90000"/>
              <a:gd name="textAreaBottom" fmla="*/ 90360 h 90000"/>
            </a:gdLst>
            <a:ahLst/>
            <a:cxnLst/>
            <a:rect l="textAreaLeft" t="textAreaTop" r="textAreaRight" b="textAreaBottom"/>
            <a:pathLst>
              <a:path w="1302" h="3789">
                <a:moveTo>
                  <a:pt x="1204" y="0"/>
                </a:moveTo>
                <a:cubicBezTo>
                  <a:pt x="1047" y="0"/>
                  <a:pt x="991" y="141"/>
                  <a:pt x="935" y="282"/>
                </a:cubicBezTo>
                <a:cubicBezTo>
                  <a:pt x="668" y="1316"/>
                  <a:pt x="401" y="2351"/>
                  <a:pt x="134" y="3385"/>
                </a:cubicBezTo>
                <a:cubicBezTo>
                  <a:pt x="101" y="3518"/>
                  <a:pt x="1" y="3752"/>
                  <a:pt x="234" y="3785"/>
                </a:cubicBezTo>
                <a:cubicBezTo>
                  <a:pt x="249" y="3787"/>
                  <a:pt x="263" y="3788"/>
                  <a:pt x="276" y="3788"/>
                </a:cubicBezTo>
                <a:cubicBezTo>
                  <a:pt x="459" y="3788"/>
                  <a:pt x="403" y="3576"/>
                  <a:pt x="434" y="3451"/>
                </a:cubicBezTo>
                <a:cubicBezTo>
                  <a:pt x="701" y="2317"/>
                  <a:pt x="901" y="1150"/>
                  <a:pt x="1301" y="15"/>
                </a:cubicBezTo>
                <a:cubicBezTo>
                  <a:pt x="1265" y="5"/>
                  <a:pt x="1233" y="0"/>
                  <a:pt x="120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4" name="Google Shape;627;p9"/>
          <p:cNvSpPr/>
          <p:nvPr/>
        </p:nvSpPr>
        <p:spPr>
          <a:xfrm>
            <a:off x="3138120" y="5042520"/>
            <a:ext cx="33840" cy="75240"/>
          </a:xfrm>
          <a:custGeom>
            <a:avLst/>
            <a:gdLst>
              <a:gd name="textAreaLeft" fmla="*/ 0 w 33840"/>
              <a:gd name="textAreaRight" fmla="*/ 34200 w 33840"/>
              <a:gd name="textAreaTop" fmla="*/ 0 h 75240"/>
              <a:gd name="textAreaBottom" fmla="*/ 75600 h 75240"/>
            </a:gdLst>
            <a:ahLst/>
            <a:cxnLst/>
            <a:rect l="textAreaLeft" t="textAreaTop" r="textAreaRight" b="textAreaBottom"/>
            <a:pathLst>
              <a:path w="1436" h="3174">
                <a:moveTo>
                  <a:pt x="1335" y="1"/>
                </a:moveTo>
                <a:cubicBezTo>
                  <a:pt x="1202" y="1"/>
                  <a:pt x="1135" y="134"/>
                  <a:pt x="1102" y="234"/>
                </a:cubicBezTo>
                <a:cubicBezTo>
                  <a:pt x="635" y="1068"/>
                  <a:pt x="301" y="1969"/>
                  <a:pt x="68" y="2903"/>
                </a:cubicBezTo>
                <a:cubicBezTo>
                  <a:pt x="1" y="3036"/>
                  <a:pt x="1" y="3170"/>
                  <a:pt x="168" y="3170"/>
                </a:cubicBezTo>
                <a:cubicBezTo>
                  <a:pt x="182" y="3173"/>
                  <a:pt x="196" y="3174"/>
                  <a:pt x="208" y="3174"/>
                </a:cubicBezTo>
                <a:cubicBezTo>
                  <a:pt x="334" y="3174"/>
                  <a:pt x="334" y="3027"/>
                  <a:pt x="334" y="2936"/>
                </a:cubicBezTo>
                <a:cubicBezTo>
                  <a:pt x="568" y="2002"/>
                  <a:pt x="935" y="1101"/>
                  <a:pt x="1369" y="267"/>
                </a:cubicBezTo>
                <a:cubicBezTo>
                  <a:pt x="1369" y="201"/>
                  <a:pt x="1402" y="167"/>
                  <a:pt x="1435" y="101"/>
                </a:cubicBezTo>
                <a:cubicBezTo>
                  <a:pt x="1402" y="67"/>
                  <a:pt x="1369" y="34"/>
                  <a:pt x="133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7800" bIns="37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5" name="Google Shape;628;p9"/>
          <p:cNvSpPr/>
          <p:nvPr/>
        </p:nvSpPr>
        <p:spPr>
          <a:xfrm>
            <a:off x="2268720" y="5045040"/>
            <a:ext cx="39240" cy="54000"/>
          </a:xfrm>
          <a:custGeom>
            <a:avLst/>
            <a:gdLst>
              <a:gd name="textAreaLeft" fmla="*/ 0 w 39240"/>
              <a:gd name="textAreaRight" fmla="*/ 39600 w 39240"/>
              <a:gd name="textAreaTop" fmla="*/ 0 h 54000"/>
              <a:gd name="textAreaBottom" fmla="*/ 54360 h 54000"/>
            </a:gdLst>
            <a:ahLst/>
            <a:cxnLst/>
            <a:rect l="textAreaLeft" t="textAreaTop" r="textAreaRight" b="textAreaBottom"/>
            <a:pathLst>
              <a:path w="1669" h="2287">
                <a:moveTo>
                  <a:pt x="1601" y="1"/>
                </a:moveTo>
                <a:cubicBezTo>
                  <a:pt x="1468" y="1"/>
                  <a:pt x="1334" y="67"/>
                  <a:pt x="1268" y="167"/>
                </a:cubicBezTo>
                <a:cubicBezTo>
                  <a:pt x="834" y="768"/>
                  <a:pt x="467" y="1368"/>
                  <a:pt x="134" y="2002"/>
                </a:cubicBezTo>
                <a:cubicBezTo>
                  <a:pt x="67" y="2102"/>
                  <a:pt x="0" y="2202"/>
                  <a:pt x="134" y="2269"/>
                </a:cubicBezTo>
                <a:cubicBezTo>
                  <a:pt x="165" y="2281"/>
                  <a:pt x="191" y="2287"/>
                  <a:pt x="214" y="2287"/>
                </a:cubicBezTo>
                <a:cubicBezTo>
                  <a:pt x="314" y="2287"/>
                  <a:pt x="346" y="2184"/>
                  <a:pt x="400" y="2102"/>
                </a:cubicBezTo>
                <a:cubicBezTo>
                  <a:pt x="767" y="1468"/>
                  <a:pt x="1068" y="735"/>
                  <a:pt x="1601" y="201"/>
                </a:cubicBezTo>
                <a:cubicBezTo>
                  <a:pt x="1635" y="167"/>
                  <a:pt x="1668" y="134"/>
                  <a:pt x="1668" y="134"/>
                </a:cubicBezTo>
                <a:cubicBezTo>
                  <a:pt x="1668" y="101"/>
                  <a:pt x="1635" y="1"/>
                  <a:pt x="160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000" bIns="27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6" name="Google Shape;629;p9"/>
          <p:cNvSpPr/>
          <p:nvPr/>
        </p:nvSpPr>
        <p:spPr>
          <a:xfrm>
            <a:off x="2592360" y="3273480"/>
            <a:ext cx="419400" cy="1017000"/>
          </a:xfrm>
          <a:custGeom>
            <a:avLst/>
            <a:gdLst>
              <a:gd name="textAreaLeft" fmla="*/ 0 w 419400"/>
              <a:gd name="textAreaRight" fmla="*/ 419760 w 419400"/>
              <a:gd name="textAreaTop" fmla="*/ 0 h 1017000"/>
              <a:gd name="textAreaBottom" fmla="*/ 1017360 h 1017000"/>
            </a:gdLst>
            <a:ahLst/>
            <a:cxnLst/>
            <a:rect l="textAreaLeft" t="textAreaTop" r="textAreaRight" b="textAreaBottom"/>
            <a:pathLst>
              <a:path w="17614" h="42703">
                <a:moveTo>
                  <a:pt x="374" y="1"/>
                </a:moveTo>
                <a:cubicBezTo>
                  <a:pt x="331" y="1"/>
                  <a:pt x="285" y="21"/>
                  <a:pt x="234" y="72"/>
                </a:cubicBezTo>
                <a:cubicBezTo>
                  <a:pt x="1" y="306"/>
                  <a:pt x="367" y="472"/>
                  <a:pt x="534" y="639"/>
                </a:cubicBezTo>
                <a:cubicBezTo>
                  <a:pt x="1201" y="1340"/>
                  <a:pt x="2035" y="1873"/>
                  <a:pt x="2636" y="2607"/>
                </a:cubicBezTo>
                <a:cubicBezTo>
                  <a:pt x="3770" y="4142"/>
                  <a:pt x="4637" y="5810"/>
                  <a:pt x="5204" y="7578"/>
                </a:cubicBezTo>
                <a:cubicBezTo>
                  <a:pt x="6572" y="11247"/>
                  <a:pt x="7573" y="15016"/>
                  <a:pt x="8874" y="18652"/>
                </a:cubicBezTo>
                <a:cubicBezTo>
                  <a:pt x="10375" y="22755"/>
                  <a:pt x="11442" y="26991"/>
                  <a:pt x="12943" y="31094"/>
                </a:cubicBezTo>
                <a:cubicBezTo>
                  <a:pt x="14277" y="34697"/>
                  <a:pt x="15578" y="38333"/>
                  <a:pt x="17013" y="41902"/>
                </a:cubicBezTo>
                <a:cubicBezTo>
                  <a:pt x="17113" y="42202"/>
                  <a:pt x="17280" y="42469"/>
                  <a:pt x="17513" y="42703"/>
                </a:cubicBezTo>
                <a:cubicBezTo>
                  <a:pt x="17613" y="42269"/>
                  <a:pt x="17380" y="42036"/>
                  <a:pt x="17246" y="41735"/>
                </a:cubicBezTo>
                <a:cubicBezTo>
                  <a:pt x="15745" y="37899"/>
                  <a:pt x="14377" y="34030"/>
                  <a:pt x="13077" y="30127"/>
                </a:cubicBezTo>
                <a:cubicBezTo>
                  <a:pt x="10641" y="22822"/>
                  <a:pt x="8273" y="15483"/>
                  <a:pt x="5838" y="8211"/>
                </a:cubicBezTo>
                <a:cubicBezTo>
                  <a:pt x="5204" y="6143"/>
                  <a:pt x="4237" y="4208"/>
                  <a:pt x="2969" y="2474"/>
                </a:cubicBezTo>
                <a:cubicBezTo>
                  <a:pt x="2369" y="1640"/>
                  <a:pt x="1468" y="1106"/>
                  <a:pt x="734" y="372"/>
                </a:cubicBezTo>
                <a:cubicBezTo>
                  <a:pt x="630" y="268"/>
                  <a:pt x="526" y="1"/>
                  <a:pt x="37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7" name="Google Shape;630;p9"/>
          <p:cNvSpPr/>
          <p:nvPr/>
        </p:nvSpPr>
        <p:spPr>
          <a:xfrm>
            <a:off x="1912680" y="3197160"/>
            <a:ext cx="651960" cy="68400"/>
          </a:xfrm>
          <a:custGeom>
            <a:avLst/>
            <a:gdLst>
              <a:gd name="textAreaLeft" fmla="*/ 0 w 651960"/>
              <a:gd name="textAreaRight" fmla="*/ 652320 w 651960"/>
              <a:gd name="textAreaTop" fmla="*/ 0 h 68400"/>
              <a:gd name="textAreaBottom" fmla="*/ 68760 h 68400"/>
            </a:gdLst>
            <a:ahLst/>
            <a:cxnLst/>
            <a:rect l="textAreaLeft" t="textAreaTop" r="textAreaRight" b="textAreaBottom"/>
            <a:pathLst>
              <a:path w="27387" h="2885">
                <a:moveTo>
                  <a:pt x="12470" y="1"/>
                </a:moveTo>
                <a:cubicBezTo>
                  <a:pt x="11761" y="1"/>
                  <a:pt x="11051" y="17"/>
                  <a:pt x="10341" y="50"/>
                </a:cubicBezTo>
                <a:cubicBezTo>
                  <a:pt x="8006" y="116"/>
                  <a:pt x="5671" y="383"/>
                  <a:pt x="3369" y="783"/>
                </a:cubicBezTo>
                <a:cubicBezTo>
                  <a:pt x="2335" y="950"/>
                  <a:pt x="1334" y="1250"/>
                  <a:pt x="400" y="1684"/>
                </a:cubicBezTo>
                <a:cubicBezTo>
                  <a:pt x="267" y="1751"/>
                  <a:pt x="0" y="1784"/>
                  <a:pt x="100" y="2018"/>
                </a:cubicBezTo>
                <a:cubicBezTo>
                  <a:pt x="133" y="2083"/>
                  <a:pt x="172" y="2105"/>
                  <a:pt x="215" y="2105"/>
                </a:cubicBezTo>
                <a:cubicBezTo>
                  <a:pt x="305" y="2105"/>
                  <a:pt x="410" y="2007"/>
                  <a:pt x="501" y="1984"/>
                </a:cubicBezTo>
                <a:cubicBezTo>
                  <a:pt x="1101" y="1751"/>
                  <a:pt x="1768" y="1551"/>
                  <a:pt x="2435" y="1384"/>
                </a:cubicBezTo>
                <a:cubicBezTo>
                  <a:pt x="5495" y="757"/>
                  <a:pt x="8612" y="450"/>
                  <a:pt x="11742" y="450"/>
                </a:cubicBezTo>
                <a:cubicBezTo>
                  <a:pt x="12775" y="450"/>
                  <a:pt x="13810" y="484"/>
                  <a:pt x="14844" y="550"/>
                </a:cubicBezTo>
                <a:cubicBezTo>
                  <a:pt x="18413" y="783"/>
                  <a:pt x="21983" y="1350"/>
                  <a:pt x="25418" y="2284"/>
                </a:cubicBezTo>
                <a:cubicBezTo>
                  <a:pt x="26085" y="2418"/>
                  <a:pt x="26753" y="2618"/>
                  <a:pt x="27386" y="2885"/>
                </a:cubicBezTo>
                <a:cubicBezTo>
                  <a:pt x="27320" y="2585"/>
                  <a:pt x="27086" y="2385"/>
                  <a:pt x="26786" y="2318"/>
                </a:cubicBezTo>
                <a:cubicBezTo>
                  <a:pt x="24951" y="1784"/>
                  <a:pt x="23117" y="1150"/>
                  <a:pt x="21182" y="783"/>
                </a:cubicBezTo>
                <a:cubicBezTo>
                  <a:pt x="18310" y="273"/>
                  <a:pt x="15394" y="1"/>
                  <a:pt x="1247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4200" bIns="34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8" name="Google Shape;631;p9"/>
          <p:cNvSpPr/>
          <p:nvPr/>
        </p:nvSpPr>
        <p:spPr>
          <a:xfrm>
            <a:off x="1749960" y="3281760"/>
            <a:ext cx="157680" cy="768960"/>
          </a:xfrm>
          <a:custGeom>
            <a:avLst/>
            <a:gdLst>
              <a:gd name="textAreaLeft" fmla="*/ 0 w 157680"/>
              <a:gd name="textAreaRight" fmla="*/ 158040 w 157680"/>
              <a:gd name="textAreaTop" fmla="*/ 0 h 768960"/>
              <a:gd name="textAreaBottom" fmla="*/ 769320 h 768960"/>
            </a:gdLst>
            <a:ahLst/>
            <a:cxnLst/>
            <a:rect l="textAreaLeft" t="textAreaTop" r="textAreaRight" b="textAreaBottom"/>
            <a:pathLst>
              <a:path w="6640" h="32291">
                <a:moveTo>
                  <a:pt x="6231" y="1"/>
                </a:moveTo>
                <a:cubicBezTo>
                  <a:pt x="6103" y="1"/>
                  <a:pt x="6040" y="200"/>
                  <a:pt x="5939" y="301"/>
                </a:cubicBezTo>
                <a:cubicBezTo>
                  <a:pt x="5838" y="468"/>
                  <a:pt x="5738" y="635"/>
                  <a:pt x="5672" y="802"/>
                </a:cubicBezTo>
                <a:cubicBezTo>
                  <a:pt x="4904" y="2469"/>
                  <a:pt x="4271" y="4204"/>
                  <a:pt x="3837" y="5972"/>
                </a:cubicBezTo>
                <a:cubicBezTo>
                  <a:pt x="3203" y="8407"/>
                  <a:pt x="2903" y="10942"/>
                  <a:pt x="2369" y="13377"/>
                </a:cubicBezTo>
                <a:cubicBezTo>
                  <a:pt x="1469" y="17680"/>
                  <a:pt x="902" y="21983"/>
                  <a:pt x="601" y="26353"/>
                </a:cubicBezTo>
                <a:cubicBezTo>
                  <a:pt x="435" y="28321"/>
                  <a:pt x="268" y="30289"/>
                  <a:pt x="1" y="32291"/>
                </a:cubicBezTo>
                <a:cubicBezTo>
                  <a:pt x="234" y="32191"/>
                  <a:pt x="401" y="31991"/>
                  <a:pt x="401" y="31724"/>
                </a:cubicBezTo>
                <a:cubicBezTo>
                  <a:pt x="501" y="30790"/>
                  <a:pt x="601" y="29856"/>
                  <a:pt x="701" y="28922"/>
                </a:cubicBezTo>
                <a:cubicBezTo>
                  <a:pt x="902" y="26987"/>
                  <a:pt x="1135" y="25052"/>
                  <a:pt x="1302" y="23084"/>
                </a:cubicBezTo>
                <a:cubicBezTo>
                  <a:pt x="1469" y="21049"/>
                  <a:pt x="1736" y="19048"/>
                  <a:pt x="2069" y="17047"/>
                </a:cubicBezTo>
                <a:cubicBezTo>
                  <a:pt x="2469" y="14912"/>
                  <a:pt x="2836" y="12744"/>
                  <a:pt x="3237" y="10575"/>
                </a:cubicBezTo>
                <a:cubicBezTo>
                  <a:pt x="3604" y="8240"/>
                  <a:pt x="4137" y="5905"/>
                  <a:pt x="4871" y="3637"/>
                </a:cubicBezTo>
                <a:cubicBezTo>
                  <a:pt x="5238" y="2503"/>
                  <a:pt x="5672" y="1435"/>
                  <a:pt x="6205" y="401"/>
                </a:cubicBezTo>
                <a:cubicBezTo>
                  <a:pt x="6272" y="268"/>
                  <a:pt x="6639" y="235"/>
                  <a:pt x="6372" y="68"/>
                </a:cubicBezTo>
                <a:cubicBezTo>
                  <a:pt x="6317" y="20"/>
                  <a:pt x="6271" y="1"/>
                  <a:pt x="623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19" name="Google Shape;632;p9"/>
          <p:cNvSpPr/>
          <p:nvPr/>
        </p:nvSpPr>
        <p:spPr>
          <a:xfrm>
            <a:off x="2337120" y="4227120"/>
            <a:ext cx="103680" cy="276120"/>
          </a:xfrm>
          <a:custGeom>
            <a:avLst/>
            <a:gdLst>
              <a:gd name="textAreaLeft" fmla="*/ 0 w 103680"/>
              <a:gd name="textAreaRight" fmla="*/ 104040 w 103680"/>
              <a:gd name="textAreaTop" fmla="*/ 0 h 276120"/>
              <a:gd name="textAreaBottom" fmla="*/ 276480 h 276120"/>
            </a:gdLst>
            <a:ahLst/>
            <a:cxnLst/>
            <a:rect l="textAreaLeft" t="textAreaTop" r="textAreaRight" b="textAreaBottom"/>
            <a:pathLst>
              <a:path w="4371" h="11612">
                <a:moveTo>
                  <a:pt x="134" y="0"/>
                </a:moveTo>
                <a:cubicBezTo>
                  <a:pt x="1" y="167"/>
                  <a:pt x="68" y="334"/>
                  <a:pt x="101" y="501"/>
                </a:cubicBezTo>
                <a:cubicBezTo>
                  <a:pt x="668" y="2268"/>
                  <a:pt x="1235" y="4036"/>
                  <a:pt x="1836" y="5804"/>
                </a:cubicBezTo>
                <a:cubicBezTo>
                  <a:pt x="2403" y="7506"/>
                  <a:pt x="2936" y="9173"/>
                  <a:pt x="3603" y="10841"/>
                </a:cubicBezTo>
                <a:cubicBezTo>
                  <a:pt x="3704" y="11108"/>
                  <a:pt x="3837" y="11342"/>
                  <a:pt x="4037" y="11542"/>
                </a:cubicBezTo>
                <a:cubicBezTo>
                  <a:pt x="4078" y="11583"/>
                  <a:pt x="4132" y="11611"/>
                  <a:pt x="4191" y="11611"/>
                </a:cubicBezTo>
                <a:cubicBezTo>
                  <a:pt x="4228" y="11611"/>
                  <a:pt x="4266" y="11601"/>
                  <a:pt x="4304" y="11575"/>
                </a:cubicBezTo>
                <a:cubicBezTo>
                  <a:pt x="4371" y="11475"/>
                  <a:pt x="4271" y="11408"/>
                  <a:pt x="4237" y="11342"/>
                </a:cubicBezTo>
                <a:cubicBezTo>
                  <a:pt x="4037" y="11141"/>
                  <a:pt x="3904" y="10875"/>
                  <a:pt x="3837" y="10608"/>
                </a:cubicBezTo>
                <a:cubicBezTo>
                  <a:pt x="3203" y="8940"/>
                  <a:pt x="2669" y="7205"/>
                  <a:pt x="2102" y="5504"/>
                </a:cubicBezTo>
                <a:cubicBezTo>
                  <a:pt x="1535" y="3803"/>
                  <a:pt x="968" y="2068"/>
                  <a:pt x="401" y="367"/>
                </a:cubicBezTo>
                <a:cubicBezTo>
                  <a:pt x="334" y="234"/>
                  <a:pt x="334" y="67"/>
                  <a:pt x="13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0" name="Google Shape;633;p9"/>
          <p:cNvSpPr/>
          <p:nvPr/>
        </p:nvSpPr>
        <p:spPr>
          <a:xfrm>
            <a:off x="2188440" y="4251240"/>
            <a:ext cx="107640" cy="222840"/>
          </a:xfrm>
          <a:custGeom>
            <a:avLst/>
            <a:gdLst>
              <a:gd name="textAreaLeft" fmla="*/ 0 w 107640"/>
              <a:gd name="textAreaRight" fmla="*/ 108000 w 107640"/>
              <a:gd name="textAreaTop" fmla="*/ 0 h 222840"/>
              <a:gd name="textAreaBottom" fmla="*/ 223200 h 222840"/>
            </a:gdLst>
            <a:ahLst/>
            <a:cxnLst/>
            <a:rect l="textAreaLeft" t="textAreaTop" r="textAreaRight" b="textAreaBottom"/>
            <a:pathLst>
              <a:path w="4537" h="9363">
                <a:moveTo>
                  <a:pt x="258" y="0"/>
                </a:moveTo>
                <a:cubicBezTo>
                  <a:pt x="233" y="0"/>
                  <a:pt x="202" y="7"/>
                  <a:pt x="167" y="22"/>
                </a:cubicBezTo>
                <a:cubicBezTo>
                  <a:pt x="0" y="89"/>
                  <a:pt x="134" y="289"/>
                  <a:pt x="167" y="423"/>
                </a:cubicBezTo>
                <a:cubicBezTo>
                  <a:pt x="1168" y="3124"/>
                  <a:pt x="2302" y="5760"/>
                  <a:pt x="3636" y="8328"/>
                </a:cubicBezTo>
                <a:cubicBezTo>
                  <a:pt x="3836" y="8728"/>
                  <a:pt x="4070" y="9062"/>
                  <a:pt x="4403" y="9362"/>
                </a:cubicBezTo>
                <a:cubicBezTo>
                  <a:pt x="4537" y="9162"/>
                  <a:pt x="4370" y="9062"/>
                  <a:pt x="4303" y="8929"/>
                </a:cubicBezTo>
                <a:cubicBezTo>
                  <a:pt x="4070" y="8495"/>
                  <a:pt x="3769" y="8061"/>
                  <a:pt x="3569" y="7628"/>
                </a:cubicBezTo>
                <a:cubicBezTo>
                  <a:pt x="2402" y="5226"/>
                  <a:pt x="1401" y="2791"/>
                  <a:pt x="467" y="322"/>
                </a:cubicBezTo>
                <a:cubicBezTo>
                  <a:pt x="411" y="209"/>
                  <a:pt x="402" y="0"/>
                  <a:pt x="25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1" name="Google Shape;634;p9"/>
          <p:cNvSpPr/>
          <p:nvPr/>
        </p:nvSpPr>
        <p:spPr>
          <a:xfrm>
            <a:off x="2744640" y="4261680"/>
            <a:ext cx="118800" cy="199440"/>
          </a:xfrm>
          <a:custGeom>
            <a:avLst/>
            <a:gdLst>
              <a:gd name="textAreaLeft" fmla="*/ 0 w 118800"/>
              <a:gd name="textAreaRight" fmla="*/ 119160 w 118800"/>
              <a:gd name="textAreaTop" fmla="*/ 0 h 199440"/>
              <a:gd name="textAreaBottom" fmla="*/ 199800 h 199440"/>
            </a:gdLst>
            <a:ahLst/>
            <a:cxnLst/>
            <a:rect l="textAreaLeft" t="textAreaTop" r="textAreaRight" b="textAreaBottom"/>
            <a:pathLst>
              <a:path w="5004" h="8389">
                <a:moveTo>
                  <a:pt x="224" y="0"/>
                </a:moveTo>
                <a:cubicBezTo>
                  <a:pt x="207" y="0"/>
                  <a:pt x="188" y="5"/>
                  <a:pt x="167" y="16"/>
                </a:cubicBezTo>
                <a:cubicBezTo>
                  <a:pt x="0" y="116"/>
                  <a:pt x="100" y="216"/>
                  <a:pt x="167" y="316"/>
                </a:cubicBezTo>
                <a:cubicBezTo>
                  <a:pt x="367" y="750"/>
                  <a:pt x="567" y="1150"/>
                  <a:pt x="767" y="1584"/>
                </a:cubicBezTo>
                <a:cubicBezTo>
                  <a:pt x="1768" y="3652"/>
                  <a:pt x="2902" y="5687"/>
                  <a:pt x="4170" y="7621"/>
                </a:cubicBezTo>
                <a:cubicBezTo>
                  <a:pt x="4303" y="7888"/>
                  <a:pt x="4503" y="8155"/>
                  <a:pt x="4770" y="8322"/>
                </a:cubicBezTo>
                <a:cubicBezTo>
                  <a:pt x="4837" y="8355"/>
                  <a:pt x="4904" y="8389"/>
                  <a:pt x="4970" y="8389"/>
                </a:cubicBezTo>
                <a:cubicBezTo>
                  <a:pt x="4970" y="8389"/>
                  <a:pt x="5004" y="8322"/>
                  <a:pt x="5004" y="8288"/>
                </a:cubicBezTo>
                <a:cubicBezTo>
                  <a:pt x="4804" y="7988"/>
                  <a:pt x="4603" y="7755"/>
                  <a:pt x="4403" y="7488"/>
                </a:cubicBezTo>
                <a:cubicBezTo>
                  <a:pt x="3102" y="5486"/>
                  <a:pt x="1968" y="3418"/>
                  <a:pt x="967" y="1283"/>
                </a:cubicBezTo>
                <a:cubicBezTo>
                  <a:pt x="767" y="917"/>
                  <a:pt x="567" y="550"/>
                  <a:pt x="367" y="183"/>
                </a:cubicBezTo>
                <a:cubicBezTo>
                  <a:pt x="339" y="127"/>
                  <a:pt x="311" y="0"/>
                  <a:pt x="2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2" name="Google Shape;635;p9"/>
          <p:cNvSpPr/>
          <p:nvPr/>
        </p:nvSpPr>
        <p:spPr>
          <a:xfrm>
            <a:off x="2646360" y="4304520"/>
            <a:ext cx="106200" cy="165600"/>
          </a:xfrm>
          <a:custGeom>
            <a:avLst/>
            <a:gdLst>
              <a:gd name="textAreaLeft" fmla="*/ 0 w 106200"/>
              <a:gd name="textAreaRight" fmla="*/ 106560 w 106200"/>
              <a:gd name="textAreaTop" fmla="*/ 0 h 165600"/>
              <a:gd name="textAreaBottom" fmla="*/ 165960 h 165600"/>
            </a:gdLst>
            <a:ahLst/>
            <a:cxnLst/>
            <a:rect l="textAreaLeft" t="textAreaTop" r="textAreaRight" b="textAreaBottom"/>
            <a:pathLst>
              <a:path w="4471" h="6961">
                <a:moveTo>
                  <a:pt x="238" y="0"/>
                </a:moveTo>
                <a:cubicBezTo>
                  <a:pt x="216" y="0"/>
                  <a:pt x="193" y="7"/>
                  <a:pt x="168" y="22"/>
                </a:cubicBezTo>
                <a:cubicBezTo>
                  <a:pt x="1" y="122"/>
                  <a:pt x="134" y="322"/>
                  <a:pt x="201" y="456"/>
                </a:cubicBezTo>
                <a:cubicBezTo>
                  <a:pt x="334" y="723"/>
                  <a:pt x="468" y="990"/>
                  <a:pt x="635" y="1256"/>
                </a:cubicBezTo>
                <a:cubicBezTo>
                  <a:pt x="1502" y="2991"/>
                  <a:pt x="2469" y="4692"/>
                  <a:pt x="3570" y="6327"/>
                </a:cubicBezTo>
                <a:cubicBezTo>
                  <a:pt x="3804" y="6627"/>
                  <a:pt x="4004" y="6960"/>
                  <a:pt x="4471" y="6960"/>
                </a:cubicBezTo>
                <a:cubicBezTo>
                  <a:pt x="3970" y="6493"/>
                  <a:pt x="3570" y="5960"/>
                  <a:pt x="3236" y="5359"/>
                </a:cubicBezTo>
                <a:cubicBezTo>
                  <a:pt x="2202" y="3725"/>
                  <a:pt x="1368" y="1990"/>
                  <a:pt x="468" y="289"/>
                </a:cubicBezTo>
                <a:cubicBezTo>
                  <a:pt x="411" y="204"/>
                  <a:pt x="355" y="0"/>
                  <a:pt x="2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800" bIns="82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3" name="Google Shape;636;p9"/>
          <p:cNvSpPr/>
          <p:nvPr/>
        </p:nvSpPr>
        <p:spPr>
          <a:xfrm>
            <a:off x="2922120" y="4365000"/>
            <a:ext cx="52200" cy="55800"/>
          </a:xfrm>
          <a:custGeom>
            <a:avLst/>
            <a:gdLst>
              <a:gd name="textAreaLeft" fmla="*/ 0 w 52200"/>
              <a:gd name="textAreaRight" fmla="*/ 52560 w 522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2203" h="2354">
                <a:moveTo>
                  <a:pt x="286" y="0"/>
                </a:moveTo>
                <a:cubicBezTo>
                  <a:pt x="261" y="0"/>
                  <a:pt x="233" y="8"/>
                  <a:pt x="201" y="27"/>
                </a:cubicBezTo>
                <a:cubicBezTo>
                  <a:pt x="1" y="161"/>
                  <a:pt x="134" y="328"/>
                  <a:pt x="234" y="428"/>
                </a:cubicBezTo>
                <a:cubicBezTo>
                  <a:pt x="668" y="995"/>
                  <a:pt x="1135" y="1562"/>
                  <a:pt x="1569" y="2095"/>
                </a:cubicBezTo>
                <a:cubicBezTo>
                  <a:pt x="1670" y="2272"/>
                  <a:pt x="1847" y="2353"/>
                  <a:pt x="2029" y="2353"/>
                </a:cubicBezTo>
                <a:cubicBezTo>
                  <a:pt x="2087" y="2353"/>
                  <a:pt x="2146" y="2345"/>
                  <a:pt x="2202" y="2329"/>
                </a:cubicBezTo>
                <a:cubicBezTo>
                  <a:pt x="1569" y="1695"/>
                  <a:pt x="968" y="995"/>
                  <a:pt x="501" y="227"/>
                </a:cubicBezTo>
                <a:cubicBezTo>
                  <a:pt x="447" y="146"/>
                  <a:pt x="393" y="0"/>
                  <a:pt x="2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4" name="Google Shape;637;p9"/>
          <p:cNvSpPr/>
          <p:nvPr/>
        </p:nvSpPr>
        <p:spPr>
          <a:xfrm>
            <a:off x="2966040" y="4389480"/>
            <a:ext cx="24840" cy="31320"/>
          </a:xfrm>
          <a:custGeom>
            <a:avLst/>
            <a:gdLst>
              <a:gd name="textAreaLeft" fmla="*/ 0 w 24840"/>
              <a:gd name="textAreaRight" fmla="*/ 25200 w 2484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053" h="1324">
                <a:moveTo>
                  <a:pt x="135" y="0"/>
                </a:moveTo>
                <a:cubicBezTo>
                  <a:pt x="70" y="0"/>
                  <a:pt x="0" y="84"/>
                  <a:pt x="52" y="188"/>
                </a:cubicBezTo>
                <a:cubicBezTo>
                  <a:pt x="186" y="588"/>
                  <a:pt x="452" y="955"/>
                  <a:pt x="753" y="1256"/>
                </a:cubicBezTo>
                <a:cubicBezTo>
                  <a:pt x="796" y="1299"/>
                  <a:pt x="846" y="1324"/>
                  <a:pt x="894" y="1324"/>
                </a:cubicBezTo>
                <a:cubicBezTo>
                  <a:pt x="956" y="1324"/>
                  <a:pt x="1015" y="1283"/>
                  <a:pt x="1053" y="1189"/>
                </a:cubicBezTo>
                <a:cubicBezTo>
                  <a:pt x="753" y="789"/>
                  <a:pt x="486" y="388"/>
                  <a:pt x="186" y="21"/>
                </a:cubicBezTo>
                <a:cubicBezTo>
                  <a:pt x="171" y="7"/>
                  <a:pt x="153" y="0"/>
                  <a:pt x="1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5" name="Google Shape;638;p9"/>
          <p:cNvSpPr/>
          <p:nvPr/>
        </p:nvSpPr>
        <p:spPr>
          <a:xfrm>
            <a:off x="3306600" y="3043080"/>
            <a:ext cx="246600" cy="219240"/>
          </a:xfrm>
          <a:custGeom>
            <a:avLst/>
            <a:gdLst>
              <a:gd name="textAreaLeft" fmla="*/ 0 w 246600"/>
              <a:gd name="textAreaRight" fmla="*/ 246960 w 246600"/>
              <a:gd name="textAreaTop" fmla="*/ 0 h 219240"/>
              <a:gd name="textAreaBottom" fmla="*/ 219600 h 219240"/>
            </a:gdLst>
            <a:ahLst/>
            <a:cxnLst/>
            <a:rect l="textAreaLeft" t="textAreaTop" r="textAreaRight" b="textAreaBottom"/>
            <a:pathLst>
              <a:path w="10370" h="9222">
                <a:moveTo>
                  <a:pt x="7172" y="640"/>
                </a:moveTo>
                <a:lnTo>
                  <a:pt x="7172" y="640"/>
                </a:lnTo>
                <a:cubicBezTo>
                  <a:pt x="6705" y="1073"/>
                  <a:pt x="6072" y="1307"/>
                  <a:pt x="5771" y="1907"/>
                </a:cubicBezTo>
                <a:cubicBezTo>
                  <a:pt x="5743" y="1950"/>
                  <a:pt x="5696" y="1962"/>
                  <a:pt x="5644" y="1962"/>
                </a:cubicBezTo>
                <a:cubicBezTo>
                  <a:pt x="5574" y="1962"/>
                  <a:pt x="5495" y="1941"/>
                  <a:pt x="5438" y="1941"/>
                </a:cubicBezTo>
                <a:lnTo>
                  <a:pt x="4337" y="1807"/>
                </a:lnTo>
                <a:cubicBezTo>
                  <a:pt x="5238" y="1207"/>
                  <a:pt x="6105" y="706"/>
                  <a:pt x="7172" y="640"/>
                </a:cubicBezTo>
                <a:close/>
                <a:moveTo>
                  <a:pt x="8690" y="760"/>
                </a:moveTo>
                <a:cubicBezTo>
                  <a:pt x="9084" y="760"/>
                  <a:pt x="9433" y="1029"/>
                  <a:pt x="9541" y="1407"/>
                </a:cubicBezTo>
                <a:cubicBezTo>
                  <a:pt x="9837" y="2163"/>
                  <a:pt x="9776" y="2985"/>
                  <a:pt x="9359" y="3647"/>
                </a:cubicBezTo>
                <a:lnTo>
                  <a:pt x="9359" y="3647"/>
                </a:lnTo>
                <a:cubicBezTo>
                  <a:pt x="9238" y="3226"/>
                  <a:pt x="8857" y="3064"/>
                  <a:pt x="8507" y="2841"/>
                </a:cubicBezTo>
                <a:cubicBezTo>
                  <a:pt x="7806" y="2474"/>
                  <a:pt x="7072" y="2207"/>
                  <a:pt x="6305" y="2074"/>
                </a:cubicBezTo>
                <a:cubicBezTo>
                  <a:pt x="6939" y="1540"/>
                  <a:pt x="7639" y="1140"/>
                  <a:pt x="8407" y="806"/>
                </a:cubicBezTo>
                <a:cubicBezTo>
                  <a:pt x="8502" y="775"/>
                  <a:pt x="8597" y="760"/>
                  <a:pt x="8690" y="760"/>
                </a:cubicBezTo>
                <a:close/>
                <a:moveTo>
                  <a:pt x="4154" y="2328"/>
                </a:moveTo>
                <a:cubicBezTo>
                  <a:pt x="4305" y="2328"/>
                  <a:pt x="4457" y="2354"/>
                  <a:pt x="4604" y="2408"/>
                </a:cubicBezTo>
                <a:cubicBezTo>
                  <a:pt x="5871" y="2608"/>
                  <a:pt x="7106" y="2975"/>
                  <a:pt x="8273" y="3542"/>
                </a:cubicBezTo>
                <a:cubicBezTo>
                  <a:pt x="8492" y="3695"/>
                  <a:pt x="8740" y="3777"/>
                  <a:pt x="8989" y="3777"/>
                </a:cubicBezTo>
                <a:cubicBezTo>
                  <a:pt x="9100" y="3777"/>
                  <a:pt x="9211" y="3760"/>
                  <a:pt x="9320" y="3727"/>
                </a:cubicBezTo>
                <a:lnTo>
                  <a:pt x="9320" y="3727"/>
                </a:lnTo>
                <a:cubicBezTo>
                  <a:pt x="9122" y="4208"/>
                  <a:pt x="8861" y="4655"/>
                  <a:pt x="8507" y="5009"/>
                </a:cubicBezTo>
                <a:cubicBezTo>
                  <a:pt x="7339" y="6444"/>
                  <a:pt x="5805" y="7511"/>
                  <a:pt x="4070" y="8078"/>
                </a:cubicBezTo>
                <a:cubicBezTo>
                  <a:pt x="3660" y="8227"/>
                  <a:pt x="3240" y="8293"/>
                  <a:pt x="2815" y="8293"/>
                </a:cubicBezTo>
                <a:cubicBezTo>
                  <a:pt x="2479" y="8293"/>
                  <a:pt x="2141" y="8252"/>
                  <a:pt x="1802" y="8178"/>
                </a:cubicBezTo>
                <a:cubicBezTo>
                  <a:pt x="1268" y="8112"/>
                  <a:pt x="901" y="7578"/>
                  <a:pt x="1035" y="7044"/>
                </a:cubicBezTo>
                <a:cubicBezTo>
                  <a:pt x="1201" y="5276"/>
                  <a:pt x="2102" y="3642"/>
                  <a:pt x="3503" y="2508"/>
                </a:cubicBezTo>
                <a:cubicBezTo>
                  <a:pt x="3703" y="2388"/>
                  <a:pt x="3927" y="2328"/>
                  <a:pt x="4154" y="2328"/>
                </a:cubicBezTo>
                <a:close/>
                <a:moveTo>
                  <a:pt x="8108" y="0"/>
                </a:moveTo>
                <a:cubicBezTo>
                  <a:pt x="8043" y="0"/>
                  <a:pt x="7975" y="2"/>
                  <a:pt x="7906" y="6"/>
                </a:cubicBezTo>
                <a:cubicBezTo>
                  <a:pt x="6772" y="39"/>
                  <a:pt x="5671" y="306"/>
                  <a:pt x="4671" y="840"/>
                </a:cubicBezTo>
                <a:cubicBezTo>
                  <a:pt x="2236" y="2241"/>
                  <a:pt x="468" y="4142"/>
                  <a:pt x="167" y="7044"/>
                </a:cubicBezTo>
                <a:cubicBezTo>
                  <a:pt x="1" y="8012"/>
                  <a:pt x="634" y="8912"/>
                  <a:pt x="1602" y="9079"/>
                </a:cubicBezTo>
                <a:cubicBezTo>
                  <a:pt x="1931" y="9161"/>
                  <a:pt x="2261" y="9221"/>
                  <a:pt x="2590" y="9221"/>
                </a:cubicBezTo>
                <a:cubicBezTo>
                  <a:pt x="2661" y="9221"/>
                  <a:pt x="2732" y="9218"/>
                  <a:pt x="2803" y="9212"/>
                </a:cubicBezTo>
                <a:cubicBezTo>
                  <a:pt x="3136" y="9212"/>
                  <a:pt x="3470" y="9179"/>
                  <a:pt x="3803" y="9112"/>
                </a:cubicBezTo>
                <a:cubicBezTo>
                  <a:pt x="6572" y="8379"/>
                  <a:pt x="8540" y="6677"/>
                  <a:pt x="9908" y="4176"/>
                </a:cubicBezTo>
                <a:cubicBezTo>
                  <a:pt x="10108" y="3809"/>
                  <a:pt x="10208" y="3408"/>
                  <a:pt x="10241" y="2975"/>
                </a:cubicBezTo>
                <a:cubicBezTo>
                  <a:pt x="10370" y="1240"/>
                  <a:pt x="9818" y="0"/>
                  <a:pt x="81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6" name="Google Shape;639;p9"/>
          <p:cNvSpPr/>
          <p:nvPr/>
        </p:nvSpPr>
        <p:spPr>
          <a:xfrm>
            <a:off x="2270520" y="1895040"/>
            <a:ext cx="1456920" cy="839880"/>
          </a:xfrm>
          <a:custGeom>
            <a:avLst/>
            <a:gdLst>
              <a:gd name="textAreaLeft" fmla="*/ 0 w 1456920"/>
              <a:gd name="textAreaRight" fmla="*/ 1457280 w 1456920"/>
              <a:gd name="textAreaTop" fmla="*/ 0 h 839880"/>
              <a:gd name="textAreaBottom" fmla="*/ 840240 h 839880"/>
            </a:gdLst>
            <a:ahLst/>
            <a:cxnLst/>
            <a:rect l="textAreaLeft" t="textAreaTop" r="textAreaRight" b="textAreaBottom"/>
            <a:pathLst>
              <a:path w="61178" h="35266">
                <a:moveTo>
                  <a:pt x="15360" y="562"/>
                </a:moveTo>
                <a:cubicBezTo>
                  <a:pt x="15778" y="562"/>
                  <a:pt x="16196" y="564"/>
                  <a:pt x="16613" y="568"/>
                </a:cubicBezTo>
                <a:cubicBezTo>
                  <a:pt x="22617" y="701"/>
                  <a:pt x="28588" y="635"/>
                  <a:pt x="34559" y="701"/>
                </a:cubicBezTo>
                <a:cubicBezTo>
                  <a:pt x="37995" y="735"/>
                  <a:pt x="41430" y="835"/>
                  <a:pt x="44900" y="1001"/>
                </a:cubicBezTo>
                <a:cubicBezTo>
                  <a:pt x="48402" y="1168"/>
                  <a:pt x="51871" y="1435"/>
                  <a:pt x="55374" y="1669"/>
                </a:cubicBezTo>
                <a:cubicBezTo>
                  <a:pt x="56975" y="1802"/>
                  <a:pt x="58576" y="1935"/>
                  <a:pt x="60177" y="2036"/>
                </a:cubicBezTo>
                <a:cubicBezTo>
                  <a:pt x="60477" y="2069"/>
                  <a:pt x="60611" y="2169"/>
                  <a:pt x="60611" y="2536"/>
                </a:cubicBezTo>
                <a:cubicBezTo>
                  <a:pt x="60577" y="4604"/>
                  <a:pt x="60411" y="6672"/>
                  <a:pt x="60277" y="8707"/>
                </a:cubicBezTo>
                <a:cubicBezTo>
                  <a:pt x="60044" y="12243"/>
                  <a:pt x="59877" y="15779"/>
                  <a:pt x="59510" y="19315"/>
                </a:cubicBezTo>
                <a:cubicBezTo>
                  <a:pt x="59277" y="21349"/>
                  <a:pt x="59243" y="23417"/>
                  <a:pt x="59143" y="25486"/>
                </a:cubicBezTo>
                <a:cubicBezTo>
                  <a:pt x="59010" y="28254"/>
                  <a:pt x="58876" y="31023"/>
                  <a:pt x="58743" y="33758"/>
                </a:cubicBezTo>
                <a:cubicBezTo>
                  <a:pt x="58694" y="34322"/>
                  <a:pt x="58681" y="34471"/>
                  <a:pt x="58386" y="34471"/>
                </a:cubicBezTo>
                <a:cubicBezTo>
                  <a:pt x="58280" y="34471"/>
                  <a:pt x="58137" y="34452"/>
                  <a:pt x="57942" y="34425"/>
                </a:cubicBezTo>
                <a:cubicBezTo>
                  <a:pt x="55274" y="34159"/>
                  <a:pt x="52605" y="34025"/>
                  <a:pt x="49937" y="34025"/>
                </a:cubicBezTo>
                <a:cubicBezTo>
                  <a:pt x="46834" y="33958"/>
                  <a:pt x="43699" y="33792"/>
                  <a:pt x="40563" y="33692"/>
                </a:cubicBezTo>
                <a:cubicBezTo>
                  <a:pt x="38595" y="33625"/>
                  <a:pt x="36627" y="33591"/>
                  <a:pt x="34626" y="33558"/>
                </a:cubicBezTo>
                <a:cubicBezTo>
                  <a:pt x="30534" y="33529"/>
                  <a:pt x="26443" y="33346"/>
                  <a:pt x="22329" y="33346"/>
                </a:cubicBezTo>
                <a:cubicBezTo>
                  <a:pt x="21747" y="33346"/>
                  <a:pt x="21165" y="33350"/>
                  <a:pt x="20582" y="33358"/>
                </a:cubicBezTo>
                <a:lnTo>
                  <a:pt x="17380" y="33358"/>
                </a:lnTo>
                <a:lnTo>
                  <a:pt x="17380" y="33425"/>
                </a:lnTo>
                <a:cubicBezTo>
                  <a:pt x="14800" y="33425"/>
                  <a:pt x="12221" y="33439"/>
                  <a:pt x="9651" y="33439"/>
                </a:cubicBezTo>
                <a:cubicBezTo>
                  <a:pt x="8366" y="33439"/>
                  <a:pt x="7084" y="33436"/>
                  <a:pt x="5805" y="33425"/>
                </a:cubicBezTo>
                <a:cubicBezTo>
                  <a:pt x="4171" y="33391"/>
                  <a:pt x="2569" y="33291"/>
                  <a:pt x="968" y="33225"/>
                </a:cubicBezTo>
                <a:cubicBezTo>
                  <a:pt x="701" y="33225"/>
                  <a:pt x="635" y="33124"/>
                  <a:pt x="668" y="32891"/>
                </a:cubicBezTo>
                <a:cubicBezTo>
                  <a:pt x="968" y="29822"/>
                  <a:pt x="935" y="26720"/>
                  <a:pt x="1035" y="23618"/>
                </a:cubicBezTo>
                <a:cubicBezTo>
                  <a:pt x="1168" y="20749"/>
                  <a:pt x="1402" y="17880"/>
                  <a:pt x="1502" y="15045"/>
                </a:cubicBezTo>
                <a:cubicBezTo>
                  <a:pt x="1569" y="12410"/>
                  <a:pt x="1869" y="9841"/>
                  <a:pt x="2002" y="7239"/>
                </a:cubicBezTo>
                <a:cubicBezTo>
                  <a:pt x="2069" y="6105"/>
                  <a:pt x="2002" y="4971"/>
                  <a:pt x="2002" y="3870"/>
                </a:cubicBezTo>
                <a:cubicBezTo>
                  <a:pt x="2002" y="3336"/>
                  <a:pt x="1969" y="2803"/>
                  <a:pt x="1969" y="2302"/>
                </a:cubicBezTo>
                <a:cubicBezTo>
                  <a:pt x="1969" y="1035"/>
                  <a:pt x="1969" y="1035"/>
                  <a:pt x="3237" y="968"/>
                </a:cubicBezTo>
                <a:cubicBezTo>
                  <a:pt x="4337" y="935"/>
                  <a:pt x="5471" y="935"/>
                  <a:pt x="6539" y="868"/>
                </a:cubicBezTo>
                <a:cubicBezTo>
                  <a:pt x="9487" y="664"/>
                  <a:pt x="12435" y="562"/>
                  <a:pt x="15360" y="562"/>
                </a:cubicBezTo>
                <a:close/>
                <a:moveTo>
                  <a:pt x="14344" y="1"/>
                </a:moveTo>
                <a:cubicBezTo>
                  <a:pt x="13377" y="1"/>
                  <a:pt x="12376" y="34"/>
                  <a:pt x="11409" y="67"/>
                </a:cubicBezTo>
                <a:cubicBezTo>
                  <a:pt x="9141" y="168"/>
                  <a:pt x="6872" y="301"/>
                  <a:pt x="4604" y="434"/>
                </a:cubicBezTo>
                <a:cubicBezTo>
                  <a:pt x="3704" y="434"/>
                  <a:pt x="2803" y="568"/>
                  <a:pt x="1969" y="835"/>
                </a:cubicBezTo>
                <a:cubicBezTo>
                  <a:pt x="1769" y="901"/>
                  <a:pt x="1702" y="935"/>
                  <a:pt x="1669" y="1168"/>
                </a:cubicBezTo>
                <a:cubicBezTo>
                  <a:pt x="1635" y="1402"/>
                  <a:pt x="1569" y="1635"/>
                  <a:pt x="1569" y="1869"/>
                </a:cubicBezTo>
                <a:cubicBezTo>
                  <a:pt x="1469" y="5204"/>
                  <a:pt x="1435" y="8540"/>
                  <a:pt x="1102" y="11876"/>
                </a:cubicBezTo>
                <a:cubicBezTo>
                  <a:pt x="801" y="14845"/>
                  <a:pt x="768" y="17880"/>
                  <a:pt x="568" y="20849"/>
                </a:cubicBezTo>
                <a:cubicBezTo>
                  <a:pt x="435" y="23117"/>
                  <a:pt x="334" y="25386"/>
                  <a:pt x="334" y="27654"/>
                </a:cubicBezTo>
                <a:cubicBezTo>
                  <a:pt x="334" y="28988"/>
                  <a:pt x="268" y="30322"/>
                  <a:pt x="168" y="31623"/>
                </a:cubicBezTo>
                <a:cubicBezTo>
                  <a:pt x="101" y="32291"/>
                  <a:pt x="68" y="32958"/>
                  <a:pt x="34" y="33591"/>
                </a:cubicBezTo>
                <a:cubicBezTo>
                  <a:pt x="1" y="33725"/>
                  <a:pt x="34" y="33892"/>
                  <a:pt x="168" y="33958"/>
                </a:cubicBezTo>
                <a:cubicBezTo>
                  <a:pt x="203" y="33976"/>
                  <a:pt x="242" y="33985"/>
                  <a:pt x="280" y="33985"/>
                </a:cubicBezTo>
                <a:cubicBezTo>
                  <a:pt x="383" y="33985"/>
                  <a:pt x="486" y="33923"/>
                  <a:pt x="535" y="33825"/>
                </a:cubicBezTo>
                <a:cubicBezTo>
                  <a:pt x="612" y="33643"/>
                  <a:pt x="751" y="33623"/>
                  <a:pt x="887" y="33623"/>
                </a:cubicBezTo>
                <a:cubicBezTo>
                  <a:pt x="926" y="33623"/>
                  <a:pt x="965" y="33625"/>
                  <a:pt x="1002" y="33625"/>
                </a:cubicBezTo>
                <a:lnTo>
                  <a:pt x="3270" y="33825"/>
                </a:lnTo>
                <a:cubicBezTo>
                  <a:pt x="5338" y="34025"/>
                  <a:pt x="7406" y="33992"/>
                  <a:pt x="9474" y="34025"/>
                </a:cubicBezTo>
                <a:cubicBezTo>
                  <a:pt x="16546" y="34125"/>
                  <a:pt x="23618" y="33992"/>
                  <a:pt x="30689" y="34225"/>
                </a:cubicBezTo>
                <a:cubicBezTo>
                  <a:pt x="36227" y="34425"/>
                  <a:pt x="41764" y="34492"/>
                  <a:pt x="47268" y="34726"/>
                </a:cubicBezTo>
                <a:cubicBezTo>
                  <a:pt x="51071" y="34926"/>
                  <a:pt x="54907" y="34859"/>
                  <a:pt x="58709" y="35259"/>
                </a:cubicBezTo>
                <a:cubicBezTo>
                  <a:pt x="58749" y="35263"/>
                  <a:pt x="58785" y="35265"/>
                  <a:pt x="58819" y="35265"/>
                </a:cubicBezTo>
                <a:cubicBezTo>
                  <a:pt x="59073" y="35265"/>
                  <a:pt x="59180" y="35149"/>
                  <a:pt x="59210" y="34826"/>
                </a:cubicBezTo>
                <a:cubicBezTo>
                  <a:pt x="59343" y="31957"/>
                  <a:pt x="59510" y="29055"/>
                  <a:pt x="59710" y="26153"/>
                </a:cubicBezTo>
                <a:cubicBezTo>
                  <a:pt x="59810" y="24251"/>
                  <a:pt x="59877" y="22350"/>
                  <a:pt x="60044" y="20415"/>
                </a:cubicBezTo>
                <a:cubicBezTo>
                  <a:pt x="60311" y="17613"/>
                  <a:pt x="60544" y="14811"/>
                  <a:pt x="60711" y="12009"/>
                </a:cubicBezTo>
                <a:cubicBezTo>
                  <a:pt x="60844" y="10108"/>
                  <a:pt x="60978" y="8207"/>
                  <a:pt x="61111" y="6272"/>
                </a:cubicBezTo>
                <a:cubicBezTo>
                  <a:pt x="61178" y="4938"/>
                  <a:pt x="61178" y="3603"/>
                  <a:pt x="61111" y="2269"/>
                </a:cubicBezTo>
                <a:cubicBezTo>
                  <a:pt x="61044" y="1569"/>
                  <a:pt x="60978" y="1468"/>
                  <a:pt x="60277" y="1402"/>
                </a:cubicBezTo>
                <a:cubicBezTo>
                  <a:pt x="59944" y="1335"/>
                  <a:pt x="59610" y="1302"/>
                  <a:pt x="59243" y="1268"/>
                </a:cubicBezTo>
                <a:cubicBezTo>
                  <a:pt x="55874" y="968"/>
                  <a:pt x="52505" y="768"/>
                  <a:pt x="49103" y="534"/>
                </a:cubicBezTo>
                <a:cubicBezTo>
                  <a:pt x="45066" y="268"/>
                  <a:pt x="40963" y="101"/>
                  <a:pt x="36961" y="67"/>
                </a:cubicBezTo>
                <a:cubicBezTo>
                  <a:pt x="35626" y="56"/>
                  <a:pt x="34292" y="53"/>
                  <a:pt x="32958" y="53"/>
                </a:cubicBezTo>
                <a:cubicBezTo>
                  <a:pt x="30289" y="53"/>
                  <a:pt x="27621" y="67"/>
                  <a:pt x="24952" y="67"/>
                </a:cubicBezTo>
                <a:lnTo>
                  <a:pt x="24985" y="1"/>
                </a:ln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7" name="Google Shape;640;p9"/>
          <p:cNvSpPr/>
          <p:nvPr/>
        </p:nvSpPr>
        <p:spPr>
          <a:xfrm>
            <a:off x="1749960" y="2709360"/>
            <a:ext cx="60840" cy="77760"/>
          </a:xfrm>
          <a:custGeom>
            <a:avLst/>
            <a:gdLst>
              <a:gd name="textAreaLeft" fmla="*/ 0 w 60840"/>
              <a:gd name="textAreaRight" fmla="*/ 61200 w 60840"/>
              <a:gd name="textAreaTop" fmla="*/ 0 h 77760"/>
              <a:gd name="textAreaBottom" fmla="*/ 78120 h 77760"/>
            </a:gdLst>
            <a:ahLst/>
            <a:cxnLst/>
            <a:rect l="textAreaLeft" t="textAreaTop" r="textAreaRight" b="textAreaBottom"/>
            <a:pathLst>
              <a:path w="2570" h="3274">
                <a:moveTo>
                  <a:pt x="491" y="1"/>
                </a:moveTo>
                <a:cubicBezTo>
                  <a:pt x="461" y="1"/>
                  <a:pt x="431" y="3"/>
                  <a:pt x="401" y="7"/>
                </a:cubicBezTo>
                <a:cubicBezTo>
                  <a:pt x="168" y="107"/>
                  <a:pt x="1" y="374"/>
                  <a:pt x="68" y="641"/>
                </a:cubicBezTo>
                <a:cubicBezTo>
                  <a:pt x="68" y="1475"/>
                  <a:pt x="335" y="2275"/>
                  <a:pt x="768" y="2976"/>
                </a:cubicBezTo>
                <a:cubicBezTo>
                  <a:pt x="858" y="3172"/>
                  <a:pt x="1052" y="3273"/>
                  <a:pt x="1249" y="3273"/>
                </a:cubicBezTo>
                <a:cubicBezTo>
                  <a:pt x="1421" y="3273"/>
                  <a:pt x="1594" y="3197"/>
                  <a:pt x="1702" y="3042"/>
                </a:cubicBezTo>
                <a:cubicBezTo>
                  <a:pt x="2169" y="2475"/>
                  <a:pt x="2469" y="1808"/>
                  <a:pt x="2536" y="1074"/>
                </a:cubicBezTo>
                <a:cubicBezTo>
                  <a:pt x="2569" y="874"/>
                  <a:pt x="2503" y="674"/>
                  <a:pt x="2303" y="607"/>
                </a:cubicBezTo>
                <a:cubicBezTo>
                  <a:pt x="2249" y="575"/>
                  <a:pt x="2189" y="560"/>
                  <a:pt x="2127" y="560"/>
                </a:cubicBezTo>
                <a:cubicBezTo>
                  <a:pt x="1996" y="560"/>
                  <a:pt x="1860" y="627"/>
                  <a:pt x="1769" y="741"/>
                </a:cubicBezTo>
                <a:cubicBezTo>
                  <a:pt x="1702" y="807"/>
                  <a:pt x="1602" y="908"/>
                  <a:pt x="1502" y="1008"/>
                </a:cubicBezTo>
                <a:cubicBezTo>
                  <a:pt x="1335" y="741"/>
                  <a:pt x="1202" y="507"/>
                  <a:pt x="1035" y="274"/>
                </a:cubicBezTo>
                <a:cubicBezTo>
                  <a:pt x="919" y="99"/>
                  <a:pt x="700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880" bIns="388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8" name="Google Shape;641;p9"/>
          <p:cNvSpPr/>
          <p:nvPr/>
        </p:nvSpPr>
        <p:spPr>
          <a:xfrm>
            <a:off x="2883240" y="2971440"/>
            <a:ext cx="289800" cy="32400"/>
          </a:xfrm>
          <a:custGeom>
            <a:avLst/>
            <a:gdLst>
              <a:gd name="textAreaLeft" fmla="*/ 0 w 289800"/>
              <a:gd name="textAreaRight" fmla="*/ 290160 w 28980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176" h="1382">
                <a:moveTo>
                  <a:pt x="182" y="0"/>
                </a:moveTo>
                <a:cubicBezTo>
                  <a:pt x="108" y="0"/>
                  <a:pt x="52" y="31"/>
                  <a:pt x="34" y="138"/>
                </a:cubicBezTo>
                <a:cubicBezTo>
                  <a:pt x="0" y="338"/>
                  <a:pt x="200" y="405"/>
                  <a:pt x="334" y="438"/>
                </a:cubicBezTo>
                <a:cubicBezTo>
                  <a:pt x="501" y="505"/>
                  <a:pt x="667" y="538"/>
                  <a:pt x="868" y="572"/>
                </a:cubicBezTo>
                <a:cubicBezTo>
                  <a:pt x="3303" y="872"/>
                  <a:pt x="5738" y="1005"/>
                  <a:pt x="8206" y="1172"/>
                </a:cubicBezTo>
                <a:cubicBezTo>
                  <a:pt x="9407" y="1272"/>
                  <a:pt x="10608" y="1306"/>
                  <a:pt x="11775" y="1372"/>
                </a:cubicBezTo>
                <a:cubicBezTo>
                  <a:pt x="11836" y="1372"/>
                  <a:pt x="11901" y="1381"/>
                  <a:pt x="11959" y="1381"/>
                </a:cubicBezTo>
                <a:cubicBezTo>
                  <a:pt x="12061" y="1381"/>
                  <a:pt x="12142" y="1354"/>
                  <a:pt x="12142" y="1206"/>
                </a:cubicBezTo>
                <a:cubicBezTo>
                  <a:pt x="12176" y="972"/>
                  <a:pt x="11975" y="972"/>
                  <a:pt x="11809" y="972"/>
                </a:cubicBezTo>
                <a:cubicBezTo>
                  <a:pt x="11008" y="872"/>
                  <a:pt x="10208" y="739"/>
                  <a:pt x="9407" y="705"/>
                </a:cubicBezTo>
                <a:cubicBezTo>
                  <a:pt x="6505" y="472"/>
                  <a:pt x="3603" y="305"/>
                  <a:pt x="701" y="105"/>
                </a:cubicBezTo>
                <a:lnTo>
                  <a:pt x="701" y="71"/>
                </a:lnTo>
                <a:cubicBezTo>
                  <a:pt x="601" y="71"/>
                  <a:pt x="501" y="38"/>
                  <a:pt x="401" y="38"/>
                </a:cubicBezTo>
                <a:cubicBezTo>
                  <a:pt x="323" y="23"/>
                  <a:pt x="246" y="0"/>
                  <a:pt x="18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29" name="Google Shape;642;p9"/>
          <p:cNvSpPr/>
          <p:nvPr/>
        </p:nvSpPr>
        <p:spPr>
          <a:xfrm>
            <a:off x="1983600" y="2801160"/>
            <a:ext cx="52200" cy="55800"/>
          </a:xfrm>
          <a:custGeom>
            <a:avLst/>
            <a:gdLst>
              <a:gd name="textAreaLeft" fmla="*/ 0 w 52200"/>
              <a:gd name="textAreaRight" fmla="*/ 52560 w 522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2203" h="2361">
                <a:moveTo>
                  <a:pt x="429" y="1"/>
                </a:moveTo>
                <a:cubicBezTo>
                  <a:pt x="386" y="1"/>
                  <a:pt x="343" y="7"/>
                  <a:pt x="301" y="21"/>
                </a:cubicBezTo>
                <a:cubicBezTo>
                  <a:pt x="34" y="88"/>
                  <a:pt x="1" y="322"/>
                  <a:pt x="1" y="555"/>
                </a:cubicBezTo>
                <a:cubicBezTo>
                  <a:pt x="1" y="1055"/>
                  <a:pt x="168" y="1556"/>
                  <a:pt x="401" y="1989"/>
                </a:cubicBezTo>
                <a:cubicBezTo>
                  <a:pt x="495" y="2233"/>
                  <a:pt x="715" y="2361"/>
                  <a:pt x="938" y="2361"/>
                </a:cubicBezTo>
                <a:cubicBezTo>
                  <a:pt x="1111" y="2361"/>
                  <a:pt x="1285" y="2283"/>
                  <a:pt x="1402" y="2123"/>
                </a:cubicBezTo>
                <a:cubicBezTo>
                  <a:pt x="1669" y="1789"/>
                  <a:pt x="1869" y="1422"/>
                  <a:pt x="1969" y="1055"/>
                </a:cubicBezTo>
                <a:cubicBezTo>
                  <a:pt x="2069" y="755"/>
                  <a:pt x="2203" y="422"/>
                  <a:pt x="1836" y="221"/>
                </a:cubicBezTo>
                <a:cubicBezTo>
                  <a:pt x="1752" y="183"/>
                  <a:pt x="1677" y="166"/>
                  <a:pt x="1609" y="166"/>
                </a:cubicBezTo>
                <a:cubicBezTo>
                  <a:pt x="1377" y="166"/>
                  <a:pt x="1223" y="364"/>
                  <a:pt x="1068" y="622"/>
                </a:cubicBezTo>
                <a:cubicBezTo>
                  <a:pt x="968" y="455"/>
                  <a:pt x="902" y="355"/>
                  <a:pt x="835" y="255"/>
                </a:cubicBezTo>
                <a:cubicBezTo>
                  <a:pt x="756" y="96"/>
                  <a:pt x="593" y="1"/>
                  <a:pt x="429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0" name="Google Shape;643;p9"/>
          <p:cNvSpPr/>
          <p:nvPr/>
        </p:nvSpPr>
        <p:spPr>
          <a:xfrm>
            <a:off x="2151360" y="3033720"/>
            <a:ext cx="852480" cy="137880"/>
          </a:xfrm>
          <a:custGeom>
            <a:avLst/>
            <a:gdLst>
              <a:gd name="textAreaLeft" fmla="*/ 0 w 852480"/>
              <a:gd name="textAreaRight" fmla="*/ 852840 w 852480"/>
              <a:gd name="textAreaTop" fmla="*/ 0 h 137880"/>
              <a:gd name="textAreaBottom" fmla="*/ 138240 h 137880"/>
            </a:gdLst>
            <a:ahLst/>
            <a:cxnLst/>
            <a:rect l="textAreaLeft" t="textAreaTop" r="textAreaRight" b="textAreaBottom"/>
            <a:pathLst>
              <a:path w="35793" h="5807">
                <a:moveTo>
                  <a:pt x="5084" y="420"/>
                </a:moveTo>
                <a:cubicBezTo>
                  <a:pt x="5175" y="420"/>
                  <a:pt x="5287" y="426"/>
                  <a:pt x="5438" y="434"/>
                </a:cubicBezTo>
                <a:cubicBezTo>
                  <a:pt x="5147" y="704"/>
                  <a:pt x="4985" y="819"/>
                  <a:pt x="4800" y="819"/>
                </a:cubicBezTo>
                <a:cubicBezTo>
                  <a:pt x="4688" y="819"/>
                  <a:pt x="4567" y="777"/>
                  <a:pt x="4403" y="701"/>
                </a:cubicBezTo>
                <a:cubicBezTo>
                  <a:pt x="4729" y="476"/>
                  <a:pt x="4810" y="420"/>
                  <a:pt x="5084" y="420"/>
                </a:cubicBezTo>
                <a:close/>
                <a:moveTo>
                  <a:pt x="6600" y="509"/>
                </a:moveTo>
                <a:cubicBezTo>
                  <a:pt x="6749" y="509"/>
                  <a:pt x="6944" y="532"/>
                  <a:pt x="7239" y="568"/>
                </a:cubicBezTo>
                <a:cubicBezTo>
                  <a:pt x="7053" y="816"/>
                  <a:pt x="6893" y="935"/>
                  <a:pt x="6607" y="935"/>
                </a:cubicBezTo>
                <a:cubicBezTo>
                  <a:pt x="6432" y="935"/>
                  <a:pt x="6209" y="890"/>
                  <a:pt x="5905" y="801"/>
                </a:cubicBezTo>
                <a:cubicBezTo>
                  <a:pt x="6206" y="586"/>
                  <a:pt x="6327" y="509"/>
                  <a:pt x="6600" y="509"/>
                </a:cubicBezTo>
                <a:close/>
                <a:moveTo>
                  <a:pt x="8281" y="618"/>
                </a:moveTo>
                <a:cubicBezTo>
                  <a:pt x="8473" y="618"/>
                  <a:pt x="8673" y="684"/>
                  <a:pt x="8873" y="734"/>
                </a:cubicBezTo>
                <a:lnTo>
                  <a:pt x="8907" y="734"/>
                </a:lnTo>
                <a:cubicBezTo>
                  <a:pt x="8729" y="944"/>
                  <a:pt x="8544" y="1006"/>
                  <a:pt x="8355" y="1006"/>
                </a:cubicBezTo>
                <a:cubicBezTo>
                  <a:pt x="8152" y="1006"/>
                  <a:pt x="7946" y="936"/>
                  <a:pt x="7739" y="901"/>
                </a:cubicBezTo>
                <a:cubicBezTo>
                  <a:pt x="7906" y="684"/>
                  <a:pt x="8089" y="618"/>
                  <a:pt x="8281" y="618"/>
                </a:cubicBezTo>
                <a:close/>
                <a:moveTo>
                  <a:pt x="9743" y="767"/>
                </a:moveTo>
                <a:cubicBezTo>
                  <a:pt x="9936" y="767"/>
                  <a:pt x="10149" y="837"/>
                  <a:pt x="10372" y="837"/>
                </a:cubicBezTo>
                <a:cubicBezTo>
                  <a:pt x="10395" y="837"/>
                  <a:pt x="10418" y="836"/>
                  <a:pt x="10441" y="835"/>
                </a:cubicBezTo>
                <a:lnTo>
                  <a:pt x="10441" y="835"/>
                </a:lnTo>
                <a:cubicBezTo>
                  <a:pt x="10215" y="1080"/>
                  <a:pt x="9989" y="1133"/>
                  <a:pt x="9756" y="1133"/>
                </a:cubicBezTo>
                <a:cubicBezTo>
                  <a:pt x="9578" y="1133"/>
                  <a:pt x="9395" y="1101"/>
                  <a:pt x="9207" y="1101"/>
                </a:cubicBezTo>
                <a:lnTo>
                  <a:pt x="9240" y="1101"/>
                </a:lnTo>
                <a:cubicBezTo>
                  <a:pt x="9382" y="834"/>
                  <a:pt x="9552" y="767"/>
                  <a:pt x="9743" y="767"/>
                </a:cubicBezTo>
                <a:close/>
                <a:moveTo>
                  <a:pt x="11136" y="888"/>
                </a:moveTo>
                <a:cubicBezTo>
                  <a:pt x="11284" y="888"/>
                  <a:pt x="11500" y="919"/>
                  <a:pt x="11842" y="968"/>
                </a:cubicBezTo>
                <a:lnTo>
                  <a:pt x="11875" y="968"/>
                </a:lnTo>
                <a:cubicBezTo>
                  <a:pt x="11693" y="1205"/>
                  <a:pt x="11481" y="1253"/>
                  <a:pt x="11261" y="1253"/>
                </a:cubicBezTo>
                <a:cubicBezTo>
                  <a:pt x="11112" y="1253"/>
                  <a:pt x="10960" y="1231"/>
                  <a:pt x="10810" y="1231"/>
                </a:cubicBezTo>
                <a:cubicBezTo>
                  <a:pt x="10776" y="1231"/>
                  <a:pt x="10742" y="1232"/>
                  <a:pt x="10708" y="1235"/>
                </a:cubicBezTo>
                <a:cubicBezTo>
                  <a:pt x="10835" y="981"/>
                  <a:pt x="10881" y="888"/>
                  <a:pt x="11136" y="888"/>
                </a:cubicBezTo>
                <a:close/>
                <a:moveTo>
                  <a:pt x="12811" y="957"/>
                </a:moveTo>
                <a:cubicBezTo>
                  <a:pt x="13004" y="957"/>
                  <a:pt x="13204" y="1009"/>
                  <a:pt x="13410" y="1068"/>
                </a:cubicBezTo>
                <a:cubicBezTo>
                  <a:pt x="13151" y="1284"/>
                  <a:pt x="13060" y="1360"/>
                  <a:pt x="12784" y="1360"/>
                </a:cubicBezTo>
                <a:cubicBezTo>
                  <a:pt x="12634" y="1360"/>
                  <a:pt x="12428" y="1337"/>
                  <a:pt x="12109" y="1302"/>
                </a:cubicBezTo>
                <a:cubicBezTo>
                  <a:pt x="12333" y="1041"/>
                  <a:pt x="12567" y="957"/>
                  <a:pt x="12811" y="957"/>
                </a:cubicBezTo>
                <a:close/>
                <a:moveTo>
                  <a:pt x="14257" y="1049"/>
                </a:moveTo>
                <a:cubicBezTo>
                  <a:pt x="14450" y="1049"/>
                  <a:pt x="14650" y="1108"/>
                  <a:pt x="14844" y="1168"/>
                </a:cubicBezTo>
                <a:cubicBezTo>
                  <a:pt x="14702" y="1453"/>
                  <a:pt x="14515" y="1527"/>
                  <a:pt x="14311" y="1527"/>
                </a:cubicBezTo>
                <a:cubicBezTo>
                  <a:pt x="14085" y="1527"/>
                  <a:pt x="13838" y="1435"/>
                  <a:pt x="13610" y="1435"/>
                </a:cubicBezTo>
                <a:cubicBezTo>
                  <a:pt x="13794" y="1140"/>
                  <a:pt x="14020" y="1049"/>
                  <a:pt x="14257" y="1049"/>
                </a:cubicBezTo>
                <a:close/>
                <a:moveTo>
                  <a:pt x="15812" y="1146"/>
                </a:moveTo>
                <a:cubicBezTo>
                  <a:pt x="15955" y="1146"/>
                  <a:pt x="16102" y="1183"/>
                  <a:pt x="16245" y="1235"/>
                </a:cubicBezTo>
                <a:cubicBezTo>
                  <a:pt x="15983" y="1517"/>
                  <a:pt x="15879" y="1629"/>
                  <a:pt x="15699" y="1629"/>
                </a:cubicBezTo>
                <a:cubicBezTo>
                  <a:pt x="15580" y="1629"/>
                  <a:pt x="15429" y="1581"/>
                  <a:pt x="15178" y="1502"/>
                </a:cubicBezTo>
                <a:lnTo>
                  <a:pt x="15211" y="1502"/>
                </a:lnTo>
                <a:cubicBezTo>
                  <a:pt x="15374" y="1237"/>
                  <a:pt x="15587" y="1146"/>
                  <a:pt x="15812" y="1146"/>
                </a:cubicBezTo>
                <a:close/>
                <a:moveTo>
                  <a:pt x="4120" y="1029"/>
                </a:moveTo>
                <a:cubicBezTo>
                  <a:pt x="4218" y="1029"/>
                  <a:pt x="4323" y="1041"/>
                  <a:pt x="4437" y="1068"/>
                </a:cubicBezTo>
                <a:cubicBezTo>
                  <a:pt x="3985" y="1294"/>
                  <a:pt x="3653" y="1639"/>
                  <a:pt x="3178" y="1639"/>
                </a:cubicBezTo>
                <a:cubicBezTo>
                  <a:pt x="3091" y="1639"/>
                  <a:pt x="3000" y="1627"/>
                  <a:pt x="2902" y="1602"/>
                </a:cubicBezTo>
                <a:cubicBezTo>
                  <a:pt x="3293" y="1350"/>
                  <a:pt x="3614" y="1029"/>
                  <a:pt x="4120" y="1029"/>
                </a:cubicBezTo>
                <a:close/>
                <a:moveTo>
                  <a:pt x="5536" y="1127"/>
                </a:moveTo>
                <a:cubicBezTo>
                  <a:pt x="5736" y="1127"/>
                  <a:pt x="5947" y="1172"/>
                  <a:pt x="6171" y="1268"/>
                </a:cubicBezTo>
                <a:cubicBezTo>
                  <a:pt x="5838" y="1624"/>
                  <a:pt x="5460" y="1743"/>
                  <a:pt x="5037" y="1743"/>
                </a:cubicBezTo>
                <a:cubicBezTo>
                  <a:pt x="4826" y="1743"/>
                  <a:pt x="4604" y="1713"/>
                  <a:pt x="4370" y="1668"/>
                </a:cubicBezTo>
                <a:cubicBezTo>
                  <a:pt x="4733" y="1329"/>
                  <a:pt x="5111" y="1127"/>
                  <a:pt x="5536" y="1127"/>
                </a:cubicBezTo>
                <a:close/>
                <a:moveTo>
                  <a:pt x="17071" y="1229"/>
                </a:moveTo>
                <a:cubicBezTo>
                  <a:pt x="17333" y="1229"/>
                  <a:pt x="17611" y="1335"/>
                  <a:pt x="17880" y="1335"/>
                </a:cubicBezTo>
                <a:cubicBezTo>
                  <a:pt x="17678" y="1638"/>
                  <a:pt x="17464" y="1782"/>
                  <a:pt x="17164" y="1782"/>
                </a:cubicBezTo>
                <a:cubicBezTo>
                  <a:pt x="16968" y="1782"/>
                  <a:pt x="16735" y="1720"/>
                  <a:pt x="16445" y="1602"/>
                </a:cubicBezTo>
                <a:cubicBezTo>
                  <a:pt x="16631" y="1308"/>
                  <a:pt x="16845" y="1229"/>
                  <a:pt x="17071" y="1229"/>
                </a:cubicBezTo>
                <a:close/>
                <a:moveTo>
                  <a:pt x="7311" y="1241"/>
                </a:moveTo>
                <a:cubicBezTo>
                  <a:pt x="7498" y="1241"/>
                  <a:pt x="7689" y="1282"/>
                  <a:pt x="7873" y="1368"/>
                </a:cubicBezTo>
                <a:cubicBezTo>
                  <a:pt x="7618" y="1687"/>
                  <a:pt x="7308" y="1816"/>
                  <a:pt x="6953" y="1816"/>
                </a:cubicBezTo>
                <a:cubicBezTo>
                  <a:pt x="6751" y="1816"/>
                  <a:pt x="6535" y="1774"/>
                  <a:pt x="6305" y="1702"/>
                </a:cubicBezTo>
                <a:lnTo>
                  <a:pt x="6271" y="1735"/>
                </a:lnTo>
                <a:cubicBezTo>
                  <a:pt x="6542" y="1419"/>
                  <a:pt x="6920" y="1241"/>
                  <a:pt x="7311" y="1241"/>
                </a:cubicBezTo>
                <a:close/>
                <a:moveTo>
                  <a:pt x="18716" y="1326"/>
                </a:moveTo>
                <a:cubicBezTo>
                  <a:pt x="18916" y="1326"/>
                  <a:pt x="19162" y="1387"/>
                  <a:pt x="19481" y="1502"/>
                </a:cubicBezTo>
                <a:lnTo>
                  <a:pt x="19481" y="1535"/>
                </a:lnTo>
                <a:cubicBezTo>
                  <a:pt x="19284" y="1858"/>
                  <a:pt x="19029" y="1949"/>
                  <a:pt x="18747" y="1949"/>
                </a:cubicBezTo>
                <a:cubicBezTo>
                  <a:pt x="18504" y="1949"/>
                  <a:pt x="18242" y="1882"/>
                  <a:pt x="17980" y="1835"/>
                </a:cubicBezTo>
                <a:cubicBezTo>
                  <a:pt x="18186" y="1485"/>
                  <a:pt x="18392" y="1326"/>
                  <a:pt x="18716" y="1326"/>
                </a:cubicBezTo>
                <a:close/>
                <a:moveTo>
                  <a:pt x="8905" y="1429"/>
                </a:moveTo>
                <a:cubicBezTo>
                  <a:pt x="9073" y="1429"/>
                  <a:pt x="9243" y="1463"/>
                  <a:pt x="9407" y="1535"/>
                </a:cubicBezTo>
                <a:cubicBezTo>
                  <a:pt x="9167" y="1895"/>
                  <a:pt x="8879" y="1967"/>
                  <a:pt x="8564" y="1967"/>
                </a:cubicBezTo>
                <a:cubicBezTo>
                  <a:pt x="8354" y="1967"/>
                  <a:pt x="8133" y="1935"/>
                  <a:pt x="7906" y="1935"/>
                </a:cubicBezTo>
                <a:lnTo>
                  <a:pt x="7906" y="1902"/>
                </a:lnTo>
                <a:cubicBezTo>
                  <a:pt x="8160" y="1602"/>
                  <a:pt x="8526" y="1429"/>
                  <a:pt x="8905" y="1429"/>
                </a:cubicBezTo>
                <a:close/>
                <a:moveTo>
                  <a:pt x="10162" y="1554"/>
                </a:moveTo>
                <a:cubicBezTo>
                  <a:pt x="10306" y="1554"/>
                  <a:pt x="10496" y="1596"/>
                  <a:pt x="10775" y="1668"/>
                </a:cubicBezTo>
                <a:cubicBezTo>
                  <a:pt x="10577" y="1916"/>
                  <a:pt x="10269" y="2053"/>
                  <a:pt x="9946" y="2053"/>
                </a:cubicBezTo>
                <a:cubicBezTo>
                  <a:pt x="9833" y="2053"/>
                  <a:pt x="9719" y="2037"/>
                  <a:pt x="9607" y="2002"/>
                </a:cubicBezTo>
                <a:cubicBezTo>
                  <a:pt x="9798" y="1683"/>
                  <a:pt x="9909" y="1554"/>
                  <a:pt x="10162" y="1554"/>
                </a:cubicBezTo>
                <a:close/>
                <a:moveTo>
                  <a:pt x="20275" y="1464"/>
                </a:moveTo>
                <a:cubicBezTo>
                  <a:pt x="20473" y="1464"/>
                  <a:pt x="20750" y="1493"/>
                  <a:pt x="21149" y="1535"/>
                </a:cubicBezTo>
                <a:lnTo>
                  <a:pt x="21149" y="1568"/>
                </a:lnTo>
                <a:cubicBezTo>
                  <a:pt x="20965" y="1991"/>
                  <a:pt x="20690" y="2080"/>
                  <a:pt x="20392" y="2080"/>
                </a:cubicBezTo>
                <a:cubicBezTo>
                  <a:pt x="20175" y="2080"/>
                  <a:pt x="19946" y="2033"/>
                  <a:pt x="19729" y="2033"/>
                </a:cubicBezTo>
                <a:cubicBezTo>
                  <a:pt x="19702" y="2033"/>
                  <a:pt x="19675" y="2034"/>
                  <a:pt x="19648" y="2035"/>
                </a:cubicBezTo>
                <a:cubicBezTo>
                  <a:pt x="19785" y="1601"/>
                  <a:pt x="19844" y="1464"/>
                  <a:pt x="20275" y="1464"/>
                </a:cubicBezTo>
                <a:close/>
                <a:moveTo>
                  <a:pt x="11750" y="1732"/>
                </a:moveTo>
                <a:cubicBezTo>
                  <a:pt x="11942" y="1732"/>
                  <a:pt x="12142" y="1769"/>
                  <a:pt x="12342" y="1769"/>
                </a:cubicBezTo>
                <a:cubicBezTo>
                  <a:pt x="12133" y="2074"/>
                  <a:pt x="11890" y="2139"/>
                  <a:pt x="11634" y="2139"/>
                </a:cubicBezTo>
                <a:cubicBezTo>
                  <a:pt x="11442" y="2139"/>
                  <a:pt x="11242" y="2102"/>
                  <a:pt x="11042" y="2102"/>
                </a:cubicBezTo>
                <a:cubicBezTo>
                  <a:pt x="11251" y="1797"/>
                  <a:pt x="11494" y="1732"/>
                  <a:pt x="11750" y="1732"/>
                </a:cubicBezTo>
                <a:close/>
                <a:moveTo>
                  <a:pt x="2470" y="1865"/>
                </a:moveTo>
                <a:cubicBezTo>
                  <a:pt x="2555" y="1865"/>
                  <a:pt x="2649" y="1905"/>
                  <a:pt x="2802" y="1969"/>
                </a:cubicBezTo>
                <a:cubicBezTo>
                  <a:pt x="2661" y="2158"/>
                  <a:pt x="2435" y="2246"/>
                  <a:pt x="2209" y="2246"/>
                </a:cubicBezTo>
                <a:cubicBezTo>
                  <a:pt x="2125" y="2246"/>
                  <a:pt x="2041" y="2234"/>
                  <a:pt x="1962" y="2211"/>
                </a:cubicBezTo>
                <a:lnTo>
                  <a:pt x="1962" y="2211"/>
                </a:lnTo>
                <a:cubicBezTo>
                  <a:pt x="2230" y="1962"/>
                  <a:pt x="2338" y="1865"/>
                  <a:pt x="2470" y="1865"/>
                </a:cubicBezTo>
                <a:close/>
                <a:moveTo>
                  <a:pt x="13305" y="1851"/>
                </a:moveTo>
                <a:cubicBezTo>
                  <a:pt x="13510" y="1851"/>
                  <a:pt x="13728" y="1899"/>
                  <a:pt x="13953" y="1902"/>
                </a:cubicBezTo>
                <a:lnTo>
                  <a:pt x="13953" y="1902"/>
                </a:lnTo>
                <a:cubicBezTo>
                  <a:pt x="13740" y="2185"/>
                  <a:pt x="13509" y="2250"/>
                  <a:pt x="13269" y="2250"/>
                </a:cubicBezTo>
                <a:cubicBezTo>
                  <a:pt x="13064" y="2250"/>
                  <a:pt x="12854" y="2202"/>
                  <a:pt x="12643" y="2202"/>
                </a:cubicBezTo>
                <a:cubicBezTo>
                  <a:pt x="12838" y="1918"/>
                  <a:pt x="13063" y="1851"/>
                  <a:pt x="13305" y="1851"/>
                </a:cubicBezTo>
                <a:close/>
                <a:moveTo>
                  <a:pt x="21961" y="1519"/>
                </a:moveTo>
                <a:cubicBezTo>
                  <a:pt x="22132" y="1519"/>
                  <a:pt x="22340" y="1572"/>
                  <a:pt x="22616" y="1668"/>
                </a:cubicBezTo>
                <a:cubicBezTo>
                  <a:pt x="22389" y="2082"/>
                  <a:pt x="22213" y="2265"/>
                  <a:pt x="21922" y="2265"/>
                </a:cubicBezTo>
                <a:cubicBezTo>
                  <a:pt x="21743" y="2265"/>
                  <a:pt x="21520" y="2196"/>
                  <a:pt x="21215" y="2069"/>
                </a:cubicBezTo>
                <a:cubicBezTo>
                  <a:pt x="21471" y="1685"/>
                  <a:pt x="21659" y="1519"/>
                  <a:pt x="21961" y="1519"/>
                </a:cubicBezTo>
                <a:close/>
                <a:moveTo>
                  <a:pt x="14849" y="1940"/>
                </a:moveTo>
                <a:cubicBezTo>
                  <a:pt x="14913" y="1940"/>
                  <a:pt x="14979" y="1949"/>
                  <a:pt x="15044" y="1969"/>
                </a:cubicBezTo>
                <a:cubicBezTo>
                  <a:pt x="15178" y="1969"/>
                  <a:pt x="15345" y="1969"/>
                  <a:pt x="15345" y="2102"/>
                </a:cubicBezTo>
                <a:cubicBezTo>
                  <a:pt x="15311" y="2236"/>
                  <a:pt x="15211" y="2336"/>
                  <a:pt x="15044" y="2336"/>
                </a:cubicBezTo>
                <a:lnTo>
                  <a:pt x="14244" y="2336"/>
                </a:lnTo>
                <a:cubicBezTo>
                  <a:pt x="14351" y="2095"/>
                  <a:pt x="14587" y="1940"/>
                  <a:pt x="14849" y="1940"/>
                </a:cubicBezTo>
                <a:close/>
                <a:moveTo>
                  <a:pt x="23467" y="1684"/>
                </a:moveTo>
                <a:cubicBezTo>
                  <a:pt x="23675" y="1684"/>
                  <a:pt x="23956" y="1717"/>
                  <a:pt x="24351" y="1769"/>
                </a:cubicBezTo>
                <a:lnTo>
                  <a:pt x="24351" y="1802"/>
                </a:lnTo>
                <a:cubicBezTo>
                  <a:pt x="24091" y="2256"/>
                  <a:pt x="23762" y="2388"/>
                  <a:pt x="23389" y="2388"/>
                </a:cubicBezTo>
                <a:cubicBezTo>
                  <a:pt x="23187" y="2388"/>
                  <a:pt x="22973" y="2349"/>
                  <a:pt x="22750" y="2302"/>
                </a:cubicBezTo>
                <a:cubicBezTo>
                  <a:pt x="22911" y="1843"/>
                  <a:pt x="23008" y="1684"/>
                  <a:pt x="23467" y="1684"/>
                </a:cubicBezTo>
                <a:close/>
                <a:moveTo>
                  <a:pt x="4030" y="2051"/>
                </a:moveTo>
                <a:cubicBezTo>
                  <a:pt x="4225" y="2051"/>
                  <a:pt x="4422" y="2073"/>
                  <a:pt x="4628" y="2073"/>
                </a:cubicBezTo>
                <a:cubicBezTo>
                  <a:pt x="4675" y="2073"/>
                  <a:pt x="4722" y="2072"/>
                  <a:pt x="4770" y="2069"/>
                </a:cubicBezTo>
                <a:lnTo>
                  <a:pt x="4770" y="2069"/>
                </a:lnTo>
                <a:cubicBezTo>
                  <a:pt x="4518" y="2353"/>
                  <a:pt x="4272" y="2428"/>
                  <a:pt x="4024" y="2428"/>
                </a:cubicBezTo>
                <a:cubicBezTo>
                  <a:pt x="3748" y="2428"/>
                  <a:pt x="3468" y="2336"/>
                  <a:pt x="3169" y="2336"/>
                </a:cubicBezTo>
                <a:cubicBezTo>
                  <a:pt x="3461" y="2099"/>
                  <a:pt x="3742" y="2051"/>
                  <a:pt x="4030" y="2051"/>
                </a:cubicBezTo>
                <a:close/>
                <a:moveTo>
                  <a:pt x="16198" y="2073"/>
                </a:moveTo>
                <a:cubicBezTo>
                  <a:pt x="16369" y="2073"/>
                  <a:pt x="16634" y="2121"/>
                  <a:pt x="17079" y="2202"/>
                </a:cubicBezTo>
                <a:lnTo>
                  <a:pt x="17046" y="2202"/>
                </a:lnTo>
                <a:cubicBezTo>
                  <a:pt x="16854" y="2410"/>
                  <a:pt x="16647" y="2457"/>
                  <a:pt x="16440" y="2457"/>
                </a:cubicBezTo>
                <a:cubicBezTo>
                  <a:pt x="16267" y="2457"/>
                  <a:pt x="16095" y="2424"/>
                  <a:pt x="15930" y="2424"/>
                </a:cubicBezTo>
                <a:cubicBezTo>
                  <a:pt x="15878" y="2424"/>
                  <a:pt x="15828" y="2427"/>
                  <a:pt x="15778" y="2436"/>
                </a:cubicBezTo>
                <a:cubicBezTo>
                  <a:pt x="15897" y="2177"/>
                  <a:pt x="15946" y="2073"/>
                  <a:pt x="16198" y="2073"/>
                </a:cubicBezTo>
                <a:close/>
                <a:moveTo>
                  <a:pt x="17934" y="2260"/>
                </a:moveTo>
                <a:cubicBezTo>
                  <a:pt x="18172" y="2260"/>
                  <a:pt x="18429" y="2333"/>
                  <a:pt x="18714" y="2369"/>
                </a:cubicBezTo>
                <a:cubicBezTo>
                  <a:pt x="18499" y="2498"/>
                  <a:pt x="18291" y="2534"/>
                  <a:pt x="18091" y="2534"/>
                </a:cubicBezTo>
                <a:cubicBezTo>
                  <a:pt x="17839" y="2534"/>
                  <a:pt x="17600" y="2475"/>
                  <a:pt x="17380" y="2470"/>
                </a:cubicBezTo>
                <a:lnTo>
                  <a:pt x="17380" y="2470"/>
                </a:lnTo>
                <a:cubicBezTo>
                  <a:pt x="17556" y="2309"/>
                  <a:pt x="17739" y="2260"/>
                  <a:pt x="17934" y="2260"/>
                </a:cubicBezTo>
                <a:close/>
                <a:moveTo>
                  <a:pt x="25029" y="1881"/>
                </a:moveTo>
                <a:cubicBezTo>
                  <a:pt x="25112" y="1881"/>
                  <a:pt x="25207" y="1889"/>
                  <a:pt x="25318" y="1902"/>
                </a:cubicBezTo>
                <a:cubicBezTo>
                  <a:pt x="25685" y="1969"/>
                  <a:pt x="26052" y="2002"/>
                  <a:pt x="26486" y="2069"/>
                </a:cubicBezTo>
                <a:cubicBezTo>
                  <a:pt x="26180" y="2452"/>
                  <a:pt x="25852" y="2546"/>
                  <a:pt x="25517" y="2546"/>
                </a:cubicBezTo>
                <a:cubicBezTo>
                  <a:pt x="25189" y="2546"/>
                  <a:pt x="24853" y="2456"/>
                  <a:pt x="24522" y="2456"/>
                </a:cubicBezTo>
                <a:cubicBezTo>
                  <a:pt x="24454" y="2456"/>
                  <a:pt x="24386" y="2460"/>
                  <a:pt x="24318" y="2469"/>
                </a:cubicBezTo>
                <a:cubicBezTo>
                  <a:pt x="24559" y="2014"/>
                  <a:pt x="24692" y="1881"/>
                  <a:pt x="25029" y="1881"/>
                </a:cubicBezTo>
                <a:close/>
                <a:moveTo>
                  <a:pt x="5902" y="2187"/>
                </a:moveTo>
                <a:cubicBezTo>
                  <a:pt x="6104" y="2187"/>
                  <a:pt x="6310" y="2217"/>
                  <a:pt x="6520" y="2232"/>
                </a:cubicBezTo>
                <a:lnTo>
                  <a:pt x="6520" y="2232"/>
                </a:lnTo>
                <a:cubicBezTo>
                  <a:pt x="6313" y="2564"/>
                  <a:pt x="6077" y="2640"/>
                  <a:pt x="5825" y="2640"/>
                </a:cubicBezTo>
                <a:cubicBezTo>
                  <a:pt x="5613" y="2640"/>
                  <a:pt x="5391" y="2587"/>
                  <a:pt x="5166" y="2587"/>
                </a:cubicBezTo>
                <a:cubicBezTo>
                  <a:pt x="5101" y="2587"/>
                  <a:pt x="5036" y="2591"/>
                  <a:pt x="4971" y="2602"/>
                </a:cubicBezTo>
                <a:cubicBezTo>
                  <a:pt x="5269" y="2264"/>
                  <a:pt x="5580" y="2187"/>
                  <a:pt x="5902" y="2187"/>
                </a:cubicBezTo>
                <a:close/>
                <a:moveTo>
                  <a:pt x="27344" y="2152"/>
                </a:moveTo>
                <a:cubicBezTo>
                  <a:pt x="27648" y="2152"/>
                  <a:pt x="27967" y="2236"/>
                  <a:pt x="28287" y="2236"/>
                </a:cubicBezTo>
                <a:cubicBezTo>
                  <a:pt x="28432" y="2236"/>
                  <a:pt x="28577" y="2219"/>
                  <a:pt x="28721" y="2169"/>
                </a:cubicBezTo>
                <a:lnTo>
                  <a:pt x="28721" y="2169"/>
                </a:lnTo>
                <a:cubicBezTo>
                  <a:pt x="28414" y="2537"/>
                  <a:pt x="27970" y="2717"/>
                  <a:pt x="27480" y="2717"/>
                </a:cubicBezTo>
                <a:cubicBezTo>
                  <a:pt x="27177" y="2717"/>
                  <a:pt x="26856" y="2648"/>
                  <a:pt x="26540" y="2511"/>
                </a:cubicBezTo>
                <a:lnTo>
                  <a:pt x="26540" y="2511"/>
                </a:lnTo>
                <a:cubicBezTo>
                  <a:pt x="26787" y="2226"/>
                  <a:pt x="27059" y="2152"/>
                  <a:pt x="27344" y="2152"/>
                </a:cubicBezTo>
                <a:close/>
                <a:moveTo>
                  <a:pt x="19491" y="2371"/>
                </a:moveTo>
                <a:cubicBezTo>
                  <a:pt x="19687" y="2371"/>
                  <a:pt x="19894" y="2452"/>
                  <a:pt x="20117" y="2452"/>
                </a:cubicBezTo>
                <a:cubicBezTo>
                  <a:pt x="20171" y="2452"/>
                  <a:pt x="20226" y="2448"/>
                  <a:pt x="20281" y="2436"/>
                </a:cubicBezTo>
                <a:lnTo>
                  <a:pt x="20281" y="2436"/>
                </a:lnTo>
                <a:cubicBezTo>
                  <a:pt x="20121" y="2663"/>
                  <a:pt x="19949" y="2730"/>
                  <a:pt x="19778" y="2730"/>
                </a:cubicBezTo>
                <a:cubicBezTo>
                  <a:pt x="19538" y="2730"/>
                  <a:pt x="19299" y="2601"/>
                  <a:pt x="19089" y="2601"/>
                </a:cubicBezTo>
                <a:cubicBezTo>
                  <a:pt x="19075" y="2601"/>
                  <a:pt x="19061" y="2601"/>
                  <a:pt x="19047" y="2602"/>
                </a:cubicBezTo>
                <a:cubicBezTo>
                  <a:pt x="19190" y="2421"/>
                  <a:pt x="19337" y="2371"/>
                  <a:pt x="19491" y="2371"/>
                </a:cubicBezTo>
                <a:close/>
                <a:moveTo>
                  <a:pt x="7413" y="2233"/>
                </a:moveTo>
                <a:cubicBezTo>
                  <a:pt x="7601" y="2233"/>
                  <a:pt x="7849" y="2283"/>
                  <a:pt x="8206" y="2369"/>
                </a:cubicBezTo>
                <a:lnTo>
                  <a:pt x="8206" y="2402"/>
                </a:lnTo>
                <a:cubicBezTo>
                  <a:pt x="7993" y="2705"/>
                  <a:pt x="7731" y="2770"/>
                  <a:pt x="7458" y="2770"/>
                </a:cubicBezTo>
                <a:cubicBezTo>
                  <a:pt x="7252" y="2770"/>
                  <a:pt x="7039" y="2733"/>
                  <a:pt x="6834" y="2733"/>
                </a:cubicBezTo>
                <a:cubicBezTo>
                  <a:pt x="6802" y="2733"/>
                  <a:pt x="6770" y="2734"/>
                  <a:pt x="6738" y="2736"/>
                </a:cubicBezTo>
                <a:cubicBezTo>
                  <a:pt x="6949" y="2378"/>
                  <a:pt x="7093" y="2233"/>
                  <a:pt x="7413" y="2233"/>
                </a:cubicBezTo>
                <a:close/>
                <a:moveTo>
                  <a:pt x="21052" y="2528"/>
                </a:moveTo>
                <a:cubicBezTo>
                  <a:pt x="21219" y="2528"/>
                  <a:pt x="21398" y="2596"/>
                  <a:pt x="21561" y="2596"/>
                </a:cubicBezTo>
                <a:cubicBezTo>
                  <a:pt x="21615" y="2596"/>
                  <a:pt x="21667" y="2589"/>
                  <a:pt x="21716" y="2569"/>
                </a:cubicBezTo>
                <a:lnTo>
                  <a:pt x="21716" y="2569"/>
                </a:lnTo>
                <a:cubicBezTo>
                  <a:pt x="21603" y="2780"/>
                  <a:pt x="21461" y="2837"/>
                  <a:pt x="21304" y="2837"/>
                </a:cubicBezTo>
                <a:cubicBezTo>
                  <a:pt x="21122" y="2837"/>
                  <a:pt x="20920" y="2761"/>
                  <a:pt x="20722" y="2761"/>
                </a:cubicBezTo>
                <a:cubicBezTo>
                  <a:pt x="20705" y="2761"/>
                  <a:pt x="20687" y="2761"/>
                  <a:pt x="20670" y="2763"/>
                </a:cubicBezTo>
                <a:lnTo>
                  <a:pt x="20670" y="2763"/>
                </a:lnTo>
                <a:cubicBezTo>
                  <a:pt x="20775" y="2578"/>
                  <a:pt x="20909" y="2528"/>
                  <a:pt x="21052" y="2528"/>
                </a:cubicBezTo>
                <a:close/>
                <a:moveTo>
                  <a:pt x="29520" y="2349"/>
                </a:moveTo>
                <a:cubicBezTo>
                  <a:pt x="29787" y="2349"/>
                  <a:pt x="30239" y="2392"/>
                  <a:pt x="31089" y="2469"/>
                </a:cubicBezTo>
                <a:cubicBezTo>
                  <a:pt x="30855" y="2743"/>
                  <a:pt x="30735" y="2856"/>
                  <a:pt x="30300" y="2856"/>
                </a:cubicBezTo>
                <a:cubicBezTo>
                  <a:pt x="29993" y="2856"/>
                  <a:pt x="29528" y="2799"/>
                  <a:pt x="28754" y="2703"/>
                </a:cubicBezTo>
                <a:lnTo>
                  <a:pt x="28788" y="2703"/>
                </a:lnTo>
                <a:cubicBezTo>
                  <a:pt x="29136" y="2457"/>
                  <a:pt x="29094" y="2349"/>
                  <a:pt x="29520" y="2349"/>
                </a:cubicBezTo>
                <a:close/>
                <a:moveTo>
                  <a:pt x="9110" y="2359"/>
                </a:moveTo>
                <a:cubicBezTo>
                  <a:pt x="9267" y="2359"/>
                  <a:pt x="9432" y="2404"/>
                  <a:pt x="9607" y="2502"/>
                </a:cubicBezTo>
                <a:cubicBezTo>
                  <a:pt x="9422" y="2835"/>
                  <a:pt x="9176" y="2922"/>
                  <a:pt x="8902" y="2922"/>
                </a:cubicBezTo>
                <a:cubicBezTo>
                  <a:pt x="8682" y="2922"/>
                  <a:pt x="8444" y="2866"/>
                  <a:pt x="8206" y="2836"/>
                </a:cubicBezTo>
                <a:cubicBezTo>
                  <a:pt x="8497" y="2545"/>
                  <a:pt x="8788" y="2359"/>
                  <a:pt x="9110" y="2359"/>
                </a:cubicBezTo>
                <a:close/>
                <a:moveTo>
                  <a:pt x="23450" y="2602"/>
                </a:moveTo>
                <a:cubicBezTo>
                  <a:pt x="23203" y="2895"/>
                  <a:pt x="23122" y="2990"/>
                  <a:pt x="22788" y="2990"/>
                </a:cubicBezTo>
                <a:cubicBezTo>
                  <a:pt x="22627" y="2990"/>
                  <a:pt x="22407" y="2969"/>
                  <a:pt x="22083" y="2936"/>
                </a:cubicBezTo>
                <a:cubicBezTo>
                  <a:pt x="22266" y="2686"/>
                  <a:pt x="22475" y="2644"/>
                  <a:pt x="22700" y="2644"/>
                </a:cubicBezTo>
                <a:cubicBezTo>
                  <a:pt x="22812" y="2644"/>
                  <a:pt x="22929" y="2655"/>
                  <a:pt x="23049" y="2655"/>
                </a:cubicBezTo>
                <a:cubicBezTo>
                  <a:pt x="23169" y="2655"/>
                  <a:pt x="23292" y="2644"/>
                  <a:pt x="23417" y="2602"/>
                </a:cubicBezTo>
                <a:close/>
                <a:moveTo>
                  <a:pt x="1615" y="2543"/>
                </a:moveTo>
                <a:cubicBezTo>
                  <a:pt x="1686" y="2543"/>
                  <a:pt x="1759" y="2552"/>
                  <a:pt x="1835" y="2569"/>
                </a:cubicBezTo>
                <a:cubicBezTo>
                  <a:pt x="1601" y="3036"/>
                  <a:pt x="1168" y="2969"/>
                  <a:pt x="667" y="3003"/>
                </a:cubicBezTo>
                <a:cubicBezTo>
                  <a:pt x="998" y="2728"/>
                  <a:pt x="1282" y="2543"/>
                  <a:pt x="1615" y="2543"/>
                </a:cubicBezTo>
                <a:close/>
                <a:moveTo>
                  <a:pt x="32074" y="2537"/>
                </a:moveTo>
                <a:cubicBezTo>
                  <a:pt x="32279" y="2537"/>
                  <a:pt x="32487" y="2575"/>
                  <a:pt x="32690" y="2602"/>
                </a:cubicBezTo>
                <a:cubicBezTo>
                  <a:pt x="32440" y="2922"/>
                  <a:pt x="32360" y="3023"/>
                  <a:pt x="31994" y="3023"/>
                </a:cubicBezTo>
                <a:cubicBezTo>
                  <a:pt x="31825" y="3023"/>
                  <a:pt x="31594" y="3001"/>
                  <a:pt x="31256" y="2969"/>
                </a:cubicBezTo>
                <a:lnTo>
                  <a:pt x="31223" y="2936"/>
                </a:lnTo>
                <a:cubicBezTo>
                  <a:pt x="31480" y="2619"/>
                  <a:pt x="31773" y="2537"/>
                  <a:pt x="32074" y="2537"/>
                </a:cubicBezTo>
                <a:close/>
                <a:moveTo>
                  <a:pt x="2918" y="2682"/>
                </a:moveTo>
                <a:cubicBezTo>
                  <a:pt x="3204" y="2682"/>
                  <a:pt x="3511" y="2768"/>
                  <a:pt x="3836" y="2803"/>
                </a:cubicBezTo>
                <a:cubicBezTo>
                  <a:pt x="3605" y="3020"/>
                  <a:pt x="3374" y="3077"/>
                  <a:pt x="3145" y="3077"/>
                </a:cubicBezTo>
                <a:cubicBezTo>
                  <a:pt x="2895" y="3077"/>
                  <a:pt x="2647" y="3009"/>
                  <a:pt x="2406" y="3009"/>
                </a:cubicBezTo>
                <a:cubicBezTo>
                  <a:pt x="2326" y="3009"/>
                  <a:pt x="2247" y="3017"/>
                  <a:pt x="2169" y="3036"/>
                </a:cubicBezTo>
                <a:cubicBezTo>
                  <a:pt x="2396" y="2760"/>
                  <a:pt x="2647" y="2682"/>
                  <a:pt x="2918" y="2682"/>
                </a:cubicBezTo>
                <a:close/>
                <a:moveTo>
                  <a:pt x="10589" y="2504"/>
                </a:moveTo>
                <a:cubicBezTo>
                  <a:pt x="10803" y="2504"/>
                  <a:pt x="11025" y="2542"/>
                  <a:pt x="11242" y="2569"/>
                </a:cubicBezTo>
                <a:cubicBezTo>
                  <a:pt x="10974" y="2919"/>
                  <a:pt x="10744" y="3079"/>
                  <a:pt x="10435" y="3079"/>
                </a:cubicBezTo>
                <a:cubicBezTo>
                  <a:pt x="10243" y="3079"/>
                  <a:pt x="10021" y="3018"/>
                  <a:pt x="9741" y="2903"/>
                </a:cubicBezTo>
                <a:cubicBezTo>
                  <a:pt x="9978" y="2586"/>
                  <a:pt x="10275" y="2504"/>
                  <a:pt x="10589" y="2504"/>
                </a:cubicBezTo>
                <a:close/>
                <a:moveTo>
                  <a:pt x="33603" y="2669"/>
                </a:moveTo>
                <a:cubicBezTo>
                  <a:pt x="33925" y="2669"/>
                  <a:pt x="34258" y="2769"/>
                  <a:pt x="34592" y="2769"/>
                </a:cubicBezTo>
                <a:cubicBezTo>
                  <a:pt x="34308" y="3086"/>
                  <a:pt x="34000" y="3153"/>
                  <a:pt x="33679" y="3153"/>
                </a:cubicBezTo>
                <a:cubicBezTo>
                  <a:pt x="33445" y="3153"/>
                  <a:pt x="33205" y="3118"/>
                  <a:pt x="32963" y="3118"/>
                </a:cubicBezTo>
                <a:cubicBezTo>
                  <a:pt x="32881" y="3118"/>
                  <a:pt x="32799" y="3122"/>
                  <a:pt x="32717" y="3132"/>
                </a:cubicBezTo>
                <a:lnTo>
                  <a:pt x="32717" y="3132"/>
                </a:lnTo>
                <a:cubicBezTo>
                  <a:pt x="32993" y="2763"/>
                  <a:pt x="33293" y="2669"/>
                  <a:pt x="33603" y="2669"/>
                </a:cubicBezTo>
                <a:close/>
                <a:moveTo>
                  <a:pt x="4729" y="2877"/>
                </a:moveTo>
                <a:cubicBezTo>
                  <a:pt x="4998" y="2877"/>
                  <a:pt x="5268" y="2973"/>
                  <a:pt x="5538" y="3069"/>
                </a:cubicBezTo>
                <a:cubicBezTo>
                  <a:pt x="5304" y="3136"/>
                  <a:pt x="5071" y="3170"/>
                  <a:pt x="4837" y="3170"/>
                </a:cubicBezTo>
                <a:cubicBezTo>
                  <a:pt x="4604" y="3170"/>
                  <a:pt x="4370" y="3136"/>
                  <a:pt x="4137" y="3069"/>
                </a:cubicBezTo>
                <a:cubicBezTo>
                  <a:pt x="4334" y="2928"/>
                  <a:pt x="4531" y="2877"/>
                  <a:pt x="4729" y="2877"/>
                </a:cubicBezTo>
                <a:close/>
                <a:moveTo>
                  <a:pt x="24434" y="2780"/>
                </a:moveTo>
                <a:cubicBezTo>
                  <a:pt x="24735" y="2780"/>
                  <a:pt x="25051" y="2861"/>
                  <a:pt x="25384" y="2899"/>
                </a:cubicBezTo>
                <a:lnTo>
                  <a:pt x="25384" y="2899"/>
                </a:lnTo>
                <a:cubicBezTo>
                  <a:pt x="25127" y="3115"/>
                  <a:pt x="24875" y="3181"/>
                  <a:pt x="24627" y="3181"/>
                </a:cubicBezTo>
                <a:cubicBezTo>
                  <a:pt x="24309" y="3181"/>
                  <a:pt x="23996" y="3073"/>
                  <a:pt x="23684" y="3036"/>
                </a:cubicBezTo>
                <a:cubicBezTo>
                  <a:pt x="23926" y="2839"/>
                  <a:pt x="24175" y="2780"/>
                  <a:pt x="24434" y="2780"/>
                </a:cubicBezTo>
                <a:close/>
                <a:moveTo>
                  <a:pt x="12173" y="2639"/>
                </a:moveTo>
                <a:cubicBezTo>
                  <a:pt x="12369" y="2639"/>
                  <a:pt x="12614" y="2677"/>
                  <a:pt x="12943" y="2736"/>
                </a:cubicBezTo>
                <a:cubicBezTo>
                  <a:pt x="12712" y="3082"/>
                  <a:pt x="12641" y="3188"/>
                  <a:pt x="12223" y="3188"/>
                </a:cubicBezTo>
                <a:cubicBezTo>
                  <a:pt x="12036" y="3188"/>
                  <a:pt x="11780" y="3167"/>
                  <a:pt x="11408" y="3136"/>
                </a:cubicBezTo>
                <a:cubicBezTo>
                  <a:pt x="11625" y="2769"/>
                  <a:pt x="11813" y="2639"/>
                  <a:pt x="12173" y="2639"/>
                </a:cubicBezTo>
                <a:close/>
                <a:moveTo>
                  <a:pt x="26449" y="2856"/>
                </a:moveTo>
                <a:cubicBezTo>
                  <a:pt x="26752" y="2856"/>
                  <a:pt x="27062" y="2935"/>
                  <a:pt x="27374" y="2935"/>
                </a:cubicBezTo>
                <a:cubicBezTo>
                  <a:pt x="27478" y="2935"/>
                  <a:pt x="27582" y="2926"/>
                  <a:pt x="27687" y="2903"/>
                </a:cubicBezTo>
                <a:lnTo>
                  <a:pt x="27687" y="2903"/>
                </a:lnTo>
                <a:cubicBezTo>
                  <a:pt x="27368" y="3270"/>
                  <a:pt x="27041" y="3362"/>
                  <a:pt x="26703" y="3362"/>
                </a:cubicBezTo>
                <a:cubicBezTo>
                  <a:pt x="26361" y="3362"/>
                  <a:pt x="26008" y="3268"/>
                  <a:pt x="25640" y="3268"/>
                </a:cubicBezTo>
                <a:cubicBezTo>
                  <a:pt x="25611" y="3268"/>
                  <a:pt x="25581" y="3268"/>
                  <a:pt x="25552" y="3270"/>
                </a:cubicBezTo>
                <a:cubicBezTo>
                  <a:pt x="25840" y="2938"/>
                  <a:pt x="26141" y="2856"/>
                  <a:pt x="26449" y="2856"/>
                </a:cubicBezTo>
                <a:close/>
                <a:moveTo>
                  <a:pt x="13915" y="2717"/>
                </a:moveTo>
                <a:cubicBezTo>
                  <a:pt x="14094" y="2717"/>
                  <a:pt x="14296" y="2770"/>
                  <a:pt x="14544" y="2869"/>
                </a:cubicBezTo>
                <a:lnTo>
                  <a:pt x="14544" y="2903"/>
                </a:lnTo>
                <a:cubicBezTo>
                  <a:pt x="14305" y="3242"/>
                  <a:pt x="14125" y="3390"/>
                  <a:pt x="13847" y="3390"/>
                </a:cubicBezTo>
                <a:cubicBezTo>
                  <a:pt x="13661" y="3390"/>
                  <a:pt x="13431" y="3323"/>
                  <a:pt x="13110" y="3203"/>
                </a:cubicBezTo>
                <a:cubicBezTo>
                  <a:pt x="13382" y="2868"/>
                  <a:pt x="13615" y="2717"/>
                  <a:pt x="13915" y="2717"/>
                </a:cubicBezTo>
                <a:close/>
                <a:moveTo>
                  <a:pt x="15521" y="2859"/>
                </a:moveTo>
                <a:cubicBezTo>
                  <a:pt x="15753" y="2859"/>
                  <a:pt x="16002" y="2927"/>
                  <a:pt x="16245" y="2969"/>
                </a:cubicBezTo>
                <a:lnTo>
                  <a:pt x="16279" y="3003"/>
                </a:lnTo>
                <a:cubicBezTo>
                  <a:pt x="16081" y="3398"/>
                  <a:pt x="15815" y="3484"/>
                  <a:pt x="15524" y="3484"/>
                </a:cubicBezTo>
                <a:cubicBezTo>
                  <a:pt x="15302" y="3484"/>
                  <a:pt x="15064" y="3434"/>
                  <a:pt x="14830" y="3434"/>
                </a:cubicBezTo>
                <a:cubicBezTo>
                  <a:pt x="14801" y="3434"/>
                  <a:pt x="14773" y="3435"/>
                  <a:pt x="14744" y="3436"/>
                </a:cubicBezTo>
                <a:cubicBezTo>
                  <a:pt x="14935" y="2979"/>
                  <a:pt x="15213" y="2859"/>
                  <a:pt x="15521" y="2859"/>
                </a:cubicBezTo>
                <a:close/>
                <a:moveTo>
                  <a:pt x="28768" y="3017"/>
                </a:moveTo>
                <a:cubicBezTo>
                  <a:pt x="29136" y="3017"/>
                  <a:pt x="29524" y="3142"/>
                  <a:pt x="29913" y="3142"/>
                </a:cubicBezTo>
                <a:cubicBezTo>
                  <a:pt x="29961" y="3142"/>
                  <a:pt x="30008" y="3140"/>
                  <a:pt x="30055" y="3136"/>
                </a:cubicBezTo>
                <a:lnTo>
                  <a:pt x="30055" y="3136"/>
                </a:lnTo>
                <a:cubicBezTo>
                  <a:pt x="29778" y="3453"/>
                  <a:pt x="29491" y="3540"/>
                  <a:pt x="29202" y="3540"/>
                </a:cubicBezTo>
                <a:cubicBezTo>
                  <a:pt x="28846" y="3540"/>
                  <a:pt x="28488" y="3408"/>
                  <a:pt x="28141" y="3408"/>
                </a:cubicBezTo>
                <a:cubicBezTo>
                  <a:pt x="28056" y="3408"/>
                  <a:pt x="27971" y="3416"/>
                  <a:pt x="27887" y="3436"/>
                </a:cubicBezTo>
                <a:cubicBezTo>
                  <a:pt x="28159" y="3107"/>
                  <a:pt x="28457" y="3017"/>
                  <a:pt x="28768" y="3017"/>
                </a:cubicBezTo>
                <a:close/>
                <a:moveTo>
                  <a:pt x="17031" y="2989"/>
                </a:moveTo>
                <a:cubicBezTo>
                  <a:pt x="17267" y="2989"/>
                  <a:pt x="17522" y="3059"/>
                  <a:pt x="17765" y="3059"/>
                </a:cubicBezTo>
                <a:cubicBezTo>
                  <a:pt x="17838" y="3059"/>
                  <a:pt x="17910" y="3053"/>
                  <a:pt x="17980" y="3036"/>
                </a:cubicBezTo>
                <a:lnTo>
                  <a:pt x="17980" y="3036"/>
                </a:lnTo>
                <a:cubicBezTo>
                  <a:pt x="17823" y="3417"/>
                  <a:pt x="17486" y="3602"/>
                  <a:pt x="17049" y="3602"/>
                </a:cubicBezTo>
                <a:cubicBezTo>
                  <a:pt x="16835" y="3602"/>
                  <a:pt x="16598" y="3558"/>
                  <a:pt x="16345" y="3470"/>
                </a:cubicBezTo>
                <a:cubicBezTo>
                  <a:pt x="16517" y="3080"/>
                  <a:pt x="16761" y="2989"/>
                  <a:pt x="17031" y="2989"/>
                </a:cubicBezTo>
                <a:close/>
                <a:moveTo>
                  <a:pt x="30931" y="3263"/>
                </a:moveTo>
                <a:cubicBezTo>
                  <a:pt x="31197" y="3263"/>
                  <a:pt x="31472" y="3372"/>
                  <a:pt x="31757" y="3372"/>
                </a:cubicBezTo>
                <a:cubicBezTo>
                  <a:pt x="31779" y="3372"/>
                  <a:pt x="31801" y="3371"/>
                  <a:pt x="31823" y="3370"/>
                </a:cubicBezTo>
                <a:lnTo>
                  <a:pt x="31823" y="3370"/>
                </a:lnTo>
                <a:cubicBezTo>
                  <a:pt x="31601" y="3607"/>
                  <a:pt x="31378" y="3673"/>
                  <a:pt x="31156" y="3673"/>
                </a:cubicBezTo>
                <a:cubicBezTo>
                  <a:pt x="30878" y="3673"/>
                  <a:pt x="30600" y="3570"/>
                  <a:pt x="30322" y="3570"/>
                </a:cubicBezTo>
                <a:cubicBezTo>
                  <a:pt x="30519" y="3330"/>
                  <a:pt x="30722" y="3263"/>
                  <a:pt x="30931" y="3263"/>
                </a:cubicBezTo>
                <a:close/>
                <a:moveTo>
                  <a:pt x="18870" y="3175"/>
                </a:moveTo>
                <a:cubicBezTo>
                  <a:pt x="19039" y="3175"/>
                  <a:pt x="19218" y="3206"/>
                  <a:pt x="19395" y="3206"/>
                </a:cubicBezTo>
                <a:cubicBezTo>
                  <a:pt x="19424" y="3206"/>
                  <a:pt x="19452" y="3205"/>
                  <a:pt x="19481" y="3203"/>
                </a:cubicBezTo>
                <a:lnTo>
                  <a:pt x="19481" y="3203"/>
                </a:lnTo>
                <a:cubicBezTo>
                  <a:pt x="19348" y="3640"/>
                  <a:pt x="19096" y="3698"/>
                  <a:pt x="18811" y="3698"/>
                </a:cubicBezTo>
                <a:cubicBezTo>
                  <a:pt x="18708" y="3698"/>
                  <a:pt x="18600" y="3690"/>
                  <a:pt x="18492" y="3690"/>
                </a:cubicBezTo>
                <a:cubicBezTo>
                  <a:pt x="18375" y="3690"/>
                  <a:pt x="18258" y="3699"/>
                  <a:pt x="18147" y="3737"/>
                </a:cubicBezTo>
                <a:cubicBezTo>
                  <a:pt x="18324" y="3263"/>
                  <a:pt x="18584" y="3175"/>
                  <a:pt x="18870" y="3175"/>
                </a:cubicBezTo>
                <a:close/>
                <a:moveTo>
                  <a:pt x="20395" y="3290"/>
                </a:moveTo>
                <a:cubicBezTo>
                  <a:pt x="20636" y="3290"/>
                  <a:pt x="20888" y="3370"/>
                  <a:pt x="21149" y="3370"/>
                </a:cubicBezTo>
                <a:cubicBezTo>
                  <a:pt x="20925" y="3641"/>
                  <a:pt x="20701" y="3691"/>
                  <a:pt x="20470" y="3691"/>
                </a:cubicBezTo>
                <a:cubicBezTo>
                  <a:pt x="20337" y="3691"/>
                  <a:pt x="20202" y="3675"/>
                  <a:pt x="20062" y="3675"/>
                </a:cubicBezTo>
                <a:cubicBezTo>
                  <a:pt x="19939" y="3675"/>
                  <a:pt x="19812" y="3688"/>
                  <a:pt x="19681" y="3737"/>
                </a:cubicBezTo>
                <a:cubicBezTo>
                  <a:pt x="19903" y="3378"/>
                  <a:pt x="20143" y="3290"/>
                  <a:pt x="20395" y="3290"/>
                </a:cubicBezTo>
                <a:close/>
                <a:moveTo>
                  <a:pt x="6005" y="3071"/>
                </a:moveTo>
                <a:lnTo>
                  <a:pt x="6005" y="3071"/>
                </a:lnTo>
                <a:cubicBezTo>
                  <a:pt x="8528" y="3205"/>
                  <a:pt x="11019" y="3471"/>
                  <a:pt x="13543" y="3770"/>
                </a:cubicBezTo>
                <a:lnTo>
                  <a:pt x="6005" y="3236"/>
                </a:lnTo>
                <a:lnTo>
                  <a:pt x="6005" y="3071"/>
                </a:lnTo>
                <a:close/>
                <a:moveTo>
                  <a:pt x="21861" y="3423"/>
                </a:moveTo>
                <a:cubicBezTo>
                  <a:pt x="22018" y="3423"/>
                  <a:pt x="22250" y="3454"/>
                  <a:pt x="22616" y="3503"/>
                </a:cubicBezTo>
                <a:cubicBezTo>
                  <a:pt x="22433" y="3737"/>
                  <a:pt x="22233" y="3787"/>
                  <a:pt x="22029" y="3787"/>
                </a:cubicBezTo>
                <a:cubicBezTo>
                  <a:pt x="21875" y="3787"/>
                  <a:pt x="21720" y="3759"/>
                  <a:pt x="21567" y="3759"/>
                </a:cubicBezTo>
                <a:cubicBezTo>
                  <a:pt x="21516" y="3759"/>
                  <a:pt x="21466" y="3762"/>
                  <a:pt x="21416" y="3770"/>
                </a:cubicBezTo>
                <a:cubicBezTo>
                  <a:pt x="21543" y="3516"/>
                  <a:pt x="21589" y="3423"/>
                  <a:pt x="21861" y="3423"/>
                </a:cubicBezTo>
                <a:close/>
                <a:moveTo>
                  <a:pt x="32733" y="3472"/>
                </a:moveTo>
                <a:cubicBezTo>
                  <a:pt x="32939" y="3472"/>
                  <a:pt x="33143" y="3525"/>
                  <a:pt x="33324" y="3637"/>
                </a:cubicBezTo>
                <a:cubicBezTo>
                  <a:pt x="33137" y="3761"/>
                  <a:pt x="32943" y="3791"/>
                  <a:pt x="32731" y="3791"/>
                </a:cubicBezTo>
                <a:cubicBezTo>
                  <a:pt x="32534" y="3791"/>
                  <a:pt x="32322" y="3765"/>
                  <a:pt x="32087" y="3765"/>
                </a:cubicBezTo>
                <a:cubicBezTo>
                  <a:pt x="32034" y="3765"/>
                  <a:pt x="31979" y="3767"/>
                  <a:pt x="31923" y="3770"/>
                </a:cubicBezTo>
                <a:cubicBezTo>
                  <a:pt x="32156" y="3576"/>
                  <a:pt x="32446" y="3472"/>
                  <a:pt x="32733" y="3472"/>
                </a:cubicBezTo>
                <a:close/>
                <a:moveTo>
                  <a:pt x="23474" y="3550"/>
                </a:moveTo>
                <a:cubicBezTo>
                  <a:pt x="23713" y="3550"/>
                  <a:pt x="23964" y="3651"/>
                  <a:pt x="24204" y="3651"/>
                </a:cubicBezTo>
                <a:cubicBezTo>
                  <a:pt x="24254" y="3651"/>
                  <a:pt x="24303" y="3647"/>
                  <a:pt x="24351" y="3637"/>
                </a:cubicBezTo>
                <a:lnTo>
                  <a:pt x="24351" y="3637"/>
                </a:lnTo>
                <a:cubicBezTo>
                  <a:pt x="24198" y="3853"/>
                  <a:pt x="24026" y="3914"/>
                  <a:pt x="23845" y="3914"/>
                </a:cubicBezTo>
                <a:cubicBezTo>
                  <a:pt x="23613" y="3914"/>
                  <a:pt x="23367" y="3813"/>
                  <a:pt x="23131" y="3813"/>
                </a:cubicBezTo>
                <a:cubicBezTo>
                  <a:pt x="23070" y="3813"/>
                  <a:pt x="23009" y="3820"/>
                  <a:pt x="22950" y="3837"/>
                </a:cubicBezTo>
                <a:cubicBezTo>
                  <a:pt x="23108" y="3613"/>
                  <a:pt x="23287" y="3550"/>
                  <a:pt x="23474" y="3550"/>
                </a:cubicBezTo>
                <a:close/>
                <a:moveTo>
                  <a:pt x="25393" y="3688"/>
                </a:moveTo>
                <a:cubicBezTo>
                  <a:pt x="25683" y="3688"/>
                  <a:pt x="25983" y="3824"/>
                  <a:pt x="26271" y="3824"/>
                </a:cubicBezTo>
                <a:cubicBezTo>
                  <a:pt x="26332" y="3824"/>
                  <a:pt x="26393" y="3818"/>
                  <a:pt x="26453" y="3803"/>
                </a:cubicBezTo>
                <a:lnTo>
                  <a:pt x="26453" y="3803"/>
                </a:lnTo>
                <a:cubicBezTo>
                  <a:pt x="26256" y="4052"/>
                  <a:pt x="26044" y="4126"/>
                  <a:pt x="25826" y="4126"/>
                </a:cubicBezTo>
                <a:cubicBezTo>
                  <a:pt x="25509" y="4126"/>
                  <a:pt x="25180" y="3969"/>
                  <a:pt x="24871" y="3969"/>
                </a:cubicBezTo>
                <a:cubicBezTo>
                  <a:pt x="24853" y="3969"/>
                  <a:pt x="24836" y="3969"/>
                  <a:pt x="24818" y="3970"/>
                </a:cubicBezTo>
                <a:cubicBezTo>
                  <a:pt x="24999" y="3753"/>
                  <a:pt x="25193" y="3688"/>
                  <a:pt x="25393" y="3688"/>
                </a:cubicBezTo>
                <a:close/>
                <a:moveTo>
                  <a:pt x="20281" y="4104"/>
                </a:moveTo>
                <a:cubicBezTo>
                  <a:pt x="20348" y="4104"/>
                  <a:pt x="20448" y="4104"/>
                  <a:pt x="20448" y="4237"/>
                </a:cubicBezTo>
                <a:cubicBezTo>
                  <a:pt x="20421" y="4319"/>
                  <a:pt x="20348" y="4379"/>
                  <a:pt x="20268" y="4379"/>
                </a:cubicBezTo>
                <a:cubicBezTo>
                  <a:pt x="20250" y="4379"/>
                  <a:pt x="20232" y="4376"/>
                  <a:pt x="20215" y="4370"/>
                </a:cubicBezTo>
                <a:lnTo>
                  <a:pt x="19314" y="4304"/>
                </a:lnTo>
                <a:lnTo>
                  <a:pt x="17438" y="4104"/>
                </a:lnTo>
                <a:close/>
                <a:moveTo>
                  <a:pt x="27737" y="3844"/>
                </a:moveTo>
                <a:cubicBezTo>
                  <a:pt x="28099" y="3844"/>
                  <a:pt x="28484" y="3937"/>
                  <a:pt x="28888" y="3937"/>
                </a:cubicBezTo>
                <a:lnTo>
                  <a:pt x="28888" y="3970"/>
                </a:lnTo>
                <a:cubicBezTo>
                  <a:pt x="28622" y="4315"/>
                  <a:pt x="28346" y="4417"/>
                  <a:pt x="28068" y="4417"/>
                </a:cubicBezTo>
                <a:cubicBezTo>
                  <a:pt x="27664" y="4417"/>
                  <a:pt x="27256" y="4202"/>
                  <a:pt x="26869" y="4202"/>
                </a:cubicBezTo>
                <a:cubicBezTo>
                  <a:pt x="26853" y="4202"/>
                  <a:pt x="26836" y="4203"/>
                  <a:pt x="26819" y="4204"/>
                </a:cubicBezTo>
                <a:cubicBezTo>
                  <a:pt x="27104" y="3919"/>
                  <a:pt x="27411" y="3844"/>
                  <a:pt x="27737" y="3844"/>
                </a:cubicBezTo>
                <a:close/>
                <a:moveTo>
                  <a:pt x="21983" y="4170"/>
                </a:moveTo>
                <a:cubicBezTo>
                  <a:pt x="21875" y="4365"/>
                  <a:pt x="21514" y="4489"/>
                  <a:pt x="21229" y="4489"/>
                </a:cubicBezTo>
                <a:cubicBezTo>
                  <a:pt x="21074" y="4489"/>
                  <a:pt x="20941" y="4453"/>
                  <a:pt x="20882" y="4370"/>
                </a:cubicBezTo>
                <a:cubicBezTo>
                  <a:pt x="20782" y="4237"/>
                  <a:pt x="20915" y="4170"/>
                  <a:pt x="21049" y="4170"/>
                </a:cubicBezTo>
                <a:close/>
                <a:moveTo>
                  <a:pt x="29919" y="3995"/>
                </a:moveTo>
                <a:cubicBezTo>
                  <a:pt x="30211" y="3995"/>
                  <a:pt x="30520" y="4072"/>
                  <a:pt x="30822" y="4104"/>
                </a:cubicBezTo>
                <a:cubicBezTo>
                  <a:pt x="30574" y="4456"/>
                  <a:pt x="30300" y="4628"/>
                  <a:pt x="29912" y="4628"/>
                </a:cubicBezTo>
                <a:cubicBezTo>
                  <a:pt x="29675" y="4628"/>
                  <a:pt x="29396" y="4564"/>
                  <a:pt x="29054" y="4437"/>
                </a:cubicBezTo>
                <a:cubicBezTo>
                  <a:pt x="29299" y="4088"/>
                  <a:pt x="29598" y="3995"/>
                  <a:pt x="29919" y="3995"/>
                </a:cubicBezTo>
                <a:close/>
                <a:moveTo>
                  <a:pt x="22836" y="4286"/>
                </a:moveTo>
                <a:cubicBezTo>
                  <a:pt x="23051" y="4286"/>
                  <a:pt x="23284" y="4340"/>
                  <a:pt x="23547" y="4340"/>
                </a:cubicBezTo>
                <a:cubicBezTo>
                  <a:pt x="23581" y="4340"/>
                  <a:pt x="23615" y="4339"/>
                  <a:pt x="23651" y="4337"/>
                </a:cubicBezTo>
                <a:lnTo>
                  <a:pt x="23651" y="4337"/>
                </a:lnTo>
                <a:cubicBezTo>
                  <a:pt x="23448" y="4612"/>
                  <a:pt x="23239" y="4692"/>
                  <a:pt x="23032" y="4692"/>
                </a:cubicBezTo>
                <a:cubicBezTo>
                  <a:pt x="22762" y="4692"/>
                  <a:pt x="22495" y="4556"/>
                  <a:pt x="22250" y="4537"/>
                </a:cubicBezTo>
                <a:cubicBezTo>
                  <a:pt x="22434" y="4337"/>
                  <a:pt x="22626" y="4286"/>
                  <a:pt x="22836" y="4286"/>
                </a:cubicBezTo>
                <a:close/>
                <a:moveTo>
                  <a:pt x="31802" y="4131"/>
                </a:moveTo>
                <a:cubicBezTo>
                  <a:pt x="31987" y="4131"/>
                  <a:pt x="32183" y="4160"/>
                  <a:pt x="32390" y="4204"/>
                </a:cubicBezTo>
                <a:lnTo>
                  <a:pt x="32390" y="4237"/>
                </a:lnTo>
                <a:cubicBezTo>
                  <a:pt x="31956" y="4650"/>
                  <a:pt x="31689" y="4833"/>
                  <a:pt x="31405" y="4833"/>
                </a:cubicBezTo>
                <a:cubicBezTo>
                  <a:pt x="31231" y="4833"/>
                  <a:pt x="31051" y="4764"/>
                  <a:pt x="30822" y="4637"/>
                </a:cubicBezTo>
                <a:cubicBezTo>
                  <a:pt x="31092" y="4255"/>
                  <a:pt x="31422" y="4131"/>
                  <a:pt x="31802" y="4131"/>
                </a:cubicBezTo>
                <a:close/>
                <a:moveTo>
                  <a:pt x="24431" y="4424"/>
                </a:moveTo>
                <a:cubicBezTo>
                  <a:pt x="24745" y="4424"/>
                  <a:pt x="25065" y="4576"/>
                  <a:pt x="25358" y="4576"/>
                </a:cubicBezTo>
                <a:cubicBezTo>
                  <a:pt x="25390" y="4576"/>
                  <a:pt x="25421" y="4574"/>
                  <a:pt x="25452" y="4571"/>
                </a:cubicBezTo>
                <a:lnTo>
                  <a:pt x="25452" y="4571"/>
                </a:lnTo>
                <a:cubicBezTo>
                  <a:pt x="25233" y="4833"/>
                  <a:pt x="25002" y="4904"/>
                  <a:pt x="24758" y="4904"/>
                </a:cubicBezTo>
                <a:cubicBezTo>
                  <a:pt x="24467" y="4904"/>
                  <a:pt x="24157" y="4802"/>
                  <a:pt x="23829" y="4802"/>
                </a:cubicBezTo>
                <a:cubicBezTo>
                  <a:pt x="23803" y="4802"/>
                  <a:pt x="23777" y="4803"/>
                  <a:pt x="23751" y="4804"/>
                </a:cubicBezTo>
                <a:cubicBezTo>
                  <a:pt x="23965" y="4509"/>
                  <a:pt x="24197" y="4424"/>
                  <a:pt x="24431" y="4424"/>
                </a:cubicBezTo>
                <a:close/>
                <a:moveTo>
                  <a:pt x="26535" y="4679"/>
                </a:moveTo>
                <a:cubicBezTo>
                  <a:pt x="26906" y="4679"/>
                  <a:pt x="27265" y="4810"/>
                  <a:pt x="27623" y="4810"/>
                </a:cubicBezTo>
                <a:cubicBezTo>
                  <a:pt x="27666" y="4810"/>
                  <a:pt x="27710" y="4808"/>
                  <a:pt x="27753" y="4804"/>
                </a:cubicBezTo>
                <a:lnTo>
                  <a:pt x="27753" y="4804"/>
                </a:lnTo>
                <a:cubicBezTo>
                  <a:pt x="27753" y="5045"/>
                  <a:pt x="27710" y="5157"/>
                  <a:pt x="27520" y="5157"/>
                </a:cubicBezTo>
                <a:cubicBezTo>
                  <a:pt x="27474" y="5157"/>
                  <a:pt x="27419" y="5151"/>
                  <a:pt x="27353" y="5138"/>
                </a:cubicBezTo>
                <a:cubicBezTo>
                  <a:pt x="26853" y="5071"/>
                  <a:pt x="26319" y="5038"/>
                  <a:pt x="25685" y="5004"/>
                </a:cubicBezTo>
                <a:cubicBezTo>
                  <a:pt x="25978" y="4752"/>
                  <a:pt x="26260" y="4679"/>
                  <a:pt x="26535" y="4679"/>
                </a:cubicBezTo>
                <a:close/>
                <a:moveTo>
                  <a:pt x="28875" y="4879"/>
                </a:moveTo>
                <a:cubicBezTo>
                  <a:pt x="29179" y="4879"/>
                  <a:pt x="29505" y="4937"/>
                  <a:pt x="29855" y="4937"/>
                </a:cubicBezTo>
                <a:cubicBezTo>
                  <a:pt x="29629" y="5175"/>
                  <a:pt x="29399" y="5244"/>
                  <a:pt x="29170" y="5244"/>
                </a:cubicBezTo>
                <a:cubicBezTo>
                  <a:pt x="28857" y="5244"/>
                  <a:pt x="28545" y="5116"/>
                  <a:pt x="28247" y="5116"/>
                </a:cubicBezTo>
                <a:cubicBezTo>
                  <a:pt x="28185" y="5116"/>
                  <a:pt x="28123" y="5122"/>
                  <a:pt x="28063" y="5136"/>
                </a:cubicBezTo>
                <a:lnTo>
                  <a:pt x="28063" y="5136"/>
                </a:lnTo>
                <a:cubicBezTo>
                  <a:pt x="28317" y="4932"/>
                  <a:pt x="28587" y="4879"/>
                  <a:pt x="28875" y="4879"/>
                </a:cubicBezTo>
                <a:close/>
                <a:moveTo>
                  <a:pt x="30447" y="4996"/>
                </a:moveTo>
                <a:cubicBezTo>
                  <a:pt x="30564" y="4996"/>
                  <a:pt x="30689" y="5038"/>
                  <a:pt x="30822" y="5071"/>
                </a:cubicBezTo>
                <a:cubicBezTo>
                  <a:pt x="30856" y="5071"/>
                  <a:pt x="30889" y="5104"/>
                  <a:pt x="30956" y="5104"/>
                </a:cubicBezTo>
                <a:lnTo>
                  <a:pt x="30956" y="5138"/>
                </a:lnTo>
                <a:cubicBezTo>
                  <a:pt x="30922" y="5171"/>
                  <a:pt x="30889" y="5171"/>
                  <a:pt x="30889" y="5204"/>
                </a:cubicBezTo>
                <a:cubicBezTo>
                  <a:pt x="30775" y="5318"/>
                  <a:pt x="30630" y="5378"/>
                  <a:pt x="30482" y="5378"/>
                </a:cubicBezTo>
                <a:cubicBezTo>
                  <a:pt x="30370" y="5378"/>
                  <a:pt x="30256" y="5343"/>
                  <a:pt x="30155" y="5271"/>
                </a:cubicBezTo>
                <a:cubicBezTo>
                  <a:pt x="30122" y="5271"/>
                  <a:pt x="30088" y="5238"/>
                  <a:pt x="30122" y="5171"/>
                </a:cubicBezTo>
                <a:cubicBezTo>
                  <a:pt x="30222" y="5038"/>
                  <a:pt x="30330" y="4996"/>
                  <a:pt x="30447" y="4996"/>
                </a:cubicBezTo>
                <a:close/>
                <a:moveTo>
                  <a:pt x="5438" y="1"/>
                </a:moveTo>
                <a:cubicBezTo>
                  <a:pt x="5171" y="1"/>
                  <a:pt x="4870" y="67"/>
                  <a:pt x="4637" y="167"/>
                </a:cubicBezTo>
                <a:cubicBezTo>
                  <a:pt x="3269" y="901"/>
                  <a:pt x="1902" y="1635"/>
                  <a:pt x="634" y="2502"/>
                </a:cubicBezTo>
                <a:cubicBezTo>
                  <a:pt x="401" y="2669"/>
                  <a:pt x="0" y="2836"/>
                  <a:pt x="100" y="3136"/>
                </a:cubicBezTo>
                <a:cubicBezTo>
                  <a:pt x="170" y="3344"/>
                  <a:pt x="399" y="3376"/>
                  <a:pt x="633" y="3376"/>
                </a:cubicBezTo>
                <a:cubicBezTo>
                  <a:pt x="737" y="3376"/>
                  <a:pt x="842" y="3370"/>
                  <a:pt x="934" y="3370"/>
                </a:cubicBezTo>
                <a:cubicBezTo>
                  <a:pt x="3036" y="3370"/>
                  <a:pt x="5137" y="3670"/>
                  <a:pt x="7205" y="3803"/>
                </a:cubicBezTo>
                <a:cubicBezTo>
                  <a:pt x="9874" y="4003"/>
                  <a:pt x="12576" y="4270"/>
                  <a:pt x="15245" y="4504"/>
                </a:cubicBezTo>
                <a:cubicBezTo>
                  <a:pt x="17046" y="4637"/>
                  <a:pt x="18847" y="4704"/>
                  <a:pt x="20615" y="4937"/>
                </a:cubicBezTo>
                <a:cubicBezTo>
                  <a:pt x="23784" y="5338"/>
                  <a:pt x="26953" y="5638"/>
                  <a:pt x="30155" y="5771"/>
                </a:cubicBezTo>
                <a:cubicBezTo>
                  <a:pt x="30262" y="5795"/>
                  <a:pt x="30368" y="5806"/>
                  <a:pt x="30473" y="5806"/>
                </a:cubicBezTo>
                <a:cubicBezTo>
                  <a:pt x="30664" y="5806"/>
                  <a:pt x="30850" y="5769"/>
                  <a:pt x="31022" y="5705"/>
                </a:cubicBezTo>
                <a:lnTo>
                  <a:pt x="35526" y="2769"/>
                </a:lnTo>
                <a:cubicBezTo>
                  <a:pt x="35793" y="2636"/>
                  <a:pt x="35692" y="2502"/>
                  <a:pt x="35459" y="2436"/>
                </a:cubicBezTo>
                <a:cubicBezTo>
                  <a:pt x="35359" y="2402"/>
                  <a:pt x="35225" y="2369"/>
                  <a:pt x="35125" y="2369"/>
                </a:cubicBezTo>
                <a:cubicBezTo>
                  <a:pt x="33424" y="2102"/>
                  <a:pt x="31690" y="2002"/>
                  <a:pt x="29988" y="1835"/>
                </a:cubicBezTo>
                <a:cubicBezTo>
                  <a:pt x="28854" y="1735"/>
                  <a:pt x="27653" y="1702"/>
                  <a:pt x="26586" y="1535"/>
                </a:cubicBezTo>
                <a:cubicBezTo>
                  <a:pt x="25519" y="1402"/>
                  <a:pt x="24451" y="1235"/>
                  <a:pt x="23384" y="1135"/>
                </a:cubicBezTo>
                <a:cubicBezTo>
                  <a:pt x="21783" y="968"/>
                  <a:pt x="20181" y="968"/>
                  <a:pt x="18580" y="835"/>
                </a:cubicBezTo>
                <a:cubicBezTo>
                  <a:pt x="16445" y="701"/>
                  <a:pt x="14311" y="634"/>
                  <a:pt x="12209" y="534"/>
                </a:cubicBezTo>
                <a:cubicBezTo>
                  <a:pt x="11475" y="468"/>
                  <a:pt x="10775" y="434"/>
                  <a:pt x="10074" y="401"/>
                </a:cubicBezTo>
                <a:cubicBezTo>
                  <a:pt x="8540" y="267"/>
                  <a:pt x="7039" y="134"/>
                  <a:pt x="543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9120" bIns="69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1" name="Google Shape;644;p9"/>
          <p:cNvSpPr/>
          <p:nvPr/>
        </p:nvSpPr>
        <p:spPr>
          <a:xfrm>
            <a:off x="2934720" y="3098880"/>
            <a:ext cx="282600" cy="105120"/>
          </a:xfrm>
          <a:custGeom>
            <a:avLst/>
            <a:gdLst>
              <a:gd name="textAreaLeft" fmla="*/ 0 w 282600"/>
              <a:gd name="textAreaRight" fmla="*/ 282960 w 282600"/>
              <a:gd name="textAreaTop" fmla="*/ 0 h 105120"/>
              <a:gd name="textAreaBottom" fmla="*/ 105480 h 105120"/>
            </a:gdLst>
            <a:ahLst/>
            <a:cxnLst/>
            <a:rect l="textAreaLeft" t="textAreaTop" r="textAreaRight" b="textAreaBottom"/>
            <a:pathLst>
              <a:path w="11876" h="4433">
                <a:moveTo>
                  <a:pt x="5737" y="417"/>
                </a:moveTo>
                <a:cubicBezTo>
                  <a:pt x="5917" y="417"/>
                  <a:pt x="6103" y="446"/>
                  <a:pt x="6305" y="460"/>
                </a:cubicBezTo>
                <a:cubicBezTo>
                  <a:pt x="6095" y="705"/>
                  <a:pt x="5867" y="748"/>
                  <a:pt x="5625" y="748"/>
                </a:cubicBezTo>
                <a:cubicBezTo>
                  <a:pt x="5494" y="748"/>
                  <a:pt x="5359" y="735"/>
                  <a:pt x="5220" y="735"/>
                </a:cubicBezTo>
                <a:cubicBezTo>
                  <a:pt x="5127" y="735"/>
                  <a:pt x="5033" y="741"/>
                  <a:pt x="4937" y="760"/>
                </a:cubicBezTo>
                <a:cubicBezTo>
                  <a:pt x="5216" y="482"/>
                  <a:pt x="5471" y="417"/>
                  <a:pt x="5737" y="417"/>
                </a:cubicBezTo>
                <a:close/>
                <a:moveTo>
                  <a:pt x="7253" y="540"/>
                </a:moveTo>
                <a:cubicBezTo>
                  <a:pt x="7524" y="540"/>
                  <a:pt x="7816" y="627"/>
                  <a:pt x="8140" y="627"/>
                </a:cubicBezTo>
                <a:cubicBezTo>
                  <a:pt x="7911" y="798"/>
                  <a:pt x="7694" y="847"/>
                  <a:pt x="7485" y="847"/>
                </a:cubicBezTo>
                <a:cubicBezTo>
                  <a:pt x="7206" y="847"/>
                  <a:pt x="6939" y="760"/>
                  <a:pt x="6672" y="760"/>
                </a:cubicBezTo>
                <a:cubicBezTo>
                  <a:pt x="6858" y="589"/>
                  <a:pt x="7050" y="540"/>
                  <a:pt x="7253" y="540"/>
                </a:cubicBezTo>
                <a:close/>
                <a:moveTo>
                  <a:pt x="9094" y="718"/>
                </a:moveTo>
                <a:cubicBezTo>
                  <a:pt x="9243" y="718"/>
                  <a:pt x="9394" y="747"/>
                  <a:pt x="9546" y="747"/>
                </a:cubicBezTo>
                <a:cubicBezTo>
                  <a:pt x="9611" y="747"/>
                  <a:pt x="9676" y="742"/>
                  <a:pt x="9741" y="727"/>
                </a:cubicBezTo>
                <a:lnTo>
                  <a:pt x="9741" y="727"/>
                </a:lnTo>
                <a:cubicBezTo>
                  <a:pt x="9595" y="1017"/>
                  <a:pt x="9411" y="1081"/>
                  <a:pt x="9203" y="1081"/>
                </a:cubicBezTo>
                <a:cubicBezTo>
                  <a:pt x="9039" y="1081"/>
                  <a:pt x="8860" y="1042"/>
                  <a:pt x="8674" y="1042"/>
                </a:cubicBezTo>
                <a:cubicBezTo>
                  <a:pt x="8608" y="1042"/>
                  <a:pt x="8541" y="1047"/>
                  <a:pt x="8473" y="1060"/>
                </a:cubicBezTo>
                <a:cubicBezTo>
                  <a:pt x="8673" y="777"/>
                  <a:pt x="8882" y="718"/>
                  <a:pt x="9094" y="718"/>
                </a:cubicBezTo>
                <a:close/>
                <a:moveTo>
                  <a:pt x="5471" y="1027"/>
                </a:moveTo>
                <a:lnTo>
                  <a:pt x="5471" y="1027"/>
                </a:lnTo>
                <a:cubicBezTo>
                  <a:pt x="5265" y="1292"/>
                  <a:pt x="5047" y="1355"/>
                  <a:pt x="4826" y="1355"/>
                </a:cubicBezTo>
                <a:cubicBezTo>
                  <a:pt x="4621" y="1355"/>
                  <a:pt x="4415" y="1300"/>
                  <a:pt x="4216" y="1300"/>
                </a:cubicBezTo>
                <a:cubicBezTo>
                  <a:pt x="4144" y="1300"/>
                  <a:pt x="4073" y="1307"/>
                  <a:pt x="4003" y="1327"/>
                </a:cubicBezTo>
                <a:cubicBezTo>
                  <a:pt x="4213" y="1082"/>
                  <a:pt x="4451" y="1039"/>
                  <a:pt x="4711" y="1039"/>
                </a:cubicBezTo>
                <a:cubicBezTo>
                  <a:pt x="4852" y="1039"/>
                  <a:pt x="5000" y="1052"/>
                  <a:pt x="5153" y="1052"/>
                </a:cubicBezTo>
                <a:cubicBezTo>
                  <a:pt x="5257" y="1052"/>
                  <a:pt x="5363" y="1046"/>
                  <a:pt x="5471" y="1027"/>
                </a:cubicBezTo>
                <a:close/>
                <a:moveTo>
                  <a:pt x="6350" y="1123"/>
                </a:moveTo>
                <a:cubicBezTo>
                  <a:pt x="6621" y="1123"/>
                  <a:pt x="6897" y="1194"/>
                  <a:pt x="7172" y="1194"/>
                </a:cubicBezTo>
                <a:cubicBezTo>
                  <a:pt x="6955" y="1477"/>
                  <a:pt x="6714" y="1561"/>
                  <a:pt x="6451" y="1561"/>
                </a:cubicBezTo>
                <a:cubicBezTo>
                  <a:pt x="6188" y="1561"/>
                  <a:pt x="5905" y="1477"/>
                  <a:pt x="5604" y="1427"/>
                </a:cubicBezTo>
                <a:cubicBezTo>
                  <a:pt x="5847" y="1185"/>
                  <a:pt x="6097" y="1123"/>
                  <a:pt x="6350" y="1123"/>
                </a:cubicBezTo>
                <a:close/>
                <a:moveTo>
                  <a:pt x="8179" y="1331"/>
                </a:moveTo>
                <a:cubicBezTo>
                  <a:pt x="8416" y="1331"/>
                  <a:pt x="8667" y="1391"/>
                  <a:pt x="8919" y="1394"/>
                </a:cubicBezTo>
                <a:lnTo>
                  <a:pt x="8919" y="1394"/>
                </a:lnTo>
                <a:cubicBezTo>
                  <a:pt x="8713" y="1708"/>
                  <a:pt x="8493" y="1790"/>
                  <a:pt x="8261" y="1790"/>
                </a:cubicBezTo>
                <a:cubicBezTo>
                  <a:pt x="8010" y="1790"/>
                  <a:pt x="7746" y="1694"/>
                  <a:pt x="7472" y="1694"/>
                </a:cubicBezTo>
                <a:cubicBezTo>
                  <a:pt x="7679" y="1402"/>
                  <a:pt x="7920" y="1331"/>
                  <a:pt x="8179" y="1331"/>
                </a:cubicBezTo>
                <a:close/>
                <a:moveTo>
                  <a:pt x="3501" y="1663"/>
                </a:moveTo>
                <a:cubicBezTo>
                  <a:pt x="3791" y="1663"/>
                  <a:pt x="4069" y="1789"/>
                  <a:pt x="4337" y="1828"/>
                </a:cubicBezTo>
                <a:cubicBezTo>
                  <a:pt x="4135" y="1943"/>
                  <a:pt x="3932" y="1971"/>
                  <a:pt x="3722" y="1971"/>
                </a:cubicBezTo>
                <a:cubicBezTo>
                  <a:pt x="3525" y="1971"/>
                  <a:pt x="3320" y="1946"/>
                  <a:pt x="3101" y="1946"/>
                </a:cubicBezTo>
                <a:cubicBezTo>
                  <a:pt x="3015" y="1946"/>
                  <a:pt x="2927" y="1950"/>
                  <a:pt x="2836" y="1961"/>
                </a:cubicBezTo>
                <a:cubicBezTo>
                  <a:pt x="3064" y="1733"/>
                  <a:pt x="3285" y="1663"/>
                  <a:pt x="3501" y="1663"/>
                </a:cubicBezTo>
                <a:close/>
                <a:moveTo>
                  <a:pt x="10446" y="885"/>
                </a:moveTo>
                <a:cubicBezTo>
                  <a:pt x="10663" y="885"/>
                  <a:pt x="10908" y="1041"/>
                  <a:pt x="11142" y="1060"/>
                </a:cubicBezTo>
                <a:cubicBezTo>
                  <a:pt x="10663" y="1406"/>
                  <a:pt x="10332" y="2029"/>
                  <a:pt x="9693" y="2029"/>
                </a:cubicBezTo>
                <a:cubicBezTo>
                  <a:pt x="9531" y="2029"/>
                  <a:pt x="9349" y="1989"/>
                  <a:pt x="9140" y="1894"/>
                </a:cubicBezTo>
                <a:lnTo>
                  <a:pt x="9140" y="1861"/>
                </a:lnTo>
                <a:cubicBezTo>
                  <a:pt x="9358" y="1671"/>
                  <a:pt x="9509" y="1458"/>
                  <a:pt x="9774" y="1458"/>
                </a:cubicBezTo>
                <a:cubicBezTo>
                  <a:pt x="9834" y="1458"/>
                  <a:pt x="9900" y="1469"/>
                  <a:pt x="9974" y="1494"/>
                </a:cubicBezTo>
                <a:cubicBezTo>
                  <a:pt x="10045" y="1529"/>
                  <a:pt x="10133" y="1574"/>
                  <a:pt x="10207" y="1574"/>
                </a:cubicBezTo>
                <a:cubicBezTo>
                  <a:pt x="10272" y="1574"/>
                  <a:pt x="10325" y="1538"/>
                  <a:pt x="10341" y="1427"/>
                </a:cubicBezTo>
                <a:cubicBezTo>
                  <a:pt x="10408" y="1227"/>
                  <a:pt x="10141" y="1294"/>
                  <a:pt x="10041" y="1227"/>
                </a:cubicBezTo>
                <a:cubicBezTo>
                  <a:pt x="10152" y="964"/>
                  <a:pt x="10292" y="885"/>
                  <a:pt x="10446" y="885"/>
                </a:cubicBezTo>
                <a:close/>
                <a:moveTo>
                  <a:pt x="5227" y="1853"/>
                </a:moveTo>
                <a:cubicBezTo>
                  <a:pt x="5485" y="1853"/>
                  <a:pt x="5756" y="1954"/>
                  <a:pt x="6038" y="1994"/>
                </a:cubicBezTo>
                <a:cubicBezTo>
                  <a:pt x="5858" y="2162"/>
                  <a:pt x="5687" y="2215"/>
                  <a:pt x="5521" y="2215"/>
                </a:cubicBezTo>
                <a:cubicBezTo>
                  <a:pt x="5257" y="2215"/>
                  <a:pt x="5003" y="2082"/>
                  <a:pt x="4737" y="2061"/>
                </a:cubicBezTo>
                <a:lnTo>
                  <a:pt x="4737" y="2028"/>
                </a:lnTo>
                <a:cubicBezTo>
                  <a:pt x="4895" y="1896"/>
                  <a:pt x="5059" y="1853"/>
                  <a:pt x="5227" y="1853"/>
                </a:cubicBezTo>
                <a:close/>
                <a:moveTo>
                  <a:pt x="7005" y="2065"/>
                </a:moveTo>
                <a:cubicBezTo>
                  <a:pt x="7240" y="2065"/>
                  <a:pt x="7493" y="2153"/>
                  <a:pt x="7767" y="2153"/>
                </a:cubicBezTo>
                <a:cubicBezTo>
                  <a:pt x="7845" y="2153"/>
                  <a:pt x="7925" y="2146"/>
                  <a:pt x="8006" y="2128"/>
                </a:cubicBezTo>
                <a:lnTo>
                  <a:pt x="8006" y="2128"/>
                </a:lnTo>
                <a:cubicBezTo>
                  <a:pt x="7806" y="2352"/>
                  <a:pt x="7609" y="2418"/>
                  <a:pt x="7420" y="2418"/>
                </a:cubicBezTo>
                <a:cubicBezTo>
                  <a:pt x="7153" y="2418"/>
                  <a:pt x="6900" y="2287"/>
                  <a:pt x="6670" y="2287"/>
                </a:cubicBezTo>
                <a:cubicBezTo>
                  <a:pt x="6602" y="2287"/>
                  <a:pt x="6536" y="2298"/>
                  <a:pt x="6472" y="2328"/>
                </a:cubicBezTo>
                <a:cubicBezTo>
                  <a:pt x="6639" y="2122"/>
                  <a:pt x="6816" y="2065"/>
                  <a:pt x="7005" y="2065"/>
                </a:cubicBezTo>
                <a:close/>
                <a:moveTo>
                  <a:pt x="2643" y="2258"/>
                </a:moveTo>
                <a:cubicBezTo>
                  <a:pt x="2900" y="2258"/>
                  <a:pt x="3158" y="2303"/>
                  <a:pt x="3403" y="2395"/>
                </a:cubicBezTo>
                <a:cubicBezTo>
                  <a:pt x="3028" y="2927"/>
                  <a:pt x="2584" y="3086"/>
                  <a:pt x="2104" y="3086"/>
                </a:cubicBezTo>
                <a:cubicBezTo>
                  <a:pt x="1772" y="3086"/>
                  <a:pt x="1423" y="3010"/>
                  <a:pt x="1068" y="2928"/>
                </a:cubicBezTo>
                <a:cubicBezTo>
                  <a:pt x="1484" y="2489"/>
                  <a:pt x="2062" y="2258"/>
                  <a:pt x="2643" y="2258"/>
                </a:cubicBezTo>
                <a:close/>
                <a:moveTo>
                  <a:pt x="4361" y="2450"/>
                </a:moveTo>
                <a:cubicBezTo>
                  <a:pt x="4573" y="2450"/>
                  <a:pt x="4797" y="2503"/>
                  <a:pt x="5037" y="2628"/>
                </a:cubicBezTo>
                <a:cubicBezTo>
                  <a:pt x="4698" y="3116"/>
                  <a:pt x="4292" y="3334"/>
                  <a:pt x="3818" y="3334"/>
                </a:cubicBezTo>
                <a:cubicBezTo>
                  <a:pt x="3546" y="3334"/>
                  <a:pt x="3252" y="3262"/>
                  <a:pt x="2936" y="3128"/>
                </a:cubicBezTo>
                <a:cubicBezTo>
                  <a:pt x="3387" y="2772"/>
                  <a:pt x="3838" y="2450"/>
                  <a:pt x="4361" y="2450"/>
                </a:cubicBezTo>
                <a:close/>
                <a:moveTo>
                  <a:pt x="6181" y="2734"/>
                </a:moveTo>
                <a:cubicBezTo>
                  <a:pt x="6471" y="2734"/>
                  <a:pt x="6779" y="2783"/>
                  <a:pt x="7106" y="2862"/>
                </a:cubicBezTo>
                <a:cubicBezTo>
                  <a:pt x="6739" y="3195"/>
                  <a:pt x="6438" y="3629"/>
                  <a:pt x="6005" y="3662"/>
                </a:cubicBezTo>
                <a:cubicBezTo>
                  <a:pt x="5538" y="3629"/>
                  <a:pt x="5104" y="3562"/>
                  <a:pt x="4670" y="3429"/>
                </a:cubicBezTo>
                <a:cubicBezTo>
                  <a:pt x="5112" y="2921"/>
                  <a:pt x="5613" y="2734"/>
                  <a:pt x="6181" y="2734"/>
                </a:cubicBezTo>
                <a:close/>
                <a:moveTo>
                  <a:pt x="8853" y="2240"/>
                </a:moveTo>
                <a:cubicBezTo>
                  <a:pt x="9060" y="2240"/>
                  <a:pt x="9293" y="2339"/>
                  <a:pt x="9541" y="2361"/>
                </a:cubicBezTo>
                <a:cubicBezTo>
                  <a:pt x="8974" y="3028"/>
                  <a:pt x="8206" y="3329"/>
                  <a:pt x="7639" y="3862"/>
                </a:cubicBezTo>
                <a:cubicBezTo>
                  <a:pt x="7592" y="3909"/>
                  <a:pt x="7524" y="3927"/>
                  <a:pt x="7442" y="3927"/>
                </a:cubicBezTo>
                <a:cubicBezTo>
                  <a:pt x="7231" y="3927"/>
                  <a:pt x="6926" y="3810"/>
                  <a:pt x="6639" y="3762"/>
                </a:cubicBezTo>
                <a:cubicBezTo>
                  <a:pt x="7306" y="3229"/>
                  <a:pt x="7906" y="2762"/>
                  <a:pt x="8573" y="2328"/>
                </a:cubicBezTo>
                <a:cubicBezTo>
                  <a:pt x="8660" y="2263"/>
                  <a:pt x="8754" y="2240"/>
                  <a:pt x="8853" y="2240"/>
                </a:cubicBezTo>
                <a:close/>
                <a:moveTo>
                  <a:pt x="5811" y="0"/>
                </a:moveTo>
                <a:cubicBezTo>
                  <a:pt x="5544" y="0"/>
                  <a:pt x="5282" y="62"/>
                  <a:pt x="5037" y="160"/>
                </a:cubicBezTo>
                <a:cubicBezTo>
                  <a:pt x="3703" y="860"/>
                  <a:pt x="2369" y="1561"/>
                  <a:pt x="1035" y="2261"/>
                </a:cubicBezTo>
                <a:cubicBezTo>
                  <a:pt x="734" y="2428"/>
                  <a:pt x="434" y="2628"/>
                  <a:pt x="167" y="2828"/>
                </a:cubicBezTo>
                <a:cubicBezTo>
                  <a:pt x="34" y="2895"/>
                  <a:pt x="0" y="3028"/>
                  <a:pt x="34" y="3128"/>
                </a:cubicBezTo>
                <a:cubicBezTo>
                  <a:pt x="34" y="3262"/>
                  <a:pt x="167" y="3262"/>
                  <a:pt x="267" y="3262"/>
                </a:cubicBezTo>
                <a:cubicBezTo>
                  <a:pt x="568" y="3329"/>
                  <a:pt x="868" y="3429"/>
                  <a:pt x="1201" y="3495"/>
                </a:cubicBezTo>
                <a:cubicBezTo>
                  <a:pt x="3136" y="3796"/>
                  <a:pt x="5071" y="4096"/>
                  <a:pt x="7005" y="4396"/>
                </a:cubicBezTo>
                <a:cubicBezTo>
                  <a:pt x="7082" y="4422"/>
                  <a:pt x="7158" y="4432"/>
                  <a:pt x="7235" y="4432"/>
                </a:cubicBezTo>
                <a:cubicBezTo>
                  <a:pt x="7359" y="4432"/>
                  <a:pt x="7482" y="4404"/>
                  <a:pt x="7606" y="4363"/>
                </a:cubicBezTo>
                <a:cubicBezTo>
                  <a:pt x="8273" y="3896"/>
                  <a:pt x="8940" y="3462"/>
                  <a:pt x="9574" y="2962"/>
                </a:cubicBezTo>
                <a:cubicBezTo>
                  <a:pt x="10308" y="2428"/>
                  <a:pt x="10975" y="1828"/>
                  <a:pt x="11642" y="1260"/>
                </a:cubicBezTo>
                <a:cubicBezTo>
                  <a:pt x="11776" y="1160"/>
                  <a:pt x="11876" y="994"/>
                  <a:pt x="11842" y="860"/>
                </a:cubicBezTo>
                <a:cubicBezTo>
                  <a:pt x="11809" y="727"/>
                  <a:pt x="11709" y="760"/>
                  <a:pt x="11609" y="727"/>
                </a:cubicBezTo>
                <a:cubicBezTo>
                  <a:pt x="9807" y="193"/>
                  <a:pt x="7906" y="126"/>
                  <a:pt x="6105" y="26"/>
                </a:cubicBezTo>
                <a:cubicBezTo>
                  <a:pt x="6007" y="8"/>
                  <a:pt x="5908" y="0"/>
                  <a:pt x="58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2560" bIns="52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2" name="Google Shape;645;p9"/>
          <p:cNvSpPr/>
          <p:nvPr/>
        </p:nvSpPr>
        <p:spPr>
          <a:xfrm>
            <a:off x="3237480" y="4205160"/>
            <a:ext cx="40320" cy="38520"/>
          </a:xfrm>
          <a:custGeom>
            <a:avLst/>
            <a:gdLst>
              <a:gd name="textAreaLeft" fmla="*/ 0 w 40320"/>
              <a:gd name="textAreaRight" fmla="*/ 40680 w 40320"/>
              <a:gd name="textAreaTop" fmla="*/ 0 h 38520"/>
              <a:gd name="textAreaBottom" fmla="*/ 38880 h 38520"/>
            </a:gdLst>
            <a:ahLst/>
            <a:cxnLst/>
            <a:rect l="textAreaLeft" t="textAreaTop" r="textAreaRight" b="textAreaBottom"/>
            <a:pathLst>
              <a:path w="1702" h="1626">
                <a:moveTo>
                  <a:pt x="1602" y="0"/>
                </a:moveTo>
                <a:lnTo>
                  <a:pt x="1602" y="0"/>
                </a:lnTo>
                <a:cubicBezTo>
                  <a:pt x="1301" y="100"/>
                  <a:pt x="1201" y="400"/>
                  <a:pt x="935" y="534"/>
                </a:cubicBezTo>
                <a:lnTo>
                  <a:pt x="868" y="601"/>
                </a:lnTo>
                <a:lnTo>
                  <a:pt x="201" y="1301"/>
                </a:lnTo>
                <a:cubicBezTo>
                  <a:pt x="134" y="1368"/>
                  <a:pt x="1" y="1401"/>
                  <a:pt x="134" y="1568"/>
                </a:cubicBezTo>
                <a:cubicBezTo>
                  <a:pt x="165" y="1609"/>
                  <a:pt x="196" y="1625"/>
                  <a:pt x="226" y="1625"/>
                </a:cubicBezTo>
                <a:cubicBezTo>
                  <a:pt x="293" y="1625"/>
                  <a:pt x="355" y="1547"/>
                  <a:pt x="401" y="1501"/>
                </a:cubicBezTo>
                <a:cubicBezTo>
                  <a:pt x="801" y="1134"/>
                  <a:pt x="1168" y="734"/>
                  <a:pt x="1535" y="334"/>
                </a:cubicBezTo>
                <a:cubicBezTo>
                  <a:pt x="1635" y="267"/>
                  <a:pt x="1702" y="167"/>
                  <a:pt x="160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440" bIns="19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3" name="Google Shape;646;p9"/>
          <p:cNvSpPr/>
          <p:nvPr/>
        </p:nvSpPr>
        <p:spPr>
          <a:xfrm>
            <a:off x="3215160" y="4212720"/>
            <a:ext cx="44280" cy="31320"/>
          </a:xfrm>
          <a:custGeom>
            <a:avLst/>
            <a:gdLst>
              <a:gd name="textAreaLeft" fmla="*/ 0 w 44280"/>
              <a:gd name="textAreaRight" fmla="*/ 44640 w 4428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869" h="1334">
                <a:moveTo>
                  <a:pt x="1720" y="1"/>
                </a:moveTo>
                <a:cubicBezTo>
                  <a:pt x="1661" y="1"/>
                  <a:pt x="1587" y="32"/>
                  <a:pt x="1502" y="74"/>
                </a:cubicBezTo>
                <a:cubicBezTo>
                  <a:pt x="1068" y="275"/>
                  <a:pt x="668" y="541"/>
                  <a:pt x="367" y="908"/>
                </a:cubicBezTo>
                <a:cubicBezTo>
                  <a:pt x="267" y="1008"/>
                  <a:pt x="1" y="1109"/>
                  <a:pt x="201" y="1275"/>
                </a:cubicBezTo>
                <a:cubicBezTo>
                  <a:pt x="251" y="1317"/>
                  <a:pt x="295" y="1334"/>
                  <a:pt x="334" y="1334"/>
                </a:cubicBezTo>
                <a:cubicBezTo>
                  <a:pt x="451" y="1334"/>
                  <a:pt x="526" y="1184"/>
                  <a:pt x="601" y="1109"/>
                </a:cubicBezTo>
                <a:cubicBezTo>
                  <a:pt x="968" y="775"/>
                  <a:pt x="1268" y="341"/>
                  <a:pt x="1802" y="275"/>
                </a:cubicBezTo>
                <a:lnTo>
                  <a:pt x="1869" y="208"/>
                </a:lnTo>
                <a:cubicBezTo>
                  <a:pt x="1849" y="55"/>
                  <a:pt x="1798" y="1"/>
                  <a:pt x="172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4" name="Google Shape;647;p9"/>
          <p:cNvSpPr/>
          <p:nvPr/>
        </p:nvSpPr>
        <p:spPr>
          <a:xfrm>
            <a:off x="3131640" y="4290840"/>
            <a:ext cx="33120" cy="31320"/>
          </a:xfrm>
          <a:custGeom>
            <a:avLst/>
            <a:gdLst>
              <a:gd name="textAreaLeft" fmla="*/ 0 w 33120"/>
              <a:gd name="textAreaRight" fmla="*/ 33480 w 331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402" h="1332">
                <a:moveTo>
                  <a:pt x="1401" y="1"/>
                </a:moveTo>
                <a:lnTo>
                  <a:pt x="1401" y="1"/>
                </a:lnTo>
                <a:cubicBezTo>
                  <a:pt x="901" y="334"/>
                  <a:pt x="500" y="768"/>
                  <a:pt x="67" y="1102"/>
                </a:cubicBezTo>
                <a:cubicBezTo>
                  <a:pt x="33" y="1168"/>
                  <a:pt x="0" y="1235"/>
                  <a:pt x="33" y="1268"/>
                </a:cubicBezTo>
                <a:cubicBezTo>
                  <a:pt x="48" y="1313"/>
                  <a:pt x="84" y="1331"/>
                  <a:pt x="121" y="1331"/>
                </a:cubicBezTo>
                <a:cubicBezTo>
                  <a:pt x="167" y="1331"/>
                  <a:pt x="215" y="1305"/>
                  <a:pt x="234" y="1268"/>
                </a:cubicBezTo>
                <a:cubicBezTo>
                  <a:pt x="701" y="935"/>
                  <a:pt x="1067" y="468"/>
                  <a:pt x="140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5" name="Google Shape;648;p9"/>
          <p:cNvSpPr/>
          <p:nvPr/>
        </p:nvSpPr>
        <p:spPr>
          <a:xfrm>
            <a:off x="1792800" y="2367000"/>
            <a:ext cx="10080" cy="17280"/>
          </a:xfrm>
          <a:custGeom>
            <a:avLst/>
            <a:gdLst>
              <a:gd name="textAreaLeft" fmla="*/ 0 w 10080"/>
              <a:gd name="textAreaRight" fmla="*/ 10440 w 10080"/>
              <a:gd name="textAreaTop" fmla="*/ 0 h 17280"/>
              <a:gd name="textAreaBottom" fmla="*/ 17640 h 17280"/>
            </a:gdLst>
            <a:ahLst/>
            <a:cxnLst/>
            <a:rect l="textAreaLeft" t="textAreaTop" r="textAreaRight" b="textAreaBottom"/>
            <a:pathLst>
              <a:path w="434" h="745">
                <a:moveTo>
                  <a:pt x="127" y="1"/>
                </a:moveTo>
                <a:cubicBezTo>
                  <a:pt x="0" y="1"/>
                  <a:pt x="0" y="150"/>
                  <a:pt x="0" y="272"/>
                </a:cubicBezTo>
                <a:cubicBezTo>
                  <a:pt x="67" y="472"/>
                  <a:pt x="67" y="672"/>
                  <a:pt x="267" y="739"/>
                </a:cubicBezTo>
                <a:cubicBezTo>
                  <a:pt x="278" y="742"/>
                  <a:pt x="288" y="744"/>
                  <a:pt x="298" y="744"/>
                </a:cubicBezTo>
                <a:cubicBezTo>
                  <a:pt x="380" y="744"/>
                  <a:pt x="427" y="631"/>
                  <a:pt x="367" y="572"/>
                </a:cubicBezTo>
                <a:cubicBezTo>
                  <a:pt x="234" y="405"/>
                  <a:pt x="434" y="105"/>
                  <a:pt x="167" y="5"/>
                </a:cubicBezTo>
                <a:cubicBezTo>
                  <a:pt x="152" y="2"/>
                  <a:pt x="139" y="1"/>
                  <a:pt x="12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640" bIns="8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6" name="Google Shape;649;p9"/>
          <p:cNvSpPr/>
          <p:nvPr/>
        </p:nvSpPr>
        <p:spPr>
          <a:xfrm>
            <a:off x="2535120" y="2236680"/>
            <a:ext cx="559800" cy="305280"/>
          </a:xfrm>
          <a:custGeom>
            <a:avLst/>
            <a:gdLst>
              <a:gd name="textAreaLeft" fmla="*/ 0 w 559800"/>
              <a:gd name="textAreaRight" fmla="*/ 560160 w 559800"/>
              <a:gd name="textAreaTop" fmla="*/ 0 h 305280"/>
              <a:gd name="textAreaBottom" fmla="*/ 305640 h 305280"/>
            </a:gdLst>
            <a:ahLst/>
            <a:cxnLst/>
            <a:rect l="textAreaLeft" t="textAreaTop" r="textAreaRight" b="textAreaBottom"/>
            <a:pathLst>
              <a:path w="23518" h="12836">
                <a:moveTo>
                  <a:pt x="23443" y="1"/>
                </a:moveTo>
                <a:cubicBezTo>
                  <a:pt x="23409" y="1"/>
                  <a:pt x="23368" y="26"/>
                  <a:pt x="23317" y="59"/>
                </a:cubicBezTo>
                <a:cubicBezTo>
                  <a:pt x="22984" y="192"/>
                  <a:pt x="22684" y="293"/>
                  <a:pt x="22383" y="426"/>
                </a:cubicBezTo>
                <a:cubicBezTo>
                  <a:pt x="18614" y="2127"/>
                  <a:pt x="14945" y="3962"/>
                  <a:pt x="11342" y="5930"/>
                </a:cubicBezTo>
                <a:cubicBezTo>
                  <a:pt x="7673" y="7865"/>
                  <a:pt x="4104" y="9966"/>
                  <a:pt x="635" y="12301"/>
                </a:cubicBezTo>
                <a:cubicBezTo>
                  <a:pt x="468" y="12401"/>
                  <a:pt x="1" y="12468"/>
                  <a:pt x="168" y="12735"/>
                </a:cubicBezTo>
                <a:cubicBezTo>
                  <a:pt x="213" y="12807"/>
                  <a:pt x="268" y="12835"/>
                  <a:pt x="327" y="12835"/>
                </a:cubicBezTo>
                <a:cubicBezTo>
                  <a:pt x="487" y="12835"/>
                  <a:pt x="680" y="12632"/>
                  <a:pt x="801" y="12535"/>
                </a:cubicBezTo>
                <a:cubicBezTo>
                  <a:pt x="4204" y="10300"/>
                  <a:pt x="7706" y="8298"/>
                  <a:pt x="11276" y="6364"/>
                </a:cubicBezTo>
                <a:cubicBezTo>
                  <a:pt x="15178" y="4262"/>
                  <a:pt x="19081" y="2194"/>
                  <a:pt x="23117" y="393"/>
                </a:cubicBezTo>
                <a:cubicBezTo>
                  <a:pt x="23284" y="326"/>
                  <a:pt x="23451" y="293"/>
                  <a:pt x="23518" y="92"/>
                </a:cubicBezTo>
                <a:cubicBezTo>
                  <a:pt x="23501" y="26"/>
                  <a:pt x="23476" y="1"/>
                  <a:pt x="234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7" name="Google Shape;650;p9"/>
          <p:cNvSpPr/>
          <p:nvPr/>
        </p:nvSpPr>
        <p:spPr>
          <a:xfrm>
            <a:off x="2636640" y="2083320"/>
            <a:ext cx="599760" cy="304920"/>
          </a:xfrm>
          <a:custGeom>
            <a:avLst/>
            <a:gdLst>
              <a:gd name="textAreaLeft" fmla="*/ 0 w 599760"/>
              <a:gd name="textAreaRight" fmla="*/ 600120 w 599760"/>
              <a:gd name="textAreaTop" fmla="*/ 0 h 304920"/>
              <a:gd name="textAreaBottom" fmla="*/ 305280 h 304920"/>
            </a:gdLst>
            <a:ahLst/>
            <a:cxnLst/>
            <a:rect l="textAreaLeft" t="textAreaTop" r="textAreaRight" b="textAreaBottom"/>
            <a:pathLst>
              <a:path w="25186" h="12810">
                <a:moveTo>
                  <a:pt x="25025" y="1"/>
                </a:moveTo>
                <a:cubicBezTo>
                  <a:pt x="24959" y="1"/>
                  <a:pt x="24882" y="76"/>
                  <a:pt x="24818" y="97"/>
                </a:cubicBezTo>
                <a:cubicBezTo>
                  <a:pt x="20949" y="1732"/>
                  <a:pt x="17146" y="3433"/>
                  <a:pt x="13377" y="5268"/>
                </a:cubicBezTo>
                <a:cubicBezTo>
                  <a:pt x="8940" y="7369"/>
                  <a:pt x="4637" y="9738"/>
                  <a:pt x="501" y="12340"/>
                </a:cubicBezTo>
                <a:cubicBezTo>
                  <a:pt x="334" y="12440"/>
                  <a:pt x="101" y="12506"/>
                  <a:pt x="1" y="12773"/>
                </a:cubicBezTo>
                <a:cubicBezTo>
                  <a:pt x="52" y="12799"/>
                  <a:pt x="97" y="12809"/>
                  <a:pt x="137" y="12809"/>
                </a:cubicBezTo>
                <a:cubicBezTo>
                  <a:pt x="252" y="12809"/>
                  <a:pt x="326" y="12723"/>
                  <a:pt x="401" y="12673"/>
                </a:cubicBezTo>
                <a:cubicBezTo>
                  <a:pt x="1802" y="11806"/>
                  <a:pt x="3236" y="11005"/>
                  <a:pt x="4671" y="10171"/>
                </a:cubicBezTo>
                <a:cubicBezTo>
                  <a:pt x="10675" y="6836"/>
                  <a:pt x="16879" y="3900"/>
                  <a:pt x="23184" y="1132"/>
                </a:cubicBezTo>
                <a:cubicBezTo>
                  <a:pt x="23751" y="865"/>
                  <a:pt x="24351" y="631"/>
                  <a:pt x="24918" y="331"/>
                </a:cubicBezTo>
                <a:cubicBezTo>
                  <a:pt x="25018" y="298"/>
                  <a:pt x="25185" y="298"/>
                  <a:pt x="25118" y="97"/>
                </a:cubicBezTo>
                <a:cubicBezTo>
                  <a:pt x="25094" y="25"/>
                  <a:pt x="25061" y="1"/>
                  <a:pt x="25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8" name="Google Shape;651;p9"/>
          <p:cNvSpPr/>
          <p:nvPr/>
        </p:nvSpPr>
        <p:spPr>
          <a:xfrm>
            <a:off x="2847240" y="2265840"/>
            <a:ext cx="448560" cy="232560"/>
          </a:xfrm>
          <a:custGeom>
            <a:avLst/>
            <a:gdLst>
              <a:gd name="textAreaLeft" fmla="*/ 0 w 448560"/>
              <a:gd name="textAreaRight" fmla="*/ 448920 w 448560"/>
              <a:gd name="textAreaTop" fmla="*/ 0 h 232560"/>
              <a:gd name="textAreaBottom" fmla="*/ 232920 h 232560"/>
            </a:gdLst>
            <a:ahLst/>
            <a:cxnLst/>
            <a:rect l="textAreaLeft" t="textAreaTop" r="textAreaRight" b="textAreaBottom"/>
            <a:pathLst>
              <a:path w="18847" h="9779">
                <a:moveTo>
                  <a:pt x="18726" y="0"/>
                </a:moveTo>
                <a:cubicBezTo>
                  <a:pt x="18680" y="0"/>
                  <a:pt x="18630" y="25"/>
                  <a:pt x="18580" y="42"/>
                </a:cubicBezTo>
                <a:cubicBezTo>
                  <a:pt x="18046" y="242"/>
                  <a:pt x="17479" y="409"/>
                  <a:pt x="16979" y="642"/>
                </a:cubicBezTo>
                <a:cubicBezTo>
                  <a:pt x="11308" y="3011"/>
                  <a:pt x="5838" y="5879"/>
                  <a:pt x="667" y="9182"/>
                </a:cubicBezTo>
                <a:cubicBezTo>
                  <a:pt x="501" y="9282"/>
                  <a:pt x="334" y="9382"/>
                  <a:pt x="167" y="9482"/>
                </a:cubicBezTo>
                <a:cubicBezTo>
                  <a:pt x="67" y="9549"/>
                  <a:pt x="0" y="9649"/>
                  <a:pt x="67" y="9715"/>
                </a:cubicBezTo>
                <a:cubicBezTo>
                  <a:pt x="97" y="9761"/>
                  <a:pt x="127" y="9779"/>
                  <a:pt x="157" y="9779"/>
                </a:cubicBezTo>
                <a:cubicBezTo>
                  <a:pt x="194" y="9779"/>
                  <a:pt x="230" y="9752"/>
                  <a:pt x="267" y="9715"/>
                </a:cubicBezTo>
                <a:cubicBezTo>
                  <a:pt x="501" y="9615"/>
                  <a:pt x="734" y="9482"/>
                  <a:pt x="934" y="9382"/>
                </a:cubicBezTo>
                <a:cubicBezTo>
                  <a:pt x="5571" y="6547"/>
                  <a:pt x="10374" y="4011"/>
                  <a:pt x="15278" y="1743"/>
                </a:cubicBezTo>
                <a:cubicBezTo>
                  <a:pt x="16345" y="1276"/>
                  <a:pt x="17413" y="842"/>
                  <a:pt x="18480" y="375"/>
                </a:cubicBezTo>
                <a:cubicBezTo>
                  <a:pt x="18613" y="309"/>
                  <a:pt x="18780" y="275"/>
                  <a:pt x="18847" y="109"/>
                </a:cubicBezTo>
                <a:cubicBezTo>
                  <a:pt x="18814" y="25"/>
                  <a:pt x="18772" y="0"/>
                  <a:pt x="1872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9" name="Google Shape;652;p9"/>
          <p:cNvSpPr/>
          <p:nvPr/>
        </p:nvSpPr>
        <p:spPr>
          <a:xfrm>
            <a:off x="2608920" y="2098080"/>
            <a:ext cx="476280" cy="238680"/>
          </a:xfrm>
          <a:custGeom>
            <a:avLst/>
            <a:gdLst>
              <a:gd name="textAreaLeft" fmla="*/ 0 w 476280"/>
              <a:gd name="textAreaRight" fmla="*/ 476640 w 476280"/>
              <a:gd name="textAreaTop" fmla="*/ 0 h 238680"/>
              <a:gd name="textAreaBottom" fmla="*/ 239040 h 238680"/>
            </a:gdLst>
            <a:ahLst/>
            <a:cxnLst/>
            <a:rect l="textAreaLeft" t="textAreaTop" r="textAreaRight" b="textAreaBottom"/>
            <a:pathLst>
              <a:path w="20015" h="10034">
                <a:moveTo>
                  <a:pt x="19885" y="0"/>
                </a:moveTo>
                <a:cubicBezTo>
                  <a:pt x="19870" y="0"/>
                  <a:pt x="19857" y="4"/>
                  <a:pt x="19848" y="14"/>
                </a:cubicBezTo>
                <a:cubicBezTo>
                  <a:pt x="19547" y="114"/>
                  <a:pt x="19247" y="248"/>
                  <a:pt x="18980" y="381"/>
                </a:cubicBezTo>
                <a:cubicBezTo>
                  <a:pt x="12676" y="3216"/>
                  <a:pt x="6538" y="6385"/>
                  <a:pt x="434" y="9621"/>
                </a:cubicBezTo>
                <a:cubicBezTo>
                  <a:pt x="300" y="9721"/>
                  <a:pt x="0" y="9788"/>
                  <a:pt x="133" y="9955"/>
                </a:cubicBezTo>
                <a:cubicBezTo>
                  <a:pt x="162" y="10012"/>
                  <a:pt x="202" y="10034"/>
                  <a:pt x="248" y="10034"/>
                </a:cubicBezTo>
                <a:cubicBezTo>
                  <a:pt x="360" y="10034"/>
                  <a:pt x="506" y="9902"/>
                  <a:pt x="600" y="9855"/>
                </a:cubicBezTo>
                <a:cubicBezTo>
                  <a:pt x="6872" y="6519"/>
                  <a:pt x="13176" y="3283"/>
                  <a:pt x="19647" y="314"/>
                </a:cubicBezTo>
                <a:cubicBezTo>
                  <a:pt x="19747" y="281"/>
                  <a:pt x="19914" y="248"/>
                  <a:pt x="20014" y="48"/>
                </a:cubicBezTo>
                <a:cubicBezTo>
                  <a:pt x="19967" y="24"/>
                  <a:pt x="19920" y="0"/>
                  <a:pt x="1988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0" name="Google Shape;653;p9"/>
          <p:cNvSpPr/>
          <p:nvPr/>
        </p:nvSpPr>
        <p:spPr>
          <a:xfrm>
            <a:off x="2836800" y="2285280"/>
            <a:ext cx="264960" cy="142560"/>
          </a:xfrm>
          <a:custGeom>
            <a:avLst/>
            <a:gdLst>
              <a:gd name="textAreaLeft" fmla="*/ 0 w 264960"/>
              <a:gd name="textAreaRight" fmla="*/ 265320 w 264960"/>
              <a:gd name="textAreaTop" fmla="*/ 0 h 142560"/>
              <a:gd name="textAreaBottom" fmla="*/ 142920 h 142560"/>
            </a:gdLst>
            <a:ahLst/>
            <a:cxnLst/>
            <a:rect l="textAreaLeft" t="textAreaTop" r="textAreaRight" b="textAreaBottom"/>
            <a:pathLst>
              <a:path w="11142" h="6005">
                <a:moveTo>
                  <a:pt x="11142" y="0"/>
                </a:moveTo>
                <a:lnTo>
                  <a:pt x="11142" y="0"/>
                </a:lnTo>
                <a:cubicBezTo>
                  <a:pt x="9407" y="334"/>
                  <a:pt x="101" y="5337"/>
                  <a:pt x="1" y="6004"/>
                </a:cubicBezTo>
                <a:cubicBezTo>
                  <a:pt x="3670" y="3903"/>
                  <a:pt x="7306" y="1735"/>
                  <a:pt x="111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1280" bIns="71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1" name="Google Shape;654;p9"/>
          <p:cNvSpPr/>
          <p:nvPr/>
        </p:nvSpPr>
        <p:spPr>
          <a:xfrm>
            <a:off x="3004560" y="2396520"/>
            <a:ext cx="168120" cy="97560"/>
          </a:xfrm>
          <a:custGeom>
            <a:avLst/>
            <a:gdLst>
              <a:gd name="textAreaLeft" fmla="*/ 0 w 168120"/>
              <a:gd name="textAreaRight" fmla="*/ 168480 w 168120"/>
              <a:gd name="textAreaTop" fmla="*/ 0 h 97560"/>
              <a:gd name="textAreaBottom" fmla="*/ 97920 h 97560"/>
            </a:gdLst>
            <a:ahLst/>
            <a:cxnLst/>
            <a:rect l="textAreaLeft" t="textAreaTop" r="textAreaRight" b="textAreaBottom"/>
            <a:pathLst>
              <a:path w="7073" h="4106">
                <a:moveTo>
                  <a:pt x="6874" y="1"/>
                </a:moveTo>
                <a:cubicBezTo>
                  <a:pt x="6750" y="1"/>
                  <a:pt x="6652" y="70"/>
                  <a:pt x="6539" y="92"/>
                </a:cubicBezTo>
                <a:cubicBezTo>
                  <a:pt x="4738" y="1093"/>
                  <a:pt x="2936" y="2094"/>
                  <a:pt x="1102" y="3128"/>
                </a:cubicBezTo>
                <a:cubicBezTo>
                  <a:pt x="801" y="3294"/>
                  <a:pt x="501" y="3495"/>
                  <a:pt x="201" y="3695"/>
                </a:cubicBezTo>
                <a:cubicBezTo>
                  <a:pt x="101" y="3761"/>
                  <a:pt x="1" y="3895"/>
                  <a:pt x="101" y="4028"/>
                </a:cubicBezTo>
                <a:cubicBezTo>
                  <a:pt x="143" y="4085"/>
                  <a:pt x="186" y="4105"/>
                  <a:pt x="228" y="4105"/>
                </a:cubicBezTo>
                <a:cubicBezTo>
                  <a:pt x="286" y="4105"/>
                  <a:pt x="343" y="4067"/>
                  <a:pt x="401" y="4028"/>
                </a:cubicBezTo>
                <a:cubicBezTo>
                  <a:pt x="2303" y="2761"/>
                  <a:pt x="4371" y="1793"/>
                  <a:pt x="6339" y="593"/>
                </a:cubicBezTo>
                <a:cubicBezTo>
                  <a:pt x="6606" y="459"/>
                  <a:pt x="6872" y="292"/>
                  <a:pt x="7073" y="59"/>
                </a:cubicBezTo>
                <a:cubicBezTo>
                  <a:pt x="6998" y="16"/>
                  <a:pt x="6933" y="1"/>
                  <a:pt x="687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2" name="Google Shape;655;p9"/>
          <p:cNvSpPr/>
          <p:nvPr/>
        </p:nvSpPr>
        <p:spPr>
          <a:xfrm>
            <a:off x="2779920" y="2127240"/>
            <a:ext cx="128520" cy="75960"/>
          </a:xfrm>
          <a:custGeom>
            <a:avLst/>
            <a:gdLst>
              <a:gd name="textAreaLeft" fmla="*/ 0 w 128520"/>
              <a:gd name="textAreaRight" fmla="*/ 128880 w 128520"/>
              <a:gd name="textAreaTop" fmla="*/ 0 h 75960"/>
              <a:gd name="textAreaBottom" fmla="*/ 76320 h 75960"/>
            </a:gdLst>
            <a:ahLst/>
            <a:cxnLst/>
            <a:rect l="textAreaLeft" t="textAreaTop" r="textAreaRight" b="textAreaBottom"/>
            <a:pathLst>
              <a:path w="5405" h="3200">
                <a:moveTo>
                  <a:pt x="5264" y="1"/>
                </a:moveTo>
                <a:cubicBezTo>
                  <a:pt x="5177" y="1"/>
                  <a:pt x="5116" y="69"/>
                  <a:pt x="5071" y="92"/>
                </a:cubicBezTo>
                <a:cubicBezTo>
                  <a:pt x="3470" y="959"/>
                  <a:pt x="1869" y="1893"/>
                  <a:pt x="268" y="2794"/>
                </a:cubicBezTo>
                <a:cubicBezTo>
                  <a:pt x="134" y="2861"/>
                  <a:pt x="1" y="2861"/>
                  <a:pt x="134" y="3094"/>
                </a:cubicBezTo>
                <a:cubicBezTo>
                  <a:pt x="174" y="3173"/>
                  <a:pt x="218" y="3200"/>
                  <a:pt x="265" y="3200"/>
                </a:cubicBezTo>
                <a:cubicBezTo>
                  <a:pt x="339" y="3200"/>
                  <a:pt x="420" y="3135"/>
                  <a:pt x="501" y="3094"/>
                </a:cubicBezTo>
                <a:cubicBezTo>
                  <a:pt x="1936" y="2160"/>
                  <a:pt x="3403" y="1326"/>
                  <a:pt x="4838" y="492"/>
                </a:cubicBezTo>
                <a:cubicBezTo>
                  <a:pt x="5071" y="392"/>
                  <a:pt x="5338" y="326"/>
                  <a:pt x="5405" y="59"/>
                </a:cubicBezTo>
                <a:cubicBezTo>
                  <a:pt x="5351" y="16"/>
                  <a:pt x="5305" y="1"/>
                  <a:pt x="526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8160" bIns="38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3" name="Google Shape;656;p9"/>
          <p:cNvSpPr/>
          <p:nvPr/>
        </p:nvSpPr>
        <p:spPr>
          <a:xfrm>
            <a:off x="194760" y="162720"/>
            <a:ext cx="480600" cy="2660040"/>
          </a:xfrm>
          <a:custGeom>
            <a:avLst/>
            <a:gdLst>
              <a:gd name="textAreaLeft" fmla="*/ 0 w 480600"/>
              <a:gd name="textAreaRight" fmla="*/ 480960 w 480600"/>
              <a:gd name="textAreaTop" fmla="*/ 0 h 2660040"/>
              <a:gd name="textAreaBottom" fmla="*/ 2660400 h 2660040"/>
            </a:gdLst>
            <a:ahLst/>
            <a:cxnLst/>
            <a:rect l="textAreaLeft" t="textAreaTop" r="textAreaRight" b="textAreaBottom"/>
            <a:pathLst>
              <a:path w="20182" h="111680">
                <a:moveTo>
                  <a:pt x="17513" y="0"/>
                </a:moveTo>
                <a:cubicBezTo>
                  <a:pt x="17579" y="1434"/>
                  <a:pt x="17679" y="2869"/>
                  <a:pt x="17713" y="4303"/>
                </a:cubicBezTo>
                <a:cubicBezTo>
                  <a:pt x="17713" y="7472"/>
                  <a:pt x="17713" y="10574"/>
                  <a:pt x="17646" y="13710"/>
                </a:cubicBezTo>
                <a:cubicBezTo>
                  <a:pt x="17579" y="18046"/>
                  <a:pt x="17379" y="22349"/>
                  <a:pt x="17312" y="26686"/>
                </a:cubicBezTo>
                <a:cubicBezTo>
                  <a:pt x="17279" y="30522"/>
                  <a:pt x="17246" y="34358"/>
                  <a:pt x="17279" y="38194"/>
                </a:cubicBezTo>
                <a:cubicBezTo>
                  <a:pt x="17346" y="43231"/>
                  <a:pt x="17312" y="48268"/>
                  <a:pt x="17246" y="53305"/>
                </a:cubicBezTo>
                <a:cubicBezTo>
                  <a:pt x="17146" y="57374"/>
                  <a:pt x="17212" y="61477"/>
                  <a:pt x="17146" y="65547"/>
                </a:cubicBezTo>
                <a:cubicBezTo>
                  <a:pt x="17112" y="70417"/>
                  <a:pt x="17112" y="75254"/>
                  <a:pt x="17112" y="80124"/>
                </a:cubicBezTo>
                <a:cubicBezTo>
                  <a:pt x="17112" y="82059"/>
                  <a:pt x="17179" y="83993"/>
                  <a:pt x="17246" y="85962"/>
                </a:cubicBezTo>
                <a:cubicBezTo>
                  <a:pt x="17346" y="88730"/>
                  <a:pt x="17546" y="91499"/>
                  <a:pt x="17613" y="94301"/>
                </a:cubicBezTo>
                <a:cubicBezTo>
                  <a:pt x="17646" y="96602"/>
                  <a:pt x="17713" y="98937"/>
                  <a:pt x="17779" y="101239"/>
                </a:cubicBezTo>
                <a:cubicBezTo>
                  <a:pt x="17846" y="102240"/>
                  <a:pt x="17980" y="103241"/>
                  <a:pt x="17946" y="104241"/>
                </a:cubicBezTo>
                <a:cubicBezTo>
                  <a:pt x="17980" y="104608"/>
                  <a:pt x="17679" y="104942"/>
                  <a:pt x="17312" y="104975"/>
                </a:cubicBezTo>
                <a:cubicBezTo>
                  <a:pt x="12709" y="105709"/>
                  <a:pt x="8173" y="106710"/>
                  <a:pt x="3703" y="107977"/>
                </a:cubicBezTo>
                <a:cubicBezTo>
                  <a:pt x="2468" y="108278"/>
                  <a:pt x="1234" y="108611"/>
                  <a:pt x="0" y="108911"/>
                </a:cubicBezTo>
                <a:lnTo>
                  <a:pt x="0" y="109645"/>
                </a:lnTo>
                <a:cubicBezTo>
                  <a:pt x="1668" y="109212"/>
                  <a:pt x="3336" y="108811"/>
                  <a:pt x="5037" y="108344"/>
                </a:cubicBezTo>
                <a:cubicBezTo>
                  <a:pt x="8873" y="107310"/>
                  <a:pt x="12776" y="106443"/>
                  <a:pt x="16712" y="105676"/>
                </a:cubicBezTo>
                <a:cubicBezTo>
                  <a:pt x="17046" y="105609"/>
                  <a:pt x="17379" y="105542"/>
                  <a:pt x="17746" y="105442"/>
                </a:cubicBezTo>
                <a:cubicBezTo>
                  <a:pt x="17860" y="105396"/>
                  <a:pt x="17983" y="105374"/>
                  <a:pt x="18108" y="105374"/>
                </a:cubicBezTo>
                <a:cubicBezTo>
                  <a:pt x="18346" y="105374"/>
                  <a:pt x="18594" y="105456"/>
                  <a:pt x="18813" y="105609"/>
                </a:cubicBezTo>
                <a:cubicBezTo>
                  <a:pt x="18146" y="105909"/>
                  <a:pt x="17479" y="106109"/>
                  <a:pt x="16779" y="106243"/>
                </a:cubicBezTo>
                <a:cubicBezTo>
                  <a:pt x="14043" y="106877"/>
                  <a:pt x="11341" y="107644"/>
                  <a:pt x="8706" y="108611"/>
                </a:cubicBezTo>
                <a:cubicBezTo>
                  <a:pt x="6038" y="109478"/>
                  <a:pt x="3302" y="110112"/>
                  <a:pt x="634" y="110846"/>
                </a:cubicBezTo>
                <a:cubicBezTo>
                  <a:pt x="434" y="110913"/>
                  <a:pt x="200" y="110979"/>
                  <a:pt x="0" y="111080"/>
                </a:cubicBezTo>
                <a:lnTo>
                  <a:pt x="0" y="111680"/>
                </a:lnTo>
                <a:cubicBezTo>
                  <a:pt x="100" y="111647"/>
                  <a:pt x="200" y="111580"/>
                  <a:pt x="300" y="111580"/>
                </a:cubicBezTo>
                <a:cubicBezTo>
                  <a:pt x="3369" y="110946"/>
                  <a:pt x="6405" y="110179"/>
                  <a:pt x="9407" y="109212"/>
                </a:cubicBezTo>
                <a:cubicBezTo>
                  <a:pt x="11275" y="108578"/>
                  <a:pt x="13143" y="107877"/>
                  <a:pt x="15077" y="107410"/>
                </a:cubicBezTo>
                <a:cubicBezTo>
                  <a:pt x="16512" y="107143"/>
                  <a:pt x="17946" y="106743"/>
                  <a:pt x="19314" y="106276"/>
                </a:cubicBezTo>
                <a:cubicBezTo>
                  <a:pt x="20148" y="105943"/>
                  <a:pt x="20148" y="105943"/>
                  <a:pt x="20148" y="105075"/>
                </a:cubicBezTo>
                <a:cubicBezTo>
                  <a:pt x="20181" y="102006"/>
                  <a:pt x="20114" y="98971"/>
                  <a:pt x="19848" y="95935"/>
                </a:cubicBezTo>
                <a:cubicBezTo>
                  <a:pt x="19581" y="93100"/>
                  <a:pt x="19381" y="90298"/>
                  <a:pt x="19280" y="87463"/>
                </a:cubicBezTo>
                <a:cubicBezTo>
                  <a:pt x="19180" y="84861"/>
                  <a:pt x="19114" y="82292"/>
                  <a:pt x="19047" y="79690"/>
                </a:cubicBezTo>
                <a:cubicBezTo>
                  <a:pt x="18947" y="74253"/>
                  <a:pt x="18947" y="68783"/>
                  <a:pt x="19180" y="63345"/>
                </a:cubicBezTo>
                <a:cubicBezTo>
                  <a:pt x="19414" y="58742"/>
                  <a:pt x="19614" y="54105"/>
                  <a:pt x="19614" y="49502"/>
                </a:cubicBezTo>
                <a:cubicBezTo>
                  <a:pt x="19581" y="45132"/>
                  <a:pt x="19581" y="40763"/>
                  <a:pt x="19581" y="36426"/>
                </a:cubicBezTo>
                <a:cubicBezTo>
                  <a:pt x="19581" y="29688"/>
                  <a:pt x="19614" y="22983"/>
                  <a:pt x="19614" y="16278"/>
                </a:cubicBezTo>
                <a:cubicBezTo>
                  <a:pt x="19614" y="15378"/>
                  <a:pt x="19614" y="14444"/>
                  <a:pt x="19614" y="13543"/>
                </a:cubicBezTo>
                <a:cubicBezTo>
                  <a:pt x="19647" y="9040"/>
                  <a:pt x="19714" y="4503"/>
                  <a:pt x="19647" y="0"/>
                </a:cubicBezTo>
                <a:lnTo>
                  <a:pt x="18847" y="0"/>
                </a:lnTo>
                <a:cubicBezTo>
                  <a:pt x="18980" y="5704"/>
                  <a:pt x="18914" y="11408"/>
                  <a:pt x="18847" y="17112"/>
                </a:cubicBezTo>
                <a:cubicBezTo>
                  <a:pt x="18780" y="25785"/>
                  <a:pt x="18780" y="34458"/>
                  <a:pt x="18880" y="43131"/>
                </a:cubicBezTo>
                <a:cubicBezTo>
                  <a:pt x="18947" y="47267"/>
                  <a:pt x="18880" y="51370"/>
                  <a:pt x="18780" y="55473"/>
                </a:cubicBezTo>
                <a:cubicBezTo>
                  <a:pt x="18713" y="60043"/>
                  <a:pt x="18380" y="64580"/>
                  <a:pt x="18313" y="69183"/>
                </a:cubicBezTo>
                <a:cubicBezTo>
                  <a:pt x="18280" y="72952"/>
                  <a:pt x="18280" y="76722"/>
                  <a:pt x="18413" y="80491"/>
                </a:cubicBezTo>
                <a:cubicBezTo>
                  <a:pt x="18447" y="82192"/>
                  <a:pt x="18447" y="83893"/>
                  <a:pt x="18547" y="85595"/>
                </a:cubicBezTo>
                <a:cubicBezTo>
                  <a:pt x="18680" y="88463"/>
                  <a:pt x="18847" y="91299"/>
                  <a:pt x="19114" y="94134"/>
                </a:cubicBezTo>
                <a:cubicBezTo>
                  <a:pt x="19280" y="95935"/>
                  <a:pt x="19447" y="97770"/>
                  <a:pt x="19581" y="99571"/>
                </a:cubicBezTo>
                <a:cubicBezTo>
                  <a:pt x="19681" y="101206"/>
                  <a:pt x="19547" y="102840"/>
                  <a:pt x="19747" y="104475"/>
                </a:cubicBezTo>
                <a:cubicBezTo>
                  <a:pt x="19747" y="104742"/>
                  <a:pt x="19747" y="104975"/>
                  <a:pt x="19747" y="105242"/>
                </a:cubicBezTo>
                <a:cubicBezTo>
                  <a:pt x="19381" y="105109"/>
                  <a:pt x="19047" y="104975"/>
                  <a:pt x="18713" y="104875"/>
                </a:cubicBezTo>
                <a:cubicBezTo>
                  <a:pt x="18547" y="104842"/>
                  <a:pt x="18513" y="104742"/>
                  <a:pt x="18513" y="104608"/>
                </a:cubicBezTo>
                <a:cubicBezTo>
                  <a:pt x="18380" y="101940"/>
                  <a:pt x="18246" y="99271"/>
                  <a:pt x="18213" y="96636"/>
                </a:cubicBezTo>
                <a:cubicBezTo>
                  <a:pt x="18180" y="93167"/>
                  <a:pt x="17980" y="89698"/>
                  <a:pt x="17879" y="86262"/>
                </a:cubicBezTo>
                <a:cubicBezTo>
                  <a:pt x="17713" y="81658"/>
                  <a:pt x="17646" y="77055"/>
                  <a:pt x="17746" y="72485"/>
                </a:cubicBezTo>
                <a:cubicBezTo>
                  <a:pt x="17779" y="69650"/>
                  <a:pt x="17813" y="66814"/>
                  <a:pt x="17813" y="63979"/>
                </a:cubicBezTo>
                <a:cubicBezTo>
                  <a:pt x="17846" y="57474"/>
                  <a:pt x="17846" y="50970"/>
                  <a:pt x="17846" y="44499"/>
                </a:cubicBezTo>
                <a:cubicBezTo>
                  <a:pt x="17846" y="40662"/>
                  <a:pt x="17813" y="36826"/>
                  <a:pt x="17813" y="32990"/>
                </a:cubicBezTo>
                <a:cubicBezTo>
                  <a:pt x="17846" y="30021"/>
                  <a:pt x="17813" y="27119"/>
                  <a:pt x="17980" y="24151"/>
                </a:cubicBezTo>
                <a:cubicBezTo>
                  <a:pt x="18180" y="19747"/>
                  <a:pt x="18146" y="15311"/>
                  <a:pt x="18246" y="10908"/>
                </a:cubicBezTo>
                <a:cubicBezTo>
                  <a:pt x="18280" y="8039"/>
                  <a:pt x="18180" y="5137"/>
                  <a:pt x="18013" y="2268"/>
                </a:cubicBezTo>
                <a:cubicBezTo>
                  <a:pt x="18013" y="1501"/>
                  <a:pt x="17946" y="767"/>
                  <a:pt x="1781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4" name="Google Shape;657;p9"/>
          <p:cNvSpPr/>
          <p:nvPr/>
        </p:nvSpPr>
        <p:spPr>
          <a:xfrm>
            <a:off x="194760" y="162720"/>
            <a:ext cx="981000" cy="2925720"/>
          </a:xfrm>
          <a:custGeom>
            <a:avLst/>
            <a:gdLst>
              <a:gd name="textAreaLeft" fmla="*/ 0 w 981000"/>
              <a:gd name="textAreaRight" fmla="*/ 981360 w 981000"/>
              <a:gd name="textAreaTop" fmla="*/ 0 h 2925720"/>
              <a:gd name="textAreaBottom" fmla="*/ 2926080 h 2925720"/>
            </a:gdLst>
            <a:ahLst/>
            <a:cxnLst/>
            <a:rect l="textAreaLeft" t="textAreaTop" r="textAreaRight" b="textAreaBottom"/>
            <a:pathLst>
              <a:path w="41197" h="122822">
                <a:moveTo>
                  <a:pt x="40429" y="0"/>
                </a:moveTo>
                <a:cubicBezTo>
                  <a:pt x="40562" y="1001"/>
                  <a:pt x="40629" y="2001"/>
                  <a:pt x="40596" y="3002"/>
                </a:cubicBezTo>
                <a:cubicBezTo>
                  <a:pt x="40662" y="5804"/>
                  <a:pt x="40496" y="8640"/>
                  <a:pt x="40462" y="11442"/>
                </a:cubicBezTo>
                <a:cubicBezTo>
                  <a:pt x="40362" y="15711"/>
                  <a:pt x="40162" y="19981"/>
                  <a:pt x="40129" y="24251"/>
                </a:cubicBezTo>
                <a:cubicBezTo>
                  <a:pt x="40062" y="27453"/>
                  <a:pt x="39895" y="30622"/>
                  <a:pt x="39828" y="33824"/>
                </a:cubicBezTo>
                <a:cubicBezTo>
                  <a:pt x="39728" y="37694"/>
                  <a:pt x="39495" y="41563"/>
                  <a:pt x="39495" y="45433"/>
                </a:cubicBezTo>
                <a:cubicBezTo>
                  <a:pt x="39462" y="52438"/>
                  <a:pt x="39595" y="59476"/>
                  <a:pt x="39395" y="66481"/>
                </a:cubicBezTo>
                <a:cubicBezTo>
                  <a:pt x="39261" y="72419"/>
                  <a:pt x="39195" y="78356"/>
                  <a:pt x="38894" y="84294"/>
                </a:cubicBezTo>
                <a:cubicBezTo>
                  <a:pt x="38761" y="86529"/>
                  <a:pt x="38661" y="88797"/>
                  <a:pt x="38561" y="91032"/>
                </a:cubicBezTo>
                <a:cubicBezTo>
                  <a:pt x="38361" y="94601"/>
                  <a:pt x="38094" y="98137"/>
                  <a:pt x="37994" y="101706"/>
                </a:cubicBezTo>
                <a:cubicBezTo>
                  <a:pt x="37894" y="105342"/>
                  <a:pt x="37727" y="109011"/>
                  <a:pt x="37794" y="112681"/>
                </a:cubicBezTo>
                <a:cubicBezTo>
                  <a:pt x="37794" y="112814"/>
                  <a:pt x="37860" y="113014"/>
                  <a:pt x="37694" y="113148"/>
                </a:cubicBezTo>
                <a:cubicBezTo>
                  <a:pt x="37093" y="112647"/>
                  <a:pt x="36426" y="112214"/>
                  <a:pt x="35759" y="111847"/>
                </a:cubicBezTo>
                <a:cubicBezTo>
                  <a:pt x="35405" y="111634"/>
                  <a:pt x="35017" y="111522"/>
                  <a:pt x="34619" y="111522"/>
                </a:cubicBezTo>
                <a:cubicBezTo>
                  <a:pt x="34455" y="111522"/>
                  <a:pt x="34290" y="111541"/>
                  <a:pt x="34124" y="111580"/>
                </a:cubicBezTo>
                <a:cubicBezTo>
                  <a:pt x="29388" y="112881"/>
                  <a:pt x="24618" y="113982"/>
                  <a:pt x="19948" y="115483"/>
                </a:cubicBezTo>
                <a:cubicBezTo>
                  <a:pt x="14377" y="117284"/>
                  <a:pt x="8940" y="119385"/>
                  <a:pt x="3402" y="121253"/>
                </a:cubicBezTo>
                <a:cubicBezTo>
                  <a:pt x="2302" y="121687"/>
                  <a:pt x="1168" y="122054"/>
                  <a:pt x="0" y="122354"/>
                </a:cubicBezTo>
                <a:lnTo>
                  <a:pt x="0" y="122821"/>
                </a:lnTo>
                <a:lnTo>
                  <a:pt x="567" y="122688"/>
                </a:lnTo>
                <a:cubicBezTo>
                  <a:pt x="4236" y="121687"/>
                  <a:pt x="7772" y="120386"/>
                  <a:pt x="11308" y="119119"/>
                </a:cubicBezTo>
                <a:cubicBezTo>
                  <a:pt x="16612" y="117284"/>
                  <a:pt x="21949" y="115516"/>
                  <a:pt x="27420" y="114115"/>
                </a:cubicBezTo>
                <a:cubicBezTo>
                  <a:pt x="29888" y="113481"/>
                  <a:pt x="32390" y="113014"/>
                  <a:pt x="34825" y="112180"/>
                </a:cubicBezTo>
                <a:cubicBezTo>
                  <a:pt x="34863" y="112155"/>
                  <a:pt x="34901" y="112144"/>
                  <a:pt x="34940" y="112144"/>
                </a:cubicBezTo>
                <a:cubicBezTo>
                  <a:pt x="35001" y="112144"/>
                  <a:pt x="35063" y="112172"/>
                  <a:pt x="35125" y="112214"/>
                </a:cubicBezTo>
                <a:cubicBezTo>
                  <a:pt x="36059" y="112847"/>
                  <a:pt x="37060" y="113381"/>
                  <a:pt x="37727" y="114349"/>
                </a:cubicBezTo>
                <a:cubicBezTo>
                  <a:pt x="37994" y="114649"/>
                  <a:pt x="38061" y="115049"/>
                  <a:pt x="37927" y="115383"/>
                </a:cubicBezTo>
                <a:cubicBezTo>
                  <a:pt x="37860" y="115549"/>
                  <a:pt x="37860" y="115716"/>
                  <a:pt x="38027" y="115783"/>
                </a:cubicBezTo>
                <a:cubicBezTo>
                  <a:pt x="38072" y="115805"/>
                  <a:pt x="38120" y="115816"/>
                  <a:pt x="38168" y="115816"/>
                </a:cubicBezTo>
                <a:cubicBezTo>
                  <a:pt x="38264" y="115816"/>
                  <a:pt x="38361" y="115772"/>
                  <a:pt x="38427" y="115683"/>
                </a:cubicBezTo>
                <a:cubicBezTo>
                  <a:pt x="38761" y="115416"/>
                  <a:pt x="38861" y="114949"/>
                  <a:pt x="38661" y="114582"/>
                </a:cubicBezTo>
                <a:cubicBezTo>
                  <a:pt x="38461" y="114048"/>
                  <a:pt x="38427" y="113448"/>
                  <a:pt x="38494" y="112914"/>
                </a:cubicBezTo>
                <a:cubicBezTo>
                  <a:pt x="38494" y="108644"/>
                  <a:pt x="38594" y="104408"/>
                  <a:pt x="38794" y="100205"/>
                </a:cubicBezTo>
                <a:cubicBezTo>
                  <a:pt x="38961" y="96402"/>
                  <a:pt x="39195" y="92600"/>
                  <a:pt x="39395" y="88830"/>
                </a:cubicBezTo>
                <a:cubicBezTo>
                  <a:pt x="39595" y="84761"/>
                  <a:pt x="39828" y="80691"/>
                  <a:pt x="39895" y="76622"/>
                </a:cubicBezTo>
                <a:cubicBezTo>
                  <a:pt x="39962" y="73586"/>
                  <a:pt x="40029" y="70551"/>
                  <a:pt x="40095" y="67515"/>
                </a:cubicBezTo>
                <a:cubicBezTo>
                  <a:pt x="40195" y="63412"/>
                  <a:pt x="40195" y="59309"/>
                  <a:pt x="40195" y="55206"/>
                </a:cubicBezTo>
                <a:cubicBezTo>
                  <a:pt x="40195" y="49569"/>
                  <a:pt x="40162" y="43898"/>
                  <a:pt x="40329" y="38261"/>
                </a:cubicBezTo>
                <a:cubicBezTo>
                  <a:pt x="40496" y="34225"/>
                  <a:pt x="40596" y="30155"/>
                  <a:pt x="40729" y="26119"/>
                </a:cubicBezTo>
                <a:cubicBezTo>
                  <a:pt x="40762" y="23550"/>
                  <a:pt x="40829" y="21015"/>
                  <a:pt x="40896" y="18447"/>
                </a:cubicBezTo>
                <a:cubicBezTo>
                  <a:pt x="41029" y="14811"/>
                  <a:pt x="41096" y="11141"/>
                  <a:pt x="41163" y="7505"/>
                </a:cubicBezTo>
                <a:cubicBezTo>
                  <a:pt x="41196" y="5004"/>
                  <a:pt x="41129" y="2502"/>
                  <a:pt x="4092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5" name="Google Shape;658;p9"/>
          <p:cNvSpPr/>
          <p:nvPr/>
        </p:nvSpPr>
        <p:spPr>
          <a:xfrm>
            <a:off x="194760" y="162720"/>
            <a:ext cx="900720" cy="2769120"/>
          </a:xfrm>
          <a:custGeom>
            <a:avLst/>
            <a:gdLst>
              <a:gd name="textAreaLeft" fmla="*/ 0 w 900720"/>
              <a:gd name="textAreaRight" fmla="*/ 901080 w 900720"/>
              <a:gd name="textAreaTop" fmla="*/ 0 h 2769120"/>
              <a:gd name="textAreaBottom" fmla="*/ 2769480 h 2769120"/>
            </a:gdLst>
            <a:ahLst/>
            <a:cxnLst/>
            <a:rect l="textAreaLeft" t="textAreaTop" r="textAreaRight" b="textAreaBottom"/>
            <a:pathLst>
              <a:path w="37828" h="116250">
                <a:moveTo>
                  <a:pt x="37160" y="0"/>
                </a:moveTo>
                <a:cubicBezTo>
                  <a:pt x="37227" y="1001"/>
                  <a:pt x="37060" y="2035"/>
                  <a:pt x="37060" y="3036"/>
                </a:cubicBezTo>
                <a:lnTo>
                  <a:pt x="37060" y="7706"/>
                </a:lnTo>
                <a:cubicBezTo>
                  <a:pt x="37060" y="15511"/>
                  <a:pt x="37026" y="23317"/>
                  <a:pt x="37026" y="31122"/>
                </a:cubicBezTo>
                <a:cubicBezTo>
                  <a:pt x="37026" y="34058"/>
                  <a:pt x="37060" y="36993"/>
                  <a:pt x="37160" y="39929"/>
                </a:cubicBezTo>
                <a:cubicBezTo>
                  <a:pt x="37260" y="42497"/>
                  <a:pt x="37260" y="45032"/>
                  <a:pt x="37260" y="47601"/>
                </a:cubicBezTo>
                <a:cubicBezTo>
                  <a:pt x="37260" y="53205"/>
                  <a:pt x="37327" y="58775"/>
                  <a:pt x="36993" y="64379"/>
                </a:cubicBezTo>
                <a:cubicBezTo>
                  <a:pt x="36793" y="67949"/>
                  <a:pt x="36493" y="71485"/>
                  <a:pt x="36293" y="75020"/>
                </a:cubicBezTo>
                <a:cubicBezTo>
                  <a:pt x="36092" y="77956"/>
                  <a:pt x="35959" y="80891"/>
                  <a:pt x="35859" y="83793"/>
                </a:cubicBezTo>
                <a:cubicBezTo>
                  <a:pt x="35792" y="86896"/>
                  <a:pt x="35692" y="89998"/>
                  <a:pt x="35559" y="93100"/>
                </a:cubicBezTo>
                <a:cubicBezTo>
                  <a:pt x="35459" y="96069"/>
                  <a:pt x="35392" y="99071"/>
                  <a:pt x="35225" y="102040"/>
                </a:cubicBezTo>
                <a:cubicBezTo>
                  <a:pt x="35058" y="104808"/>
                  <a:pt x="34858" y="107544"/>
                  <a:pt x="34792" y="110312"/>
                </a:cubicBezTo>
                <a:cubicBezTo>
                  <a:pt x="34792" y="110346"/>
                  <a:pt x="34758" y="110346"/>
                  <a:pt x="34758" y="110379"/>
                </a:cubicBezTo>
                <a:cubicBezTo>
                  <a:pt x="33657" y="109979"/>
                  <a:pt x="32557" y="109679"/>
                  <a:pt x="31422" y="109478"/>
                </a:cubicBezTo>
                <a:cubicBezTo>
                  <a:pt x="29254" y="109011"/>
                  <a:pt x="27086" y="108478"/>
                  <a:pt x="24851" y="108344"/>
                </a:cubicBezTo>
                <a:cubicBezTo>
                  <a:pt x="24735" y="108362"/>
                  <a:pt x="24621" y="108370"/>
                  <a:pt x="24509" y="108370"/>
                </a:cubicBezTo>
                <a:cubicBezTo>
                  <a:pt x="24203" y="108370"/>
                  <a:pt x="23910" y="108308"/>
                  <a:pt x="23617" y="108211"/>
                </a:cubicBezTo>
                <a:cubicBezTo>
                  <a:pt x="23504" y="108120"/>
                  <a:pt x="23390" y="108087"/>
                  <a:pt x="23278" y="108087"/>
                </a:cubicBezTo>
                <a:cubicBezTo>
                  <a:pt x="23060" y="108087"/>
                  <a:pt x="22848" y="108211"/>
                  <a:pt x="22650" y="108278"/>
                </a:cubicBezTo>
                <a:cubicBezTo>
                  <a:pt x="16478" y="110212"/>
                  <a:pt x="10307" y="112147"/>
                  <a:pt x="4170" y="114082"/>
                </a:cubicBezTo>
                <a:cubicBezTo>
                  <a:pt x="2769" y="114482"/>
                  <a:pt x="1401" y="114982"/>
                  <a:pt x="0" y="115316"/>
                </a:cubicBezTo>
                <a:lnTo>
                  <a:pt x="0" y="116250"/>
                </a:lnTo>
                <a:cubicBezTo>
                  <a:pt x="2135" y="115549"/>
                  <a:pt x="4270" y="114882"/>
                  <a:pt x="6438" y="114182"/>
                </a:cubicBezTo>
                <a:cubicBezTo>
                  <a:pt x="11708" y="112481"/>
                  <a:pt x="16979" y="110846"/>
                  <a:pt x="22216" y="109011"/>
                </a:cubicBezTo>
                <a:cubicBezTo>
                  <a:pt x="22659" y="108839"/>
                  <a:pt x="23121" y="108739"/>
                  <a:pt x="23587" y="108739"/>
                </a:cubicBezTo>
                <a:cubicBezTo>
                  <a:pt x="23753" y="108739"/>
                  <a:pt x="23918" y="108752"/>
                  <a:pt x="24084" y="108778"/>
                </a:cubicBezTo>
                <a:cubicBezTo>
                  <a:pt x="27086" y="109212"/>
                  <a:pt x="30021" y="109979"/>
                  <a:pt x="32990" y="110613"/>
                </a:cubicBezTo>
                <a:cubicBezTo>
                  <a:pt x="33624" y="110779"/>
                  <a:pt x="34158" y="111146"/>
                  <a:pt x="34758" y="111380"/>
                </a:cubicBezTo>
                <a:cubicBezTo>
                  <a:pt x="34850" y="111408"/>
                  <a:pt x="34926" y="111421"/>
                  <a:pt x="34990" y="111421"/>
                </a:cubicBezTo>
                <a:cubicBezTo>
                  <a:pt x="35230" y="111421"/>
                  <a:pt x="35292" y="111236"/>
                  <a:pt x="35292" y="110946"/>
                </a:cubicBezTo>
                <a:cubicBezTo>
                  <a:pt x="35359" y="110412"/>
                  <a:pt x="35325" y="109845"/>
                  <a:pt x="35359" y="109278"/>
                </a:cubicBezTo>
                <a:cubicBezTo>
                  <a:pt x="35525" y="106243"/>
                  <a:pt x="35759" y="103207"/>
                  <a:pt x="35892" y="100138"/>
                </a:cubicBezTo>
                <a:cubicBezTo>
                  <a:pt x="36059" y="96502"/>
                  <a:pt x="36193" y="92900"/>
                  <a:pt x="36326" y="89264"/>
                </a:cubicBezTo>
                <a:cubicBezTo>
                  <a:pt x="36426" y="85561"/>
                  <a:pt x="36559" y="81859"/>
                  <a:pt x="36726" y="78156"/>
                </a:cubicBezTo>
                <a:cubicBezTo>
                  <a:pt x="36893" y="74887"/>
                  <a:pt x="37127" y="71618"/>
                  <a:pt x="37360" y="68349"/>
                </a:cubicBezTo>
                <a:cubicBezTo>
                  <a:pt x="37594" y="64479"/>
                  <a:pt x="37760" y="60577"/>
                  <a:pt x="37794" y="56674"/>
                </a:cubicBezTo>
                <a:cubicBezTo>
                  <a:pt x="37827" y="48935"/>
                  <a:pt x="37594" y="41196"/>
                  <a:pt x="37527" y="33424"/>
                </a:cubicBezTo>
                <a:cubicBezTo>
                  <a:pt x="37393" y="22283"/>
                  <a:pt x="37460" y="11141"/>
                  <a:pt x="3746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6" name="Google Shape;659;p9"/>
          <p:cNvSpPr/>
          <p:nvPr/>
        </p:nvSpPr>
        <p:spPr>
          <a:xfrm>
            <a:off x="748800" y="162720"/>
            <a:ext cx="60120" cy="2577600"/>
          </a:xfrm>
          <a:custGeom>
            <a:avLst/>
            <a:gdLst>
              <a:gd name="textAreaLeft" fmla="*/ 0 w 60120"/>
              <a:gd name="textAreaRight" fmla="*/ 60480 w 60120"/>
              <a:gd name="textAreaTop" fmla="*/ 0 h 2577600"/>
              <a:gd name="textAreaBottom" fmla="*/ 2577960 h 2577600"/>
            </a:gdLst>
            <a:ahLst/>
            <a:cxnLst/>
            <a:rect l="textAreaLeft" t="textAreaTop" r="textAreaRight" b="textAreaBottom"/>
            <a:pathLst>
              <a:path w="2537" h="108211">
                <a:moveTo>
                  <a:pt x="1802" y="0"/>
                </a:moveTo>
                <a:cubicBezTo>
                  <a:pt x="1802" y="767"/>
                  <a:pt x="1736" y="1568"/>
                  <a:pt x="1736" y="2335"/>
                </a:cubicBezTo>
                <a:cubicBezTo>
                  <a:pt x="1635" y="5838"/>
                  <a:pt x="1502" y="9340"/>
                  <a:pt x="1302" y="12843"/>
                </a:cubicBezTo>
                <a:cubicBezTo>
                  <a:pt x="1102" y="16979"/>
                  <a:pt x="868" y="21115"/>
                  <a:pt x="701" y="25285"/>
                </a:cubicBezTo>
                <a:cubicBezTo>
                  <a:pt x="535" y="28854"/>
                  <a:pt x="368" y="32423"/>
                  <a:pt x="268" y="36026"/>
                </a:cubicBezTo>
                <a:cubicBezTo>
                  <a:pt x="168" y="40329"/>
                  <a:pt x="68" y="44632"/>
                  <a:pt x="34" y="48935"/>
                </a:cubicBezTo>
                <a:cubicBezTo>
                  <a:pt x="1" y="55773"/>
                  <a:pt x="34" y="62611"/>
                  <a:pt x="34" y="69450"/>
                </a:cubicBezTo>
                <a:cubicBezTo>
                  <a:pt x="34" y="76688"/>
                  <a:pt x="34" y="83960"/>
                  <a:pt x="68" y="91232"/>
                </a:cubicBezTo>
                <a:cubicBezTo>
                  <a:pt x="101" y="94434"/>
                  <a:pt x="134" y="97670"/>
                  <a:pt x="268" y="100872"/>
                </a:cubicBezTo>
                <a:cubicBezTo>
                  <a:pt x="335" y="102607"/>
                  <a:pt x="335" y="104341"/>
                  <a:pt x="234" y="106076"/>
                </a:cubicBezTo>
                <a:cubicBezTo>
                  <a:pt x="134" y="106776"/>
                  <a:pt x="201" y="107510"/>
                  <a:pt x="368" y="108211"/>
                </a:cubicBezTo>
                <a:cubicBezTo>
                  <a:pt x="601" y="108211"/>
                  <a:pt x="668" y="108111"/>
                  <a:pt x="668" y="107844"/>
                </a:cubicBezTo>
                <a:lnTo>
                  <a:pt x="668" y="107077"/>
                </a:lnTo>
                <a:cubicBezTo>
                  <a:pt x="735" y="105442"/>
                  <a:pt x="935" y="103808"/>
                  <a:pt x="868" y="102173"/>
                </a:cubicBezTo>
                <a:cubicBezTo>
                  <a:pt x="768" y="99171"/>
                  <a:pt x="768" y="96202"/>
                  <a:pt x="768" y="93200"/>
                </a:cubicBezTo>
                <a:cubicBezTo>
                  <a:pt x="802" y="82392"/>
                  <a:pt x="802" y="71585"/>
                  <a:pt x="835" y="60810"/>
                </a:cubicBezTo>
                <a:cubicBezTo>
                  <a:pt x="835" y="56440"/>
                  <a:pt x="835" y="52104"/>
                  <a:pt x="902" y="47768"/>
                </a:cubicBezTo>
                <a:cubicBezTo>
                  <a:pt x="1002" y="42731"/>
                  <a:pt x="1102" y="37660"/>
                  <a:pt x="1302" y="32623"/>
                </a:cubicBezTo>
                <a:cubicBezTo>
                  <a:pt x="1435" y="28954"/>
                  <a:pt x="1602" y="25285"/>
                  <a:pt x="1769" y="21649"/>
                </a:cubicBezTo>
                <a:cubicBezTo>
                  <a:pt x="1936" y="17713"/>
                  <a:pt x="2136" y="13743"/>
                  <a:pt x="2303" y="9807"/>
                </a:cubicBezTo>
                <a:cubicBezTo>
                  <a:pt x="2436" y="6538"/>
                  <a:pt x="2536" y="3269"/>
                  <a:pt x="253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7" name="Google Shape;660;p9"/>
          <p:cNvSpPr/>
          <p:nvPr/>
        </p:nvSpPr>
        <p:spPr>
          <a:xfrm>
            <a:off x="194760" y="2921760"/>
            <a:ext cx="905400" cy="315720"/>
          </a:xfrm>
          <a:custGeom>
            <a:avLst/>
            <a:gdLst>
              <a:gd name="textAreaLeft" fmla="*/ 0 w 905400"/>
              <a:gd name="textAreaRight" fmla="*/ 905760 w 905400"/>
              <a:gd name="textAreaTop" fmla="*/ 0 h 315720"/>
              <a:gd name="textAreaBottom" fmla="*/ 316080 h 315720"/>
            </a:gdLst>
            <a:ahLst/>
            <a:cxnLst/>
            <a:rect l="textAreaLeft" t="textAreaTop" r="textAreaRight" b="textAreaBottom"/>
            <a:pathLst>
              <a:path w="38028" h="13269">
                <a:moveTo>
                  <a:pt x="37667" y="0"/>
                </a:moveTo>
                <a:cubicBezTo>
                  <a:pt x="37596" y="0"/>
                  <a:pt x="37523" y="13"/>
                  <a:pt x="37460" y="26"/>
                </a:cubicBezTo>
                <a:cubicBezTo>
                  <a:pt x="36993" y="126"/>
                  <a:pt x="36526" y="226"/>
                  <a:pt x="36092" y="393"/>
                </a:cubicBezTo>
                <a:cubicBezTo>
                  <a:pt x="32924" y="1427"/>
                  <a:pt x="29755" y="2461"/>
                  <a:pt x="26552" y="3428"/>
                </a:cubicBezTo>
                <a:cubicBezTo>
                  <a:pt x="18680" y="5830"/>
                  <a:pt x="11008" y="8765"/>
                  <a:pt x="3236" y="11467"/>
                </a:cubicBezTo>
                <a:cubicBezTo>
                  <a:pt x="2135" y="11834"/>
                  <a:pt x="1067" y="12268"/>
                  <a:pt x="0" y="12635"/>
                </a:cubicBezTo>
                <a:lnTo>
                  <a:pt x="0" y="13268"/>
                </a:lnTo>
                <a:cubicBezTo>
                  <a:pt x="67" y="13202"/>
                  <a:pt x="167" y="13168"/>
                  <a:pt x="234" y="13168"/>
                </a:cubicBezTo>
                <a:lnTo>
                  <a:pt x="20114" y="6330"/>
                </a:lnTo>
                <a:cubicBezTo>
                  <a:pt x="24884" y="4696"/>
                  <a:pt x="29721" y="3395"/>
                  <a:pt x="34491" y="1760"/>
                </a:cubicBezTo>
                <a:cubicBezTo>
                  <a:pt x="35559" y="1460"/>
                  <a:pt x="36626" y="1060"/>
                  <a:pt x="37627" y="626"/>
                </a:cubicBezTo>
                <a:cubicBezTo>
                  <a:pt x="37827" y="526"/>
                  <a:pt x="38027" y="393"/>
                  <a:pt x="37960" y="159"/>
                </a:cubicBezTo>
                <a:cubicBezTo>
                  <a:pt x="37898" y="35"/>
                  <a:pt x="37784" y="0"/>
                  <a:pt x="37667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8" name="Google Shape;661;p9"/>
          <p:cNvSpPr/>
          <p:nvPr/>
        </p:nvSpPr>
        <p:spPr>
          <a:xfrm>
            <a:off x="194040" y="1797120"/>
            <a:ext cx="288000" cy="414720"/>
          </a:xfrm>
          <a:custGeom>
            <a:avLst/>
            <a:gdLst>
              <a:gd name="textAreaLeft" fmla="*/ 0 w 288000"/>
              <a:gd name="textAreaRight" fmla="*/ 288360 w 288000"/>
              <a:gd name="textAreaTop" fmla="*/ 0 h 414720"/>
              <a:gd name="textAreaBottom" fmla="*/ 415080 h 414720"/>
            </a:gdLst>
            <a:ahLst/>
            <a:cxnLst/>
            <a:rect l="textAreaLeft" t="textAreaTop" r="textAreaRight" b="textAreaBottom"/>
            <a:pathLst>
              <a:path w="12110" h="17421">
                <a:moveTo>
                  <a:pt x="11849" y="0"/>
                </a:moveTo>
                <a:cubicBezTo>
                  <a:pt x="11755" y="0"/>
                  <a:pt x="11690" y="79"/>
                  <a:pt x="11642" y="175"/>
                </a:cubicBezTo>
                <a:cubicBezTo>
                  <a:pt x="11509" y="408"/>
                  <a:pt x="11375" y="642"/>
                  <a:pt x="11209" y="842"/>
                </a:cubicBezTo>
                <a:cubicBezTo>
                  <a:pt x="7840" y="5512"/>
                  <a:pt x="4504" y="10282"/>
                  <a:pt x="1235" y="15019"/>
                </a:cubicBezTo>
                <a:cubicBezTo>
                  <a:pt x="901" y="15619"/>
                  <a:pt x="501" y="16186"/>
                  <a:pt x="34" y="16686"/>
                </a:cubicBezTo>
                <a:lnTo>
                  <a:pt x="1" y="17420"/>
                </a:lnTo>
                <a:cubicBezTo>
                  <a:pt x="101" y="17320"/>
                  <a:pt x="201" y="17187"/>
                  <a:pt x="301" y="17053"/>
                </a:cubicBezTo>
                <a:cubicBezTo>
                  <a:pt x="3970" y="11683"/>
                  <a:pt x="7673" y="6346"/>
                  <a:pt x="11476" y="1075"/>
                </a:cubicBezTo>
                <a:cubicBezTo>
                  <a:pt x="11642" y="842"/>
                  <a:pt x="11809" y="575"/>
                  <a:pt x="11976" y="341"/>
                </a:cubicBezTo>
                <a:cubicBezTo>
                  <a:pt x="12043" y="241"/>
                  <a:pt x="12109" y="141"/>
                  <a:pt x="11976" y="41"/>
                </a:cubicBezTo>
                <a:cubicBezTo>
                  <a:pt x="11929" y="13"/>
                  <a:pt x="11887" y="0"/>
                  <a:pt x="1184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9" name="Google Shape;662;p9"/>
          <p:cNvSpPr/>
          <p:nvPr/>
        </p:nvSpPr>
        <p:spPr>
          <a:xfrm>
            <a:off x="194760" y="273960"/>
            <a:ext cx="331920" cy="448560"/>
          </a:xfrm>
          <a:custGeom>
            <a:avLst/>
            <a:gdLst>
              <a:gd name="textAreaLeft" fmla="*/ 0 w 331920"/>
              <a:gd name="textAreaRight" fmla="*/ 332280 w 331920"/>
              <a:gd name="textAreaTop" fmla="*/ 0 h 448560"/>
              <a:gd name="textAreaBottom" fmla="*/ 448920 h 448560"/>
            </a:gdLst>
            <a:ahLst/>
            <a:cxnLst/>
            <a:rect l="textAreaLeft" t="textAreaTop" r="textAreaRight" b="textAreaBottom"/>
            <a:pathLst>
              <a:path w="13944" h="18845">
                <a:moveTo>
                  <a:pt x="13652" y="1"/>
                </a:moveTo>
                <a:cubicBezTo>
                  <a:pt x="13555" y="1"/>
                  <a:pt x="13482" y="126"/>
                  <a:pt x="13410" y="198"/>
                </a:cubicBezTo>
                <a:cubicBezTo>
                  <a:pt x="13276" y="298"/>
                  <a:pt x="13176" y="432"/>
                  <a:pt x="13076" y="565"/>
                </a:cubicBezTo>
                <a:cubicBezTo>
                  <a:pt x="9373" y="5369"/>
                  <a:pt x="5904" y="10305"/>
                  <a:pt x="2335" y="15176"/>
                </a:cubicBezTo>
                <a:cubicBezTo>
                  <a:pt x="1568" y="16243"/>
                  <a:pt x="767" y="17277"/>
                  <a:pt x="0" y="18344"/>
                </a:cubicBezTo>
                <a:lnTo>
                  <a:pt x="0" y="18845"/>
                </a:lnTo>
                <a:cubicBezTo>
                  <a:pt x="1134" y="17310"/>
                  <a:pt x="2268" y="15743"/>
                  <a:pt x="3402" y="14175"/>
                </a:cubicBezTo>
                <a:cubicBezTo>
                  <a:pt x="6204" y="10339"/>
                  <a:pt x="8940" y="6469"/>
                  <a:pt x="11875" y="2733"/>
                </a:cubicBezTo>
                <a:cubicBezTo>
                  <a:pt x="12442" y="1966"/>
                  <a:pt x="13076" y="1232"/>
                  <a:pt x="13710" y="465"/>
                </a:cubicBezTo>
                <a:cubicBezTo>
                  <a:pt x="13777" y="365"/>
                  <a:pt x="13943" y="232"/>
                  <a:pt x="13777" y="65"/>
                </a:cubicBezTo>
                <a:cubicBezTo>
                  <a:pt x="13731" y="19"/>
                  <a:pt x="13690" y="1"/>
                  <a:pt x="1365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0" name="Google Shape;663;p9"/>
          <p:cNvSpPr/>
          <p:nvPr/>
        </p:nvSpPr>
        <p:spPr>
          <a:xfrm>
            <a:off x="194760" y="1095120"/>
            <a:ext cx="280800" cy="388440"/>
          </a:xfrm>
          <a:custGeom>
            <a:avLst/>
            <a:gdLst>
              <a:gd name="textAreaLeft" fmla="*/ 0 w 280800"/>
              <a:gd name="textAreaRight" fmla="*/ 281160 w 280800"/>
              <a:gd name="textAreaTop" fmla="*/ 0 h 388440"/>
              <a:gd name="textAreaBottom" fmla="*/ 388800 h 388440"/>
            </a:gdLst>
            <a:ahLst/>
            <a:cxnLst/>
            <a:rect l="textAreaLeft" t="textAreaTop" r="textAreaRight" b="textAreaBottom"/>
            <a:pathLst>
              <a:path w="11809" h="16324">
                <a:moveTo>
                  <a:pt x="11534" y="0"/>
                </a:moveTo>
                <a:cubicBezTo>
                  <a:pt x="11428" y="0"/>
                  <a:pt x="11351" y="135"/>
                  <a:pt x="11275" y="212"/>
                </a:cubicBezTo>
                <a:cubicBezTo>
                  <a:pt x="11075" y="478"/>
                  <a:pt x="10841" y="745"/>
                  <a:pt x="10641" y="1012"/>
                </a:cubicBezTo>
                <a:cubicBezTo>
                  <a:pt x="7439" y="5115"/>
                  <a:pt x="4470" y="9418"/>
                  <a:pt x="1534" y="13688"/>
                </a:cubicBezTo>
                <a:cubicBezTo>
                  <a:pt x="1067" y="14422"/>
                  <a:pt x="567" y="15156"/>
                  <a:pt x="0" y="15823"/>
                </a:cubicBezTo>
                <a:lnTo>
                  <a:pt x="0" y="16323"/>
                </a:lnTo>
                <a:cubicBezTo>
                  <a:pt x="133" y="16290"/>
                  <a:pt x="167" y="16190"/>
                  <a:pt x="234" y="16090"/>
                </a:cubicBezTo>
                <a:cubicBezTo>
                  <a:pt x="3069" y="11987"/>
                  <a:pt x="5904" y="7917"/>
                  <a:pt x="8873" y="3914"/>
                </a:cubicBezTo>
                <a:cubicBezTo>
                  <a:pt x="9740" y="2747"/>
                  <a:pt x="10641" y="1579"/>
                  <a:pt x="11542" y="412"/>
                </a:cubicBezTo>
                <a:cubicBezTo>
                  <a:pt x="11608" y="278"/>
                  <a:pt x="11808" y="178"/>
                  <a:pt x="11642" y="45"/>
                </a:cubicBezTo>
                <a:cubicBezTo>
                  <a:pt x="11602" y="13"/>
                  <a:pt x="11567" y="0"/>
                  <a:pt x="1153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1" name="Google Shape;664;p9"/>
          <p:cNvSpPr/>
          <p:nvPr/>
        </p:nvSpPr>
        <p:spPr>
          <a:xfrm>
            <a:off x="194760" y="1297440"/>
            <a:ext cx="237960" cy="290520"/>
          </a:xfrm>
          <a:custGeom>
            <a:avLst/>
            <a:gdLst>
              <a:gd name="textAreaLeft" fmla="*/ 0 w 237960"/>
              <a:gd name="textAreaRight" fmla="*/ 238320 w 237960"/>
              <a:gd name="textAreaTop" fmla="*/ 0 h 290520"/>
              <a:gd name="textAreaBottom" fmla="*/ 290880 h 290520"/>
            </a:gdLst>
            <a:ahLst/>
            <a:cxnLst/>
            <a:rect l="textAreaLeft" t="textAreaTop" r="textAreaRight" b="textAreaBottom"/>
            <a:pathLst>
              <a:path w="10008" h="12207">
                <a:moveTo>
                  <a:pt x="9710" y="1"/>
                </a:moveTo>
                <a:cubicBezTo>
                  <a:pt x="9603" y="1"/>
                  <a:pt x="9513" y="126"/>
                  <a:pt x="9440" y="198"/>
                </a:cubicBezTo>
                <a:cubicBezTo>
                  <a:pt x="8173" y="1432"/>
                  <a:pt x="7038" y="2733"/>
                  <a:pt x="5971" y="4134"/>
                </a:cubicBezTo>
                <a:cubicBezTo>
                  <a:pt x="3970" y="6670"/>
                  <a:pt x="2001" y="9238"/>
                  <a:pt x="0" y="11807"/>
                </a:cubicBezTo>
                <a:lnTo>
                  <a:pt x="33" y="12207"/>
                </a:lnTo>
                <a:cubicBezTo>
                  <a:pt x="167" y="12207"/>
                  <a:pt x="200" y="12107"/>
                  <a:pt x="267" y="12007"/>
                </a:cubicBezTo>
                <a:cubicBezTo>
                  <a:pt x="1334" y="10639"/>
                  <a:pt x="2368" y="9238"/>
                  <a:pt x="3436" y="7904"/>
                </a:cubicBezTo>
                <a:cubicBezTo>
                  <a:pt x="5437" y="5335"/>
                  <a:pt x="7372" y="2733"/>
                  <a:pt x="9674" y="432"/>
                </a:cubicBezTo>
                <a:cubicBezTo>
                  <a:pt x="9807" y="332"/>
                  <a:pt x="10007" y="232"/>
                  <a:pt x="9840" y="65"/>
                </a:cubicBezTo>
                <a:cubicBezTo>
                  <a:pt x="9794" y="19"/>
                  <a:pt x="9751" y="1"/>
                  <a:pt x="97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2" name="Google Shape;665;p9"/>
          <p:cNvSpPr/>
          <p:nvPr/>
        </p:nvSpPr>
        <p:spPr>
          <a:xfrm>
            <a:off x="194760" y="2054160"/>
            <a:ext cx="216720" cy="271440"/>
          </a:xfrm>
          <a:custGeom>
            <a:avLst/>
            <a:gdLst>
              <a:gd name="textAreaLeft" fmla="*/ 0 w 216720"/>
              <a:gd name="textAreaRight" fmla="*/ 217080 w 216720"/>
              <a:gd name="textAreaTop" fmla="*/ 0 h 271440"/>
              <a:gd name="textAreaBottom" fmla="*/ 271800 h 271440"/>
            </a:gdLst>
            <a:ahLst/>
            <a:cxnLst/>
            <a:rect l="textAreaLeft" t="textAreaTop" r="textAreaRight" b="textAreaBottom"/>
            <a:pathLst>
              <a:path w="9107" h="11403">
                <a:moveTo>
                  <a:pt x="8901" y="0"/>
                </a:moveTo>
                <a:cubicBezTo>
                  <a:pt x="8834" y="0"/>
                  <a:pt x="8764" y="36"/>
                  <a:pt x="8706" y="94"/>
                </a:cubicBezTo>
                <a:cubicBezTo>
                  <a:pt x="8206" y="561"/>
                  <a:pt x="7739" y="1062"/>
                  <a:pt x="7305" y="1562"/>
                </a:cubicBezTo>
                <a:cubicBezTo>
                  <a:pt x="5304" y="3964"/>
                  <a:pt x="3436" y="6465"/>
                  <a:pt x="1534" y="8967"/>
                </a:cubicBezTo>
                <a:cubicBezTo>
                  <a:pt x="1101" y="9668"/>
                  <a:pt x="567" y="10302"/>
                  <a:pt x="0" y="10902"/>
                </a:cubicBezTo>
                <a:lnTo>
                  <a:pt x="0" y="11402"/>
                </a:lnTo>
                <a:cubicBezTo>
                  <a:pt x="67" y="11369"/>
                  <a:pt x="100" y="11336"/>
                  <a:pt x="167" y="11302"/>
                </a:cubicBezTo>
                <a:cubicBezTo>
                  <a:pt x="1201" y="9968"/>
                  <a:pt x="2202" y="8600"/>
                  <a:pt x="3269" y="7266"/>
                </a:cubicBezTo>
                <a:cubicBezTo>
                  <a:pt x="5104" y="4931"/>
                  <a:pt x="6805" y="2429"/>
                  <a:pt x="8940" y="294"/>
                </a:cubicBezTo>
                <a:cubicBezTo>
                  <a:pt x="9006" y="228"/>
                  <a:pt x="9107" y="161"/>
                  <a:pt x="9040" y="61"/>
                </a:cubicBezTo>
                <a:cubicBezTo>
                  <a:pt x="8998" y="19"/>
                  <a:pt x="8950" y="0"/>
                  <a:pt x="890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3" name="Google Shape;666;p9"/>
          <p:cNvSpPr/>
          <p:nvPr/>
        </p:nvSpPr>
        <p:spPr>
          <a:xfrm>
            <a:off x="194760" y="1474560"/>
            <a:ext cx="183240" cy="251640"/>
          </a:xfrm>
          <a:custGeom>
            <a:avLst/>
            <a:gdLst>
              <a:gd name="textAreaLeft" fmla="*/ 0 w 183240"/>
              <a:gd name="textAreaRight" fmla="*/ 183600 w 183240"/>
              <a:gd name="textAreaTop" fmla="*/ 0 h 251640"/>
              <a:gd name="textAreaBottom" fmla="*/ 252000 h 251640"/>
            </a:gdLst>
            <a:ahLst/>
            <a:cxnLst/>
            <a:rect l="textAreaLeft" t="textAreaTop" r="textAreaRight" b="textAreaBottom"/>
            <a:pathLst>
              <a:path w="7706" h="10578">
                <a:moveTo>
                  <a:pt x="7502" y="1"/>
                </a:moveTo>
                <a:cubicBezTo>
                  <a:pt x="7409" y="1"/>
                  <a:pt x="7330" y="79"/>
                  <a:pt x="7305" y="104"/>
                </a:cubicBezTo>
                <a:cubicBezTo>
                  <a:pt x="7272" y="171"/>
                  <a:pt x="7205" y="237"/>
                  <a:pt x="7172" y="271"/>
                </a:cubicBezTo>
                <a:cubicBezTo>
                  <a:pt x="5704" y="2105"/>
                  <a:pt x="4336" y="4007"/>
                  <a:pt x="2969" y="5908"/>
                </a:cubicBezTo>
                <a:cubicBezTo>
                  <a:pt x="1968" y="7309"/>
                  <a:pt x="1001" y="8677"/>
                  <a:pt x="0" y="10078"/>
                </a:cubicBezTo>
                <a:lnTo>
                  <a:pt x="0" y="10578"/>
                </a:lnTo>
                <a:cubicBezTo>
                  <a:pt x="33" y="10545"/>
                  <a:pt x="100" y="10478"/>
                  <a:pt x="133" y="10445"/>
                </a:cubicBezTo>
                <a:cubicBezTo>
                  <a:pt x="2035" y="7542"/>
                  <a:pt x="4136" y="4740"/>
                  <a:pt x="6204" y="1972"/>
                </a:cubicBezTo>
                <a:cubicBezTo>
                  <a:pt x="6638" y="1405"/>
                  <a:pt x="7072" y="838"/>
                  <a:pt x="7539" y="304"/>
                </a:cubicBezTo>
                <a:cubicBezTo>
                  <a:pt x="7605" y="204"/>
                  <a:pt x="7706" y="137"/>
                  <a:pt x="7605" y="37"/>
                </a:cubicBezTo>
                <a:cubicBezTo>
                  <a:pt x="7570" y="11"/>
                  <a:pt x="7535" y="1"/>
                  <a:pt x="750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4" name="Google Shape;667;p9"/>
          <p:cNvSpPr/>
          <p:nvPr/>
        </p:nvSpPr>
        <p:spPr>
          <a:xfrm>
            <a:off x="220320" y="494640"/>
            <a:ext cx="237960" cy="289800"/>
          </a:xfrm>
          <a:custGeom>
            <a:avLst/>
            <a:gdLst>
              <a:gd name="textAreaLeft" fmla="*/ 0 w 237960"/>
              <a:gd name="textAreaRight" fmla="*/ 238320 w 237960"/>
              <a:gd name="textAreaTop" fmla="*/ 0 h 289800"/>
              <a:gd name="textAreaBottom" fmla="*/ 290160 h 289800"/>
            </a:gdLst>
            <a:ahLst/>
            <a:cxnLst/>
            <a:rect l="textAreaLeft" t="textAreaTop" r="textAreaRight" b="textAreaBottom"/>
            <a:pathLst>
              <a:path w="10008" h="12175">
                <a:moveTo>
                  <a:pt x="9825" y="1"/>
                </a:moveTo>
                <a:cubicBezTo>
                  <a:pt x="9782" y="1"/>
                  <a:pt x="9739" y="16"/>
                  <a:pt x="9707" y="48"/>
                </a:cubicBezTo>
                <a:cubicBezTo>
                  <a:pt x="9574" y="148"/>
                  <a:pt x="9474" y="248"/>
                  <a:pt x="9374" y="381"/>
                </a:cubicBezTo>
                <a:cubicBezTo>
                  <a:pt x="8106" y="1882"/>
                  <a:pt x="6839" y="3383"/>
                  <a:pt x="5604" y="4884"/>
                </a:cubicBezTo>
                <a:cubicBezTo>
                  <a:pt x="3703" y="7153"/>
                  <a:pt x="2002" y="9521"/>
                  <a:pt x="167" y="11823"/>
                </a:cubicBezTo>
                <a:cubicBezTo>
                  <a:pt x="101" y="11923"/>
                  <a:pt x="0" y="12056"/>
                  <a:pt x="101" y="12156"/>
                </a:cubicBezTo>
                <a:cubicBezTo>
                  <a:pt x="126" y="12169"/>
                  <a:pt x="150" y="12175"/>
                  <a:pt x="173" y="12175"/>
                </a:cubicBezTo>
                <a:cubicBezTo>
                  <a:pt x="271" y="12175"/>
                  <a:pt x="347" y="12077"/>
                  <a:pt x="401" y="12023"/>
                </a:cubicBezTo>
                <a:cubicBezTo>
                  <a:pt x="768" y="11556"/>
                  <a:pt x="1135" y="11122"/>
                  <a:pt x="1502" y="10655"/>
                </a:cubicBezTo>
                <a:cubicBezTo>
                  <a:pt x="4170" y="7186"/>
                  <a:pt x="6872" y="3717"/>
                  <a:pt x="9841" y="481"/>
                </a:cubicBezTo>
                <a:cubicBezTo>
                  <a:pt x="9908" y="415"/>
                  <a:pt x="9974" y="281"/>
                  <a:pt x="10008" y="181"/>
                </a:cubicBezTo>
                <a:cubicBezTo>
                  <a:pt x="10008" y="68"/>
                  <a:pt x="9915" y="1"/>
                  <a:pt x="98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5" name="Google Shape;668;p9"/>
          <p:cNvSpPr/>
          <p:nvPr/>
        </p:nvSpPr>
        <p:spPr>
          <a:xfrm>
            <a:off x="245520" y="2233800"/>
            <a:ext cx="104400" cy="136080"/>
          </a:xfrm>
          <a:custGeom>
            <a:avLst/>
            <a:gdLst>
              <a:gd name="textAreaLeft" fmla="*/ 0 w 104400"/>
              <a:gd name="textAreaRight" fmla="*/ 104760 w 104400"/>
              <a:gd name="textAreaTop" fmla="*/ 0 h 136080"/>
              <a:gd name="textAreaBottom" fmla="*/ 136440 h 136080"/>
            </a:gdLst>
            <a:ahLst/>
            <a:cxnLst/>
            <a:rect l="textAreaLeft" t="textAreaTop" r="textAreaRight" b="textAreaBottom"/>
            <a:pathLst>
              <a:path w="4405" h="5726">
                <a:moveTo>
                  <a:pt x="4061" y="0"/>
                </a:moveTo>
                <a:cubicBezTo>
                  <a:pt x="3875" y="0"/>
                  <a:pt x="3745" y="293"/>
                  <a:pt x="3637" y="455"/>
                </a:cubicBezTo>
                <a:cubicBezTo>
                  <a:pt x="2703" y="1622"/>
                  <a:pt x="1836" y="2857"/>
                  <a:pt x="1035" y="4124"/>
                </a:cubicBezTo>
                <a:cubicBezTo>
                  <a:pt x="701" y="4625"/>
                  <a:pt x="334" y="5125"/>
                  <a:pt x="1" y="5625"/>
                </a:cubicBezTo>
                <a:lnTo>
                  <a:pt x="134" y="5725"/>
                </a:lnTo>
                <a:cubicBezTo>
                  <a:pt x="435" y="5358"/>
                  <a:pt x="735" y="4991"/>
                  <a:pt x="1002" y="4591"/>
                </a:cubicBezTo>
                <a:cubicBezTo>
                  <a:pt x="1936" y="3224"/>
                  <a:pt x="2836" y="1856"/>
                  <a:pt x="3870" y="555"/>
                </a:cubicBezTo>
                <a:cubicBezTo>
                  <a:pt x="4004" y="388"/>
                  <a:pt x="4404" y="188"/>
                  <a:pt x="4204" y="55"/>
                </a:cubicBezTo>
                <a:cubicBezTo>
                  <a:pt x="4153" y="16"/>
                  <a:pt x="4106" y="0"/>
                  <a:pt x="406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PlaceHolder 1"/>
          <p:cNvSpPr>
            <a:spLocks noGrp="1"/>
          </p:cNvSpPr>
          <p:nvPr>
            <p:ph type="title"/>
          </p:nvPr>
        </p:nvSpPr>
        <p:spPr>
          <a:xfrm>
            <a:off x="1704960" y="1038600"/>
            <a:ext cx="5236920" cy="118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58" name="Google Shape;671;p10"/>
          <p:cNvSpPr/>
          <p:nvPr/>
        </p:nvSpPr>
        <p:spPr>
          <a:xfrm>
            <a:off x="186840" y="2345400"/>
            <a:ext cx="63000" cy="55800"/>
          </a:xfrm>
          <a:custGeom>
            <a:avLst/>
            <a:gdLst>
              <a:gd name="textAreaLeft" fmla="*/ 0 w 63000"/>
              <a:gd name="textAreaRight" fmla="*/ 63360 w 63000"/>
              <a:gd name="textAreaTop" fmla="*/ 0 h 55800"/>
              <a:gd name="textAreaBottom" fmla="*/ 56160 h 55800"/>
            </a:gdLst>
            <a:ahLst/>
            <a:cxnLst/>
            <a:rect l="textAreaLeft" t="textAreaTop" r="textAreaRight" b="textAreaBottom"/>
            <a:pathLst>
              <a:path w="1912" h="1699">
                <a:moveTo>
                  <a:pt x="934" y="376"/>
                </a:moveTo>
                <a:cubicBezTo>
                  <a:pt x="1175" y="376"/>
                  <a:pt x="1425" y="487"/>
                  <a:pt x="1502" y="640"/>
                </a:cubicBezTo>
                <a:cubicBezTo>
                  <a:pt x="1536" y="743"/>
                  <a:pt x="1536" y="845"/>
                  <a:pt x="1502" y="948"/>
                </a:cubicBezTo>
                <a:cubicBezTo>
                  <a:pt x="1434" y="1050"/>
                  <a:pt x="1365" y="1152"/>
                  <a:pt x="1297" y="1255"/>
                </a:cubicBezTo>
                <a:cubicBezTo>
                  <a:pt x="1197" y="1299"/>
                  <a:pt x="1094" y="1322"/>
                  <a:pt x="994" y="1322"/>
                </a:cubicBezTo>
                <a:cubicBezTo>
                  <a:pt x="786" y="1322"/>
                  <a:pt x="593" y="1223"/>
                  <a:pt x="478" y="1016"/>
                </a:cubicBezTo>
                <a:cubicBezTo>
                  <a:pt x="410" y="913"/>
                  <a:pt x="410" y="743"/>
                  <a:pt x="478" y="606"/>
                </a:cubicBezTo>
                <a:cubicBezTo>
                  <a:pt x="568" y="442"/>
                  <a:pt x="748" y="376"/>
                  <a:pt x="934" y="376"/>
                </a:cubicBezTo>
                <a:close/>
                <a:moveTo>
                  <a:pt x="904" y="1"/>
                </a:moveTo>
                <a:cubicBezTo>
                  <a:pt x="819" y="1"/>
                  <a:pt x="734" y="9"/>
                  <a:pt x="649" y="26"/>
                </a:cubicBezTo>
                <a:cubicBezTo>
                  <a:pt x="308" y="26"/>
                  <a:pt x="0" y="572"/>
                  <a:pt x="35" y="913"/>
                </a:cubicBezTo>
                <a:cubicBezTo>
                  <a:pt x="103" y="1357"/>
                  <a:pt x="512" y="1698"/>
                  <a:pt x="956" y="1698"/>
                </a:cubicBezTo>
                <a:cubicBezTo>
                  <a:pt x="1399" y="1698"/>
                  <a:pt x="1809" y="1391"/>
                  <a:pt x="1911" y="948"/>
                </a:cubicBezTo>
                <a:cubicBezTo>
                  <a:pt x="1911" y="811"/>
                  <a:pt x="1911" y="675"/>
                  <a:pt x="1877" y="504"/>
                </a:cubicBezTo>
                <a:cubicBezTo>
                  <a:pt x="1775" y="402"/>
                  <a:pt x="1707" y="333"/>
                  <a:pt x="1638" y="231"/>
                </a:cubicBezTo>
                <a:cubicBezTo>
                  <a:pt x="1408" y="77"/>
                  <a:pt x="1159" y="1"/>
                  <a:pt x="90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080" bIns="28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59" name="Google Shape;672;p10"/>
          <p:cNvSpPr/>
          <p:nvPr/>
        </p:nvSpPr>
        <p:spPr>
          <a:xfrm>
            <a:off x="502560" y="3841200"/>
            <a:ext cx="58320" cy="54720"/>
          </a:xfrm>
          <a:custGeom>
            <a:avLst/>
            <a:gdLst>
              <a:gd name="textAreaLeft" fmla="*/ 0 w 58320"/>
              <a:gd name="textAreaRight" fmla="*/ 58680 w 5832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775" h="1663">
                <a:moveTo>
                  <a:pt x="702" y="369"/>
                </a:moveTo>
                <a:cubicBezTo>
                  <a:pt x="887" y="369"/>
                  <a:pt x="1077" y="439"/>
                  <a:pt x="1229" y="566"/>
                </a:cubicBezTo>
                <a:cubicBezTo>
                  <a:pt x="1331" y="668"/>
                  <a:pt x="1399" y="839"/>
                  <a:pt x="1331" y="975"/>
                </a:cubicBezTo>
                <a:cubicBezTo>
                  <a:pt x="1263" y="1146"/>
                  <a:pt x="1126" y="1248"/>
                  <a:pt x="956" y="1248"/>
                </a:cubicBezTo>
                <a:cubicBezTo>
                  <a:pt x="926" y="1254"/>
                  <a:pt x="898" y="1257"/>
                  <a:pt x="871" y="1257"/>
                </a:cubicBezTo>
                <a:cubicBezTo>
                  <a:pt x="740" y="1257"/>
                  <a:pt x="637" y="1191"/>
                  <a:pt x="580" y="1078"/>
                </a:cubicBezTo>
                <a:cubicBezTo>
                  <a:pt x="444" y="873"/>
                  <a:pt x="444" y="600"/>
                  <a:pt x="512" y="395"/>
                </a:cubicBezTo>
                <a:cubicBezTo>
                  <a:pt x="574" y="378"/>
                  <a:pt x="638" y="369"/>
                  <a:pt x="702" y="369"/>
                </a:cubicBezTo>
                <a:close/>
                <a:moveTo>
                  <a:pt x="716" y="1"/>
                </a:moveTo>
                <a:cubicBezTo>
                  <a:pt x="555" y="1"/>
                  <a:pt x="391" y="39"/>
                  <a:pt x="239" y="122"/>
                </a:cubicBezTo>
                <a:cubicBezTo>
                  <a:pt x="103" y="156"/>
                  <a:pt x="0" y="327"/>
                  <a:pt x="34" y="498"/>
                </a:cubicBezTo>
                <a:cubicBezTo>
                  <a:pt x="103" y="736"/>
                  <a:pt x="137" y="975"/>
                  <a:pt x="171" y="1214"/>
                </a:cubicBezTo>
                <a:cubicBezTo>
                  <a:pt x="296" y="1495"/>
                  <a:pt x="592" y="1662"/>
                  <a:pt x="877" y="1662"/>
                </a:cubicBezTo>
                <a:cubicBezTo>
                  <a:pt x="903" y="1662"/>
                  <a:pt x="930" y="1661"/>
                  <a:pt x="956" y="1658"/>
                </a:cubicBezTo>
                <a:cubicBezTo>
                  <a:pt x="1331" y="1624"/>
                  <a:pt x="1638" y="1385"/>
                  <a:pt x="1706" y="1044"/>
                </a:cubicBezTo>
                <a:cubicBezTo>
                  <a:pt x="1775" y="736"/>
                  <a:pt x="1638" y="395"/>
                  <a:pt x="1365" y="225"/>
                </a:cubicBezTo>
                <a:cubicBezTo>
                  <a:pt x="1183" y="83"/>
                  <a:pt x="952" y="1"/>
                  <a:pt x="71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7360" bIns="27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0" name="Google Shape;673;p10"/>
          <p:cNvSpPr/>
          <p:nvPr/>
        </p:nvSpPr>
        <p:spPr>
          <a:xfrm>
            <a:off x="1778760" y="3896280"/>
            <a:ext cx="273600" cy="54252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520"/>
              <a:gd name="textAreaBottom" fmla="*/ 542880 h 542520"/>
            </a:gdLst>
            <a:ahLst/>
            <a:cxnLst/>
            <a:rect l="textAreaLeft" t="textAreaTop" r="textAreaRight" b="textAreaBottom"/>
            <a:pathLst>
              <a:path w="8293" h="16421">
                <a:moveTo>
                  <a:pt x="4232" y="5877"/>
                </a:moveTo>
                <a:cubicBezTo>
                  <a:pt x="4266" y="6013"/>
                  <a:pt x="4266" y="6184"/>
                  <a:pt x="4300" y="6354"/>
                </a:cubicBezTo>
                <a:cubicBezTo>
                  <a:pt x="4403" y="6935"/>
                  <a:pt x="4642" y="7481"/>
                  <a:pt x="4949" y="7958"/>
                </a:cubicBezTo>
                <a:cubicBezTo>
                  <a:pt x="5222" y="8470"/>
                  <a:pt x="5699" y="8845"/>
                  <a:pt x="6211" y="9016"/>
                </a:cubicBezTo>
                <a:cubicBezTo>
                  <a:pt x="6587" y="9153"/>
                  <a:pt x="6928" y="9255"/>
                  <a:pt x="7269" y="9357"/>
                </a:cubicBezTo>
                <a:cubicBezTo>
                  <a:pt x="6177" y="9562"/>
                  <a:pt x="5290" y="10347"/>
                  <a:pt x="4983" y="11439"/>
                </a:cubicBezTo>
                <a:cubicBezTo>
                  <a:pt x="4710" y="12224"/>
                  <a:pt x="4505" y="13043"/>
                  <a:pt x="4300" y="13862"/>
                </a:cubicBezTo>
                <a:cubicBezTo>
                  <a:pt x="4266" y="13998"/>
                  <a:pt x="4232" y="14135"/>
                  <a:pt x="4198" y="14237"/>
                </a:cubicBezTo>
                <a:lnTo>
                  <a:pt x="4130" y="14237"/>
                </a:lnTo>
                <a:lnTo>
                  <a:pt x="4130" y="13691"/>
                </a:lnTo>
                <a:cubicBezTo>
                  <a:pt x="4130" y="12940"/>
                  <a:pt x="4027" y="12258"/>
                  <a:pt x="3891" y="11541"/>
                </a:cubicBezTo>
                <a:cubicBezTo>
                  <a:pt x="3686" y="10586"/>
                  <a:pt x="3004" y="9835"/>
                  <a:pt x="2048" y="9562"/>
                </a:cubicBezTo>
                <a:lnTo>
                  <a:pt x="1434" y="9391"/>
                </a:lnTo>
                <a:lnTo>
                  <a:pt x="1434" y="9323"/>
                </a:lnTo>
                <a:cubicBezTo>
                  <a:pt x="1536" y="9289"/>
                  <a:pt x="1673" y="9255"/>
                  <a:pt x="1809" y="9221"/>
                </a:cubicBezTo>
                <a:cubicBezTo>
                  <a:pt x="2355" y="9050"/>
                  <a:pt x="2833" y="8709"/>
                  <a:pt x="3174" y="8265"/>
                </a:cubicBezTo>
                <a:cubicBezTo>
                  <a:pt x="3618" y="7651"/>
                  <a:pt x="3925" y="6969"/>
                  <a:pt x="4096" y="6218"/>
                </a:cubicBezTo>
                <a:cubicBezTo>
                  <a:pt x="4096" y="6082"/>
                  <a:pt x="4130" y="5979"/>
                  <a:pt x="4232" y="5877"/>
                </a:cubicBezTo>
                <a:close/>
                <a:moveTo>
                  <a:pt x="4558" y="1"/>
                </a:moveTo>
                <a:cubicBezTo>
                  <a:pt x="4521" y="1"/>
                  <a:pt x="4466" y="85"/>
                  <a:pt x="4437" y="144"/>
                </a:cubicBezTo>
                <a:cubicBezTo>
                  <a:pt x="4403" y="178"/>
                  <a:pt x="4369" y="246"/>
                  <a:pt x="4369" y="315"/>
                </a:cubicBezTo>
                <a:cubicBezTo>
                  <a:pt x="4300" y="1202"/>
                  <a:pt x="4198" y="2089"/>
                  <a:pt x="4130" y="2976"/>
                </a:cubicBezTo>
                <a:cubicBezTo>
                  <a:pt x="4061" y="4068"/>
                  <a:pt x="3925" y="5160"/>
                  <a:pt x="3686" y="6218"/>
                </a:cubicBezTo>
                <a:cubicBezTo>
                  <a:pt x="3550" y="6866"/>
                  <a:pt x="3277" y="7481"/>
                  <a:pt x="2901" y="8027"/>
                </a:cubicBezTo>
                <a:cubicBezTo>
                  <a:pt x="2492" y="8624"/>
                  <a:pt x="1793" y="8990"/>
                  <a:pt x="1072" y="8990"/>
                </a:cubicBezTo>
                <a:cubicBezTo>
                  <a:pt x="1011" y="8990"/>
                  <a:pt x="949" y="8987"/>
                  <a:pt x="888" y="8982"/>
                </a:cubicBezTo>
                <a:lnTo>
                  <a:pt x="376" y="8982"/>
                </a:lnTo>
                <a:cubicBezTo>
                  <a:pt x="274" y="8982"/>
                  <a:pt x="1" y="9255"/>
                  <a:pt x="1" y="9357"/>
                </a:cubicBezTo>
                <a:cubicBezTo>
                  <a:pt x="35" y="9426"/>
                  <a:pt x="69" y="9460"/>
                  <a:pt x="137" y="9494"/>
                </a:cubicBezTo>
                <a:cubicBezTo>
                  <a:pt x="240" y="9528"/>
                  <a:pt x="376" y="9562"/>
                  <a:pt x="479" y="9562"/>
                </a:cubicBezTo>
                <a:cubicBezTo>
                  <a:pt x="990" y="9596"/>
                  <a:pt x="1468" y="9699"/>
                  <a:pt x="1946" y="9903"/>
                </a:cubicBezTo>
                <a:cubicBezTo>
                  <a:pt x="2833" y="10142"/>
                  <a:pt x="3447" y="10859"/>
                  <a:pt x="3584" y="11746"/>
                </a:cubicBezTo>
                <a:cubicBezTo>
                  <a:pt x="3652" y="12292"/>
                  <a:pt x="3720" y="12838"/>
                  <a:pt x="3754" y="13384"/>
                </a:cubicBezTo>
                <a:cubicBezTo>
                  <a:pt x="3789" y="14271"/>
                  <a:pt x="3789" y="15192"/>
                  <a:pt x="3823" y="16080"/>
                </a:cubicBezTo>
                <a:cubicBezTo>
                  <a:pt x="3823" y="16148"/>
                  <a:pt x="3823" y="16250"/>
                  <a:pt x="3857" y="16318"/>
                </a:cubicBezTo>
                <a:cubicBezTo>
                  <a:pt x="3857" y="16353"/>
                  <a:pt x="3925" y="16421"/>
                  <a:pt x="3993" y="16421"/>
                </a:cubicBezTo>
                <a:cubicBezTo>
                  <a:pt x="4061" y="16421"/>
                  <a:pt x="4130" y="16387"/>
                  <a:pt x="4164" y="16318"/>
                </a:cubicBezTo>
                <a:cubicBezTo>
                  <a:pt x="4164" y="16284"/>
                  <a:pt x="4198" y="16250"/>
                  <a:pt x="4198" y="16182"/>
                </a:cubicBezTo>
                <a:cubicBezTo>
                  <a:pt x="4369" y="15329"/>
                  <a:pt x="4539" y="14476"/>
                  <a:pt x="4710" y="13623"/>
                </a:cubicBezTo>
                <a:cubicBezTo>
                  <a:pt x="4880" y="12940"/>
                  <a:pt x="5085" y="12224"/>
                  <a:pt x="5324" y="11541"/>
                </a:cubicBezTo>
                <a:cubicBezTo>
                  <a:pt x="5495" y="10961"/>
                  <a:pt x="5870" y="10449"/>
                  <a:pt x="6348" y="10108"/>
                </a:cubicBezTo>
                <a:cubicBezTo>
                  <a:pt x="6688" y="9853"/>
                  <a:pt x="7099" y="9715"/>
                  <a:pt x="7522" y="9715"/>
                </a:cubicBezTo>
                <a:cubicBezTo>
                  <a:pt x="7608" y="9715"/>
                  <a:pt x="7694" y="9721"/>
                  <a:pt x="7781" y="9733"/>
                </a:cubicBezTo>
                <a:cubicBezTo>
                  <a:pt x="7952" y="9733"/>
                  <a:pt x="8054" y="9664"/>
                  <a:pt x="8054" y="9562"/>
                </a:cubicBezTo>
                <a:cubicBezTo>
                  <a:pt x="8054" y="9460"/>
                  <a:pt x="8156" y="9391"/>
                  <a:pt x="8190" y="9391"/>
                </a:cubicBezTo>
                <a:cubicBezTo>
                  <a:pt x="8259" y="9391"/>
                  <a:pt x="8293" y="9289"/>
                  <a:pt x="8293" y="9221"/>
                </a:cubicBezTo>
                <a:cubicBezTo>
                  <a:pt x="8293" y="9153"/>
                  <a:pt x="8224" y="9118"/>
                  <a:pt x="8156" y="9084"/>
                </a:cubicBezTo>
                <a:cubicBezTo>
                  <a:pt x="8054" y="9050"/>
                  <a:pt x="7952" y="9050"/>
                  <a:pt x="7815" y="9050"/>
                </a:cubicBezTo>
                <a:cubicBezTo>
                  <a:pt x="7337" y="9016"/>
                  <a:pt x="6860" y="8914"/>
                  <a:pt x="6416" y="8743"/>
                </a:cubicBezTo>
                <a:cubicBezTo>
                  <a:pt x="5870" y="8538"/>
                  <a:pt x="5426" y="8163"/>
                  <a:pt x="5153" y="7685"/>
                </a:cubicBezTo>
                <a:cubicBezTo>
                  <a:pt x="4778" y="7037"/>
                  <a:pt x="4573" y="6286"/>
                  <a:pt x="4539" y="5536"/>
                </a:cubicBezTo>
                <a:cubicBezTo>
                  <a:pt x="4471" y="4136"/>
                  <a:pt x="4539" y="2772"/>
                  <a:pt x="4744" y="1373"/>
                </a:cubicBezTo>
                <a:cubicBezTo>
                  <a:pt x="4778" y="1065"/>
                  <a:pt x="4812" y="724"/>
                  <a:pt x="4812" y="417"/>
                </a:cubicBezTo>
                <a:cubicBezTo>
                  <a:pt x="4812" y="315"/>
                  <a:pt x="4812" y="212"/>
                  <a:pt x="4778" y="144"/>
                </a:cubicBezTo>
                <a:cubicBezTo>
                  <a:pt x="4744" y="76"/>
                  <a:pt x="4676" y="8"/>
                  <a:pt x="4573" y="8"/>
                </a:cubicBezTo>
                <a:cubicBezTo>
                  <a:pt x="4569" y="3"/>
                  <a:pt x="4563" y="1"/>
                  <a:pt x="4558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1" name="Google Shape;674;p10"/>
          <p:cNvSpPr/>
          <p:nvPr/>
        </p:nvSpPr>
        <p:spPr>
          <a:xfrm>
            <a:off x="8588160" y="589680"/>
            <a:ext cx="273600" cy="542160"/>
          </a:xfrm>
          <a:custGeom>
            <a:avLst/>
            <a:gdLst>
              <a:gd name="textAreaLeft" fmla="*/ 0 w 273600"/>
              <a:gd name="textAreaRight" fmla="*/ 273960 w 273600"/>
              <a:gd name="textAreaTop" fmla="*/ 0 h 542160"/>
              <a:gd name="textAreaBottom" fmla="*/ 542520 h 542160"/>
            </a:gdLst>
            <a:ahLst/>
            <a:cxnLst/>
            <a:rect l="textAreaLeft" t="textAreaTop" r="textAreaRight" b="textAreaBottom"/>
            <a:pathLst>
              <a:path w="8293" h="16414">
                <a:moveTo>
                  <a:pt x="4164" y="2150"/>
                </a:moveTo>
                <a:lnTo>
                  <a:pt x="4164" y="2730"/>
                </a:lnTo>
                <a:cubicBezTo>
                  <a:pt x="4164" y="3446"/>
                  <a:pt x="4266" y="4163"/>
                  <a:pt x="4403" y="4880"/>
                </a:cubicBezTo>
                <a:cubicBezTo>
                  <a:pt x="4573" y="5835"/>
                  <a:pt x="5290" y="6586"/>
                  <a:pt x="6245" y="6825"/>
                </a:cubicBezTo>
                <a:cubicBezTo>
                  <a:pt x="6416" y="6893"/>
                  <a:pt x="6655" y="6961"/>
                  <a:pt x="6860" y="7029"/>
                </a:cubicBezTo>
                <a:lnTo>
                  <a:pt x="6860" y="7064"/>
                </a:lnTo>
                <a:cubicBezTo>
                  <a:pt x="6723" y="7098"/>
                  <a:pt x="6621" y="7132"/>
                  <a:pt x="6484" y="7166"/>
                </a:cubicBezTo>
                <a:cubicBezTo>
                  <a:pt x="5938" y="7337"/>
                  <a:pt x="5461" y="7678"/>
                  <a:pt x="5119" y="8155"/>
                </a:cubicBezTo>
                <a:cubicBezTo>
                  <a:pt x="4676" y="8736"/>
                  <a:pt x="4369" y="9418"/>
                  <a:pt x="4198" y="10169"/>
                </a:cubicBezTo>
                <a:cubicBezTo>
                  <a:pt x="4198" y="10305"/>
                  <a:pt x="4130" y="10408"/>
                  <a:pt x="4062" y="10510"/>
                </a:cubicBezTo>
                <a:lnTo>
                  <a:pt x="3993" y="10032"/>
                </a:lnTo>
                <a:cubicBezTo>
                  <a:pt x="3891" y="9452"/>
                  <a:pt x="3652" y="8906"/>
                  <a:pt x="3345" y="8428"/>
                </a:cubicBezTo>
                <a:cubicBezTo>
                  <a:pt x="3038" y="7917"/>
                  <a:pt x="2594" y="7541"/>
                  <a:pt x="2082" y="7371"/>
                </a:cubicBezTo>
                <a:cubicBezTo>
                  <a:pt x="1707" y="7234"/>
                  <a:pt x="1366" y="7132"/>
                  <a:pt x="1025" y="7029"/>
                </a:cubicBezTo>
                <a:cubicBezTo>
                  <a:pt x="2117" y="6825"/>
                  <a:pt x="3004" y="6040"/>
                  <a:pt x="3311" y="4982"/>
                </a:cubicBezTo>
                <a:cubicBezTo>
                  <a:pt x="3584" y="4197"/>
                  <a:pt x="3755" y="3344"/>
                  <a:pt x="3993" y="2559"/>
                </a:cubicBezTo>
                <a:lnTo>
                  <a:pt x="4096" y="2150"/>
                </a:lnTo>
                <a:close/>
                <a:moveTo>
                  <a:pt x="4300" y="0"/>
                </a:moveTo>
                <a:cubicBezTo>
                  <a:pt x="4232" y="0"/>
                  <a:pt x="4164" y="34"/>
                  <a:pt x="4130" y="102"/>
                </a:cubicBezTo>
                <a:cubicBezTo>
                  <a:pt x="4096" y="137"/>
                  <a:pt x="4096" y="171"/>
                  <a:pt x="4096" y="239"/>
                </a:cubicBezTo>
                <a:cubicBezTo>
                  <a:pt x="3925" y="1092"/>
                  <a:pt x="3755" y="1945"/>
                  <a:pt x="3550" y="2798"/>
                </a:cubicBezTo>
                <a:cubicBezTo>
                  <a:pt x="3413" y="3481"/>
                  <a:pt x="3174" y="4197"/>
                  <a:pt x="2970" y="4880"/>
                </a:cubicBezTo>
                <a:cubicBezTo>
                  <a:pt x="2765" y="5460"/>
                  <a:pt x="2424" y="5937"/>
                  <a:pt x="1912" y="6313"/>
                </a:cubicBezTo>
                <a:cubicBezTo>
                  <a:pt x="1572" y="6568"/>
                  <a:pt x="1161" y="6705"/>
                  <a:pt x="757" y="6705"/>
                </a:cubicBezTo>
                <a:cubicBezTo>
                  <a:pt x="675" y="6705"/>
                  <a:pt x="594" y="6700"/>
                  <a:pt x="513" y="6688"/>
                </a:cubicBezTo>
                <a:cubicBezTo>
                  <a:pt x="342" y="6688"/>
                  <a:pt x="240" y="6756"/>
                  <a:pt x="240" y="6859"/>
                </a:cubicBezTo>
                <a:cubicBezTo>
                  <a:pt x="240" y="6961"/>
                  <a:pt x="206" y="6995"/>
                  <a:pt x="103" y="7029"/>
                </a:cubicBezTo>
                <a:cubicBezTo>
                  <a:pt x="35" y="7029"/>
                  <a:pt x="1" y="7132"/>
                  <a:pt x="1" y="7166"/>
                </a:cubicBezTo>
                <a:cubicBezTo>
                  <a:pt x="1" y="7268"/>
                  <a:pt x="69" y="7302"/>
                  <a:pt x="137" y="7337"/>
                </a:cubicBezTo>
                <a:cubicBezTo>
                  <a:pt x="240" y="7371"/>
                  <a:pt x="342" y="7371"/>
                  <a:pt x="445" y="7371"/>
                </a:cubicBezTo>
                <a:cubicBezTo>
                  <a:pt x="956" y="7405"/>
                  <a:pt x="1434" y="7507"/>
                  <a:pt x="1878" y="7678"/>
                </a:cubicBezTo>
                <a:cubicBezTo>
                  <a:pt x="2424" y="7882"/>
                  <a:pt x="2867" y="8258"/>
                  <a:pt x="3140" y="8736"/>
                </a:cubicBezTo>
                <a:cubicBezTo>
                  <a:pt x="3516" y="9384"/>
                  <a:pt x="3720" y="10100"/>
                  <a:pt x="3755" y="10885"/>
                </a:cubicBezTo>
                <a:cubicBezTo>
                  <a:pt x="3823" y="12250"/>
                  <a:pt x="3755" y="13649"/>
                  <a:pt x="3550" y="15014"/>
                </a:cubicBezTo>
                <a:cubicBezTo>
                  <a:pt x="3516" y="15321"/>
                  <a:pt x="3516" y="15663"/>
                  <a:pt x="3516" y="16004"/>
                </a:cubicBezTo>
                <a:cubicBezTo>
                  <a:pt x="3482" y="16072"/>
                  <a:pt x="3482" y="16174"/>
                  <a:pt x="3516" y="16277"/>
                </a:cubicBezTo>
                <a:cubicBezTo>
                  <a:pt x="3550" y="16345"/>
                  <a:pt x="3618" y="16379"/>
                  <a:pt x="3686" y="16413"/>
                </a:cubicBezTo>
                <a:cubicBezTo>
                  <a:pt x="3755" y="16413"/>
                  <a:pt x="3823" y="16345"/>
                  <a:pt x="3857" y="16277"/>
                </a:cubicBezTo>
                <a:cubicBezTo>
                  <a:pt x="3891" y="16209"/>
                  <a:pt x="3925" y="16140"/>
                  <a:pt x="3925" y="16072"/>
                </a:cubicBezTo>
                <a:cubicBezTo>
                  <a:pt x="3993" y="15185"/>
                  <a:pt x="4096" y="14298"/>
                  <a:pt x="4164" y="13445"/>
                </a:cubicBezTo>
                <a:cubicBezTo>
                  <a:pt x="4198" y="12353"/>
                  <a:pt x="4369" y="11261"/>
                  <a:pt x="4608" y="10169"/>
                </a:cubicBezTo>
                <a:cubicBezTo>
                  <a:pt x="4710" y="9520"/>
                  <a:pt x="4983" y="8906"/>
                  <a:pt x="5392" y="8360"/>
                </a:cubicBezTo>
                <a:cubicBezTo>
                  <a:pt x="5787" y="7783"/>
                  <a:pt x="6426" y="7422"/>
                  <a:pt x="7139" y="7422"/>
                </a:cubicBezTo>
                <a:cubicBezTo>
                  <a:pt x="7227" y="7422"/>
                  <a:pt x="7316" y="7428"/>
                  <a:pt x="7406" y="7439"/>
                </a:cubicBezTo>
                <a:lnTo>
                  <a:pt x="7918" y="7439"/>
                </a:lnTo>
                <a:cubicBezTo>
                  <a:pt x="8020" y="7439"/>
                  <a:pt x="8293" y="7166"/>
                  <a:pt x="8293" y="7064"/>
                </a:cubicBezTo>
                <a:cubicBezTo>
                  <a:pt x="8259" y="6995"/>
                  <a:pt x="8191" y="6961"/>
                  <a:pt x="8156" y="6927"/>
                </a:cubicBezTo>
                <a:cubicBezTo>
                  <a:pt x="8054" y="6893"/>
                  <a:pt x="7918" y="6859"/>
                  <a:pt x="7815" y="6859"/>
                </a:cubicBezTo>
                <a:cubicBezTo>
                  <a:pt x="7303" y="6825"/>
                  <a:pt x="6826" y="6722"/>
                  <a:pt x="6348" y="6518"/>
                </a:cubicBezTo>
                <a:cubicBezTo>
                  <a:pt x="5461" y="6279"/>
                  <a:pt x="4812" y="5562"/>
                  <a:pt x="4710" y="4641"/>
                </a:cubicBezTo>
                <a:cubicBezTo>
                  <a:pt x="4608" y="4129"/>
                  <a:pt x="4573" y="3583"/>
                  <a:pt x="4539" y="3037"/>
                </a:cubicBezTo>
                <a:cubicBezTo>
                  <a:pt x="4505" y="2150"/>
                  <a:pt x="4471" y="1228"/>
                  <a:pt x="4471" y="341"/>
                </a:cubicBezTo>
                <a:cubicBezTo>
                  <a:pt x="4471" y="273"/>
                  <a:pt x="4471" y="171"/>
                  <a:pt x="4437" y="102"/>
                </a:cubicBezTo>
                <a:cubicBezTo>
                  <a:pt x="4403" y="34"/>
                  <a:pt x="4369" y="0"/>
                  <a:pt x="430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2" name="Google Shape;675;p10"/>
          <p:cNvSpPr/>
          <p:nvPr/>
        </p:nvSpPr>
        <p:spPr>
          <a:xfrm>
            <a:off x="8429400" y="4533840"/>
            <a:ext cx="158760" cy="262440"/>
          </a:xfrm>
          <a:custGeom>
            <a:avLst/>
            <a:gdLst>
              <a:gd name="textAreaLeft" fmla="*/ 0 w 158760"/>
              <a:gd name="textAreaRight" fmla="*/ 159120 w 158760"/>
              <a:gd name="textAreaTop" fmla="*/ 0 h 262440"/>
              <a:gd name="textAreaBottom" fmla="*/ 262800 h 262440"/>
            </a:gdLst>
            <a:ahLst/>
            <a:cxnLst/>
            <a:rect l="textAreaLeft" t="textAreaTop" r="textAreaRight" b="textAreaBottom"/>
            <a:pathLst>
              <a:path w="4812" h="7950">
                <a:moveTo>
                  <a:pt x="2355" y="1904"/>
                </a:moveTo>
                <a:cubicBezTo>
                  <a:pt x="2935" y="2416"/>
                  <a:pt x="3413" y="3098"/>
                  <a:pt x="4163" y="3337"/>
                </a:cubicBezTo>
                <a:cubicBezTo>
                  <a:pt x="3890" y="3610"/>
                  <a:pt x="3617" y="3917"/>
                  <a:pt x="3379" y="4224"/>
                </a:cubicBezTo>
                <a:cubicBezTo>
                  <a:pt x="3140" y="4566"/>
                  <a:pt x="2969" y="4941"/>
                  <a:pt x="2833" y="5316"/>
                </a:cubicBezTo>
                <a:cubicBezTo>
                  <a:pt x="2628" y="4463"/>
                  <a:pt x="2423" y="3610"/>
                  <a:pt x="1297" y="3508"/>
                </a:cubicBezTo>
                <a:cubicBezTo>
                  <a:pt x="2184" y="2587"/>
                  <a:pt x="2014" y="2757"/>
                  <a:pt x="2355" y="1904"/>
                </a:cubicBezTo>
                <a:close/>
                <a:moveTo>
                  <a:pt x="2025" y="1"/>
                </a:moveTo>
                <a:cubicBezTo>
                  <a:pt x="1987" y="1"/>
                  <a:pt x="1948" y="9"/>
                  <a:pt x="1911" y="27"/>
                </a:cubicBezTo>
                <a:cubicBezTo>
                  <a:pt x="1775" y="61"/>
                  <a:pt x="1707" y="198"/>
                  <a:pt x="1775" y="300"/>
                </a:cubicBezTo>
                <a:cubicBezTo>
                  <a:pt x="1843" y="539"/>
                  <a:pt x="1911" y="812"/>
                  <a:pt x="1945" y="1051"/>
                </a:cubicBezTo>
                <a:cubicBezTo>
                  <a:pt x="2014" y="1256"/>
                  <a:pt x="2014" y="1460"/>
                  <a:pt x="1980" y="1665"/>
                </a:cubicBezTo>
                <a:cubicBezTo>
                  <a:pt x="1911" y="2279"/>
                  <a:pt x="1570" y="2791"/>
                  <a:pt x="1058" y="3133"/>
                </a:cubicBezTo>
                <a:cubicBezTo>
                  <a:pt x="819" y="3337"/>
                  <a:pt x="512" y="3508"/>
                  <a:pt x="239" y="3678"/>
                </a:cubicBezTo>
                <a:cubicBezTo>
                  <a:pt x="171" y="3713"/>
                  <a:pt x="103" y="3713"/>
                  <a:pt x="69" y="3781"/>
                </a:cubicBezTo>
                <a:cubicBezTo>
                  <a:pt x="35" y="3849"/>
                  <a:pt x="0" y="3917"/>
                  <a:pt x="0" y="3986"/>
                </a:cubicBezTo>
                <a:cubicBezTo>
                  <a:pt x="35" y="4122"/>
                  <a:pt x="137" y="4122"/>
                  <a:pt x="239" y="4122"/>
                </a:cubicBezTo>
                <a:cubicBezTo>
                  <a:pt x="273" y="4122"/>
                  <a:pt x="308" y="4088"/>
                  <a:pt x="342" y="4088"/>
                </a:cubicBezTo>
                <a:cubicBezTo>
                  <a:pt x="649" y="4020"/>
                  <a:pt x="956" y="3951"/>
                  <a:pt x="1263" y="3951"/>
                </a:cubicBezTo>
                <a:cubicBezTo>
                  <a:pt x="1313" y="3941"/>
                  <a:pt x="1364" y="3937"/>
                  <a:pt x="1413" y="3937"/>
                </a:cubicBezTo>
                <a:cubicBezTo>
                  <a:pt x="1700" y="3937"/>
                  <a:pt x="1966" y="4099"/>
                  <a:pt x="2082" y="4361"/>
                </a:cubicBezTo>
                <a:cubicBezTo>
                  <a:pt x="2184" y="4566"/>
                  <a:pt x="2287" y="4770"/>
                  <a:pt x="2321" y="5009"/>
                </a:cubicBezTo>
                <a:cubicBezTo>
                  <a:pt x="2491" y="5624"/>
                  <a:pt x="2526" y="6272"/>
                  <a:pt x="2526" y="6920"/>
                </a:cubicBezTo>
                <a:lnTo>
                  <a:pt x="2526" y="7534"/>
                </a:lnTo>
                <a:cubicBezTo>
                  <a:pt x="2526" y="7705"/>
                  <a:pt x="2491" y="7876"/>
                  <a:pt x="2696" y="7944"/>
                </a:cubicBezTo>
                <a:cubicBezTo>
                  <a:pt x="2710" y="7947"/>
                  <a:pt x="2723" y="7949"/>
                  <a:pt x="2735" y="7949"/>
                </a:cubicBezTo>
                <a:cubicBezTo>
                  <a:pt x="2846" y="7949"/>
                  <a:pt x="2904" y="7814"/>
                  <a:pt x="2935" y="7569"/>
                </a:cubicBezTo>
                <a:cubicBezTo>
                  <a:pt x="3003" y="7193"/>
                  <a:pt x="3037" y="6784"/>
                  <a:pt x="3106" y="6408"/>
                </a:cubicBezTo>
                <a:cubicBezTo>
                  <a:pt x="3140" y="5862"/>
                  <a:pt x="3276" y="5351"/>
                  <a:pt x="3447" y="4873"/>
                </a:cubicBezTo>
                <a:cubicBezTo>
                  <a:pt x="3686" y="4327"/>
                  <a:pt x="4061" y="3917"/>
                  <a:pt x="4573" y="3678"/>
                </a:cubicBezTo>
                <a:cubicBezTo>
                  <a:pt x="4675" y="3610"/>
                  <a:pt x="4812" y="3576"/>
                  <a:pt x="4812" y="3406"/>
                </a:cubicBezTo>
                <a:cubicBezTo>
                  <a:pt x="4812" y="3235"/>
                  <a:pt x="4641" y="3133"/>
                  <a:pt x="4573" y="3098"/>
                </a:cubicBezTo>
                <a:cubicBezTo>
                  <a:pt x="4471" y="3030"/>
                  <a:pt x="4368" y="3030"/>
                  <a:pt x="4300" y="2962"/>
                </a:cubicBezTo>
                <a:cubicBezTo>
                  <a:pt x="4095" y="2894"/>
                  <a:pt x="3890" y="2791"/>
                  <a:pt x="3720" y="2655"/>
                </a:cubicBezTo>
                <a:cubicBezTo>
                  <a:pt x="3345" y="2348"/>
                  <a:pt x="3003" y="1972"/>
                  <a:pt x="2662" y="1631"/>
                </a:cubicBezTo>
                <a:cubicBezTo>
                  <a:pt x="2491" y="1426"/>
                  <a:pt x="2389" y="1187"/>
                  <a:pt x="2389" y="949"/>
                </a:cubicBezTo>
                <a:cubicBezTo>
                  <a:pt x="2355" y="676"/>
                  <a:pt x="2321" y="437"/>
                  <a:pt x="2253" y="164"/>
                </a:cubicBezTo>
                <a:cubicBezTo>
                  <a:pt x="2228" y="64"/>
                  <a:pt x="2129" y="1"/>
                  <a:pt x="202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3" name="Google Shape;676;p10"/>
          <p:cNvSpPr/>
          <p:nvPr/>
        </p:nvSpPr>
        <p:spPr>
          <a:xfrm>
            <a:off x="4431960" y="456804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4" name="Google Shape;677;p10"/>
          <p:cNvSpPr/>
          <p:nvPr/>
        </p:nvSpPr>
        <p:spPr>
          <a:xfrm>
            <a:off x="4434480" y="45655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5" name="Google Shape;678;p10"/>
          <p:cNvSpPr/>
          <p:nvPr/>
        </p:nvSpPr>
        <p:spPr>
          <a:xfrm>
            <a:off x="4426560" y="458136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6" name="Google Shape;679;p10"/>
          <p:cNvSpPr/>
          <p:nvPr/>
        </p:nvSpPr>
        <p:spPr>
          <a:xfrm>
            <a:off x="1778760" y="478080"/>
            <a:ext cx="167040" cy="170640"/>
          </a:xfrm>
          <a:custGeom>
            <a:avLst/>
            <a:gdLst>
              <a:gd name="textAreaLeft" fmla="*/ 0 w 167040"/>
              <a:gd name="textAreaRight" fmla="*/ 167400 w 167040"/>
              <a:gd name="textAreaTop" fmla="*/ 0 h 170640"/>
              <a:gd name="textAreaBottom" fmla="*/ 171000 h 170640"/>
            </a:gdLst>
            <a:ahLst/>
            <a:cxnLst/>
            <a:rect l="textAreaLeft" t="textAreaTop" r="textAreaRight" b="textAreaBottom"/>
            <a:pathLst>
              <a:path w="5065" h="5170">
                <a:moveTo>
                  <a:pt x="1594" y="0"/>
                </a:moveTo>
                <a:cubicBezTo>
                  <a:pt x="1456" y="0"/>
                  <a:pt x="1314" y="125"/>
                  <a:pt x="1379" y="277"/>
                </a:cubicBezTo>
                <a:cubicBezTo>
                  <a:pt x="1515" y="618"/>
                  <a:pt x="1652" y="993"/>
                  <a:pt x="1720" y="1300"/>
                </a:cubicBezTo>
                <a:cubicBezTo>
                  <a:pt x="1822" y="1607"/>
                  <a:pt x="1788" y="1949"/>
                  <a:pt x="1686" y="2256"/>
                </a:cubicBezTo>
                <a:cubicBezTo>
                  <a:pt x="1584" y="2563"/>
                  <a:pt x="1379" y="2802"/>
                  <a:pt x="1106" y="3006"/>
                </a:cubicBezTo>
                <a:lnTo>
                  <a:pt x="150" y="3552"/>
                </a:lnTo>
                <a:cubicBezTo>
                  <a:pt x="1" y="3642"/>
                  <a:pt x="61" y="3837"/>
                  <a:pt x="217" y="3837"/>
                </a:cubicBezTo>
                <a:cubicBezTo>
                  <a:pt x="238" y="3837"/>
                  <a:pt x="262" y="3834"/>
                  <a:pt x="287" y="3825"/>
                </a:cubicBezTo>
                <a:cubicBezTo>
                  <a:pt x="628" y="3689"/>
                  <a:pt x="969" y="3552"/>
                  <a:pt x="1276" y="3416"/>
                </a:cubicBezTo>
                <a:cubicBezTo>
                  <a:pt x="1442" y="3361"/>
                  <a:pt x="1608" y="3335"/>
                  <a:pt x="1772" y="3335"/>
                </a:cubicBezTo>
                <a:cubicBezTo>
                  <a:pt x="2319" y="3335"/>
                  <a:pt x="2830" y="3626"/>
                  <a:pt x="3119" y="4098"/>
                </a:cubicBezTo>
                <a:cubicBezTo>
                  <a:pt x="3256" y="4405"/>
                  <a:pt x="3426" y="4747"/>
                  <a:pt x="3563" y="5088"/>
                </a:cubicBezTo>
                <a:cubicBezTo>
                  <a:pt x="3588" y="5138"/>
                  <a:pt x="3631" y="5170"/>
                  <a:pt x="3666" y="5170"/>
                </a:cubicBezTo>
                <a:cubicBezTo>
                  <a:pt x="3678" y="5170"/>
                  <a:pt x="3690" y="5165"/>
                  <a:pt x="3699" y="5156"/>
                </a:cubicBezTo>
                <a:cubicBezTo>
                  <a:pt x="3767" y="5122"/>
                  <a:pt x="3836" y="5054"/>
                  <a:pt x="3802" y="5020"/>
                </a:cubicBezTo>
                <a:lnTo>
                  <a:pt x="3494" y="3962"/>
                </a:lnTo>
                <a:cubicBezTo>
                  <a:pt x="3392" y="3655"/>
                  <a:pt x="3426" y="3314"/>
                  <a:pt x="3529" y="3006"/>
                </a:cubicBezTo>
                <a:cubicBezTo>
                  <a:pt x="3665" y="2699"/>
                  <a:pt x="3870" y="2426"/>
                  <a:pt x="4143" y="2222"/>
                </a:cubicBezTo>
                <a:cubicBezTo>
                  <a:pt x="4416" y="2017"/>
                  <a:pt x="4757" y="1846"/>
                  <a:pt x="5064" y="1642"/>
                </a:cubicBezTo>
                <a:cubicBezTo>
                  <a:pt x="5064" y="1607"/>
                  <a:pt x="5064" y="1607"/>
                  <a:pt x="5064" y="1573"/>
                </a:cubicBezTo>
                <a:cubicBezTo>
                  <a:pt x="5064" y="1573"/>
                  <a:pt x="5030" y="1539"/>
                  <a:pt x="5030" y="1539"/>
                </a:cubicBezTo>
                <a:cubicBezTo>
                  <a:pt x="4723" y="1676"/>
                  <a:pt x="4416" y="1778"/>
                  <a:pt x="4109" y="1914"/>
                </a:cubicBezTo>
                <a:cubicBezTo>
                  <a:pt x="3952" y="1963"/>
                  <a:pt x="3793" y="1987"/>
                  <a:pt x="3635" y="1987"/>
                </a:cubicBezTo>
                <a:cubicBezTo>
                  <a:pt x="3244" y="1987"/>
                  <a:pt x="2865" y="1841"/>
                  <a:pt x="2573" y="1573"/>
                </a:cubicBezTo>
                <a:cubicBezTo>
                  <a:pt x="2368" y="1403"/>
                  <a:pt x="2232" y="1164"/>
                  <a:pt x="2130" y="925"/>
                </a:cubicBezTo>
                <a:cubicBezTo>
                  <a:pt x="2027" y="652"/>
                  <a:pt x="1891" y="379"/>
                  <a:pt x="1788" y="140"/>
                </a:cubicBezTo>
                <a:cubicBezTo>
                  <a:pt x="1751" y="41"/>
                  <a:pt x="1673" y="0"/>
                  <a:pt x="159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5320" bIns="853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7" name="Google Shape;680;p10"/>
          <p:cNvSpPr/>
          <p:nvPr/>
        </p:nvSpPr>
        <p:spPr>
          <a:xfrm>
            <a:off x="6837480" y="1038600"/>
            <a:ext cx="178920" cy="180720"/>
          </a:xfrm>
          <a:custGeom>
            <a:avLst/>
            <a:gdLst>
              <a:gd name="textAreaLeft" fmla="*/ 0 w 178920"/>
              <a:gd name="textAreaRight" fmla="*/ 179280 w 178920"/>
              <a:gd name="textAreaTop" fmla="*/ 0 h 180720"/>
              <a:gd name="textAreaBottom" fmla="*/ 181080 h 180720"/>
            </a:gdLst>
            <a:ahLst/>
            <a:cxnLst/>
            <a:rect l="textAreaLeft" t="textAreaTop" r="textAreaRight" b="textAreaBottom"/>
            <a:pathLst>
              <a:path w="5426" h="5483">
                <a:moveTo>
                  <a:pt x="3344" y="0"/>
                </a:moveTo>
                <a:cubicBezTo>
                  <a:pt x="3242" y="0"/>
                  <a:pt x="3168" y="62"/>
                  <a:pt x="3140" y="146"/>
                </a:cubicBezTo>
                <a:cubicBezTo>
                  <a:pt x="3037" y="487"/>
                  <a:pt x="2935" y="862"/>
                  <a:pt x="2798" y="1169"/>
                </a:cubicBezTo>
                <a:cubicBezTo>
                  <a:pt x="2602" y="1760"/>
                  <a:pt x="2027" y="2161"/>
                  <a:pt x="1407" y="2161"/>
                </a:cubicBezTo>
                <a:cubicBezTo>
                  <a:pt x="1382" y="2161"/>
                  <a:pt x="1356" y="2160"/>
                  <a:pt x="1331" y="2159"/>
                </a:cubicBezTo>
                <a:lnTo>
                  <a:pt x="239" y="2057"/>
                </a:lnTo>
                <a:cubicBezTo>
                  <a:pt x="34" y="2057"/>
                  <a:pt x="0" y="2330"/>
                  <a:pt x="171" y="2364"/>
                </a:cubicBezTo>
                <a:cubicBezTo>
                  <a:pt x="546" y="2466"/>
                  <a:pt x="922" y="2534"/>
                  <a:pt x="1229" y="2637"/>
                </a:cubicBezTo>
                <a:cubicBezTo>
                  <a:pt x="1570" y="2739"/>
                  <a:pt x="1877" y="2944"/>
                  <a:pt x="2082" y="3251"/>
                </a:cubicBezTo>
                <a:cubicBezTo>
                  <a:pt x="2252" y="3524"/>
                  <a:pt x="2355" y="3899"/>
                  <a:pt x="2321" y="4241"/>
                </a:cubicBezTo>
                <a:cubicBezTo>
                  <a:pt x="2287" y="4582"/>
                  <a:pt x="2184" y="4957"/>
                  <a:pt x="2116" y="5332"/>
                </a:cubicBezTo>
                <a:cubicBezTo>
                  <a:pt x="2116" y="5367"/>
                  <a:pt x="2150" y="5435"/>
                  <a:pt x="2218" y="5469"/>
                </a:cubicBezTo>
                <a:cubicBezTo>
                  <a:pt x="2228" y="5478"/>
                  <a:pt x="2239" y="5482"/>
                  <a:pt x="2252" y="5482"/>
                </a:cubicBezTo>
                <a:cubicBezTo>
                  <a:pt x="2287" y="5482"/>
                  <a:pt x="2330" y="5451"/>
                  <a:pt x="2355" y="5401"/>
                </a:cubicBezTo>
                <a:lnTo>
                  <a:pt x="2730" y="4377"/>
                </a:lnTo>
                <a:cubicBezTo>
                  <a:pt x="2969" y="3729"/>
                  <a:pt x="3583" y="3319"/>
                  <a:pt x="4266" y="3319"/>
                </a:cubicBezTo>
                <a:cubicBezTo>
                  <a:pt x="4607" y="3319"/>
                  <a:pt x="4982" y="3353"/>
                  <a:pt x="5358" y="3387"/>
                </a:cubicBezTo>
                <a:cubicBezTo>
                  <a:pt x="5392" y="3387"/>
                  <a:pt x="5392" y="3353"/>
                  <a:pt x="5392" y="3353"/>
                </a:cubicBezTo>
                <a:cubicBezTo>
                  <a:pt x="5426" y="3319"/>
                  <a:pt x="5392" y="3285"/>
                  <a:pt x="5358" y="3285"/>
                </a:cubicBezTo>
                <a:cubicBezTo>
                  <a:pt x="5051" y="3217"/>
                  <a:pt x="4743" y="3149"/>
                  <a:pt x="4436" y="3046"/>
                </a:cubicBezTo>
                <a:cubicBezTo>
                  <a:pt x="4163" y="2978"/>
                  <a:pt x="3925" y="2807"/>
                  <a:pt x="3720" y="2603"/>
                </a:cubicBezTo>
                <a:cubicBezTo>
                  <a:pt x="3515" y="2398"/>
                  <a:pt x="3413" y="2159"/>
                  <a:pt x="3344" y="1886"/>
                </a:cubicBezTo>
                <a:cubicBezTo>
                  <a:pt x="3276" y="1613"/>
                  <a:pt x="3310" y="1340"/>
                  <a:pt x="3379" y="1101"/>
                </a:cubicBezTo>
                <a:cubicBezTo>
                  <a:pt x="3447" y="828"/>
                  <a:pt x="3481" y="521"/>
                  <a:pt x="3549" y="248"/>
                </a:cubicBezTo>
                <a:cubicBezTo>
                  <a:pt x="3549" y="146"/>
                  <a:pt x="3481" y="43"/>
                  <a:pt x="3413" y="9"/>
                </a:cubicBezTo>
                <a:cubicBezTo>
                  <a:pt x="3388" y="3"/>
                  <a:pt x="3365" y="0"/>
                  <a:pt x="33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360" bIns="90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8" name="Google Shape;681;p10"/>
          <p:cNvSpPr/>
          <p:nvPr/>
        </p:nvSpPr>
        <p:spPr>
          <a:xfrm>
            <a:off x="3503160" y="536040"/>
            <a:ext cx="179640" cy="181800"/>
          </a:xfrm>
          <a:custGeom>
            <a:avLst/>
            <a:gdLst>
              <a:gd name="textAreaLeft" fmla="*/ 0 w 179640"/>
              <a:gd name="textAreaRight" fmla="*/ 180000 w 179640"/>
              <a:gd name="textAreaTop" fmla="*/ 0 h 181800"/>
              <a:gd name="textAreaBottom" fmla="*/ 182160 h 181800"/>
            </a:gdLst>
            <a:ahLst/>
            <a:cxnLst/>
            <a:rect l="textAreaLeft" t="textAreaTop" r="textAreaRight" b="textAreaBottom"/>
            <a:pathLst>
              <a:path w="5450" h="5508">
                <a:moveTo>
                  <a:pt x="2311" y="0"/>
                </a:moveTo>
                <a:cubicBezTo>
                  <a:pt x="2190" y="0"/>
                  <a:pt x="2067" y="89"/>
                  <a:pt x="2105" y="242"/>
                </a:cubicBezTo>
                <a:cubicBezTo>
                  <a:pt x="2139" y="583"/>
                  <a:pt x="2173" y="993"/>
                  <a:pt x="2208" y="1334"/>
                </a:cubicBezTo>
                <a:cubicBezTo>
                  <a:pt x="2242" y="1983"/>
                  <a:pt x="1832" y="2597"/>
                  <a:pt x="1218" y="2836"/>
                </a:cubicBezTo>
                <a:lnTo>
                  <a:pt x="194" y="3143"/>
                </a:lnTo>
                <a:cubicBezTo>
                  <a:pt x="0" y="3175"/>
                  <a:pt x="51" y="3452"/>
                  <a:pt x="231" y="3452"/>
                </a:cubicBezTo>
                <a:cubicBezTo>
                  <a:pt x="241" y="3452"/>
                  <a:pt x="252" y="3452"/>
                  <a:pt x="263" y="3450"/>
                </a:cubicBezTo>
                <a:cubicBezTo>
                  <a:pt x="604" y="3416"/>
                  <a:pt x="979" y="3313"/>
                  <a:pt x="1320" y="3279"/>
                </a:cubicBezTo>
                <a:cubicBezTo>
                  <a:pt x="1381" y="3274"/>
                  <a:pt x="1441" y="3271"/>
                  <a:pt x="1500" y="3271"/>
                </a:cubicBezTo>
                <a:cubicBezTo>
                  <a:pt x="1805" y="3271"/>
                  <a:pt x="2081" y="3347"/>
                  <a:pt x="2310" y="3518"/>
                </a:cubicBezTo>
                <a:cubicBezTo>
                  <a:pt x="2617" y="3689"/>
                  <a:pt x="2856" y="3996"/>
                  <a:pt x="2958" y="4337"/>
                </a:cubicBezTo>
                <a:cubicBezTo>
                  <a:pt x="3061" y="4678"/>
                  <a:pt x="3129" y="5054"/>
                  <a:pt x="3197" y="5395"/>
                </a:cubicBezTo>
                <a:cubicBezTo>
                  <a:pt x="3212" y="5472"/>
                  <a:pt x="3269" y="5507"/>
                  <a:pt x="3324" y="5507"/>
                </a:cubicBezTo>
                <a:cubicBezTo>
                  <a:pt x="3391" y="5507"/>
                  <a:pt x="3455" y="5454"/>
                  <a:pt x="3436" y="5361"/>
                </a:cubicBezTo>
                <a:lnTo>
                  <a:pt x="3368" y="4269"/>
                </a:lnTo>
                <a:cubicBezTo>
                  <a:pt x="3368" y="3586"/>
                  <a:pt x="3743" y="2972"/>
                  <a:pt x="4357" y="2699"/>
                </a:cubicBezTo>
                <a:cubicBezTo>
                  <a:pt x="4698" y="2563"/>
                  <a:pt x="5040" y="2460"/>
                  <a:pt x="5381" y="2358"/>
                </a:cubicBezTo>
                <a:cubicBezTo>
                  <a:pt x="5415" y="2324"/>
                  <a:pt x="5449" y="2324"/>
                  <a:pt x="5415" y="2290"/>
                </a:cubicBezTo>
                <a:cubicBezTo>
                  <a:pt x="5415" y="2290"/>
                  <a:pt x="5415" y="2256"/>
                  <a:pt x="5381" y="2256"/>
                </a:cubicBezTo>
                <a:cubicBezTo>
                  <a:pt x="5074" y="2324"/>
                  <a:pt x="4767" y="2392"/>
                  <a:pt x="4426" y="2426"/>
                </a:cubicBezTo>
                <a:cubicBezTo>
                  <a:pt x="4377" y="2432"/>
                  <a:pt x="4329" y="2435"/>
                  <a:pt x="4280" y="2435"/>
                </a:cubicBezTo>
                <a:cubicBezTo>
                  <a:pt x="4056" y="2435"/>
                  <a:pt x="3831" y="2374"/>
                  <a:pt x="3607" y="2290"/>
                </a:cubicBezTo>
                <a:cubicBezTo>
                  <a:pt x="3368" y="2187"/>
                  <a:pt x="3129" y="1983"/>
                  <a:pt x="2992" y="1778"/>
                </a:cubicBezTo>
                <a:cubicBezTo>
                  <a:pt x="2822" y="1539"/>
                  <a:pt x="2719" y="1300"/>
                  <a:pt x="2685" y="1027"/>
                </a:cubicBezTo>
                <a:cubicBezTo>
                  <a:pt x="2651" y="754"/>
                  <a:pt x="2583" y="481"/>
                  <a:pt x="2515" y="174"/>
                </a:cubicBezTo>
                <a:cubicBezTo>
                  <a:pt x="2500" y="54"/>
                  <a:pt x="2406" y="0"/>
                  <a:pt x="231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080" bIns="91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69" name="Google Shape;682;p10"/>
          <p:cNvSpPr/>
          <p:nvPr/>
        </p:nvSpPr>
        <p:spPr>
          <a:xfrm>
            <a:off x="7119720" y="73440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9">
                <a:moveTo>
                  <a:pt x="491" y="1"/>
                </a:moveTo>
                <a:cubicBezTo>
                  <a:pt x="356" y="1"/>
                  <a:pt x="231" y="54"/>
                  <a:pt x="137" y="170"/>
                </a:cubicBezTo>
                <a:cubicBezTo>
                  <a:pt x="35" y="273"/>
                  <a:pt x="1" y="477"/>
                  <a:pt x="103" y="614"/>
                </a:cubicBezTo>
                <a:cubicBezTo>
                  <a:pt x="274" y="887"/>
                  <a:pt x="547" y="1058"/>
                  <a:pt x="820" y="1092"/>
                </a:cubicBezTo>
                <a:cubicBezTo>
                  <a:pt x="842" y="1096"/>
                  <a:pt x="864" y="1098"/>
                  <a:pt x="887" y="1098"/>
                </a:cubicBezTo>
                <a:cubicBezTo>
                  <a:pt x="1041" y="1098"/>
                  <a:pt x="1204" y="1001"/>
                  <a:pt x="1263" y="853"/>
                </a:cubicBezTo>
                <a:cubicBezTo>
                  <a:pt x="1332" y="682"/>
                  <a:pt x="1298" y="512"/>
                  <a:pt x="1161" y="375"/>
                </a:cubicBezTo>
                <a:cubicBezTo>
                  <a:pt x="990" y="239"/>
                  <a:pt x="854" y="136"/>
                  <a:pt x="683" y="34"/>
                </a:cubicBezTo>
                <a:cubicBezTo>
                  <a:pt x="619" y="12"/>
                  <a:pt x="554" y="1"/>
                  <a:pt x="49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0" name="Google Shape;683;p10"/>
          <p:cNvSpPr/>
          <p:nvPr/>
        </p:nvSpPr>
        <p:spPr>
          <a:xfrm>
            <a:off x="249840" y="341532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098">
                <a:moveTo>
                  <a:pt x="480" y="0"/>
                </a:moveTo>
                <a:cubicBezTo>
                  <a:pt x="356" y="0"/>
                  <a:pt x="231" y="53"/>
                  <a:pt x="137" y="170"/>
                </a:cubicBezTo>
                <a:cubicBezTo>
                  <a:pt x="1" y="272"/>
                  <a:pt x="1" y="477"/>
                  <a:pt x="103" y="613"/>
                </a:cubicBezTo>
                <a:cubicBezTo>
                  <a:pt x="274" y="886"/>
                  <a:pt x="547" y="1023"/>
                  <a:pt x="820" y="1091"/>
                </a:cubicBezTo>
                <a:cubicBezTo>
                  <a:pt x="842" y="1095"/>
                  <a:pt x="864" y="1098"/>
                  <a:pt x="886" y="1098"/>
                </a:cubicBezTo>
                <a:cubicBezTo>
                  <a:pt x="1033" y="1098"/>
                  <a:pt x="1174" y="1001"/>
                  <a:pt x="1263" y="852"/>
                </a:cubicBezTo>
                <a:cubicBezTo>
                  <a:pt x="1332" y="682"/>
                  <a:pt x="1297" y="477"/>
                  <a:pt x="1161" y="374"/>
                </a:cubicBezTo>
                <a:cubicBezTo>
                  <a:pt x="990" y="238"/>
                  <a:pt x="854" y="136"/>
                  <a:pt x="649" y="33"/>
                </a:cubicBezTo>
                <a:cubicBezTo>
                  <a:pt x="595" y="12"/>
                  <a:pt x="538" y="0"/>
                  <a:pt x="48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1" name="Google Shape;684;p10"/>
          <p:cNvSpPr/>
          <p:nvPr/>
        </p:nvSpPr>
        <p:spPr>
          <a:xfrm>
            <a:off x="2373480" y="35532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46" y="1"/>
                </a:moveTo>
                <a:cubicBezTo>
                  <a:pt x="342" y="69"/>
                  <a:pt x="171" y="205"/>
                  <a:pt x="103" y="376"/>
                </a:cubicBezTo>
                <a:cubicBezTo>
                  <a:pt x="0" y="512"/>
                  <a:pt x="34" y="717"/>
                  <a:pt x="137" y="854"/>
                </a:cubicBezTo>
                <a:cubicBezTo>
                  <a:pt x="221" y="938"/>
                  <a:pt x="328" y="999"/>
                  <a:pt x="440" y="999"/>
                </a:cubicBezTo>
                <a:cubicBezTo>
                  <a:pt x="464" y="999"/>
                  <a:pt x="488" y="996"/>
                  <a:pt x="512" y="990"/>
                </a:cubicBezTo>
                <a:lnTo>
                  <a:pt x="649" y="990"/>
                </a:lnTo>
                <a:cubicBezTo>
                  <a:pt x="922" y="990"/>
                  <a:pt x="1161" y="785"/>
                  <a:pt x="1195" y="547"/>
                </a:cubicBezTo>
                <a:cubicBezTo>
                  <a:pt x="1229" y="410"/>
                  <a:pt x="1195" y="274"/>
                  <a:pt x="1092" y="205"/>
                </a:cubicBezTo>
                <a:cubicBezTo>
                  <a:pt x="990" y="103"/>
                  <a:pt x="888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2" name="Google Shape;685;p10"/>
          <p:cNvSpPr/>
          <p:nvPr/>
        </p:nvSpPr>
        <p:spPr>
          <a:xfrm>
            <a:off x="511560" y="103860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0">
                <a:moveTo>
                  <a:pt x="512" y="1"/>
                </a:moveTo>
                <a:cubicBezTo>
                  <a:pt x="341" y="69"/>
                  <a:pt x="171" y="206"/>
                  <a:pt x="103" y="376"/>
                </a:cubicBezTo>
                <a:cubicBezTo>
                  <a:pt x="0" y="513"/>
                  <a:pt x="0" y="717"/>
                  <a:pt x="137" y="854"/>
                </a:cubicBezTo>
                <a:cubicBezTo>
                  <a:pt x="193" y="938"/>
                  <a:pt x="318" y="999"/>
                  <a:pt x="437" y="999"/>
                </a:cubicBezTo>
                <a:cubicBezTo>
                  <a:pt x="463" y="999"/>
                  <a:pt x="488" y="996"/>
                  <a:pt x="512" y="990"/>
                </a:cubicBezTo>
                <a:lnTo>
                  <a:pt x="648" y="990"/>
                </a:lnTo>
                <a:cubicBezTo>
                  <a:pt x="921" y="990"/>
                  <a:pt x="1126" y="786"/>
                  <a:pt x="1194" y="547"/>
                </a:cubicBezTo>
                <a:cubicBezTo>
                  <a:pt x="1229" y="410"/>
                  <a:pt x="1194" y="274"/>
                  <a:pt x="1092" y="206"/>
                </a:cubicBezTo>
                <a:cubicBezTo>
                  <a:pt x="990" y="137"/>
                  <a:pt x="887" y="69"/>
                  <a:pt x="78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3" name="Google Shape;686;p10"/>
          <p:cNvSpPr/>
          <p:nvPr/>
        </p:nvSpPr>
        <p:spPr>
          <a:xfrm>
            <a:off x="8948520" y="235764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4" name="Google Shape;687;p10"/>
          <p:cNvSpPr/>
          <p:nvPr/>
        </p:nvSpPr>
        <p:spPr>
          <a:xfrm>
            <a:off x="8662320" y="170388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4" h="965">
                <a:moveTo>
                  <a:pt x="635" y="0"/>
                </a:moveTo>
                <a:cubicBezTo>
                  <a:pt x="441" y="0"/>
                  <a:pt x="251" y="91"/>
                  <a:pt x="137" y="273"/>
                </a:cubicBezTo>
                <a:cubicBezTo>
                  <a:pt x="1" y="376"/>
                  <a:pt x="1" y="546"/>
                  <a:pt x="137" y="683"/>
                </a:cubicBezTo>
                <a:cubicBezTo>
                  <a:pt x="240" y="853"/>
                  <a:pt x="410" y="922"/>
                  <a:pt x="615" y="956"/>
                </a:cubicBezTo>
                <a:cubicBezTo>
                  <a:pt x="639" y="962"/>
                  <a:pt x="664" y="965"/>
                  <a:pt x="690" y="965"/>
                </a:cubicBezTo>
                <a:cubicBezTo>
                  <a:pt x="810" y="965"/>
                  <a:pt x="940" y="903"/>
                  <a:pt x="1025" y="819"/>
                </a:cubicBezTo>
                <a:cubicBezTo>
                  <a:pt x="1263" y="615"/>
                  <a:pt x="1229" y="205"/>
                  <a:pt x="922" y="69"/>
                </a:cubicBezTo>
                <a:cubicBezTo>
                  <a:pt x="831" y="23"/>
                  <a:pt x="733" y="0"/>
                  <a:pt x="63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5" name="Google Shape;688;p10"/>
          <p:cNvSpPr/>
          <p:nvPr/>
        </p:nvSpPr>
        <p:spPr>
          <a:xfrm>
            <a:off x="5737320" y="428760"/>
            <a:ext cx="39240" cy="33480"/>
          </a:xfrm>
          <a:custGeom>
            <a:avLst/>
            <a:gdLst>
              <a:gd name="textAreaLeft" fmla="*/ 0 w 39240"/>
              <a:gd name="textAreaRight" fmla="*/ 39600 w 39240"/>
              <a:gd name="textAreaTop" fmla="*/ 0 h 33480"/>
              <a:gd name="textAreaBottom" fmla="*/ 33840 h 33480"/>
            </a:gdLst>
            <a:ahLst/>
            <a:cxnLst/>
            <a:rect l="textAreaLeft" t="textAreaTop" r="textAreaRight" b="textAreaBottom"/>
            <a:pathLst>
              <a:path w="1195" h="1020">
                <a:moveTo>
                  <a:pt x="519" y="0"/>
                </a:moveTo>
                <a:cubicBezTo>
                  <a:pt x="302" y="0"/>
                  <a:pt x="100" y="162"/>
                  <a:pt x="69" y="380"/>
                </a:cubicBezTo>
                <a:cubicBezTo>
                  <a:pt x="0" y="585"/>
                  <a:pt x="69" y="824"/>
                  <a:pt x="273" y="960"/>
                </a:cubicBezTo>
                <a:cubicBezTo>
                  <a:pt x="363" y="1000"/>
                  <a:pt x="458" y="1020"/>
                  <a:pt x="553" y="1020"/>
                </a:cubicBezTo>
                <a:cubicBezTo>
                  <a:pt x="782" y="1020"/>
                  <a:pt x="1006" y="905"/>
                  <a:pt x="1126" y="687"/>
                </a:cubicBezTo>
                <a:cubicBezTo>
                  <a:pt x="1195" y="551"/>
                  <a:pt x="1195" y="380"/>
                  <a:pt x="1092" y="278"/>
                </a:cubicBezTo>
                <a:cubicBezTo>
                  <a:pt x="956" y="107"/>
                  <a:pt x="785" y="5"/>
                  <a:pt x="580" y="5"/>
                </a:cubicBezTo>
                <a:cubicBezTo>
                  <a:pt x="560" y="2"/>
                  <a:pt x="539" y="0"/>
                  <a:pt x="51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920" bIns="169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6" name="Google Shape;689;p10"/>
          <p:cNvSpPr/>
          <p:nvPr/>
        </p:nvSpPr>
        <p:spPr>
          <a:xfrm>
            <a:off x="7616160" y="397368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615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8" y="1298"/>
                </a:cubicBezTo>
                <a:cubicBezTo>
                  <a:pt x="888" y="1229"/>
                  <a:pt x="991" y="1059"/>
                  <a:pt x="991" y="888"/>
                </a:cubicBezTo>
                <a:cubicBezTo>
                  <a:pt x="956" y="683"/>
                  <a:pt x="922" y="479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7" name="Google Shape;690;p10"/>
          <p:cNvSpPr/>
          <p:nvPr/>
        </p:nvSpPr>
        <p:spPr>
          <a:xfrm>
            <a:off x="7905240" y="60912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8" name="Google Shape;691;p10"/>
          <p:cNvSpPr/>
          <p:nvPr/>
        </p:nvSpPr>
        <p:spPr>
          <a:xfrm>
            <a:off x="8488440" y="2903400"/>
            <a:ext cx="40320" cy="31320"/>
          </a:xfrm>
          <a:custGeom>
            <a:avLst/>
            <a:gdLst>
              <a:gd name="textAreaLeft" fmla="*/ 0 w 40320"/>
              <a:gd name="textAreaRight" fmla="*/ 40680 w 4032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29" h="958">
                <a:moveTo>
                  <a:pt x="625" y="0"/>
                </a:moveTo>
                <a:cubicBezTo>
                  <a:pt x="422" y="0"/>
                  <a:pt x="221" y="100"/>
                  <a:pt x="103" y="266"/>
                </a:cubicBezTo>
                <a:cubicBezTo>
                  <a:pt x="0" y="368"/>
                  <a:pt x="0" y="539"/>
                  <a:pt x="103" y="675"/>
                </a:cubicBezTo>
                <a:cubicBezTo>
                  <a:pt x="205" y="812"/>
                  <a:pt x="410" y="914"/>
                  <a:pt x="580" y="948"/>
                </a:cubicBezTo>
                <a:cubicBezTo>
                  <a:pt x="610" y="954"/>
                  <a:pt x="640" y="957"/>
                  <a:pt x="668" y="957"/>
                </a:cubicBezTo>
                <a:cubicBezTo>
                  <a:pt x="798" y="957"/>
                  <a:pt x="905" y="896"/>
                  <a:pt x="990" y="812"/>
                </a:cubicBezTo>
                <a:cubicBezTo>
                  <a:pt x="1229" y="607"/>
                  <a:pt x="1194" y="198"/>
                  <a:pt x="887" y="61"/>
                </a:cubicBezTo>
                <a:cubicBezTo>
                  <a:pt x="804" y="19"/>
                  <a:pt x="714" y="0"/>
                  <a:pt x="625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79" name="Google Shape;692;p10"/>
          <p:cNvSpPr/>
          <p:nvPr/>
        </p:nvSpPr>
        <p:spPr>
          <a:xfrm>
            <a:off x="7908120" y="4753800"/>
            <a:ext cx="32400" cy="42480"/>
          </a:xfrm>
          <a:custGeom>
            <a:avLst/>
            <a:gdLst>
              <a:gd name="textAreaLeft" fmla="*/ 0 w 32400"/>
              <a:gd name="textAreaRight" fmla="*/ 32760 w 32400"/>
              <a:gd name="textAreaTop" fmla="*/ 0 h 42480"/>
              <a:gd name="textAreaBottom" fmla="*/ 42840 h 42480"/>
            </a:gdLst>
            <a:ahLst/>
            <a:cxnLst/>
            <a:rect l="textAreaLeft" t="textAreaTop" r="textAreaRight" b="textAreaBottom"/>
            <a:pathLst>
              <a:path w="990" h="1297">
                <a:moveTo>
                  <a:pt x="486" y="1"/>
                </a:moveTo>
                <a:cubicBezTo>
                  <a:pt x="461" y="1"/>
                  <a:pt x="436" y="3"/>
                  <a:pt x="410" y="7"/>
                </a:cubicBezTo>
                <a:cubicBezTo>
                  <a:pt x="239" y="7"/>
                  <a:pt x="68" y="109"/>
                  <a:pt x="34" y="314"/>
                </a:cubicBezTo>
                <a:cubicBezTo>
                  <a:pt x="0" y="587"/>
                  <a:pt x="68" y="894"/>
                  <a:pt x="239" y="1133"/>
                </a:cubicBezTo>
                <a:cubicBezTo>
                  <a:pt x="314" y="1233"/>
                  <a:pt x="425" y="1296"/>
                  <a:pt x="547" y="1296"/>
                </a:cubicBezTo>
                <a:cubicBezTo>
                  <a:pt x="591" y="1296"/>
                  <a:pt x="637" y="1288"/>
                  <a:pt x="683" y="1270"/>
                </a:cubicBezTo>
                <a:cubicBezTo>
                  <a:pt x="853" y="1235"/>
                  <a:pt x="990" y="1031"/>
                  <a:pt x="956" y="860"/>
                </a:cubicBezTo>
                <a:cubicBezTo>
                  <a:pt x="956" y="655"/>
                  <a:pt x="921" y="485"/>
                  <a:pt x="853" y="280"/>
                </a:cubicBezTo>
                <a:cubicBezTo>
                  <a:pt x="794" y="101"/>
                  <a:pt x="656" y="1"/>
                  <a:pt x="486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240" bIns="21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0" name="Google Shape;693;p10"/>
          <p:cNvSpPr/>
          <p:nvPr/>
        </p:nvSpPr>
        <p:spPr>
          <a:xfrm>
            <a:off x="6837480" y="353880"/>
            <a:ext cx="36720" cy="35640"/>
          </a:xfrm>
          <a:custGeom>
            <a:avLst/>
            <a:gdLst>
              <a:gd name="textAreaLeft" fmla="*/ 0 w 36720"/>
              <a:gd name="textAreaRight" fmla="*/ 37080 w 3672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27" h="1090">
                <a:moveTo>
                  <a:pt x="550" y="1"/>
                </a:moveTo>
                <a:cubicBezTo>
                  <a:pt x="467" y="1"/>
                  <a:pt x="382" y="23"/>
                  <a:pt x="307" y="74"/>
                </a:cubicBezTo>
                <a:cubicBezTo>
                  <a:pt x="103" y="176"/>
                  <a:pt x="0" y="415"/>
                  <a:pt x="68" y="619"/>
                </a:cubicBezTo>
                <a:cubicBezTo>
                  <a:pt x="153" y="901"/>
                  <a:pt x="400" y="1090"/>
                  <a:pt x="675" y="1090"/>
                </a:cubicBezTo>
                <a:cubicBezTo>
                  <a:pt x="734" y="1090"/>
                  <a:pt x="793" y="1081"/>
                  <a:pt x="853" y="1063"/>
                </a:cubicBezTo>
                <a:cubicBezTo>
                  <a:pt x="990" y="1029"/>
                  <a:pt x="1092" y="892"/>
                  <a:pt x="1126" y="756"/>
                </a:cubicBezTo>
                <a:cubicBezTo>
                  <a:pt x="1126" y="551"/>
                  <a:pt x="1058" y="346"/>
                  <a:pt x="921" y="176"/>
                </a:cubicBezTo>
                <a:cubicBezTo>
                  <a:pt x="835" y="68"/>
                  <a:pt x="694" y="1"/>
                  <a:pt x="55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1" name="Google Shape;694;p10"/>
          <p:cNvSpPr/>
          <p:nvPr/>
        </p:nvSpPr>
        <p:spPr>
          <a:xfrm>
            <a:off x="146160" y="4269240"/>
            <a:ext cx="40320" cy="32400"/>
          </a:xfrm>
          <a:custGeom>
            <a:avLst/>
            <a:gdLst>
              <a:gd name="textAreaLeft" fmla="*/ 0 w 40320"/>
              <a:gd name="textAreaRight" fmla="*/ 40680 w 40320"/>
              <a:gd name="textAreaTop" fmla="*/ 0 h 32400"/>
              <a:gd name="textAreaBottom" fmla="*/ 32760 h 32400"/>
            </a:gdLst>
            <a:ahLst/>
            <a:cxnLst/>
            <a:rect l="textAreaLeft" t="textAreaTop" r="textAreaRight" b="textAreaBottom"/>
            <a:pathLst>
              <a:path w="1229" h="986">
                <a:moveTo>
                  <a:pt x="508" y="0"/>
                </a:moveTo>
                <a:cubicBezTo>
                  <a:pt x="295" y="0"/>
                  <a:pt x="99" y="132"/>
                  <a:pt x="69" y="346"/>
                </a:cubicBezTo>
                <a:cubicBezTo>
                  <a:pt x="0" y="585"/>
                  <a:pt x="103" y="824"/>
                  <a:pt x="273" y="927"/>
                </a:cubicBezTo>
                <a:cubicBezTo>
                  <a:pt x="363" y="966"/>
                  <a:pt x="458" y="986"/>
                  <a:pt x="553" y="986"/>
                </a:cubicBezTo>
                <a:cubicBezTo>
                  <a:pt x="782" y="986"/>
                  <a:pt x="1006" y="871"/>
                  <a:pt x="1126" y="654"/>
                </a:cubicBezTo>
                <a:cubicBezTo>
                  <a:pt x="1229" y="551"/>
                  <a:pt x="1195" y="381"/>
                  <a:pt x="1092" y="278"/>
                </a:cubicBezTo>
                <a:cubicBezTo>
                  <a:pt x="956" y="108"/>
                  <a:pt x="785" y="5"/>
                  <a:pt x="581" y="5"/>
                </a:cubicBezTo>
                <a:cubicBezTo>
                  <a:pt x="556" y="2"/>
                  <a:pt x="532" y="0"/>
                  <a:pt x="50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200" bIns="16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2" name="Google Shape;695;p10"/>
          <p:cNvSpPr/>
          <p:nvPr/>
        </p:nvSpPr>
        <p:spPr>
          <a:xfrm>
            <a:off x="368280" y="2808000"/>
            <a:ext cx="36720" cy="34920"/>
          </a:xfrm>
          <a:custGeom>
            <a:avLst/>
            <a:gdLst>
              <a:gd name="textAreaLeft" fmla="*/ 0 w 36720"/>
              <a:gd name="textAreaRight" fmla="*/ 37080 w 36720"/>
              <a:gd name="textAreaTop" fmla="*/ 0 h 34920"/>
              <a:gd name="textAreaBottom" fmla="*/ 35280 h 34920"/>
            </a:gdLst>
            <a:ahLst/>
            <a:cxnLst/>
            <a:rect l="textAreaLeft" t="textAreaTop" r="textAreaRight" b="textAreaBottom"/>
            <a:pathLst>
              <a:path w="1127" h="1067">
                <a:moveTo>
                  <a:pt x="573" y="0"/>
                </a:moveTo>
                <a:cubicBezTo>
                  <a:pt x="482" y="0"/>
                  <a:pt x="389" y="27"/>
                  <a:pt x="307" y="82"/>
                </a:cubicBezTo>
                <a:cubicBezTo>
                  <a:pt x="103" y="184"/>
                  <a:pt x="0" y="389"/>
                  <a:pt x="69" y="628"/>
                </a:cubicBezTo>
                <a:cubicBezTo>
                  <a:pt x="151" y="903"/>
                  <a:pt x="388" y="1067"/>
                  <a:pt x="656" y="1067"/>
                </a:cubicBezTo>
                <a:cubicBezTo>
                  <a:pt x="721" y="1067"/>
                  <a:pt x="787" y="1057"/>
                  <a:pt x="853" y="1037"/>
                </a:cubicBezTo>
                <a:cubicBezTo>
                  <a:pt x="990" y="1003"/>
                  <a:pt x="1092" y="867"/>
                  <a:pt x="1092" y="730"/>
                </a:cubicBezTo>
                <a:cubicBezTo>
                  <a:pt x="1126" y="526"/>
                  <a:pt x="1058" y="321"/>
                  <a:pt x="922" y="184"/>
                </a:cubicBezTo>
                <a:cubicBezTo>
                  <a:pt x="840" y="62"/>
                  <a:pt x="709" y="0"/>
                  <a:pt x="573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3" name="Google Shape;696;p10"/>
          <p:cNvSpPr/>
          <p:nvPr/>
        </p:nvSpPr>
        <p:spPr>
          <a:xfrm>
            <a:off x="1316520" y="216720"/>
            <a:ext cx="44640" cy="28800"/>
          </a:xfrm>
          <a:custGeom>
            <a:avLst/>
            <a:gdLst>
              <a:gd name="textAreaLeft" fmla="*/ 0 w 44640"/>
              <a:gd name="textAreaRight" fmla="*/ 45000 w 44640"/>
              <a:gd name="textAreaTop" fmla="*/ 0 h 28800"/>
              <a:gd name="textAreaBottom" fmla="*/ 29160 h 28800"/>
            </a:gdLst>
            <a:ahLst/>
            <a:cxnLst/>
            <a:rect l="textAreaLeft" t="textAreaTop" r="textAreaRight" b="textAreaBottom"/>
            <a:pathLst>
              <a:path w="1366" h="881">
                <a:moveTo>
                  <a:pt x="375" y="0"/>
                </a:moveTo>
                <a:cubicBezTo>
                  <a:pt x="205" y="68"/>
                  <a:pt x="68" y="205"/>
                  <a:pt x="34" y="409"/>
                </a:cubicBezTo>
                <a:cubicBezTo>
                  <a:pt x="0" y="580"/>
                  <a:pt x="103" y="751"/>
                  <a:pt x="273" y="819"/>
                </a:cubicBezTo>
                <a:cubicBezTo>
                  <a:pt x="387" y="862"/>
                  <a:pt x="508" y="881"/>
                  <a:pt x="629" y="881"/>
                </a:cubicBezTo>
                <a:cubicBezTo>
                  <a:pt x="797" y="881"/>
                  <a:pt x="968" y="844"/>
                  <a:pt x="1126" y="785"/>
                </a:cubicBezTo>
                <a:cubicBezTo>
                  <a:pt x="1297" y="682"/>
                  <a:pt x="1365" y="512"/>
                  <a:pt x="1331" y="341"/>
                </a:cubicBezTo>
                <a:cubicBezTo>
                  <a:pt x="1331" y="171"/>
                  <a:pt x="1160" y="0"/>
                  <a:pt x="99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4400" bIns="144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4" name="Google Shape;697;p10"/>
          <p:cNvSpPr/>
          <p:nvPr/>
        </p:nvSpPr>
        <p:spPr>
          <a:xfrm>
            <a:off x="818280" y="152280"/>
            <a:ext cx="39240" cy="34560"/>
          </a:xfrm>
          <a:custGeom>
            <a:avLst/>
            <a:gdLst>
              <a:gd name="textAreaLeft" fmla="*/ 0 w 39240"/>
              <a:gd name="textAreaRight" fmla="*/ 39600 w 3924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1196" h="1060">
                <a:moveTo>
                  <a:pt x="672" y="1"/>
                </a:moveTo>
                <a:cubicBezTo>
                  <a:pt x="542" y="1"/>
                  <a:pt x="418" y="38"/>
                  <a:pt x="308" y="104"/>
                </a:cubicBezTo>
                <a:cubicBezTo>
                  <a:pt x="103" y="241"/>
                  <a:pt x="1" y="480"/>
                  <a:pt x="103" y="719"/>
                </a:cubicBezTo>
                <a:cubicBezTo>
                  <a:pt x="171" y="923"/>
                  <a:pt x="376" y="1060"/>
                  <a:pt x="615" y="1060"/>
                </a:cubicBezTo>
                <a:cubicBezTo>
                  <a:pt x="956" y="992"/>
                  <a:pt x="1195" y="684"/>
                  <a:pt x="1161" y="343"/>
                </a:cubicBezTo>
                <a:cubicBezTo>
                  <a:pt x="1127" y="173"/>
                  <a:pt x="1024" y="70"/>
                  <a:pt x="888" y="36"/>
                </a:cubicBezTo>
                <a:cubicBezTo>
                  <a:pt x="815" y="12"/>
                  <a:pt x="743" y="1"/>
                  <a:pt x="672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280" bIns="172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5" name="Google Shape;698;p10"/>
          <p:cNvSpPr/>
          <p:nvPr/>
        </p:nvSpPr>
        <p:spPr>
          <a:xfrm>
            <a:off x="1005480" y="842040"/>
            <a:ext cx="42480" cy="37800"/>
          </a:xfrm>
          <a:custGeom>
            <a:avLst/>
            <a:gdLst>
              <a:gd name="textAreaLeft" fmla="*/ 0 w 42480"/>
              <a:gd name="textAreaRight" fmla="*/ 42840 w 424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297" h="1158">
                <a:moveTo>
                  <a:pt x="486" y="0"/>
                </a:moveTo>
                <a:cubicBezTo>
                  <a:pt x="381" y="0"/>
                  <a:pt x="278" y="34"/>
                  <a:pt x="205" y="107"/>
                </a:cubicBezTo>
                <a:cubicBezTo>
                  <a:pt x="69" y="210"/>
                  <a:pt x="0" y="415"/>
                  <a:pt x="103" y="551"/>
                </a:cubicBezTo>
                <a:cubicBezTo>
                  <a:pt x="205" y="824"/>
                  <a:pt x="444" y="1029"/>
                  <a:pt x="717" y="1131"/>
                </a:cubicBezTo>
                <a:cubicBezTo>
                  <a:pt x="763" y="1149"/>
                  <a:pt x="808" y="1158"/>
                  <a:pt x="853" y="1158"/>
                </a:cubicBezTo>
                <a:cubicBezTo>
                  <a:pt x="974" y="1158"/>
                  <a:pt x="1086" y="1095"/>
                  <a:pt x="1160" y="995"/>
                </a:cubicBezTo>
                <a:cubicBezTo>
                  <a:pt x="1297" y="858"/>
                  <a:pt x="1297" y="653"/>
                  <a:pt x="1160" y="517"/>
                </a:cubicBezTo>
                <a:cubicBezTo>
                  <a:pt x="1024" y="346"/>
                  <a:pt x="887" y="210"/>
                  <a:pt x="751" y="73"/>
                </a:cubicBezTo>
                <a:cubicBezTo>
                  <a:pt x="672" y="26"/>
                  <a:pt x="578" y="0"/>
                  <a:pt x="4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6" name="Google Shape;699;p10"/>
          <p:cNvSpPr/>
          <p:nvPr/>
        </p:nvSpPr>
        <p:spPr>
          <a:xfrm>
            <a:off x="146160" y="444960"/>
            <a:ext cx="40320" cy="32760"/>
          </a:xfrm>
          <a:custGeom>
            <a:avLst/>
            <a:gdLst>
              <a:gd name="textAreaLeft" fmla="*/ 0 w 40320"/>
              <a:gd name="textAreaRight" fmla="*/ 40680 w 4032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1229" h="1006">
                <a:moveTo>
                  <a:pt x="538" y="0"/>
                </a:moveTo>
                <a:cubicBezTo>
                  <a:pt x="352" y="0"/>
                  <a:pt x="184" y="104"/>
                  <a:pt x="103" y="294"/>
                </a:cubicBezTo>
                <a:cubicBezTo>
                  <a:pt x="0" y="499"/>
                  <a:pt x="35" y="738"/>
                  <a:pt x="239" y="874"/>
                </a:cubicBezTo>
                <a:cubicBezTo>
                  <a:pt x="356" y="962"/>
                  <a:pt x="492" y="1006"/>
                  <a:pt x="628" y="1006"/>
                </a:cubicBezTo>
                <a:cubicBezTo>
                  <a:pt x="809" y="1006"/>
                  <a:pt x="990" y="928"/>
                  <a:pt x="1126" y="772"/>
                </a:cubicBezTo>
                <a:cubicBezTo>
                  <a:pt x="1229" y="635"/>
                  <a:pt x="1229" y="499"/>
                  <a:pt x="1126" y="362"/>
                </a:cubicBezTo>
                <a:cubicBezTo>
                  <a:pt x="1024" y="192"/>
                  <a:pt x="854" y="55"/>
                  <a:pt x="683" y="21"/>
                </a:cubicBezTo>
                <a:cubicBezTo>
                  <a:pt x="634" y="7"/>
                  <a:pt x="585" y="0"/>
                  <a:pt x="538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7" name="Google Shape;700;p10"/>
          <p:cNvSpPr/>
          <p:nvPr/>
        </p:nvSpPr>
        <p:spPr>
          <a:xfrm>
            <a:off x="6449760" y="148320"/>
            <a:ext cx="30240" cy="42840"/>
          </a:xfrm>
          <a:custGeom>
            <a:avLst/>
            <a:gdLst>
              <a:gd name="textAreaLeft" fmla="*/ 0 w 30240"/>
              <a:gd name="textAreaRight" fmla="*/ 30600 w 3024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22" h="1311">
                <a:moveTo>
                  <a:pt x="469" y="0"/>
                </a:moveTo>
                <a:cubicBezTo>
                  <a:pt x="299" y="0"/>
                  <a:pt x="162" y="97"/>
                  <a:pt x="103" y="246"/>
                </a:cubicBezTo>
                <a:cubicBezTo>
                  <a:pt x="1" y="485"/>
                  <a:pt x="1" y="792"/>
                  <a:pt x="103" y="1065"/>
                </a:cubicBezTo>
                <a:cubicBezTo>
                  <a:pt x="162" y="1213"/>
                  <a:pt x="299" y="1310"/>
                  <a:pt x="469" y="1310"/>
                </a:cubicBezTo>
                <a:cubicBezTo>
                  <a:pt x="494" y="1310"/>
                  <a:pt x="520" y="1308"/>
                  <a:pt x="546" y="1304"/>
                </a:cubicBezTo>
                <a:cubicBezTo>
                  <a:pt x="717" y="1304"/>
                  <a:pt x="854" y="1167"/>
                  <a:pt x="888" y="997"/>
                </a:cubicBezTo>
                <a:cubicBezTo>
                  <a:pt x="922" y="792"/>
                  <a:pt x="922" y="587"/>
                  <a:pt x="922" y="382"/>
                </a:cubicBezTo>
                <a:cubicBezTo>
                  <a:pt x="888" y="212"/>
                  <a:pt x="717" y="41"/>
                  <a:pt x="546" y="7"/>
                </a:cubicBezTo>
                <a:cubicBezTo>
                  <a:pt x="520" y="3"/>
                  <a:pt x="494" y="0"/>
                  <a:pt x="469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8" name="Google Shape;701;p10"/>
          <p:cNvSpPr/>
          <p:nvPr/>
        </p:nvSpPr>
        <p:spPr>
          <a:xfrm>
            <a:off x="513720" y="608760"/>
            <a:ext cx="35640" cy="36360"/>
          </a:xfrm>
          <a:custGeom>
            <a:avLst/>
            <a:gdLst>
              <a:gd name="textAreaLeft" fmla="*/ 0 w 35640"/>
              <a:gd name="textAreaRight" fmla="*/ 36000 w 35640"/>
              <a:gd name="textAreaTop" fmla="*/ 0 h 36360"/>
              <a:gd name="textAreaBottom" fmla="*/ 36720 h 36360"/>
            </a:gdLst>
            <a:ahLst/>
            <a:cxnLst/>
            <a:rect l="textAreaLeft" t="textAreaTop" r="textAreaRight" b="textAreaBottom"/>
            <a:pathLst>
              <a:path w="1093" h="1114">
                <a:moveTo>
                  <a:pt x="524" y="0"/>
                </a:moveTo>
                <a:cubicBezTo>
                  <a:pt x="475" y="0"/>
                  <a:pt x="425" y="7"/>
                  <a:pt x="375" y="21"/>
                </a:cubicBezTo>
                <a:cubicBezTo>
                  <a:pt x="137" y="89"/>
                  <a:pt x="0" y="294"/>
                  <a:pt x="0" y="499"/>
                </a:cubicBezTo>
                <a:cubicBezTo>
                  <a:pt x="34" y="874"/>
                  <a:pt x="341" y="1113"/>
                  <a:pt x="683" y="1113"/>
                </a:cubicBezTo>
                <a:cubicBezTo>
                  <a:pt x="853" y="1113"/>
                  <a:pt x="956" y="1011"/>
                  <a:pt x="990" y="840"/>
                </a:cubicBezTo>
                <a:cubicBezTo>
                  <a:pt x="1092" y="670"/>
                  <a:pt x="1058" y="431"/>
                  <a:pt x="956" y="260"/>
                </a:cubicBezTo>
                <a:cubicBezTo>
                  <a:pt x="875" y="98"/>
                  <a:pt x="708" y="0"/>
                  <a:pt x="52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9" name="Google Shape;702;p10"/>
          <p:cNvSpPr/>
          <p:nvPr/>
        </p:nvSpPr>
        <p:spPr>
          <a:xfrm>
            <a:off x="4688640" y="300960"/>
            <a:ext cx="33480" cy="35280"/>
          </a:xfrm>
          <a:custGeom>
            <a:avLst/>
            <a:gdLst>
              <a:gd name="textAreaLeft" fmla="*/ 0 w 33480"/>
              <a:gd name="textAreaRight" fmla="*/ 33840 w 33480"/>
              <a:gd name="textAreaTop" fmla="*/ 0 h 35280"/>
              <a:gd name="textAreaBottom" fmla="*/ 35640 h 35280"/>
            </a:gdLst>
            <a:ahLst/>
            <a:cxnLst/>
            <a:rect l="textAreaLeft" t="textAreaTop" r="textAreaRight" b="textAreaBottom"/>
            <a:pathLst>
              <a:path w="1020" h="1080">
                <a:moveTo>
                  <a:pt x="410" y="0"/>
                </a:moveTo>
                <a:cubicBezTo>
                  <a:pt x="240" y="0"/>
                  <a:pt x="103" y="69"/>
                  <a:pt x="69" y="239"/>
                </a:cubicBezTo>
                <a:cubicBezTo>
                  <a:pt x="1" y="410"/>
                  <a:pt x="1" y="614"/>
                  <a:pt x="69" y="819"/>
                </a:cubicBezTo>
                <a:cubicBezTo>
                  <a:pt x="137" y="922"/>
                  <a:pt x="240" y="1024"/>
                  <a:pt x="410" y="1058"/>
                </a:cubicBezTo>
                <a:cubicBezTo>
                  <a:pt x="455" y="1073"/>
                  <a:pt x="500" y="1080"/>
                  <a:pt x="544" y="1080"/>
                </a:cubicBezTo>
                <a:cubicBezTo>
                  <a:pt x="800" y="1080"/>
                  <a:pt x="1020" y="843"/>
                  <a:pt x="990" y="580"/>
                </a:cubicBezTo>
                <a:cubicBezTo>
                  <a:pt x="956" y="273"/>
                  <a:pt x="718" y="34"/>
                  <a:pt x="410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7640" bIns="176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90" name="Google Shape;703;p10"/>
          <p:cNvSpPr/>
          <p:nvPr/>
        </p:nvSpPr>
        <p:spPr>
          <a:xfrm>
            <a:off x="8950320" y="1735560"/>
            <a:ext cx="38160" cy="37800"/>
          </a:xfrm>
          <a:custGeom>
            <a:avLst/>
            <a:gdLst>
              <a:gd name="textAreaLeft" fmla="*/ 0 w 38160"/>
              <a:gd name="textAreaRight" fmla="*/ 38520 w 3816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1161" h="1152">
                <a:moveTo>
                  <a:pt x="614" y="1"/>
                </a:moveTo>
                <a:cubicBezTo>
                  <a:pt x="479" y="1"/>
                  <a:pt x="346" y="54"/>
                  <a:pt x="239" y="161"/>
                </a:cubicBezTo>
                <a:cubicBezTo>
                  <a:pt x="0" y="434"/>
                  <a:pt x="34" y="809"/>
                  <a:pt x="307" y="1048"/>
                </a:cubicBezTo>
                <a:cubicBezTo>
                  <a:pt x="374" y="1114"/>
                  <a:pt x="468" y="1152"/>
                  <a:pt x="564" y="1152"/>
                </a:cubicBezTo>
                <a:cubicBezTo>
                  <a:pt x="616" y="1152"/>
                  <a:pt x="669" y="1140"/>
                  <a:pt x="717" y="1116"/>
                </a:cubicBezTo>
                <a:cubicBezTo>
                  <a:pt x="888" y="1014"/>
                  <a:pt x="1024" y="843"/>
                  <a:pt x="1092" y="638"/>
                </a:cubicBezTo>
                <a:cubicBezTo>
                  <a:pt x="1160" y="434"/>
                  <a:pt x="1058" y="161"/>
                  <a:pt x="853" y="58"/>
                </a:cubicBezTo>
                <a:cubicBezTo>
                  <a:pt x="777" y="20"/>
                  <a:pt x="695" y="1"/>
                  <a:pt x="614" y="1"/>
                </a:cubicBezTo>
                <a:close/>
              </a:path>
            </a:pathLst>
          </a:custGeom>
          <a:solidFill>
            <a:srgbClr val="3A4EB4"/>
          </a:solidFill>
          <a:ln w="9525">
            <a:solidFill>
              <a:srgbClr val="3A4E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080" bIns="190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91" name="Google Shape;704;p10"/>
          <p:cNvSpPr/>
          <p:nvPr/>
        </p:nvSpPr>
        <p:spPr>
          <a:xfrm>
            <a:off x="8862480" y="214560"/>
            <a:ext cx="43560" cy="33120"/>
          </a:xfrm>
          <a:custGeom>
            <a:avLst/>
            <a:gdLst>
              <a:gd name="textAreaLeft" fmla="*/ 0 w 43560"/>
              <a:gd name="textAreaRight" fmla="*/ 43920 w 4356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332" h="1012">
                <a:moveTo>
                  <a:pt x="931" y="0"/>
                </a:moveTo>
                <a:cubicBezTo>
                  <a:pt x="894" y="0"/>
                  <a:pt x="857" y="7"/>
                  <a:pt x="819" y="22"/>
                </a:cubicBezTo>
                <a:cubicBezTo>
                  <a:pt x="615" y="56"/>
                  <a:pt x="410" y="124"/>
                  <a:pt x="239" y="227"/>
                </a:cubicBezTo>
                <a:cubicBezTo>
                  <a:pt x="69" y="329"/>
                  <a:pt x="0" y="534"/>
                  <a:pt x="35" y="704"/>
                </a:cubicBezTo>
                <a:cubicBezTo>
                  <a:pt x="69" y="875"/>
                  <a:pt x="239" y="1011"/>
                  <a:pt x="410" y="1011"/>
                </a:cubicBezTo>
                <a:cubicBezTo>
                  <a:pt x="717" y="1011"/>
                  <a:pt x="990" y="909"/>
                  <a:pt x="1195" y="704"/>
                </a:cubicBezTo>
                <a:cubicBezTo>
                  <a:pt x="1297" y="568"/>
                  <a:pt x="1331" y="363"/>
                  <a:pt x="1229" y="192"/>
                </a:cubicBezTo>
                <a:cubicBezTo>
                  <a:pt x="1176" y="86"/>
                  <a:pt x="1060" y="0"/>
                  <a:pt x="931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92" name="Google Shape;705;p10"/>
          <p:cNvSpPr/>
          <p:nvPr/>
        </p:nvSpPr>
        <p:spPr>
          <a:xfrm>
            <a:off x="8411760" y="3817080"/>
            <a:ext cx="43560" cy="36000"/>
          </a:xfrm>
          <a:custGeom>
            <a:avLst/>
            <a:gdLst>
              <a:gd name="textAreaLeft" fmla="*/ 0 w 43560"/>
              <a:gd name="textAreaRight" fmla="*/ 43920 w 43560"/>
              <a:gd name="textAreaTop" fmla="*/ 0 h 36000"/>
              <a:gd name="textAreaBottom" fmla="*/ 36360 h 36000"/>
            </a:gdLst>
            <a:ahLst/>
            <a:cxnLst/>
            <a:rect l="textAreaLeft" t="textAreaTop" r="textAreaRight" b="textAreaBottom"/>
            <a:pathLst>
              <a:path w="1332" h="1100">
                <a:moveTo>
                  <a:pt x="481" y="1"/>
                </a:moveTo>
                <a:cubicBezTo>
                  <a:pt x="349" y="1"/>
                  <a:pt x="228" y="46"/>
                  <a:pt x="137" y="137"/>
                </a:cubicBezTo>
                <a:cubicBezTo>
                  <a:pt x="1" y="240"/>
                  <a:pt x="1" y="444"/>
                  <a:pt x="103" y="615"/>
                </a:cubicBezTo>
                <a:cubicBezTo>
                  <a:pt x="240" y="854"/>
                  <a:pt x="513" y="1025"/>
                  <a:pt x="785" y="1093"/>
                </a:cubicBezTo>
                <a:cubicBezTo>
                  <a:pt x="808" y="1097"/>
                  <a:pt x="830" y="1099"/>
                  <a:pt x="853" y="1099"/>
                </a:cubicBezTo>
                <a:cubicBezTo>
                  <a:pt x="1000" y="1099"/>
                  <a:pt x="1140" y="1007"/>
                  <a:pt x="1229" y="888"/>
                </a:cubicBezTo>
                <a:cubicBezTo>
                  <a:pt x="1331" y="717"/>
                  <a:pt x="1297" y="513"/>
                  <a:pt x="1161" y="410"/>
                </a:cubicBezTo>
                <a:cubicBezTo>
                  <a:pt x="990" y="274"/>
                  <a:pt x="820" y="137"/>
                  <a:pt x="683" y="35"/>
                </a:cubicBezTo>
                <a:cubicBezTo>
                  <a:pt x="615" y="12"/>
                  <a:pt x="547" y="1"/>
                  <a:pt x="481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93" name="Google Shape;706;p10"/>
          <p:cNvSpPr/>
          <p:nvPr/>
        </p:nvSpPr>
        <p:spPr>
          <a:xfrm>
            <a:off x="405360" y="1595880"/>
            <a:ext cx="41400" cy="31320"/>
          </a:xfrm>
          <a:custGeom>
            <a:avLst/>
            <a:gdLst>
              <a:gd name="textAreaLeft" fmla="*/ 0 w 41400"/>
              <a:gd name="textAreaRight" fmla="*/ 41760 w 4140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264" h="958">
                <a:moveTo>
                  <a:pt x="644" y="1"/>
                </a:moveTo>
                <a:cubicBezTo>
                  <a:pt x="440" y="1"/>
                  <a:pt x="256" y="101"/>
                  <a:pt x="137" y="267"/>
                </a:cubicBezTo>
                <a:cubicBezTo>
                  <a:pt x="1" y="369"/>
                  <a:pt x="1" y="574"/>
                  <a:pt x="137" y="676"/>
                </a:cubicBezTo>
                <a:cubicBezTo>
                  <a:pt x="240" y="847"/>
                  <a:pt x="410" y="949"/>
                  <a:pt x="615" y="949"/>
                </a:cubicBezTo>
                <a:cubicBezTo>
                  <a:pt x="639" y="955"/>
                  <a:pt x="664" y="958"/>
                  <a:pt x="690" y="958"/>
                </a:cubicBezTo>
                <a:cubicBezTo>
                  <a:pt x="810" y="958"/>
                  <a:pt x="940" y="897"/>
                  <a:pt x="1024" y="813"/>
                </a:cubicBezTo>
                <a:cubicBezTo>
                  <a:pt x="1263" y="608"/>
                  <a:pt x="1195" y="198"/>
                  <a:pt x="922" y="62"/>
                </a:cubicBezTo>
                <a:cubicBezTo>
                  <a:pt x="828" y="20"/>
                  <a:pt x="734" y="1"/>
                  <a:pt x="644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94" name="Google Shape;707;p10"/>
          <p:cNvSpPr/>
          <p:nvPr/>
        </p:nvSpPr>
        <p:spPr>
          <a:xfrm>
            <a:off x="2455560" y="999000"/>
            <a:ext cx="40320" cy="39240"/>
          </a:xfrm>
          <a:custGeom>
            <a:avLst/>
            <a:gdLst>
              <a:gd name="textAreaLeft" fmla="*/ 0 w 40320"/>
              <a:gd name="textAreaRight" fmla="*/ 40680 w 40320"/>
              <a:gd name="textAreaTop" fmla="*/ 0 h 39240"/>
              <a:gd name="textAreaBottom" fmla="*/ 39600 h 39240"/>
            </a:gdLst>
            <a:ahLst/>
            <a:cxnLst/>
            <a:rect l="textAreaLeft" t="textAreaTop" r="textAreaRight" b="textAreaBottom"/>
            <a:pathLst>
              <a:path w="1230" h="1194">
                <a:moveTo>
                  <a:pt x="843" y="1"/>
                </a:moveTo>
                <a:cubicBezTo>
                  <a:pt x="791" y="1"/>
                  <a:pt x="737" y="12"/>
                  <a:pt x="683" y="34"/>
                </a:cubicBezTo>
                <a:cubicBezTo>
                  <a:pt x="410" y="136"/>
                  <a:pt x="206" y="341"/>
                  <a:pt x="69" y="614"/>
                </a:cubicBezTo>
                <a:cubicBezTo>
                  <a:pt x="1" y="784"/>
                  <a:pt x="69" y="989"/>
                  <a:pt x="206" y="1091"/>
                </a:cubicBezTo>
                <a:cubicBezTo>
                  <a:pt x="274" y="1160"/>
                  <a:pt x="359" y="1194"/>
                  <a:pt x="445" y="1194"/>
                </a:cubicBezTo>
                <a:cubicBezTo>
                  <a:pt x="530" y="1194"/>
                  <a:pt x="615" y="1160"/>
                  <a:pt x="683" y="1091"/>
                </a:cubicBezTo>
                <a:cubicBezTo>
                  <a:pt x="854" y="955"/>
                  <a:pt x="991" y="853"/>
                  <a:pt x="1127" y="682"/>
                </a:cubicBezTo>
                <a:cubicBezTo>
                  <a:pt x="1229" y="545"/>
                  <a:pt x="1229" y="307"/>
                  <a:pt x="1127" y="170"/>
                </a:cubicBezTo>
                <a:cubicBezTo>
                  <a:pt x="1057" y="54"/>
                  <a:pt x="955" y="1"/>
                  <a:pt x="843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9800" bIns="19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95" name="Google Shape;708;p10"/>
          <p:cNvSpPr/>
          <p:nvPr/>
        </p:nvSpPr>
        <p:spPr>
          <a:xfrm>
            <a:off x="473040" y="2046600"/>
            <a:ext cx="38160" cy="37440"/>
          </a:xfrm>
          <a:custGeom>
            <a:avLst/>
            <a:gdLst>
              <a:gd name="textAreaLeft" fmla="*/ 0 w 38160"/>
              <a:gd name="textAreaRight" fmla="*/ 38520 w 38160"/>
              <a:gd name="textAreaTop" fmla="*/ 0 h 37440"/>
              <a:gd name="textAreaBottom" fmla="*/ 37800 h 37440"/>
            </a:gdLst>
            <a:ahLst/>
            <a:cxnLst/>
            <a:rect l="textAreaLeft" t="textAreaTop" r="textAreaRight" b="textAreaBottom"/>
            <a:pathLst>
              <a:path w="1161" h="1147">
                <a:moveTo>
                  <a:pt x="577" y="1"/>
                </a:moveTo>
                <a:cubicBezTo>
                  <a:pt x="447" y="1"/>
                  <a:pt x="323" y="59"/>
                  <a:pt x="239" y="143"/>
                </a:cubicBezTo>
                <a:cubicBezTo>
                  <a:pt x="0" y="416"/>
                  <a:pt x="34" y="826"/>
                  <a:pt x="273" y="1065"/>
                </a:cubicBezTo>
                <a:cubicBezTo>
                  <a:pt x="329" y="1121"/>
                  <a:pt x="406" y="1146"/>
                  <a:pt x="487" y="1146"/>
                </a:cubicBezTo>
                <a:cubicBezTo>
                  <a:pt x="553" y="1146"/>
                  <a:pt x="621" y="1129"/>
                  <a:pt x="683" y="1099"/>
                </a:cubicBezTo>
                <a:cubicBezTo>
                  <a:pt x="887" y="1031"/>
                  <a:pt x="1024" y="860"/>
                  <a:pt x="1058" y="655"/>
                </a:cubicBezTo>
                <a:cubicBezTo>
                  <a:pt x="1160" y="416"/>
                  <a:pt x="1058" y="177"/>
                  <a:pt x="819" y="75"/>
                </a:cubicBezTo>
                <a:cubicBezTo>
                  <a:pt x="741" y="23"/>
                  <a:pt x="658" y="1"/>
                  <a:pt x="577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96" name="Google Shape;709;p10"/>
          <p:cNvSpPr/>
          <p:nvPr/>
        </p:nvSpPr>
        <p:spPr>
          <a:xfrm>
            <a:off x="410040" y="4838400"/>
            <a:ext cx="32400" cy="42840"/>
          </a:xfrm>
          <a:custGeom>
            <a:avLst/>
            <a:gdLst>
              <a:gd name="textAreaLeft" fmla="*/ 0 w 32400"/>
              <a:gd name="textAreaRight" fmla="*/ 32760 w 32400"/>
              <a:gd name="textAreaTop" fmla="*/ 0 h 42840"/>
              <a:gd name="textAreaBottom" fmla="*/ 43200 h 42840"/>
            </a:gdLst>
            <a:ahLst/>
            <a:cxnLst/>
            <a:rect l="textAreaLeft" t="textAreaTop" r="textAreaRight" b="textAreaBottom"/>
            <a:pathLst>
              <a:path w="991" h="1310">
                <a:moveTo>
                  <a:pt x="410" y="1"/>
                </a:moveTo>
                <a:cubicBezTo>
                  <a:pt x="240" y="1"/>
                  <a:pt x="103" y="137"/>
                  <a:pt x="69" y="308"/>
                </a:cubicBezTo>
                <a:cubicBezTo>
                  <a:pt x="1" y="581"/>
                  <a:pt x="69" y="888"/>
                  <a:pt x="240" y="1127"/>
                </a:cubicBezTo>
                <a:cubicBezTo>
                  <a:pt x="319" y="1259"/>
                  <a:pt x="460" y="1309"/>
                  <a:pt x="599" y="1309"/>
                </a:cubicBezTo>
                <a:cubicBezTo>
                  <a:pt x="639" y="1309"/>
                  <a:pt x="679" y="1305"/>
                  <a:pt x="717" y="1297"/>
                </a:cubicBezTo>
                <a:cubicBezTo>
                  <a:pt x="888" y="1229"/>
                  <a:pt x="990" y="1059"/>
                  <a:pt x="990" y="888"/>
                </a:cubicBezTo>
                <a:cubicBezTo>
                  <a:pt x="956" y="683"/>
                  <a:pt x="922" y="478"/>
                  <a:pt x="888" y="274"/>
                </a:cubicBezTo>
                <a:cubicBezTo>
                  <a:pt x="786" y="103"/>
                  <a:pt x="615" y="1"/>
                  <a:pt x="41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1600" bIns="21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" name="Google Shape;4017;p33"/>
          <p:cNvSpPr/>
          <p:nvPr/>
        </p:nvSpPr>
        <p:spPr>
          <a:xfrm rot="21395400">
            <a:off x="751680" y="3406680"/>
            <a:ext cx="1527480" cy="1290960"/>
          </a:xfrm>
          <a:custGeom>
            <a:avLst/>
            <a:gdLst>
              <a:gd name="textAreaLeft" fmla="*/ 0 w 1527480"/>
              <a:gd name="textAreaRight" fmla="*/ 1527840 w 1527480"/>
              <a:gd name="textAreaTop" fmla="*/ 0 h 1290960"/>
              <a:gd name="textAreaBottom" fmla="*/ 1291320 h 1290960"/>
            </a:gdLst>
            <a:ahLst/>
            <a:cxnLst/>
            <a:rect l="textAreaLeft" t="textAreaTop" r="textAreaRight" b="textAreaBottom"/>
            <a:pathLst>
              <a:path w="61122" h="51661">
                <a:moveTo>
                  <a:pt x="31697" y="728"/>
                </a:moveTo>
                <a:cubicBezTo>
                  <a:pt x="32104" y="878"/>
                  <a:pt x="32511" y="1028"/>
                  <a:pt x="32918" y="1157"/>
                </a:cubicBezTo>
                <a:cubicBezTo>
                  <a:pt x="32211" y="1264"/>
                  <a:pt x="31504" y="1393"/>
                  <a:pt x="30797" y="1607"/>
                </a:cubicBezTo>
                <a:cubicBezTo>
                  <a:pt x="31097" y="1307"/>
                  <a:pt x="31397" y="1028"/>
                  <a:pt x="31697" y="728"/>
                </a:cubicBezTo>
                <a:close/>
                <a:moveTo>
                  <a:pt x="33476" y="1371"/>
                </a:moveTo>
                <a:lnTo>
                  <a:pt x="34354" y="1693"/>
                </a:lnTo>
                <a:cubicBezTo>
                  <a:pt x="33476" y="1864"/>
                  <a:pt x="32640" y="2057"/>
                  <a:pt x="31783" y="2293"/>
                </a:cubicBezTo>
                <a:cubicBezTo>
                  <a:pt x="31333" y="2421"/>
                  <a:pt x="30882" y="2571"/>
                  <a:pt x="30411" y="2700"/>
                </a:cubicBezTo>
                <a:lnTo>
                  <a:pt x="30175" y="2786"/>
                </a:lnTo>
                <a:cubicBezTo>
                  <a:pt x="30518" y="2593"/>
                  <a:pt x="30861" y="2443"/>
                  <a:pt x="31225" y="2293"/>
                </a:cubicBezTo>
                <a:cubicBezTo>
                  <a:pt x="31997" y="2036"/>
                  <a:pt x="32747" y="1736"/>
                  <a:pt x="33476" y="1371"/>
                </a:cubicBezTo>
                <a:close/>
                <a:moveTo>
                  <a:pt x="33158" y="1323"/>
                </a:moveTo>
                <a:cubicBezTo>
                  <a:pt x="33430" y="1323"/>
                  <a:pt x="32016" y="1801"/>
                  <a:pt x="31975" y="1821"/>
                </a:cubicBezTo>
                <a:cubicBezTo>
                  <a:pt x="31118" y="2143"/>
                  <a:pt x="30304" y="2550"/>
                  <a:pt x="29468" y="2893"/>
                </a:cubicBezTo>
                <a:cubicBezTo>
                  <a:pt x="29790" y="2571"/>
                  <a:pt x="30132" y="2250"/>
                  <a:pt x="30475" y="1929"/>
                </a:cubicBezTo>
                <a:cubicBezTo>
                  <a:pt x="30882" y="1778"/>
                  <a:pt x="31290" y="1650"/>
                  <a:pt x="31718" y="1564"/>
                </a:cubicBezTo>
                <a:cubicBezTo>
                  <a:pt x="32168" y="1457"/>
                  <a:pt x="32640" y="1393"/>
                  <a:pt x="33090" y="1328"/>
                </a:cubicBezTo>
                <a:cubicBezTo>
                  <a:pt x="33119" y="1325"/>
                  <a:pt x="33141" y="1323"/>
                  <a:pt x="33158" y="1323"/>
                </a:cubicBezTo>
                <a:close/>
                <a:moveTo>
                  <a:pt x="34140" y="1929"/>
                </a:moveTo>
                <a:lnTo>
                  <a:pt x="33947" y="2057"/>
                </a:lnTo>
                <a:cubicBezTo>
                  <a:pt x="33604" y="2229"/>
                  <a:pt x="33261" y="2379"/>
                  <a:pt x="32897" y="2486"/>
                </a:cubicBezTo>
                <a:cubicBezTo>
                  <a:pt x="31547" y="2979"/>
                  <a:pt x="30111" y="3150"/>
                  <a:pt x="28761" y="3600"/>
                </a:cubicBezTo>
                <a:lnTo>
                  <a:pt x="29039" y="3322"/>
                </a:lnTo>
                <a:cubicBezTo>
                  <a:pt x="30111" y="3000"/>
                  <a:pt x="31204" y="2679"/>
                  <a:pt x="32297" y="2357"/>
                </a:cubicBezTo>
                <a:cubicBezTo>
                  <a:pt x="32918" y="2207"/>
                  <a:pt x="33518" y="2057"/>
                  <a:pt x="34140" y="1929"/>
                </a:cubicBezTo>
                <a:close/>
                <a:moveTo>
                  <a:pt x="34697" y="1821"/>
                </a:moveTo>
                <a:lnTo>
                  <a:pt x="35704" y="2207"/>
                </a:lnTo>
                <a:cubicBezTo>
                  <a:pt x="34654" y="2379"/>
                  <a:pt x="33668" y="2786"/>
                  <a:pt x="32661" y="3064"/>
                </a:cubicBezTo>
                <a:cubicBezTo>
                  <a:pt x="31204" y="3450"/>
                  <a:pt x="29704" y="3772"/>
                  <a:pt x="28268" y="4114"/>
                </a:cubicBezTo>
                <a:cubicBezTo>
                  <a:pt x="28332" y="4029"/>
                  <a:pt x="28397" y="3964"/>
                  <a:pt x="28482" y="3879"/>
                </a:cubicBezTo>
                <a:lnTo>
                  <a:pt x="28504" y="3879"/>
                </a:lnTo>
                <a:cubicBezTo>
                  <a:pt x="28825" y="3750"/>
                  <a:pt x="29168" y="3643"/>
                  <a:pt x="29532" y="3557"/>
                </a:cubicBezTo>
                <a:cubicBezTo>
                  <a:pt x="30154" y="3364"/>
                  <a:pt x="30797" y="3236"/>
                  <a:pt x="31440" y="3107"/>
                </a:cubicBezTo>
                <a:cubicBezTo>
                  <a:pt x="32597" y="2893"/>
                  <a:pt x="33711" y="2443"/>
                  <a:pt x="34697" y="1821"/>
                </a:cubicBezTo>
                <a:close/>
                <a:moveTo>
                  <a:pt x="35597" y="2354"/>
                </a:moveTo>
                <a:cubicBezTo>
                  <a:pt x="35655" y="2354"/>
                  <a:pt x="35600" y="2409"/>
                  <a:pt x="35319" y="2571"/>
                </a:cubicBezTo>
                <a:cubicBezTo>
                  <a:pt x="33969" y="3343"/>
                  <a:pt x="32275" y="3536"/>
                  <a:pt x="30775" y="3857"/>
                </a:cubicBezTo>
                <a:cubicBezTo>
                  <a:pt x="29554" y="4179"/>
                  <a:pt x="28354" y="4607"/>
                  <a:pt x="27218" y="5165"/>
                </a:cubicBezTo>
                <a:lnTo>
                  <a:pt x="28032" y="4350"/>
                </a:lnTo>
                <a:cubicBezTo>
                  <a:pt x="29147" y="4179"/>
                  <a:pt x="30218" y="3772"/>
                  <a:pt x="31333" y="3557"/>
                </a:cubicBezTo>
                <a:cubicBezTo>
                  <a:pt x="32061" y="3429"/>
                  <a:pt x="32811" y="3236"/>
                  <a:pt x="33518" y="3021"/>
                </a:cubicBezTo>
                <a:cubicBezTo>
                  <a:pt x="33947" y="2893"/>
                  <a:pt x="34354" y="2743"/>
                  <a:pt x="34783" y="2614"/>
                </a:cubicBezTo>
                <a:cubicBezTo>
                  <a:pt x="34884" y="2586"/>
                  <a:pt x="35477" y="2354"/>
                  <a:pt x="35597" y="2354"/>
                </a:cubicBezTo>
                <a:close/>
                <a:moveTo>
                  <a:pt x="36047" y="2357"/>
                </a:moveTo>
                <a:cubicBezTo>
                  <a:pt x="36519" y="2550"/>
                  <a:pt x="36990" y="2743"/>
                  <a:pt x="37483" y="2936"/>
                </a:cubicBezTo>
                <a:cubicBezTo>
                  <a:pt x="35769" y="3257"/>
                  <a:pt x="34033" y="3514"/>
                  <a:pt x="32340" y="3922"/>
                </a:cubicBezTo>
                <a:cubicBezTo>
                  <a:pt x="30713" y="4288"/>
                  <a:pt x="28719" y="4712"/>
                  <a:pt x="27293" y="5358"/>
                </a:cubicBezTo>
                <a:lnTo>
                  <a:pt x="27293" y="5358"/>
                </a:lnTo>
                <a:cubicBezTo>
                  <a:pt x="28790" y="4662"/>
                  <a:pt x="30363" y="4141"/>
                  <a:pt x="31975" y="3814"/>
                </a:cubicBezTo>
                <a:lnTo>
                  <a:pt x="31997" y="3814"/>
                </a:lnTo>
                <a:cubicBezTo>
                  <a:pt x="33411" y="3514"/>
                  <a:pt x="34826" y="3171"/>
                  <a:pt x="36047" y="2357"/>
                </a:cubicBezTo>
                <a:close/>
                <a:moveTo>
                  <a:pt x="40505" y="4222"/>
                </a:moveTo>
                <a:lnTo>
                  <a:pt x="41705" y="4757"/>
                </a:lnTo>
                <a:cubicBezTo>
                  <a:pt x="39390" y="5293"/>
                  <a:pt x="37033" y="5722"/>
                  <a:pt x="34719" y="6300"/>
                </a:cubicBezTo>
                <a:cubicBezTo>
                  <a:pt x="36712" y="5765"/>
                  <a:pt x="38662" y="5165"/>
                  <a:pt x="40505" y="4222"/>
                </a:cubicBezTo>
                <a:close/>
                <a:moveTo>
                  <a:pt x="36647" y="3300"/>
                </a:moveTo>
                <a:lnTo>
                  <a:pt x="36647" y="3300"/>
                </a:lnTo>
                <a:cubicBezTo>
                  <a:pt x="33090" y="4564"/>
                  <a:pt x="29361" y="5379"/>
                  <a:pt x="25782" y="6665"/>
                </a:cubicBezTo>
                <a:cubicBezTo>
                  <a:pt x="26103" y="6300"/>
                  <a:pt x="26446" y="5979"/>
                  <a:pt x="26768" y="5636"/>
                </a:cubicBezTo>
                <a:lnTo>
                  <a:pt x="26789" y="5636"/>
                </a:lnTo>
                <a:cubicBezTo>
                  <a:pt x="28654" y="5186"/>
                  <a:pt x="30518" y="4586"/>
                  <a:pt x="32383" y="4114"/>
                </a:cubicBezTo>
                <a:cubicBezTo>
                  <a:pt x="33368" y="3857"/>
                  <a:pt x="34354" y="3686"/>
                  <a:pt x="35340" y="3514"/>
                </a:cubicBezTo>
                <a:lnTo>
                  <a:pt x="36647" y="3300"/>
                </a:lnTo>
                <a:close/>
                <a:moveTo>
                  <a:pt x="37805" y="3086"/>
                </a:moveTo>
                <a:lnTo>
                  <a:pt x="38640" y="3429"/>
                </a:lnTo>
                <a:cubicBezTo>
                  <a:pt x="37976" y="3493"/>
                  <a:pt x="37333" y="3750"/>
                  <a:pt x="36669" y="3879"/>
                </a:cubicBezTo>
                <a:cubicBezTo>
                  <a:pt x="35619" y="4072"/>
                  <a:pt x="34569" y="4329"/>
                  <a:pt x="33540" y="4586"/>
                </a:cubicBezTo>
                <a:cubicBezTo>
                  <a:pt x="31225" y="5143"/>
                  <a:pt x="29018" y="6000"/>
                  <a:pt x="26725" y="6622"/>
                </a:cubicBezTo>
                <a:cubicBezTo>
                  <a:pt x="26361" y="6708"/>
                  <a:pt x="25975" y="6793"/>
                  <a:pt x="25589" y="6879"/>
                </a:cubicBezTo>
                <a:lnTo>
                  <a:pt x="25611" y="6858"/>
                </a:lnTo>
                <a:cubicBezTo>
                  <a:pt x="25996" y="6772"/>
                  <a:pt x="26489" y="6622"/>
                  <a:pt x="26896" y="6493"/>
                </a:cubicBezTo>
                <a:cubicBezTo>
                  <a:pt x="28182" y="6065"/>
                  <a:pt x="29490" y="5679"/>
                  <a:pt x="30775" y="5229"/>
                </a:cubicBezTo>
                <a:cubicBezTo>
                  <a:pt x="33090" y="4436"/>
                  <a:pt x="35512" y="3986"/>
                  <a:pt x="37805" y="3086"/>
                </a:cubicBezTo>
                <a:close/>
                <a:moveTo>
                  <a:pt x="38533" y="3622"/>
                </a:moveTo>
                <a:cubicBezTo>
                  <a:pt x="37376" y="4243"/>
                  <a:pt x="35983" y="4479"/>
                  <a:pt x="34740" y="4800"/>
                </a:cubicBezTo>
                <a:cubicBezTo>
                  <a:pt x="33390" y="5165"/>
                  <a:pt x="32040" y="5593"/>
                  <a:pt x="30668" y="5957"/>
                </a:cubicBezTo>
                <a:cubicBezTo>
                  <a:pt x="28589" y="6536"/>
                  <a:pt x="26532" y="7072"/>
                  <a:pt x="24560" y="7972"/>
                </a:cubicBezTo>
                <a:lnTo>
                  <a:pt x="25375" y="7115"/>
                </a:lnTo>
                <a:cubicBezTo>
                  <a:pt x="27561" y="6686"/>
                  <a:pt x="29661" y="5893"/>
                  <a:pt x="31804" y="5250"/>
                </a:cubicBezTo>
                <a:cubicBezTo>
                  <a:pt x="32983" y="4886"/>
                  <a:pt x="34183" y="4629"/>
                  <a:pt x="35383" y="4372"/>
                </a:cubicBezTo>
                <a:cubicBezTo>
                  <a:pt x="36326" y="4157"/>
                  <a:pt x="37676" y="4072"/>
                  <a:pt x="38533" y="3622"/>
                </a:cubicBezTo>
                <a:close/>
                <a:moveTo>
                  <a:pt x="38983" y="3579"/>
                </a:moveTo>
                <a:lnTo>
                  <a:pt x="40141" y="4072"/>
                </a:lnTo>
                <a:cubicBezTo>
                  <a:pt x="37612" y="4693"/>
                  <a:pt x="35061" y="5207"/>
                  <a:pt x="32533" y="5765"/>
                </a:cubicBezTo>
                <a:cubicBezTo>
                  <a:pt x="29940" y="6343"/>
                  <a:pt x="27561" y="7372"/>
                  <a:pt x="25032" y="8122"/>
                </a:cubicBezTo>
                <a:lnTo>
                  <a:pt x="24303" y="8293"/>
                </a:lnTo>
                <a:cubicBezTo>
                  <a:pt x="24732" y="8079"/>
                  <a:pt x="25160" y="7886"/>
                  <a:pt x="25589" y="7693"/>
                </a:cubicBezTo>
                <a:lnTo>
                  <a:pt x="25611" y="7715"/>
                </a:lnTo>
                <a:cubicBezTo>
                  <a:pt x="26211" y="7458"/>
                  <a:pt x="26811" y="7265"/>
                  <a:pt x="27432" y="7050"/>
                </a:cubicBezTo>
                <a:cubicBezTo>
                  <a:pt x="28847" y="6600"/>
                  <a:pt x="30304" y="6279"/>
                  <a:pt x="31740" y="5872"/>
                </a:cubicBezTo>
                <a:cubicBezTo>
                  <a:pt x="34119" y="5207"/>
                  <a:pt x="36797" y="4779"/>
                  <a:pt x="38962" y="3600"/>
                </a:cubicBezTo>
                <a:cubicBezTo>
                  <a:pt x="38983" y="3600"/>
                  <a:pt x="38983" y="3579"/>
                  <a:pt x="38983" y="3579"/>
                </a:cubicBezTo>
                <a:close/>
                <a:moveTo>
                  <a:pt x="41726" y="4865"/>
                </a:moveTo>
                <a:lnTo>
                  <a:pt x="41726" y="4886"/>
                </a:lnTo>
                <a:cubicBezTo>
                  <a:pt x="41234" y="5122"/>
                  <a:pt x="40719" y="5336"/>
                  <a:pt x="40205" y="5486"/>
                </a:cubicBezTo>
                <a:cubicBezTo>
                  <a:pt x="36733" y="6622"/>
                  <a:pt x="33090" y="7372"/>
                  <a:pt x="29575" y="8358"/>
                </a:cubicBezTo>
                <a:cubicBezTo>
                  <a:pt x="28482" y="8679"/>
                  <a:pt x="27346" y="8958"/>
                  <a:pt x="26232" y="9258"/>
                </a:cubicBezTo>
                <a:cubicBezTo>
                  <a:pt x="28225" y="8593"/>
                  <a:pt x="30197" y="7801"/>
                  <a:pt x="32147" y="7179"/>
                </a:cubicBezTo>
                <a:cubicBezTo>
                  <a:pt x="33947" y="6622"/>
                  <a:pt x="35812" y="6258"/>
                  <a:pt x="37633" y="5872"/>
                </a:cubicBezTo>
                <a:lnTo>
                  <a:pt x="40655" y="5207"/>
                </a:lnTo>
                <a:cubicBezTo>
                  <a:pt x="41019" y="5143"/>
                  <a:pt x="41384" y="5036"/>
                  <a:pt x="41726" y="4865"/>
                </a:cubicBezTo>
                <a:close/>
                <a:moveTo>
                  <a:pt x="39691" y="4436"/>
                </a:moveTo>
                <a:cubicBezTo>
                  <a:pt x="39305" y="4607"/>
                  <a:pt x="38919" y="4757"/>
                  <a:pt x="38533" y="4907"/>
                </a:cubicBezTo>
                <a:cubicBezTo>
                  <a:pt x="35683" y="6065"/>
                  <a:pt x="32618" y="6579"/>
                  <a:pt x="29682" y="7479"/>
                </a:cubicBezTo>
                <a:cubicBezTo>
                  <a:pt x="28247" y="7929"/>
                  <a:pt x="26811" y="8465"/>
                  <a:pt x="25332" y="8851"/>
                </a:cubicBezTo>
                <a:cubicBezTo>
                  <a:pt x="24603" y="9044"/>
                  <a:pt x="23853" y="9236"/>
                  <a:pt x="23146" y="9494"/>
                </a:cubicBezTo>
                <a:lnTo>
                  <a:pt x="24068" y="8508"/>
                </a:lnTo>
                <a:cubicBezTo>
                  <a:pt x="25311" y="8358"/>
                  <a:pt x="26468" y="7886"/>
                  <a:pt x="27625" y="7436"/>
                </a:cubicBezTo>
                <a:cubicBezTo>
                  <a:pt x="29104" y="6900"/>
                  <a:pt x="30604" y="6450"/>
                  <a:pt x="32125" y="6108"/>
                </a:cubicBezTo>
                <a:cubicBezTo>
                  <a:pt x="33754" y="5700"/>
                  <a:pt x="35426" y="5400"/>
                  <a:pt x="37055" y="5036"/>
                </a:cubicBezTo>
                <a:cubicBezTo>
                  <a:pt x="37912" y="4843"/>
                  <a:pt x="38769" y="4629"/>
                  <a:pt x="39626" y="4436"/>
                </a:cubicBezTo>
                <a:close/>
                <a:moveTo>
                  <a:pt x="32167" y="6991"/>
                </a:moveTo>
                <a:lnTo>
                  <a:pt x="32167" y="6991"/>
                </a:lnTo>
                <a:cubicBezTo>
                  <a:pt x="31988" y="7042"/>
                  <a:pt x="31805" y="7100"/>
                  <a:pt x="31633" y="7158"/>
                </a:cubicBezTo>
                <a:cubicBezTo>
                  <a:pt x="30025" y="7651"/>
                  <a:pt x="28461" y="8251"/>
                  <a:pt x="26854" y="8765"/>
                </a:cubicBezTo>
                <a:cubicBezTo>
                  <a:pt x="26082" y="9001"/>
                  <a:pt x="25332" y="9279"/>
                  <a:pt x="24582" y="9515"/>
                </a:cubicBezTo>
                <a:cubicBezTo>
                  <a:pt x="24132" y="9665"/>
                  <a:pt x="23660" y="9794"/>
                  <a:pt x="23210" y="9901"/>
                </a:cubicBezTo>
                <a:cubicBezTo>
                  <a:pt x="23146" y="9922"/>
                  <a:pt x="22867" y="10008"/>
                  <a:pt x="22610" y="10094"/>
                </a:cubicBezTo>
                <a:lnTo>
                  <a:pt x="22846" y="9815"/>
                </a:lnTo>
                <a:cubicBezTo>
                  <a:pt x="24068" y="9279"/>
                  <a:pt x="25461" y="9044"/>
                  <a:pt x="26725" y="8658"/>
                </a:cubicBezTo>
                <a:cubicBezTo>
                  <a:pt x="28332" y="8165"/>
                  <a:pt x="29897" y="7608"/>
                  <a:pt x="31504" y="7158"/>
                </a:cubicBezTo>
                <a:cubicBezTo>
                  <a:pt x="31733" y="7096"/>
                  <a:pt x="31952" y="7046"/>
                  <a:pt x="32167" y="6991"/>
                </a:cubicBezTo>
                <a:close/>
                <a:moveTo>
                  <a:pt x="24282" y="9858"/>
                </a:moveTo>
                <a:lnTo>
                  <a:pt x="24282" y="9858"/>
                </a:lnTo>
                <a:cubicBezTo>
                  <a:pt x="23489" y="10115"/>
                  <a:pt x="22696" y="10415"/>
                  <a:pt x="21946" y="10779"/>
                </a:cubicBezTo>
                <a:lnTo>
                  <a:pt x="22460" y="10244"/>
                </a:lnTo>
                <a:cubicBezTo>
                  <a:pt x="23060" y="10136"/>
                  <a:pt x="23682" y="10008"/>
                  <a:pt x="24282" y="9858"/>
                </a:cubicBezTo>
                <a:close/>
                <a:moveTo>
                  <a:pt x="42091" y="4929"/>
                </a:moveTo>
                <a:lnTo>
                  <a:pt x="43612" y="5593"/>
                </a:lnTo>
                <a:cubicBezTo>
                  <a:pt x="41962" y="6236"/>
                  <a:pt x="40269" y="6579"/>
                  <a:pt x="38555" y="6965"/>
                </a:cubicBezTo>
                <a:cubicBezTo>
                  <a:pt x="36497" y="7393"/>
                  <a:pt x="34461" y="8015"/>
                  <a:pt x="32426" y="8529"/>
                </a:cubicBezTo>
                <a:cubicBezTo>
                  <a:pt x="30475" y="9022"/>
                  <a:pt x="28525" y="9494"/>
                  <a:pt x="26596" y="10051"/>
                </a:cubicBezTo>
                <a:cubicBezTo>
                  <a:pt x="25675" y="10329"/>
                  <a:pt x="24753" y="10587"/>
                  <a:pt x="23832" y="10865"/>
                </a:cubicBezTo>
                <a:cubicBezTo>
                  <a:pt x="23210" y="11037"/>
                  <a:pt x="22182" y="11079"/>
                  <a:pt x="21474" y="11315"/>
                </a:cubicBezTo>
                <a:lnTo>
                  <a:pt x="21603" y="11165"/>
                </a:lnTo>
                <a:cubicBezTo>
                  <a:pt x="22953" y="10415"/>
                  <a:pt x="24518" y="9986"/>
                  <a:pt x="25996" y="9579"/>
                </a:cubicBezTo>
                <a:cubicBezTo>
                  <a:pt x="27861" y="9044"/>
                  <a:pt x="29747" y="8551"/>
                  <a:pt x="31611" y="8015"/>
                </a:cubicBezTo>
                <a:cubicBezTo>
                  <a:pt x="33497" y="7479"/>
                  <a:pt x="35426" y="6943"/>
                  <a:pt x="37333" y="6450"/>
                </a:cubicBezTo>
                <a:cubicBezTo>
                  <a:pt x="38940" y="6022"/>
                  <a:pt x="40591" y="5743"/>
                  <a:pt x="42091" y="4929"/>
                </a:cubicBezTo>
                <a:close/>
                <a:moveTo>
                  <a:pt x="43870" y="5722"/>
                </a:moveTo>
                <a:lnTo>
                  <a:pt x="45520" y="6450"/>
                </a:lnTo>
                <a:cubicBezTo>
                  <a:pt x="45415" y="6444"/>
                  <a:pt x="45311" y="6441"/>
                  <a:pt x="45207" y="6441"/>
                </a:cubicBezTo>
                <a:cubicBezTo>
                  <a:pt x="43509" y="6441"/>
                  <a:pt x="41799" y="7228"/>
                  <a:pt x="40183" y="7672"/>
                </a:cubicBezTo>
                <a:cubicBezTo>
                  <a:pt x="37912" y="8336"/>
                  <a:pt x="35619" y="8915"/>
                  <a:pt x="33326" y="9515"/>
                </a:cubicBezTo>
                <a:cubicBezTo>
                  <a:pt x="31011" y="10094"/>
                  <a:pt x="28739" y="10801"/>
                  <a:pt x="26403" y="11337"/>
                </a:cubicBezTo>
                <a:cubicBezTo>
                  <a:pt x="24325" y="11830"/>
                  <a:pt x="22224" y="12215"/>
                  <a:pt x="20146" y="12751"/>
                </a:cubicBezTo>
                <a:lnTo>
                  <a:pt x="21153" y="11658"/>
                </a:lnTo>
                <a:cubicBezTo>
                  <a:pt x="24968" y="10994"/>
                  <a:pt x="28718" y="9665"/>
                  <a:pt x="32490" y="8722"/>
                </a:cubicBezTo>
                <a:cubicBezTo>
                  <a:pt x="34376" y="8251"/>
                  <a:pt x="36240" y="7672"/>
                  <a:pt x="38148" y="7243"/>
                </a:cubicBezTo>
                <a:cubicBezTo>
                  <a:pt x="40055" y="6815"/>
                  <a:pt x="42005" y="6450"/>
                  <a:pt x="43870" y="5722"/>
                </a:cubicBezTo>
                <a:close/>
                <a:moveTo>
                  <a:pt x="45179" y="6653"/>
                </a:moveTo>
                <a:cubicBezTo>
                  <a:pt x="44563" y="6949"/>
                  <a:pt x="43927" y="7203"/>
                  <a:pt x="43291" y="7415"/>
                </a:cubicBezTo>
                <a:cubicBezTo>
                  <a:pt x="41319" y="8079"/>
                  <a:pt x="39262" y="8443"/>
                  <a:pt x="37312" y="9065"/>
                </a:cubicBezTo>
                <a:cubicBezTo>
                  <a:pt x="34847" y="9836"/>
                  <a:pt x="32404" y="10672"/>
                  <a:pt x="29918" y="11358"/>
                </a:cubicBezTo>
                <a:cubicBezTo>
                  <a:pt x="27518" y="12001"/>
                  <a:pt x="25096" y="12558"/>
                  <a:pt x="22717" y="13244"/>
                </a:cubicBezTo>
                <a:cubicBezTo>
                  <a:pt x="21432" y="13608"/>
                  <a:pt x="19953" y="13801"/>
                  <a:pt x="18667" y="14315"/>
                </a:cubicBezTo>
                <a:lnTo>
                  <a:pt x="19889" y="13008"/>
                </a:lnTo>
                <a:cubicBezTo>
                  <a:pt x="22053" y="12430"/>
                  <a:pt x="24239" y="12001"/>
                  <a:pt x="26446" y="11529"/>
                </a:cubicBezTo>
                <a:cubicBezTo>
                  <a:pt x="28932" y="10972"/>
                  <a:pt x="31375" y="10179"/>
                  <a:pt x="33840" y="9558"/>
                </a:cubicBezTo>
                <a:cubicBezTo>
                  <a:pt x="36154" y="8979"/>
                  <a:pt x="38426" y="8358"/>
                  <a:pt x="40719" y="7715"/>
                </a:cubicBezTo>
                <a:cubicBezTo>
                  <a:pt x="41705" y="7458"/>
                  <a:pt x="42691" y="7115"/>
                  <a:pt x="43677" y="6858"/>
                </a:cubicBezTo>
                <a:cubicBezTo>
                  <a:pt x="44072" y="6733"/>
                  <a:pt x="44950" y="6749"/>
                  <a:pt x="45179" y="6653"/>
                </a:cubicBezTo>
                <a:close/>
                <a:moveTo>
                  <a:pt x="45691" y="6515"/>
                </a:moveTo>
                <a:lnTo>
                  <a:pt x="47063" y="7136"/>
                </a:lnTo>
                <a:cubicBezTo>
                  <a:pt x="42026" y="8465"/>
                  <a:pt x="36926" y="9579"/>
                  <a:pt x="31933" y="11058"/>
                </a:cubicBezTo>
                <a:cubicBezTo>
                  <a:pt x="29490" y="11787"/>
                  <a:pt x="27046" y="12580"/>
                  <a:pt x="24625" y="13330"/>
                </a:cubicBezTo>
                <a:cubicBezTo>
                  <a:pt x="23360" y="13715"/>
                  <a:pt x="22096" y="14058"/>
                  <a:pt x="20831" y="14358"/>
                </a:cubicBezTo>
                <a:cubicBezTo>
                  <a:pt x="20210" y="14508"/>
                  <a:pt x="19589" y="14658"/>
                  <a:pt x="18946" y="14830"/>
                </a:cubicBezTo>
                <a:cubicBezTo>
                  <a:pt x="18667" y="14894"/>
                  <a:pt x="18388" y="14937"/>
                  <a:pt x="18088" y="14937"/>
                </a:cubicBezTo>
                <a:lnTo>
                  <a:pt x="18410" y="14616"/>
                </a:lnTo>
                <a:cubicBezTo>
                  <a:pt x="19138" y="14230"/>
                  <a:pt x="20103" y="14187"/>
                  <a:pt x="20896" y="13951"/>
                </a:cubicBezTo>
                <a:cubicBezTo>
                  <a:pt x="22160" y="13608"/>
                  <a:pt x="23403" y="13244"/>
                  <a:pt x="24646" y="12880"/>
                </a:cubicBezTo>
                <a:cubicBezTo>
                  <a:pt x="27239" y="12172"/>
                  <a:pt x="29875" y="11594"/>
                  <a:pt x="32426" y="10822"/>
                </a:cubicBezTo>
                <a:cubicBezTo>
                  <a:pt x="34826" y="10094"/>
                  <a:pt x="37183" y="9172"/>
                  <a:pt x="39605" y="8572"/>
                </a:cubicBezTo>
                <a:cubicBezTo>
                  <a:pt x="41662" y="8079"/>
                  <a:pt x="43741" y="7586"/>
                  <a:pt x="45648" y="6622"/>
                </a:cubicBezTo>
                <a:cubicBezTo>
                  <a:pt x="45670" y="6600"/>
                  <a:pt x="45691" y="6558"/>
                  <a:pt x="45691" y="6515"/>
                </a:cubicBezTo>
                <a:close/>
                <a:moveTo>
                  <a:pt x="45648" y="7736"/>
                </a:moveTo>
                <a:cubicBezTo>
                  <a:pt x="43377" y="8486"/>
                  <a:pt x="41062" y="9108"/>
                  <a:pt x="38705" y="9558"/>
                </a:cubicBezTo>
                <a:cubicBezTo>
                  <a:pt x="35854" y="10179"/>
                  <a:pt x="33047" y="11187"/>
                  <a:pt x="30261" y="12022"/>
                </a:cubicBezTo>
                <a:cubicBezTo>
                  <a:pt x="27582" y="12837"/>
                  <a:pt x="24903" y="13608"/>
                  <a:pt x="22246" y="14444"/>
                </a:cubicBezTo>
                <a:cubicBezTo>
                  <a:pt x="20360" y="15001"/>
                  <a:pt x="18496" y="15580"/>
                  <a:pt x="16738" y="16437"/>
                </a:cubicBezTo>
                <a:lnTo>
                  <a:pt x="17960" y="15108"/>
                </a:lnTo>
                <a:cubicBezTo>
                  <a:pt x="18065" y="15115"/>
                  <a:pt x="18171" y="15118"/>
                  <a:pt x="18278" y="15118"/>
                </a:cubicBezTo>
                <a:cubicBezTo>
                  <a:pt x="19929" y="15118"/>
                  <a:pt x="21725" y="14375"/>
                  <a:pt x="23275" y="13973"/>
                </a:cubicBezTo>
                <a:cubicBezTo>
                  <a:pt x="26039" y="13201"/>
                  <a:pt x="28761" y="12237"/>
                  <a:pt x="31525" y="11422"/>
                </a:cubicBezTo>
                <a:cubicBezTo>
                  <a:pt x="34140" y="10629"/>
                  <a:pt x="36776" y="9944"/>
                  <a:pt x="39433" y="9301"/>
                </a:cubicBezTo>
                <a:cubicBezTo>
                  <a:pt x="40762" y="8979"/>
                  <a:pt x="42112" y="8636"/>
                  <a:pt x="43441" y="8293"/>
                </a:cubicBezTo>
                <a:lnTo>
                  <a:pt x="45434" y="7779"/>
                </a:lnTo>
                <a:lnTo>
                  <a:pt x="45648" y="7736"/>
                </a:lnTo>
                <a:close/>
                <a:moveTo>
                  <a:pt x="47406" y="7286"/>
                </a:moveTo>
                <a:cubicBezTo>
                  <a:pt x="48177" y="7629"/>
                  <a:pt x="48970" y="7972"/>
                  <a:pt x="49742" y="8315"/>
                </a:cubicBezTo>
                <a:lnTo>
                  <a:pt x="49699" y="8315"/>
                </a:lnTo>
                <a:cubicBezTo>
                  <a:pt x="47063" y="9044"/>
                  <a:pt x="44341" y="9558"/>
                  <a:pt x="41705" y="10222"/>
                </a:cubicBezTo>
                <a:cubicBezTo>
                  <a:pt x="38898" y="10929"/>
                  <a:pt x="36047" y="11508"/>
                  <a:pt x="33240" y="12194"/>
                </a:cubicBezTo>
                <a:cubicBezTo>
                  <a:pt x="27754" y="13480"/>
                  <a:pt x="22332" y="15023"/>
                  <a:pt x="16974" y="16694"/>
                </a:cubicBezTo>
                <a:cubicBezTo>
                  <a:pt x="16845" y="16716"/>
                  <a:pt x="16460" y="16887"/>
                  <a:pt x="16245" y="16973"/>
                </a:cubicBezTo>
                <a:lnTo>
                  <a:pt x="16374" y="16844"/>
                </a:lnTo>
                <a:cubicBezTo>
                  <a:pt x="16974" y="16501"/>
                  <a:pt x="17617" y="16201"/>
                  <a:pt x="18281" y="15944"/>
                </a:cubicBezTo>
                <a:cubicBezTo>
                  <a:pt x="19589" y="15408"/>
                  <a:pt x="20939" y="15023"/>
                  <a:pt x="22289" y="14616"/>
                </a:cubicBezTo>
                <a:cubicBezTo>
                  <a:pt x="25118" y="13758"/>
                  <a:pt x="27946" y="12922"/>
                  <a:pt x="30797" y="12087"/>
                </a:cubicBezTo>
                <a:cubicBezTo>
                  <a:pt x="33626" y="11229"/>
                  <a:pt x="36390" y="10265"/>
                  <a:pt x="39240" y="9665"/>
                </a:cubicBezTo>
                <a:cubicBezTo>
                  <a:pt x="42026" y="9108"/>
                  <a:pt x="44748" y="8315"/>
                  <a:pt x="47406" y="7286"/>
                </a:cubicBezTo>
                <a:close/>
                <a:moveTo>
                  <a:pt x="47256" y="9108"/>
                </a:moveTo>
                <a:lnTo>
                  <a:pt x="47256" y="9108"/>
                </a:lnTo>
                <a:cubicBezTo>
                  <a:pt x="41641" y="10737"/>
                  <a:pt x="35854" y="11787"/>
                  <a:pt x="30261" y="13523"/>
                </a:cubicBezTo>
                <a:cubicBezTo>
                  <a:pt x="27325" y="14444"/>
                  <a:pt x="24389" y="15451"/>
                  <a:pt x="21453" y="16373"/>
                </a:cubicBezTo>
                <a:cubicBezTo>
                  <a:pt x="20039" y="16823"/>
                  <a:pt x="18624" y="17273"/>
                  <a:pt x="17188" y="17616"/>
                </a:cubicBezTo>
                <a:cubicBezTo>
                  <a:pt x="16481" y="17766"/>
                  <a:pt x="15774" y="17980"/>
                  <a:pt x="15088" y="18216"/>
                </a:cubicBezTo>
                <a:lnTo>
                  <a:pt x="16074" y="17144"/>
                </a:lnTo>
                <a:cubicBezTo>
                  <a:pt x="18731" y="16416"/>
                  <a:pt x="21324" y="15473"/>
                  <a:pt x="23982" y="14787"/>
                </a:cubicBezTo>
                <a:cubicBezTo>
                  <a:pt x="26939" y="14037"/>
                  <a:pt x="29854" y="13223"/>
                  <a:pt x="32790" y="12494"/>
                </a:cubicBezTo>
                <a:cubicBezTo>
                  <a:pt x="35747" y="11765"/>
                  <a:pt x="38769" y="11165"/>
                  <a:pt x="41748" y="10415"/>
                </a:cubicBezTo>
                <a:cubicBezTo>
                  <a:pt x="43227" y="10051"/>
                  <a:pt x="44684" y="9601"/>
                  <a:pt x="46184" y="9322"/>
                </a:cubicBezTo>
                <a:lnTo>
                  <a:pt x="47256" y="9108"/>
                </a:lnTo>
                <a:close/>
                <a:moveTo>
                  <a:pt x="49784" y="8336"/>
                </a:moveTo>
                <a:lnTo>
                  <a:pt x="51242" y="8979"/>
                </a:lnTo>
                <a:cubicBezTo>
                  <a:pt x="45220" y="10287"/>
                  <a:pt x="39198" y="11680"/>
                  <a:pt x="33283" y="13394"/>
                </a:cubicBezTo>
                <a:cubicBezTo>
                  <a:pt x="30111" y="14315"/>
                  <a:pt x="26918" y="15216"/>
                  <a:pt x="23703" y="16073"/>
                </a:cubicBezTo>
                <a:cubicBezTo>
                  <a:pt x="20681" y="16866"/>
                  <a:pt x="17745" y="18044"/>
                  <a:pt x="14659" y="18709"/>
                </a:cubicBezTo>
                <a:lnTo>
                  <a:pt x="14638" y="18709"/>
                </a:lnTo>
                <a:cubicBezTo>
                  <a:pt x="14702" y="18645"/>
                  <a:pt x="14767" y="18580"/>
                  <a:pt x="14831" y="18516"/>
                </a:cubicBezTo>
                <a:lnTo>
                  <a:pt x="14809" y="18494"/>
                </a:lnTo>
                <a:lnTo>
                  <a:pt x="15238" y="18344"/>
                </a:lnTo>
                <a:cubicBezTo>
                  <a:pt x="15902" y="18130"/>
                  <a:pt x="16567" y="17959"/>
                  <a:pt x="17253" y="17809"/>
                </a:cubicBezTo>
                <a:cubicBezTo>
                  <a:pt x="18860" y="17444"/>
                  <a:pt x="20424" y="16909"/>
                  <a:pt x="21989" y="16416"/>
                </a:cubicBezTo>
                <a:cubicBezTo>
                  <a:pt x="25118" y="15430"/>
                  <a:pt x="28182" y="14358"/>
                  <a:pt x="31311" y="13415"/>
                </a:cubicBezTo>
                <a:cubicBezTo>
                  <a:pt x="34440" y="12472"/>
                  <a:pt x="37569" y="11808"/>
                  <a:pt x="40698" y="10972"/>
                </a:cubicBezTo>
                <a:cubicBezTo>
                  <a:pt x="43698" y="10179"/>
                  <a:pt x="46827" y="9579"/>
                  <a:pt x="49763" y="8529"/>
                </a:cubicBezTo>
                <a:cubicBezTo>
                  <a:pt x="49827" y="8486"/>
                  <a:pt x="49849" y="8401"/>
                  <a:pt x="49784" y="8336"/>
                </a:cubicBezTo>
                <a:close/>
                <a:moveTo>
                  <a:pt x="51499" y="9108"/>
                </a:moveTo>
                <a:lnTo>
                  <a:pt x="52142" y="9408"/>
                </a:lnTo>
                <a:cubicBezTo>
                  <a:pt x="45520" y="11187"/>
                  <a:pt x="38898" y="12987"/>
                  <a:pt x="32340" y="14958"/>
                </a:cubicBezTo>
                <a:cubicBezTo>
                  <a:pt x="28889" y="16009"/>
                  <a:pt x="25482" y="17101"/>
                  <a:pt x="22053" y="18216"/>
                </a:cubicBezTo>
                <a:cubicBezTo>
                  <a:pt x="19503" y="19052"/>
                  <a:pt x="16867" y="19652"/>
                  <a:pt x="14274" y="20359"/>
                </a:cubicBezTo>
                <a:cubicBezTo>
                  <a:pt x="14981" y="20145"/>
                  <a:pt x="15688" y="19930"/>
                  <a:pt x="16352" y="19673"/>
                </a:cubicBezTo>
                <a:cubicBezTo>
                  <a:pt x="18131" y="19030"/>
                  <a:pt x="19846" y="18259"/>
                  <a:pt x="21624" y="17637"/>
                </a:cubicBezTo>
                <a:cubicBezTo>
                  <a:pt x="24989" y="16459"/>
                  <a:pt x="28439" y="15494"/>
                  <a:pt x="31868" y="14487"/>
                </a:cubicBezTo>
                <a:cubicBezTo>
                  <a:pt x="35276" y="13480"/>
                  <a:pt x="38683" y="12494"/>
                  <a:pt x="42134" y="11615"/>
                </a:cubicBezTo>
                <a:cubicBezTo>
                  <a:pt x="45220" y="10801"/>
                  <a:pt x="48499" y="10372"/>
                  <a:pt x="51456" y="9151"/>
                </a:cubicBezTo>
                <a:cubicBezTo>
                  <a:pt x="51477" y="9129"/>
                  <a:pt x="51477" y="9129"/>
                  <a:pt x="51499" y="9108"/>
                </a:cubicBezTo>
                <a:close/>
                <a:moveTo>
                  <a:pt x="50084" y="9429"/>
                </a:moveTo>
                <a:cubicBezTo>
                  <a:pt x="49827" y="9515"/>
                  <a:pt x="49570" y="9601"/>
                  <a:pt x="49313" y="9665"/>
                </a:cubicBezTo>
                <a:cubicBezTo>
                  <a:pt x="46291" y="10544"/>
                  <a:pt x="43162" y="11101"/>
                  <a:pt x="40119" y="11915"/>
                </a:cubicBezTo>
                <a:cubicBezTo>
                  <a:pt x="36840" y="12772"/>
                  <a:pt x="33583" y="13758"/>
                  <a:pt x="30347" y="14723"/>
                </a:cubicBezTo>
                <a:cubicBezTo>
                  <a:pt x="27089" y="15666"/>
                  <a:pt x="23810" y="16630"/>
                  <a:pt x="20617" y="17787"/>
                </a:cubicBezTo>
                <a:cubicBezTo>
                  <a:pt x="19010" y="18344"/>
                  <a:pt x="17467" y="19052"/>
                  <a:pt x="15860" y="19652"/>
                </a:cubicBezTo>
                <a:cubicBezTo>
                  <a:pt x="14852" y="20038"/>
                  <a:pt x="13824" y="20316"/>
                  <a:pt x="12795" y="20680"/>
                </a:cubicBezTo>
                <a:lnTo>
                  <a:pt x="14402" y="18945"/>
                </a:lnTo>
                <a:cubicBezTo>
                  <a:pt x="17403" y="18387"/>
                  <a:pt x="20296" y="17187"/>
                  <a:pt x="23253" y="16394"/>
                </a:cubicBezTo>
                <a:cubicBezTo>
                  <a:pt x="26618" y="15494"/>
                  <a:pt x="29982" y="14551"/>
                  <a:pt x="33326" y="13587"/>
                </a:cubicBezTo>
                <a:cubicBezTo>
                  <a:pt x="36626" y="12601"/>
                  <a:pt x="39948" y="11765"/>
                  <a:pt x="43291" y="10972"/>
                </a:cubicBezTo>
                <a:cubicBezTo>
                  <a:pt x="44941" y="10587"/>
                  <a:pt x="46591" y="10201"/>
                  <a:pt x="48263" y="9836"/>
                </a:cubicBezTo>
                <a:cubicBezTo>
                  <a:pt x="48863" y="9708"/>
                  <a:pt x="49484" y="9579"/>
                  <a:pt x="50084" y="9429"/>
                </a:cubicBezTo>
                <a:close/>
                <a:moveTo>
                  <a:pt x="52442" y="9515"/>
                </a:moveTo>
                <a:lnTo>
                  <a:pt x="53792" y="10136"/>
                </a:lnTo>
                <a:cubicBezTo>
                  <a:pt x="46505" y="11701"/>
                  <a:pt x="39326" y="13694"/>
                  <a:pt x="32168" y="15816"/>
                </a:cubicBezTo>
                <a:cubicBezTo>
                  <a:pt x="28611" y="16866"/>
                  <a:pt x="25075" y="17959"/>
                  <a:pt x="21517" y="19009"/>
                </a:cubicBezTo>
                <a:cubicBezTo>
                  <a:pt x="18281" y="19995"/>
                  <a:pt x="14874" y="20638"/>
                  <a:pt x="11723" y="21838"/>
                </a:cubicBezTo>
                <a:lnTo>
                  <a:pt x="12388" y="21109"/>
                </a:lnTo>
                <a:cubicBezTo>
                  <a:pt x="15452" y="20166"/>
                  <a:pt x="18581" y="19523"/>
                  <a:pt x="21624" y="18559"/>
                </a:cubicBezTo>
                <a:cubicBezTo>
                  <a:pt x="25053" y="17487"/>
                  <a:pt x="28439" y="16287"/>
                  <a:pt x="31911" y="15301"/>
                </a:cubicBezTo>
                <a:cubicBezTo>
                  <a:pt x="38748" y="13373"/>
                  <a:pt x="45563" y="11379"/>
                  <a:pt x="52442" y="9515"/>
                </a:cubicBezTo>
                <a:close/>
                <a:moveTo>
                  <a:pt x="54006" y="10244"/>
                </a:moveTo>
                <a:lnTo>
                  <a:pt x="55078" y="10715"/>
                </a:lnTo>
                <a:cubicBezTo>
                  <a:pt x="51649" y="11401"/>
                  <a:pt x="48220" y="12001"/>
                  <a:pt x="44855" y="12922"/>
                </a:cubicBezTo>
                <a:cubicBezTo>
                  <a:pt x="41041" y="13994"/>
                  <a:pt x="37205" y="15023"/>
                  <a:pt x="33368" y="15987"/>
                </a:cubicBezTo>
                <a:cubicBezTo>
                  <a:pt x="25868" y="17852"/>
                  <a:pt x="18431" y="20209"/>
                  <a:pt x="11059" y="22523"/>
                </a:cubicBezTo>
                <a:cubicBezTo>
                  <a:pt x="11166" y="22416"/>
                  <a:pt x="11273" y="22288"/>
                  <a:pt x="11402" y="22159"/>
                </a:cubicBezTo>
                <a:cubicBezTo>
                  <a:pt x="14509" y="20959"/>
                  <a:pt x="17853" y="20316"/>
                  <a:pt x="21046" y="19352"/>
                </a:cubicBezTo>
                <a:cubicBezTo>
                  <a:pt x="24775" y="18237"/>
                  <a:pt x="28482" y="17123"/>
                  <a:pt x="32211" y="16009"/>
                </a:cubicBezTo>
                <a:cubicBezTo>
                  <a:pt x="39390" y="13887"/>
                  <a:pt x="46613" y="11872"/>
                  <a:pt x="53942" y="10308"/>
                </a:cubicBezTo>
                <a:cubicBezTo>
                  <a:pt x="53985" y="10308"/>
                  <a:pt x="54006" y="10265"/>
                  <a:pt x="54006" y="10244"/>
                </a:cubicBezTo>
                <a:close/>
                <a:moveTo>
                  <a:pt x="55399" y="10865"/>
                </a:moveTo>
                <a:lnTo>
                  <a:pt x="57457" y="11787"/>
                </a:lnTo>
                <a:cubicBezTo>
                  <a:pt x="49720" y="13201"/>
                  <a:pt x="42112" y="15473"/>
                  <a:pt x="34483" y="17359"/>
                </a:cubicBezTo>
                <a:cubicBezTo>
                  <a:pt x="27089" y="19180"/>
                  <a:pt x="19781" y="21173"/>
                  <a:pt x="12431" y="23124"/>
                </a:cubicBezTo>
                <a:cubicBezTo>
                  <a:pt x="12859" y="22995"/>
                  <a:pt x="13309" y="22866"/>
                  <a:pt x="13738" y="22759"/>
                </a:cubicBezTo>
                <a:cubicBezTo>
                  <a:pt x="15752" y="22159"/>
                  <a:pt x="17745" y="21559"/>
                  <a:pt x="19760" y="20959"/>
                </a:cubicBezTo>
                <a:cubicBezTo>
                  <a:pt x="23810" y="19759"/>
                  <a:pt x="27839" y="18559"/>
                  <a:pt x="31890" y="17359"/>
                </a:cubicBezTo>
                <a:cubicBezTo>
                  <a:pt x="35876" y="16201"/>
                  <a:pt x="39862" y="15087"/>
                  <a:pt x="43870" y="14015"/>
                </a:cubicBezTo>
                <a:cubicBezTo>
                  <a:pt x="47684" y="12987"/>
                  <a:pt x="51735" y="12344"/>
                  <a:pt x="55399" y="10865"/>
                </a:cubicBezTo>
                <a:close/>
                <a:moveTo>
                  <a:pt x="54992" y="10951"/>
                </a:moveTo>
                <a:cubicBezTo>
                  <a:pt x="54991" y="10951"/>
                  <a:pt x="54178" y="11122"/>
                  <a:pt x="54006" y="11187"/>
                </a:cubicBezTo>
                <a:cubicBezTo>
                  <a:pt x="52335" y="11765"/>
                  <a:pt x="50556" y="12108"/>
                  <a:pt x="48820" y="12515"/>
                </a:cubicBezTo>
                <a:cubicBezTo>
                  <a:pt x="46806" y="12965"/>
                  <a:pt x="44812" y="13565"/>
                  <a:pt x="42819" y="14101"/>
                </a:cubicBezTo>
                <a:cubicBezTo>
                  <a:pt x="38983" y="15130"/>
                  <a:pt x="35147" y="16201"/>
                  <a:pt x="31333" y="17316"/>
                </a:cubicBezTo>
                <a:cubicBezTo>
                  <a:pt x="27454" y="18452"/>
                  <a:pt x="23575" y="19609"/>
                  <a:pt x="19717" y="20766"/>
                </a:cubicBezTo>
                <a:cubicBezTo>
                  <a:pt x="17874" y="21323"/>
                  <a:pt x="16031" y="21859"/>
                  <a:pt x="14188" y="22416"/>
                </a:cubicBezTo>
                <a:cubicBezTo>
                  <a:pt x="12816" y="22824"/>
                  <a:pt x="11381" y="23124"/>
                  <a:pt x="10030" y="23638"/>
                </a:cubicBezTo>
                <a:lnTo>
                  <a:pt x="10780" y="22824"/>
                </a:lnTo>
                <a:cubicBezTo>
                  <a:pt x="18410" y="20423"/>
                  <a:pt x="26146" y="18002"/>
                  <a:pt x="33926" y="16051"/>
                </a:cubicBezTo>
                <a:cubicBezTo>
                  <a:pt x="37762" y="15087"/>
                  <a:pt x="41576" y="14037"/>
                  <a:pt x="45391" y="12987"/>
                </a:cubicBezTo>
                <a:cubicBezTo>
                  <a:pt x="47148" y="12472"/>
                  <a:pt x="48949" y="12065"/>
                  <a:pt x="50749" y="11744"/>
                </a:cubicBezTo>
                <a:cubicBezTo>
                  <a:pt x="51692" y="11594"/>
                  <a:pt x="52635" y="11422"/>
                  <a:pt x="53556" y="11229"/>
                </a:cubicBezTo>
                <a:lnTo>
                  <a:pt x="54992" y="10951"/>
                </a:lnTo>
                <a:close/>
                <a:moveTo>
                  <a:pt x="57778" y="11937"/>
                </a:moveTo>
                <a:lnTo>
                  <a:pt x="58764" y="12365"/>
                </a:lnTo>
                <a:cubicBezTo>
                  <a:pt x="56985" y="12751"/>
                  <a:pt x="55271" y="13330"/>
                  <a:pt x="53535" y="13780"/>
                </a:cubicBezTo>
                <a:cubicBezTo>
                  <a:pt x="51413" y="14315"/>
                  <a:pt x="49206" y="14637"/>
                  <a:pt x="47041" y="15066"/>
                </a:cubicBezTo>
                <a:cubicBezTo>
                  <a:pt x="42691" y="15944"/>
                  <a:pt x="38319" y="16887"/>
                  <a:pt x="33990" y="17894"/>
                </a:cubicBezTo>
                <a:cubicBezTo>
                  <a:pt x="29661" y="18902"/>
                  <a:pt x="25375" y="20123"/>
                  <a:pt x="21089" y="21302"/>
                </a:cubicBezTo>
                <a:cubicBezTo>
                  <a:pt x="19010" y="21881"/>
                  <a:pt x="16974" y="22545"/>
                  <a:pt x="14874" y="23038"/>
                </a:cubicBezTo>
                <a:cubicBezTo>
                  <a:pt x="12924" y="23445"/>
                  <a:pt x="10995" y="23959"/>
                  <a:pt x="9109" y="24602"/>
                </a:cubicBezTo>
                <a:lnTo>
                  <a:pt x="9623" y="24066"/>
                </a:lnTo>
                <a:cubicBezTo>
                  <a:pt x="17595" y="21988"/>
                  <a:pt x="25503" y="19737"/>
                  <a:pt x="33497" y="17787"/>
                </a:cubicBezTo>
                <a:cubicBezTo>
                  <a:pt x="41576" y="15837"/>
                  <a:pt x="49592" y="13394"/>
                  <a:pt x="57778" y="11937"/>
                </a:cubicBezTo>
                <a:close/>
                <a:moveTo>
                  <a:pt x="59042" y="12494"/>
                </a:moveTo>
                <a:cubicBezTo>
                  <a:pt x="58571" y="12901"/>
                  <a:pt x="58142" y="13308"/>
                  <a:pt x="57714" y="13758"/>
                </a:cubicBezTo>
                <a:cubicBezTo>
                  <a:pt x="53770" y="14808"/>
                  <a:pt x="49720" y="15430"/>
                  <a:pt x="45755" y="16437"/>
                </a:cubicBezTo>
                <a:cubicBezTo>
                  <a:pt x="41641" y="17509"/>
                  <a:pt x="37462" y="18259"/>
                  <a:pt x="33326" y="19223"/>
                </a:cubicBezTo>
                <a:cubicBezTo>
                  <a:pt x="29189" y="20188"/>
                  <a:pt x="25096" y="21216"/>
                  <a:pt x="20982" y="22245"/>
                </a:cubicBezTo>
                <a:cubicBezTo>
                  <a:pt x="16717" y="23316"/>
                  <a:pt x="12474" y="24131"/>
                  <a:pt x="8295" y="25481"/>
                </a:cubicBezTo>
                <a:lnTo>
                  <a:pt x="8809" y="24924"/>
                </a:lnTo>
                <a:cubicBezTo>
                  <a:pt x="10652" y="24259"/>
                  <a:pt x="12538" y="23724"/>
                  <a:pt x="14445" y="23338"/>
                </a:cubicBezTo>
                <a:cubicBezTo>
                  <a:pt x="16545" y="22866"/>
                  <a:pt x="18581" y="22223"/>
                  <a:pt x="20660" y="21623"/>
                </a:cubicBezTo>
                <a:cubicBezTo>
                  <a:pt x="24925" y="20423"/>
                  <a:pt x="29232" y="19266"/>
                  <a:pt x="33518" y="18216"/>
                </a:cubicBezTo>
                <a:cubicBezTo>
                  <a:pt x="37805" y="17144"/>
                  <a:pt x="42241" y="16287"/>
                  <a:pt x="46591" y="15366"/>
                </a:cubicBezTo>
                <a:cubicBezTo>
                  <a:pt x="48756" y="14894"/>
                  <a:pt x="50920" y="14551"/>
                  <a:pt x="53085" y="14080"/>
                </a:cubicBezTo>
                <a:cubicBezTo>
                  <a:pt x="55056" y="13651"/>
                  <a:pt x="56964" y="12944"/>
                  <a:pt x="58935" y="12537"/>
                </a:cubicBezTo>
                <a:cubicBezTo>
                  <a:pt x="58957" y="12537"/>
                  <a:pt x="59000" y="12515"/>
                  <a:pt x="59000" y="12494"/>
                </a:cubicBezTo>
                <a:close/>
                <a:moveTo>
                  <a:pt x="57478" y="14037"/>
                </a:moveTo>
                <a:lnTo>
                  <a:pt x="57478" y="14037"/>
                </a:lnTo>
                <a:cubicBezTo>
                  <a:pt x="57049" y="14487"/>
                  <a:pt x="56642" y="14937"/>
                  <a:pt x="56235" y="15408"/>
                </a:cubicBezTo>
                <a:lnTo>
                  <a:pt x="55849" y="15494"/>
                </a:lnTo>
                <a:cubicBezTo>
                  <a:pt x="55834" y="15479"/>
                  <a:pt x="55814" y="15472"/>
                  <a:pt x="55789" y="15472"/>
                </a:cubicBezTo>
                <a:cubicBezTo>
                  <a:pt x="55743" y="15472"/>
                  <a:pt x="55683" y="15496"/>
                  <a:pt x="55614" y="15537"/>
                </a:cubicBezTo>
                <a:cubicBezTo>
                  <a:pt x="47684" y="17316"/>
                  <a:pt x="39648" y="18580"/>
                  <a:pt x="31697" y="20230"/>
                </a:cubicBezTo>
                <a:cubicBezTo>
                  <a:pt x="23510" y="21923"/>
                  <a:pt x="15452" y="24345"/>
                  <a:pt x="7394" y="26510"/>
                </a:cubicBezTo>
                <a:cubicBezTo>
                  <a:pt x="7609" y="26252"/>
                  <a:pt x="7844" y="25995"/>
                  <a:pt x="8080" y="25760"/>
                </a:cubicBezTo>
                <a:lnTo>
                  <a:pt x="8145" y="25760"/>
                </a:lnTo>
                <a:cubicBezTo>
                  <a:pt x="12216" y="24431"/>
                  <a:pt x="16374" y="23595"/>
                  <a:pt x="20531" y="22566"/>
                </a:cubicBezTo>
                <a:cubicBezTo>
                  <a:pt x="24668" y="21581"/>
                  <a:pt x="28761" y="20509"/>
                  <a:pt x="32897" y="19523"/>
                </a:cubicBezTo>
                <a:cubicBezTo>
                  <a:pt x="37033" y="18559"/>
                  <a:pt x="41212" y="17809"/>
                  <a:pt x="45327" y="16780"/>
                </a:cubicBezTo>
                <a:cubicBezTo>
                  <a:pt x="47470" y="16244"/>
                  <a:pt x="49592" y="15644"/>
                  <a:pt x="51756" y="15216"/>
                </a:cubicBezTo>
                <a:cubicBezTo>
                  <a:pt x="53663" y="14830"/>
                  <a:pt x="55571" y="14508"/>
                  <a:pt x="57478" y="14037"/>
                </a:cubicBezTo>
                <a:close/>
                <a:moveTo>
                  <a:pt x="59000" y="13544"/>
                </a:moveTo>
                <a:lnTo>
                  <a:pt x="59000" y="13544"/>
                </a:lnTo>
                <a:cubicBezTo>
                  <a:pt x="58957" y="13715"/>
                  <a:pt x="58935" y="13844"/>
                  <a:pt x="58914" y="14015"/>
                </a:cubicBezTo>
                <a:cubicBezTo>
                  <a:pt x="58892" y="14015"/>
                  <a:pt x="58850" y="14037"/>
                  <a:pt x="58828" y="14058"/>
                </a:cubicBezTo>
                <a:cubicBezTo>
                  <a:pt x="57542" y="15237"/>
                  <a:pt x="56385" y="16630"/>
                  <a:pt x="55185" y="17894"/>
                </a:cubicBezTo>
                <a:cubicBezTo>
                  <a:pt x="52485" y="20766"/>
                  <a:pt x="49784" y="23616"/>
                  <a:pt x="47084" y="26467"/>
                </a:cubicBezTo>
                <a:lnTo>
                  <a:pt x="46098" y="27517"/>
                </a:lnTo>
                <a:cubicBezTo>
                  <a:pt x="50299" y="22845"/>
                  <a:pt x="54499" y="18173"/>
                  <a:pt x="58871" y="13673"/>
                </a:cubicBezTo>
                <a:lnTo>
                  <a:pt x="59000" y="13544"/>
                </a:lnTo>
                <a:close/>
                <a:moveTo>
                  <a:pt x="55914" y="15816"/>
                </a:moveTo>
                <a:lnTo>
                  <a:pt x="55914" y="15816"/>
                </a:lnTo>
                <a:cubicBezTo>
                  <a:pt x="55549" y="16201"/>
                  <a:pt x="55206" y="16609"/>
                  <a:pt x="54842" y="16994"/>
                </a:cubicBezTo>
                <a:cubicBezTo>
                  <a:pt x="54756" y="17059"/>
                  <a:pt x="54692" y="17123"/>
                  <a:pt x="54606" y="17187"/>
                </a:cubicBezTo>
                <a:lnTo>
                  <a:pt x="54628" y="17209"/>
                </a:lnTo>
                <a:cubicBezTo>
                  <a:pt x="50492" y="17873"/>
                  <a:pt x="46398" y="18816"/>
                  <a:pt x="42284" y="19587"/>
                </a:cubicBezTo>
                <a:cubicBezTo>
                  <a:pt x="38040" y="20423"/>
                  <a:pt x="33776" y="21216"/>
                  <a:pt x="29575" y="22202"/>
                </a:cubicBezTo>
                <a:cubicBezTo>
                  <a:pt x="25353" y="23166"/>
                  <a:pt x="21153" y="24324"/>
                  <a:pt x="16974" y="25502"/>
                </a:cubicBezTo>
                <a:cubicBezTo>
                  <a:pt x="14959" y="26081"/>
                  <a:pt x="12966" y="26660"/>
                  <a:pt x="10973" y="27238"/>
                </a:cubicBezTo>
                <a:lnTo>
                  <a:pt x="8830" y="27860"/>
                </a:lnTo>
                <a:cubicBezTo>
                  <a:pt x="11466" y="26938"/>
                  <a:pt x="14102" y="25995"/>
                  <a:pt x="16803" y="25181"/>
                </a:cubicBezTo>
                <a:cubicBezTo>
                  <a:pt x="20831" y="23959"/>
                  <a:pt x="24903" y="22888"/>
                  <a:pt x="28997" y="21816"/>
                </a:cubicBezTo>
                <a:cubicBezTo>
                  <a:pt x="33133" y="20723"/>
                  <a:pt x="37290" y="19845"/>
                  <a:pt x="41491" y="19052"/>
                </a:cubicBezTo>
                <a:cubicBezTo>
                  <a:pt x="45348" y="18302"/>
                  <a:pt x="49291" y="17809"/>
                  <a:pt x="53085" y="16823"/>
                </a:cubicBezTo>
                <a:cubicBezTo>
                  <a:pt x="54049" y="16566"/>
                  <a:pt x="54992" y="16223"/>
                  <a:pt x="55914" y="15816"/>
                </a:cubicBezTo>
                <a:close/>
                <a:moveTo>
                  <a:pt x="42284" y="25524"/>
                </a:moveTo>
                <a:cubicBezTo>
                  <a:pt x="41319" y="25802"/>
                  <a:pt x="40376" y="26017"/>
                  <a:pt x="39412" y="26252"/>
                </a:cubicBezTo>
                <a:cubicBezTo>
                  <a:pt x="36176" y="26981"/>
                  <a:pt x="32918" y="27667"/>
                  <a:pt x="29661" y="28331"/>
                </a:cubicBezTo>
                <a:cubicBezTo>
                  <a:pt x="32554" y="27603"/>
                  <a:pt x="35426" y="26831"/>
                  <a:pt x="38362" y="26295"/>
                </a:cubicBezTo>
                <a:cubicBezTo>
                  <a:pt x="39669" y="26060"/>
                  <a:pt x="40976" y="25824"/>
                  <a:pt x="42284" y="25524"/>
                </a:cubicBezTo>
                <a:close/>
                <a:moveTo>
                  <a:pt x="55185" y="15859"/>
                </a:moveTo>
                <a:lnTo>
                  <a:pt x="55099" y="15944"/>
                </a:lnTo>
                <a:cubicBezTo>
                  <a:pt x="54842" y="16051"/>
                  <a:pt x="54542" y="16159"/>
                  <a:pt x="54263" y="16244"/>
                </a:cubicBezTo>
                <a:cubicBezTo>
                  <a:pt x="50684" y="17530"/>
                  <a:pt x="46655" y="17852"/>
                  <a:pt x="42927" y="18580"/>
                </a:cubicBezTo>
                <a:cubicBezTo>
                  <a:pt x="38726" y="19373"/>
                  <a:pt x="34504" y="20166"/>
                  <a:pt x="30368" y="21259"/>
                </a:cubicBezTo>
                <a:cubicBezTo>
                  <a:pt x="22224" y="23381"/>
                  <a:pt x="14167" y="25610"/>
                  <a:pt x="6280" y="28524"/>
                </a:cubicBezTo>
                <a:cubicBezTo>
                  <a:pt x="5959" y="28631"/>
                  <a:pt x="5637" y="28738"/>
                  <a:pt x="5337" y="28846"/>
                </a:cubicBezTo>
                <a:cubicBezTo>
                  <a:pt x="5916" y="28160"/>
                  <a:pt x="6516" y="27453"/>
                  <a:pt x="7137" y="26788"/>
                </a:cubicBezTo>
                <a:cubicBezTo>
                  <a:pt x="15474" y="24559"/>
                  <a:pt x="23789" y="22073"/>
                  <a:pt x="32254" y="20338"/>
                </a:cubicBezTo>
                <a:cubicBezTo>
                  <a:pt x="36583" y="19437"/>
                  <a:pt x="40912" y="18666"/>
                  <a:pt x="45241" y="17894"/>
                </a:cubicBezTo>
                <a:cubicBezTo>
                  <a:pt x="47298" y="17509"/>
                  <a:pt x="49377" y="17123"/>
                  <a:pt x="51456" y="16737"/>
                </a:cubicBezTo>
                <a:cubicBezTo>
                  <a:pt x="52442" y="16566"/>
                  <a:pt x="53428" y="16287"/>
                  <a:pt x="54435" y="16051"/>
                </a:cubicBezTo>
                <a:lnTo>
                  <a:pt x="55185" y="15859"/>
                </a:lnTo>
                <a:close/>
                <a:moveTo>
                  <a:pt x="54214" y="17369"/>
                </a:moveTo>
                <a:cubicBezTo>
                  <a:pt x="46270" y="20069"/>
                  <a:pt x="37945" y="21310"/>
                  <a:pt x="29832" y="23381"/>
                </a:cubicBezTo>
                <a:cubicBezTo>
                  <a:pt x="25632" y="24452"/>
                  <a:pt x="21432" y="25524"/>
                  <a:pt x="17231" y="26638"/>
                </a:cubicBezTo>
                <a:cubicBezTo>
                  <a:pt x="13288" y="27667"/>
                  <a:pt x="9152" y="28567"/>
                  <a:pt x="5380" y="30153"/>
                </a:cubicBezTo>
                <a:lnTo>
                  <a:pt x="3473" y="30967"/>
                </a:lnTo>
                <a:cubicBezTo>
                  <a:pt x="3987" y="30367"/>
                  <a:pt x="4501" y="29788"/>
                  <a:pt x="5016" y="29167"/>
                </a:cubicBezTo>
                <a:lnTo>
                  <a:pt x="5016" y="29188"/>
                </a:lnTo>
                <a:cubicBezTo>
                  <a:pt x="13181" y="26810"/>
                  <a:pt x="21324" y="24345"/>
                  <a:pt x="29597" y="22395"/>
                </a:cubicBezTo>
                <a:cubicBezTo>
                  <a:pt x="33819" y="21409"/>
                  <a:pt x="38062" y="20616"/>
                  <a:pt x="42326" y="19802"/>
                </a:cubicBezTo>
                <a:cubicBezTo>
                  <a:pt x="44362" y="19395"/>
                  <a:pt x="46398" y="19009"/>
                  <a:pt x="48413" y="18580"/>
                </a:cubicBezTo>
                <a:cubicBezTo>
                  <a:pt x="50306" y="18201"/>
                  <a:pt x="52551" y="17926"/>
                  <a:pt x="54214" y="17369"/>
                </a:cubicBezTo>
                <a:close/>
                <a:moveTo>
                  <a:pt x="54285" y="17552"/>
                </a:moveTo>
                <a:lnTo>
                  <a:pt x="52570" y="19416"/>
                </a:lnTo>
                <a:cubicBezTo>
                  <a:pt x="49249" y="20445"/>
                  <a:pt x="45884" y="21409"/>
                  <a:pt x="42519" y="22309"/>
                </a:cubicBezTo>
                <a:cubicBezTo>
                  <a:pt x="42005" y="22438"/>
                  <a:pt x="41491" y="22545"/>
                  <a:pt x="40976" y="22673"/>
                </a:cubicBezTo>
                <a:cubicBezTo>
                  <a:pt x="37612" y="23402"/>
                  <a:pt x="34290" y="24345"/>
                  <a:pt x="30947" y="25159"/>
                </a:cubicBezTo>
                <a:cubicBezTo>
                  <a:pt x="29875" y="25395"/>
                  <a:pt x="28825" y="25631"/>
                  <a:pt x="27754" y="25845"/>
                </a:cubicBezTo>
                <a:cubicBezTo>
                  <a:pt x="23532" y="26724"/>
                  <a:pt x="19267" y="27388"/>
                  <a:pt x="15024" y="28224"/>
                </a:cubicBezTo>
                <a:cubicBezTo>
                  <a:pt x="13031" y="28567"/>
                  <a:pt x="11059" y="29038"/>
                  <a:pt x="9130" y="29617"/>
                </a:cubicBezTo>
                <a:cubicBezTo>
                  <a:pt x="8209" y="29917"/>
                  <a:pt x="7287" y="30281"/>
                  <a:pt x="6387" y="30581"/>
                </a:cubicBezTo>
                <a:cubicBezTo>
                  <a:pt x="5937" y="30753"/>
                  <a:pt x="5466" y="30881"/>
                  <a:pt x="5016" y="30989"/>
                </a:cubicBezTo>
                <a:cubicBezTo>
                  <a:pt x="4473" y="31135"/>
                  <a:pt x="3706" y="31098"/>
                  <a:pt x="3251" y="31274"/>
                </a:cubicBezTo>
                <a:lnTo>
                  <a:pt x="3251" y="31274"/>
                </a:lnTo>
                <a:cubicBezTo>
                  <a:pt x="5081" y="30528"/>
                  <a:pt x="6850" y="29721"/>
                  <a:pt x="8745" y="29188"/>
                </a:cubicBezTo>
                <a:cubicBezTo>
                  <a:pt x="10909" y="28546"/>
                  <a:pt x="13095" y="27945"/>
                  <a:pt x="15281" y="27345"/>
                </a:cubicBezTo>
                <a:cubicBezTo>
                  <a:pt x="19481" y="26210"/>
                  <a:pt x="23682" y="25159"/>
                  <a:pt x="27882" y="24088"/>
                </a:cubicBezTo>
                <a:cubicBezTo>
                  <a:pt x="36026" y="22009"/>
                  <a:pt x="44384" y="20595"/>
                  <a:pt x="52442" y="18152"/>
                </a:cubicBezTo>
                <a:cubicBezTo>
                  <a:pt x="53063" y="17959"/>
                  <a:pt x="53685" y="17744"/>
                  <a:pt x="54285" y="17552"/>
                </a:cubicBezTo>
                <a:close/>
                <a:moveTo>
                  <a:pt x="25589" y="26488"/>
                </a:moveTo>
                <a:lnTo>
                  <a:pt x="25589" y="26488"/>
                </a:lnTo>
                <a:cubicBezTo>
                  <a:pt x="22632" y="27281"/>
                  <a:pt x="19696" y="28224"/>
                  <a:pt x="16738" y="29017"/>
                </a:cubicBezTo>
                <a:cubicBezTo>
                  <a:pt x="14809" y="29553"/>
                  <a:pt x="12859" y="30067"/>
                  <a:pt x="10952" y="30646"/>
                </a:cubicBezTo>
                <a:cubicBezTo>
                  <a:pt x="9109" y="31203"/>
                  <a:pt x="7159" y="31353"/>
                  <a:pt x="5380" y="32167"/>
                </a:cubicBezTo>
                <a:lnTo>
                  <a:pt x="4973" y="32339"/>
                </a:lnTo>
                <a:cubicBezTo>
                  <a:pt x="4437" y="32060"/>
                  <a:pt x="3880" y="31760"/>
                  <a:pt x="3344" y="31460"/>
                </a:cubicBezTo>
                <a:cubicBezTo>
                  <a:pt x="4887" y="31353"/>
                  <a:pt x="6344" y="30839"/>
                  <a:pt x="7802" y="30303"/>
                </a:cubicBezTo>
                <a:cubicBezTo>
                  <a:pt x="9859" y="29596"/>
                  <a:pt x="11938" y="29038"/>
                  <a:pt x="14059" y="28631"/>
                </a:cubicBezTo>
                <a:cubicBezTo>
                  <a:pt x="17874" y="27817"/>
                  <a:pt x="21753" y="27217"/>
                  <a:pt x="25589" y="26488"/>
                </a:cubicBezTo>
                <a:close/>
                <a:moveTo>
                  <a:pt x="52163" y="19866"/>
                </a:moveTo>
                <a:lnTo>
                  <a:pt x="51135" y="20980"/>
                </a:lnTo>
                <a:cubicBezTo>
                  <a:pt x="49420" y="21388"/>
                  <a:pt x="47748" y="22073"/>
                  <a:pt x="46034" y="22523"/>
                </a:cubicBezTo>
                <a:cubicBezTo>
                  <a:pt x="44170" y="23038"/>
                  <a:pt x="42284" y="23424"/>
                  <a:pt x="40398" y="23895"/>
                </a:cubicBezTo>
                <a:cubicBezTo>
                  <a:pt x="38490" y="24367"/>
                  <a:pt x="36755" y="25052"/>
                  <a:pt x="34911" y="25502"/>
                </a:cubicBezTo>
                <a:cubicBezTo>
                  <a:pt x="32876" y="25995"/>
                  <a:pt x="30840" y="26445"/>
                  <a:pt x="28804" y="26917"/>
                </a:cubicBezTo>
                <a:cubicBezTo>
                  <a:pt x="25010" y="27774"/>
                  <a:pt x="21260" y="28803"/>
                  <a:pt x="17510" y="29831"/>
                </a:cubicBezTo>
                <a:cubicBezTo>
                  <a:pt x="15624" y="30346"/>
                  <a:pt x="13781" y="30903"/>
                  <a:pt x="11831" y="31224"/>
                </a:cubicBezTo>
                <a:cubicBezTo>
                  <a:pt x="9902" y="31546"/>
                  <a:pt x="7952" y="31803"/>
                  <a:pt x="6044" y="32253"/>
                </a:cubicBezTo>
                <a:cubicBezTo>
                  <a:pt x="5922" y="32273"/>
                  <a:pt x="5955" y="32448"/>
                  <a:pt x="6068" y="32448"/>
                </a:cubicBezTo>
                <a:cubicBezTo>
                  <a:pt x="6074" y="32448"/>
                  <a:pt x="6080" y="32447"/>
                  <a:pt x="6087" y="32446"/>
                </a:cubicBezTo>
                <a:cubicBezTo>
                  <a:pt x="9580" y="31610"/>
                  <a:pt x="13138" y="31289"/>
                  <a:pt x="16610" y="30303"/>
                </a:cubicBezTo>
                <a:cubicBezTo>
                  <a:pt x="20317" y="29231"/>
                  <a:pt x="24068" y="28224"/>
                  <a:pt x="27861" y="27367"/>
                </a:cubicBezTo>
                <a:cubicBezTo>
                  <a:pt x="31633" y="26488"/>
                  <a:pt x="35362" y="25588"/>
                  <a:pt x="39069" y="24474"/>
                </a:cubicBezTo>
                <a:cubicBezTo>
                  <a:pt x="40762" y="23981"/>
                  <a:pt x="42498" y="23681"/>
                  <a:pt x="44212" y="23252"/>
                </a:cubicBezTo>
                <a:cubicBezTo>
                  <a:pt x="45755" y="22888"/>
                  <a:pt x="47256" y="22395"/>
                  <a:pt x="48734" y="21902"/>
                </a:cubicBezTo>
                <a:lnTo>
                  <a:pt x="48734" y="21902"/>
                </a:lnTo>
                <a:lnTo>
                  <a:pt x="47084" y="22545"/>
                </a:lnTo>
                <a:cubicBezTo>
                  <a:pt x="45155" y="23252"/>
                  <a:pt x="43162" y="23895"/>
                  <a:pt x="41169" y="24409"/>
                </a:cubicBezTo>
                <a:cubicBezTo>
                  <a:pt x="37290" y="25438"/>
                  <a:pt x="33390" y="26317"/>
                  <a:pt x="29490" y="27217"/>
                </a:cubicBezTo>
                <a:cubicBezTo>
                  <a:pt x="25589" y="28117"/>
                  <a:pt x="21753" y="28996"/>
                  <a:pt x="17895" y="30003"/>
                </a:cubicBezTo>
                <a:cubicBezTo>
                  <a:pt x="14188" y="30946"/>
                  <a:pt x="10352" y="31846"/>
                  <a:pt x="6794" y="33282"/>
                </a:cubicBezTo>
                <a:cubicBezTo>
                  <a:pt x="6259" y="33003"/>
                  <a:pt x="5744" y="32746"/>
                  <a:pt x="5209" y="32467"/>
                </a:cubicBezTo>
                <a:cubicBezTo>
                  <a:pt x="7073" y="31653"/>
                  <a:pt x="9045" y="31332"/>
                  <a:pt x="10995" y="30860"/>
                </a:cubicBezTo>
                <a:cubicBezTo>
                  <a:pt x="13095" y="30324"/>
                  <a:pt x="15174" y="29660"/>
                  <a:pt x="17274" y="29103"/>
                </a:cubicBezTo>
                <a:cubicBezTo>
                  <a:pt x="21303" y="28010"/>
                  <a:pt x="25246" y="26681"/>
                  <a:pt x="29339" y="25781"/>
                </a:cubicBezTo>
                <a:cubicBezTo>
                  <a:pt x="30218" y="25588"/>
                  <a:pt x="31075" y="25374"/>
                  <a:pt x="31954" y="25159"/>
                </a:cubicBezTo>
                <a:cubicBezTo>
                  <a:pt x="34869" y="24474"/>
                  <a:pt x="37762" y="23745"/>
                  <a:pt x="40655" y="22952"/>
                </a:cubicBezTo>
                <a:cubicBezTo>
                  <a:pt x="40933" y="22888"/>
                  <a:pt x="41234" y="22824"/>
                  <a:pt x="41534" y="22759"/>
                </a:cubicBezTo>
                <a:cubicBezTo>
                  <a:pt x="43527" y="22331"/>
                  <a:pt x="45520" y="21816"/>
                  <a:pt x="47491" y="21238"/>
                </a:cubicBezTo>
                <a:cubicBezTo>
                  <a:pt x="48970" y="20788"/>
                  <a:pt x="50727" y="20530"/>
                  <a:pt x="52163" y="19866"/>
                </a:cubicBezTo>
                <a:close/>
                <a:moveTo>
                  <a:pt x="50813" y="21366"/>
                </a:moveTo>
                <a:lnTo>
                  <a:pt x="48991" y="23338"/>
                </a:lnTo>
                <a:lnTo>
                  <a:pt x="48970" y="23338"/>
                </a:lnTo>
                <a:cubicBezTo>
                  <a:pt x="48563" y="23424"/>
                  <a:pt x="48134" y="23552"/>
                  <a:pt x="47727" y="23681"/>
                </a:cubicBezTo>
                <a:lnTo>
                  <a:pt x="47513" y="23745"/>
                </a:lnTo>
                <a:cubicBezTo>
                  <a:pt x="45391" y="24324"/>
                  <a:pt x="43377" y="25117"/>
                  <a:pt x="41234" y="25567"/>
                </a:cubicBezTo>
                <a:cubicBezTo>
                  <a:pt x="37033" y="26445"/>
                  <a:pt x="32854" y="27345"/>
                  <a:pt x="28697" y="28374"/>
                </a:cubicBezTo>
                <a:cubicBezTo>
                  <a:pt x="26061" y="29017"/>
                  <a:pt x="23446" y="29681"/>
                  <a:pt x="20831" y="30431"/>
                </a:cubicBezTo>
                <a:cubicBezTo>
                  <a:pt x="18088" y="31224"/>
                  <a:pt x="15302" y="31696"/>
                  <a:pt x="12516" y="32274"/>
                </a:cubicBezTo>
                <a:cubicBezTo>
                  <a:pt x="11209" y="32553"/>
                  <a:pt x="9923" y="32853"/>
                  <a:pt x="8616" y="33089"/>
                </a:cubicBezTo>
                <a:cubicBezTo>
                  <a:pt x="8338" y="33133"/>
                  <a:pt x="7380" y="33377"/>
                  <a:pt x="7210" y="33377"/>
                </a:cubicBezTo>
                <a:cubicBezTo>
                  <a:pt x="7132" y="33377"/>
                  <a:pt x="7223" y="33324"/>
                  <a:pt x="7630" y="33175"/>
                </a:cubicBezTo>
                <a:cubicBezTo>
                  <a:pt x="8273" y="32939"/>
                  <a:pt x="8916" y="32746"/>
                  <a:pt x="9538" y="32553"/>
                </a:cubicBezTo>
                <a:cubicBezTo>
                  <a:pt x="12324" y="31696"/>
                  <a:pt x="15131" y="30946"/>
                  <a:pt x="17960" y="30196"/>
                </a:cubicBezTo>
                <a:cubicBezTo>
                  <a:pt x="23467" y="28760"/>
                  <a:pt x="29039" y="27517"/>
                  <a:pt x="34590" y="26210"/>
                </a:cubicBezTo>
                <a:cubicBezTo>
                  <a:pt x="37483" y="25524"/>
                  <a:pt x="40376" y="24817"/>
                  <a:pt x="43248" y="24045"/>
                </a:cubicBezTo>
                <a:cubicBezTo>
                  <a:pt x="45820" y="23338"/>
                  <a:pt x="48306" y="22266"/>
                  <a:pt x="50813" y="21366"/>
                </a:cubicBezTo>
                <a:close/>
                <a:moveTo>
                  <a:pt x="48713" y="23595"/>
                </a:moveTo>
                <a:lnTo>
                  <a:pt x="47106" y="25374"/>
                </a:lnTo>
                <a:lnTo>
                  <a:pt x="47084" y="25374"/>
                </a:lnTo>
                <a:cubicBezTo>
                  <a:pt x="43034" y="26445"/>
                  <a:pt x="38919" y="27303"/>
                  <a:pt x="34783" y="28074"/>
                </a:cubicBezTo>
                <a:lnTo>
                  <a:pt x="34761" y="28074"/>
                </a:lnTo>
                <a:cubicBezTo>
                  <a:pt x="30604" y="28824"/>
                  <a:pt x="26553" y="29874"/>
                  <a:pt x="22482" y="30989"/>
                </a:cubicBezTo>
                <a:cubicBezTo>
                  <a:pt x="18474" y="32103"/>
                  <a:pt x="14402" y="33282"/>
                  <a:pt x="10309" y="34032"/>
                </a:cubicBezTo>
                <a:lnTo>
                  <a:pt x="9816" y="34118"/>
                </a:lnTo>
                <a:lnTo>
                  <a:pt x="9752" y="34096"/>
                </a:lnTo>
                <a:lnTo>
                  <a:pt x="10288" y="33925"/>
                </a:lnTo>
                <a:cubicBezTo>
                  <a:pt x="11231" y="33625"/>
                  <a:pt x="12173" y="33303"/>
                  <a:pt x="13116" y="32982"/>
                </a:cubicBezTo>
                <a:cubicBezTo>
                  <a:pt x="15260" y="32274"/>
                  <a:pt x="17488" y="31846"/>
                  <a:pt x="19653" y="31267"/>
                </a:cubicBezTo>
                <a:cubicBezTo>
                  <a:pt x="23746" y="30174"/>
                  <a:pt x="27732" y="28931"/>
                  <a:pt x="31890" y="28074"/>
                </a:cubicBezTo>
                <a:cubicBezTo>
                  <a:pt x="36047" y="27195"/>
                  <a:pt x="40312" y="26402"/>
                  <a:pt x="44384" y="25095"/>
                </a:cubicBezTo>
                <a:cubicBezTo>
                  <a:pt x="45348" y="24774"/>
                  <a:pt x="46291" y="24431"/>
                  <a:pt x="47213" y="24066"/>
                </a:cubicBezTo>
                <a:cubicBezTo>
                  <a:pt x="47277" y="24045"/>
                  <a:pt x="47320" y="24024"/>
                  <a:pt x="47384" y="24002"/>
                </a:cubicBezTo>
                <a:cubicBezTo>
                  <a:pt x="47813" y="23852"/>
                  <a:pt x="48263" y="23724"/>
                  <a:pt x="48713" y="23595"/>
                </a:cubicBezTo>
                <a:close/>
                <a:moveTo>
                  <a:pt x="46870" y="25652"/>
                </a:moveTo>
                <a:lnTo>
                  <a:pt x="46141" y="26445"/>
                </a:lnTo>
                <a:cubicBezTo>
                  <a:pt x="45563" y="26574"/>
                  <a:pt x="45005" y="26724"/>
                  <a:pt x="44470" y="26895"/>
                </a:cubicBezTo>
                <a:lnTo>
                  <a:pt x="43677" y="27088"/>
                </a:lnTo>
                <a:cubicBezTo>
                  <a:pt x="39562" y="28095"/>
                  <a:pt x="35340" y="28674"/>
                  <a:pt x="31247" y="29703"/>
                </a:cubicBezTo>
                <a:cubicBezTo>
                  <a:pt x="27154" y="30731"/>
                  <a:pt x="23060" y="32039"/>
                  <a:pt x="18967" y="33239"/>
                </a:cubicBezTo>
                <a:cubicBezTo>
                  <a:pt x="17660" y="33625"/>
                  <a:pt x="16288" y="33839"/>
                  <a:pt x="14959" y="34118"/>
                </a:cubicBezTo>
                <a:cubicBezTo>
                  <a:pt x="18924" y="32853"/>
                  <a:pt x="22910" y="31674"/>
                  <a:pt x="26896" y="30496"/>
                </a:cubicBezTo>
                <a:cubicBezTo>
                  <a:pt x="30968" y="29274"/>
                  <a:pt x="35126" y="28674"/>
                  <a:pt x="39262" y="27667"/>
                </a:cubicBezTo>
                <a:cubicBezTo>
                  <a:pt x="41576" y="27088"/>
                  <a:pt x="43912" y="26467"/>
                  <a:pt x="46227" y="25824"/>
                </a:cubicBezTo>
                <a:cubicBezTo>
                  <a:pt x="46293" y="25835"/>
                  <a:pt x="46353" y="25840"/>
                  <a:pt x="46404" y="25840"/>
                </a:cubicBezTo>
                <a:cubicBezTo>
                  <a:pt x="46553" y="25840"/>
                  <a:pt x="46640" y="25796"/>
                  <a:pt x="46655" y="25717"/>
                </a:cubicBezTo>
                <a:lnTo>
                  <a:pt x="46870" y="25652"/>
                </a:lnTo>
                <a:close/>
                <a:moveTo>
                  <a:pt x="45927" y="26724"/>
                </a:moveTo>
                <a:lnTo>
                  <a:pt x="45927" y="26724"/>
                </a:lnTo>
                <a:cubicBezTo>
                  <a:pt x="45413" y="27260"/>
                  <a:pt x="44920" y="27817"/>
                  <a:pt x="44427" y="28374"/>
                </a:cubicBezTo>
                <a:cubicBezTo>
                  <a:pt x="38983" y="30603"/>
                  <a:pt x="32983" y="31396"/>
                  <a:pt x="27282" y="32703"/>
                </a:cubicBezTo>
                <a:cubicBezTo>
                  <a:pt x="25053" y="33196"/>
                  <a:pt x="22825" y="33710"/>
                  <a:pt x="20596" y="34139"/>
                </a:cubicBezTo>
                <a:cubicBezTo>
                  <a:pt x="21839" y="33732"/>
                  <a:pt x="23082" y="33325"/>
                  <a:pt x="24325" y="32939"/>
                </a:cubicBezTo>
                <a:cubicBezTo>
                  <a:pt x="28311" y="31717"/>
                  <a:pt x="32340" y="30539"/>
                  <a:pt x="36390" y="29553"/>
                </a:cubicBezTo>
                <a:cubicBezTo>
                  <a:pt x="38319" y="29081"/>
                  <a:pt x="40248" y="28588"/>
                  <a:pt x="42134" y="27967"/>
                </a:cubicBezTo>
                <a:cubicBezTo>
                  <a:pt x="42991" y="27688"/>
                  <a:pt x="43827" y="27345"/>
                  <a:pt x="44662" y="27045"/>
                </a:cubicBezTo>
                <a:cubicBezTo>
                  <a:pt x="44898" y="26981"/>
                  <a:pt x="45155" y="26917"/>
                  <a:pt x="45391" y="26852"/>
                </a:cubicBezTo>
                <a:cubicBezTo>
                  <a:pt x="45429" y="26856"/>
                  <a:pt x="45464" y="26858"/>
                  <a:pt x="45495" y="26858"/>
                </a:cubicBezTo>
                <a:cubicBezTo>
                  <a:pt x="45641" y="26858"/>
                  <a:pt x="45716" y="26820"/>
                  <a:pt x="45734" y="26767"/>
                </a:cubicBezTo>
                <a:lnTo>
                  <a:pt x="45927" y="26724"/>
                </a:lnTo>
                <a:close/>
                <a:moveTo>
                  <a:pt x="24518" y="29617"/>
                </a:moveTo>
                <a:lnTo>
                  <a:pt x="24518" y="29617"/>
                </a:lnTo>
                <a:cubicBezTo>
                  <a:pt x="22546" y="30196"/>
                  <a:pt x="20596" y="30817"/>
                  <a:pt x="18603" y="31353"/>
                </a:cubicBezTo>
                <a:cubicBezTo>
                  <a:pt x="15495" y="32146"/>
                  <a:pt x="12452" y="33110"/>
                  <a:pt x="9366" y="34032"/>
                </a:cubicBezTo>
                <a:cubicBezTo>
                  <a:pt x="9302" y="34021"/>
                  <a:pt x="9243" y="34016"/>
                  <a:pt x="9190" y="34016"/>
                </a:cubicBezTo>
                <a:cubicBezTo>
                  <a:pt x="9030" y="34016"/>
                  <a:pt x="8921" y="34064"/>
                  <a:pt x="8873" y="34160"/>
                </a:cubicBezTo>
                <a:lnTo>
                  <a:pt x="8680" y="34225"/>
                </a:lnTo>
                <a:cubicBezTo>
                  <a:pt x="8187" y="33989"/>
                  <a:pt x="7673" y="33732"/>
                  <a:pt x="7180" y="33475"/>
                </a:cubicBezTo>
                <a:cubicBezTo>
                  <a:pt x="13074" y="32810"/>
                  <a:pt x="18796" y="31096"/>
                  <a:pt x="24518" y="29617"/>
                </a:cubicBezTo>
                <a:close/>
                <a:moveTo>
                  <a:pt x="41191" y="26960"/>
                </a:moveTo>
                <a:cubicBezTo>
                  <a:pt x="40526" y="27131"/>
                  <a:pt x="39862" y="27303"/>
                  <a:pt x="39219" y="27474"/>
                </a:cubicBezTo>
                <a:cubicBezTo>
                  <a:pt x="36112" y="28267"/>
                  <a:pt x="32940" y="28696"/>
                  <a:pt x="29832" y="29446"/>
                </a:cubicBezTo>
                <a:cubicBezTo>
                  <a:pt x="23317" y="31053"/>
                  <a:pt x="17017" y="33432"/>
                  <a:pt x="10545" y="35103"/>
                </a:cubicBezTo>
                <a:lnTo>
                  <a:pt x="9109" y="34418"/>
                </a:lnTo>
                <a:cubicBezTo>
                  <a:pt x="11831" y="34032"/>
                  <a:pt x="14445" y="33239"/>
                  <a:pt x="17124" y="32596"/>
                </a:cubicBezTo>
                <a:cubicBezTo>
                  <a:pt x="20274" y="31867"/>
                  <a:pt x="23382" y="30967"/>
                  <a:pt x="26489" y="30089"/>
                </a:cubicBezTo>
                <a:cubicBezTo>
                  <a:pt x="31311" y="28738"/>
                  <a:pt x="36262" y="27945"/>
                  <a:pt x="41191" y="26960"/>
                </a:cubicBezTo>
                <a:close/>
                <a:moveTo>
                  <a:pt x="2144" y="32403"/>
                </a:moveTo>
                <a:lnTo>
                  <a:pt x="2144" y="32403"/>
                </a:lnTo>
                <a:cubicBezTo>
                  <a:pt x="1715" y="33453"/>
                  <a:pt x="1480" y="34589"/>
                  <a:pt x="1458" y="35725"/>
                </a:cubicBezTo>
                <a:cubicBezTo>
                  <a:pt x="1244" y="34589"/>
                  <a:pt x="1522" y="33239"/>
                  <a:pt x="2144" y="32403"/>
                </a:cubicBezTo>
                <a:close/>
                <a:moveTo>
                  <a:pt x="42605" y="27560"/>
                </a:moveTo>
                <a:lnTo>
                  <a:pt x="42605" y="27560"/>
                </a:lnTo>
                <a:cubicBezTo>
                  <a:pt x="41941" y="27795"/>
                  <a:pt x="41298" y="28031"/>
                  <a:pt x="40655" y="28224"/>
                </a:cubicBezTo>
                <a:cubicBezTo>
                  <a:pt x="38576" y="28846"/>
                  <a:pt x="36476" y="29296"/>
                  <a:pt x="34376" y="29874"/>
                </a:cubicBezTo>
                <a:cubicBezTo>
                  <a:pt x="30368" y="30946"/>
                  <a:pt x="26318" y="32082"/>
                  <a:pt x="22353" y="33367"/>
                </a:cubicBezTo>
                <a:cubicBezTo>
                  <a:pt x="21174" y="33732"/>
                  <a:pt x="19974" y="34096"/>
                  <a:pt x="18796" y="34439"/>
                </a:cubicBezTo>
                <a:lnTo>
                  <a:pt x="18688" y="34460"/>
                </a:lnTo>
                <a:cubicBezTo>
                  <a:pt x="16631" y="34782"/>
                  <a:pt x="14488" y="35060"/>
                  <a:pt x="12709" y="36153"/>
                </a:cubicBezTo>
                <a:lnTo>
                  <a:pt x="10931" y="35296"/>
                </a:lnTo>
                <a:cubicBezTo>
                  <a:pt x="11895" y="35232"/>
                  <a:pt x="12816" y="34868"/>
                  <a:pt x="13759" y="34610"/>
                </a:cubicBezTo>
                <a:cubicBezTo>
                  <a:pt x="15174" y="34182"/>
                  <a:pt x="16674" y="34075"/>
                  <a:pt x="18088" y="33710"/>
                </a:cubicBezTo>
                <a:cubicBezTo>
                  <a:pt x="21217" y="32939"/>
                  <a:pt x="24282" y="31867"/>
                  <a:pt x="27368" y="30967"/>
                </a:cubicBezTo>
                <a:cubicBezTo>
                  <a:pt x="32383" y="29531"/>
                  <a:pt x="37526" y="28717"/>
                  <a:pt x="42605" y="27560"/>
                </a:cubicBezTo>
                <a:close/>
                <a:moveTo>
                  <a:pt x="17210" y="34889"/>
                </a:moveTo>
                <a:lnTo>
                  <a:pt x="17210" y="34889"/>
                </a:lnTo>
                <a:cubicBezTo>
                  <a:pt x="16995" y="34932"/>
                  <a:pt x="16781" y="34996"/>
                  <a:pt x="16567" y="35060"/>
                </a:cubicBezTo>
                <a:cubicBezTo>
                  <a:pt x="15624" y="35296"/>
                  <a:pt x="14724" y="35661"/>
                  <a:pt x="13802" y="35961"/>
                </a:cubicBezTo>
                <a:cubicBezTo>
                  <a:pt x="13502" y="36046"/>
                  <a:pt x="13202" y="36132"/>
                  <a:pt x="12924" y="36261"/>
                </a:cubicBezTo>
                <a:cubicBezTo>
                  <a:pt x="13395" y="35961"/>
                  <a:pt x="13909" y="35725"/>
                  <a:pt x="14445" y="35553"/>
                </a:cubicBezTo>
                <a:cubicBezTo>
                  <a:pt x="15345" y="35253"/>
                  <a:pt x="16267" y="35018"/>
                  <a:pt x="17210" y="34889"/>
                </a:cubicBezTo>
                <a:close/>
                <a:moveTo>
                  <a:pt x="43977" y="28846"/>
                </a:moveTo>
                <a:lnTo>
                  <a:pt x="42541" y="30453"/>
                </a:lnTo>
                <a:cubicBezTo>
                  <a:pt x="41212" y="30881"/>
                  <a:pt x="39862" y="31289"/>
                  <a:pt x="38512" y="31653"/>
                </a:cubicBezTo>
                <a:lnTo>
                  <a:pt x="37033" y="32039"/>
                </a:lnTo>
                <a:cubicBezTo>
                  <a:pt x="36519" y="32167"/>
                  <a:pt x="36026" y="32296"/>
                  <a:pt x="35512" y="32467"/>
                </a:cubicBezTo>
                <a:cubicBezTo>
                  <a:pt x="33197" y="33067"/>
                  <a:pt x="30861" y="33625"/>
                  <a:pt x="28525" y="34182"/>
                </a:cubicBezTo>
                <a:cubicBezTo>
                  <a:pt x="26103" y="34782"/>
                  <a:pt x="23639" y="35403"/>
                  <a:pt x="21174" y="35939"/>
                </a:cubicBezTo>
                <a:cubicBezTo>
                  <a:pt x="20060" y="36175"/>
                  <a:pt x="18946" y="36496"/>
                  <a:pt x="17831" y="36775"/>
                </a:cubicBezTo>
                <a:cubicBezTo>
                  <a:pt x="17210" y="36925"/>
                  <a:pt x="16567" y="37032"/>
                  <a:pt x="15924" y="37161"/>
                </a:cubicBezTo>
                <a:cubicBezTo>
                  <a:pt x="15676" y="37203"/>
                  <a:pt x="15547" y="37220"/>
                  <a:pt x="15501" y="37220"/>
                </a:cubicBezTo>
                <a:cubicBezTo>
                  <a:pt x="15313" y="37220"/>
                  <a:pt x="16527" y="36930"/>
                  <a:pt x="16717" y="36861"/>
                </a:cubicBezTo>
                <a:cubicBezTo>
                  <a:pt x="21496" y="35425"/>
                  <a:pt x="26318" y="34182"/>
                  <a:pt x="31118" y="32789"/>
                </a:cubicBezTo>
                <a:cubicBezTo>
                  <a:pt x="33561" y="32060"/>
                  <a:pt x="36047" y="31439"/>
                  <a:pt x="38469" y="30646"/>
                </a:cubicBezTo>
                <a:cubicBezTo>
                  <a:pt x="40226" y="30067"/>
                  <a:pt x="42091" y="29617"/>
                  <a:pt x="43805" y="28867"/>
                </a:cubicBezTo>
                <a:cubicBezTo>
                  <a:pt x="43870" y="28867"/>
                  <a:pt x="43912" y="28867"/>
                  <a:pt x="43977" y="28846"/>
                </a:cubicBezTo>
                <a:close/>
                <a:moveTo>
                  <a:pt x="38169" y="30517"/>
                </a:moveTo>
                <a:cubicBezTo>
                  <a:pt x="30647" y="32917"/>
                  <a:pt x="22825" y="34396"/>
                  <a:pt x="15388" y="37075"/>
                </a:cubicBezTo>
                <a:lnTo>
                  <a:pt x="15002" y="37246"/>
                </a:lnTo>
                <a:cubicBezTo>
                  <a:pt x="14381" y="36946"/>
                  <a:pt x="13781" y="36646"/>
                  <a:pt x="13159" y="36346"/>
                </a:cubicBezTo>
                <a:cubicBezTo>
                  <a:pt x="14809" y="35918"/>
                  <a:pt x="16395" y="35318"/>
                  <a:pt x="18067" y="34868"/>
                </a:cubicBezTo>
                <a:cubicBezTo>
                  <a:pt x="18388" y="34782"/>
                  <a:pt x="18688" y="34696"/>
                  <a:pt x="19010" y="34610"/>
                </a:cubicBezTo>
                <a:lnTo>
                  <a:pt x="19117" y="34589"/>
                </a:lnTo>
                <a:cubicBezTo>
                  <a:pt x="21196" y="34268"/>
                  <a:pt x="23253" y="33796"/>
                  <a:pt x="25311" y="33346"/>
                </a:cubicBezTo>
                <a:cubicBezTo>
                  <a:pt x="29425" y="32424"/>
                  <a:pt x="33561" y="31567"/>
                  <a:pt x="37676" y="30624"/>
                </a:cubicBezTo>
                <a:lnTo>
                  <a:pt x="38169" y="30517"/>
                </a:lnTo>
                <a:close/>
                <a:moveTo>
                  <a:pt x="41876" y="30881"/>
                </a:moveTo>
                <a:cubicBezTo>
                  <a:pt x="41919" y="30892"/>
                  <a:pt x="41968" y="30898"/>
                  <a:pt x="42016" y="30898"/>
                </a:cubicBezTo>
                <a:cubicBezTo>
                  <a:pt x="42064" y="30898"/>
                  <a:pt x="42112" y="30892"/>
                  <a:pt x="42155" y="30881"/>
                </a:cubicBezTo>
                <a:lnTo>
                  <a:pt x="42155" y="30881"/>
                </a:lnTo>
                <a:lnTo>
                  <a:pt x="40098" y="33153"/>
                </a:lnTo>
                <a:lnTo>
                  <a:pt x="39862" y="33239"/>
                </a:lnTo>
                <a:cubicBezTo>
                  <a:pt x="39818" y="33201"/>
                  <a:pt x="39766" y="33182"/>
                  <a:pt x="39708" y="33182"/>
                </a:cubicBezTo>
                <a:cubicBezTo>
                  <a:pt x="39569" y="33182"/>
                  <a:pt x="39394" y="33291"/>
                  <a:pt x="39198" y="33517"/>
                </a:cubicBezTo>
                <a:cubicBezTo>
                  <a:pt x="37869" y="33989"/>
                  <a:pt x="36540" y="34396"/>
                  <a:pt x="35190" y="34739"/>
                </a:cubicBezTo>
                <a:lnTo>
                  <a:pt x="35040" y="34760"/>
                </a:lnTo>
                <a:lnTo>
                  <a:pt x="34376" y="34932"/>
                </a:lnTo>
                <a:cubicBezTo>
                  <a:pt x="32468" y="35382"/>
                  <a:pt x="30518" y="35768"/>
                  <a:pt x="28654" y="36175"/>
                </a:cubicBezTo>
                <a:cubicBezTo>
                  <a:pt x="26511" y="36625"/>
                  <a:pt x="24325" y="36968"/>
                  <a:pt x="22139" y="37311"/>
                </a:cubicBezTo>
                <a:cubicBezTo>
                  <a:pt x="21153" y="37482"/>
                  <a:pt x="20146" y="37654"/>
                  <a:pt x="19138" y="37825"/>
                </a:cubicBezTo>
                <a:lnTo>
                  <a:pt x="18667" y="37932"/>
                </a:lnTo>
                <a:cubicBezTo>
                  <a:pt x="22546" y="36711"/>
                  <a:pt x="26403" y="35489"/>
                  <a:pt x="30304" y="34332"/>
                </a:cubicBezTo>
                <a:cubicBezTo>
                  <a:pt x="32018" y="33817"/>
                  <a:pt x="33733" y="33217"/>
                  <a:pt x="35447" y="32703"/>
                </a:cubicBezTo>
                <a:cubicBezTo>
                  <a:pt x="36669" y="32382"/>
                  <a:pt x="37890" y="32039"/>
                  <a:pt x="39112" y="31696"/>
                </a:cubicBezTo>
                <a:cubicBezTo>
                  <a:pt x="40033" y="31439"/>
                  <a:pt x="40955" y="31203"/>
                  <a:pt x="41876" y="30881"/>
                </a:cubicBezTo>
                <a:close/>
                <a:moveTo>
                  <a:pt x="32190" y="33517"/>
                </a:moveTo>
                <a:lnTo>
                  <a:pt x="32190" y="33517"/>
                </a:lnTo>
                <a:cubicBezTo>
                  <a:pt x="31547" y="33732"/>
                  <a:pt x="30904" y="33946"/>
                  <a:pt x="30240" y="34139"/>
                </a:cubicBezTo>
                <a:cubicBezTo>
                  <a:pt x="27968" y="34825"/>
                  <a:pt x="25675" y="35403"/>
                  <a:pt x="23403" y="36132"/>
                </a:cubicBezTo>
                <a:cubicBezTo>
                  <a:pt x="21410" y="36775"/>
                  <a:pt x="19438" y="37461"/>
                  <a:pt x="17424" y="38082"/>
                </a:cubicBezTo>
                <a:cubicBezTo>
                  <a:pt x="17295" y="38082"/>
                  <a:pt x="17210" y="38104"/>
                  <a:pt x="17167" y="38168"/>
                </a:cubicBezTo>
                <a:lnTo>
                  <a:pt x="16974" y="38232"/>
                </a:lnTo>
                <a:lnTo>
                  <a:pt x="16610" y="38039"/>
                </a:lnTo>
                <a:lnTo>
                  <a:pt x="15324" y="37418"/>
                </a:lnTo>
                <a:cubicBezTo>
                  <a:pt x="17167" y="37182"/>
                  <a:pt x="18946" y="36668"/>
                  <a:pt x="20767" y="36239"/>
                </a:cubicBezTo>
                <a:lnTo>
                  <a:pt x="20767" y="36218"/>
                </a:lnTo>
                <a:cubicBezTo>
                  <a:pt x="23039" y="35682"/>
                  <a:pt x="25311" y="35146"/>
                  <a:pt x="27604" y="34610"/>
                </a:cubicBezTo>
                <a:cubicBezTo>
                  <a:pt x="29125" y="34246"/>
                  <a:pt x="30647" y="33903"/>
                  <a:pt x="32190" y="33517"/>
                </a:cubicBezTo>
                <a:close/>
                <a:moveTo>
                  <a:pt x="30282" y="36025"/>
                </a:moveTo>
                <a:lnTo>
                  <a:pt x="30282" y="36025"/>
                </a:lnTo>
                <a:cubicBezTo>
                  <a:pt x="29790" y="36175"/>
                  <a:pt x="29297" y="36303"/>
                  <a:pt x="28782" y="36432"/>
                </a:cubicBezTo>
                <a:cubicBezTo>
                  <a:pt x="26789" y="36968"/>
                  <a:pt x="24775" y="37354"/>
                  <a:pt x="22782" y="37889"/>
                </a:cubicBezTo>
                <a:cubicBezTo>
                  <a:pt x="21989" y="38082"/>
                  <a:pt x="21239" y="38339"/>
                  <a:pt x="20446" y="38511"/>
                </a:cubicBezTo>
                <a:cubicBezTo>
                  <a:pt x="19846" y="38597"/>
                  <a:pt x="19267" y="38789"/>
                  <a:pt x="18753" y="39089"/>
                </a:cubicBezTo>
                <a:lnTo>
                  <a:pt x="17338" y="38382"/>
                </a:lnTo>
                <a:cubicBezTo>
                  <a:pt x="21110" y="37611"/>
                  <a:pt x="24925" y="37139"/>
                  <a:pt x="28718" y="36368"/>
                </a:cubicBezTo>
                <a:lnTo>
                  <a:pt x="28697" y="36346"/>
                </a:lnTo>
                <a:lnTo>
                  <a:pt x="30282" y="36025"/>
                </a:lnTo>
                <a:close/>
                <a:moveTo>
                  <a:pt x="39733" y="33560"/>
                </a:moveTo>
                <a:lnTo>
                  <a:pt x="39733" y="33560"/>
                </a:lnTo>
                <a:cubicBezTo>
                  <a:pt x="39198" y="34139"/>
                  <a:pt x="38683" y="34718"/>
                  <a:pt x="38148" y="35296"/>
                </a:cubicBezTo>
                <a:cubicBezTo>
                  <a:pt x="38137" y="35285"/>
                  <a:pt x="38126" y="35280"/>
                  <a:pt x="38115" y="35280"/>
                </a:cubicBezTo>
                <a:cubicBezTo>
                  <a:pt x="38105" y="35280"/>
                  <a:pt x="38094" y="35285"/>
                  <a:pt x="38083" y="35296"/>
                </a:cubicBezTo>
                <a:cubicBezTo>
                  <a:pt x="34804" y="36218"/>
                  <a:pt x="31483" y="36861"/>
                  <a:pt x="28139" y="37568"/>
                </a:cubicBezTo>
                <a:cubicBezTo>
                  <a:pt x="26318" y="37954"/>
                  <a:pt x="24518" y="38382"/>
                  <a:pt x="22696" y="38682"/>
                </a:cubicBezTo>
                <a:cubicBezTo>
                  <a:pt x="21732" y="38854"/>
                  <a:pt x="20746" y="38982"/>
                  <a:pt x="19739" y="39068"/>
                </a:cubicBezTo>
                <a:cubicBezTo>
                  <a:pt x="19587" y="39081"/>
                  <a:pt x="19115" y="39190"/>
                  <a:pt x="18999" y="39190"/>
                </a:cubicBezTo>
                <a:cubicBezTo>
                  <a:pt x="18918" y="39190"/>
                  <a:pt x="19010" y="39137"/>
                  <a:pt x="19503" y="38961"/>
                </a:cubicBezTo>
                <a:cubicBezTo>
                  <a:pt x="19824" y="38854"/>
                  <a:pt x="20167" y="38768"/>
                  <a:pt x="20510" y="38704"/>
                </a:cubicBezTo>
                <a:cubicBezTo>
                  <a:pt x="23960" y="37954"/>
                  <a:pt x="27432" y="37032"/>
                  <a:pt x="30840" y="36089"/>
                </a:cubicBezTo>
                <a:cubicBezTo>
                  <a:pt x="33754" y="35253"/>
                  <a:pt x="36947" y="34803"/>
                  <a:pt x="39733" y="33560"/>
                </a:cubicBezTo>
                <a:close/>
                <a:moveTo>
                  <a:pt x="37205" y="35746"/>
                </a:moveTo>
                <a:cubicBezTo>
                  <a:pt x="36776" y="35939"/>
                  <a:pt x="36347" y="36089"/>
                  <a:pt x="35897" y="36218"/>
                </a:cubicBezTo>
                <a:cubicBezTo>
                  <a:pt x="35233" y="36432"/>
                  <a:pt x="34547" y="36582"/>
                  <a:pt x="33883" y="36732"/>
                </a:cubicBezTo>
                <a:cubicBezTo>
                  <a:pt x="32426" y="37075"/>
                  <a:pt x="30947" y="37396"/>
                  <a:pt x="29468" y="37696"/>
                </a:cubicBezTo>
                <a:cubicBezTo>
                  <a:pt x="27904" y="37996"/>
                  <a:pt x="26425" y="38575"/>
                  <a:pt x="24903" y="39089"/>
                </a:cubicBezTo>
                <a:cubicBezTo>
                  <a:pt x="23617" y="39539"/>
                  <a:pt x="22182" y="39625"/>
                  <a:pt x="20939" y="40204"/>
                </a:cubicBezTo>
                <a:lnTo>
                  <a:pt x="19138" y="39304"/>
                </a:lnTo>
                <a:cubicBezTo>
                  <a:pt x="22203" y="39089"/>
                  <a:pt x="25203" y="38404"/>
                  <a:pt x="28182" y="37761"/>
                </a:cubicBezTo>
                <a:cubicBezTo>
                  <a:pt x="31204" y="37118"/>
                  <a:pt x="34226" y="36561"/>
                  <a:pt x="37205" y="35746"/>
                </a:cubicBezTo>
                <a:close/>
                <a:moveTo>
                  <a:pt x="37805" y="35661"/>
                </a:moveTo>
                <a:cubicBezTo>
                  <a:pt x="37333" y="36175"/>
                  <a:pt x="36883" y="36689"/>
                  <a:pt x="36412" y="37204"/>
                </a:cubicBezTo>
                <a:cubicBezTo>
                  <a:pt x="33690" y="37954"/>
                  <a:pt x="30882" y="38468"/>
                  <a:pt x="28139" y="39132"/>
                </a:cubicBezTo>
                <a:cubicBezTo>
                  <a:pt x="26789" y="39454"/>
                  <a:pt x="25418" y="39625"/>
                  <a:pt x="24046" y="39882"/>
                </a:cubicBezTo>
                <a:cubicBezTo>
                  <a:pt x="23253" y="40054"/>
                  <a:pt x="22460" y="40182"/>
                  <a:pt x="21667" y="40247"/>
                </a:cubicBezTo>
                <a:cubicBezTo>
                  <a:pt x="21619" y="40249"/>
                  <a:pt x="21578" y="40250"/>
                  <a:pt x="21545" y="40250"/>
                </a:cubicBezTo>
                <a:cubicBezTo>
                  <a:pt x="20937" y="40250"/>
                  <a:pt x="22624" y="39902"/>
                  <a:pt x="22867" y="39861"/>
                </a:cubicBezTo>
                <a:cubicBezTo>
                  <a:pt x="25611" y="39304"/>
                  <a:pt x="28182" y="38146"/>
                  <a:pt x="30968" y="37589"/>
                </a:cubicBezTo>
                <a:cubicBezTo>
                  <a:pt x="33240" y="37161"/>
                  <a:pt x="35726" y="36753"/>
                  <a:pt x="37805" y="35661"/>
                </a:cubicBezTo>
                <a:close/>
                <a:moveTo>
                  <a:pt x="35362" y="37675"/>
                </a:moveTo>
                <a:lnTo>
                  <a:pt x="34526" y="37996"/>
                </a:lnTo>
                <a:cubicBezTo>
                  <a:pt x="33304" y="38468"/>
                  <a:pt x="32040" y="38897"/>
                  <a:pt x="30775" y="39304"/>
                </a:cubicBezTo>
                <a:cubicBezTo>
                  <a:pt x="29511" y="39711"/>
                  <a:pt x="28182" y="40054"/>
                  <a:pt x="26896" y="40461"/>
                </a:cubicBezTo>
                <a:cubicBezTo>
                  <a:pt x="25782" y="40804"/>
                  <a:pt x="24560" y="41018"/>
                  <a:pt x="23489" y="41490"/>
                </a:cubicBezTo>
                <a:lnTo>
                  <a:pt x="21410" y="40440"/>
                </a:lnTo>
                <a:lnTo>
                  <a:pt x="21410" y="40440"/>
                </a:lnTo>
                <a:cubicBezTo>
                  <a:pt x="21531" y="40445"/>
                  <a:pt x="21653" y="40448"/>
                  <a:pt x="21775" y="40448"/>
                </a:cubicBezTo>
                <a:cubicBezTo>
                  <a:pt x="23585" y="40448"/>
                  <a:pt x="25554" y="39881"/>
                  <a:pt x="27261" y="39539"/>
                </a:cubicBezTo>
                <a:cubicBezTo>
                  <a:pt x="29832" y="39004"/>
                  <a:pt x="32383" y="38318"/>
                  <a:pt x="34976" y="37761"/>
                </a:cubicBezTo>
                <a:lnTo>
                  <a:pt x="35362" y="37675"/>
                </a:lnTo>
                <a:close/>
                <a:moveTo>
                  <a:pt x="36004" y="37611"/>
                </a:moveTo>
                <a:lnTo>
                  <a:pt x="36004" y="37611"/>
                </a:lnTo>
                <a:cubicBezTo>
                  <a:pt x="35426" y="38254"/>
                  <a:pt x="34826" y="38875"/>
                  <a:pt x="34247" y="39497"/>
                </a:cubicBezTo>
                <a:cubicBezTo>
                  <a:pt x="32640" y="39904"/>
                  <a:pt x="30947" y="40140"/>
                  <a:pt x="29318" y="40461"/>
                </a:cubicBezTo>
                <a:cubicBezTo>
                  <a:pt x="28354" y="40654"/>
                  <a:pt x="27389" y="40804"/>
                  <a:pt x="26425" y="40997"/>
                </a:cubicBezTo>
                <a:cubicBezTo>
                  <a:pt x="26018" y="41061"/>
                  <a:pt x="25632" y="41168"/>
                  <a:pt x="25246" y="41275"/>
                </a:cubicBezTo>
                <a:cubicBezTo>
                  <a:pt x="25052" y="41350"/>
                  <a:pt x="23954" y="41612"/>
                  <a:pt x="23775" y="41612"/>
                </a:cubicBezTo>
                <a:cubicBezTo>
                  <a:pt x="23698" y="41612"/>
                  <a:pt x="23795" y="41562"/>
                  <a:pt x="24218" y="41425"/>
                </a:cubicBezTo>
                <a:lnTo>
                  <a:pt x="24218" y="41404"/>
                </a:lnTo>
                <a:cubicBezTo>
                  <a:pt x="28161" y="40118"/>
                  <a:pt x="32147" y="39111"/>
                  <a:pt x="36004" y="37611"/>
                </a:cubicBezTo>
                <a:close/>
                <a:moveTo>
                  <a:pt x="32168" y="40140"/>
                </a:moveTo>
                <a:lnTo>
                  <a:pt x="30968" y="40461"/>
                </a:lnTo>
                <a:cubicBezTo>
                  <a:pt x="29018" y="40997"/>
                  <a:pt x="27175" y="41725"/>
                  <a:pt x="25268" y="42390"/>
                </a:cubicBezTo>
                <a:lnTo>
                  <a:pt x="25139" y="42325"/>
                </a:lnTo>
                <a:lnTo>
                  <a:pt x="24046" y="41747"/>
                </a:lnTo>
                <a:cubicBezTo>
                  <a:pt x="25332" y="41704"/>
                  <a:pt x="26704" y="41147"/>
                  <a:pt x="27925" y="40932"/>
                </a:cubicBezTo>
                <a:cubicBezTo>
                  <a:pt x="29339" y="40675"/>
                  <a:pt x="30754" y="40418"/>
                  <a:pt x="32168" y="40140"/>
                </a:cubicBezTo>
                <a:close/>
                <a:moveTo>
                  <a:pt x="33904" y="39861"/>
                </a:moveTo>
                <a:lnTo>
                  <a:pt x="33904" y="39861"/>
                </a:lnTo>
                <a:cubicBezTo>
                  <a:pt x="33690" y="40075"/>
                  <a:pt x="33497" y="40268"/>
                  <a:pt x="33304" y="40482"/>
                </a:cubicBezTo>
                <a:cubicBezTo>
                  <a:pt x="31954" y="40697"/>
                  <a:pt x="30625" y="40997"/>
                  <a:pt x="29318" y="41383"/>
                </a:cubicBezTo>
                <a:cubicBezTo>
                  <a:pt x="28611" y="41575"/>
                  <a:pt x="27925" y="41833"/>
                  <a:pt x="27239" y="42047"/>
                </a:cubicBezTo>
                <a:cubicBezTo>
                  <a:pt x="26961" y="42133"/>
                  <a:pt x="26661" y="42218"/>
                  <a:pt x="26382" y="42283"/>
                </a:cubicBezTo>
                <a:cubicBezTo>
                  <a:pt x="25761" y="42433"/>
                  <a:pt x="25525" y="42475"/>
                  <a:pt x="25482" y="42497"/>
                </a:cubicBezTo>
                <a:lnTo>
                  <a:pt x="25482" y="42497"/>
                </a:lnTo>
                <a:cubicBezTo>
                  <a:pt x="25525" y="42475"/>
                  <a:pt x="25889" y="42368"/>
                  <a:pt x="26082" y="42304"/>
                </a:cubicBezTo>
                <a:cubicBezTo>
                  <a:pt x="28654" y="41340"/>
                  <a:pt x="31290" y="40675"/>
                  <a:pt x="33904" y="39861"/>
                </a:cubicBezTo>
                <a:close/>
                <a:moveTo>
                  <a:pt x="32941" y="40749"/>
                </a:moveTo>
                <a:cubicBezTo>
                  <a:pt x="33161" y="40749"/>
                  <a:pt x="31761" y="41211"/>
                  <a:pt x="31761" y="41211"/>
                </a:cubicBezTo>
                <a:cubicBezTo>
                  <a:pt x="31075" y="41490"/>
                  <a:pt x="30347" y="41704"/>
                  <a:pt x="29661" y="41940"/>
                </a:cubicBezTo>
                <a:cubicBezTo>
                  <a:pt x="28675" y="42261"/>
                  <a:pt x="27646" y="42476"/>
                  <a:pt x="26811" y="43076"/>
                </a:cubicBezTo>
                <a:cubicBezTo>
                  <a:pt x="26789" y="43076"/>
                  <a:pt x="26789" y="43097"/>
                  <a:pt x="26768" y="43118"/>
                </a:cubicBezTo>
                <a:cubicBezTo>
                  <a:pt x="26403" y="42926"/>
                  <a:pt x="26039" y="42754"/>
                  <a:pt x="25675" y="42583"/>
                </a:cubicBezTo>
                <a:cubicBezTo>
                  <a:pt x="26661" y="42433"/>
                  <a:pt x="27625" y="42175"/>
                  <a:pt x="28568" y="41833"/>
                </a:cubicBezTo>
                <a:cubicBezTo>
                  <a:pt x="29875" y="41425"/>
                  <a:pt x="31183" y="41083"/>
                  <a:pt x="32533" y="40825"/>
                </a:cubicBezTo>
                <a:cubicBezTo>
                  <a:pt x="32767" y="40771"/>
                  <a:pt x="32893" y="40749"/>
                  <a:pt x="32941" y="40749"/>
                </a:cubicBezTo>
                <a:close/>
                <a:moveTo>
                  <a:pt x="32815" y="40973"/>
                </a:moveTo>
                <a:cubicBezTo>
                  <a:pt x="32413" y="41395"/>
                  <a:pt x="31991" y="41817"/>
                  <a:pt x="31568" y="42240"/>
                </a:cubicBezTo>
                <a:cubicBezTo>
                  <a:pt x="30754" y="42283"/>
                  <a:pt x="29940" y="42454"/>
                  <a:pt x="29168" y="42711"/>
                </a:cubicBezTo>
                <a:cubicBezTo>
                  <a:pt x="28761" y="42840"/>
                  <a:pt x="28354" y="42947"/>
                  <a:pt x="27968" y="43033"/>
                </a:cubicBezTo>
                <a:cubicBezTo>
                  <a:pt x="27615" y="43105"/>
                  <a:pt x="27404" y="43134"/>
                  <a:pt x="27294" y="43134"/>
                </a:cubicBezTo>
                <a:cubicBezTo>
                  <a:pt x="26882" y="43134"/>
                  <a:pt x="27891" y="42722"/>
                  <a:pt x="28247" y="42604"/>
                </a:cubicBezTo>
                <a:cubicBezTo>
                  <a:pt x="29776" y="42116"/>
                  <a:pt x="31347" y="41669"/>
                  <a:pt x="32815" y="40973"/>
                </a:cubicBezTo>
                <a:close/>
                <a:moveTo>
                  <a:pt x="31183" y="42647"/>
                </a:moveTo>
                <a:lnTo>
                  <a:pt x="31183" y="42647"/>
                </a:lnTo>
                <a:cubicBezTo>
                  <a:pt x="30818" y="43011"/>
                  <a:pt x="30432" y="43397"/>
                  <a:pt x="30068" y="43761"/>
                </a:cubicBezTo>
                <a:cubicBezTo>
                  <a:pt x="30047" y="43761"/>
                  <a:pt x="30047" y="43783"/>
                  <a:pt x="30047" y="43783"/>
                </a:cubicBezTo>
                <a:lnTo>
                  <a:pt x="30025" y="43783"/>
                </a:lnTo>
                <a:cubicBezTo>
                  <a:pt x="29845" y="43741"/>
                  <a:pt x="29665" y="43718"/>
                  <a:pt x="29486" y="43718"/>
                </a:cubicBezTo>
                <a:cubicBezTo>
                  <a:pt x="29387" y="43718"/>
                  <a:pt x="29288" y="43725"/>
                  <a:pt x="29189" y="43740"/>
                </a:cubicBezTo>
                <a:cubicBezTo>
                  <a:pt x="29122" y="43745"/>
                  <a:pt x="29065" y="43748"/>
                  <a:pt x="29017" y="43748"/>
                </a:cubicBezTo>
                <a:cubicBezTo>
                  <a:pt x="28319" y="43748"/>
                  <a:pt x="29594" y="43196"/>
                  <a:pt x="29875" y="43076"/>
                </a:cubicBezTo>
                <a:cubicBezTo>
                  <a:pt x="30325" y="42926"/>
                  <a:pt x="30754" y="42797"/>
                  <a:pt x="31183" y="42647"/>
                </a:cubicBezTo>
                <a:close/>
                <a:moveTo>
                  <a:pt x="31186" y="42403"/>
                </a:moveTo>
                <a:cubicBezTo>
                  <a:pt x="31228" y="42403"/>
                  <a:pt x="31204" y="42423"/>
                  <a:pt x="31075" y="42476"/>
                </a:cubicBezTo>
                <a:cubicBezTo>
                  <a:pt x="30132" y="42840"/>
                  <a:pt x="28932" y="42968"/>
                  <a:pt x="28289" y="43826"/>
                </a:cubicBezTo>
                <a:cubicBezTo>
                  <a:pt x="28268" y="43869"/>
                  <a:pt x="28268" y="43911"/>
                  <a:pt x="28311" y="43933"/>
                </a:cubicBezTo>
                <a:lnTo>
                  <a:pt x="28289" y="43933"/>
                </a:lnTo>
                <a:cubicBezTo>
                  <a:pt x="27904" y="43697"/>
                  <a:pt x="27496" y="43483"/>
                  <a:pt x="27089" y="43268"/>
                </a:cubicBezTo>
                <a:lnTo>
                  <a:pt x="27089" y="43268"/>
                </a:lnTo>
                <a:cubicBezTo>
                  <a:pt x="27148" y="43271"/>
                  <a:pt x="27206" y="43272"/>
                  <a:pt x="27265" y="43272"/>
                </a:cubicBezTo>
                <a:cubicBezTo>
                  <a:pt x="27785" y="43272"/>
                  <a:pt x="28303" y="43187"/>
                  <a:pt x="28804" y="43033"/>
                </a:cubicBezTo>
                <a:cubicBezTo>
                  <a:pt x="29211" y="42926"/>
                  <a:pt x="29618" y="42797"/>
                  <a:pt x="30025" y="42690"/>
                </a:cubicBezTo>
                <a:cubicBezTo>
                  <a:pt x="30092" y="42656"/>
                  <a:pt x="31041" y="42403"/>
                  <a:pt x="31186" y="42403"/>
                </a:cubicBezTo>
                <a:close/>
                <a:moveTo>
                  <a:pt x="28560" y="43973"/>
                </a:moveTo>
                <a:cubicBezTo>
                  <a:pt x="28895" y="43973"/>
                  <a:pt x="29570" y="43997"/>
                  <a:pt x="29618" y="44190"/>
                </a:cubicBezTo>
                <a:cubicBezTo>
                  <a:pt x="29490" y="44319"/>
                  <a:pt x="29361" y="44447"/>
                  <a:pt x="29211" y="44554"/>
                </a:cubicBezTo>
                <a:cubicBezTo>
                  <a:pt x="28954" y="44340"/>
                  <a:pt x="28675" y="44147"/>
                  <a:pt x="28375" y="43976"/>
                </a:cubicBezTo>
                <a:cubicBezTo>
                  <a:pt x="28375" y="43976"/>
                  <a:pt x="28449" y="43973"/>
                  <a:pt x="28560" y="43973"/>
                </a:cubicBezTo>
                <a:close/>
                <a:moveTo>
                  <a:pt x="3001" y="32039"/>
                </a:moveTo>
                <a:cubicBezTo>
                  <a:pt x="7223" y="34396"/>
                  <a:pt x="11681" y="36346"/>
                  <a:pt x="16010" y="38489"/>
                </a:cubicBezTo>
                <a:cubicBezTo>
                  <a:pt x="18817" y="39882"/>
                  <a:pt x="21624" y="41275"/>
                  <a:pt x="24410" y="42711"/>
                </a:cubicBezTo>
                <a:cubicBezTo>
                  <a:pt x="25825" y="43440"/>
                  <a:pt x="27561" y="44083"/>
                  <a:pt x="28825" y="45111"/>
                </a:cubicBezTo>
                <a:cubicBezTo>
                  <a:pt x="28782" y="45283"/>
                  <a:pt x="28739" y="45454"/>
                  <a:pt x="28675" y="45647"/>
                </a:cubicBezTo>
                <a:cubicBezTo>
                  <a:pt x="27068" y="45004"/>
                  <a:pt x="25503" y="44104"/>
                  <a:pt x="23960" y="43333"/>
                </a:cubicBezTo>
                <a:cubicBezTo>
                  <a:pt x="21239" y="41983"/>
                  <a:pt x="18517" y="40611"/>
                  <a:pt x="15817" y="39282"/>
                </a:cubicBezTo>
                <a:cubicBezTo>
                  <a:pt x="14038" y="38404"/>
                  <a:pt x="12195" y="37611"/>
                  <a:pt x="10459" y="36668"/>
                </a:cubicBezTo>
                <a:cubicBezTo>
                  <a:pt x="7973" y="35318"/>
                  <a:pt x="5466" y="33603"/>
                  <a:pt x="2765" y="32725"/>
                </a:cubicBezTo>
                <a:lnTo>
                  <a:pt x="2723" y="32725"/>
                </a:lnTo>
                <a:cubicBezTo>
                  <a:pt x="2830" y="32489"/>
                  <a:pt x="2915" y="32253"/>
                  <a:pt x="3001" y="32039"/>
                </a:cubicBezTo>
                <a:close/>
                <a:moveTo>
                  <a:pt x="2530" y="33346"/>
                </a:moveTo>
                <a:lnTo>
                  <a:pt x="2594" y="33389"/>
                </a:lnTo>
                <a:cubicBezTo>
                  <a:pt x="5294" y="34268"/>
                  <a:pt x="7823" y="36025"/>
                  <a:pt x="10330" y="37375"/>
                </a:cubicBezTo>
                <a:cubicBezTo>
                  <a:pt x="12088" y="38318"/>
                  <a:pt x="13931" y="39111"/>
                  <a:pt x="15688" y="39990"/>
                </a:cubicBezTo>
                <a:cubicBezTo>
                  <a:pt x="18410" y="41340"/>
                  <a:pt x="21132" y="42690"/>
                  <a:pt x="23832" y="44040"/>
                </a:cubicBezTo>
                <a:cubicBezTo>
                  <a:pt x="25353" y="44790"/>
                  <a:pt x="26875" y="45669"/>
                  <a:pt x="28461" y="46290"/>
                </a:cubicBezTo>
                <a:cubicBezTo>
                  <a:pt x="28375" y="46569"/>
                  <a:pt x="28289" y="46847"/>
                  <a:pt x="28225" y="47126"/>
                </a:cubicBezTo>
                <a:cubicBezTo>
                  <a:pt x="23768" y="44811"/>
                  <a:pt x="19138" y="42797"/>
                  <a:pt x="14617" y="40654"/>
                </a:cubicBezTo>
                <a:cubicBezTo>
                  <a:pt x="10459" y="38682"/>
                  <a:pt x="6173" y="36732"/>
                  <a:pt x="2272" y="34289"/>
                </a:cubicBezTo>
                <a:cubicBezTo>
                  <a:pt x="2337" y="33967"/>
                  <a:pt x="2423" y="33667"/>
                  <a:pt x="2530" y="33346"/>
                </a:cubicBezTo>
                <a:close/>
                <a:moveTo>
                  <a:pt x="58892" y="14937"/>
                </a:moveTo>
                <a:cubicBezTo>
                  <a:pt x="58892" y="15151"/>
                  <a:pt x="58935" y="15387"/>
                  <a:pt x="58978" y="15601"/>
                </a:cubicBezTo>
                <a:lnTo>
                  <a:pt x="58957" y="15601"/>
                </a:lnTo>
                <a:cubicBezTo>
                  <a:pt x="56578" y="17766"/>
                  <a:pt x="54499" y="20316"/>
                  <a:pt x="52292" y="22652"/>
                </a:cubicBezTo>
                <a:cubicBezTo>
                  <a:pt x="50106" y="24988"/>
                  <a:pt x="48027" y="27303"/>
                  <a:pt x="45820" y="29553"/>
                </a:cubicBezTo>
                <a:cubicBezTo>
                  <a:pt x="40741" y="34653"/>
                  <a:pt x="35854" y="39925"/>
                  <a:pt x="30904" y="45133"/>
                </a:cubicBezTo>
                <a:cubicBezTo>
                  <a:pt x="30218" y="45862"/>
                  <a:pt x="29532" y="46569"/>
                  <a:pt x="28868" y="47276"/>
                </a:cubicBezTo>
                <a:cubicBezTo>
                  <a:pt x="28954" y="46933"/>
                  <a:pt x="29082" y="46569"/>
                  <a:pt x="29189" y="46226"/>
                </a:cubicBezTo>
                <a:cubicBezTo>
                  <a:pt x="29232" y="46204"/>
                  <a:pt x="29254" y="46183"/>
                  <a:pt x="29297" y="46162"/>
                </a:cubicBezTo>
                <a:cubicBezTo>
                  <a:pt x="30690" y="44919"/>
                  <a:pt x="31911" y="43461"/>
                  <a:pt x="33197" y="42111"/>
                </a:cubicBezTo>
                <a:cubicBezTo>
                  <a:pt x="35919" y="39239"/>
                  <a:pt x="38662" y="36346"/>
                  <a:pt x="41384" y="33475"/>
                </a:cubicBezTo>
                <a:cubicBezTo>
                  <a:pt x="46763" y="27774"/>
                  <a:pt x="52163" y="22073"/>
                  <a:pt x="57542" y="16373"/>
                </a:cubicBezTo>
                <a:cubicBezTo>
                  <a:pt x="57992" y="15901"/>
                  <a:pt x="58421" y="15408"/>
                  <a:pt x="58892" y="14937"/>
                </a:cubicBezTo>
                <a:close/>
                <a:moveTo>
                  <a:pt x="2165" y="35018"/>
                </a:moveTo>
                <a:lnTo>
                  <a:pt x="2165" y="35018"/>
                </a:lnTo>
                <a:cubicBezTo>
                  <a:pt x="6001" y="37375"/>
                  <a:pt x="10202" y="39304"/>
                  <a:pt x="14274" y="41233"/>
                </a:cubicBezTo>
                <a:cubicBezTo>
                  <a:pt x="18860" y="43418"/>
                  <a:pt x="23553" y="45454"/>
                  <a:pt x="28075" y="47812"/>
                </a:cubicBezTo>
                <a:cubicBezTo>
                  <a:pt x="28011" y="48155"/>
                  <a:pt x="27968" y="48519"/>
                  <a:pt x="27968" y="48883"/>
                </a:cubicBezTo>
                <a:cubicBezTo>
                  <a:pt x="26811" y="48112"/>
                  <a:pt x="25375" y="47597"/>
                  <a:pt x="24132" y="46997"/>
                </a:cubicBezTo>
                <a:cubicBezTo>
                  <a:pt x="21260" y="45604"/>
                  <a:pt x="18346" y="44211"/>
                  <a:pt x="15452" y="42818"/>
                </a:cubicBezTo>
                <a:cubicBezTo>
                  <a:pt x="12559" y="41425"/>
                  <a:pt x="9602" y="40011"/>
                  <a:pt x="6687" y="38597"/>
                </a:cubicBezTo>
                <a:cubicBezTo>
                  <a:pt x="5359" y="37932"/>
                  <a:pt x="3387" y="37246"/>
                  <a:pt x="2315" y="36368"/>
                </a:cubicBezTo>
                <a:lnTo>
                  <a:pt x="2294" y="36368"/>
                </a:lnTo>
                <a:cubicBezTo>
                  <a:pt x="2272" y="36346"/>
                  <a:pt x="2230" y="36325"/>
                  <a:pt x="2187" y="36303"/>
                </a:cubicBezTo>
                <a:cubicBezTo>
                  <a:pt x="2122" y="35875"/>
                  <a:pt x="2101" y="35446"/>
                  <a:pt x="2165" y="35018"/>
                </a:cubicBezTo>
                <a:close/>
                <a:moveTo>
                  <a:pt x="59150" y="16351"/>
                </a:moveTo>
                <a:cubicBezTo>
                  <a:pt x="59171" y="16416"/>
                  <a:pt x="59192" y="16459"/>
                  <a:pt x="59214" y="16523"/>
                </a:cubicBezTo>
                <a:cubicBezTo>
                  <a:pt x="58271" y="17209"/>
                  <a:pt x="57478" y="18259"/>
                  <a:pt x="56707" y="19116"/>
                </a:cubicBezTo>
                <a:cubicBezTo>
                  <a:pt x="55099" y="20852"/>
                  <a:pt x="53492" y="22609"/>
                  <a:pt x="51885" y="24367"/>
                </a:cubicBezTo>
                <a:cubicBezTo>
                  <a:pt x="49634" y="26831"/>
                  <a:pt x="47406" y="29317"/>
                  <a:pt x="45091" y="31717"/>
                </a:cubicBezTo>
                <a:cubicBezTo>
                  <a:pt x="39605" y="37418"/>
                  <a:pt x="34054" y="43054"/>
                  <a:pt x="28675" y="48862"/>
                </a:cubicBezTo>
                <a:lnTo>
                  <a:pt x="28632" y="48905"/>
                </a:lnTo>
                <a:cubicBezTo>
                  <a:pt x="28632" y="48733"/>
                  <a:pt x="28632" y="48583"/>
                  <a:pt x="28632" y="48412"/>
                </a:cubicBezTo>
                <a:cubicBezTo>
                  <a:pt x="28697" y="48390"/>
                  <a:pt x="28761" y="48369"/>
                  <a:pt x="28804" y="48305"/>
                </a:cubicBezTo>
                <a:cubicBezTo>
                  <a:pt x="37890" y="38425"/>
                  <a:pt x="47363" y="28846"/>
                  <a:pt x="56556" y="19073"/>
                </a:cubicBezTo>
                <a:cubicBezTo>
                  <a:pt x="57414" y="18173"/>
                  <a:pt x="58250" y="17209"/>
                  <a:pt x="59150" y="16351"/>
                </a:cubicBezTo>
                <a:close/>
                <a:moveTo>
                  <a:pt x="2680" y="37439"/>
                </a:moveTo>
                <a:lnTo>
                  <a:pt x="2680" y="37439"/>
                </a:lnTo>
                <a:cubicBezTo>
                  <a:pt x="3708" y="38039"/>
                  <a:pt x="4951" y="38511"/>
                  <a:pt x="5959" y="38982"/>
                </a:cubicBezTo>
                <a:cubicBezTo>
                  <a:pt x="8830" y="40397"/>
                  <a:pt x="11723" y="41790"/>
                  <a:pt x="14617" y="43183"/>
                </a:cubicBezTo>
                <a:cubicBezTo>
                  <a:pt x="17553" y="44576"/>
                  <a:pt x="20489" y="45990"/>
                  <a:pt x="23425" y="47405"/>
                </a:cubicBezTo>
                <a:cubicBezTo>
                  <a:pt x="24882" y="48112"/>
                  <a:pt x="26618" y="48733"/>
                  <a:pt x="27946" y="49698"/>
                </a:cubicBezTo>
                <a:cubicBezTo>
                  <a:pt x="27989" y="49719"/>
                  <a:pt x="28032" y="49741"/>
                  <a:pt x="28075" y="49741"/>
                </a:cubicBezTo>
                <a:cubicBezTo>
                  <a:pt x="28161" y="50062"/>
                  <a:pt x="28289" y="50383"/>
                  <a:pt x="28482" y="50662"/>
                </a:cubicBezTo>
                <a:cubicBezTo>
                  <a:pt x="24175" y="48926"/>
                  <a:pt x="20017" y="46590"/>
                  <a:pt x="15881" y="44533"/>
                </a:cubicBezTo>
                <a:cubicBezTo>
                  <a:pt x="13031" y="43118"/>
                  <a:pt x="10180" y="41683"/>
                  <a:pt x="7352" y="40204"/>
                </a:cubicBezTo>
                <a:cubicBezTo>
                  <a:pt x="5851" y="39411"/>
                  <a:pt x="4201" y="38682"/>
                  <a:pt x="2808" y="37675"/>
                </a:cubicBezTo>
                <a:cubicBezTo>
                  <a:pt x="2787" y="37654"/>
                  <a:pt x="2765" y="37632"/>
                  <a:pt x="2723" y="37611"/>
                </a:cubicBezTo>
                <a:cubicBezTo>
                  <a:pt x="2744" y="37546"/>
                  <a:pt x="2723" y="37482"/>
                  <a:pt x="2680" y="37439"/>
                </a:cubicBezTo>
                <a:close/>
                <a:moveTo>
                  <a:pt x="59557" y="17144"/>
                </a:moveTo>
                <a:cubicBezTo>
                  <a:pt x="59707" y="17402"/>
                  <a:pt x="59943" y="17616"/>
                  <a:pt x="60200" y="17744"/>
                </a:cubicBezTo>
                <a:cubicBezTo>
                  <a:pt x="59964" y="18087"/>
                  <a:pt x="59535" y="18537"/>
                  <a:pt x="59321" y="18795"/>
                </a:cubicBezTo>
                <a:cubicBezTo>
                  <a:pt x="58442" y="19802"/>
                  <a:pt x="57542" y="20788"/>
                  <a:pt x="56642" y="21773"/>
                </a:cubicBezTo>
                <a:cubicBezTo>
                  <a:pt x="53921" y="24731"/>
                  <a:pt x="51156" y="27667"/>
                  <a:pt x="48391" y="30581"/>
                </a:cubicBezTo>
                <a:cubicBezTo>
                  <a:pt x="42755" y="36539"/>
                  <a:pt x="37076" y="42476"/>
                  <a:pt x="31440" y="48433"/>
                </a:cubicBezTo>
                <a:cubicBezTo>
                  <a:pt x="30732" y="49162"/>
                  <a:pt x="30025" y="49891"/>
                  <a:pt x="29339" y="50662"/>
                </a:cubicBezTo>
                <a:cubicBezTo>
                  <a:pt x="29104" y="50383"/>
                  <a:pt x="28911" y="50062"/>
                  <a:pt x="28782" y="49719"/>
                </a:cubicBezTo>
                <a:cubicBezTo>
                  <a:pt x="28825" y="49698"/>
                  <a:pt x="28868" y="49676"/>
                  <a:pt x="28889" y="49633"/>
                </a:cubicBezTo>
                <a:cubicBezTo>
                  <a:pt x="30882" y="47362"/>
                  <a:pt x="33047" y="45240"/>
                  <a:pt x="35147" y="43054"/>
                </a:cubicBezTo>
                <a:cubicBezTo>
                  <a:pt x="38298" y="39754"/>
                  <a:pt x="41448" y="36475"/>
                  <a:pt x="44620" y="33196"/>
                </a:cubicBezTo>
                <a:cubicBezTo>
                  <a:pt x="49634" y="27988"/>
                  <a:pt x="54221" y="22309"/>
                  <a:pt x="59407" y="17273"/>
                </a:cubicBezTo>
                <a:lnTo>
                  <a:pt x="59557" y="17144"/>
                </a:lnTo>
                <a:close/>
                <a:moveTo>
                  <a:pt x="31586" y="0"/>
                </a:moveTo>
                <a:cubicBezTo>
                  <a:pt x="31503" y="0"/>
                  <a:pt x="31419" y="34"/>
                  <a:pt x="31375" y="107"/>
                </a:cubicBezTo>
                <a:cubicBezTo>
                  <a:pt x="25953" y="5207"/>
                  <a:pt x="21024" y="10822"/>
                  <a:pt x="15967" y="16287"/>
                </a:cubicBezTo>
                <a:cubicBezTo>
                  <a:pt x="11381" y="21238"/>
                  <a:pt x="6623" y="26102"/>
                  <a:pt x="2315" y="31310"/>
                </a:cubicBezTo>
                <a:cubicBezTo>
                  <a:pt x="387" y="32617"/>
                  <a:pt x="1" y="37161"/>
                  <a:pt x="2380" y="38189"/>
                </a:cubicBezTo>
                <a:cubicBezTo>
                  <a:pt x="3773" y="39239"/>
                  <a:pt x="5487" y="39990"/>
                  <a:pt x="7030" y="40782"/>
                </a:cubicBezTo>
                <a:cubicBezTo>
                  <a:pt x="9859" y="42261"/>
                  <a:pt x="12688" y="43697"/>
                  <a:pt x="15538" y="45111"/>
                </a:cubicBezTo>
                <a:cubicBezTo>
                  <a:pt x="19996" y="47340"/>
                  <a:pt x="24475" y="49848"/>
                  <a:pt x="29147" y="51626"/>
                </a:cubicBezTo>
                <a:cubicBezTo>
                  <a:pt x="29188" y="51650"/>
                  <a:pt x="29230" y="51661"/>
                  <a:pt x="29271" y="51661"/>
                </a:cubicBezTo>
                <a:cubicBezTo>
                  <a:pt x="29381" y="51661"/>
                  <a:pt x="29480" y="51585"/>
                  <a:pt x="29511" y="51476"/>
                </a:cubicBezTo>
                <a:cubicBezTo>
                  <a:pt x="29554" y="51455"/>
                  <a:pt x="29597" y="51434"/>
                  <a:pt x="29618" y="51391"/>
                </a:cubicBezTo>
                <a:cubicBezTo>
                  <a:pt x="33647" y="46719"/>
                  <a:pt x="38126" y="42390"/>
                  <a:pt x="42391" y="37932"/>
                </a:cubicBezTo>
                <a:cubicBezTo>
                  <a:pt x="47963" y="32060"/>
                  <a:pt x="53599" y="26231"/>
                  <a:pt x="59000" y="20188"/>
                </a:cubicBezTo>
                <a:cubicBezTo>
                  <a:pt x="59643" y="19480"/>
                  <a:pt x="60735" y="18580"/>
                  <a:pt x="61078" y="17616"/>
                </a:cubicBezTo>
                <a:cubicBezTo>
                  <a:pt x="61121" y="17509"/>
                  <a:pt x="61078" y="17380"/>
                  <a:pt x="60993" y="17294"/>
                </a:cubicBezTo>
                <a:cubicBezTo>
                  <a:pt x="60928" y="17230"/>
                  <a:pt x="60821" y="17187"/>
                  <a:pt x="60735" y="17187"/>
                </a:cubicBezTo>
                <a:cubicBezTo>
                  <a:pt x="60729" y="17187"/>
                  <a:pt x="60723" y="17188"/>
                  <a:pt x="60717" y="17188"/>
                </a:cubicBezTo>
                <a:cubicBezTo>
                  <a:pt x="60129" y="17188"/>
                  <a:pt x="59834" y="16197"/>
                  <a:pt x="59707" y="15773"/>
                </a:cubicBezTo>
                <a:cubicBezTo>
                  <a:pt x="59407" y="14723"/>
                  <a:pt x="59514" y="13587"/>
                  <a:pt x="59964" y="12601"/>
                </a:cubicBezTo>
                <a:cubicBezTo>
                  <a:pt x="60028" y="12537"/>
                  <a:pt x="60050" y="12451"/>
                  <a:pt x="60028" y="12365"/>
                </a:cubicBezTo>
                <a:cubicBezTo>
                  <a:pt x="60028" y="12258"/>
                  <a:pt x="59964" y="12151"/>
                  <a:pt x="59857" y="12108"/>
                </a:cubicBezTo>
                <a:cubicBezTo>
                  <a:pt x="55699" y="10265"/>
                  <a:pt x="51542" y="8358"/>
                  <a:pt x="47363" y="6536"/>
                </a:cubicBezTo>
                <a:cubicBezTo>
                  <a:pt x="42219" y="4264"/>
                  <a:pt x="37055" y="1821"/>
                  <a:pt x="31697" y="21"/>
                </a:cubicBezTo>
                <a:cubicBezTo>
                  <a:pt x="31663" y="8"/>
                  <a:pt x="31625" y="0"/>
                  <a:pt x="31586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04" name="PlaceHolder 1"/>
          <p:cNvSpPr>
            <a:spLocks noGrp="1"/>
          </p:cNvSpPr>
          <p:nvPr>
            <p:ph type="title"/>
          </p:nvPr>
        </p:nvSpPr>
        <p:spPr>
          <a:xfrm>
            <a:off x="714240" y="1095480"/>
            <a:ext cx="7714800" cy="199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000" b="0" u="none" strike="noStrike">
                <a:solidFill>
                  <a:schemeClr val="dk1"/>
                </a:solidFill>
                <a:effectLst/>
                <a:uFillTx/>
                <a:latin typeface="Indie Flower"/>
                <a:ea typeface="Indie Flower"/>
              </a:rPr>
              <a:t>Gestor </a:t>
            </a:r>
            <a:r>
              <a:rPr lang="en-US" sz="7000" b="0" u="none" strike="noStrike">
                <a:solidFill>
                  <a:schemeClr val="accent1"/>
                </a:solidFill>
                <a:effectLst/>
                <a:uFillTx/>
                <a:latin typeface="Indie Flower"/>
                <a:ea typeface="Indie Flower"/>
              </a:rPr>
              <a:t>Citas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05" name="PlaceHolder 2"/>
          <p:cNvSpPr>
            <a:spLocks noGrp="1"/>
          </p:cNvSpPr>
          <p:nvPr>
            <p:ph type="subTitle"/>
          </p:nvPr>
        </p:nvSpPr>
        <p:spPr>
          <a:xfrm>
            <a:off x="3133800" y="3171960"/>
            <a:ext cx="2876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32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Anthony Cortez</a:t>
            </a:r>
          </a:p>
          <a:p>
            <a:pPr indent="0" algn="ctr">
              <a:lnSpc>
                <a:spcPct val="132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rgbClr val="000000"/>
                </a:solidFill>
                <a:latin typeface="OpenSymbol"/>
              </a:rPr>
              <a:t>Tics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06" name="Google Shape;4020;p33"/>
          <p:cNvSpPr/>
          <p:nvPr/>
        </p:nvSpPr>
        <p:spPr>
          <a:xfrm>
            <a:off x="7689240" y="355320"/>
            <a:ext cx="1153800" cy="806040"/>
          </a:xfrm>
          <a:custGeom>
            <a:avLst/>
            <a:gdLst>
              <a:gd name="textAreaLeft" fmla="*/ 0 w 1153800"/>
              <a:gd name="textAreaRight" fmla="*/ 1154160 w 1153800"/>
              <a:gd name="textAreaTop" fmla="*/ 0 h 806040"/>
              <a:gd name="textAreaBottom" fmla="*/ 806400 h 806040"/>
            </a:gdLst>
            <a:ahLst/>
            <a:cxnLst/>
            <a:rect l="textAreaLeft" t="textAreaTop" r="textAreaRight" b="textAreaBottom"/>
            <a:pathLst>
              <a:path w="36842" h="25736">
                <a:moveTo>
                  <a:pt x="16669" y="790"/>
                </a:moveTo>
                <a:cubicBezTo>
                  <a:pt x="16728" y="790"/>
                  <a:pt x="16787" y="794"/>
                  <a:pt x="16846" y="801"/>
                </a:cubicBezTo>
                <a:cubicBezTo>
                  <a:pt x="16181" y="1165"/>
                  <a:pt x="15581" y="1594"/>
                  <a:pt x="14938" y="2023"/>
                </a:cubicBezTo>
                <a:cubicBezTo>
                  <a:pt x="14810" y="2108"/>
                  <a:pt x="14660" y="2216"/>
                  <a:pt x="14531" y="2301"/>
                </a:cubicBezTo>
                <a:cubicBezTo>
                  <a:pt x="14852" y="1765"/>
                  <a:pt x="15303" y="1315"/>
                  <a:pt x="15838" y="1015"/>
                </a:cubicBezTo>
                <a:lnTo>
                  <a:pt x="15860" y="1015"/>
                </a:lnTo>
                <a:cubicBezTo>
                  <a:pt x="16108" y="873"/>
                  <a:pt x="16386" y="790"/>
                  <a:pt x="16669" y="790"/>
                </a:cubicBezTo>
                <a:close/>
                <a:moveTo>
                  <a:pt x="17146" y="844"/>
                </a:moveTo>
                <a:cubicBezTo>
                  <a:pt x="17360" y="930"/>
                  <a:pt x="17574" y="1058"/>
                  <a:pt x="17767" y="1208"/>
                </a:cubicBezTo>
                <a:lnTo>
                  <a:pt x="17703" y="1208"/>
                </a:lnTo>
                <a:cubicBezTo>
                  <a:pt x="16545" y="1787"/>
                  <a:pt x="15431" y="2494"/>
                  <a:pt x="14210" y="2966"/>
                </a:cubicBezTo>
                <a:cubicBezTo>
                  <a:pt x="14252" y="2880"/>
                  <a:pt x="14274" y="2794"/>
                  <a:pt x="14317" y="2708"/>
                </a:cubicBezTo>
                <a:cubicBezTo>
                  <a:pt x="14681" y="2408"/>
                  <a:pt x="15067" y="2173"/>
                  <a:pt x="15431" y="1916"/>
                </a:cubicBezTo>
                <a:cubicBezTo>
                  <a:pt x="15967" y="1530"/>
                  <a:pt x="16545" y="1187"/>
                  <a:pt x="17146" y="844"/>
                </a:cubicBezTo>
                <a:close/>
                <a:moveTo>
                  <a:pt x="23227" y="1123"/>
                </a:moveTo>
                <a:cubicBezTo>
                  <a:pt x="22108" y="1633"/>
                  <a:pt x="21032" y="2247"/>
                  <a:pt x="20039" y="2966"/>
                </a:cubicBezTo>
                <a:cubicBezTo>
                  <a:pt x="20716" y="1843"/>
                  <a:pt x="21917" y="1140"/>
                  <a:pt x="23227" y="1123"/>
                </a:cubicBezTo>
                <a:close/>
                <a:moveTo>
                  <a:pt x="10416" y="2023"/>
                </a:moveTo>
                <a:lnTo>
                  <a:pt x="10416" y="2023"/>
                </a:lnTo>
                <a:cubicBezTo>
                  <a:pt x="9795" y="2430"/>
                  <a:pt x="9023" y="2837"/>
                  <a:pt x="8380" y="3330"/>
                </a:cubicBezTo>
                <a:cubicBezTo>
                  <a:pt x="8638" y="2966"/>
                  <a:pt x="8938" y="2666"/>
                  <a:pt x="9323" y="2430"/>
                </a:cubicBezTo>
                <a:cubicBezTo>
                  <a:pt x="9645" y="2216"/>
                  <a:pt x="10031" y="2066"/>
                  <a:pt x="10416" y="2023"/>
                </a:cubicBezTo>
                <a:close/>
                <a:moveTo>
                  <a:pt x="17231" y="1680"/>
                </a:moveTo>
                <a:cubicBezTo>
                  <a:pt x="16224" y="2451"/>
                  <a:pt x="15088" y="3094"/>
                  <a:pt x="13995" y="3780"/>
                </a:cubicBezTo>
                <a:cubicBezTo>
                  <a:pt x="14038" y="3716"/>
                  <a:pt x="14060" y="3673"/>
                  <a:pt x="14060" y="3609"/>
                </a:cubicBezTo>
                <a:cubicBezTo>
                  <a:pt x="14081" y="3480"/>
                  <a:pt x="14102" y="3351"/>
                  <a:pt x="14145" y="3223"/>
                </a:cubicBezTo>
                <a:cubicBezTo>
                  <a:pt x="15195" y="2794"/>
                  <a:pt x="16245" y="2280"/>
                  <a:pt x="17231" y="1680"/>
                </a:cubicBezTo>
                <a:close/>
                <a:moveTo>
                  <a:pt x="24239" y="2173"/>
                </a:moveTo>
                <a:lnTo>
                  <a:pt x="24239" y="2173"/>
                </a:lnTo>
                <a:cubicBezTo>
                  <a:pt x="23811" y="2537"/>
                  <a:pt x="23360" y="2858"/>
                  <a:pt x="22868" y="3137"/>
                </a:cubicBezTo>
                <a:cubicBezTo>
                  <a:pt x="22289" y="3523"/>
                  <a:pt x="21689" y="3866"/>
                  <a:pt x="21089" y="4187"/>
                </a:cubicBezTo>
                <a:cubicBezTo>
                  <a:pt x="22096" y="3501"/>
                  <a:pt x="23103" y="2837"/>
                  <a:pt x="24153" y="2216"/>
                </a:cubicBezTo>
                <a:lnTo>
                  <a:pt x="24239" y="2173"/>
                </a:lnTo>
                <a:close/>
                <a:moveTo>
                  <a:pt x="11166" y="2751"/>
                </a:moveTo>
                <a:cubicBezTo>
                  <a:pt x="10888" y="2858"/>
                  <a:pt x="10223" y="3437"/>
                  <a:pt x="9902" y="3673"/>
                </a:cubicBezTo>
                <a:cubicBezTo>
                  <a:pt x="9130" y="4166"/>
                  <a:pt x="8423" y="4744"/>
                  <a:pt x="7759" y="5387"/>
                </a:cubicBezTo>
                <a:cubicBezTo>
                  <a:pt x="7780" y="5087"/>
                  <a:pt x="7823" y="4787"/>
                  <a:pt x="7866" y="4509"/>
                </a:cubicBezTo>
                <a:lnTo>
                  <a:pt x="7887" y="4509"/>
                </a:lnTo>
                <a:cubicBezTo>
                  <a:pt x="8488" y="4166"/>
                  <a:pt x="9066" y="3801"/>
                  <a:pt x="9645" y="3459"/>
                </a:cubicBezTo>
                <a:cubicBezTo>
                  <a:pt x="10138" y="3180"/>
                  <a:pt x="10631" y="2944"/>
                  <a:pt x="11166" y="2751"/>
                </a:cubicBezTo>
                <a:close/>
                <a:moveTo>
                  <a:pt x="3623" y="4466"/>
                </a:moveTo>
                <a:cubicBezTo>
                  <a:pt x="3044" y="4873"/>
                  <a:pt x="2466" y="5259"/>
                  <a:pt x="1908" y="5730"/>
                </a:cubicBezTo>
                <a:cubicBezTo>
                  <a:pt x="1951" y="5602"/>
                  <a:pt x="1994" y="5494"/>
                  <a:pt x="2058" y="5387"/>
                </a:cubicBezTo>
                <a:cubicBezTo>
                  <a:pt x="2380" y="4809"/>
                  <a:pt x="2980" y="4466"/>
                  <a:pt x="3623" y="4466"/>
                </a:cubicBezTo>
                <a:close/>
                <a:moveTo>
                  <a:pt x="10781" y="2023"/>
                </a:moveTo>
                <a:cubicBezTo>
                  <a:pt x="11574" y="2108"/>
                  <a:pt x="12281" y="2623"/>
                  <a:pt x="12795" y="3309"/>
                </a:cubicBezTo>
                <a:cubicBezTo>
                  <a:pt x="12559" y="3437"/>
                  <a:pt x="12345" y="3587"/>
                  <a:pt x="12131" y="3694"/>
                </a:cubicBezTo>
                <a:cubicBezTo>
                  <a:pt x="10673" y="4444"/>
                  <a:pt x="9088" y="4852"/>
                  <a:pt x="7716" y="5752"/>
                </a:cubicBezTo>
                <a:lnTo>
                  <a:pt x="7716" y="5709"/>
                </a:lnTo>
                <a:cubicBezTo>
                  <a:pt x="8959" y="4766"/>
                  <a:pt x="10395" y="3716"/>
                  <a:pt x="11595" y="2644"/>
                </a:cubicBezTo>
                <a:cubicBezTo>
                  <a:pt x="11654" y="2585"/>
                  <a:pt x="11604" y="2470"/>
                  <a:pt x="11511" y="2470"/>
                </a:cubicBezTo>
                <a:cubicBezTo>
                  <a:pt x="11504" y="2470"/>
                  <a:pt x="11496" y="2471"/>
                  <a:pt x="11488" y="2473"/>
                </a:cubicBezTo>
                <a:cubicBezTo>
                  <a:pt x="10223" y="2773"/>
                  <a:pt x="9173" y="3523"/>
                  <a:pt x="8037" y="4187"/>
                </a:cubicBezTo>
                <a:lnTo>
                  <a:pt x="7930" y="4251"/>
                </a:lnTo>
                <a:cubicBezTo>
                  <a:pt x="7973" y="4144"/>
                  <a:pt x="7995" y="4059"/>
                  <a:pt x="8037" y="3973"/>
                </a:cubicBezTo>
                <a:cubicBezTo>
                  <a:pt x="8338" y="3694"/>
                  <a:pt x="8702" y="3416"/>
                  <a:pt x="8830" y="3330"/>
                </a:cubicBezTo>
                <a:cubicBezTo>
                  <a:pt x="9495" y="2901"/>
                  <a:pt x="10138" y="2473"/>
                  <a:pt x="10781" y="2023"/>
                </a:cubicBezTo>
                <a:close/>
                <a:moveTo>
                  <a:pt x="3866" y="4500"/>
                </a:moveTo>
                <a:lnTo>
                  <a:pt x="3866" y="4500"/>
                </a:lnTo>
                <a:cubicBezTo>
                  <a:pt x="3885" y="4500"/>
                  <a:pt x="3765" y="4639"/>
                  <a:pt x="3366" y="5066"/>
                </a:cubicBezTo>
                <a:cubicBezTo>
                  <a:pt x="2894" y="5559"/>
                  <a:pt x="2337" y="5923"/>
                  <a:pt x="1844" y="6395"/>
                </a:cubicBezTo>
                <a:cubicBezTo>
                  <a:pt x="1844" y="6266"/>
                  <a:pt x="1823" y="6137"/>
                  <a:pt x="1844" y="6009"/>
                </a:cubicBezTo>
                <a:cubicBezTo>
                  <a:pt x="1865" y="6009"/>
                  <a:pt x="1865" y="6009"/>
                  <a:pt x="1887" y="5987"/>
                </a:cubicBezTo>
                <a:cubicBezTo>
                  <a:pt x="2358" y="5602"/>
                  <a:pt x="2830" y="5259"/>
                  <a:pt x="3344" y="4916"/>
                </a:cubicBezTo>
                <a:cubicBezTo>
                  <a:pt x="3532" y="4778"/>
                  <a:pt x="3838" y="4500"/>
                  <a:pt x="3866" y="4500"/>
                </a:cubicBezTo>
                <a:close/>
                <a:moveTo>
                  <a:pt x="10931" y="4423"/>
                </a:moveTo>
                <a:cubicBezTo>
                  <a:pt x="9816" y="5109"/>
                  <a:pt x="8745" y="5816"/>
                  <a:pt x="7673" y="6523"/>
                </a:cubicBezTo>
                <a:cubicBezTo>
                  <a:pt x="7673" y="6352"/>
                  <a:pt x="7673" y="6180"/>
                  <a:pt x="7716" y="6009"/>
                </a:cubicBezTo>
                <a:cubicBezTo>
                  <a:pt x="8680" y="5323"/>
                  <a:pt x="9816" y="4894"/>
                  <a:pt x="10931" y="4423"/>
                </a:cubicBezTo>
                <a:close/>
                <a:moveTo>
                  <a:pt x="4073" y="4466"/>
                </a:moveTo>
                <a:cubicBezTo>
                  <a:pt x="4309" y="4509"/>
                  <a:pt x="4544" y="4573"/>
                  <a:pt x="4759" y="4680"/>
                </a:cubicBezTo>
                <a:cubicBezTo>
                  <a:pt x="4351" y="4873"/>
                  <a:pt x="3944" y="5130"/>
                  <a:pt x="3580" y="5409"/>
                </a:cubicBezTo>
                <a:cubicBezTo>
                  <a:pt x="3108" y="5794"/>
                  <a:pt x="2294" y="6159"/>
                  <a:pt x="1887" y="6609"/>
                </a:cubicBezTo>
                <a:cubicBezTo>
                  <a:pt x="2573" y="5816"/>
                  <a:pt x="3494" y="5344"/>
                  <a:pt x="4073" y="4466"/>
                </a:cubicBezTo>
                <a:close/>
                <a:moveTo>
                  <a:pt x="25254" y="2971"/>
                </a:moveTo>
                <a:cubicBezTo>
                  <a:pt x="25307" y="2971"/>
                  <a:pt x="25227" y="3047"/>
                  <a:pt x="24882" y="3266"/>
                </a:cubicBezTo>
                <a:cubicBezTo>
                  <a:pt x="23961" y="3887"/>
                  <a:pt x="22996" y="4423"/>
                  <a:pt x="22010" y="4937"/>
                </a:cubicBezTo>
                <a:cubicBezTo>
                  <a:pt x="20853" y="5580"/>
                  <a:pt x="19653" y="6180"/>
                  <a:pt x="18474" y="6780"/>
                </a:cubicBezTo>
                <a:lnTo>
                  <a:pt x="18581" y="6716"/>
                </a:lnTo>
                <a:cubicBezTo>
                  <a:pt x="20189" y="5816"/>
                  <a:pt x="21796" y="4959"/>
                  <a:pt x="23339" y="3951"/>
                </a:cubicBezTo>
                <a:cubicBezTo>
                  <a:pt x="23682" y="3737"/>
                  <a:pt x="24024" y="3523"/>
                  <a:pt x="24388" y="3330"/>
                </a:cubicBezTo>
                <a:lnTo>
                  <a:pt x="24388" y="3330"/>
                </a:lnTo>
                <a:cubicBezTo>
                  <a:pt x="24394" y="3328"/>
                  <a:pt x="25139" y="2971"/>
                  <a:pt x="25254" y="2971"/>
                </a:cubicBezTo>
                <a:close/>
                <a:moveTo>
                  <a:pt x="12924" y="3480"/>
                </a:moveTo>
                <a:cubicBezTo>
                  <a:pt x="13031" y="3630"/>
                  <a:pt x="13117" y="3780"/>
                  <a:pt x="13202" y="3930"/>
                </a:cubicBezTo>
                <a:cubicBezTo>
                  <a:pt x="12259" y="4573"/>
                  <a:pt x="11124" y="5002"/>
                  <a:pt x="10159" y="5559"/>
                </a:cubicBezTo>
                <a:cubicBezTo>
                  <a:pt x="9345" y="6052"/>
                  <a:pt x="8509" y="6480"/>
                  <a:pt x="7673" y="6930"/>
                </a:cubicBezTo>
                <a:cubicBezTo>
                  <a:pt x="7673" y="6909"/>
                  <a:pt x="7673" y="6909"/>
                  <a:pt x="7673" y="6887"/>
                </a:cubicBezTo>
                <a:cubicBezTo>
                  <a:pt x="8509" y="6330"/>
                  <a:pt x="9345" y="5752"/>
                  <a:pt x="10181" y="5173"/>
                </a:cubicBezTo>
                <a:lnTo>
                  <a:pt x="10202" y="5173"/>
                </a:lnTo>
                <a:cubicBezTo>
                  <a:pt x="10759" y="4809"/>
                  <a:pt x="11338" y="4444"/>
                  <a:pt x="11895" y="4080"/>
                </a:cubicBezTo>
                <a:lnTo>
                  <a:pt x="12195" y="3887"/>
                </a:lnTo>
                <a:cubicBezTo>
                  <a:pt x="12431" y="3759"/>
                  <a:pt x="12688" y="3630"/>
                  <a:pt x="12924" y="3480"/>
                </a:cubicBezTo>
                <a:close/>
                <a:moveTo>
                  <a:pt x="4973" y="4787"/>
                </a:moveTo>
                <a:cubicBezTo>
                  <a:pt x="5187" y="4916"/>
                  <a:pt x="5402" y="5066"/>
                  <a:pt x="5594" y="5259"/>
                </a:cubicBezTo>
                <a:cubicBezTo>
                  <a:pt x="4566" y="5730"/>
                  <a:pt x="3773" y="6566"/>
                  <a:pt x="2766" y="7123"/>
                </a:cubicBezTo>
                <a:cubicBezTo>
                  <a:pt x="2530" y="7016"/>
                  <a:pt x="2573" y="6909"/>
                  <a:pt x="2916" y="6759"/>
                </a:cubicBezTo>
                <a:cubicBezTo>
                  <a:pt x="3087" y="6609"/>
                  <a:pt x="3258" y="6437"/>
                  <a:pt x="3430" y="6266"/>
                </a:cubicBezTo>
                <a:cubicBezTo>
                  <a:pt x="3901" y="5752"/>
                  <a:pt x="4459" y="5302"/>
                  <a:pt x="4951" y="4787"/>
                </a:cubicBezTo>
                <a:close/>
                <a:moveTo>
                  <a:pt x="4609" y="4959"/>
                </a:moveTo>
                <a:lnTo>
                  <a:pt x="4609" y="4959"/>
                </a:lnTo>
                <a:cubicBezTo>
                  <a:pt x="3687" y="5559"/>
                  <a:pt x="2873" y="6330"/>
                  <a:pt x="2208" y="7230"/>
                </a:cubicBezTo>
                <a:cubicBezTo>
                  <a:pt x="2101" y="7080"/>
                  <a:pt x="2015" y="6952"/>
                  <a:pt x="1951" y="6802"/>
                </a:cubicBezTo>
                <a:cubicBezTo>
                  <a:pt x="2937" y="6330"/>
                  <a:pt x="3687" y="5516"/>
                  <a:pt x="4609" y="4959"/>
                </a:cubicBezTo>
                <a:close/>
                <a:moveTo>
                  <a:pt x="5766" y="5387"/>
                </a:moveTo>
                <a:cubicBezTo>
                  <a:pt x="5959" y="5602"/>
                  <a:pt x="6130" y="5816"/>
                  <a:pt x="6280" y="6052"/>
                </a:cubicBezTo>
                <a:cubicBezTo>
                  <a:pt x="5423" y="6502"/>
                  <a:pt x="4609" y="7037"/>
                  <a:pt x="3751" y="7509"/>
                </a:cubicBezTo>
                <a:cubicBezTo>
                  <a:pt x="3608" y="7588"/>
                  <a:pt x="3527" y="7621"/>
                  <a:pt x="3494" y="7621"/>
                </a:cubicBezTo>
                <a:cubicBezTo>
                  <a:pt x="3325" y="7621"/>
                  <a:pt x="4309" y="6798"/>
                  <a:pt x="4416" y="6673"/>
                </a:cubicBezTo>
                <a:cubicBezTo>
                  <a:pt x="4866" y="6245"/>
                  <a:pt x="5316" y="5837"/>
                  <a:pt x="5766" y="5387"/>
                </a:cubicBezTo>
                <a:close/>
                <a:moveTo>
                  <a:pt x="5303" y="5595"/>
                </a:moveTo>
                <a:cubicBezTo>
                  <a:pt x="5327" y="5595"/>
                  <a:pt x="4978" y="5888"/>
                  <a:pt x="4630" y="6223"/>
                </a:cubicBezTo>
                <a:cubicBezTo>
                  <a:pt x="4073" y="6759"/>
                  <a:pt x="3494" y="7295"/>
                  <a:pt x="2937" y="7873"/>
                </a:cubicBezTo>
                <a:cubicBezTo>
                  <a:pt x="2937" y="7895"/>
                  <a:pt x="2916" y="7916"/>
                  <a:pt x="2916" y="7938"/>
                </a:cubicBezTo>
                <a:cubicBezTo>
                  <a:pt x="2744" y="7788"/>
                  <a:pt x="2573" y="7638"/>
                  <a:pt x="2401" y="7488"/>
                </a:cubicBezTo>
                <a:cubicBezTo>
                  <a:pt x="3301" y="7145"/>
                  <a:pt x="4009" y="6523"/>
                  <a:pt x="4780" y="5966"/>
                </a:cubicBezTo>
                <a:cubicBezTo>
                  <a:pt x="5142" y="5701"/>
                  <a:pt x="5289" y="5595"/>
                  <a:pt x="5303" y="5595"/>
                </a:cubicBezTo>
                <a:close/>
                <a:moveTo>
                  <a:pt x="6156" y="6348"/>
                </a:moveTo>
                <a:cubicBezTo>
                  <a:pt x="6193" y="6348"/>
                  <a:pt x="6192" y="6379"/>
                  <a:pt x="6130" y="6459"/>
                </a:cubicBezTo>
                <a:cubicBezTo>
                  <a:pt x="5530" y="7209"/>
                  <a:pt x="4630" y="7702"/>
                  <a:pt x="3944" y="8409"/>
                </a:cubicBezTo>
                <a:cubicBezTo>
                  <a:pt x="3644" y="8323"/>
                  <a:pt x="3344" y="8173"/>
                  <a:pt x="3066" y="8023"/>
                </a:cubicBezTo>
                <a:cubicBezTo>
                  <a:pt x="3601" y="7809"/>
                  <a:pt x="4116" y="7552"/>
                  <a:pt x="4630" y="7252"/>
                </a:cubicBezTo>
                <a:lnTo>
                  <a:pt x="5380" y="6780"/>
                </a:lnTo>
                <a:lnTo>
                  <a:pt x="5380" y="6780"/>
                </a:lnTo>
                <a:cubicBezTo>
                  <a:pt x="5378" y="6781"/>
                  <a:pt x="5376" y="6782"/>
                  <a:pt x="5376" y="6782"/>
                </a:cubicBezTo>
                <a:cubicBezTo>
                  <a:pt x="5361" y="6782"/>
                  <a:pt x="6019" y="6348"/>
                  <a:pt x="6156" y="6348"/>
                </a:cubicBezTo>
                <a:close/>
                <a:moveTo>
                  <a:pt x="6473" y="6330"/>
                </a:moveTo>
                <a:cubicBezTo>
                  <a:pt x="6602" y="6545"/>
                  <a:pt x="6709" y="6780"/>
                  <a:pt x="6816" y="7016"/>
                </a:cubicBezTo>
                <a:cubicBezTo>
                  <a:pt x="6387" y="7166"/>
                  <a:pt x="5980" y="7380"/>
                  <a:pt x="5616" y="7638"/>
                </a:cubicBezTo>
                <a:cubicBezTo>
                  <a:pt x="5337" y="7809"/>
                  <a:pt x="5080" y="8002"/>
                  <a:pt x="4801" y="8195"/>
                </a:cubicBezTo>
                <a:cubicBezTo>
                  <a:pt x="4801" y="8195"/>
                  <a:pt x="4501" y="8388"/>
                  <a:pt x="4309" y="8473"/>
                </a:cubicBezTo>
                <a:lnTo>
                  <a:pt x="4287" y="8473"/>
                </a:lnTo>
                <a:lnTo>
                  <a:pt x="4180" y="8452"/>
                </a:lnTo>
                <a:cubicBezTo>
                  <a:pt x="4201" y="8430"/>
                  <a:pt x="4223" y="8388"/>
                  <a:pt x="4244" y="8366"/>
                </a:cubicBezTo>
                <a:cubicBezTo>
                  <a:pt x="4887" y="7638"/>
                  <a:pt x="5959" y="7166"/>
                  <a:pt x="6473" y="6330"/>
                </a:cubicBezTo>
                <a:close/>
                <a:moveTo>
                  <a:pt x="6323" y="7423"/>
                </a:moveTo>
                <a:lnTo>
                  <a:pt x="4523" y="8645"/>
                </a:lnTo>
                <a:cubicBezTo>
                  <a:pt x="4523" y="8645"/>
                  <a:pt x="4523" y="8623"/>
                  <a:pt x="4501" y="8623"/>
                </a:cubicBezTo>
                <a:cubicBezTo>
                  <a:pt x="4716" y="8473"/>
                  <a:pt x="4930" y="8323"/>
                  <a:pt x="5166" y="8173"/>
                </a:cubicBezTo>
                <a:cubicBezTo>
                  <a:pt x="5423" y="7980"/>
                  <a:pt x="5744" y="7788"/>
                  <a:pt x="6023" y="7616"/>
                </a:cubicBezTo>
                <a:cubicBezTo>
                  <a:pt x="6109" y="7530"/>
                  <a:pt x="6216" y="7488"/>
                  <a:pt x="6323" y="7423"/>
                </a:cubicBezTo>
                <a:close/>
                <a:moveTo>
                  <a:pt x="3591" y="9200"/>
                </a:moveTo>
                <a:cubicBezTo>
                  <a:pt x="3623" y="9200"/>
                  <a:pt x="3655" y="9201"/>
                  <a:pt x="3687" y="9202"/>
                </a:cubicBezTo>
                <a:cubicBezTo>
                  <a:pt x="2723" y="9823"/>
                  <a:pt x="1758" y="10445"/>
                  <a:pt x="815" y="11109"/>
                </a:cubicBezTo>
                <a:cubicBezTo>
                  <a:pt x="1045" y="9962"/>
                  <a:pt x="2412" y="9200"/>
                  <a:pt x="3591" y="9200"/>
                </a:cubicBezTo>
                <a:close/>
                <a:moveTo>
                  <a:pt x="18474" y="2001"/>
                </a:moveTo>
                <a:cubicBezTo>
                  <a:pt x="18603" y="2194"/>
                  <a:pt x="18710" y="2408"/>
                  <a:pt x="18839" y="2623"/>
                </a:cubicBezTo>
                <a:cubicBezTo>
                  <a:pt x="17553" y="3266"/>
                  <a:pt x="16374" y="4101"/>
                  <a:pt x="15152" y="4830"/>
                </a:cubicBezTo>
                <a:cubicBezTo>
                  <a:pt x="13609" y="5752"/>
                  <a:pt x="12024" y="6609"/>
                  <a:pt x="10438" y="7466"/>
                </a:cubicBezTo>
                <a:cubicBezTo>
                  <a:pt x="8938" y="8259"/>
                  <a:pt x="7437" y="9073"/>
                  <a:pt x="5959" y="9909"/>
                </a:cubicBezTo>
                <a:cubicBezTo>
                  <a:pt x="5209" y="10316"/>
                  <a:pt x="4459" y="10745"/>
                  <a:pt x="3730" y="11174"/>
                </a:cubicBezTo>
                <a:lnTo>
                  <a:pt x="3494" y="11324"/>
                </a:lnTo>
                <a:cubicBezTo>
                  <a:pt x="5766" y="9845"/>
                  <a:pt x="8209" y="8559"/>
                  <a:pt x="10502" y="7166"/>
                </a:cubicBezTo>
                <a:cubicBezTo>
                  <a:pt x="13159" y="5559"/>
                  <a:pt x="16138" y="4080"/>
                  <a:pt x="18474" y="2001"/>
                </a:cubicBezTo>
                <a:close/>
                <a:moveTo>
                  <a:pt x="13288" y="4080"/>
                </a:moveTo>
                <a:cubicBezTo>
                  <a:pt x="13309" y="4123"/>
                  <a:pt x="13352" y="4144"/>
                  <a:pt x="13374" y="4144"/>
                </a:cubicBezTo>
                <a:cubicBezTo>
                  <a:pt x="11916" y="5087"/>
                  <a:pt x="10481" y="6030"/>
                  <a:pt x="9002" y="6930"/>
                </a:cubicBezTo>
                <a:cubicBezTo>
                  <a:pt x="6323" y="8580"/>
                  <a:pt x="3237" y="9909"/>
                  <a:pt x="858" y="11967"/>
                </a:cubicBezTo>
                <a:cubicBezTo>
                  <a:pt x="794" y="11774"/>
                  <a:pt x="772" y="11581"/>
                  <a:pt x="772" y="11388"/>
                </a:cubicBezTo>
                <a:lnTo>
                  <a:pt x="3987" y="9266"/>
                </a:lnTo>
                <a:lnTo>
                  <a:pt x="4030" y="9245"/>
                </a:lnTo>
                <a:lnTo>
                  <a:pt x="4051" y="9245"/>
                </a:lnTo>
                <a:cubicBezTo>
                  <a:pt x="4080" y="9251"/>
                  <a:pt x="4108" y="9254"/>
                  <a:pt x="4136" y="9254"/>
                </a:cubicBezTo>
                <a:cubicBezTo>
                  <a:pt x="4299" y="9254"/>
                  <a:pt x="4450" y="9152"/>
                  <a:pt x="4523" y="8988"/>
                </a:cubicBezTo>
                <a:cubicBezTo>
                  <a:pt x="5101" y="8688"/>
                  <a:pt x="5680" y="8323"/>
                  <a:pt x="6216" y="7938"/>
                </a:cubicBezTo>
                <a:cubicBezTo>
                  <a:pt x="6559" y="7745"/>
                  <a:pt x="6923" y="7552"/>
                  <a:pt x="7287" y="7359"/>
                </a:cubicBezTo>
                <a:cubicBezTo>
                  <a:pt x="7416" y="7359"/>
                  <a:pt x="7545" y="7295"/>
                  <a:pt x="7609" y="7187"/>
                </a:cubicBezTo>
                <a:cubicBezTo>
                  <a:pt x="8509" y="6737"/>
                  <a:pt x="9388" y="6266"/>
                  <a:pt x="10245" y="5730"/>
                </a:cubicBezTo>
                <a:cubicBezTo>
                  <a:pt x="11209" y="5109"/>
                  <a:pt x="12324" y="4723"/>
                  <a:pt x="13288" y="4080"/>
                </a:cubicBezTo>
                <a:close/>
                <a:moveTo>
                  <a:pt x="17938" y="1380"/>
                </a:moveTo>
                <a:cubicBezTo>
                  <a:pt x="18067" y="1530"/>
                  <a:pt x="18196" y="1680"/>
                  <a:pt x="18303" y="1830"/>
                </a:cubicBezTo>
                <a:cubicBezTo>
                  <a:pt x="15453" y="3480"/>
                  <a:pt x="12645" y="5280"/>
                  <a:pt x="9816" y="6973"/>
                </a:cubicBezTo>
                <a:cubicBezTo>
                  <a:pt x="6966" y="8666"/>
                  <a:pt x="3837" y="10038"/>
                  <a:pt x="1137" y="12009"/>
                </a:cubicBezTo>
                <a:cubicBezTo>
                  <a:pt x="1050" y="12079"/>
                  <a:pt x="1104" y="12204"/>
                  <a:pt x="1184" y="12204"/>
                </a:cubicBezTo>
                <a:cubicBezTo>
                  <a:pt x="1203" y="12204"/>
                  <a:pt x="1224" y="12197"/>
                  <a:pt x="1244" y="12181"/>
                </a:cubicBezTo>
                <a:cubicBezTo>
                  <a:pt x="3966" y="10209"/>
                  <a:pt x="7052" y="8838"/>
                  <a:pt x="9923" y="7145"/>
                </a:cubicBezTo>
                <a:cubicBezTo>
                  <a:pt x="11338" y="6309"/>
                  <a:pt x="12752" y="5473"/>
                  <a:pt x="14167" y="4616"/>
                </a:cubicBezTo>
                <a:cubicBezTo>
                  <a:pt x="15437" y="3866"/>
                  <a:pt x="17010" y="3016"/>
                  <a:pt x="18022" y="2123"/>
                </a:cubicBezTo>
                <a:lnTo>
                  <a:pt x="18022" y="2123"/>
                </a:lnTo>
                <a:cubicBezTo>
                  <a:pt x="16860" y="3154"/>
                  <a:pt x="15462" y="3906"/>
                  <a:pt x="14145" y="4659"/>
                </a:cubicBezTo>
                <a:cubicBezTo>
                  <a:pt x="12581" y="5580"/>
                  <a:pt x="11081" y="6587"/>
                  <a:pt x="9516" y="7509"/>
                </a:cubicBezTo>
                <a:cubicBezTo>
                  <a:pt x="7973" y="8452"/>
                  <a:pt x="6366" y="9331"/>
                  <a:pt x="4844" y="10338"/>
                </a:cubicBezTo>
                <a:cubicBezTo>
                  <a:pt x="3644" y="11131"/>
                  <a:pt x="2316" y="11795"/>
                  <a:pt x="1201" y="12717"/>
                </a:cubicBezTo>
                <a:cubicBezTo>
                  <a:pt x="1094" y="12545"/>
                  <a:pt x="987" y="12352"/>
                  <a:pt x="923" y="12159"/>
                </a:cubicBezTo>
                <a:lnTo>
                  <a:pt x="944" y="12159"/>
                </a:lnTo>
                <a:cubicBezTo>
                  <a:pt x="3451" y="9995"/>
                  <a:pt x="6709" y="8602"/>
                  <a:pt x="9516" y="6866"/>
                </a:cubicBezTo>
                <a:cubicBezTo>
                  <a:pt x="11081" y="5902"/>
                  <a:pt x="12602" y="4894"/>
                  <a:pt x="14167" y="3909"/>
                </a:cubicBezTo>
                <a:cubicBezTo>
                  <a:pt x="15431" y="3094"/>
                  <a:pt x="16781" y="2366"/>
                  <a:pt x="17938" y="1380"/>
                </a:cubicBezTo>
                <a:close/>
                <a:moveTo>
                  <a:pt x="23789" y="1144"/>
                </a:moveTo>
                <a:cubicBezTo>
                  <a:pt x="24175" y="1208"/>
                  <a:pt x="24539" y="1380"/>
                  <a:pt x="24861" y="1637"/>
                </a:cubicBezTo>
                <a:cubicBezTo>
                  <a:pt x="22225" y="3051"/>
                  <a:pt x="19824" y="4852"/>
                  <a:pt x="17274" y="6352"/>
                </a:cubicBezTo>
                <a:lnTo>
                  <a:pt x="15774" y="7187"/>
                </a:lnTo>
                <a:cubicBezTo>
                  <a:pt x="15474" y="7359"/>
                  <a:pt x="15152" y="7509"/>
                  <a:pt x="14852" y="7659"/>
                </a:cubicBezTo>
                <a:cubicBezTo>
                  <a:pt x="11274" y="9373"/>
                  <a:pt x="7823" y="11302"/>
                  <a:pt x="4287" y="13038"/>
                </a:cubicBezTo>
                <a:lnTo>
                  <a:pt x="4501" y="12888"/>
                </a:lnTo>
                <a:cubicBezTo>
                  <a:pt x="5294" y="12352"/>
                  <a:pt x="6109" y="11817"/>
                  <a:pt x="6945" y="11281"/>
                </a:cubicBezTo>
                <a:cubicBezTo>
                  <a:pt x="8766" y="10123"/>
                  <a:pt x="10673" y="9095"/>
                  <a:pt x="12559" y="8066"/>
                </a:cubicBezTo>
                <a:cubicBezTo>
                  <a:pt x="16417" y="5944"/>
                  <a:pt x="20103" y="3609"/>
                  <a:pt x="23789" y="1144"/>
                </a:cubicBezTo>
                <a:close/>
                <a:moveTo>
                  <a:pt x="10481" y="7659"/>
                </a:moveTo>
                <a:lnTo>
                  <a:pt x="9859" y="8023"/>
                </a:lnTo>
                <a:cubicBezTo>
                  <a:pt x="7030" y="9545"/>
                  <a:pt x="4201" y="11259"/>
                  <a:pt x="1715" y="13274"/>
                </a:cubicBezTo>
                <a:cubicBezTo>
                  <a:pt x="1587" y="13167"/>
                  <a:pt x="1458" y="13017"/>
                  <a:pt x="1330" y="12888"/>
                </a:cubicBezTo>
                <a:cubicBezTo>
                  <a:pt x="4287" y="11002"/>
                  <a:pt x="7395" y="9331"/>
                  <a:pt x="10481" y="7659"/>
                </a:cubicBezTo>
                <a:close/>
                <a:moveTo>
                  <a:pt x="18903" y="2816"/>
                </a:moveTo>
                <a:cubicBezTo>
                  <a:pt x="18967" y="2923"/>
                  <a:pt x="19031" y="3051"/>
                  <a:pt x="19074" y="3180"/>
                </a:cubicBezTo>
                <a:cubicBezTo>
                  <a:pt x="19113" y="3295"/>
                  <a:pt x="19220" y="3376"/>
                  <a:pt x="19350" y="3376"/>
                </a:cubicBezTo>
                <a:cubicBezTo>
                  <a:pt x="19365" y="3376"/>
                  <a:pt x="19380" y="3375"/>
                  <a:pt x="19396" y="3373"/>
                </a:cubicBezTo>
                <a:lnTo>
                  <a:pt x="19396" y="3373"/>
                </a:lnTo>
                <a:cubicBezTo>
                  <a:pt x="17853" y="4423"/>
                  <a:pt x="16310" y="5452"/>
                  <a:pt x="14681" y="6395"/>
                </a:cubicBezTo>
                <a:cubicBezTo>
                  <a:pt x="11252" y="8366"/>
                  <a:pt x="7673" y="10081"/>
                  <a:pt x="4244" y="12074"/>
                </a:cubicBezTo>
                <a:cubicBezTo>
                  <a:pt x="3478" y="12500"/>
                  <a:pt x="2838" y="13052"/>
                  <a:pt x="1968" y="13333"/>
                </a:cubicBezTo>
                <a:lnTo>
                  <a:pt x="1968" y="13333"/>
                </a:lnTo>
                <a:cubicBezTo>
                  <a:pt x="2652" y="13109"/>
                  <a:pt x="3542" y="12242"/>
                  <a:pt x="4116" y="11817"/>
                </a:cubicBezTo>
                <a:cubicBezTo>
                  <a:pt x="5680" y="10638"/>
                  <a:pt x="7330" y="9588"/>
                  <a:pt x="9045" y="8666"/>
                </a:cubicBezTo>
                <a:cubicBezTo>
                  <a:pt x="10823" y="7702"/>
                  <a:pt x="12602" y="6737"/>
                  <a:pt x="14360" y="5730"/>
                </a:cubicBezTo>
                <a:cubicBezTo>
                  <a:pt x="15710" y="4937"/>
                  <a:pt x="16953" y="3951"/>
                  <a:pt x="18303" y="3158"/>
                </a:cubicBezTo>
                <a:cubicBezTo>
                  <a:pt x="18474" y="3116"/>
                  <a:pt x="18581" y="3051"/>
                  <a:pt x="18581" y="2987"/>
                </a:cubicBezTo>
                <a:cubicBezTo>
                  <a:pt x="18689" y="2923"/>
                  <a:pt x="18796" y="2858"/>
                  <a:pt x="18903" y="2816"/>
                </a:cubicBezTo>
                <a:close/>
                <a:moveTo>
                  <a:pt x="23368" y="1175"/>
                </a:moveTo>
                <a:cubicBezTo>
                  <a:pt x="23374" y="1175"/>
                  <a:pt x="23354" y="1191"/>
                  <a:pt x="23296" y="1230"/>
                </a:cubicBezTo>
                <a:lnTo>
                  <a:pt x="22032" y="2066"/>
                </a:lnTo>
                <a:cubicBezTo>
                  <a:pt x="21046" y="2730"/>
                  <a:pt x="20039" y="3394"/>
                  <a:pt x="19031" y="4037"/>
                </a:cubicBezTo>
                <a:cubicBezTo>
                  <a:pt x="17167" y="5237"/>
                  <a:pt x="15281" y="6352"/>
                  <a:pt x="13331" y="7402"/>
                </a:cubicBezTo>
                <a:cubicBezTo>
                  <a:pt x="11381" y="8473"/>
                  <a:pt x="9538" y="9481"/>
                  <a:pt x="7673" y="10595"/>
                </a:cubicBezTo>
                <a:cubicBezTo>
                  <a:pt x="5959" y="11624"/>
                  <a:pt x="4351" y="12888"/>
                  <a:pt x="2573" y="13810"/>
                </a:cubicBezTo>
                <a:cubicBezTo>
                  <a:pt x="2380" y="13724"/>
                  <a:pt x="2187" y="13617"/>
                  <a:pt x="2015" y="13510"/>
                </a:cubicBezTo>
                <a:cubicBezTo>
                  <a:pt x="3451" y="13124"/>
                  <a:pt x="4801" y="11967"/>
                  <a:pt x="6066" y="11259"/>
                </a:cubicBezTo>
                <a:cubicBezTo>
                  <a:pt x="7930" y="10209"/>
                  <a:pt x="9816" y="9245"/>
                  <a:pt x="11702" y="8238"/>
                </a:cubicBezTo>
                <a:cubicBezTo>
                  <a:pt x="13609" y="7230"/>
                  <a:pt x="15538" y="6202"/>
                  <a:pt x="17360" y="5002"/>
                </a:cubicBezTo>
                <a:cubicBezTo>
                  <a:pt x="19010" y="3930"/>
                  <a:pt x="20574" y="2730"/>
                  <a:pt x="22289" y="1765"/>
                </a:cubicBezTo>
                <a:cubicBezTo>
                  <a:pt x="22398" y="1711"/>
                  <a:pt x="23330" y="1175"/>
                  <a:pt x="23368" y="1175"/>
                </a:cubicBezTo>
                <a:close/>
                <a:moveTo>
                  <a:pt x="11488" y="9631"/>
                </a:moveTo>
                <a:lnTo>
                  <a:pt x="11488" y="9631"/>
                </a:lnTo>
                <a:cubicBezTo>
                  <a:pt x="9023" y="11088"/>
                  <a:pt x="6602" y="12631"/>
                  <a:pt x="4201" y="14195"/>
                </a:cubicBezTo>
                <a:cubicBezTo>
                  <a:pt x="3751" y="14174"/>
                  <a:pt x="3301" y="14088"/>
                  <a:pt x="2873" y="13938"/>
                </a:cubicBezTo>
                <a:lnTo>
                  <a:pt x="2873" y="13917"/>
                </a:lnTo>
                <a:cubicBezTo>
                  <a:pt x="5787" y="12609"/>
                  <a:pt x="8659" y="11131"/>
                  <a:pt x="11488" y="9631"/>
                </a:cubicBezTo>
                <a:close/>
                <a:moveTo>
                  <a:pt x="24989" y="1765"/>
                </a:moveTo>
                <a:cubicBezTo>
                  <a:pt x="25268" y="2044"/>
                  <a:pt x="25439" y="2387"/>
                  <a:pt x="25525" y="2773"/>
                </a:cubicBezTo>
                <a:cubicBezTo>
                  <a:pt x="23789" y="3008"/>
                  <a:pt x="22182" y="4466"/>
                  <a:pt x="20682" y="5302"/>
                </a:cubicBezTo>
                <a:cubicBezTo>
                  <a:pt x="18839" y="6352"/>
                  <a:pt x="16996" y="7359"/>
                  <a:pt x="15152" y="8409"/>
                </a:cubicBezTo>
                <a:cubicBezTo>
                  <a:pt x="13717" y="9116"/>
                  <a:pt x="12281" y="9823"/>
                  <a:pt x="10866" y="10531"/>
                </a:cubicBezTo>
                <a:cubicBezTo>
                  <a:pt x="8702" y="11645"/>
                  <a:pt x="6623" y="12867"/>
                  <a:pt x="4587" y="14195"/>
                </a:cubicBezTo>
                <a:cubicBezTo>
                  <a:pt x="6880" y="12674"/>
                  <a:pt x="9216" y="11174"/>
                  <a:pt x="11574" y="9781"/>
                </a:cubicBezTo>
                <a:cubicBezTo>
                  <a:pt x="14060" y="8323"/>
                  <a:pt x="16610" y="6995"/>
                  <a:pt x="19096" y="5580"/>
                </a:cubicBezTo>
                <a:cubicBezTo>
                  <a:pt x="21110" y="4444"/>
                  <a:pt x="23339" y="3394"/>
                  <a:pt x="24989" y="1765"/>
                </a:cubicBezTo>
                <a:close/>
                <a:moveTo>
                  <a:pt x="32530" y="7849"/>
                </a:moveTo>
                <a:cubicBezTo>
                  <a:pt x="32873" y="7849"/>
                  <a:pt x="33219" y="7921"/>
                  <a:pt x="33540" y="8066"/>
                </a:cubicBezTo>
                <a:cubicBezTo>
                  <a:pt x="31676" y="8881"/>
                  <a:pt x="29918" y="9931"/>
                  <a:pt x="28097" y="10788"/>
                </a:cubicBezTo>
                <a:cubicBezTo>
                  <a:pt x="25932" y="11817"/>
                  <a:pt x="23746" y="12802"/>
                  <a:pt x="21539" y="13745"/>
                </a:cubicBezTo>
                <a:lnTo>
                  <a:pt x="20082" y="14367"/>
                </a:lnTo>
                <a:cubicBezTo>
                  <a:pt x="20382" y="14217"/>
                  <a:pt x="20682" y="14088"/>
                  <a:pt x="20982" y="13938"/>
                </a:cubicBezTo>
                <a:cubicBezTo>
                  <a:pt x="22910" y="13081"/>
                  <a:pt x="24861" y="12267"/>
                  <a:pt x="26747" y="11324"/>
                </a:cubicBezTo>
                <a:cubicBezTo>
                  <a:pt x="28675" y="10359"/>
                  <a:pt x="30411" y="9073"/>
                  <a:pt x="32190" y="7873"/>
                </a:cubicBezTo>
                <a:cubicBezTo>
                  <a:pt x="32302" y="7857"/>
                  <a:pt x="32416" y="7849"/>
                  <a:pt x="32530" y="7849"/>
                </a:cubicBezTo>
                <a:close/>
                <a:moveTo>
                  <a:pt x="12388" y="9973"/>
                </a:moveTo>
                <a:cubicBezTo>
                  <a:pt x="9945" y="11345"/>
                  <a:pt x="7373" y="12738"/>
                  <a:pt x="5230" y="14560"/>
                </a:cubicBezTo>
                <a:cubicBezTo>
                  <a:pt x="5209" y="14538"/>
                  <a:pt x="5209" y="14517"/>
                  <a:pt x="5209" y="14495"/>
                </a:cubicBezTo>
                <a:cubicBezTo>
                  <a:pt x="5189" y="14336"/>
                  <a:pt x="5040" y="14214"/>
                  <a:pt x="4882" y="14214"/>
                </a:cubicBezTo>
                <a:cubicBezTo>
                  <a:pt x="4869" y="14214"/>
                  <a:pt x="4857" y="14215"/>
                  <a:pt x="4844" y="14217"/>
                </a:cubicBezTo>
                <a:lnTo>
                  <a:pt x="4737" y="14217"/>
                </a:lnTo>
                <a:cubicBezTo>
                  <a:pt x="6087" y="13574"/>
                  <a:pt x="7416" y="12609"/>
                  <a:pt x="8702" y="11881"/>
                </a:cubicBezTo>
                <a:cubicBezTo>
                  <a:pt x="9923" y="11216"/>
                  <a:pt x="11166" y="10595"/>
                  <a:pt x="12388" y="9973"/>
                </a:cubicBezTo>
                <a:close/>
                <a:moveTo>
                  <a:pt x="28985" y="3117"/>
                </a:moveTo>
                <a:cubicBezTo>
                  <a:pt x="29314" y="3117"/>
                  <a:pt x="29637" y="3181"/>
                  <a:pt x="29940" y="3330"/>
                </a:cubicBezTo>
                <a:cubicBezTo>
                  <a:pt x="29875" y="3351"/>
                  <a:pt x="29790" y="3394"/>
                  <a:pt x="29725" y="3437"/>
                </a:cubicBezTo>
                <a:cubicBezTo>
                  <a:pt x="29725" y="3437"/>
                  <a:pt x="29725" y="3416"/>
                  <a:pt x="29725" y="3416"/>
                </a:cubicBezTo>
                <a:cubicBezTo>
                  <a:pt x="29318" y="3630"/>
                  <a:pt x="28911" y="3866"/>
                  <a:pt x="28525" y="4123"/>
                </a:cubicBezTo>
                <a:cubicBezTo>
                  <a:pt x="26854" y="5152"/>
                  <a:pt x="25161" y="6052"/>
                  <a:pt x="23403" y="6887"/>
                </a:cubicBezTo>
                <a:cubicBezTo>
                  <a:pt x="19889" y="8602"/>
                  <a:pt x="16288" y="10145"/>
                  <a:pt x="12881" y="12074"/>
                </a:cubicBezTo>
                <a:cubicBezTo>
                  <a:pt x="11145" y="13060"/>
                  <a:pt x="9409" y="14045"/>
                  <a:pt x="7652" y="14988"/>
                </a:cubicBezTo>
                <a:cubicBezTo>
                  <a:pt x="7030" y="15310"/>
                  <a:pt x="6387" y="15631"/>
                  <a:pt x="5766" y="15996"/>
                </a:cubicBezTo>
                <a:cubicBezTo>
                  <a:pt x="11595" y="11817"/>
                  <a:pt x="18131" y="8816"/>
                  <a:pt x="24282" y="5194"/>
                </a:cubicBezTo>
                <a:cubicBezTo>
                  <a:pt x="24689" y="4959"/>
                  <a:pt x="25096" y="4702"/>
                  <a:pt x="25482" y="4423"/>
                </a:cubicBezTo>
                <a:cubicBezTo>
                  <a:pt x="25611" y="4359"/>
                  <a:pt x="25718" y="4273"/>
                  <a:pt x="25825" y="4166"/>
                </a:cubicBezTo>
                <a:lnTo>
                  <a:pt x="25846" y="4166"/>
                </a:lnTo>
                <a:cubicBezTo>
                  <a:pt x="25927" y="4246"/>
                  <a:pt x="26038" y="4290"/>
                  <a:pt x="26150" y="4290"/>
                </a:cubicBezTo>
                <a:cubicBezTo>
                  <a:pt x="26247" y="4290"/>
                  <a:pt x="26345" y="4257"/>
                  <a:pt x="26425" y="4187"/>
                </a:cubicBezTo>
                <a:cubicBezTo>
                  <a:pt x="27132" y="3606"/>
                  <a:pt x="28081" y="3117"/>
                  <a:pt x="28985" y="3117"/>
                </a:cubicBezTo>
                <a:close/>
                <a:moveTo>
                  <a:pt x="25589" y="3051"/>
                </a:moveTo>
                <a:cubicBezTo>
                  <a:pt x="25611" y="3287"/>
                  <a:pt x="25611" y="3523"/>
                  <a:pt x="25589" y="3780"/>
                </a:cubicBezTo>
                <a:cubicBezTo>
                  <a:pt x="25589" y="3866"/>
                  <a:pt x="25611" y="3973"/>
                  <a:pt x="25675" y="4037"/>
                </a:cubicBezTo>
                <a:cubicBezTo>
                  <a:pt x="25504" y="4166"/>
                  <a:pt x="25332" y="4294"/>
                  <a:pt x="25161" y="4401"/>
                </a:cubicBezTo>
                <a:lnTo>
                  <a:pt x="25053" y="4444"/>
                </a:lnTo>
                <a:cubicBezTo>
                  <a:pt x="24325" y="4916"/>
                  <a:pt x="23510" y="5237"/>
                  <a:pt x="22718" y="5644"/>
                </a:cubicBezTo>
                <a:cubicBezTo>
                  <a:pt x="20853" y="6609"/>
                  <a:pt x="19074" y="7745"/>
                  <a:pt x="17188" y="8688"/>
                </a:cubicBezTo>
                <a:cubicBezTo>
                  <a:pt x="13545" y="10531"/>
                  <a:pt x="9838" y="12224"/>
                  <a:pt x="6323" y="14324"/>
                </a:cubicBezTo>
                <a:cubicBezTo>
                  <a:pt x="5680" y="14710"/>
                  <a:pt x="5080" y="15138"/>
                  <a:pt x="4480" y="15588"/>
                </a:cubicBezTo>
                <a:cubicBezTo>
                  <a:pt x="4201" y="15824"/>
                  <a:pt x="3923" y="16060"/>
                  <a:pt x="3644" y="16296"/>
                </a:cubicBezTo>
                <a:cubicBezTo>
                  <a:pt x="4051" y="15846"/>
                  <a:pt x="4501" y="15417"/>
                  <a:pt x="4951" y="15010"/>
                </a:cubicBezTo>
                <a:lnTo>
                  <a:pt x="5037" y="14967"/>
                </a:lnTo>
                <a:cubicBezTo>
                  <a:pt x="5101" y="14924"/>
                  <a:pt x="5166" y="14860"/>
                  <a:pt x="5209" y="14795"/>
                </a:cubicBezTo>
                <a:cubicBezTo>
                  <a:pt x="6087" y="14088"/>
                  <a:pt x="7009" y="13445"/>
                  <a:pt x="7973" y="12845"/>
                </a:cubicBezTo>
                <a:cubicBezTo>
                  <a:pt x="10545" y="11238"/>
                  <a:pt x="13181" y="9759"/>
                  <a:pt x="15838" y="8259"/>
                </a:cubicBezTo>
                <a:cubicBezTo>
                  <a:pt x="19139" y="6652"/>
                  <a:pt x="22525" y="5130"/>
                  <a:pt x="25589" y="3051"/>
                </a:cubicBezTo>
                <a:close/>
                <a:moveTo>
                  <a:pt x="33797" y="8195"/>
                </a:moveTo>
                <a:cubicBezTo>
                  <a:pt x="34183" y="8409"/>
                  <a:pt x="34526" y="8730"/>
                  <a:pt x="34762" y="9138"/>
                </a:cubicBezTo>
                <a:cubicBezTo>
                  <a:pt x="30475" y="11131"/>
                  <a:pt x="25975" y="12631"/>
                  <a:pt x="21603" y="14453"/>
                </a:cubicBezTo>
                <a:cubicBezTo>
                  <a:pt x="20103" y="15095"/>
                  <a:pt x="18581" y="15738"/>
                  <a:pt x="17081" y="16424"/>
                </a:cubicBezTo>
                <a:cubicBezTo>
                  <a:pt x="18774" y="15610"/>
                  <a:pt x="20467" y="14817"/>
                  <a:pt x="22182" y="14045"/>
                </a:cubicBezTo>
                <a:cubicBezTo>
                  <a:pt x="26168" y="12309"/>
                  <a:pt x="30175" y="10616"/>
                  <a:pt x="33797" y="8195"/>
                </a:cubicBezTo>
                <a:close/>
                <a:moveTo>
                  <a:pt x="4330" y="15374"/>
                </a:moveTo>
                <a:lnTo>
                  <a:pt x="4330" y="15374"/>
                </a:lnTo>
                <a:cubicBezTo>
                  <a:pt x="3901" y="15760"/>
                  <a:pt x="3494" y="16188"/>
                  <a:pt x="3130" y="16660"/>
                </a:cubicBezTo>
                <a:cubicBezTo>
                  <a:pt x="3151" y="16531"/>
                  <a:pt x="3194" y="16446"/>
                  <a:pt x="3258" y="16338"/>
                </a:cubicBezTo>
                <a:cubicBezTo>
                  <a:pt x="3537" y="15931"/>
                  <a:pt x="3901" y="15588"/>
                  <a:pt x="4330" y="15374"/>
                </a:cubicBezTo>
                <a:close/>
                <a:moveTo>
                  <a:pt x="30154" y="3437"/>
                </a:moveTo>
                <a:cubicBezTo>
                  <a:pt x="30347" y="3544"/>
                  <a:pt x="30497" y="3673"/>
                  <a:pt x="30647" y="3823"/>
                </a:cubicBezTo>
                <a:cubicBezTo>
                  <a:pt x="30840" y="4059"/>
                  <a:pt x="31011" y="4294"/>
                  <a:pt x="31118" y="4573"/>
                </a:cubicBezTo>
                <a:cubicBezTo>
                  <a:pt x="30540" y="4787"/>
                  <a:pt x="30090" y="5173"/>
                  <a:pt x="29554" y="5494"/>
                </a:cubicBezTo>
                <a:cubicBezTo>
                  <a:pt x="28782" y="5966"/>
                  <a:pt x="27882" y="6309"/>
                  <a:pt x="27068" y="6716"/>
                </a:cubicBezTo>
                <a:cubicBezTo>
                  <a:pt x="25289" y="7616"/>
                  <a:pt x="23403" y="8302"/>
                  <a:pt x="21582" y="9159"/>
                </a:cubicBezTo>
                <a:cubicBezTo>
                  <a:pt x="17917" y="10874"/>
                  <a:pt x="14295" y="12738"/>
                  <a:pt x="10609" y="14453"/>
                </a:cubicBezTo>
                <a:cubicBezTo>
                  <a:pt x="9023" y="15203"/>
                  <a:pt x="7502" y="16038"/>
                  <a:pt x="5937" y="16810"/>
                </a:cubicBezTo>
                <a:cubicBezTo>
                  <a:pt x="9195" y="14860"/>
                  <a:pt x="12517" y="13060"/>
                  <a:pt x="15881" y="11281"/>
                </a:cubicBezTo>
                <a:cubicBezTo>
                  <a:pt x="19460" y="9416"/>
                  <a:pt x="23125" y="7680"/>
                  <a:pt x="26661" y="5730"/>
                </a:cubicBezTo>
                <a:cubicBezTo>
                  <a:pt x="27282" y="5409"/>
                  <a:pt x="27882" y="5023"/>
                  <a:pt x="28440" y="4594"/>
                </a:cubicBezTo>
                <a:lnTo>
                  <a:pt x="29125" y="4059"/>
                </a:lnTo>
                <a:cubicBezTo>
                  <a:pt x="29275" y="3973"/>
                  <a:pt x="29404" y="3866"/>
                  <a:pt x="29533" y="3737"/>
                </a:cubicBezTo>
                <a:cubicBezTo>
                  <a:pt x="29725" y="3630"/>
                  <a:pt x="29940" y="3523"/>
                  <a:pt x="30154" y="3437"/>
                </a:cubicBezTo>
                <a:close/>
                <a:moveTo>
                  <a:pt x="35104" y="10295"/>
                </a:moveTo>
                <a:cubicBezTo>
                  <a:pt x="35104" y="10659"/>
                  <a:pt x="34976" y="11024"/>
                  <a:pt x="34762" y="11324"/>
                </a:cubicBezTo>
                <a:lnTo>
                  <a:pt x="34762" y="11345"/>
                </a:lnTo>
                <a:cubicBezTo>
                  <a:pt x="32940" y="11881"/>
                  <a:pt x="31247" y="12824"/>
                  <a:pt x="29447" y="13424"/>
                </a:cubicBezTo>
                <a:cubicBezTo>
                  <a:pt x="27625" y="14045"/>
                  <a:pt x="25889" y="14667"/>
                  <a:pt x="24132" y="15438"/>
                </a:cubicBezTo>
                <a:cubicBezTo>
                  <a:pt x="22568" y="16124"/>
                  <a:pt x="20917" y="16703"/>
                  <a:pt x="19310" y="17303"/>
                </a:cubicBezTo>
                <a:cubicBezTo>
                  <a:pt x="21367" y="16360"/>
                  <a:pt x="23446" y="15438"/>
                  <a:pt x="25546" y="14560"/>
                </a:cubicBezTo>
                <a:cubicBezTo>
                  <a:pt x="27282" y="13852"/>
                  <a:pt x="29040" y="13167"/>
                  <a:pt x="30775" y="12395"/>
                </a:cubicBezTo>
                <a:cubicBezTo>
                  <a:pt x="32147" y="11774"/>
                  <a:pt x="34012" y="11409"/>
                  <a:pt x="35104" y="10295"/>
                </a:cubicBezTo>
                <a:close/>
                <a:moveTo>
                  <a:pt x="21217" y="6759"/>
                </a:moveTo>
                <a:cubicBezTo>
                  <a:pt x="20939" y="6909"/>
                  <a:pt x="20682" y="7059"/>
                  <a:pt x="20403" y="7230"/>
                </a:cubicBezTo>
                <a:cubicBezTo>
                  <a:pt x="18217" y="8495"/>
                  <a:pt x="15967" y="9652"/>
                  <a:pt x="13717" y="10831"/>
                </a:cubicBezTo>
                <a:cubicBezTo>
                  <a:pt x="11595" y="11924"/>
                  <a:pt x="9538" y="13124"/>
                  <a:pt x="7566" y="14453"/>
                </a:cubicBezTo>
                <a:cubicBezTo>
                  <a:pt x="6645" y="15074"/>
                  <a:pt x="5744" y="15717"/>
                  <a:pt x="4844" y="16403"/>
                </a:cubicBezTo>
                <a:cubicBezTo>
                  <a:pt x="4459" y="16703"/>
                  <a:pt x="4073" y="17003"/>
                  <a:pt x="3708" y="17303"/>
                </a:cubicBezTo>
                <a:cubicBezTo>
                  <a:pt x="3408" y="17389"/>
                  <a:pt x="3280" y="17496"/>
                  <a:pt x="3323" y="17624"/>
                </a:cubicBezTo>
                <a:lnTo>
                  <a:pt x="3130" y="17774"/>
                </a:lnTo>
                <a:cubicBezTo>
                  <a:pt x="3044" y="17603"/>
                  <a:pt x="3001" y="17389"/>
                  <a:pt x="3001" y="17196"/>
                </a:cubicBezTo>
                <a:cubicBezTo>
                  <a:pt x="4459" y="15760"/>
                  <a:pt x="6152" y="14560"/>
                  <a:pt x="7973" y="13617"/>
                </a:cubicBezTo>
                <a:cubicBezTo>
                  <a:pt x="10181" y="12417"/>
                  <a:pt x="12345" y="11174"/>
                  <a:pt x="14595" y="10102"/>
                </a:cubicBezTo>
                <a:cubicBezTo>
                  <a:pt x="16674" y="9116"/>
                  <a:pt x="18710" y="8152"/>
                  <a:pt x="20703" y="7016"/>
                </a:cubicBezTo>
                <a:cubicBezTo>
                  <a:pt x="20874" y="6930"/>
                  <a:pt x="21046" y="6845"/>
                  <a:pt x="21217" y="6759"/>
                </a:cubicBezTo>
                <a:close/>
                <a:moveTo>
                  <a:pt x="28504" y="4273"/>
                </a:moveTo>
                <a:lnTo>
                  <a:pt x="28504" y="4273"/>
                </a:lnTo>
                <a:cubicBezTo>
                  <a:pt x="28225" y="4509"/>
                  <a:pt x="27925" y="4723"/>
                  <a:pt x="27625" y="4916"/>
                </a:cubicBezTo>
                <a:cubicBezTo>
                  <a:pt x="26639" y="5602"/>
                  <a:pt x="25525" y="6180"/>
                  <a:pt x="24453" y="6759"/>
                </a:cubicBezTo>
                <a:cubicBezTo>
                  <a:pt x="21925" y="8152"/>
                  <a:pt x="19267" y="9309"/>
                  <a:pt x="16717" y="10638"/>
                </a:cubicBezTo>
                <a:cubicBezTo>
                  <a:pt x="14188" y="11945"/>
                  <a:pt x="11702" y="13317"/>
                  <a:pt x="9216" y="14645"/>
                </a:cubicBezTo>
                <a:cubicBezTo>
                  <a:pt x="7266" y="15695"/>
                  <a:pt x="5144" y="16831"/>
                  <a:pt x="3451" y="18289"/>
                </a:cubicBezTo>
                <a:cubicBezTo>
                  <a:pt x="3366" y="18181"/>
                  <a:pt x="3280" y="18074"/>
                  <a:pt x="3216" y="17946"/>
                </a:cubicBezTo>
                <a:lnTo>
                  <a:pt x="3194" y="17946"/>
                </a:lnTo>
                <a:cubicBezTo>
                  <a:pt x="3408" y="17774"/>
                  <a:pt x="3623" y="17603"/>
                  <a:pt x="3837" y="17453"/>
                </a:cubicBezTo>
                <a:cubicBezTo>
                  <a:pt x="4051" y="17281"/>
                  <a:pt x="4287" y="17110"/>
                  <a:pt x="4523" y="16960"/>
                </a:cubicBezTo>
                <a:cubicBezTo>
                  <a:pt x="6473" y="15631"/>
                  <a:pt x="8702" y="14667"/>
                  <a:pt x="10759" y="13488"/>
                </a:cubicBezTo>
                <a:cubicBezTo>
                  <a:pt x="12967" y="12245"/>
                  <a:pt x="15131" y="11024"/>
                  <a:pt x="17403" y="9931"/>
                </a:cubicBezTo>
                <a:cubicBezTo>
                  <a:pt x="19567" y="8881"/>
                  <a:pt x="21775" y="7895"/>
                  <a:pt x="23939" y="6845"/>
                </a:cubicBezTo>
                <a:cubicBezTo>
                  <a:pt x="25504" y="6095"/>
                  <a:pt x="26982" y="5109"/>
                  <a:pt x="28504" y="4273"/>
                </a:cubicBezTo>
                <a:close/>
                <a:moveTo>
                  <a:pt x="34397" y="15674"/>
                </a:moveTo>
                <a:cubicBezTo>
                  <a:pt x="34334" y="16010"/>
                  <a:pt x="34230" y="16347"/>
                  <a:pt x="34064" y="16663"/>
                </a:cubicBezTo>
                <a:lnTo>
                  <a:pt x="34064" y="16663"/>
                </a:lnTo>
                <a:cubicBezTo>
                  <a:pt x="34036" y="16627"/>
                  <a:pt x="33984" y="16596"/>
                  <a:pt x="33947" y="16596"/>
                </a:cubicBezTo>
                <a:cubicBezTo>
                  <a:pt x="33347" y="16788"/>
                  <a:pt x="32833" y="17110"/>
                  <a:pt x="32276" y="17346"/>
                </a:cubicBezTo>
                <a:cubicBezTo>
                  <a:pt x="31547" y="17646"/>
                  <a:pt x="30840" y="17924"/>
                  <a:pt x="30133" y="18203"/>
                </a:cubicBezTo>
                <a:cubicBezTo>
                  <a:pt x="30068" y="18246"/>
                  <a:pt x="30047" y="18310"/>
                  <a:pt x="30068" y="18374"/>
                </a:cubicBezTo>
                <a:cubicBezTo>
                  <a:pt x="30025" y="18331"/>
                  <a:pt x="29961" y="18267"/>
                  <a:pt x="29897" y="18224"/>
                </a:cubicBezTo>
                <a:cubicBezTo>
                  <a:pt x="29833" y="18145"/>
                  <a:pt x="29734" y="18101"/>
                  <a:pt x="29626" y="18101"/>
                </a:cubicBezTo>
                <a:cubicBezTo>
                  <a:pt x="29589" y="18101"/>
                  <a:pt x="29550" y="18106"/>
                  <a:pt x="29511" y="18117"/>
                </a:cubicBezTo>
                <a:cubicBezTo>
                  <a:pt x="29382" y="18117"/>
                  <a:pt x="29254" y="18160"/>
                  <a:pt x="29168" y="18246"/>
                </a:cubicBezTo>
                <a:cubicBezTo>
                  <a:pt x="29061" y="18267"/>
                  <a:pt x="28932" y="18289"/>
                  <a:pt x="28825" y="18310"/>
                </a:cubicBezTo>
                <a:cubicBezTo>
                  <a:pt x="29232" y="18160"/>
                  <a:pt x="29640" y="17989"/>
                  <a:pt x="30047" y="17817"/>
                </a:cubicBezTo>
                <a:cubicBezTo>
                  <a:pt x="31033" y="17389"/>
                  <a:pt x="31997" y="16938"/>
                  <a:pt x="32940" y="16446"/>
                </a:cubicBezTo>
                <a:cubicBezTo>
                  <a:pt x="33454" y="16253"/>
                  <a:pt x="33947" y="15974"/>
                  <a:pt x="34397" y="15674"/>
                </a:cubicBezTo>
                <a:close/>
                <a:moveTo>
                  <a:pt x="33754" y="16885"/>
                </a:moveTo>
                <a:cubicBezTo>
                  <a:pt x="33912" y="16885"/>
                  <a:pt x="33378" y="17311"/>
                  <a:pt x="33197" y="17410"/>
                </a:cubicBezTo>
                <a:lnTo>
                  <a:pt x="33219" y="17410"/>
                </a:lnTo>
                <a:cubicBezTo>
                  <a:pt x="32361" y="17946"/>
                  <a:pt x="31204" y="17903"/>
                  <a:pt x="30475" y="18632"/>
                </a:cubicBezTo>
                <a:cubicBezTo>
                  <a:pt x="30347" y="18567"/>
                  <a:pt x="30240" y="18503"/>
                  <a:pt x="30111" y="18417"/>
                </a:cubicBezTo>
                <a:lnTo>
                  <a:pt x="30175" y="18417"/>
                </a:lnTo>
                <a:cubicBezTo>
                  <a:pt x="30968" y="18096"/>
                  <a:pt x="31740" y="17774"/>
                  <a:pt x="32533" y="17453"/>
                </a:cubicBezTo>
                <a:cubicBezTo>
                  <a:pt x="32833" y="17324"/>
                  <a:pt x="33111" y="17174"/>
                  <a:pt x="33390" y="17024"/>
                </a:cubicBezTo>
                <a:cubicBezTo>
                  <a:pt x="33595" y="16924"/>
                  <a:pt x="33706" y="16885"/>
                  <a:pt x="33754" y="16885"/>
                </a:cubicBezTo>
                <a:close/>
                <a:moveTo>
                  <a:pt x="33776" y="17217"/>
                </a:moveTo>
                <a:lnTo>
                  <a:pt x="33776" y="17217"/>
                </a:lnTo>
                <a:cubicBezTo>
                  <a:pt x="33519" y="17603"/>
                  <a:pt x="33197" y="17924"/>
                  <a:pt x="32833" y="18224"/>
                </a:cubicBezTo>
                <a:lnTo>
                  <a:pt x="32811" y="18224"/>
                </a:lnTo>
                <a:cubicBezTo>
                  <a:pt x="32104" y="18310"/>
                  <a:pt x="31440" y="18674"/>
                  <a:pt x="30733" y="18696"/>
                </a:cubicBezTo>
                <a:cubicBezTo>
                  <a:pt x="31590" y="17946"/>
                  <a:pt x="33026" y="18053"/>
                  <a:pt x="33776" y="17217"/>
                </a:cubicBezTo>
                <a:close/>
                <a:moveTo>
                  <a:pt x="32383" y="18503"/>
                </a:moveTo>
                <a:cubicBezTo>
                  <a:pt x="32061" y="18696"/>
                  <a:pt x="31676" y="18803"/>
                  <a:pt x="31290" y="18824"/>
                </a:cubicBezTo>
                <a:cubicBezTo>
                  <a:pt x="31654" y="18739"/>
                  <a:pt x="32018" y="18610"/>
                  <a:pt x="32383" y="18503"/>
                </a:cubicBezTo>
                <a:close/>
                <a:moveTo>
                  <a:pt x="30515" y="5114"/>
                </a:moveTo>
                <a:cubicBezTo>
                  <a:pt x="28773" y="6549"/>
                  <a:pt x="26211" y="7417"/>
                  <a:pt x="24218" y="8323"/>
                </a:cubicBezTo>
                <a:cubicBezTo>
                  <a:pt x="21753" y="9459"/>
                  <a:pt x="19331" y="10681"/>
                  <a:pt x="16888" y="11881"/>
                </a:cubicBezTo>
                <a:cubicBezTo>
                  <a:pt x="12559" y="14002"/>
                  <a:pt x="8252" y="16124"/>
                  <a:pt x="4309" y="18889"/>
                </a:cubicBezTo>
                <a:cubicBezTo>
                  <a:pt x="4073" y="18760"/>
                  <a:pt x="3837" y="18610"/>
                  <a:pt x="3623" y="18439"/>
                </a:cubicBezTo>
                <a:lnTo>
                  <a:pt x="3601" y="18439"/>
                </a:lnTo>
                <a:cubicBezTo>
                  <a:pt x="5402" y="17024"/>
                  <a:pt x="7759" y="16060"/>
                  <a:pt x="9795" y="15074"/>
                </a:cubicBezTo>
                <a:cubicBezTo>
                  <a:pt x="12238" y="13895"/>
                  <a:pt x="14681" y="12738"/>
                  <a:pt x="17124" y="11538"/>
                </a:cubicBezTo>
                <a:cubicBezTo>
                  <a:pt x="19546" y="10338"/>
                  <a:pt x="21967" y="9181"/>
                  <a:pt x="24453" y="8066"/>
                </a:cubicBezTo>
                <a:cubicBezTo>
                  <a:pt x="25632" y="7530"/>
                  <a:pt x="26832" y="7080"/>
                  <a:pt x="27968" y="6480"/>
                </a:cubicBezTo>
                <a:cubicBezTo>
                  <a:pt x="28825" y="6052"/>
                  <a:pt x="29763" y="5704"/>
                  <a:pt x="30515" y="5114"/>
                </a:cubicBezTo>
                <a:close/>
                <a:moveTo>
                  <a:pt x="31676" y="7980"/>
                </a:moveTo>
                <a:cubicBezTo>
                  <a:pt x="30968" y="8452"/>
                  <a:pt x="30283" y="8945"/>
                  <a:pt x="29575" y="9438"/>
                </a:cubicBezTo>
                <a:cubicBezTo>
                  <a:pt x="27818" y="10616"/>
                  <a:pt x="25932" y="11516"/>
                  <a:pt x="24003" y="12374"/>
                </a:cubicBezTo>
                <a:cubicBezTo>
                  <a:pt x="20274" y="14045"/>
                  <a:pt x="16631" y="15867"/>
                  <a:pt x="12924" y="17560"/>
                </a:cubicBezTo>
                <a:cubicBezTo>
                  <a:pt x="12474" y="17774"/>
                  <a:pt x="12045" y="18010"/>
                  <a:pt x="11595" y="18246"/>
                </a:cubicBezTo>
                <a:cubicBezTo>
                  <a:pt x="11081" y="18503"/>
                  <a:pt x="10566" y="18760"/>
                  <a:pt x="10052" y="19017"/>
                </a:cubicBezTo>
                <a:cubicBezTo>
                  <a:pt x="10031" y="18932"/>
                  <a:pt x="9988" y="18867"/>
                  <a:pt x="9945" y="18803"/>
                </a:cubicBezTo>
                <a:cubicBezTo>
                  <a:pt x="10781" y="18439"/>
                  <a:pt x="11595" y="18053"/>
                  <a:pt x="12388" y="17667"/>
                </a:cubicBezTo>
                <a:cubicBezTo>
                  <a:pt x="14338" y="16746"/>
                  <a:pt x="16288" y="15781"/>
                  <a:pt x="18239" y="14860"/>
                </a:cubicBezTo>
                <a:cubicBezTo>
                  <a:pt x="22117" y="13060"/>
                  <a:pt x="25954" y="11238"/>
                  <a:pt x="29704" y="9223"/>
                </a:cubicBezTo>
                <a:cubicBezTo>
                  <a:pt x="30390" y="8859"/>
                  <a:pt x="31011" y="8409"/>
                  <a:pt x="31654" y="7980"/>
                </a:cubicBezTo>
                <a:close/>
                <a:moveTo>
                  <a:pt x="34247" y="14345"/>
                </a:moveTo>
                <a:cubicBezTo>
                  <a:pt x="34376" y="14667"/>
                  <a:pt x="34440" y="15010"/>
                  <a:pt x="34419" y="15353"/>
                </a:cubicBezTo>
                <a:cubicBezTo>
                  <a:pt x="31826" y="16210"/>
                  <a:pt x="29275" y="17260"/>
                  <a:pt x="26661" y="18096"/>
                </a:cubicBezTo>
                <a:lnTo>
                  <a:pt x="26682" y="18096"/>
                </a:lnTo>
                <a:lnTo>
                  <a:pt x="23725" y="19060"/>
                </a:lnTo>
                <a:cubicBezTo>
                  <a:pt x="25332" y="18374"/>
                  <a:pt x="26939" y="17624"/>
                  <a:pt x="28525" y="16917"/>
                </a:cubicBezTo>
                <a:cubicBezTo>
                  <a:pt x="30325" y="16081"/>
                  <a:pt x="32704" y="15695"/>
                  <a:pt x="34247" y="14345"/>
                </a:cubicBezTo>
                <a:close/>
                <a:moveTo>
                  <a:pt x="31204" y="6973"/>
                </a:moveTo>
                <a:lnTo>
                  <a:pt x="31204" y="6973"/>
                </a:lnTo>
                <a:cubicBezTo>
                  <a:pt x="31161" y="7145"/>
                  <a:pt x="31076" y="7316"/>
                  <a:pt x="30990" y="7466"/>
                </a:cubicBezTo>
                <a:cubicBezTo>
                  <a:pt x="30904" y="7573"/>
                  <a:pt x="30904" y="7745"/>
                  <a:pt x="30990" y="7873"/>
                </a:cubicBezTo>
                <a:cubicBezTo>
                  <a:pt x="31033" y="7959"/>
                  <a:pt x="31097" y="8023"/>
                  <a:pt x="31183" y="8045"/>
                </a:cubicBezTo>
                <a:cubicBezTo>
                  <a:pt x="29897" y="8730"/>
                  <a:pt x="28654" y="9545"/>
                  <a:pt x="27368" y="10231"/>
                </a:cubicBezTo>
                <a:cubicBezTo>
                  <a:pt x="25246" y="11324"/>
                  <a:pt x="23082" y="12374"/>
                  <a:pt x="20917" y="13381"/>
                </a:cubicBezTo>
                <a:cubicBezTo>
                  <a:pt x="18753" y="14410"/>
                  <a:pt x="16588" y="15417"/>
                  <a:pt x="14424" y="16424"/>
                </a:cubicBezTo>
                <a:cubicBezTo>
                  <a:pt x="12859" y="17153"/>
                  <a:pt x="11316" y="17989"/>
                  <a:pt x="9709" y="18653"/>
                </a:cubicBezTo>
                <a:cubicBezTo>
                  <a:pt x="9602" y="18653"/>
                  <a:pt x="9516" y="18653"/>
                  <a:pt x="9430" y="18696"/>
                </a:cubicBezTo>
                <a:cubicBezTo>
                  <a:pt x="9066" y="18889"/>
                  <a:pt x="8680" y="19017"/>
                  <a:pt x="8295" y="19146"/>
                </a:cubicBezTo>
                <a:lnTo>
                  <a:pt x="8295" y="19124"/>
                </a:lnTo>
                <a:cubicBezTo>
                  <a:pt x="8916" y="18803"/>
                  <a:pt x="9623" y="18203"/>
                  <a:pt x="10223" y="17903"/>
                </a:cubicBezTo>
                <a:cubicBezTo>
                  <a:pt x="11295" y="17367"/>
                  <a:pt x="12345" y="16853"/>
                  <a:pt x="13395" y="16296"/>
                </a:cubicBezTo>
                <a:cubicBezTo>
                  <a:pt x="15431" y="15224"/>
                  <a:pt x="17510" y="14238"/>
                  <a:pt x="19524" y="13102"/>
                </a:cubicBezTo>
                <a:cubicBezTo>
                  <a:pt x="21539" y="11988"/>
                  <a:pt x="23532" y="11002"/>
                  <a:pt x="25611" y="10059"/>
                </a:cubicBezTo>
                <a:cubicBezTo>
                  <a:pt x="27454" y="9202"/>
                  <a:pt x="29575" y="8216"/>
                  <a:pt x="31204" y="6973"/>
                </a:cubicBezTo>
                <a:close/>
                <a:moveTo>
                  <a:pt x="31183" y="4787"/>
                </a:moveTo>
                <a:cubicBezTo>
                  <a:pt x="31397" y="5430"/>
                  <a:pt x="31418" y="6137"/>
                  <a:pt x="31268" y="6780"/>
                </a:cubicBezTo>
                <a:cubicBezTo>
                  <a:pt x="31247" y="6759"/>
                  <a:pt x="31204" y="6759"/>
                  <a:pt x="31183" y="6759"/>
                </a:cubicBezTo>
                <a:cubicBezTo>
                  <a:pt x="28911" y="7445"/>
                  <a:pt x="26854" y="8709"/>
                  <a:pt x="24668" y="9631"/>
                </a:cubicBezTo>
                <a:cubicBezTo>
                  <a:pt x="22418" y="10574"/>
                  <a:pt x="20124" y="11495"/>
                  <a:pt x="17917" y="12567"/>
                </a:cubicBezTo>
                <a:cubicBezTo>
                  <a:pt x="15474" y="13745"/>
                  <a:pt x="13095" y="15031"/>
                  <a:pt x="10673" y="16274"/>
                </a:cubicBezTo>
                <a:cubicBezTo>
                  <a:pt x="8852" y="17239"/>
                  <a:pt x="6580" y="17817"/>
                  <a:pt x="4973" y="19167"/>
                </a:cubicBezTo>
                <a:cubicBezTo>
                  <a:pt x="4823" y="19103"/>
                  <a:pt x="4673" y="19060"/>
                  <a:pt x="4544" y="18996"/>
                </a:cubicBezTo>
                <a:lnTo>
                  <a:pt x="4523" y="18996"/>
                </a:lnTo>
                <a:cubicBezTo>
                  <a:pt x="8573" y="16167"/>
                  <a:pt x="13031" y="14024"/>
                  <a:pt x="17467" y="11838"/>
                </a:cubicBezTo>
                <a:cubicBezTo>
                  <a:pt x="20039" y="10574"/>
                  <a:pt x="22610" y="9309"/>
                  <a:pt x="25225" y="8088"/>
                </a:cubicBezTo>
                <a:cubicBezTo>
                  <a:pt x="27239" y="7145"/>
                  <a:pt x="29511" y="6309"/>
                  <a:pt x="31183" y="4787"/>
                </a:cubicBezTo>
                <a:close/>
                <a:moveTo>
                  <a:pt x="30803" y="7046"/>
                </a:moveTo>
                <a:lnTo>
                  <a:pt x="30803" y="7046"/>
                </a:lnTo>
                <a:cubicBezTo>
                  <a:pt x="30785" y="7056"/>
                  <a:pt x="30680" y="7114"/>
                  <a:pt x="30454" y="7252"/>
                </a:cubicBezTo>
                <a:cubicBezTo>
                  <a:pt x="29940" y="7552"/>
                  <a:pt x="29404" y="7788"/>
                  <a:pt x="28890" y="8066"/>
                </a:cubicBezTo>
                <a:cubicBezTo>
                  <a:pt x="27925" y="8602"/>
                  <a:pt x="26961" y="9181"/>
                  <a:pt x="25954" y="9673"/>
                </a:cubicBezTo>
                <a:cubicBezTo>
                  <a:pt x="23896" y="10659"/>
                  <a:pt x="21817" y="11559"/>
                  <a:pt x="19846" y="12695"/>
                </a:cubicBezTo>
                <a:cubicBezTo>
                  <a:pt x="17853" y="13831"/>
                  <a:pt x="15795" y="14795"/>
                  <a:pt x="13759" y="15867"/>
                </a:cubicBezTo>
                <a:cubicBezTo>
                  <a:pt x="11702" y="16981"/>
                  <a:pt x="9473" y="17903"/>
                  <a:pt x="7587" y="19296"/>
                </a:cubicBezTo>
                <a:cubicBezTo>
                  <a:pt x="7257" y="19349"/>
                  <a:pt x="6927" y="19377"/>
                  <a:pt x="6599" y="19377"/>
                </a:cubicBezTo>
                <a:cubicBezTo>
                  <a:pt x="6138" y="19377"/>
                  <a:pt x="5680" y="19323"/>
                  <a:pt x="5230" y="19210"/>
                </a:cubicBezTo>
                <a:lnTo>
                  <a:pt x="5209" y="19210"/>
                </a:lnTo>
                <a:cubicBezTo>
                  <a:pt x="6773" y="17967"/>
                  <a:pt x="9023" y="17367"/>
                  <a:pt x="10781" y="16446"/>
                </a:cubicBezTo>
                <a:cubicBezTo>
                  <a:pt x="12902" y="15353"/>
                  <a:pt x="15002" y="14260"/>
                  <a:pt x="17124" y="13188"/>
                </a:cubicBezTo>
                <a:cubicBezTo>
                  <a:pt x="19331" y="12074"/>
                  <a:pt x="21582" y="11131"/>
                  <a:pt x="23853" y="10209"/>
                </a:cubicBezTo>
                <a:cubicBezTo>
                  <a:pt x="26039" y="9288"/>
                  <a:pt x="28140" y="8130"/>
                  <a:pt x="30347" y="7252"/>
                </a:cubicBezTo>
                <a:cubicBezTo>
                  <a:pt x="30590" y="7159"/>
                  <a:pt x="30778" y="7060"/>
                  <a:pt x="30803" y="7046"/>
                </a:cubicBezTo>
                <a:close/>
                <a:moveTo>
                  <a:pt x="33176" y="13295"/>
                </a:moveTo>
                <a:cubicBezTo>
                  <a:pt x="33197" y="13317"/>
                  <a:pt x="33240" y="13360"/>
                  <a:pt x="33283" y="13381"/>
                </a:cubicBezTo>
                <a:cubicBezTo>
                  <a:pt x="33626" y="13552"/>
                  <a:pt x="33904" y="13810"/>
                  <a:pt x="34097" y="14131"/>
                </a:cubicBezTo>
                <a:cubicBezTo>
                  <a:pt x="32640" y="14560"/>
                  <a:pt x="31290" y="15331"/>
                  <a:pt x="29811" y="15803"/>
                </a:cubicBezTo>
                <a:cubicBezTo>
                  <a:pt x="28161" y="16338"/>
                  <a:pt x="26575" y="17024"/>
                  <a:pt x="24925" y="17560"/>
                </a:cubicBezTo>
                <a:cubicBezTo>
                  <a:pt x="23146" y="18117"/>
                  <a:pt x="21432" y="18782"/>
                  <a:pt x="19696" y="19424"/>
                </a:cubicBezTo>
                <a:cubicBezTo>
                  <a:pt x="19676" y="19405"/>
                  <a:pt x="19657" y="19385"/>
                  <a:pt x="19637" y="19349"/>
                </a:cubicBezTo>
                <a:lnTo>
                  <a:pt x="19637" y="19349"/>
                </a:lnTo>
                <a:cubicBezTo>
                  <a:pt x="21214" y="18709"/>
                  <a:pt x="22769" y="18006"/>
                  <a:pt x="24261" y="17346"/>
                </a:cubicBezTo>
                <a:cubicBezTo>
                  <a:pt x="25846" y="16638"/>
                  <a:pt x="27454" y="15996"/>
                  <a:pt x="29061" y="15310"/>
                </a:cubicBezTo>
                <a:cubicBezTo>
                  <a:pt x="30368" y="14731"/>
                  <a:pt x="32083" y="14345"/>
                  <a:pt x="33154" y="13381"/>
                </a:cubicBezTo>
                <a:cubicBezTo>
                  <a:pt x="33176" y="13360"/>
                  <a:pt x="33176" y="13317"/>
                  <a:pt x="33176" y="13295"/>
                </a:cubicBezTo>
                <a:close/>
                <a:moveTo>
                  <a:pt x="29147" y="18782"/>
                </a:moveTo>
                <a:cubicBezTo>
                  <a:pt x="29168" y="18932"/>
                  <a:pt x="29168" y="19103"/>
                  <a:pt x="29147" y="19274"/>
                </a:cubicBezTo>
                <a:cubicBezTo>
                  <a:pt x="28782" y="19382"/>
                  <a:pt x="28418" y="19489"/>
                  <a:pt x="28075" y="19574"/>
                </a:cubicBezTo>
                <a:cubicBezTo>
                  <a:pt x="27797" y="19641"/>
                  <a:pt x="27485" y="19719"/>
                  <a:pt x="27368" y="19719"/>
                </a:cubicBezTo>
                <a:cubicBezTo>
                  <a:pt x="27260" y="19719"/>
                  <a:pt x="27320" y="19652"/>
                  <a:pt x="27732" y="19446"/>
                </a:cubicBezTo>
                <a:cubicBezTo>
                  <a:pt x="28204" y="19253"/>
                  <a:pt x="28675" y="19017"/>
                  <a:pt x="29147" y="18782"/>
                </a:cubicBezTo>
                <a:close/>
                <a:moveTo>
                  <a:pt x="32404" y="8838"/>
                </a:moveTo>
                <a:lnTo>
                  <a:pt x="32404" y="8838"/>
                </a:lnTo>
                <a:cubicBezTo>
                  <a:pt x="30733" y="9845"/>
                  <a:pt x="29018" y="10766"/>
                  <a:pt x="27261" y="11559"/>
                </a:cubicBezTo>
                <a:cubicBezTo>
                  <a:pt x="23639" y="13274"/>
                  <a:pt x="19932" y="14774"/>
                  <a:pt x="16331" y="16531"/>
                </a:cubicBezTo>
                <a:cubicBezTo>
                  <a:pt x="14210" y="17581"/>
                  <a:pt x="12109" y="18653"/>
                  <a:pt x="10009" y="19724"/>
                </a:cubicBezTo>
                <a:cubicBezTo>
                  <a:pt x="9945" y="19724"/>
                  <a:pt x="9881" y="19724"/>
                  <a:pt x="9838" y="19746"/>
                </a:cubicBezTo>
                <a:cubicBezTo>
                  <a:pt x="9859" y="19639"/>
                  <a:pt x="9881" y="19532"/>
                  <a:pt x="9902" y="19424"/>
                </a:cubicBezTo>
                <a:cubicBezTo>
                  <a:pt x="9902" y="19403"/>
                  <a:pt x="9902" y="19382"/>
                  <a:pt x="9902" y="19360"/>
                </a:cubicBezTo>
                <a:cubicBezTo>
                  <a:pt x="11488" y="18696"/>
                  <a:pt x="13009" y="17774"/>
                  <a:pt x="14574" y="17024"/>
                </a:cubicBezTo>
                <a:cubicBezTo>
                  <a:pt x="15667" y="16510"/>
                  <a:pt x="16760" y="15996"/>
                  <a:pt x="17874" y="15503"/>
                </a:cubicBezTo>
                <a:cubicBezTo>
                  <a:pt x="21775" y="13788"/>
                  <a:pt x="25718" y="12138"/>
                  <a:pt x="29575" y="10295"/>
                </a:cubicBezTo>
                <a:cubicBezTo>
                  <a:pt x="30497" y="9866"/>
                  <a:pt x="31376" y="9416"/>
                  <a:pt x="32254" y="8923"/>
                </a:cubicBezTo>
                <a:lnTo>
                  <a:pt x="32404" y="8838"/>
                </a:lnTo>
                <a:close/>
                <a:moveTo>
                  <a:pt x="28748" y="18543"/>
                </a:moveTo>
                <a:cubicBezTo>
                  <a:pt x="28952" y="18543"/>
                  <a:pt x="29006" y="18658"/>
                  <a:pt x="28632" y="18867"/>
                </a:cubicBezTo>
                <a:cubicBezTo>
                  <a:pt x="27989" y="19210"/>
                  <a:pt x="27347" y="19339"/>
                  <a:pt x="26789" y="19832"/>
                </a:cubicBezTo>
                <a:cubicBezTo>
                  <a:pt x="26789" y="19853"/>
                  <a:pt x="26768" y="19853"/>
                  <a:pt x="26768" y="19874"/>
                </a:cubicBezTo>
                <a:cubicBezTo>
                  <a:pt x="26554" y="19810"/>
                  <a:pt x="26361" y="19703"/>
                  <a:pt x="26189" y="19574"/>
                </a:cubicBezTo>
                <a:cubicBezTo>
                  <a:pt x="26425" y="19467"/>
                  <a:pt x="26661" y="19382"/>
                  <a:pt x="26897" y="19274"/>
                </a:cubicBezTo>
                <a:cubicBezTo>
                  <a:pt x="27389" y="19039"/>
                  <a:pt x="27904" y="18803"/>
                  <a:pt x="28418" y="18610"/>
                </a:cubicBezTo>
                <a:cubicBezTo>
                  <a:pt x="28542" y="18565"/>
                  <a:pt x="28659" y="18543"/>
                  <a:pt x="28748" y="18543"/>
                </a:cubicBezTo>
                <a:close/>
                <a:moveTo>
                  <a:pt x="34847" y="9288"/>
                </a:moveTo>
                <a:cubicBezTo>
                  <a:pt x="34976" y="9502"/>
                  <a:pt x="35062" y="9738"/>
                  <a:pt x="35083" y="9995"/>
                </a:cubicBezTo>
                <a:cubicBezTo>
                  <a:pt x="30668" y="11902"/>
                  <a:pt x="26061" y="13338"/>
                  <a:pt x="21646" y="15288"/>
                </a:cubicBezTo>
                <a:cubicBezTo>
                  <a:pt x="19331" y="16338"/>
                  <a:pt x="17038" y="17453"/>
                  <a:pt x="14724" y="18503"/>
                </a:cubicBezTo>
                <a:cubicBezTo>
                  <a:pt x="13695" y="18974"/>
                  <a:pt x="12645" y="19424"/>
                  <a:pt x="11638" y="19939"/>
                </a:cubicBezTo>
                <a:cubicBezTo>
                  <a:pt x="15024" y="18053"/>
                  <a:pt x="18496" y="16317"/>
                  <a:pt x="22032" y="14688"/>
                </a:cubicBezTo>
                <a:cubicBezTo>
                  <a:pt x="26254" y="12759"/>
                  <a:pt x="30797" y="11581"/>
                  <a:pt x="34847" y="9288"/>
                </a:cubicBezTo>
                <a:close/>
                <a:moveTo>
                  <a:pt x="29040" y="19510"/>
                </a:moveTo>
                <a:lnTo>
                  <a:pt x="29040" y="19510"/>
                </a:lnTo>
                <a:cubicBezTo>
                  <a:pt x="28802" y="19858"/>
                  <a:pt x="28272" y="20020"/>
                  <a:pt x="27718" y="20020"/>
                </a:cubicBezTo>
                <a:cubicBezTo>
                  <a:pt x="27522" y="20020"/>
                  <a:pt x="27323" y="19999"/>
                  <a:pt x="27132" y="19960"/>
                </a:cubicBezTo>
                <a:cubicBezTo>
                  <a:pt x="27775" y="19853"/>
                  <a:pt x="28397" y="19703"/>
                  <a:pt x="29040" y="19510"/>
                </a:cubicBezTo>
                <a:close/>
                <a:moveTo>
                  <a:pt x="34530" y="11550"/>
                </a:moveTo>
                <a:cubicBezTo>
                  <a:pt x="34554" y="11550"/>
                  <a:pt x="34562" y="11559"/>
                  <a:pt x="34547" y="11581"/>
                </a:cubicBezTo>
                <a:lnTo>
                  <a:pt x="34504" y="11624"/>
                </a:lnTo>
                <a:cubicBezTo>
                  <a:pt x="34440" y="11667"/>
                  <a:pt x="34397" y="11731"/>
                  <a:pt x="34333" y="11774"/>
                </a:cubicBezTo>
                <a:cubicBezTo>
                  <a:pt x="33969" y="12009"/>
                  <a:pt x="33604" y="12224"/>
                  <a:pt x="33219" y="12395"/>
                </a:cubicBezTo>
                <a:cubicBezTo>
                  <a:pt x="32340" y="12888"/>
                  <a:pt x="31418" y="13295"/>
                  <a:pt x="30475" y="13638"/>
                </a:cubicBezTo>
                <a:cubicBezTo>
                  <a:pt x="28504" y="14324"/>
                  <a:pt x="26554" y="15053"/>
                  <a:pt x="24603" y="15824"/>
                </a:cubicBezTo>
                <a:cubicBezTo>
                  <a:pt x="21132" y="17196"/>
                  <a:pt x="17488" y="18374"/>
                  <a:pt x="14167" y="20067"/>
                </a:cubicBezTo>
                <a:cubicBezTo>
                  <a:pt x="14102" y="19982"/>
                  <a:pt x="14060" y="19874"/>
                  <a:pt x="14017" y="19767"/>
                </a:cubicBezTo>
                <a:lnTo>
                  <a:pt x="16074" y="18803"/>
                </a:lnTo>
                <a:cubicBezTo>
                  <a:pt x="16160" y="18782"/>
                  <a:pt x="16245" y="18739"/>
                  <a:pt x="16331" y="18696"/>
                </a:cubicBezTo>
                <a:cubicBezTo>
                  <a:pt x="18174" y="17967"/>
                  <a:pt x="20039" y="17367"/>
                  <a:pt x="21860" y="16617"/>
                </a:cubicBezTo>
                <a:cubicBezTo>
                  <a:pt x="23746" y="15824"/>
                  <a:pt x="25589" y="14945"/>
                  <a:pt x="27518" y="14281"/>
                </a:cubicBezTo>
                <a:cubicBezTo>
                  <a:pt x="29468" y="13595"/>
                  <a:pt x="31354" y="12952"/>
                  <a:pt x="33219" y="12117"/>
                </a:cubicBezTo>
                <a:lnTo>
                  <a:pt x="33219" y="12117"/>
                </a:lnTo>
                <a:cubicBezTo>
                  <a:pt x="33215" y="12118"/>
                  <a:pt x="33212" y="12118"/>
                  <a:pt x="33210" y="12118"/>
                </a:cubicBezTo>
                <a:cubicBezTo>
                  <a:pt x="33161" y="12118"/>
                  <a:pt x="34345" y="11550"/>
                  <a:pt x="34530" y="11550"/>
                </a:cubicBezTo>
                <a:close/>
                <a:moveTo>
                  <a:pt x="33926" y="14367"/>
                </a:moveTo>
                <a:cubicBezTo>
                  <a:pt x="33283" y="14624"/>
                  <a:pt x="32683" y="15095"/>
                  <a:pt x="32018" y="15353"/>
                </a:cubicBezTo>
                <a:cubicBezTo>
                  <a:pt x="30797" y="15803"/>
                  <a:pt x="29597" y="16210"/>
                  <a:pt x="28418" y="16746"/>
                </a:cubicBezTo>
                <a:cubicBezTo>
                  <a:pt x="26961" y="17410"/>
                  <a:pt x="25461" y="17989"/>
                  <a:pt x="24025" y="18653"/>
                </a:cubicBezTo>
                <a:cubicBezTo>
                  <a:pt x="22803" y="19210"/>
                  <a:pt x="21517" y="19596"/>
                  <a:pt x="20317" y="20153"/>
                </a:cubicBezTo>
                <a:cubicBezTo>
                  <a:pt x="20149" y="19943"/>
                  <a:pt x="19981" y="19733"/>
                  <a:pt x="19834" y="19564"/>
                </a:cubicBezTo>
                <a:lnTo>
                  <a:pt x="19834" y="19564"/>
                </a:lnTo>
                <a:cubicBezTo>
                  <a:pt x="20980" y="19160"/>
                  <a:pt x="22085" y="18735"/>
                  <a:pt x="23210" y="18331"/>
                </a:cubicBezTo>
                <a:cubicBezTo>
                  <a:pt x="26018" y="17324"/>
                  <a:pt x="28997" y="16574"/>
                  <a:pt x="31718" y="15395"/>
                </a:cubicBezTo>
                <a:cubicBezTo>
                  <a:pt x="32469" y="15074"/>
                  <a:pt x="33154" y="14667"/>
                  <a:pt x="33926" y="14367"/>
                </a:cubicBezTo>
                <a:close/>
                <a:moveTo>
                  <a:pt x="33197" y="12717"/>
                </a:moveTo>
                <a:lnTo>
                  <a:pt x="33197" y="12759"/>
                </a:lnTo>
                <a:cubicBezTo>
                  <a:pt x="33090" y="12867"/>
                  <a:pt x="33069" y="13038"/>
                  <a:pt x="33133" y="13188"/>
                </a:cubicBezTo>
                <a:lnTo>
                  <a:pt x="33047" y="13188"/>
                </a:lnTo>
                <a:cubicBezTo>
                  <a:pt x="29533" y="14474"/>
                  <a:pt x="26018" y="15695"/>
                  <a:pt x="22525" y="17024"/>
                </a:cubicBezTo>
                <a:cubicBezTo>
                  <a:pt x="21003" y="17581"/>
                  <a:pt x="19460" y="18139"/>
                  <a:pt x="18003" y="18846"/>
                </a:cubicBezTo>
                <a:cubicBezTo>
                  <a:pt x="17210" y="19253"/>
                  <a:pt x="16374" y="19617"/>
                  <a:pt x="15538" y="19917"/>
                </a:cubicBezTo>
                <a:cubicBezTo>
                  <a:pt x="15489" y="19934"/>
                  <a:pt x="14670" y="20165"/>
                  <a:pt x="14495" y="20165"/>
                </a:cubicBezTo>
                <a:cubicBezTo>
                  <a:pt x="14442" y="20165"/>
                  <a:pt x="14448" y="20144"/>
                  <a:pt x="14552" y="20089"/>
                </a:cubicBezTo>
                <a:cubicBezTo>
                  <a:pt x="15067" y="19832"/>
                  <a:pt x="15603" y="19639"/>
                  <a:pt x="16117" y="19424"/>
                </a:cubicBezTo>
                <a:cubicBezTo>
                  <a:pt x="19610" y="18010"/>
                  <a:pt x="23082" y="16660"/>
                  <a:pt x="26575" y="15267"/>
                </a:cubicBezTo>
                <a:cubicBezTo>
                  <a:pt x="28697" y="14410"/>
                  <a:pt x="31118" y="13831"/>
                  <a:pt x="33197" y="12717"/>
                </a:cubicBezTo>
                <a:close/>
                <a:moveTo>
                  <a:pt x="19031" y="19596"/>
                </a:moveTo>
                <a:lnTo>
                  <a:pt x="19031" y="19596"/>
                </a:lnTo>
                <a:cubicBezTo>
                  <a:pt x="19010" y="19617"/>
                  <a:pt x="19010" y="19639"/>
                  <a:pt x="18989" y="19682"/>
                </a:cubicBezTo>
                <a:cubicBezTo>
                  <a:pt x="17970" y="20066"/>
                  <a:pt x="16938" y="20437"/>
                  <a:pt x="15903" y="20785"/>
                </a:cubicBezTo>
                <a:lnTo>
                  <a:pt x="15903" y="20785"/>
                </a:lnTo>
                <a:cubicBezTo>
                  <a:pt x="16932" y="20429"/>
                  <a:pt x="17982" y="20012"/>
                  <a:pt x="19031" y="19596"/>
                </a:cubicBezTo>
                <a:close/>
                <a:moveTo>
                  <a:pt x="32539" y="13603"/>
                </a:moveTo>
                <a:lnTo>
                  <a:pt x="32539" y="13603"/>
                </a:lnTo>
                <a:cubicBezTo>
                  <a:pt x="29715" y="14627"/>
                  <a:pt x="26913" y="15922"/>
                  <a:pt x="24153" y="17174"/>
                </a:cubicBezTo>
                <a:cubicBezTo>
                  <a:pt x="21132" y="18524"/>
                  <a:pt x="17896" y="19467"/>
                  <a:pt x="14938" y="21010"/>
                </a:cubicBezTo>
                <a:lnTo>
                  <a:pt x="14917" y="21010"/>
                </a:lnTo>
                <a:cubicBezTo>
                  <a:pt x="14660" y="20817"/>
                  <a:pt x="14445" y="20582"/>
                  <a:pt x="14274" y="20303"/>
                </a:cubicBezTo>
                <a:cubicBezTo>
                  <a:pt x="15281" y="20303"/>
                  <a:pt x="16181" y="19917"/>
                  <a:pt x="17103" y="19510"/>
                </a:cubicBezTo>
                <a:cubicBezTo>
                  <a:pt x="18753" y="18760"/>
                  <a:pt x="20403" y="18053"/>
                  <a:pt x="22096" y="17389"/>
                </a:cubicBezTo>
                <a:cubicBezTo>
                  <a:pt x="25563" y="16070"/>
                  <a:pt x="29071" y="14857"/>
                  <a:pt x="32539" y="13603"/>
                </a:cubicBezTo>
                <a:close/>
                <a:moveTo>
                  <a:pt x="33111" y="10016"/>
                </a:moveTo>
                <a:lnTo>
                  <a:pt x="33111" y="10016"/>
                </a:lnTo>
                <a:cubicBezTo>
                  <a:pt x="29211" y="11967"/>
                  <a:pt x="24946" y="13145"/>
                  <a:pt x="20982" y="14967"/>
                </a:cubicBezTo>
                <a:cubicBezTo>
                  <a:pt x="17017" y="16788"/>
                  <a:pt x="13138" y="18824"/>
                  <a:pt x="9345" y="21032"/>
                </a:cubicBezTo>
                <a:cubicBezTo>
                  <a:pt x="9495" y="20732"/>
                  <a:pt x="9623" y="20410"/>
                  <a:pt x="9731" y="20089"/>
                </a:cubicBezTo>
                <a:cubicBezTo>
                  <a:pt x="14102" y="17903"/>
                  <a:pt x="18560" y="15931"/>
                  <a:pt x="23060" y="14067"/>
                </a:cubicBezTo>
                <a:cubicBezTo>
                  <a:pt x="25289" y="13145"/>
                  <a:pt x="27518" y="12288"/>
                  <a:pt x="29747" y="11409"/>
                </a:cubicBezTo>
                <a:cubicBezTo>
                  <a:pt x="30775" y="11002"/>
                  <a:pt x="31783" y="10531"/>
                  <a:pt x="32811" y="10123"/>
                </a:cubicBezTo>
                <a:lnTo>
                  <a:pt x="33111" y="10016"/>
                </a:lnTo>
                <a:close/>
                <a:moveTo>
                  <a:pt x="33999" y="15674"/>
                </a:moveTo>
                <a:cubicBezTo>
                  <a:pt x="34038" y="15674"/>
                  <a:pt x="33971" y="15725"/>
                  <a:pt x="33711" y="15867"/>
                </a:cubicBezTo>
                <a:cubicBezTo>
                  <a:pt x="31118" y="17239"/>
                  <a:pt x="28290" y="18181"/>
                  <a:pt x="25568" y="19317"/>
                </a:cubicBezTo>
                <a:cubicBezTo>
                  <a:pt x="25553" y="19314"/>
                  <a:pt x="25538" y="19312"/>
                  <a:pt x="25522" y="19312"/>
                </a:cubicBezTo>
                <a:cubicBezTo>
                  <a:pt x="25447" y="19312"/>
                  <a:pt x="25364" y="19353"/>
                  <a:pt x="25311" y="19424"/>
                </a:cubicBezTo>
                <a:cubicBezTo>
                  <a:pt x="24003" y="19939"/>
                  <a:pt x="22760" y="20560"/>
                  <a:pt x="21539" y="21246"/>
                </a:cubicBezTo>
                <a:cubicBezTo>
                  <a:pt x="21153" y="20989"/>
                  <a:pt x="20789" y="20667"/>
                  <a:pt x="20489" y="20325"/>
                </a:cubicBezTo>
                <a:lnTo>
                  <a:pt x="27711" y="17967"/>
                </a:lnTo>
                <a:cubicBezTo>
                  <a:pt x="28868" y="17603"/>
                  <a:pt x="30004" y="17174"/>
                  <a:pt x="31161" y="16724"/>
                </a:cubicBezTo>
                <a:cubicBezTo>
                  <a:pt x="31783" y="16488"/>
                  <a:pt x="32426" y="16253"/>
                  <a:pt x="33069" y="16017"/>
                </a:cubicBezTo>
                <a:cubicBezTo>
                  <a:pt x="33160" y="15986"/>
                  <a:pt x="33903" y="15674"/>
                  <a:pt x="33999" y="15674"/>
                </a:cubicBezTo>
                <a:close/>
                <a:moveTo>
                  <a:pt x="18860" y="19874"/>
                </a:moveTo>
                <a:cubicBezTo>
                  <a:pt x="18214" y="20851"/>
                  <a:pt x="17221" y="21445"/>
                  <a:pt x="16264" y="21445"/>
                </a:cubicBezTo>
                <a:cubicBezTo>
                  <a:pt x="15919" y="21445"/>
                  <a:pt x="15578" y="21368"/>
                  <a:pt x="15260" y="21203"/>
                </a:cubicBezTo>
                <a:cubicBezTo>
                  <a:pt x="16395" y="20839"/>
                  <a:pt x="17488" y="20303"/>
                  <a:pt x="18646" y="19939"/>
                </a:cubicBezTo>
                <a:lnTo>
                  <a:pt x="18860" y="19874"/>
                </a:lnTo>
                <a:close/>
                <a:moveTo>
                  <a:pt x="24861" y="20132"/>
                </a:moveTo>
                <a:lnTo>
                  <a:pt x="24861" y="20132"/>
                </a:lnTo>
                <a:cubicBezTo>
                  <a:pt x="24325" y="20860"/>
                  <a:pt x="23510" y="21503"/>
                  <a:pt x="22653" y="21589"/>
                </a:cubicBezTo>
                <a:lnTo>
                  <a:pt x="22632" y="21589"/>
                </a:lnTo>
                <a:cubicBezTo>
                  <a:pt x="22594" y="21592"/>
                  <a:pt x="22557" y="21593"/>
                  <a:pt x="22519" y="21593"/>
                </a:cubicBezTo>
                <a:cubicBezTo>
                  <a:pt x="22257" y="21593"/>
                  <a:pt x="22000" y="21527"/>
                  <a:pt x="21775" y="21396"/>
                </a:cubicBezTo>
                <a:cubicBezTo>
                  <a:pt x="22782" y="20946"/>
                  <a:pt x="23832" y="20560"/>
                  <a:pt x="24861" y="20132"/>
                </a:cubicBezTo>
                <a:close/>
                <a:moveTo>
                  <a:pt x="34913" y="10301"/>
                </a:moveTo>
                <a:cubicBezTo>
                  <a:pt x="34967" y="10301"/>
                  <a:pt x="33646" y="10943"/>
                  <a:pt x="33674" y="10943"/>
                </a:cubicBezTo>
                <a:cubicBezTo>
                  <a:pt x="33676" y="10943"/>
                  <a:pt x="33680" y="10942"/>
                  <a:pt x="33687" y="10939"/>
                </a:cubicBezTo>
                <a:lnTo>
                  <a:pt x="33687" y="10939"/>
                </a:lnTo>
                <a:cubicBezTo>
                  <a:pt x="31738" y="11710"/>
                  <a:pt x="29831" y="12588"/>
                  <a:pt x="27904" y="13381"/>
                </a:cubicBezTo>
                <a:cubicBezTo>
                  <a:pt x="24068" y="14945"/>
                  <a:pt x="20296" y="16531"/>
                  <a:pt x="16610" y="18310"/>
                </a:cubicBezTo>
                <a:lnTo>
                  <a:pt x="16331" y="18439"/>
                </a:lnTo>
                <a:cubicBezTo>
                  <a:pt x="15495" y="18803"/>
                  <a:pt x="14660" y="19167"/>
                  <a:pt x="13867" y="19596"/>
                </a:cubicBezTo>
                <a:cubicBezTo>
                  <a:pt x="13816" y="19571"/>
                  <a:pt x="13766" y="19560"/>
                  <a:pt x="13720" y="19560"/>
                </a:cubicBezTo>
                <a:cubicBezTo>
                  <a:pt x="13688" y="19560"/>
                  <a:pt x="13658" y="19566"/>
                  <a:pt x="13631" y="19574"/>
                </a:cubicBezTo>
                <a:cubicBezTo>
                  <a:pt x="13593" y="19564"/>
                  <a:pt x="13556" y="19558"/>
                  <a:pt x="13519" y="19558"/>
                </a:cubicBezTo>
                <a:cubicBezTo>
                  <a:pt x="13410" y="19558"/>
                  <a:pt x="13309" y="19607"/>
                  <a:pt x="13245" y="19703"/>
                </a:cubicBezTo>
                <a:cubicBezTo>
                  <a:pt x="13117" y="19853"/>
                  <a:pt x="12988" y="20003"/>
                  <a:pt x="12859" y="20153"/>
                </a:cubicBezTo>
                <a:lnTo>
                  <a:pt x="12838" y="20153"/>
                </a:lnTo>
                <a:cubicBezTo>
                  <a:pt x="11359" y="20625"/>
                  <a:pt x="10159" y="21632"/>
                  <a:pt x="8702" y="22125"/>
                </a:cubicBezTo>
                <a:cubicBezTo>
                  <a:pt x="8830" y="21932"/>
                  <a:pt x="8959" y="21718"/>
                  <a:pt x="9088" y="21503"/>
                </a:cubicBezTo>
                <a:cubicBezTo>
                  <a:pt x="10545" y="20796"/>
                  <a:pt x="11938" y="20003"/>
                  <a:pt x="13417" y="19339"/>
                </a:cubicBezTo>
                <a:cubicBezTo>
                  <a:pt x="15303" y="18503"/>
                  <a:pt x="17124" y="17624"/>
                  <a:pt x="18967" y="16746"/>
                </a:cubicBezTo>
                <a:cubicBezTo>
                  <a:pt x="22932" y="14903"/>
                  <a:pt x="26939" y="13424"/>
                  <a:pt x="31033" y="11924"/>
                </a:cubicBezTo>
                <a:cubicBezTo>
                  <a:pt x="31804" y="11645"/>
                  <a:pt x="32576" y="11302"/>
                  <a:pt x="33347" y="10981"/>
                </a:cubicBezTo>
                <a:lnTo>
                  <a:pt x="34762" y="10359"/>
                </a:lnTo>
                <a:cubicBezTo>
                  <a:pt x="34857" y="10319"/>
                  <a:pt x="34904" y="10301"/>
                  <a:pt x="34913" y="10301"/>
                </a:cubicBezTo>
                <a:close/>
                <a:moveTo>
                  <a:pt x="12559" y="20475"/>
                </a:moveTo>
                <a:cubicBezTo>
                  <a:pt x="12131" y="20925"/>
                  <a:pt x="11659" y="21353"/>
                  <a:pt x="11145" y="21760"/>
                </a:cubicBezTo>
                <a:cubicBezTo>
                  <a:pt x="10181" y="22146"/>
                  <a:pt x="9173" y="22425"/>
                  <a:pt x="8188" y="22768"/>
                </a:cubicBezTo>
                <a:cubicBezTo>
                  <a:pt x="8295" y="22639"/>
                  <a:pt x="8402" y="22510"/>
                  <a:pt x="8488" y="22382"/>
                </a:cubicBezTo>
                <a:cubicBezTo>
                  <a:pt x="9109" y="22210"/>
                  <a:pt x="9688" y="21953"/>
                  <a:pt x="10266" y="21632"/>
                </a:cubicBezTo>
                <a:cubicBezTo>
                  <a:pt x="10609" y="21439"/>
                  <a:pt x="10952" y="21246"/>
                  <a:pt x="11295" y="21053"/>
                </a:cubicBezTo>
                <a:cubicBezTo>
                  <a:pt x="11638" y="20860"/>
                  <a:pt x="12174" y="20689"/>
                  <a:pt x="12559" y="20475"/>
                </a:cubicBezTo>
                <a:close/>
                <a:moveTo>
                  <a:pt x="10566" y="22168"/>
                </a:moveTo>
                <a:lnTo>
                  <a:pt x="10566" y="22168"/>
                </a:lnTo>
                <a:cubicBezTo>
                  <a:pt x="9859" y="22682"/>
                  <a:pt x="9109" y="23132"/>
                  <a:pt x="8316" y="23518"/>
                </a:cubicBezTo>
                <a:cubicBezTo>
                  <a:pt x="7973" y="23625"/>
                  <a:pt x="7630" y="23711"/>
                  <a:pt x="7266" y="23775"/>
                </a:cubicBezTo>
                <a:cubicBezTo>
                  <a:pt x="7502" y="23539"/>
                  <a:pt x="7737" y="23303"/>
                  <a:pt x="7952" y="23068"/>
                </a:cubicBezTo>
                <a:cubicBezTo>
                  <a:pt x="8809" y="22746"/>
                  <a:pt x="9709" y="22489"/>
                  <a:pt x="10566" y="22168"/>
                </a:cubicBezTo>
                <a:close/>
                <a:moveTo>
                  <a:pt x="7287" y="23989"/>
                </a:moveTo>
                <a:lnTo>
                  <a:pt x="6902" y="24139"/>
                </a:lnTo>
                <a:lnTo>
                  <a:pt x="7052" y="24011"/>
                </a:lnTo>
                <a:cubicBezTo>
                  <a:pt x="7116" y="24011"/>
                  <a:pt x="7202" y="23989"/>
                  <a:pt x="7287" y="23989"/>
                </a:cubicBezTo>
                <a:close/>
                <a:moveTo>
                  <a:pt x="16744" y="0"/>
                </a:moveTo>
                <a:cubicBezTo>
                  <a:pt x="16624" y="0"/>
                  <a:pt x="16501" y="10"/>
                  <a:pt x="16374" y="30"/>
                </a:cubicBezTo>
                <a:cubicBezTo>
                  <a:pt x="14938" y="265"/>
                  <a:pt x="13845" y="1444"/>
                  <a:pt x="13438" y="2794"/>
                </a:cubicBezTo>
                <a:cubicBezTo>
                  <a:pt x="12745" y="1854"/>
                  <a:pt x="11760" y="1256"/>
                  <a:pt x="10619" y="1256"/>
                </a:cubicBezTo>
                <a:cubicBezTo>
                  <a:pt x="10278" y="1256"/>
                  <a:pt x="9924" y="1309"/>
                  <a:pt x="9559" y="1423"/>
                </a:cubicBezTo>
                <a:cubicBezTo>
                  <a:pt x="7523" y="2087"/>
                  <a:pt x="7116" y="3844"/>
                  <a:pt x="6945" y="5623"/>
                </a:cubicBezTo>
                <a:cubicBezTo>
                  <a:pt x="6135" y="4512"/>
                  <a:pt x="4965" y="3655"/>
                  <a:pt x="3739" y="3655"/>
                </a:cubicBezTo>
                <a:cubicBezTo>
                  <a:pt x="3050" y="3655"/>
                  <a:pt x="2343" y="3925"/>
                  <a:pt x="1673" y="4573"/>
                </a:cubicBezTo>
                <a:cubicBezTo>
                  <a:pt x="344" y="5880"/>
                  <a:pt x="1180" y="7595"/>
                  <a:pt x="2487" y="8559"/>
                </a:cubicBezTo>
                <a:cubicBezTo>
                  <a:pt x="1115" y="8945"/>
                  <a:pt x="1" y="10102"/>
                  <a:pt x="22" y="11667"/>
                </a:cubicBezTo>
                <a:cubicBezTo>
                  <a:pt x="44" y="13552"/>
                  <a:pt x="1887" y="14624"/>
                  <a:pt x="3623" y="14945"/>
                </a:cubicBezTo>
                <a:cubicBezTo>
                  <a:pt x="2316" y="15974"/>
                  <a:pt x="1501" y="17496"/>
                  <a:pt x="2980" y="18974"/>
                </a:cubicBezTo>
                <a:cubicBezTo>
                  <a:pt x="3850" y="19844"/>
                  <a:pt x="5105" y="20188"/>
                  <a:pt x="6389" y="20188"/>
                </a:cubicBezTo>
                <a:cubicBezTo>
                  <a:pt x="7287" y="20188"/>
                  <a:pt x="8199" y="20019"/>
                  <a:pt x="9002" y="19746"/>
                </a:cubicBezTo>
                <a:lnTo>
                  <a:pt x="9002" y="19746"/>
                </a:lnTo>
                <a:cubicBezTo>
                  <a:pt x="8316" y="21953"/>
                  <a:pt x="6409" y="23603"/>
                  <a:pt x="4694" y="25061"/>
                </a:cubicBezTo>
                <a:cubicBezTo>
                  <a:pt x="4438" y="25317"/>
                  <a:pt x="4653" y="25735"/>
                  <a:pt x="4988" y="25735"/>
                </a:cubicBezTo>
                <a:cubicBezTo>
                  <a:pt x="5018" y="25735"/>
                  <a:pt x="5049" y="25732"/>
                  <a:pt x="5080" y="25725"/>
                </a:cubicBezTo>
                <a:cubicBezTo>
                  <a:pt x="8359" y="24525"/>
                  <a:pt x="11252" y="23261"/>
                  <a:pt x="13545" y="20603"/>
                </a:cubicBezTo>
                <a:cubicBezTo>
                  <a:pt x="14186" y="21747"/>
                  <a:pt x="15177" y="22251"/>
                  <a:pt x="16207" y="22251"/>
                </a:cubicBezTo>
                <a:cubicBezTo>
                  <a:pt x="17417" y="22251"/>
                  <a:pt x="18682" y="21557"/>
                  <a:pt x="19503" y="20389"/>
                </a:cubicBezTo>
                <a:cubicBezTo>
                  <a:pt x="20339" y="21353"/>
                  <a:pt x="21346" y="22275"/>
                  <a:pt x="22653" y="22382"/>
                </a:cubicBezTo>
                <a:cubicBezTo>
                  <a:pt x="22703" y="22386"/>
                  <a:pt x="22752" y="22389"/>
                  <a:pt x="22802" y="22389"/>
                </a:cubicBezTo>
                <a:cubicBezTo>
                  <a:pt x="23939" y="22389"/>
                  <a:pt x="25144" y="21246"/>
                  <a:pt x="25739" y="20260"/>
                </a:cubicBezTo>
                <a:cubicBezTo>
                  <a:pt x="26237" y="20629"/>
                  <a:pt x="26926" y="20812"/>
                  <a:pt x="27606" y="20812"/>
                </a:cubicBezTo>
                <a:cubicBezTo>
                  <a:pt x="28741" y="20812"/>
                  <a:pt x="29848" y="20301"/>
                  <a:pt x="29983" y="19296"/>
                </a:cubicBezTo>
                <a:cubicBezTo>
                  <a:pt x="30386" y="19531"/>
                  <a:pt x="30808" y="19637"/>
                  <a:pt x="31230" y="19637"/>
                </a:cubicBezTo>
                <a:cubicBezTo>
                  <a:pt x="34037" y="19637"/>
                  <a:pt x="36841" y="14983"/>
                  <a:pt x="34140" y="12952"/>
                </a:cubicBezTo>
                <a:cubicBezTo>
                  <a:pt x="35555" y="12181"/>
                  <a:pt x="36390" y="10659"/>
                  <a:pt x="35640" y="9052"/>
                </a:cubicBezTo>
                <a:cubicBezTo>
                  <a:pt x="35062" y="7817"/>
                  <a:pt x="33823" y="7052"/>
                  <a:pt x="32487" y="7052"/>
                </a:cubicBezTo>
                <a:cubicBezTo>
                  <a:pt x="32339" y="7052"/>
                  <a:pt x="32190" y="7061"/>
                  <a:pt x="32040" y="7080"/>
                </a:cubicBezTo>
                <a:cubicBezTo>
                  <a:pt x="32404" y="5666"/>
                  <a:pt x="32040" y="4166"/>
                  <a:pt x="31054" y="3094"/>
                </a:cubicBezTo>
                <a:cubicBezTo>
                  <a:pt x="30500" y="2513"/>
                  <a:pt x="29819" y="2281"/>
                  <a:pt x="29112" y="2281"/>
                </a:cubicBezTo>
                <a:cubicBezTo>
                  <a:pt x="28177" y="2281"/>
                  <a:pt x="27197" y="2686"/>
                  <a:pt x="26404" y="3223"/>
                </a:cubicBezTo>
                <a:cubicBezTo>
                  <a:pt x="26288" y="1247"/>
                  <a:pt x="24834" y="337"/>
                  <a:pt x="23228" y="337"/>
                </a:cubicBezTo>
                <a:cubicBezTo>
                  <a:pt x="21856" y="337"/>
                  <a:pt x="20374" y="1002"/>
                  <a:pt x="19524" y="2237"/>
                </a:cubicBezTo>
                <a:cubicBezTo>
                  <a:pt x="18955" y="1119"/>
                  <a:pt x="18045" y="0"/>
                  <a:pt x="16744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7" name="PlaceHolder 1"/>
          <p:cNvSpPr>
            <a:spLocks noGrp="1"/>
          </p:cNvSpPr>
          <p:nvPr>
            <p:ph type="title"/>
          </p:nvPr>
        </p:nvSpPr>
        <p:spPr>
          <a:xfrm>
            <a:off x="4724280" y="178560"/>
            <a:ext cx="3838320" cy="201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u="none" strike="noStrike">
                <a:solidFill>
                  <a:srgbClr val="D50B0B"/>
                </a:solidFill>
                <a:effectLst/>
                <a:uFillTx/>
                <a:latin typeface="Indie Flower"/>
                <a:ea typeface="Indie Flower"/>
              </a:rPr>
              <a:t>WHOA!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08" name="PlaceHolder 2"/>
          <p:cNvSpPr>
            <a:spLocks noGrp="1"/>
          </p:cNvSpPr>
          <p:nvPr>
            <p:ph type="subTitle"/>
          </p:nvPr>
        </p:nvSpPr>
        <p:spPr>
          <a:xfrm>
            <a:off x="4724280" y="2200320"/>
            <a:ext cx="3857400" cy="224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Un gestor de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citas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académicas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es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una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herramienta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diseñada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para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optimizar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la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administración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y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programación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de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encuentros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entre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estudiantes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y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docentes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.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9" name="Google Shape;4325;p44"/>
          <p:cNvPicPr/>
          <p:nvPr/>
        </p:nvPicPr>
        <p:blipFill>
          <a:blip r:embed="rId2"/>
          <a:srcRect l="23856" t="25341" r="36700" b="5638"/>
          <a:stretch/>
        </p:blipFill>
        <p:spPr>
          <a:xfrm>
            <a:off x="5413320" y="1196280"/>
            <a:ext cx="2726640" cy="317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0" name="PlaceHolder 1"/>
          <p:cNvSpPr>
            <a:spLocks noGrp="1"/>
          </p:cNvSpPr>
          <p:nvPr>
            <p:ph type="title"/>
          </p:nvPr>
        </p:nvSpPr>
        <p:spPr>
          <a:xfrm>
            <a:off x="714240" y="314280"/>
            <a:ext cx="7429320" cy="87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Indie Flower"/>
                <a:ea typeface="Indie Flower"/>
              </a:rPr>
              <a:t>Identificación del problema en la gestión académica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1" name="PlaceHolder 2"/>
          <p:cNvSpPr>
            <a:spLocks noGrp="1"/>
          </p:cNvSpPr>
          <p:nvPr>
            <p:ph type="subTitle"/>
          </p:nvPr>
        </p:nvSpPr>
        <p:spPr>
          <a:xfrm>
            <a:off x="714240" y="1200240"/>
            <a:ext cx="4438440" cy="318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La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gestión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manual de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citas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académicas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conlleva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problemas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como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la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sobrecarga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administrativa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,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errores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en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la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programación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y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dificultad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para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coordinar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horarios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.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12" name="Google Shape;4328;p44"/>
          <p:cNvSpPr/>
          <p:nvPr/>
        </p:nvSpPr>
        <p:spPr>
          <a:xfrm rot="5400000">
            <a:off x="7792920" y="982800"/>
            <a:ext cx="546840" cy="490680"/>
          </a:xfrm>
          <a:custGeom>
            <a:avLst/>
            <a:gdLst>
              <a:gd name="textAreaLeft" fmla="*/ 0 w 546840"/>
              <a:gd name="textAreaRight" fmla="*/ 547200 w 546840"/>
              <a:gd name="textAreaTop" fmla="*/ 0 h 490680"/>
              <a:gd name="textAreaBottom" fmla="*/ 491040 h 490680"/>
            </a:gdLst>
            <a:ahLst/>
            <a:cxnLst/>
            <a:rect l="textAreaLeft" t="textAreaTop" r="textAreaRight" b="textAreaBottom"/>
            <a:pathLst>
              <a:path w="21883" h="19640">
                <a:moveTo>
                  <a:pt x="2247" y="2551"/>
                </a:moveTo>
                <a:cubicBezTo>
                  <a:pt x="2669" y="2551"/>
                  <a:pt x="3093" y="2805"/>
                  <a:pt x="3303" y="3195"/>
                </a:cubicBezTo>
                <a:cubicBezTo>
                  <a:pt x="3336" y="3261"/>
                  <a:pt x="3370" y="3361"/>
                  <a:pt x="3303" y="3428"/>
                </a:cubicBezTo>
                <a:cubicBezTo>
                  <a:pt x="3292" y="3450"/>
                  <a:pt x="3273" y="3458"/>
                  <a:pt x="3251" y="3458"/>
                </a:cubicBezTo>
                <a:cubicBezTo>
                  <a:pt x="3206" y="3458"/>
                  <a:pt x="3147" y="3428"/>
                  <a:pt x="3103" y="3428"/>
                </a:cubicBezTo>
                <a:cubicBezTo>
                  <a:pt x="2669" y="3261"/>
                  <a:pt x="2302" y="2961"/>
                  <a:pt x="2069" y="2561"/>
                </a:cubicBezTo>
                <a:lnTo>
                  <a:pt x="2102" y="2561"/>
                </a:lnTo>
                <a:cubicBezTo>
                  <a:pt x="2150" y="2554"/>
                  <a:pt x="2198" y="2551"/>
                  <a:pt x="2247" y="2551"/>
                </a:cubicBezTo>
                <a:close/>
                <a:moveTo>
                  <a:pt x="2704" y="690"/>
                </a:moveTo>
                <a:cubicBezTo>
                  <a:pt x="2791" y="690"/>
                  <a:pt x="2880" y="701"/>
                  <a:pt x="2969" y="726"/>
                </a:cubicBezTo>
                <a:cubicBezTo>
                  <a:pt x="4003" y="993"/>
                  <a:pt x="4904" y="1460"/>
                  <a:pt x="5204" y="2594"/>
                </a:cubicBezTo>
                <a:cubicBezTo>
                  <a:pt x="5338" y="3128"/>
                  <a:pt x="5471" y="3628"/>
                  <a:pt x="5638" y="4162"/>
                </a:cubicBezTo>
                <a:cubicBezTo>
                  <a:pt x="5671" y="4329"/>
                  <a:pt x="5671" y="4495"/>
                  <a:pt x="5471" y="4562"/>
                </a:cubicBezTo>
                <a:cubicBezTo>
                  <a:pt x="4737" y="4929"/>
                  <a:pt x="3970" y="5163"/>
                  <a:pt x="3203" y="5263"/>
                </a:cubicBezTo>
                <a:cubicBezTo>
                  <a:pt x="3166" y="5264"/>
                  <a:pt x="3130" y="5264"/>
                  <a:pt x="3094" y="5264"/>
                </a:cubicBezTo>
                <a:cubicBezTo>
                  <a:pt x="1992" y="5264"/>
                  <a:pt x="1324" y="4765"/>
                  <a:pt x="1001" y="3828"/>
                </a:cubicBezTo>
                <a:cubicBezTo>
                  <a:pt x="934" y="3662"/>
                  <a:pt x="901" y="3428"/>
                  <a:pt x="968" y="3228"/>
                </a:cubicBezTo>
                <a:cubicBezTo>
                  <a:pt x="1001" y="3061"/>
                  <a:pt x="1068" y="2861"/>
                  <a:pt x="1268" y="2828"/>
                </a:cubicBezTo>
                <a:cubicBezTo>
                  <a:pt x="1279" y="2825"/>
                  <a:pt x="1289" y="2824"/>
                  <a:pt x="1299" y="2824"/>
                </a:cubicBezTo>
                <a:cubicBezTo>
                  <a:pt x="1435" y="2824"/>
                  <a:pt x="1439" y="3034"/>
                  <a:pt x="1502" y="3128"/>
                </a:cubicBezTo>
                <a:cubicBezTo>
                  <a:pt x="1835" y="3595"/>
                  <a:pt x="2302" y="3962"/>
                  <a:pt x="2836" y="4162"/>
                </a:cubicBezTo>
                <a:cubicBezTo>
                  <a:pt x="2958" y="4218"/>
                  <a:pt x="3084" y="4243"/>
                  <a:pt x="3208" y="4243"/>
                </a:cubicBezTo>
                <a:cubicBezTo>
                  <a:pt x="3455" y="4243"/>
                  <a:pt x="3692" y="4140"/>
                  <a:pt x="3870" y="3962"/>
                </a:cubicBezTo>
                <a:cubicBezTo>
                  <a:pt x="4203" y="3628"/>
                  <a:pt x="4070" y="3261"/>
                  <a:pt x="3903" y="2961"/>
                </a:cubicBezTo>
                <a:cubicBezTo>
                  <a:pt x="3603" y="2361"/>
                  <a:pt x="3036" y="1927"/>
                  <a:pt x="2369" y="1827"/>
                </a:cubicBezTo>
                <a:cubicBezTo>
                  <a:pt x="2357" y="1825"/>
                  <a:pt x="2344" y="1823"/>
                  <a:pt x="2331" y="1823"/>
                </a:cubicBezTo>
                <a:cubicBezTo>
                  <a:pt x="2252" y="1823"/>
                  <a:pt x="2154" y="1860"/>
                  <a:pt x="2069" y="1860"/>
                </a:cubicBezTo>
                <a:cubicBezTo>
                  <a:pt x="1969" y="1860"/>
                  <a:pt x="1885" y="1810"/>
                  <a:pt x="1868" y="1593"/>
                </a:cubicBezTo>
                <a:cubicBezTo>
                  <a:pt x="1868" y="1193"/>
                  <a:pt x="1935" y="926"/>
                  <a:pt x="2302" y="759"/>
                </a:cubicBezTo>
                <a:cubicBezTo>
                  <a:pt x="2426" y="718"/>
                  <a:pt x="2562" y="690"/>
                  <a:pt x="2704" y="690"/>
                </a:cubicBezTo>
                <a:close/>
                <a:moveTo>
                  <a:pt x="2596" y="1"/>
                </a:moveTo>
                <a:cubicBezTo>
                  <a:pt x="1667" y="1"/>
                  <a:pt x="1044" y="641"/>
                  <a:pt x="1101" y="1693"/>
                </a:cubicBezTo>
                <a:cubicBezTo>
                  <a:pt x="1101" y="1927"/>
                  <a:pt x="1001" y="2127"/>
                  <a:pt x="801" y="2227"/>
                </a:cubicBezTo>
                <a:cubicBezTo>
                  <a:pt x="267" y="2561"/>
                  <a:pt x="0" y="3228"/>
                  <a:pt x="201" y="3862"/>
                </a:cubicBezTo>
                <a:cubicBezTo>
                  <a:pt x="454" y="5130"/>
                  <a:pt x="1583" y="6037"/>
                  <a:pt x="2869" y="6037"/>
                </a:cubicBezTo>
                <a:cubicBezTo>
                  <a:pt x="2935" y="6037"/>
                  <a:pt x="3002" y="6035"/>
                  <a:pt x="3069" y="6030"/>
                </a:cubicBezTo>
                <a:cubicBezTo>
                  <a:pt x="4070" y="5930"/>
                  <a:pt x="5037" y="5630"/>
                  <a:pt x="5938" y="5196"/>
                </a:cubicBezTo>
                <a:cubicBezTo>
                  <a:pt x="6005" y="8965"/>
                  <a:pt x="6071" y="12701"/>
                  <a:pt x="6138" y="16404"/>
                </a:cubicBezTo>
                <a:cubicBezTo>
                  <a:pt x="6138" y="17305"/>
                  <a:pt x="6205" y="18239"/>
                  <a:pt x="6238" y="19139"/>
                </a:cubicBezTo>
                <a:cubicBezTo>
                  <a:pt x="6205" y="19406"/>
                  <a:pt x="6372" y="19640"/>
                  <a:pt x="6639" y="19640"/>
                </a:cubicBezTo>
                <a:cubicBezTo>
                  <a:pt x="6939" y="19640"/>
                  <a:pt x="6972" y="19406"/>
                  <a:pt x="6972" y="19173"/>
                </a:cubicBezTo>
                <a:cubicBezTo>
                  <a:pt x="6905" y="17105"/>
                  <a:pt x="6872" y="15003"/>
                  <a:pt x="6839" y="12935"/>
                </a:cubicBezTo>
                <a:cubicBezTo>
                  <a:pt x="6772" y="10400"/>
                  <a:pt x="6705" y="7865"/>
                  <a:pt x="6672" y="5329"/>
                </a:cubicBezTo>
                <a:cubicBezTo>
                  <a:pt x="6672" y="5096"/>
                  <a:pt x="6705" y="4996"/>
                  <a:pt x="6972" y="4996"/>
                </a:cubicBezTo>
                <a:cubicBezTo>
                  <a:pt x="10408" y="4996"/>
                  <a:pt x="13810" y="4962"/>
                  <a:pt x="17246" y="4962"/>
                </a:cubicBezTo>
                <a:lnTo>
                  <a:pt x="21216" y="4962"/>
                </a:lnTo>
                <a:cubicBezTo>
                  <a:pt x="21549" y="4962"/>
                  <a:pt x="21883" y="4862"/>
                  <a:pt x="21883" y="4495"/>
                </a:cubicBezTo>
                <a:cubicBezTo>
                  <a:pt x="21883" y="4258"/>
                  <a:pt x="21729" y="4216"/>
                  <a:pt x="21557" y="4216"/>
                </a:cubicBezTo>
                <a:cubicBezTo>
                  <a:pt x="21464" y="4216"/>
                  <a:pt x="21365" y="4229"/>
                  <a:pt x="21282" y="4229"/>
                </a:cubicBezTo>
                <a:lnTo>
                  <a:pt x="7172" y="4262"/>
                </a:lnTo>
                <a:cubicBezTo>
                  <a:pt x="6305" y="4262"/>
                  <a:pt x="6272" y="4262"/>
                  <a:pt x="6138" y="3395"/>
                </a:cubicBezTo>
                <a:cubicBezTo>
                  <a:pt x="5805" y="1493"/>
                  <a:pt x="4837" y="459"/>
                  <a:pt x="3103" y="59"/>
                </a:cubicBezTo>
                <a:cubicBezTo>
                  <a:pt x="2926" y="20"/>
                  <a:pt x="2757" y="1"/>
                  <a:pt x="259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13" name="Google Shape;4329;p44"/>
          <p:cNvSpPr/>
          <p:nvPr/>
        </p:nvSpPr>
        <p:spPr>
          <a:xfrm rot="16200000">
            <a:off x="5153400" y="4147560"/>
            <a:ext cx="546840" cy="490680"/>
          </a:xfrm>
          <a:custGeom>
            <a:avLst/>
            <a:gdLst>
              <a:gd name="textAreaLeft" fmla="*/ 0 w 546840"/>
              <a:gd name="textAreaRight" fmla="*/ 547200 w 546840"/>
              <a:gd name="textAreaTop" fmla="*/ 0 h 490680"/>
              <a:gd name="textAreaBottom" fmla="*/ 491040 h 490680"/>
            </a:gdLst>
            <a:ahLst/>
            <a:cxnLst/>
            <a:rect l="textAreaLeft" t="textAreaTop" r="textAreaRight" b="textAreaBottom"/>
            <a:pathLst>
              <a:path w="21883" h="19640">
                <a:moveTo>
                  <a:pt x="2247" y="2551"/>
                </a:moveTo>
                <a:cubicBezTo>
                  <a:pt x="2669" y="2551"/>
                  <a:pt x="3093" y="2805"/>
                  <a:pt x="3303" y="3195"/>
                </a:cubicBezTo>
                <a:cubicBezTo>
                  <a:pt x="3336" y="3261"/>
                  <a:pt x="3370" y="3361"/>
                  <a:pt x="3303" y="3428"/>
                </a:cubicBezTo>
                <a:cubicBezTo>
                  <a:pt x="3292" y="3450"/>
                  <a:pt x="3273" y="3458"/>
                  <a:pt x="3251" y="3458"/>
                </a:cubicBezTo>
                <a:cubicBezTo>
                  <a:pt x="3206" y="3458"/>
                  <a:pt x="3147" y="3428"/>
                  <a:pt x="3103" y="3428"/>
                </a:cubicBezTo>
                <a:cubicBezTo>
                  <a:pt x="2669" y="3261"/>
                  <a:pt x="2302" y="2961"/>
                  <a:pt x="2069" y="2561"/>
                </a:cubicBezTo>
                <a:lnTo>
                  <a:pt x="2102" y="2561"/>
                </a:lnTo>
                <a:cubicBezTo>
                  <a:pt x="2150" y="2554"/>
                  <a:pt x="2198" y="2551"/>
                  <a:pt x="2247" y="2551"/>
                </a:cubicBezTo>
                <a:close/>
                <a:moveTo>
                  <a:pt x="2704" y="690"/>
                </a:moveTo>
                <a:cubicBezTo>
                  <a:pt x="2791" y="690"/>
                  <a:pt x="2880" y="701"/>
                  <a:pt x="2969" y="726"/>
                </a:cubicBezTo>
                <a:cubicBezTo>
                  <a:pt x="4003" y="993"/>
                  <a:pt x="4904" y="1460"/>
                  <a:pt x="5204" y="2594"/>
                </a:cubicBezTo>
                <a:cubicBezTo>
                  <a:pt x="5338" y="3128"/>
                  <a:pt x="5471" y="3628"/>
                  <a:pt x="5638" y="4162"/>
                </a:cubicBezTo>
                <a:cubicBezTo>
                  <a:pt x="5671" y="4329"/>
                  <a:pt x="5671" y="4495"/>
                  <a:pt x="5471" y="4562"/>
                </a:cubicBezTo>
                <a:cubicBezTo>
                  <a:pt x="4737" y="4929"/>
                  <a:pt x="3970" y="5163"/>
                  <a:pt x="3203" y="5263"/>
                </a:cubicBezTo>
                <a:cubicBezTo>
                  <a:pt x="3166" y="5264"/>
                  <a:pt x="3130" y="5264"/>
                  <a:pt x="3094" y="5264"/>
                </a:cubicBezTo>
                <a:cubicBezTo>
                  <a:pt x="1992" y="5264"/>
                  <a:pt x="1324" y="4765"/>
                  <a:pt x="1001" y="3828"/>
                </a:cubicBezTo>
                <a:cubicBezTo>
                  <a:pt x="934" y="3662"/>
                  <a:pt x="901" y="3428"/>
                  <a:pt x="968" y="3228"/>
                </a:cubicBezTo>
                <a:cubicBezTo>
                  <a:pt x="1001" y="3061"/>
                  <a:pt x="1068" y="2861"/>
                  <a:pt x="1268" y="2828"/>
                </a:cubicBezTo>
                <a:cubicBezTo>
                  <a:pt x="1279" y="2825"/>
                  <a:pt x="1289" y="2824"/>
                  <a:pt x="1299" y="2824"/>
                </a:cubicBezTo>
                <a:cubicBezTo>
                  <a:pt x="1435" y="2824"/>
                  <a:pt x="1439" y="3034"/>
                  <a:pt x="1502" y="3128"/>
                </a:cubicBezTo>
                <a:cubicBezTo>
                  <a:pt x="1835" y="3595"/>
                  <a:pt x="2302" y="3962"/>
                  <a:pt x="2836" y="4162"/>
                </a:cubicBezTo>
                <a:cubicBezTo>
                  <a:pt x="2958" y="4218"/>
                  <a:pt x="3084" y="4243"/>
                  <a:pt x="3208" y="4243"/>
                </a:cubicBezTo>
                <a:cubicBezTo>
                  <a:pt x="3455" y="4243"/>
                  <a:pt x="3692" y="4140"/>
                  <a:pt x="3870" y="3962"/>
                </a:cubicBezTo>
                <a:cubicBezTo>
                  <a:pt x="4203" y="3628"/>
                  <a:pt x="4070" y="3261"/>
                  <a:pt x="3903" y="2961"/>
                </a:cubicBezTo>
                <a:cubicBezTo>
                  <a:pt x="3603" y="2361"/>
                  <a:pt x="3036" y="1927"/>
                  <a:pt x="2369" y="1827"/>
                </a:cubicBezTo>
                <a:cubicBezTo>
                  <a:pt x="2357" y="1825"/>
                  <a:pt x="2344" y="1823"/>
                  <a:pt x="2331" y="1823"/>
                </a:cubicBezTo>
                <a:cubicBezTo>
                  <a:pt x="2252" y="1823"/>
                  <a:pt x="2154" y="1860"/>
                  <a:pt x="2069" y="1860"/>
                </a:cubicBezTo>
                <a:cubicBezTo>
                  <a:pt x="1969" y="1860"/>
                  <a:pt x="1885" y="1810"/>
                  <a:pt x="1868" y="1593"/>
                </a:cubicBezTo>
                <a:cubicBezTo>
                  <a:pt x="1868" y="1193"/>
                  <a:pt x="1935" y="926"/>
                  <a:pt x="2302" y="759"/>
                </a:cubicBezTo>
                <a:cubicBezTo>
                  <a:pt x="2426" y="718"/>
                  <a:pt x="2562" y="690"/>
                  <a:pt x="2704" y="690"/>
                </a:cubicBezTo>
                <a:close/>
                <a:moveTo>
                  <a:pt x="2596" y="1"/>
                </a:moveTo>
                <a:cubicBezTo>
                  <a:pt x="1667" y="1"/>
                  <a:pt x="1044" y="641"/>
                  <a:pt x="1101" y="1693"/>
                </a:cubicBezTo>
                <a:cubicBezTo>
                  <a:pt x="1101" y="1927"/>
                  <a:pt x="1001" y="2127"/>
                  <a:pt x="801" y="2227"/>
                </a:cubicBezTo>
                <a:cubicBezTo>
                  <a:pt x="267" y="2561"/>
                  <a:pt x="0" y="3228"/>
                  <a:pt x="201" y="3862"/>
                </a:cubicBezTo>
                <a:cubicBezTo>
                  <a:pt x="454" y="5130"/>
                  <a:pt x="1583" y="6037"/>
                  <a:pt x="2869" y="6037"/>
                </a:cubicBezTo>
                <a:cubicBezTo>
                  <a:pt x="2935" y="6037"/>
                  <a:pt x="3002" y="6035"/>
                  <a:pt x="3069" y="6030"/>
                </a:cubicBezTo>
                <a:cubicBezTo>
                  <a:pt x="4070" y="5930"/>
                  <a:pt x="5037" y="5630"/>
                  <a:pt x="5938" y="5196"/>
                </a:cubicBezTo>
                <a:cubicBezTo>
                  <a:pt x="6005" y="8965"/>
                  <a:pt x="6071" y="12701"/>
                  <a:pt x="6138" y="16404"/>
                </a:cubicBezTo>
                <a:cubicBezTo>
                  <a:pt x="6138" y="17305"/>
                  <a:pt x="6205" y="18239"/>
                  <a:pt x="6238" y="19139"/>
                </a:cubicBezTo>
                <a:cubicBezTo>
                  <a:pt x="6205" y="19406"/>
                  <a:pt x="6372" y="19640"/>
                  <a:pt x="6639" y="19640"/>
                </a:cubicBezTo>
                <a:cubicBezTo>
                  <a:pt x="6939" y="19640"/>
                  <a:pt x="6972" y="19406"/>
                  <a:pt x="6972" y="19173"/>
                </a:cubicBezTo>
                <a:cubicBezTo>
                  <a:pt x="6905" y="17105"/>
                  <a:pt x="6872" y="15003"/>
                  <a:pt x="6839" y="12935"/>
                </a:cubicBezTo>
                <a:cubicBezTo>
                  <a:pt x="6772" y="10400"/>
                  <a:pt x="6705" y="7865"/>
                  <a:pt x="6672" y="5329"/>
                </a:cubicBezTo>
                <a:cubicBezTo>
                  <a:pt x="6672" y="5096"/>
                  <a:pt x="6705" y="4996"/>
                  <a:pt x="6972" y="4996"/>
                </a:cubicBezTo>
                <a:cubicBezTo>
                  <a:pt x="10408" y="4996"/>
                  <a:pt x="13810" y="4962"/>
                  <a:pt x="17246" y="4962"/>
                </a:cubicBezTo>
                <a:lnTo>
                  <a:pt x="21216" y="4962"/>
                </a:lnTo>
                <a:cubicBezTo>
                  <a:pt x="21549" y="4962"/>
                  <a:pt x="21883" y="4862"/>
                  <a:pt x="21883" y="4495"/>
                </a:cubicBezTo>
                <a:cubicBezTo>
                  <a:pt x="21883" y="4258"/>
                  <a:pt x="21729" y="4216"/>
                  <a:pt x="21557" y="4216"/>
                </a:cubicBezTo>
                <a:cubicBezTo>
                  <a:pt x="21464" y="4216"/>
                  <a:pt x="21365" y="4229"/>
                  <a:pt x="21282" y="4229"/>
                </a:cubicBezTo>
                <a:lnTo>
                  <a:pt x="7172" y="4262"/>
                </a:lnTo>
                <a:cubicBezTo>
                  <a:pt x="6305" y="4262"/>
                  <a:pt x="6272" y="4262"/>
                  <a:pt x="6138" y="3395"/>
                </a:cubicBezTo>
                <a:cubicBezTo>
                  <a:pt x="5805" y="1493"/>
                  <a:pt x="4837" y="459"/>
                  <a:pt x="3103" y="59"/>
                </a:cubicBezTo>
                <a:cubicBezTo>
                  <a:pt x="2926" y="20"/>
                  <a:pt x="2757" y="1"/>
                  <a:pt x="259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14" name="Google Shape;4330;p44"/>
          <p:cNvSpPr/>
          <p:nvPr/>
        </p:nvSpPr>
        <p:spPr>
          <a:xfrm>
            <a:off x="8911800" y="63072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15" name="Google Shape;4331;p44"/>
          <p:cNvSpPr/>
          <p:nvPr/>
        </p:nvSpPr>
        <p:spPr>
          <a:xfrm>
            <a:off x="8913600" y="271656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16" name="Google Shape;4332;p44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7" name="Rectángulo 391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Indie Flower"/>
              </a:rPr>
              <a:t>Impacto de la falta de un sistema eficiente de citas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18" name="Rectángulo 3917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La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ausencia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un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sistema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automatizado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provoca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desorganización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citas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solapadas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baja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satisfacción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usuarios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.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Además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limita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el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seguimiento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control,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dificultando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toma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decisiones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basadas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datos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..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9" name="Rectángulo 391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Indie Flower"/>
              </a:rPr>
              <a:t>Beneficios esperados de implementar un gestor de citas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20" name="Rectángulo 391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La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implementación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un gestor de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citas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ofrece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400" b="1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mayor </a:t>
            </a:r>
            <a:r>
              <a:rPr lang="en-US" sz="2400" b="1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eficiencia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programación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reducción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errores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mejora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comunicación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entre </a:t>
            </a:r>
            <a:r>
              <a:rPr lang="en-US" sz="2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estudiantes</a:t>
            </a:r>
            <a:r>
              <a:rPr lang="en-US" sz="2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docents.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" name="Rectángulo 392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Indie Flower"/>
              </a:rPr>
              <a:t>Metodología de pruebas del sistema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22" name="Rectángulo 392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Se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realizaron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pruebas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funcionales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de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usabilidad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para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garantizar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correcta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programación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notificación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citas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. Se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incluyeron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escenarios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reales para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validar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interfaz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tiempos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respuesta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manejo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conflictos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asegurando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que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el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sistema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cumpla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con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los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requerimientos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académicos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facilite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interacción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usuario-plataforma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3" name="Rectángulo 3922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Indie Flower"/>
              </a:rPr>
              <a:t>Análisis e interpretación de resultados obtenidos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24" name="Rectángulo 3923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Los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resultados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mostraron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una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disminución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del 30%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en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errores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programación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una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mejora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significativa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en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satisfacción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del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usuario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. La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interfaz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intuitiva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contribuyó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a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una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rápida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adopción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mientras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que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automatización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redujo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carga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administrativa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demostrando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eficacia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en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gestión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citas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sz="1400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académicas</a:t>
            </a:r>
            <a:r>
              <a:rPr lang="en-US" sz="1400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925" name="image698ac3bdbdd07" descr="image698ac3bdbdd0b"/>
          <p:cNvPicPr/>
          <p:nvPr/>
        </p:nvPicPr>
        <p:blipFill>
          <a:blip r:embed="rId3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" name="Rectángulo 392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Indie Flower"/>
              </a:rPr>
              <a:t>Conclusiones y recomendaciones para futuros desarrollos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27" name="Rectángulo 3926"/>
          <p:cNvSpPr/>
          <p:nvPr/>
        </p:nvSpPr>
        <p:spPr>
          <a:xfrm>
            <a:off x="547842" y="2080049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El gestor de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citas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aporta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una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solución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eficiente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confiable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para la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administración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académica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. Se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recomienda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continuar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con la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integración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de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funcionalidades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como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alertas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automatizadas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análisis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predictivo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mayor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personalización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para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cubrir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necesidades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específicas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,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asegurando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así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la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mejora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continua del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sistema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y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su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 </a:t>
            </a:r>
            <a:r>
              <a:rPr lang="en-US" b="0" u="none" strike="noStrike" dirty="0" err="1">
                <a:solidFill>
                  <a:schemeClr val="dk2"/>
                </a:solidFill>
                <a:effectLst/>
                <a:uFillTx/>
                <a:latin typeface="Lato"/>
              </a:rPr>
              <a:t>adaptabilidad</a:t>
            </a:r>
            <a:r>
              <a:rPr lang="en-US" b="0" u="none" strike="noStrike" dirty="0">
                <a:solidFill>
                  <a:schemeClr val="dk2"/>
                </a:solidFill>
                <a:effectLst/>
                <a:uFillTx/>
                <a:latin typeface="Lato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8" name="Google Shape;4325;p44"/>
          <p:cNvPicPr/>
          <p:nvPr/>
        </p:nvPicPr>
        <p:blipFill>
          <a:blip r:embed="rId2"/>
          <a:srcRect l="23856" t="25341" r="36700" b="5638"/>
          <a:stretch/>
        </p:blipFill>
        <p:spPr>
          <a:xfrm>
            <a:off x="5413320" y="1196280"/>
            <a:ext cx="2726640" cy="317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9" name="PlaceHolder 1"/>
          <p:cNvSpPr>
            <a:spLocks noGrp="1"/>
          </p:cNvSpPr>
          <p:nvPr>
            <p:ph type="title"/>
          </p:nvPr>
        </p:nvSpPr>
        <p:spPr>
          <a:xfrm>
            <a:off x="714240" y="314280"/>
            <a:ext cx="7429320" cy="87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Indie Flower"/>
                <a:ea typeface="Indie Flower"/>
              </a:rPr>
              <a:t>Conclusiones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30" name="PlaceHolder 2"/>
          <p:cNvSpPr>
            <a:spLocks noGrp="1"/>
          </p:cNvSpPr>
          <p:nvPr>
            <p:ph type="subTitle"/>
          </p:nvPr>
        </p:nvSpPr>
        <p:spPr>
          <a:xfrm>
            <a:off x="539560" y="1231100"/>
            <a:ext cx="4438440" cy="318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La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implementación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del gestor de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citas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académicas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mejora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significativamente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la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organización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y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satisfacción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en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la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programación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 de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Lato"/>
                <a:ea typeface="Lato"/>
              </a:rPr>
              <a:t>encuentros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31" name="Google Shape;4328;p44"/>
          <p:cNvSpPr/>
          <p:nvPr/>
        </p:nvSpPr>
        <p:spPr>
          <a:xfrm rot="5400000">
            <a:off x="7792920" y="982800"/>
            <a:ext cx="546840" cy="490680"/>
          </a:xfrm>
          <a:custGeom>
            <a:avLst/>
            <a:gdLst>
              <a:gd name="textAreaLeft" fmla="*/ 0 w 546840"/>
              <a:gd name="textAreaRight" fmla="*/ 547200 w 546840"/>
              <a:gd name="textAreaTop" fmla="*/ 0 h 490680"/>
              <a:gd name="textAreaBottom" fmla="*/ 491040 h 490680"/>
            </a:gdLst>
            <a:ahLst/>
            <a:cxnLst/>
            <a:rect l="textAreaLeft" t="textAreaTop" r="textAreaRight" b="textAreaBottom"/>
            <a:pathLst>
              <a:path w="21883" h="19640">
                <a:moveTo>
                  <a:pt x="2247" y="2551"/>
                </a:moveTo>
                <a:cubicBezTo>
                  <a:pt x="2669" y="2551"/>
                  <a:pt x="3093" y="2805"/>
                  <a:pt x="3303" y="3195"/>
                </a:cubicBezTo>
                <a:cubicBezTo>
                  <a:pt x="3336" y="3261"/>
                  <a:pt x="3370" y="3361"/>
                  <a:pt x="3303" y="3428"/>
                </a:cubicBezTo>
                <a:cubicBezTo>
                  <a:pt x="3292" y="3450"/>
                  <a:pt x="3273" y="3458"/>
                  <a:pt x="3251" y="3458"/>
                </a:cubicBezTo>
                <a:cubicBezTo>
                  <a:pt x="3206" y="3458"/>
                  <a:pt x="3147" y="3428"/>
                  <a:pt x="3103" y="3428"/>
                </a:cubicBezTo>
                <a:cubicBezTo>
                  <a:pt x="2669" y="3261"/>
                  <a:pt x="2302" y="2961"/>
                  <a:pt x="2069" y="2561"/>
                </a:cubicBezTo>
                <a:lnTo>
                  <a:pt x="2102" y="2561"/>
                </a:lnTo>
                <a:cubicBezTo>
                  <a:pt x="2150" y="2554"/>
                  <a:pt x="2198" y="2551"/>
                  <a:pt x="2247" y="2551"/>
                </a:cubicBezTo>
                <a:close/>
                <a:moveTo>
                  <a:pt x="2704" y="690"/>
                </a:moveTo>
                <a:cubicBezTo>
                  <a:pt x="2791" y="690"/>
                  <a:pt x="2880" y="701"/>
                  <a:pt x="2969" y="726"/>
                </a:cubicBezTo>
                <a:cubicBezTo>
                  <a:pt x="4003" y="993"/>
                  <a:pt x="4904" y="1460"/>
                  <a:pt x="5204" y="2594"/>
                </a:cubicBezTo>
                <a:cubicBezTo>
                  <a:pt x="5338" y="3128"/>
                  <a:pt x="5471" y="3628"/>
                  <a:pt x="5638" y="4162"/>
                </a:cubicBezTo>
                <a:cubicBezTo>
                  <a:pt x="5671" y="4329"/>
                  <a:pt x="5671" y="4495"/>
                  <a:pt x="5471" y="4562"/>
                </a:cubicBezTo>
                <a:cubicBezTo>
                  <a:pt x="4737" y="4929"/>
                  <a:pt x="3970" y="5163"/>
                  <a:pt x="3203" y="5263"/>
                </a:cubicBezTo>
                <a:cubicBezTo>
                  <a:pt x="3166" y="5264"/>
                  <a:pt x="3130" y="5264"/>
                  <a:pt x="3094" y="5264"/>
                </a:cubicBezTo>
                <a:cubicBezTo>
                  <a:pt x="1992" y="5264"/>
                  <a:pt x="1324" y="4765"/>
                  <a:pt x="1001" y="3828"/>
                </a:cubicBezTo>
                <a:cubicBezTo>
                  <a:pt x="934" y="3662"/>
                  <a:pt x="901" y="3428"/>
                  <a:pt x="968" y="3228"/>
                </a:cubicBezTo>
                <a:cubicBezTo>
                  <a:pt x="1001" y="3061"/>
                  <a:pt x="1068" y="2861"/>
                  <a:pt x="1268" y="2828"/>
                </a:cubicBezTo>
                <a:cubicBezTo>
                  <a:pt x="1279" y="2825"/>
                  <a:pt x="1289" y="2824"/>
                  <a:pt x="1299" y="2824"/>
                </a:cubicBezTo>
                <a:cubicBezTo>
                  <a:pt x="1435" y="2824"/>
                  <a:pt x="1439" y="3034"/>
                  <a:pt x="1502" y="3128"/>
                </a:cubicBezTo>
                <a:cubicBezTo>
                  <a:pt x="1835" y="3595"/>
                  <a:pt x="2302" y="3962"/>
                  <a:pt x="2836" y="4162"/>
                </a:cubicBezTo>
                <a:cubicBezTo>
                  <a:pt x="2958" y="4218"/>
                  <a:pt x="3084" y="4243"/>
                  <a:pt x="3208" y="4243"/>
                </a:cubicBezTo>
                <a:cubicBezTo>
                  <a:pt x="3455" y="4243"/>
                  <a:pt x="3692" y="4140"/>
                  <a:pt x="3870" y="3962"/>
                </a:cubicBezTo>
                <a:cubicBezTo>
                  <a:pt x="4203" y="3628"/>
                  <a:pt x="4070" y="3261"/>
                  <a:pt x="3903" y="2961"/>
                </a:cubicBezTo>
                <a:cubicBezTo>
                  <a:pt x="3603" y="2361"/>
                  <a:pt x="3036" y="1927"/>
                  <a:pt x="2369" y="1827"/>
                </a:cubicBezTo>
                <a:cubicBezTo>
                  <a:pt x="2357" y="1825"/>
                  <a:pt x="2344" y="1823"/>
                  <a:pt x="2331" y="1823"/>
                </a:cubicBezTo>
                <a:cubicBezTo>
                  <a:pt x="2252" y="1823"/>
                  <a:pt x="2154" y="1860"/>
                  <a:pt x="2069" y="1860"/>
                </a:cubicBezTo>
                <a:cubicBezTo>
                  <a:pt x="1969" y="1860"/>
                  <a:pt x="1885" y="1810"/>
                  <a:pt x="1868" y="1593"/>
                </a:cubicBezTo>
                <a:cubicBezTo>
                  <a:pt x="1868" y="1193"/>
                  <a:pt x="1935" y="926"/>
                  <a:pt x="2302" y="759"/>
                </a:cubicBezTo>
                <a:cubicBezTo>
                  <a:pt x="2426" y="718"/>
                  <a:pt x="2562" y="690"/>
                  <a:pt x="2704" y="690"/>
                </a:cubicBezTo>
                <a:close/>
                <a:moveTo>
                  <a:pt x="2596" y="1"/>
                </a:moveTo>
                <a:cubicBezTo>
                  <a:pt x="1667" y="1"/>
                  <a:pt x="1044" y="641"/>
                  <a:pt x="1101" y="1693"/>
                </a:cubicBezTo>
                <a:cubicBezTo>
                  <a:pt x="1101" y="1927"/>
                  <a:pt x="1001" y="2127"/>
                  <a:pt x="801" y="2227"/>
                </a:cubicBezTo>
                <a:cubicBezTo>
                  <a:pt x="267" y="2561"/>
                  <a:pt x="0" y="3228"/>
                  <a:pt x="201" y="3862"/>
                </a:cubicBezTo>
                <a:cubicBezTo>
                  <a:pt x="454" y="5130"/>
                  <a:pt x="1583" y="6037"/>
                  <a:pt x="2869" y="6037"/>
                </a:cubicBezTo>
                <a:cubicBezTo>
                  <a:pt x="2935" y="6037"/>
                  <a:pt x="3002" y="6035"/>
                  <a:pt x="3069" y="6030"/>
                </a:cubicBezTo>
                <a:cubicBezTo>
                  <a:pt x="4070" y="5930"/>
                  <a:pt x="5037" y="5630"/>
                  <a:pt x="5938" y="5196"/>
                </a:cubicBezTo>
                <a:cubicBezTo>
                  <a:pt x="6005" y="8965"/>
                  <a:pt x="6071" y="12701"/>
                  <a:pt x="6138" y="16404"/>
                </a:cubicBezTo>
                <a:cubicBezTo>
                  <a:pt x="6138" y="17305"/>
                  <a:pt x="6205" y="18239"/>
                  <a:pt x="6238" y="19139"/>
                </a:cubicBezTo>
                <a:cubicBezTo>
                  <a:pt x="6205" y="19406"/>
                  <a:pt x="6372" y="19640"/>
                  <a:pt x="6639" y="19640"/>
                </a:cubicBezTo>
                <a:cubicBezTo>
                  <a:pt x="6939" y="19640"/>
                  <a:pt x="6972" y="19406"/>
                  <a:pt x="6972" y="19173"/>
                </a:cubicBezTo>
                <a:cubicBezTo>
                  <a:pt x="6905" y="17105"/>
                  <a:pt x="6872" y="15003"/>
                  <a:pt x="6839" y="12935"/>
                </a:cubicBezTo>
                <a:cubicBezTo>
                  <a:pt x="6772" y="10400"/>
                  <a:pt x="6705" y="7865"/>
                  <a:pt x="6672" y="5329"/>
                </a:cubicBezTo>
                <a:cubicBezTo>
                  <a:pt x="6672" y="5096"/>
                  <a:pt x="6705" y="4996"/>
                  <a:pt x="6972" y="4996"/>
                </a:cubicBezTo>
                <a:cubicBezTo>
                  <a:pt x="10408" y="4996"/>
                  <a:pt x="13810" y="4962"/>
                  <a:pt x="17246" y="4962"/>
                </a:cubicBezTo>
                <a:lnTo>
                  <a:pt x="21216" y="4962"/>
                </a:lnTo>
                <a:cubicBezTo>
                  <a:pt x="21549" y="4962"/>
                  <a:pt x="21883" y="4862"/>
                  <a:pt x="21883" y="4495"/>
                </a:cubicBezTo>
                <a:cubicBezTo>
                  <a:pt x="21883" y="4258"/>
                  <a:pt x="21729" y="4216"/>
                  <a:pt x="21557" y="4216"/>
                </a:cubicBezTo>
                <a:cubicBezTo>
                  <a:pt x="21464" y="4216"/>
                  <a:pt x="21365" y="4229"/>
                  <a:pt x="21282" y="4229"/>
                </a:cubicBezTo>
                <a:lnTo>
                  <a:pt x="7172" y="4262"/>
                </a:lnTo>
                <a:cubicBezTo>
                  <a:pt x="6305" y="4262"/>
                  <a:pt x="6272" y="4262"/>
                  <a:pt x="6138" y="3395"/>
                </a:cubicBezTo>
                <a:cubicBezTo>
                  <a:pt x="5805" y="1493"/>
                  <a:pt x="4837" y="459"/>
                  <a:pt x="3103" y="59"/>
                </a:cubicBezTo>
                <a:cubicBezTo>
                  <a:pt x="2926" y="20"/>
                  <a:pt x="2757" y="1"/>
                  <a:pt x="259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32" name="Google Shape;4329;p44"/>
          <p:cNvSpPr/>
          <p:nvPr/>
        </p:nvSpPr>
        <p:spPr>
          <a:xfrm rot="16200000">
            <a:off x="5153400" y="4147560"/>
            <a:ext cx="546840" cy="490680"/>
          </a:xfrm>
          <a:custGeom>
            <a:avLst/>
            <a:gdLst>
              <a:gd name="textAreaLeft" fmla="*/ 0 w 546840"/>
              <a:gd name="textAreaRight" fmla="*/ 547200 w 546840"/>
              <a:gd name="textAreaTop" fmla="*/ 0 h 490680"/>
              <a:gd name="textAreaBottom" fmla="*/ 491040 h 490680"/>
            </a:gdLst>
            <a:ahLst/>
            <a:cxnLst/>
            <a:rect l="textAreaLeft" t="textAreaTop" r="textAreaRight" b="textAreaBottom"/>
            <a:pathLst>
              <a:path w="21883" h="19640">
                <a:moveTo>
                  <a:pt x="2247" y="2551"/>
                </a:moveTo>
                <a:cubicBezTo>
                  <a:pt x="2669" y="2551"/>
                  <a:pt x="3093" y="2805"/>
                  <a:pt x="3303" y="3195"/>
                </a:cubicBezTo>
                <a:cubicBezTo>
                  <a:pt x="3336" y="3261"/>
                  <a:pt x="3370" y="3361"/>
                  <a:pt x="3303" y="3428"/>
                </a:cubicBezTo>
                <a:cubicBezTo>
                  <a:pt x="3292" y="3450"/>
                  <a:pt x="3273" y="3458"/>
                  <a:pt x="3251" y="3458"/>
                </a:cubicBezTo>
                <a:cubicBezTo>
                  <a:pt x="3206" y="3458"/>
                  <a:pt x="3147" y="3428"/>
                  <a:pt x="3103" y="3428"/>
                </a:cubicBezTo>
                <a:cubicBezTo>
                  <a:pt x="2669" y="3261"/>
                  <a:pt x="2302" y="2961"/>
                  <a:pt x="2069" y="2561"/>
                </a:cubicBezTo>
                <a:lnTo>
                  <a:pt x="2102" y="2561"/>
                </a:lnTo>
                <a:cubicBezTo>
                  <a:pt x="2150" y="2554"/>
                  <a:pt x="2198" y="2551"/>
                  <a:pt x="2247" y="2551"/>
                </a:cubicBezTo>
                <a:close/>
                <a:moveTo>
                  <a:pt x="2704" y="690"/>
                </a:moveTo>
                <a:cubicBezTo>
                  <a:pt x="2791" y="690"/>
                  <a:pt x="2880" y="701"/>
                  <a:pt x="2969" y="726"/>
                </a:cubicBezTo>
                <a:cubicBezTo>
                  <a:pt x="4003" y="993"/>
                  <a:pt x="4904" y="1460"/>
                  <a:pt x="5204" y="2594"/>
                </a:cubicBezTo>
                <a:cubicBezTo>
                  <a:pt x="5338" y="3128"/>
                  <a:pt x="5471" y="3628"/>
                  <a:pt x="5638" y="4162"/>
                </a:cubicBezTo>
                <a:cubicBezTo>
                  <a:pt x="5671" y="4329"/>
                  <a:pt x="5671" y="4495"/>
                  <a:pt x="5471" y="4562"/>
                </a:cubicBezTo>
                <a:cubicBezTo>
                  <a:pt x="4737" y="4929"/>
                  <a:pt x="3970" y="5163"/>
                  <a:pt x="3203" y="5263"/>
                </a:cubicBezTo>
                <a:cubicBezTo>
                  <a:pt x="3166" y="5264"/>
                  <a:pt x="3130" y="5264"/>
                  <a:pt x="3094" y="5264"/>
                </a:cubicBezTo>
                <a:cubicBezTo>
                  <a:pt x="1992" y="5264"/>
                  <a:pt x="1324" y="4765"/>
                  <a:pt x="1001" y="3828"/>
                </a:cubicBezTo>
                <a:cubicBezTo>
                  <a:pt x="934" y="3662"/>
                  <a:pt x="901" y="3428"/>
                  <a:pt x="968" y="3228"/>
                </a:cubicBezTo>
                <a:cubicBezTo>
                  <a:pt x="1001" y="3061"/>
                  <a:pt x="1068" y="2861"/>
                  <a:pt x="1268" y="2828"/>
                </a:cubicBezTo>
                <a:cubicBezTo>
                  <a:pt x="1279" y="2825"/>
                  <a:pt x="1289" y="2824"/>
                  <a:pt x="1299" y="2824"/>
                </a:cubicBezTo>
                <a:cubicBezTo>
                  <a:pt x="1435" y="2824"/>
                  <a:pt x="1439" y="3034"/>
                  <a:pt x="1502" y="3128"/>
                </a:cubicBezTo>
                <a:cubicBezTo>
                  <a:pt x="1835" y="3595"/>
                  <a:pt x="2302" y="3962"/>
                  <a:pt x="2836" y="4162"/>
                </a:cubicBezTo>
                <a:cubicBezTo>
                  <a:pt x="2958" y="4218"/>
                  <a:pt x="3084" y="4243"/>
                  <a:pt x="3208" y="4243"/>
                </a:cubicBezTo>
                <a:cubicBezTo>
                  <a:pt x="3455" y="4243"/>
                  <a:pt x="3692" y="4140"/>
                  <a:pt x="3870" y="3962"/>
                </a:cubicBezTo>
                <a:cubicBezTo>
                  <a:pt x="4203" y="3628"/>
                  <a:pt x="4070" y="3261"/>
                  <a:pt x="3903" y="2961"/>
                </a:cubicBezTo>
                <a:cubicBezTo>
                  <a:pt x="3603" y="2361"/>
                  <a:pt x="3036" y="1927"/>
                  <a:pt x="2369" y="1827"/>
                </a:cubicBezTo>
                <a:cubicBezTo>
                  <a:pt x="2357" y="1825"/>
                  <a:pt x="2344" y="1823"/>
                  <a:pt x="2331" y="1823"/>
                </a:cubicBezTo>
                <a:cubicBezTo>
                  <a:pt x="2252" y="1823"/>
                  <a:pt x="2154" y="1860"/>
                  <a:pt x="2069" y="1860"/>
                </a:cubicBezTo>
                <a:cubicBezTo>
                  <a:pt x="1969" y="1860"/>
                  <a:pt x="1885" y="1810"/>
                  <a:pt x="1868" y="1593"/>
                </a:cubicBezTo>
                <a:cubicBezTo>
                  <a:pt x="1868" y="1193"/>
                  <a:pt x="1935" y="926"/>
                  <a:pt x="2302" y="759"/>
                </a:cubicBezTo>
                <a:cubicBezTo>
                  <a:pt x="2426" y="718"/>
                  <a:pt x="2562" y="690"/>
                  <a:pt x="2704" y="690"/>
                </a:cubicBezTo>
                <a:close/>
                <a:moveTo>
                  <a:pt x="2596" y="1"/>
                </a:moveTo>
                <a:cubicBezTo>
                  <a:pt x="1667" y="1"/>
                  <a:pt x="1044" y="641"/>
                  <a:pt x="1101" y="1693"/>
                </a:cubicBezTo>
                <a:cubicBezTo>
                  <a:pt x="1101" y="1927"/>
                  <a:pt x="1001" y="2127"/>
                  <a:pt x="801" y="2227"/>
                </a:cubicBezTo>
                <a:cubicBezTo>
                  <a:pt x="267" y="2561"/>
                  <a:pt x="0" y="3228"/>
                  <a:pt x="201" y="3862"/>
                </a:cubicBezTo>
                <a:cubicBezTo>
                  <a:pt x="454" y="5130"/>
                  <a:pt x="1583" y="6037"/>
                  <a:pt x="2869" y="6037"/>
                </a:cubicBezTo>
                <a:cubicBezTo>
                  <a:pt x="2935" y="6037"/>
                  <a:pt x="3002" y="6035"/>
                  <a:pt x="3069" y="6030"/>
                </a:cubicBezTo>
                <a:cubicBezTo>
                  <a:pt x="4070" y="5930"/>
                  <a:pt x="5037" y="5630"/>
                  <a:pt x="5938" y="5196"/>
                </a:cubicBezTo>
                <a:cubicBezTo>
                  <a:pt x="6005" y="8965"/>
                  <a:pt x="6071" y="12701"/>
                  <a:pt x="6138" y="16404"/>
                </a:cubicBezTo>
                <a:cubicBezTo>
                  <a:pt x="6138" y="17305"/>
                  <a:pt x="6205" y="18239"/>
                  <a:pt x="6238" y="19139"/>
                </a:cubicBezTo>
                <a:cubicBezTo>
                  <a:pt x="6205" y="19406"/>
                  <a:pt x="6372" y="19640"/>
                  <a:pt x="6639" y="19640"/>
                </a:cubicBezTo>
                <a:cubicBezTo>
                  <a:pt x="6939" y="19640"/>
                  <a:pt x="6972" y="19406"/>
                  <a:pt x="6972" y="19173"/>
                </a:cubicBezTo>
                <a:cubicBezTo>
                  <a:pt x="6905" y="17105"/>
                  <a:pt x="6872" y="15003"/>
                  <a:pt x="6839" y="12935"/>
                </a:cubicBezTo>
                <a:cubicBezTo>
                  <a:pt x="6772" y="10400"/>
                  <a:pt x="6705" y="7865"/>
                  <a:pt x="6672" y="5329"/>
                </a:cubicBezTo>
                <a:cubicBezTo>
                  <a:pt x="6672" y="5096"/>
                  <a:pt x="6705" y="4996"/>
                  <a:pt x="6972" y="4996"/>
                </a:cubicBezTo>
                <a:cubicBezTo>
                  <a:pt x="10408" y="4996"/>
                  <a:pt x="13810" y="4962"/>
                  <a:pt x="17246" y="4962"/>
                </a:cubicBezTo>
                <a:lnTo>
                  <a:pt x="21216" y="4962"/>
                </a:lnTo>
                <a:cubicBezTo>
                  <a:pt x="21549" y="4962"/>
                  <a:pt x="21883" y="4862"/>
                  <a:pt x="21883" y="4495"/>
                </a:cubicBezTo>
                <a:cubicBezTo>
                  <a:pt x="21883" y="4258"/>
                  <a:pt x="21729" y="4216"/>
                  <a:pt x="21557" y="4216"/>
                </a:cubicBezTo>
                <a:cubicBezTo>
                  <a:pt x="21464" y="4216"/>
                  <a:pt x="21365" y="4229"/>
                  <a:pt x="21282" y="4229"/>
                </a:cubicBezTo>
                <a:lnTo>
                  <a:pt x="7172" y="4262"/>
                </a:lnTo>
                <a:cubicBezTo>
                  <a:pt x="6305" y="4262"/>
                  <a:pt x="6272" y="4262"/>
                  <a:pt x="6138" y="3395"/>
                </a:cubicBezTo>
                <a:cubicBezTo>
                  <a:pt x="5805" y="1493"/>
                  <a:pt x="4837" y="459"/>
                  <a:pt x="3103" y="59"/>
                </a:cubicBezTo>
                <a:cubicBezTo>
                  <a:pt x="2926" y="20"/>
                  <a:pt x="2757" y="1"/>
                  <a:pt x="259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33" name="Google Shape;4330;p44"/>
          <p:cNvSpPr/>
          <p:nvPr/>
        </p:nvSpPr>
        <p:spPr>
          <a:xfrm>
            <a:off x="8911800" y="630720"/>
            <a:ext cx="41400" cy="31680"/>
          </a:xfrm>
          <a:custGeom>
            <a:avLst/>
            <a:gdLst>
              <a:gd name="textAreaLeft" fmla="*/ 0 w 41400"/>
              <a:gd name="textAreaRight" fmla="*/ 41760 w 4140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263" h="969">
                <a:moveTo>
                  <a:pt x="630" y="1"/>
                </a:moveTo>
                <a:cubicBezTo>
                  <a:pt x="425" y="1"/>
                  <a:pt x="222" y="85"/>
                  <a:pt x="102" y="252"/>
                </a:cubicBezTo>
                <a:cubicBezTo>
                  <a:pt x="0" y="388"/>
                  <a:pt x="0" y="559"/>
                  <a:pt x="102" y="661"/>
                </a:cubicBezTo>
                <a:cubicBezTo>
                  <a:pt x="239" y="832"/>
                  <a:pt x="410" y="934"/>
                  <a:pt x="614" y="968"/>
                </a:cubicBezTo>
                <a:cubicBezTo>
                  <a:pt x="751" y="968"/>
                  <a:pt x="887" y="934"/>
                  <a:pt x="990" y="832"/>
                </a:cubicBezTo>
                <a:cubicBezTo>
                  <a:pt x="1263" y="593"/>
                  <a:pt x="1194" y="218"/>
                  <a:pt x="887" y="47"/>
                </a:cubicBezTo>
                <a:cubicBezTo>
                  <a:pt x="805" y="16"/>
                  <a:pt x="717" y="1"/>
                  <a:pt x="630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34" name="Google Shape;4331;p44"/>
          <p:cNvSpPr/>
          <p:nvPr/>
        </p:nvSpPr>
        <p:spPr>
          <a:xfrm>
            <a:off x="8913600" y="2716560"/>
            <a:ext cx="38160" cy="35640"/>
          </a:xfrm>
          <a:custGeom>
            <a:avLst/>
            <a:gdLst>
              <a:gd name="textAreaLeft" fmla="*/ 0 w 38160"/>
              <a:gd name="textAreaRight" fmla="*/ 38520 w 38160"/>
              <a:gd name="textAreaTop" fmla="*/ 0 h 35640"/>
              <a:gd name="textAreaBottom" fmla="*/ 36000 h 35640"/>
            </a:gdLst>
            <a:ahLst/>
            <a:cxnLst/>
            <a:rect l="textAreaLeft" t="textAreaTop" r="textAreaRight" b="textAreaBottom"/>
            <a:pathLst>
              <a:path w="1161" h="1087">
                <a:moveTo>
                  <a:pt x="575" y="1"/>
                </a:moveTo>
                <a:cubicBezTo>
                  <a:pt x="482" y="1"/>
                  <a:pt x="389" y="28"/>
                  <a:pt x="307" y="82"/>
                </a:cubicBezTo>
                <a:cubicBezTo>
                  <a:pt x="102" y="185"/>
                  <a:pt x="0" y="424"/>
                  <a:pt x="68" y="628"/>
                </a:cubicBezTo>
                <a:cubicBezTo>
                  <a:pt x="156" y="920"/>
                  <a:pt x="442" y="1087"/>
                  <a:pt x="737" y="1087"/>
                </a:cubicBezTo>
                <a:cubicBezTo>
                  <a:pt x="787" y="1087"/>
                  <a:pt x="837" y="1082"/>
                  <a:pt x="887" y="1072"/>
                </a:cubicBezTo>
                <a:cubicBezTo>
                  <a:pt x="1024" y="1038"/>
                  <a:pt x="1126" y="901"/>
                  <a:pt x="1160" y="765"/>
                </a:cubicBezTo>
                <a:cubicBezTo>
                  <a:pt x="1160" y="526"/>
                  <a:pt x="1092" y="321"/>
                  <a:pt x="955" y="185"/>
                </a:cubicBezTo>
                <a:cubicBezTo>
                  <a:pt x="853" y="62"/>
                  <a:pt x="714" y="1"/>
                  <a:pt x="575" y="1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" bIns="18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35" name="Google Shape;4332;p44"/>
          <p:cNvSpPr/>
          <p:nvPr/>
        </p:nvSpPr>
        <p:spPr>
          <a:xfrm>
            <a:off x="7521120" y="33840"/>
            <a:ext cx="41400" cy="33120"/>
          </a:xfrm>
          <a:custGeom>
            <a:avLst/>
            <a:gdLst>
              <a:gd name="textAreaLeft" fmla="*/ 0 w 41400"/>
              <a:gd name="textAreaRight" fmla="*/ 41760 w 41400"/>
              <a:gd name="textAreaTop" fmla="*/ 0 h 33120"/>
              <a:gd name="textAreaBottom" fmla="*/ 33480 h 33120"/>
            </a:gdLst>
            <a:ahLst/>
            <a:cxnLst/>
            <a:rect l="textAreaLeft" t="textAreaTop" r="textAreaRight" b="textAreaBottom"/>
            <a:pathLst>
              <a:path w="1264" h="1010">
                <a:moveTo>
                  <a:pt x="542" y="0"/>
                </a:moveTo>
                <a:cubicBezTo>
                  <a:pt x="329" y="0"/>
                  <a:pt x="134" y="132"/>
                  <a:pt x="103" y="346"/>
                </a:cubicBezTo>
                <a:cubicBezTo>
                  <a:pt x="1" y="585"/>
                  <a:pt x="103" y="790"/>
                  <a:pt x="274" y="927"/>
                </a:cubicBezTo>
                <a:cubicBezTo>
                  <a:pt x="376" y="983"/>
                  <a:pt x="490" y="1010"/>
                  <a:pt x="602" y="1010"/>
                </a:cubicBezTo>
                <a:cubicBezTo>
                  <a:pt x="827" y="1010"/>
                  <a:pt x="1047" y="904"/>
                  <a:pt x="1161" y="722"/>
                </a:cubicBezTo>
                <a:cubicBezTo>
                  <a:pt x="1263" y="585"/>
                  <a:pt x="1229" y="415"/>
                  <a:pt x="1127" y="278"/>
                </a:cubicBezTo>
                <a:cubicBezTo>
                  <a:pt x="1024" y="108"/>
                  <a:pt x="820" y="5"/>
                  <a:pt x="615" y="5"/>
                </a:cubicBezTo>
                <a:cubicBezTo>
                  <a:pt x="590" y="2"/>
                  <a:pt x="566" y="0"/>
                  <a:pt x="542" y="0"/>
                </a:cubicBezTo>
                <a:close/>
              </a:path>
            </a:pathLst>
          </a:custGeom>
          <a:solidFill>
            <a:srgbClr val="3A4EB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6560" bIns="165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50A88-AA0A-408E-9A5F-51E7C6254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837" y="2131470"/>
            <a:ext cx="7425000" cy="880560"/>
          </a:xfrm>
        </p:spPr>
        <p:txBody>
          <a:bodyPr/>
          <a:lstStyle/>
          <a:p>
            <a:r>
              <a:rPr lang="es-ES" dirty="0"/>
              <a:t>Gracias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932214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-">
  <a:themeElements>
    <a:clrScheme name="Simple Light">
      <a:dk1>
        <a:srgbClr val="3A4EB4"/>
      </a:dk1>
      <a:lt1>
        <a:srgbClr val="FEFAED"/>
      </a:lt1>
      <a:dk2>
        <a:srgbClr val="5C5F6F"/>
      </a:dk2>
      <a:lt2>
        <a:srgbClr val="FFFFFF"/>
      </a:lt2>
      <a:accent1>
        <a:srgbClr val="D50B0B"/>
      </a:accent1>
      <a:accent2>
        <a:srgbClr val="3A4EB4"/>
      </a:accent2>
      <a:accent3>
        <a:srgbClr val="C2C2C2"/>
      </a:accent3>
      <a:accent4>
        <a:srgbClr val="D50B0B"/>
      </a:accent4>
      <a:accent5>
        <a:srgbClr val="3A4EB4"/>
      </a:accent5>
      <a:accent6>
        <a:srgbClr val="FEFAED"/>
      </a:accent6>
      <a:hlink>
        <a:srgbClr val="5C5F6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411</Words>
  <Application>Microsoft Office PowerPoint</Application>
  <PresentationFormat>Presentación en pantalla (16:9)</PresentationFormat>
  <Paragraphs>25</Paragraphs>
  <Slides>10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Indie Flower</vt:lpstr>
      <vt:lpstr>Lato</vt:lpstr>
      <vt:lpstr>OpenSymbol</vt:lpstr>
      <vt:lpstr>Symbol</vt:lpstr>
      <vt:lpstr>Wingdings</vt:lpstr>
      <vt:lpstr>-</vt:lpstr>
      <vt:lpstr>Slidesgo Final Pages</vt:lpstr>
      <vt:lpstr>Gestor Citas</vt:lpstr>
      <vt:lpstr>WHOA!</vt:lpstr>
      <vt:lpstr>Identificación del problema en la gestión académica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  <vt:lpstr>Gracias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ANTHONY CORTEZ</cp:lastModifiedBy>
  <cp:revision>3</cp:revision>
  <dcterms:modified xsi:type="dcterms:W3CDTF">2026-02-13T17:27:27Z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2026-02-10T05:35:49Z</dcterms:created>
  <dc:creator>Unknown Creator</dc:creator>
  <dc:description/>
  <dc:language>en-US</dc:language>
  <cp:lastModifiedBy>Unknown Creator</cp:lastModifiedBy>
  <dcterms:modified xsi:type="dcterms:W3CDTF">2026-02-10T05:35:49Z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10</vt:r8>
  </property>
</Properties>
</file>